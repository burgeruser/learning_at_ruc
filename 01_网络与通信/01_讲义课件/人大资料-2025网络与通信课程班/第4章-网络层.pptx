
<file path=[Content_Types].xml><?xml version="1.0" encoding="utf-8"?>
<Types xmlns="http://schemas.openxmlformats.org/package/2006/content-types">
  <Default Extension="bin" ContentType="application/vnd.openxmlformats-officedocument.oleObject"/>
  <Default Extension="emf" ContentType="image/x-emf"/>
  <Default Extension="fntdata" ContentType="application/x-fontdata"/>
  <Default Extension="jpeg" ContentType="image/jpeg"/>
  <Default Extension="png" ContentType="image/png"/>
  <Default Extension="rels" ContentType="application/vnd.openxmlformats-package.relationships+xml"/>
  <Default Extension="vml" ContentType="application/vnd.openxmlformats-officedocument.vmlDrawing"/>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p:sldMasterIdLst>
    <p:sldMasterId id="2147483660" r:id="rId1"/>
  </p:sldMasterIdLst>
  <p:notesMasterIdLst>
    <p:notesMasterId r:id="rId229"/>
  </p:notesMasterIdLst>
  <p:handoutMasterIdLst>
    <p:handoutMasterId r:id="rId230"/>
  </p:handoutMasterIdLst>
  <p:sldIdLst>
    <p:sldId id="282" r:id="rId2"/>
    <p:sldId id="283" r:id="rId3"/>
    <p:sldId id="286" r:id="rId4"/>
    <p:sldId id="703" r:id="rId5"/>
    <p:sldId id="704" r:id="rId6"/>
    <p:sldId id="705" r:id="rId7"/>
    <p:sldId id="706" r:id="rId8"/>
    <p:sldId id="707" r:id="rId9"/>
    <p:sldId id="708" r:id="rId10"/>
    <p:sldId id="709" r:id="rId11"/>
    <p:sldId id="710" r:id="rId12"/>
    <p:sldId id="711" r:id="rId13"/>
    <p:sldId id="720" r:id="rId14"/>
    <p:sldId id="721" r:id="rId15"/>
    <p:sldId id="301" r:id="rId16"/>
    <p:sldId id="419" r:id="rId17"/>
    <p:sldId id="420" r:id="rId18"/>
    <p:sldId id="816" r:id="rId19"/>
    <p:sldId id="817" r:id="rId20"/>
    <p:sldId id="818" r:id="rId21"/>
    <p:sldId id="819" r:id="rId22"/>
    <p:sldId id="820" r:id="rId23"/>
    <p:sldId id="422" r:id="rId24"/>
    <p:sldId id="421" r:id="rId25"/>
    <p:sldId id="722" r:id="rId26"/>
    <p:sldId id="723" r:id="rId27"/>
    <p:sldId id="302" r:id="rId28"/>
    <p:sldId id="304" r:id="rId29"/>
    <p:sldId id="305" r:id="rId30"/>
    <p:sldId id="495" r:id="rId31"/>
    <p:sldId id="307" r:id="rId32"/>
    <p:sldId id="496" r:id="rId33"/>
    <p:sldId id="497" r:id="rId34"/>
    <p:sldId id="499" r:id="rId35"/>
    <p:sldId id="500" r:id="rId36"/>
    <p:sldId id="498" r:id="rId37"/>
    <p:sldId id="501" r:id="rId38"/>
    <p:sldId id="502" r:id="rId39"/>
    <p:sldId id="313" r:id="rId40"/>
    <p:sldId id="314" r:id="rId41"/>
    <p:sldId id="503" r:id="rId42"/>
    <p:sldId id="315" r:id="rId43"/>
    <p:sldId id="504" r:id="rId44"/>
    <p:sldId id="322" r:id="rId45"/>
    <p:sldId id="505" r:id="rId46"/>
    <p:sldId id="506" r:id="rId47"/>
    <p:sldId id="507" r:id="rId48"/>
    <p:sldId id="508" r:id="rId49"/>
    <p:sldId id="509" r:id="rId50"/>
    <p:sldId id="511" r:id="rId51"/>
    <p:sldId id="510" r:id="rId52"/>
    <p:sldId id="807" r:id="rId53"/>
    <p:sldId id="323" r:id="rId54"/>
    <p:sldId id="512" r:id="rId55"/>
    <p:sldId id="325" r:id="rId56"/>
    <p:sldId id="513" r:id="rId57"/>
    <p:sldId id="515" r:id="rId58"/>
    <p:sldId id="514" r:id="rId59"/>
    <p:sldId id="516" r:id="rId60"/>
    <p:sldId id="518" r:id="rId61"/>
    <p:sldId id="517" r:id="rId62"/>
    <p:sldId id="445" r:id="rId63"/>
    <p:sldId id="724" r:id="rId64"/>
    <p:sldId id="324" r:id="rId65"/>
    <p:sldId id="326" r:id="rId66"/>
    <p:sldId id="329" r:id="rId67"/>
    <p:sldId id="519" r:id="rId68"/>
    <p:sldId id="444" r:id="rId69"/>
    <p:sldId id="343" r:id="rId70"/>
    <p:sldId id="447" r:id="rId71"/>
    <p:sldId id="520" r:id="rId72"/>
    <p:sldId id="522" r:id="rId73"/>
    <p:sldId id="521" r:id="rId74"/>
    <p:sldId id="524" r:id="rId75"/>
    <p:sldId id="525" r:id="rId76"/>
    <p:sldId id="523" r:id="rId77"/>
    <p:sldId id="526" r:id="rId78"/>
    <p:sldId id="749" r:id="rId79"/>
    <p:sldId id="528" r:id="rId80"/>
    <p:sldId id="529" r:id="rId81"/>
    <p:sldId id="530" r:id="rId82"/>
    <p:sldId id="531" r:id="rId83"/>
    <p:sldId id="532" r:id="rId84"/>
    <p:sldId id="533" r:id="rId85"/>
    <p:sldId id="535" r:id="rId86"/>
    <p:sldId id="534" r:id="rId87"/>
    <p:sldId id="354" r:id="rId88"/>
    <p:sldId id="454" r:id="rId89"/>
    <p:sldId id="536" r:id="rId90"/>
    <p:sldId id="726" r:id="rId91"/>
    <p:sldId id="459" r:id="rId92"/>
    <p:sldId id="727" r:id="rId93"/>
    <p:sldId id="728" r:id="rId94"/>
    <p:sldId id="461" r:id="rId95"/>
    <p:sldId id="460" r:id="rId96"/>
    <p:sldId id="537" r:id="rId97"/>
    <p:sldId id="538" r:id="rId98"/>
    <p:sldId id="539" r:id="rId99"/>
    <p:sldId id="540" r:id="rId100"/>
    <p:sldId id="541" r:id="rId101"/>
    <p:sldId id="542" r:id="rId102"/>
    <p:sldId id="543" r:id="rId103"/>
    <p:sldId id="544" r:id="rId104"/>
    <p:sldId id="545" r:id="rId105"/>
    <p:sldId id="546" r:id="rId106"/>
    <p:sldId id="547" r:id="rId107"/>
    <p:sldId id="729" r:id="rId108"/>
    <p:sldId id="730" r:id="rId109"/>
    <p:sldId id="731" r:id="rId110"/>
    <p:sldId id="548" r:id="rId111"/>
    <p:sldId id="555" r:id="rId112"/>
    <p:sldId id="549" r:id="rId113"/>
    <p:sldId id="550" r:id="rId114"/>
    <p:sldId id="551" r:id="rId115"/>
    <p:sldId id="552" r:id="rId116"/>
    <p:sldId id="553" r:id="rId117"/>
    <p:sldId id="554" r:id="rId118"/>
    <p:sldId id="801" r:id="rId119"/>
    <p:sldId id="802" r:id="rId120"/>
    <p:sldId id="803" r:id="rId121"/>
    <p:sldId id="804" r:id="rId122"/>
    <p:sldId id="805" r:id="rId123"/>
    <p:sldId id="806" r:id="rId124"/>
    <p:sldId id="556" r:id="rId125"/>
    <p:sldId id="557" r:id="rId126"/>
    <p:sldId id="558" r:id="rId127"/>
    <p:sldId id="559" r:id="rId128"/>
    <p:sldId id="808" r:id="rId129"/>
    <p:sldId id="809" r:id="rId130"/>
    <p:sldId id="810" r:id="rId131"/>
    <p:sldId id="811" r:id="rId132"/>
    <p:sldId id="812" r:id="rId133"/>
    <p:sldId id="813" r:id="rId134"/>
    <p:sldId id="814" r:id="rId135"/>
    <p:sldId id="815" r:id="rId136"/>
    <p:sldId id="566" r:id="rId137"/>
    <p:sldId id="567" r:id="rId138"/>
    <p:sldId id="568" r:id="rId139"/>
    <p:sldId id="569" r:id="rId140"/>
    <p:sldId id="570" r:id="rId141"/>
    <p:sldId id="571" r:id="rId142"/>
    <p:sldId id="573" r:id="rId143"/>
    <p:sldId id="574" r:id="rId144"/>
    <p:sldId id="575" r:id="rId145"/>
    <p:sldId id="576" r:id="rId146"/>
    <p:sldId id="581" r:id="rId147"/>
    <p:sldId id="583" r:id="rId148"/>
    <p:sldId id="584" r:id="rId149"/>
    <p:sldId id="585" r:id="rId150"/>
    <p:sldId id="586" r:id="rId151"/>
    <p:sldId id="587" r:id="rId152"/>
    <p:sldId id="588" r:id="rId153"/>
    <p:sldId id="590" r:id="rId154"/>
    <p:sldId id="591" r:id="rId155"/>
    <p:sldId id="592" r:id="rId156"/>
    <p:sldId id="593" r:id="rId157"/>
    <p:sldId id="594" r:id="rId158"/>
    <p:sldId id="595" r:id="rId159"/>
    <p:sldId id="596" r:id="rId160"/>
    <p:sldId id="597" r:id="rId161"/>
    <p:sldId id="752" r:id="rId162"/>
    <p:sldId id="606" r:id="rId163"/>
    <p:sldId id="607" r:id="rId164"/>
    <p:sldId id="608" r:id="rId165"/>
    <p:sldId id="823" r:id="rId166"/>
    <p:sldId id="753" r:id="rId167"/>
    <p:sldId id="615" r:id="rId168"/>
    <p:sldId id="616" r:id="rId169"/>
    <p:sldId id="617" r:id="rId170"/>
    <p:sldId id="754" r:id="rId171"/>
    <p:sldId id="755" r:id="rId172"/>
    <p:sldId id="756" r:id="rId173"/>
    <p:sldId id="757" r:id="rId174"/>
    <p:sldId id="758" r:id="rId175"/>
    <p:sldId id="759" r:id="rId176"/>
    <p:sldId id="760" r:id="rId177"/>
    <p:sldId id="761" r:id="rId178"/>
    <p:sldId id="762" r:id="rId179"/>
    <p:sldId id="618" r:id="rId180"/>
    <p:sldId id="634" r:id="rId181"/>
    <p:sldId id="635" r:id="rId182"/>
    <p:sldId id="636" r:id="rId183"/>
    <p:sldId id="637" r:id="rId184"/>
    <p:sldId id="638" r:id="rId185"/>
    <p:sldId id="741" r:id="rId186"/>
    <p:sldId id="742" r:id="rId187"/>
    <p:sldId id="657" r:id="rId188"/>
    <p:sldId id="658" r:id="rId189"/>
    <p:sldId id="659" r:id="rId190"/>
    <p:sldId id="660" r:id="rId191"/>
    <p:sldId id="661" r:id="rId192"/>
    <p:sldId id="748" r:id="rId193"/>
    <p:sldId id="763" r:id="rId194"/>
    <p:sldId id="764" r:id="rId195"/>
    <p:sldId id="765" r:id="rId196"/>
    <p:sldId id="766" r:id="rId197"/>
    <p:sldId id="767" r:id="rId198"/>
    <p:sldId id="768" r:id="rId199"/>
    <p:sldId id="769" r:id="rId200"/>
    <p:sldId id="770" r:id="rId201"/>
    <p:sldId id="771" r:id="rId202"/>
    <p:sldId id="772" r:id="rId203"/>
    <p:sldId id="773" r:id="rId204"/>
    <p:sldId id="774" r:id="rId205"/>
    <p:sldId id="775" r:id="rId206"/>
    <p:sldId id="776" r:id="rId207"/>
    <p:sldId id="777" r:id="rId208"/>
    <p:sldId id="778" r:id="rId209"/>
    <p:sldId id="779" r:id="rId210"/>
    <p:sldId id="780" r:id="rId211"/>
    <p:sldId id="781" r:id="rId212"/>
    <p:sldId id="782" r:id="rId213"/>
    <p:sldId id="783" r:id="rId214"/>
    <p:sldId id="784" r:id="rId215"/>
    <p:sldId id="785" r:id="rId216"/>
    <p:sldId id="786" r:id="rId217"/>
    <p:sldId id="787" r:id="rId218"/>
    <p:sldId id="789" r:id="rId219"/>
    <p:sldId id="790" r:id="rId220"/>
    <p:sldId id="791" r:id="rId221"/>
    <p:sldId id="796" r:id="rId222"/>
    <p:sldId id="797" r:id="rId223"/>
    <p:sldId id="798" r:id="rId224"/>
    <p:sldId id="799" r:id="rId225"/>
    <p:sldId id="800" r:id="rId226"/>
    <p:sldId id="750" r:id="rId227"/>
    <p:sldId id="821" r:id="rId228"/>
  </p:sldIdLst>
  <p:sldSz cx="9144000" cy="5143500" type="screen16x9"/>
  <p:notesSz cx="6797675" cy="9928225"/>
  <p:embeddedFontLst>
    <p:embeddedFont>
      <p:font typeface="宋体" panose="02010600030101010101" pitchFamily="2" charset="-122"/>
      <p:regular r:id="rId231"/>
    </p:embeddedFont>
    <p:embeddedFont>
      <p:font typeface="微软雅黑" panose="020B0503020204020204" pitchFamily="34" charset="-122"/>
      <p:regular r:id="rId232"/>
      <p:bold r:id="rId233"/>
    </p:embeddedFont>
    <p:embeddedFont>
      <p:font typeface="微软雅黑" panose="020B0503020204020204" pitchFamily="34" charset="-122"/>
      <p:regular r:id="rId232"/>
      <p:bold r:id="rId233"/>
    </p:embeddedFont>
    <p:embeddedFont>
      <p:font typeface="Arial Black" panose="020B0604020202020204" pitchFamily="34" charset="0"/>
      <p:bold r:id="rId234"/>
    </p:embeddedFont>
    <p:embeddedFont>
      <p:font typeface="Calibri" panose="020F0502020204030204" pitchFamily="34" charset="0"/>
      <p:regular r:id="rId235"/>
      <p:bold r:id="rId236"/>
      <p:italic r:id="rId237"/>
      <p:boldItalic r:id="rId238"/>
    </p:embeddedFont>
    <p:embeddedFont>
      <p:font typeface="Calibri Light" panose="020F0302020204030204" pitchFamily="34" charset="0"/>
      <p:regular r:id="rId239"/>
      <p:italic r:id="rId240"/>
    </p:embeddedFont>
    <p:embeddedFont>
      <p:font typeface="Consolas" panose="020B0609020204030204" pitchFamily="49" charset="0"/>
      <p:regular r:id="rId241"/>
      <p:bold r:id="rId242"/>
      <p:italic r:id="rId243"/>
      <p:boldItalic r:id="rId244"/>
    </p:embeddedFont>
    <p:embeddedFont>
      <p:font typeface="Monotype Sorts" pitchFamily="2" charset="2"/>
      <p:regular r:id="rId245"/>
    </p:embeddedFont>
    <p:embeddedFont>
      <p:font typeface="Tahoma" panose="020B0604030504040204" pitchFamily="34" charset="0"/>
      <p:regular r:id="rId246"/>
      <p:bold r:id="rId247"/>
    </p:embeddedFont>
  </p:embeddedFontLst>
  <p:defaultTextStyle>
    <a:defPPr>
      <a:defRPr lang="zh-CN"/>
    </a:defPPr>
    <a:lvl1pPr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1pPr>
    <a:lvl2pPr marL="342900" indent="1143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2pPr>
    <a:lvl3pPr marL="685800" indent="2286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3pPr>
    <a:lvl4pPr marL="1028700" indent="3429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4pPr>
    <a:lvl5pPr marL="1371600" indent="4572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p:defaultTextStyle>
  <p:extLst>
    <p:ext uri="{EFAFB233-063F-42B5-8137-9DF3F51BA10A}">
      <p15:sldGuideLst xmlns:p15="http://schemas.microsoft.com/office/powerpoint/2012/main">
        <p15:guide id="1" orient="horz" pos="260">
          <p15:clr>
            <a:srgbClr val="A4A3A4"/>
          </p15:clr>
        </p15:guide>
        <p15:guide id="2" orient="horz" pos="2964">
          <p15:clr>
            <a:srgbClr val="A4A3A4"/>
          </p15:clr>
        </p15:guide>
        <p15:guide id="3" orient="horz" pos="1620">
          <p15:clr>
            <a:srgbClr val="A4A3A4"/>
          </p15:clr>
        </p15:guide>
        <p15:guide id="4" orient="horz" pos="1875">
          <p15:clr>
            <a:srgbClr val="A4A3A4"/>
          </p15:clr>
        </p15:guide>
        <p15:guide id="5" orient="horz" pos="599">
          <p15:clr>
            <a:srgbClr val="A4A3A4"/>
          </p15:clr>
        </p15:guide>
        <p15:guide id="6" pos="2863">
          <p15:clr>
            <a:srgbClr val="A4A3A4"/>
          </p15:clr>
        </p15:guide>
        <p15:guide id="7" pos="5261">
          <p15:clr>
            <a:srgbClr val="A4A3A4"/>
          </p15:clr>
        </p15:guide>
        <p15:guide id="8" pos="482">
          <p15:clr>
            <a:srgbClr val="A4A3A4"/>
          </p15:clr>
        </p15:guide>
        <p15:guide id="9" pos="2046">
          <p15:clr>
            <a:srgbClr val="A4A3A4"/>
          </p15:clr>
        </p15:guide>
        <p15:guide id="10" pos="3662">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FFCCFF"/>
    <a:srgbClr val="003366"/>
    <a:srgbClr val="9966FF"/>
    <a:srgbClr val="3ABADA"/>
    <a:srgbClr val="6600CC"/>
    <a:srgbClr val="6600FF"/>
    <a:srgbClr val="E7F2D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5AB1C69-6EDB-4FF4-983F-18BD219EF322}" styleName="中度样式 2 - 强调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5940675A-B579-460E-94D1-54222C63F5DA}" styleName="无样式，网格型">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69C7853C-536D-4A76-A0AE-DD22124D55A5}" styleName="主题样式 1 - 强调 3">
    <a:tblBg>
      <a:fillRef idx="2">
        <a:schemeClr val="accent3"/>
      </a:fillRef>
      <a:effectRef idx="1">
        <a:schemeClr val="accent3"/>
      </a:effectRef>
    </a:tblBg>
    <a:wholeTbl>
      <a:tcTxStyle>
        <a:fontRef idx="minor">
          <a:scrgbClr r="0" g="0" b="0"/>
        </a:fontRef>
        <a:schemeClr val="dk1"/>
      </a:tcTxStyle>
      <a:tcStyle>
        <a:tcBdr>
          <a:left>
            <a:lnRef idx="1">
              <a:schemeClr val="accent3"/>
            </a:lnRef>
          </a:left>
          <a:right>
            <a:lnRef idx="1">
              <a:schemeClr val="accent3"/>
            </a:lnRef>
          </a:right>
          <a:top>
            <a:lnRef idx="1">
              <a:schemeClr val="accent3"/>
            </a:lnRef>
          </a:top>
          <a:bottom>
            <a:lnRef idx="1">
              <a:schemeClr val="accent3"/>
            </a:lnRef>
          </a:bottom>
          <a:insideH>
            <a:lnRef idx="1">
              <a:schemeClr val="accent3"/>
            </a:lnRef>
          </a:insideH>
          <a:insideV>
            <a:lnRef idx="1">
              <a:schemeClr val="accent3"/>
            </a:lnRef>
          </a:insideV>
        </a:tcBdr>
        <a:fill>
          <a:noFill/>
        </a:fill>
      </a:tcStyle>
    </a:wholeTbl>
    <a:band1H>
      <a:tcStyle>
        <a:tcBdr/>
        <a:fill>
          <a:solidFill>
            <a:schemeClr val="accent3">
              <a:alpha val="40000"/>
            </a:schemeClr>
          </a:solidFill>
        </a:fill>
      </a:tcStyle>
    </a:band1H>
    <a:band2H>
      <a:tcStyle>
        <a:tcBdr/>
      </a:tcStyle>
    </a:band2H>
    <a:band1V>
      <a:tcStyle>
        <a:tcBdr>
          <a:top>
            <a:lnRef idx="1">
              <a:schemeClr val="accent3"/>
            </a:lnRef>
          </a:top>
          <a:bottom>
            <a:lnRef idx="1">
              <a:schemeClr val="accent3"/>
            </a:lnRef>
          </a:bottom>
        </a:tcBdr>
        <a:fill>
          <a:solidFill>
            <a:schemeClr val="accent3">
              <a:alpha val="40000"/>
            </a:schemeClr>
          </a:solidFill>
        </a:fill>
      </a:tcStyle>
    </a:band1V>
    <a:band2V>
      <a:tcStyle>
        <a:tcBdr/>
      </a:tcStyle>
    </a:band2V>
    <a:lastCol>
      <a:tcTxStyle b="on"/>
      <a:tcStyle>
        <a:tcBdr>
          <a:left>
            <a:lnRef idx="2">
              <a:schemeClr val="accent3"/>
            </a:lnRef>
          </a:left>
          <a:right>
            <a:lnRef idx="1">
              <a:schemeClr val="accent3"/>
            </a:lnRef>
          </a:right>
          <a:top>
            <a:lnRef idx="1">
              <a:schemeClr val="accent3"/>
            </a:lnRef>
          </a:top>
          <a:bottom>
            <a:lnRef idx="1">
              <a:schemeClr val="accent3"/>
            </a:lnRef>
          </a:bottom>
          <a:insideH>
            <a:lnRef idx="1">
              <a:schemeClr val="accent3"/>
            </a:lnRef>
          </a:insideH>
          <a:insideV>
            <a:ln>
              <a:noFill/>
            </a:ln>
          </a:insideV>
        </a:tcBdr>
      </a:tcStyle>
    </a:lastCol>
    <a:firstCol>
      <a:tcTxStyle b="on"/>
      <a:tcStyle>
        <a:tcBdr>
          <a:left>
            <a:lnRef idx="1">
              <a:schemeClr val="accent3"/>
            </a:lnRef>
          </a:left>
          <a:right>
            <a:lnRef idx="2">
              <a:schemeClr val="accent3"/>
            </a:lnRef>
          </a:right>
          <a:top>
            <a:lnRef idx="1">
              <a:schemeClr val="accent3"/>
            </a:lnRef>
          </a:top>
          <a:bottom>
            <a:lnRef idx="1">
              <a:schemeClr val="accent3"/>
            </a:lnRef>
          </a:bottom>
          <a:insideH>
            <a:lnRef idx="1">
              <a:schemeClr val="accent3"/>
            </a:lnRef>
          </a:insideH>
          <a:insideV>
            <a:ln>
              <a:noFill/>
            </a:ln>
          </a:insideV>
        </a:tcBdr>
      </a:tcStyle>
    </a:firstCol>
    <a:lastRow>
      <a:tcTxStyle b="on"/>
      <a:tcStyle>
        <a:tcBdr>
          <a:left>
            <a:lnRef idx="1">
              <a:schemeClr val="accent3"/>
            </a:lnRef>
          </a:left>
          <a:right>
            <a:lnRef idx="1">
              <a:schemeClr val="accent3"/>
            </a:lnRef>
          </a:right>
          <a:top>
            <a:lnRef idx="2">
              <a:schemeClr val="accent3"/>
            </a:lnRef>
          </a:top>
          <a:bottom>
            <a:lnRef idx="2">
              <a:schemeClr val="accent3"/>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3"/>
            </a:lnRef>
          </a:left>
          <a:right>
            <a:lnRef idx="1">
              <a:schemeClr val="accent3"/>
            </a:lnRef>
          </a:right>
          <a:top>
            <a:lnRef idx="1">
              <a:schemeClr val="accent3"/>
            </a:lnRef>
          </a:top>
          <a:bottom>
            <a:lnRef idx="2">
              <a:schemeClr val="lt1"/>
            </a:lnRef>
          </a:bottom>
          <a:insideH>
            <a:ln>
              <a:noFill/>
            </a:ln>
          </a:insideH>
          <a:insideV>
            <a:ln>
              <a:noFill/>
            </a:ln>
          </a:insideV>
        </a:tcBdr>
        <a:fill>
          <a:solidFill>
            <a:schemeClr val="accent3"/>
          </a:solidFill>
        </a:fill>
      </a:tcStyle>
    </a:firstRow>
  </a:tblStyle>
  <a:tblStyle styleId="{2D5ABB26-0587-4C30-8999-92F81FD0307C}" styleName="无样式，无网格">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D7AC3CCA-C797-4891-BE02-D94E43425B78}" styleName="中度样式 4">
    <a:wholeTbl>
      <a:tcTxStyle>
        <a:fontRef idx="minor">
          <a:scrgbClr r="0" g="0" b="0"/>
        </a:fontRef>
        <a:schemeClr val="dk1"/>
      </a:tcTxStyle>
      <a:tcStyle>
        <a:tcBdr>
          <a:left>
            <a:ln w="12700" cmpd="sng">
              <a:solidFill>
                <a:schemeClr val="dk1"/>
              </a:solidFill>
            </a:ln>
          </a:left>
          <a:right>
            <a:ln w="12700" cmpd="sng">
              <a:solidFill>
                <a:schemeClr val="dk1"/>
              </a:solidFill>
            </a:ln>
          </a:right>
          <a:top>
            <a:ln w="12700" cmpd="sng">
              <a:solidFill>
                <a:schemeClr val="dk1"/>
              </a:solidFill>
            </a:ln>
          </a:top>
          <a:bottom>
            <a:ln w="12700" cmpd="sng">
              <a:solidFill>
                <a:schemeClr val="dk1"/>
              </a:solidFill>
            </a:ln>
          </a:bottom>
          <a:insideH>
            <a:ln w="12700" cmpd="sng">
              <a:solidFill>
                <a:schemeClr val="dk1"/>
              </a:solidFill>
            </a:ln>
          </a:insideH>
          <a:insideV>
            <a:ln w="12700" cmpd="sng">
              <a:solidFill>
                <a:schemeClr val="dk1"/>
              </a:solidFill>
            </a:ln>
          </a:insideV>
        </a:tcBdr>
        <a:fill>
          <a:solidFill>
            <a:schemeClr val="dk1">
              <a:tint val="20000"/>
            </a:schemeClr>
          </a:solidFill>
        </a:fill>
      </a:tcStyle>
    </a:wholeTbl>
    <a:band1H>
      <a:tcStyle>
        <a:tcBdr/>
        <a:fill>
          <a:solidFill>
            <a:schemeClr val="dk1">
              <a:tint val="40000"/>
            </a:schemeClr>
          </a:solidFill>
        </a:fill>
      </a:tcStyle>
    </a:band1H>
    <a:band1V>
      <a:tcStyle>
        <a:tcBdr/>
        <a:fill>
          <a:solidFill>
            <a:schemeClr val="dk1">
              <a:tint val="40000"/>
            </a:schemeClr>
          </a:solidFill>
        </a:fill>
      </a:tcStyle>
    </a:band1V>
    <a:lastCol>
      <a:tcTxStyle b="on"/>
      <a:tcStyle>
        <a:tcBdr/>
      </a:tcStyle>
    </a:lastCol>
    <a:firstCol>
      <a:tcTxStyle b="on"/>
      <a:tcStyle>
        <a:tcBdr/>
      </a:tcStyle>
    </a:firstCol>
    <a:lastRow>
      <a:tcTxStyle b="on"/>
      <a:tcStyle>
        <a:tcBdr>
          <a:top>
            <a:ln w="25400" cmpd="sng">
              <a:solidFill>
                <a:schemeClr val="dk1"/>
              </a:solidFill>
            </a:ln>
          </a:top>
        </a:tcBdr>
        <a:fill>
          <a:solidFill>
            <a:schemeClr val="dk1">
              <a:tint val="20000"/>
            </a:schemeClr>
          </a:solidFill>
        </a:fill>
      </a:tcStyle>
    </a:lastRow>
    <a:firstRow>
      <a:tcTxStyle b="on"/>
      <a:tcStyle>
        <a:tcBdr/>
        <a:fill>
          <a:solidFill>
            <a:schemeClr val="dk1">
              <a:tint val="20000"/>
            </a:schemeClr>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6090" autoAdjust="0"/>
    <p:restoredTop sz="82962" autoAdjust="0"/>
  </p:normalViewPr>
  <p:slideViewPr>
    <p:cSldViewPr snapToGrid="0">
      <p:cViewPr varScale="1">
        <p:scale>
          <a:sx n="112" d="100"/>
          <a:sy n="112" d="100"/>
        </p:scale>
        <p:origin x="872" y="184"/>
      </p:cViewPr>
      <p:guideLst>
        <p:guide orient="horz" pos="260"/>
        <p:guide orient="horz" pos="2964"/>
        <p:guide orient="horz" pos="1620"/>
        <p:guide orient="horz" pos="1875"/>
        <p:guide orient="horz" pos="599"/>
        <p:guide pos="2863"/>
        <p:guide pos="5261"/>
        <p:guide pos="482"/>
        <p:guide pos="2046"/>
        <p:guide pos="3662"/>
      </p:guideLst>
    </p:cSldViewPr>
  </p:slideViewPr>
  <p:outlineViewPr>
    <p:cViewPr>
      <p:scale>
        <a:sx n="33" d="100"/>
        <a:sy n="33" d="100"/>
      </p:scale>
      <p:origin x="0" y="-12870"/>
    </p:cViewPr>
    <p:sldLst>
      <p:sld r:id="rId1" collapse="1"/>
      <p:sld r:id="rId2" collapse="1"/>
      <p:sld r:id="rId3" collapse="1"/>
      <p:sld r:id="rId4" collapse="1"/>
      <p:sld r:id="rId5" collapse="1"/>
      <p:sld r:id="rId6" collapse="1"/>
      <p:sld r:id="rId7" collapse="1"/>
      <p:sld r:id="rId8" collapse="1"/>
      <p:sld r:id="rId9" collapse="1"/>
      <p:sld r:id="rId10" collapse="1"/>
      <p:sld r:id="rId11" collapse="1"/>
    </p:sldLst>
  </p:outlineViewPr>
  <p:notesTextViewPr>
    <p:cViewPr>
      <p:scale>
        <a:sx n="1" d="1"/>
        <a:sy n="1" d="1"/>
      </p:scale>
      <p:origin x="0" y="0"/>
    </p:cViewPr>
  </p:notesTextViewPr>
  <p:sorterViewPr>
    <p:cViewPr>
      <p:scale>
        <a:sx n="200" d="100"/>
        <a:sy n="200" d="100"/>
      </p:scale>
      <p:origin x="0" y="0"/>
    </p:cViewPr>
  </p:sorterViewPr>
  <p:gridSpacing cx="72006" cy="72006"/>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slide" Target="slides/slide204.xml"/><Relationship Id="rId226" Type="http://schemas.openxmlformats.org/officeDocument/2006/relationships/slide" Target="slides/slide225.xml"/><Relationship Id="rId247" Type="http://schemas.openxmlformats.org/officeDocument/2006/relationships/font" Target="fonts/font17.fntdata"/><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16" Type="http://schemas.openxmlformats.org/officeDocument/2006/relationships/slide" Target="slides/slide215.xml"/><Relationship Id="rId237" Type="http://schemas.openxmlformats.org/officeDocument/2006/relationships/font" Target="fonts/font7.fntdata"/><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206" Type="http://schemas.openxmlformats.org/officeDocument/2006/relationships/slide" Target="slides/slide205.xml"/><Relationship Id="rId227" Type="http://schemas.openxmlformats.org/officeDocument/2006/relationships/slide" Target="slides/slide226.xml"/><Relationship Id="rId248" Type="http://schemas.openxmlformats.org/officeDocument/2006/relationships/presProps" Target="presProps.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217" Type="http://schemas.openxmlformats.org/officeDocument/2006/relationships/slide" Target="slides/slide216.xml"/><Relationship Id="rId6" Type="http://schemas.openxmlformats.org/officeDocument/2006/relationships/slide" Target="slides/slide5.xml"/><Relationship Id="rId238" Type="http://schemas.openxmlformats.org/officeDocument/2006/relationships/font" Target="fonts/font8.fntdata"/><Relationship Id="rId23" Type="http://schemas.openxmlformats.org/officeDocument/2006/relationships/slide" Target="slides/slide22.xml"/><Relationship Id="rId119" Type="http://schemas.openxmlformats.org/officeDocument/2006/relationships/slide" Target="slides/slide118.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228" Type="http://schemas.openxmlformats.org/officeDocument/2006/relationships/slide" Target="slides/slide227.xml"/><Relationship Id="rId249" Type="http://schemas.openxmlformats.org/officeDocument/2006/relationships/viewProps" Target="viewProps.xml"/><Relationship Id="rId13" Type="http://schemas.openxmlformats.org/officeDocument/2006/relationships/slide" Target="slides/slide12.xml"/><Relationship Id="rId109" Type="http://schemas.openxmlformats.org/officeDocument/2006/relationships/slide" Target="slides/slide108.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slide" Target="slides/slide217.xml"/><Relationship Id="rId239" Type="http://schemas.openxmlformats.org/officeDocument/2006/relationships/font" Target="fonts/font9.fntdata"/><Relationship Id="rId250" Type="http://schemas.openxmlformats.org/officeDocument/2006/relationships/theme" Target="theme/theme1.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229" Type="http://schemas.openxmlformats.org/officeDocument/2006/relationships/notesMaster" Target="notesMasters/notesMaster1.xml"/><Relationship Id="rId240" Type="http://schemas.openxmlformats.org/officeDocument/2006/relationships/font" Target="fonts/font10.fntdata"/><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8" Type="http://schemas.openxmlformats.org/officeDocument/2006/relationships/slide" Target="slides/slide7.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219" Type="http://schemas.openxmlformats.org/officeDocument/2006/relationships/slide" Target="slides/slide218.xml"/><Relationship Id="rId230" Type="http://schemas.openxmlformats.org/officeDocument/2006/relationships/handoutMaster" Target="handoutMasters/handoutMaster1.xml"/><Relationship Id="rId251" Type="http://schemas.openxmlformats.org/officeDocument/2006/relationships/tableStyles" Target="tableStyles.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220" Type="http://schemas.openxmlformats.org/officeDocument/2006/relationships/slide" Target="slides/slide219.xml"/><Relationship Id="rId241" Type="http://schemas.openxmlformats.org/officeDocument/2006/relationships/font" Target="fonts/font11.fntdata"/><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10" Type="http://schemas.openxmlformats.org/officeDocument/2006/relationships/slide" Target="slides/slide209.xml"/><Relationship Id="rId215" Type="http://schemas.openxmlformats.org/officeDocument/2006/relationships/slide" Target="slides/slide214.xml"/><Relationship Id="rId236" Type="http://schemas.openxmlformats.org/officeDocument/2006/relationships/font" Target="fonts/font6.fntdata"/><Relationship Id="rId26" Type="http://schemas.openxmlformats.org/officeDocument/2006/relationships/slide" Target="slides/slide25.xml"/><Relationship Id="rId231" Type="http://schemas.openxmlformats.org/officeDocument/2006/relationships/font" Target="fonts/font1.fntdata"/><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font" Target="fonts/font12.fntdata"/><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32" Type="http://schemas.openxmlformats.org/officeDocument/2006/relationships/font" Target="fonts/font2.fntdata"/><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font" Target="fonts/font13.fntdata"/><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font" Target="fonts/font3.fntdata"/><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font" Target="fonts/font14.fntdata"/><Relationship Id="rId18" Type="http://schemas.openxmlformats.org/officeDocument/2006/relationships/slide" Target="slides/slide17.xml"/><Relationship Id="rId39" Type="http://schemas.openxmlformats.org/officeDocument/2006/relationships/slide" Target="slides/slide38.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font" Target="fonts/font4.fntdata"/><Relationship Id="rId2" Type="http://schemas.openxmlformats.org/officeDocument/2006/relationships/slide" Target="slides/slide1.xml"/><Relationship Id="rId29" Type="http://schemas.openxmlformats.org/officeDocument/2006/relationships/slide" Target="slides/slide28.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font" Target="fonts/font15.fntdata"/><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font" Target="fonts/font5.fntdata"/><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font" Target="fonts/font16.fntdata"/><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s>
</file>

<file path=ppt/_rels/viewProps.xml.rels><?xml version="1.0" encoding="UTF-8" standalone="yes"?>
<Relationships xmlns="http://schemas.openxmlformats.org/package/2006/relationships"><Relationship Id="rId8" Type="http://schemas.openxmlformats.org/officeDocument/2006/relationships/slide" Target="slides/slide161.xml"/><Relationship Id="rId3" Type="http://schemas.openxmlformats.org/officeDocument/2006/relationships/slide" Target="slides/slide121.xml"/><Relationship Id="rId7" Type="http://schemas.openxmlformats.org/officeDocument/2006/relationships/slide" Target="slides/slide135.xml"/><Relationship Id="rId2" Type="http://schemas.openxmlformats.org/officeDocument/2006/relationships/slide" Target="slides/slide120.xml"/><Relationship Id="rId1" Type="http://schemas.openxmlformats.org/officeDocument/2006/relationships/slide" Target="slides/slide52.xml"/><Relationship Id="rId6" Type="http://schemas.openxmlformats.org/officeDocument/2006/relationships/slide" Target="slides/slide134.xml"/><Relationship Id="rId11" Type="http://schemas.openxmlformats.org/officeDocument/2006/relationships/slide" Target="slides/slide195.xml"/><Relationship Id="rId5" Type="http://schemas.openxmlformats.org/officeDocument/2006/relationships/slide" Target="slides/slide123.xml"/><Relationship Id="rId10" Type="http://schemas.openxmlformats.org/officeDocument/2006/relationships/slide" Target="slides/slide170.xml"/><Relationship Id="rId4" Type="http://schemas.openxmlformats.org/officeDocument/2006/relationships/slide" Target="slides/slide122.xml"/><Relationship Id="rId9" Type="http://schemas.openxmlformats.org/officeDocument/2006/relationships/slide" Target="slides/slide166.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B2DF5F26-E09A-44A6-997C-705EA78EEABD}" type="doc">
      <dgm:prSet loTypeId="urn:microsoft.com/office/officeart/2005/8/layout/orgChart1" loCatId="hierarchy" qsTypeId="urn:microsoft.com/office/officeart/2005/8/quickstyle/simple1" qsCatId="simple" csTypeId="urn:microsoft.com/office/officeart/2005/8/colors/accent1_2" csCatId="accent1" phldr="1"/>
      <dgm:spPr/>
      <dgm:t>
        <a:bodyPr/>
        <a:lstStyle/>
        <a:p>
          <a:endParaRPr lang="zh-CN" altLang="en-US"/>
        </a:p>
      </dgm:t>
    </dgm:pt>
    <dgm:pt modelId="{94C1FF2D-4353-4064-9072-7D71F2F43F9E}">
      <dgm:prSet phldrT="[文本]" custT="1"/>
      <dgm:spPr>
        <a:solidFill>
          <a:schemeClr val="accent1">
            <a:hueOff val="0"/>
            <a:satOff val="0"/>
            <a:lumOff val="0"/>
          </a:schemeClr>
        </a:solidFill>
      </dgm:spPr>
      <dgm:t>
        <a:bodyPr/>
        <a:lstStyle/>
        <a:p>
          <a:r>
            <a:rPr lang="en-US" altLang="zh-CN" sz="1400" b="1" dirty="0">
              <a:solidFill>
                <a:srgbClr val="7030A0"/>
              </a:solidFill>
            </a:rPr>
            <a:t>128.208.0.0</a:t>
          </a:r>
        </a:p>
        <a:p>
          <a:r>
            <a:rPr lang="en-US" altLang="zh-CN" sz="1400" b="1" dirty="0">
              <a:solidFill>
                <a:srgbClr val="7030A0"/>
              </a:solidFill>
            </a:rPr>
            <a:t>/16</a:t>
          </a:r>
          <a:endParaRPr lang="zh-CN" altLang="en-US" sz="1400" b="1" dirty="0">
            <a:solidFill>
              <a:srgbClr val="7030A0"/>
            </a:solidFill>
          </a:endParaRPr>
        </a:p>
      </dgm:t>
    </dgm:pt>
    <dgm:pt modelId="{327F5A82-9F0A-4E5A-91BC-9074365E02AB}" type="parTrans" cxnId="{7564ED9A-4A86-429C-91FA-52187A1CD2DA}">
      <dgm:prSet/>
      <dgm:spPr/>
      <dgm:t>
        <a:bodyPr/>
        <a:lstStyle/>
        <a:p>
          <a:endParaRPr lang="zh-CN" altLang="en-US"/>
        </a:p>
      </dgm:t>
    </dgm:pt>
    <dgm:pt modelId="{0C4D673C-07D5-4F40-A3DE-352653E46950}" type="sibTrans" cxnId="{7564ED9A-4A86-429C-91FA-52187A1CD2DA}">
      <dgm:prSet/>
      <dgm:spPr/>
      <dgm:t>
        <a:bodyPr/>
        <a:lstStyle/>
        <a:p>
          <a:endParaRPr lang="zh-CN" altLang="en-US"/>
        </a:p>
      </dgm:t>
    </dgm:pt>
    <dgm:pt modelId="{639AD7FF-E078-47CD-BA52-6E359C6C2BC9}">
      <dgm:prSet phldrT="[文本]" custT="1"/>
      <dgm:spPr>
        <a:solidFill>
          <a:srgbClr val="CC99FF"/>
        </a:solidFill>
      </dgm:spPr>
      <dgm:t>
        <a:bodyPr/>
        <a:lstStyle/>
        <a:p>
          <a:r>
            <a:rPr lang="en-US" altLang="zh-CN" sz="1200" b="1" dirty="0">
              <a:solidFill>
                <a:srgbClr val="7030A0"/>
              </a:solidFill>
            </a:rPr>
            <a:t>128.208.0.0</a:t>
          </a:r>
        </a:p>
        <a:p>
          <a:r>
            <a:rPr lang="en-US" altLang="zh-CN" sz="1200" b="1" dirty="0">
              <a:solidFill>
                <a:srgbClr val="7030A0"/>
              </a:solidFill>
            </a:rPr>
            <a:t>/17</a:t>
          </a:r>
          <a:endParaRPr lang="zh-CN" altLang="en-US" sz="1200" b="1" dirty="0">
            <a:solidFill>
              <a:srgbClr val="7030A0"/>
            </a:solidFill>
          </a:endParaRPr>
        </a:p>
      </dgm:t>
    </dgm:pt>
    <dgm:pt modelId="{95A05EC8-27CA-40BC-B61F-9F5E0BDA8E72}" type="parTrans" cxnId="{EBA164A4-E420-4F14-90D9-DD7E170C9288}">
      <dgm:prSet/>
      <dgm:spPr/>
      <dgm:t>
        <a:bodyPr/>
        <a:lstStyle/>
        <a:p>
          <a:endParaRPr lang="zh-CN" altLang="en-US"/>
        </a:p>
      </dgm:t>
    </dgm:pt>
    <dgm:pt modelId="{D7C3C22A-56DF-4DD6-AFD8-5B26ADABBD43}" type="sibTrans" cxnId="{EBA164A4-E420-4F14-90D9-DD7E170C9288}">
      <dgm:prSet/>
      <dgm:spPr/>
      <dgm:t>
        <a:bodyPr/>
        <a:lstStyle/>
        <a:p>
          <a:endParaRPr lang="zh-CN" altLang="en-US"/>
        </a:p>
      </dgm:t>
    </dgm:pt>
    <dgm:pt modelId="{B2A34A91-A457-4DA8-AFC5-4CA895B3C40D}">
      <dgm:prSet phldrT="[文本]" custT="1"/>
      <dgm:spPr>
        <a:solidFill>
          <a:srgbClr val="CC99FF"/>
        </a:solidFill>
      </dgm:spPr>
      <dgm:t>
        <a:bodyPr/>
        <a:lstStyle/>
        <a:p>
          <a:r>
            <a:rPr lang="en-US" altLang="zh-CN" sz="1200" b="1" dirty="0">
              <a:solidFill>
                <a:srgbClr val="C00000"/>
              </a:solidFill>
            </a:rPr>
            <a:t>128.208.128.0</a:t>
          </a:r>
          <a:br>
            <a:rPr lang="en-US" altLang="zh-CN" sz="1200" b="1" dirty="0">
              <a:solidFill>
                <a:srgbClr val="C00000"/>
              </a:solidFill>
            </a:rPr>
          </a:br>
          <a:r>
            <a:rPr lang="en-US" altLang="zh-CN" sz="1200" b="1" dirty="0">
              <a:solidFill>
                <a:srgbClr val="C00000"/>
              </a:solidFill>
            </a:rPr>
            <a:t>/17</a:t>
          </a:r>
          <a:endParaRPr lang="zh-CN" altLang="en-US" sz="1200" b="1" dirty="0">
            <a:solidFill>
              <a:srgbClr val="C00000"/>
            </a:solidFill>
          </a:endParaRPr>
        </a:p>
      </dgm:t>
    </dgm:pt>
    <dgm:pt modelId="{F2371777-4194-4B24-925A-F4EE861BE127}" type="parTrans" cxnId="{F3B30043-3A43-40BA-A8C2-F82D3D8C650B}">
      <dgm:prSet/>
      <dgm:spPr/>
      <dgm:t>
        <a:bodyPr/>
        <a:lstStyle/>
        <a:p>
          <a:endParaRPr lang="zh-CN" altLang="en-US"/>
        </a:p>
      </dgm:t>
    </dgm:pt>
    <dgm:pt modelId="{7107F817-8D42-4472-A7B7-17D25678B992}" type="sibTrans" cxnId="{F3B30043-3A43-40BA-A8C2-F82D3D8C650B}">
      <dgm:prSet/>
      <dgm:spPr/>
      <dgm:t>
        <a:bodyPr/>
        <a:lstStyle/>
        <a:p>
          <a:endParaRPr lang="zh-CN" altLang="en-US"/>
        </a:p>
      </dgm:t>
    </dgm:pt>
    <dgm:pt modelId="{CD6AFED7-F7B8-4742-9E9A-F0F22C9BFD4D}">
      <dgm:prSet phldrT="[文本]" custT="1"/>
      <dgm:spPr>
        <a:solidFill>
          <a:srgbClr val="FFFF00"/>
        </a:solidFill>
        <a:ln>
          <a:solidFill>
            <a:srgbClr val="333399"/>
          </a:solidFill>
        </a:ln>
      </dgm:spPr>
      <dgm:t>
        <a:bodyPr/>
        <a:lstStyle/>
        <a:p>
          <a:r>
            <a:rPr lang="en-US" altLang="zh-CN" sz="1100" b="1" dirty="0">
              <a:solidFill>
                <a:srgbClr val="C00000"/>
              </a:solidFill>
            </a:rPr>
            <a:t>128.208.0.0</a:t>
          </a:r>
        </a:p>
        <a:p>
          <a:r>
            <a:rPr lang="en-US" altLang="zh-CN" sz="1100" b="1" dirty="0">
              <a:solidFill>
                <a:srgbClr val="C00000"/>
              </a:solidFill>
            </a:rPr>
            <a:t>/18</a:t>
          </a:r>
          <a:endParaRPr lang="zh-CN" altLang="en-US" sz="1100" b="1" dirty="0">
            <a:solidFill>
              <a:srgbClr val="C00000"/>
            </a:solidFill>
          </a:endParaRPr>
        </a:p>
      </dgm:t>
    </dgm:pt>
    <dgm:pt modelId="{14466BFE-00D5-46F1-A5C4-8476882CD4FB}" type="parTrans" cxnId="{7C04DD4B-BA33-4317-AF6F-246111483CDE}">
      <dgm:prSet/>
      <dgm:spPr/>
      <dgm:t>
        <a:bodyPr/>
        <a:lstStyle/>
        <a:p>
          <a:endParaRPr lang="zh-CN" altLang="en-US"/>
        </a:p>
      </dgm:t>
    </dgm:pt>
    <dgm:pt modelId="{E6A033C1-BE5F-429B-9A96-702DB44EDC90}" type="sibTrans" cxnId="{7C04DD4B-BA33-4317-AF6F-246111483CDE}">
      <dgm:prSet/>
      <dgm:spPr/>
      <dgm:t>
        <a:bodyPr/>
        <a:lstStyle/>
        <a:p>
          <a:endParaRPr lang="zh-CN" altLang="en-US"/>
        </a:p>
      </dgm:t>
    </dgm:pt>
    <dgm:pt modelId="{2207C40F-7670-4A51-8CE2-EB6BED66567F}">
      <dgm:prSet phldrT="[文本]" custT="1"/>
      <dgm:spPr>
        <a:solidFill>
          <a:srgbClr val="FFFF00"/>
        </a:solidFill>
        <a:ln>
          <a:solidFill>
            <a:srgbClr val="333399"/>
          </a:solidFill>
        </a:ln>
      </dgm:spPr>
      <dgm:t>
        <a:bodyPr/>
        <a:lstStyle/>
        <a:p>
          <a:r>
            <a:rPr lang="en-US" altLang="zh-CN" sz="1100" b="1" dirty="0">
              <a:solidFill>
                <a:srgbClr val="7030A0"/>
              </a:solidFill>
            </a:rPr>
            <a:t>128.208.128.0</a:t>
          </a:r>
          <a:br>
            <a:rPr lang="en-US" altLang="zh-CN" sz="1100" b="1" dirty="0">
              <a:solidFill>
                <a:srgbClr val="7030A0"/>
              </a:solidFill>
            </a:rPr>
          </a:br>
          <a:r>
            <a:rPr lang="en-US" altLang="zh-CN" sz="1100" b="1" dirty="0">
              <a:solidFill>
                <a:srgbClr val="7030A0"/>
              </a:solidFill>
            </a:rPr>
            <a:t>/18</a:t>
          </a:r>
          <a:endParaRPr lang="zh-CN" altLang="en-US" sz="1100" b="1" dirty="0">
            <a:solidFill>
              <a:srgbClr val="7030A0"/>
            </a:solidFill>
          </a:endParaRPr>
        </a:p>
      </dgm:t>
    </dgm:pt>
    <dgm:pt modelId="{984B008A-84C3-461C-9E68-7ED63B02E02D}" type="parTrans" cxnId="{6F9B9727-4E50-45D4-8F7F-4CE6B427A4A6}">
      <dgm:prSet/>
      <dgm:spPr/>
      <dgm:t>
        <a:bodyPr/>
        <a:lstStyle/>
        <a:p>
          <a:endParaRPr lang="zh-CN" altLang="en-US"/>
        </a:p>
      </dgm:t>
    </dgm:pt>
    <dgm:pt modelId="{96B8F538-8CD1-417E-9C35-F9E3900E0120}" type="sibTrans" cxnId="{6F9B9727-4E50-45D4-8F7F-4CE6B427A4A6}">
      <dgm:prSet/>
      <dgm:spPr/>
      <dgm:t>
        <a:bodyPr/>
        <a:lstStyle/>
        <a:p>
          <a:endParaRPr lang="zh-CN" altLang="en-US"/>
        </a:p>
      </dgm:t>
    </dgm:pt>
    <dgm:pt modelId="{AB5D0D44-2FE7-469E-96B7-4BE017DF99D1}">
      <dgm:prSet phldrT="[文本]" custT="1"/>
      <dgm:spPr>
        <a:solidFill>
          <a:srgbClr val="FFFF00"/>
        </a:solidFill>
        <a:ln>
          <a:solidFill>
            <a:schemeClr val="bg2"/>
          </a:solidFill>
        </a:ln>
      </dgm:spPr>
      <dgm:t>
        <a:bodyPr/>
        <a:lstStyle/>
        <a:p>
          <a:r>
            <a:rPr lang="en-US" altLang="zh-CN" sz="1100" b="1" dirty="0">
              <a:solidFill>
                <a:srgbClr val="7030A0"/>
              </a:solidFill>
            </a:rPr>
            <a:t>128.208.64.0</a:t>
          </a:r>
          <a:br>
            <a:rPr lang="en-US" altLang="zh-CN" sz="1100" b="1" dirty="0">
              <a:solidFill>
                <a:srgbClr val="7030A0"/>
              </a:solidFill>
            </a:rPr>
          </a:br>
          <a:r>
            <a:rPr lang="en-US" altLang="zh-CN" sz="1100" b="1" dirty="0">
              <a:solidFill>
                <a:srgbClr val="7030A0"/>
              </a:solidFill>
            </a:rPr>
            <a:t>/18</a:t>
          </a:r>
          <a:endParaRPr lang="zh-CN" altLang="en-US" sz="1100" b="1" dirty="0">
            <a:solidFill>
              <a:srgbClr val="7030A0"/>
            </a:solidFill>
          </a:endParaRPr>
        </a:p>
      </dgm:t>
    </dgm:pt>
    <dgm:pt modelId="{1141E833-3DDD-44DC-8737-F43C0844EDF0}" type="parTrans" cxnId="{8C33F11C-19DC-4756-8D62-C765EE9CBA75}">
      <dgm:prSet/>
      <dgm:spPr/>
      <dgm:t>
        <a:bodyPr/>
        <a:lstStyle/>
        <a:p>
          <a:endParaRPr lang="zh-CN" altLang="en-US"/>
        </a:p>
      </dgm:t>
    </dgm:pt>
    <dgm:pt modelId="{FCD21F9B-AA30-4F6E-809E-8DE669F6DC01}" type="sibTrans" cxnId="{8C33F11C-19DC-4756-8D62-C765EE9CBA75}">
      <dgm:prSet/>
      <dgm:spPr/>
      <dgm:t>
        <a:bodyPr/>
        <a:lstStyle/>
        <a:p>
          <a:endParaRPr lang="zh-CN" altLang="en-US"/>
        </a:p>
      </dgm:t>
    </dgm:pt>
    <dgm:pt modelId="{498D760D-13DE-4332-AAC3-B9A236D99AC4}">
      <dgm:prSet phldrT="[文本]" custT="1"/>
      <dgm:spPr>
        <a:solidFill>
          <a:srgbClr val="FFFF00"/>
        </a:solidFill>
        <a:ln>
          <a:solidFill>
            <a:srgbClr val="333399"/>
          </a:solidFill>
        </a:ln>
      </dgm:spPr>
      <dgm:t>
        <a:bodyPr/>
        <a:lstStyle/>
        <a:p>
          <a:r>
            <a:rPr lang="en-US" altLang="zh-CN" sz="1100" b="1" dirty="0">
              <a:solidFill>
                <a:srgbClr val="7030A0"/>
              </a:solidFill>
            </a:rPr>
            <a:t>128.208.192.0</a:t>
          </a:r>
          <a:br>
            <a:rPr lang="en-US" altLang="zh-CN" sz="1100" b="1" dirty="0">
              <a:solidFill>
                <a:srgbClr val="7030A0"/>
              </a:solidFill>
            </a:rPr>
          </a:br>
          <a:r>
            <a:rPr lang="en-US" altLang="zh-CN" sz="1100" b="1" dirty="0">
              <a:solidFill>
                <a:srgbClr val="7030A0"/>
              </a:solidFill>
            </a:rPr>
            <a:t>/18</a:t>
          </a:r>
          <a:endParaRPr lang="zh-CN" altLang="en-US" sz="1100" b="1" dirty="0">
            <a:solidFill>
              <a:srgbClr val="7030A0"/>
            </a:solidFill>
          </a:endParaRPr>
        </a:p>
      </dgm:t>
    </dgm:pt>
    <dgm:pt modelId="{81D3B39E-F56E-40F3-A32F-6F559C668447}" type="parTrans" cxnId="{612C2AF2-7FAA-45B7-9932-6970ACA0F52D}">
      <dgm:prSet/>
      <dgm:spPr/>
      <dgm:t>
        <a:bodyPr/>
        <a:lstStyle/>
        <a:p>
          <a:endParaRPr lang="zh-CN" altLang="en-US"/>
        </a:p>
      </dgm:t>
    </dgm:pt>
    <dgm:pt modelId="{94957FF1-240E-4E29-8107-AD8AD596D549}" type="sibTrans" cxnId="{612C2AF2-7FAA-45B7-9932-6970ACA0F52D}">
      <dgm:prSet/>
      <dgm:spPr/>
      <dgm:t>
        <a:bodyPr/>
        <a:lstStyle/>
        <a:p>
          <a:endParaRPr lang="zh-CN" altLang="en-US"/>
        </a:p>
      </dgm:t>
    </dgm:pt>
    <dgm:pt modelId="{00C86825-1AD1-41C6-B2E2-B092349C4162}">
      <dgm:prSet phldrT="[文本]" custT="1"/>
      <dgm:spPr>
        <a:solidFill>
          <a:srgbClr val="3652E4"/>
        </a:solidFill>
      </dgm:spPr>
      <dgm:t>
        <a:bodyPr/>
        <a:lstStyle/>
        <a:p>
          <a:r>
            <a:rPr lang="en-US" altLang="zh-CN" sz="1050" b="1" dirty="0">
              <a:solidFill>
                <a:schemeClr val="bg1"/>
              </a:solidFill>
            </a:rPr>
            <a:t>128.208.64.0</a:t>
          </a:r>
          <a:br>
            <a:rPr lang="en-US" altLang="zh-CN" sz="1050" b="1" dirty="0">
              <a:solidFill>
                <a:schemeClr val="bg1"/>
              </a:solidFill>
            </a:rPr>
          </a:br>
          <a:r>
            <a:rPr lang="en-US" altLang="zh-CN" sz="1050" b="1" dirty="0">
              <a:solidFill>
                <a:schemeClr val="bg1"/>
              </a:solidFill>
            </a:rPr>
            <a:t>/19</a:t>
          </a:r>
          <a:endParaRPr lang="zh-CN" altLang="en-US" sz="1050" b="1" dirty="0">
            <a:solidFill>
              <a:schemeClr val="bg1"/>
            </a:solidFill>
          </a:endParaRPr>
        </a:p>
      </dgm:t>
    </dgm:pt>
    <dgm:pt modelId="{2C14A9BB-D01B-404E-A0F1-8383E486BBB3}" type="parTrans" cxnId="{52478674-9522-40AE-9470-B9792AC9782A}">
      <dgm:prSet/>
      <dgm:spPr/>
      <dgm:t>
        <a:bodyPr/>
        <a:lstStyle/>
        <a:p>
          <a:endParaRPr lang="zh-CN" altLang="en-US"/>
        </a:p>
      </dgm:t>
    </dgm:pt>
    <dgm:pt modelId="{550B3953-7A9D-4948-A1C9-689A7FD6F365}" type="sibTrans" cxnId="{52478674-9522-40AE-9470-B9792AC9782A}">
      <dgm:prSet/>
      <dgm:spPr/>
      <dgm:t>
        <a:bodyPr/>
        <a:lstStyle/>
        <a:p>
          <a:endParaRPr lang="zh-CN" altLang="en-US"/>
        </a:p>
      </dgm:t>
    </dgm:pt>
    <dgm:pt modelId="{1337439B-29A1-4BB4-91F7-6365576343C7}">
      <dgm:prSet phldrT="[文本]" custT="1"/>
      <dgm:spPr>
        <a:solidFill>
          <a:srgbClr val="3652E4"/>
        </a:solidFill>
      </dgm:spPr>
      <dgm:t>
        <a:bodyPr/>
        <a:lstStyle/>
        <a:p>
          <a:r>
            <a:rPr lang="en-US" altLang="zh-CN" sz="1100" b="1" dirty="0">
              <a:solidFill>
                <a:srgbClr val="FF0000"/>
              </a:solidFill>
            </a:rPr>
            <a:t>128.208.96.0</a:t>
          </a:r>
          <a:br>
            <a:rPr lang="en-US" altLang="zh-CN" sz="1100" b="1" dirty="0">
              <a:solidFill>
                <a:srgbClr val="FF0000"/>
              </a:solidFill>
            </a:rPr>
          </a:br>
          <a:r>
            <a:rPr lang="en-US" altLang="zh-CN" sz="1100" b="1" dirty="0">
              <a:solidFill>
                <a:srgbClr val="FF0000"/>
              </a:solidFill>
            </a:rPr>
            <a:t>/19</a:t>
          </a:r>
          <a:endParaRPr lang="zh-CN" altLang="en-US" sz="1100" b="1" dirty="0">
            <a:solidFill>
              <a:srgbClr val="FF0000"/>
            </a:solidFill>
          </a:endParaRPr>
        </a:p>
      </dgm:t>
    </dgm:pt>
    <dgm:pt modelId="{F56F6C5D-E554-4205-8BD0-8B2560F2F867}" type="parTrans" cxnId="{7F42EC4E-B244-4A5A-8128-6CD23E490BA6}">
      <dgm:prSet/>
      <dgm:spPr/>
      <dgm:t>
        <a:bodyPr/>
        <a:lstStyle/>
        <a:p>
          <a:endParaRPr lang="zh-CN" altLang="en-US"/>
        </a:p>
      </dgm:t>
    </dgm:pt>
    <dgm:pt modelId="{6FB37DF1-1FEB-4E8A-AF55-66811C54D82C}" type="sibTrans" cxnId="{7F42EC4E-B244-4A5A-8128-6CD23E490BA6}">
      <dgm:prSet/>
      <dgm:spPr/>
      <dgm:t>
        <a:bodyPr/>
        <a:lstStyle/>
        <a:p>
          <a:endParaRPr lang="zh-CN" altLang="en-US"/>
        </a:p>
      </dgm:t>
    </dgm:pt>
    <dgm:pt modelId="{84836D3E-7B93-4880-81AF-9056A56337F7}">
      <dgm:prSet phldrT="[文本]" custT="1"/>
      <dgm:spPr>
        <a:solidFill>
          <a:srgbClr val="3652E4"/>
        </a:solidFill>
      </dgm:spPr>
      <dgm:t>
        <a:bodyPr/>
        <a:lstStyle/>
        <a:p>
          <a:r>
            <a:rPr lang="en-US" altLang="zh-CN" sz="1050" b="1" dirty="0">
              <a:solidFill>
                <a:schemeClr val="bg1"/>
              </a:solidFill>
            </a:rPr>
            <a:t>128.208</a:t>
          </a:r>
          <a:r>
            <a:rPr lang="en-US" altLang="zh-CN" sz="1050" b="1" dirty="0">
              <a:solidFill>
                <a:srgbClr val="FFFFFF"/>
              </a:solidFill>
            </a:rPr>
            <a:t>.128.0</a:t>
          </a:r>
          <a:br>
            <a:rPr lang="en-US" altLang="zh-CN" sz="1050" b="1" dirty="0">
              <a:solidFill>
                <a:srgbClr val="FFFFFF"/>
              </a:solidFill>
            </a:rPr>
          </a:br>
          <a:r>
            <a:rPr lang="en-US" altLang="zh-CN" sz="1050" b="1" dirty="0">
              <a:solidFill>
                <a:srgbClr val="FFFFFF"/>
              </a:solidFill>
            </a:rPr>
            <a:t>/19</a:t>
          </a:r>
          <a:endParaRPr lang="zh-CN" altLang="en-US" sz="1050" b="1" dirty="0">
            <a:solidFill>
              <a:srgbClr val="FFFFFF"/>
            </a:solidFill>
          </a:endParaRPr>
        </a:p>
      </dgm:t>
    </dgm:pt>
    <dgm:pt modelId="{575C0B2B-FEB8-43C5-B0EC-589422D4DB11}" type="parTrans" cxnId="{5D4BD2F9-20CA-438E-9449-DF0FEF697D6B}">
      <dgm:prSet/>
      <dgm:spPr/>
      <dgm:t>
        <a:bodyPr/>
        <a:lstStyle/>
        <a:p>
          <a:endParaRPr lang="zh-CN" altLang="en-US"/>
        </a:p>
      </dgm:t>
    </dgm:pt>
    <dgm:pt modelId="{0ED04298-343A-41D7-8C5D-408AB229A915}" type="sibTrans" cxnId="{5D4BD2F9-20CA-438E-9449-DF0FEF697D6B}">
      <dgm:prSet/>
      <dgm:spPr/>
      <dgm:t>
        <a:bodyPr/>
        <a:lstStyle/>
        <a:p>
          <a:endParaRPr lang="zh-CN" altLang="en-US"/>
        </a:p>
      </dgm:t>
    </dgm:pt>
    <dgm:pt modelId="{244B0D95-E51F-414E-95C2-FCCEDEB402DC}">
      <dgm:prSet phldrT="[文本]" custT="1"/>
      <dgm:spPr>
        <a:solidFill>
          <a:srgbClr val="3652E4"/>
        </a:solidFill>
      </dgm:spPr>
      <dgm:t>
        <a:bodyPr/>
        <a:lstStyle/>
        <a:p>
          <a:r>
            <a:rPr lang="en-US" altLang="zh-CN" sz="1050" b="1" dirty="0">
              <a:solidFill>
                <a:schemeClr val="bg1"/>
              </a:solidFill>
            </a:rPr>
            <a:t>128.208.</a:t>
          </a:r>
          <a:r>
            <a:rPr lang="en-US" altLang="zh-CN" sz="1050" b="1" dirty="0">
              <a:solidFill>
                <a:srgbClr val="FFFFFF"/>
              </a:solidFill>
            </a:rPr>
            <a:t>160.0</a:t>
          </a:r>
          <a:br>
            <a:rPr lang="en-US" altLang="zh-CN" sz="1050" b="1" dirty="0">
              <a:solidFill>
                <a:srgbClr val="FFFFFF"/>
              </a:solidFill>
            </a:rPr>
          </a:br>
          <a:r>
            <a:rPr lang="en-US" altLang="zh-CN" sz="1050" b="1" dirty="0">
              <a:solidFill>
                <a:srgbClr val="FFFFFF"/>
              </a:solidFill>
            </a:rPr>
            <a:t>/19</a:t>
          </a:r>
          <a:endParaRPr lang="zh-CN" altLang="en-US" sz="1050" b="1" dirty="0">
            <a:solidFill>
              <a:srgbClr val="FFFFFF"/>
            </a:solidFill>
          </a:endParaRPr>
        </a:p>
      </dgm:t>
    </dgm:pt>
    <dgm:pt modelId="{8F2B58F3-2EA1-46DA-BDCF-5184003EB337}" type="parTrans" cxnId="{13B7905B-AF86-40E9-9707-6E0FAD45449E}">
      <dgm:prSet/>
      <dgm:spPr/>
      <dgm:t>
        <a:bodyPr/>
        <a:lstStyle/>
        <a:p>
          <a:endParaRPr lang="zh-CN" altLang="en-US"/>
        </a:p>
      </dgm:t>
    </dgm:pt>
    <dgm:pt modelId="{20D507BB-F1AA-41B2-891E-E3515BCE0F1B}" type="sibTrans" cxnId="{13B7905B-AF86-40E9-9707-6E0FAD45449E}">
      <dgm:prSet/>
      <dgm:spPr/>
      <dgm:t>
        <a:bodyPr/>
        <a:lstStyle/>
        <a:p>
          <a:endParaRPr lang="zh-CN" altLang="en-US"/>
        </a:p>
      </dgm:t>
    </dgm:pt>
    <dgm:pt modelId="{27941122-111D-44CF-B21D-6B36FAEDD1FD}">
      <dgm:prSet phldrT="[文本]" custT="1"/>
      <dgm:spPr>
        <a:solidFill>
          <a:srgbClr val="3652E4"/>
        </a:solidFill>
      </dgm:spPr>
      <dgm:t>
        <a:bodyPr/>
        <a:lstStyle/>
        <a:p>
          <a:r>
            <a:rPr lang="en-US" altLang="zh-CN" sz="1050" b="1" dirty="0">
              <a:solidFill>
                <a:schemeClr val="bg1"/>
              </a:solidFill>
            </a:rPr>
            <a:t>128.208</a:t>
          </a:r>
          <a:r>
            <a:rPr lang="en-US" altLang="zh-CN" sz="1050" b="1" dirty="0">
              <a:solidFill>
                <a:srgbClr val="FFFFFF"/>
              </a:solidFill>
            </a:rPr>
            <a:t>.192.0</a:t>
          </a:r>
          <a:br>
            <a:rPr lang="en-US" altLang="zh-CN" sz="1050" b="1" dirty="0">
              <a:solidFill>
                <a:srgbClr val="FFFFFF"/>
              </a:solidFill>
            </a:rPr>
          </a:br>
          <a:r>
            <a:rPr lang="en-US" altLang="zh-CN" sz="1050" b="1" dirty="0">
              <a:solidFill>
                <a:srgbClr val="FFFFFF"/>
              </a:solidFill>
            </a:rPr>
            <a:t>/19</a:t>
          </a:r>
          <a:endParaRPr lang="zh-CN" altLang="en-US" sz="1050" b="1" dirty="0">
            <a:solidFill>
              <a:srgbClr val="FFFFFF"/>
            </a:solidFill>
          </a:endParaRPr>
        </a:p>
      </dgm:t>
    </dgm:pt>
    <dgm:pt modelId="{004429D4-F73B-46E7-BA80-37CABC14F847}" type="parTrans" cxnId="{61589D14-E9ED-4640-85E1-E41326E54C61}">
      <dgm:prSet/>
      <dgm:spPr/>
      <dgm:t>
        <a:bodyPr/>
        <a:lstStyle/>
        <a:p>
          <a:endParaRPr lang="zh-CN" altLang="en-US"/>
        </a:p>
      </dgm:t>
    </dgm:pt>
    <dgm:pt modelId="{B5B7F857-31B8-4167-8E40-BA1699C5DE7C}" type="sibTrans" cxnId="{61589D14-E9ED-4640-85E1-E41326E54C61}">
      <dgm:prSet/>
      <dgm:spPr/>
      <dgm:t>
        <a:bodyPr/>
        <a:lstStyle/>
        <a:p>
          <a:endParaRPr lang="zh-CN" altLang="en-US"/>
        </a:p>
      </dgm:t>
    </dgm:pt>
    <dgm:pt modelId="{94ACC785-C4C9-4928-91B4-B2432E3E67C4}">
      <dgm:prSet phldrT="[文本]" custT="1"/>
      <dgm:spPr>
        <a:solidFill>
          <a:srgbClr val="3652E4"/>
        </a:solidFill>
      </dgm:spPr>
      <dgm:t>
        <a:bodyPr/>
        <a:lstStyle/>
        <a:p>
          <a:r>
            <a:rPr lang="en-US" altLang="zh-CN" sz="1050" b="1" dirty="0">
              <a:solidFill>
                <a:schemeClr val="bg1"/>
              </a:solidFill>
            </a:rPr>
            <a:t>128.208</a:t>
          </a:r>
          <a:r>
            <a:rPr lang="en-US" altLang="zh-CN" sz="1050" b="1" dirty="0">
              <a:solidFill>
                <a:srgbClr val="FFFFFF"/>
              </a:solidFill>
            </a:rPr>
            <a:t>.224.0</a:t>
          </a:r>
          <a:br>
            <a:rPr lang="en-US" altLang="zh-CN" sz="1050" b="1" dirty="0">
              <a:solidFill>
                <a:srgbClr val="FFFFFF"/>
              </a:solidFill>
            </a:rPr>
          </a:br>
          <a:r>
            <a:rPr lang="en-US" altLang="zh-CN" sz="1050" b="1" dirty="0">
              <a:solidFill>
                <a:srgbClr val="FFFFFF"/>
              </a:solidFill>
            </a:rPr>
            <a:t>/19</a:t>
          </a:r>
          <a:endParaRPr lang="zh-CN" altLang="en-US" sz="1050" b="1" dirty="0">
            <a:solidFill>
              <a:srgbClr val="FFFFFF"/>
            </a:solidFill>
          </a:endParaRPr>
        </a:p>
      </dgm:t>
    </dgm:pt>
    <dgm:pt modelId="{7BC1C88B-17A1-4A5E-8477-82000C38B2C2}" type="parTrans" cxnId="{331F2A10-C204-45CF-A9E3-09AF13C528B9}">
      <dgm:prSet/>
      <dgm:spPr/>
      <dgm:t>
        <a:bodyPr/>
        <a:lstStyle/>
        <a:p>
          <a:endParaRPr lang="zh-CN" altLang="en-US"/>
        </a:p>
      </dgm:t>
    </dgm:pt>
    <dgm:pt modelId="{DBE35587-9CC5-4884-B003-8E3005F05C2B}" type="sibTrans" cxnId="{331F2A10-C204-45CF-A9E3-09AF13C528B9}">
      <dgm:prSet/>
      <dgm:spPr/>
      <dgm:t>
        <a:bodyPr/>
        <a:lstStyle/>
        <a:p>
          <a:endParaRPr lang="zh-CN" altLang="en-US"/>
        </a:p>
      </dgm:t>
    </dgm:pt>
    <dgm:pt modelId="{8523A239-10C6-4F4E-B569-2FF0B9DEC3A7}">
      <dgm:prSet custT="1"/>
      <dgm:spPr>
        <a:solidFill>
          <a:srgbClr val="3652E4"/>
        </a:solidFill>
      </dgm:spPr>
      <dgm:t>
        <a:bodyPr/>
        <a:lstStyle/>
        <a:p>
          <a:r>
            <a:rPr lang="en-US" altLang="zh-CN" sz="1050" dirty="0"/>
            <a:t>128.208.0.0</a:t>
          </a:r>
          <a:endParaRPr lang="zh-CN" altLang="en-US" sz="1050" dirty="0"/>
        </a:p>
        <a:p>
          <a:r>
            <a:rPr lang="en-US" altLang="zh-CN" sz="1050" dirty="0"/>
            <a:t>/19</a:t>
          </a:r>
          <a:endParaRPr lang="zh-CN" altLang="en-US" sz="1050" dirty="0"/>
        </a:p>
      </dgm:t>
    </dgm:pt>
    <dgm:pt modelId="{85CF4601-0004-B540-88A9-644B26C8AAEE}" type="parTrans" cxnId="{6EFEBFC7-5D8E-7740-8A3A-65285CA5C4C0}">
      <dgm:prSet/>
      <dgm:spPr/>
      <dgm:t>
        <a:bodyPr/>
        <a:lstStyle/>
        <a:p>
          <a:endParaRPr lang="zh-CN" altLang="en-US"/>
        </a:p>
      </dgm:t>
    </dgm:pt>
    <dgm:pt modelId="{B36A4BB7-7457-E34C-BAE3-59526539F968}" type="sibTrans" cxnId="{6EFEBFC7-5D8E-7740-8A3A-65285CA5C4C0}">
      <dgm:prSet/>
      <dgm:spPr/>
      <dgm:t>
        <a:bodyPr/>
        <a:lstStyle/>
        <a:p>
          <a:endParaRPr lang="zh-CN" altLang="en-US"/>
        </a:p>
      </dgm:t>
    </dgm:pt>
    <dgm:pt modelId="{6D8638A4-81F7-684F-A1C6-9993AE330543}">
      <dgm:prSet custT="1"/>
      <dgm:spPr>
        <a:solidFill>
          <a:srgbClr val="3652E4"/>
        </a:solidFill>
      </dgm:spPr>
      <dgm:t>
        <a:bodyPr/>
        <a:lstStyle/>
        <a:p>
          <a:r>
            <a:rPr lang="en-US" altLang="zh-CN" sz="1050" dirty="0"/>
            <a:t>128.208.32.0</a:t>
          </a:r>
          <a:endParaRPr lang="zh-CN" altLang="en-US" sz="1050" dirty="0"/>
        </a:p>
        <a:p>
          <a:r>
            <a:rPr lang="en-US" altLang="zh-CN" sz="1050" dirty="0"/>
            <a:t>/19</a:t>
          </a:r>
          <a:endParaRPr lang="zh-CN" altLang="en-US" sz="1050" dirty="0"/>
        </a:p>
      </dgm:t>
    </dgm:pt>
    <dgm:pt modelId="{C93CB381-2AF1-C248-ABDB-9442C826EF42}" type="parTrans" cxnId="{949D35F9-1DC1-9D44-9412-440E7DED1F1E}">
      <dgm:prSet/>
      <dgm:spPr/>
      <dgm:t>
        <a:bodyPr/>
        <a:lstStyle/>
        <a:p>
          <a:endParaRPr lang="zh-CN" altLang="en-US"/>
        </a:p>
      </dgm:t>
    </dgm:pt>
    <dgm:pt modelId="{B86FDF41-43DE-4147-89F9-F5CE7FD06490}" type="sibTrans" cxnId="{949D35F9-1DC1-9D44-9412-440E7DED1F1E}">
      <dgm:prSet/>
      <dgm:spPr/>
      <dgm:t>
        <a:bodyPr/>
        <a:lstStyle/>
        <a:p>
          <a:endParaRPr lang="zh-CN" altLang="en-US"/>
        </a:p>
      </dgm:t>
    </dgm:pt>
    <dgm:pt modelId="{E443A13A-5DEB-4553-9CEA-A601F36AB0B8}" type="pres">
      <dgm:prSet presAssocID="{B2DF5F26-E09A-44A6-997C-705EA78EEABD}" presName="hierChild1" presStyleCnt="0">
        <dgm:presLayoutVars>
          <dgm:orgChart val="1"/>
          <dgm:chPref val="1"/>
          <dgm:dir/>
          <dgm:animOne val="branch"/>
          <dgm:animLvl val="lvl"/>
          <dgm:resizeHandles/>
        </dgm:presLayoutVars>
      </dgm:prSet>
      <dgm:spPr/>
    </dgm:pt>
    <dgm:pt modelId="{27FB2290-4178-4D2E-B720-90DB5361BFBB}" type="pres">
      <dgm:prSet presAssocID="{94C1FF2D-4353-4064-9072-7D71F2F43F9E}" presName="hierRoot1" presStyleCnt="0">
        <dgm:presLayoutVars>
          <dgm:hierBranch val="init"/>
        </dgm:presLayoutVars>
      </dgm:prSet>
      <dgm:spPr/>
    </dgm:pt>
    <dgm:pt modelId="{86839836-5F42-4D26-B68A-D2EE6184069F}" type="pres">
      <dgm:prSet presAssocID="{94C1FF2D-4353-4064-9072-7D71F2F43F9E}" presName="rootComposite1" presStyleCnt="0"/>
      <dgm:spPr/>
    </dgm:pt>
    <dgm:pt modelId="{7E0996A0-0378-4E26-9FF4-7FE49368DC91}" type="pres">
      <dgm:prSet presAssocID="{94C1FF2D-4353-4064-9072-7D71F2F43F9E}" presName="rootText1" presStyleLbl="node0" presStyleIdx="0" presStyleCnt="1" custScaleX="129611" custScaleY="100624" custLinFactNeighborX="-236" custLinFactNeighborY="-24667">
        <dgm:presLayoutVars>
          <dgm:chPref val="3"/>
        </dgm:presLayoutVars>
      </dgm:prSet>
      <dgm:spPr/>
    </dgm:pt>
    <dgm:pt modelId="{41A7927E-4527-4348-852D-E81A491930E0}" type="pres">
      <dgm:prSet presAssocID="{94C1FF2D-4353-4064-9072-7D71F2F43F9E}" presName="rootConnector1" presStyleLbl="node1" presStyleIdx="0" presStyleCnt="0"/>
      <dgm:spPr/>
    </dgm:pt>
    <dgm:pt modelId="{5E9D923F-8521-4AD2-BAAB-4FC7468C6E8C}" type="pres">
      <dgm:prSet presAssocID="{94C1FF2D-4353-4064-9072-7D71F2F43F9E}" presName="hierChild2" presStyleCnt="0"/>
      <dgm:spPr/>
    </dgm:pt>
    <dgm:pt modelId="{CE66CA23-05B7-4F59-9E5F-7C6D4B8AC726}" type="pres">
      <dgm:prSet presAssocID="{95A05EC8-27CA-40BC-B61F-9F5E0BDA8E72}" presName="Name37" presStyleLbl="parChTrans1D2" presStyleIdx="0" presStyleCnt="2"/>
      <dgm:spPr/>
    </dgm:pt>
    <dgm:pt modelId="{4DBABFEA-55D6-4EC6-B776-58729A637F99}" type="pres">
      <dgm:prSet presAssocID="{639AD7FF-E078-47CD-BA52-6E359C6C2BC9}" presName="hierRoot2" presStyleCnt="0">
        <dgm:presLayoutVars>
          <dgm:hierBranch/>
        </dgm:presLayoutVars>
      </dgm:prSet>
      <dgm:spPr/>
    </dgm:pt>
    <dgm:pt modelId="{6AFC907F-6AD2-4F32-B551-12933E1842A0}" type="pres">
      <dgm:prSet presAssocID="{639AD7FF-E078-47CD-BA52-6E359C6C2BC9}" presName="rootComposite" presStyleCnt="0"/>
      <dgm:spPr/>
    </dgm:pt>
    <dgm:pt modelId="{C9C57BD3-C69E-4A15-89BF-B1BB546075DD}" type="pres">
      <dgm:prSet presAssocID="{639AD7FF-E078-47CD-BA52-6E359C6C2BC9}" presName="rootText" presStyleLbl="node2" presStyleIdx="0" presStyleCnt="2" custScaleX="113327" custScaleY="81565" custLinFactNeighborX="11687" custLinFactNeighborY="-20324">
        <dgm:presLayoutVars>
          <dgm:chPref val="3"/>
        </dgm:presLayoutVars>
      </dgm:prSet>
      <dgm:spPr/>
    </dgm:pt>
    <dgm:pt modelId="{518241FC-CA43-4F3E-A130-8D3D92C5E1D7}" type="pres">
      <dgm:prSet presAssocID="{639AD7FF-E078-47CD-BA52-6E359C6C2BC9}" presName="rootConnector" presStyleLbl="node2" presStyleIdx="0" presStyleCnt="2"/>
      <dgm:spPr/>
    </dgm:pt>
    <dgm:pt modelId="{CAD8F528-EA52-4073-9FA0-8C5BD3AFD4D1}" type="pres">
      <dgm:prSet presAssocID="{639AD7FF-E078-47CD-BA52-6E359C6C2BC9}" presName="hierChild4" presStyleCnt="0"/>
      <dgm:spPr/>
    </dgm:pt>
    <dgm:pt modelId="{55DAD366-86FC-471A-AE23-7E5DDB26FDDF}" type="pres">
      <dgm:prSet presAssocID="{14466BFE-00D5-46F1-A5C4-8476882CD4FB}" presName="Name35" presStyleLbl="parChTrans1D3" presStyleIdx="0" presStyleCnt="4"/>
      <dgm:spPr/>
    </dgm:pt>
    <dgm:pt modelId="{EDB6F8BA-BEF7-4322-8ECE-D56B5CB37E6D}" type="pres">
      <dgm:prSet presAssocID="{CD6AFED7-F7B8-4742-9E9A-F0F22C9BFD4D}" presName="hierRoot2" presStyleCnt="0">
        <dgm:presLayoutVars>
          <dgm:hierBranch/>
        </dgm:presLayoutVars>
      </dgm:prSet>
      <dgm:spPr/>
    </dgm:pt>
    <dgm:pt modelId="{32924ECF-0C5C-4343-9BA3-C011560A0A20}" type="pres">
      <dgm:prSet presAssocID="{CD6AFED7-F7B8-4742-9E9A-F0F22C9BFD4D}" presName="rootComposite" presStyleCnt="0"/>
      <dgm:spPr/>
    </dgm:pt>
    <dgm:pt modelId="{790233F9-F640-4D60-85EF-39A820CE420E}" type="pres">
      <dgm:prSet presAssocID="{CD6AFED7-F7B8-4742-9E9A-F0F22C9BFD4D}" presName="rootText" presStyleLbl="node3" presStyleIdx="0" presStyleCnt="4" custScaleX="89720" custScaleY="81565" custLinFactNeighborX="8375" custLinFactNeighborY="-7955">
        <dgm:presLayoutVars>
          <dgm:chPref val="3"/>
        </dgm:presLayoutVars>
      </dgm:prSet>
      <dgm:spPr/>
    </dgm:pt>
    <dgm:pt modelId="{160C75B9-ECD7-413D-8285-D961BEDB646B}" type="pres">
      <dgm:prSet presAssocID="{CD6AFED7-F7B8-4742-9E9A-F0F22C9BFD4D}" presName="rootConnector" presStyleLbl="node3" presStyleIdx="0" presStyleCnt="4"/>
      <dgm:spPr/>
    </dgm:pt>
    <dgm:pt modelId="{79859737-1A64-4CE8-8A88-10B2F52ED757}" type="pres">
      <dgm:prSet presAssocID="{CD6AFED7-F7B8-4742-9E9A-F0F22C9BFD4D}" presName="hierChild4" presStyleCnt="0"/>
      <dgm:spPr/>
    </dgm:pt>
    <dgm:pt modelId="{1F8824DE-2158-034D-B611-F074DC4B8EEE}" type="pres">
      <dgm:prSet presAssocID="{85CF4601-0004-B540-88A9-644B26C8AAEE}" presName="Name35" presStyleLbl="parChTrans1D4" presStyleIdx="0" presStyleCnt="8"/>
      <dgm:spPr/>
    </dgm:pt>
    <dgm:pt modelId="{6764CBC7-E26E-744A-8261-4A685EBB4CBF}" type="pres">
      <dgm:prSet presAssocID="{8523A239-10C6-4F4E-B569-2FF0B9DEC3A7}" presName="hierRoot2" presStyleCnt="0">
        <dgm:presLayoutVars>
          <dgm:hierBranch val="init"/>
        </dgm:presLayoutVars>
      </dgm:prSet>
      <dgm:spPr/>
    </dgm:pt>
    <dgm:pt modelId="{ABE2839A-D2EB-C44D-826F-0B84533F436A}" type="pres">
      <dgm:prSet presAssocID="{8523A239-10C6-4F4E-B569-2FF0B9DEC3A7}" presName="rootComposite" presStyleCnt="0"/>
      <dgm:spPr/>
    </dgm:pt>
    <dgm:pt modelId="{EB1B3236-0CB0-2740-B310-B6007BEECF27}" type="pres">
      <dgm:prSet presAssocID="{8523A239-10C6-4F4E-B569-2FF0B9DEC3A7}" presName="rootText" presStyleLbl="node4" presStyleIdx="0" presStyleCnt="8" custScaleX="93490" custScaleY="74909" custLinFactNeighborX="10050" custLinFactNeighborY="13847">
        <dgm:presLayoutVars>
          <dgm:chPref val="3"/>
        </dgm:presLayoutVars>
      </dgm:prSet>
      <dgm:spPr/>
    </dgm:pt>
    <dgm:pt modelId="{3AAE0957-0287-A04F-8481-36BBFA26768D}" type="pres">
      <dgm:prSet presAssocID="{8523A239-10C6-4F4E-B569-2FF0B9DEC3A7}" presName="rootConnector" presStyleLbl="node4" presStyleIdx="0" presStyleCnt="8"/>
      <dgm:spPr/>
    </dgm:pt>
    <dgm:pt modelId="{CEB08B8A-0DC3-7248-AC9B-C9AD6D38A36E}" type="pres">
      <dgm:prSet presAssocID="{8523A239-10C6-4F4E-B569-2FF0B9DEC3A7}" presName="hierChild4" presStyleCnt="0"/>
      <dgm:spPr/>
    </dgm:pt>
    <dgm:pt modelId="{D4319AA0-DA55-4242-9432-38056FD7917A}" type="pres">
      <dgm:prSet presAssocID="{8523A239-10C6-4F4E-B569-2FF0B9DEC3A7}" presName="hierChild5" presStyleCnt="0"/>
      <dgm:spPr/>
    </dgm:pt>
    <dgm:pt modelId="{8CB0A13F-D6E3-7445-ABF9-26FA5708E8F6}" type="pres">
      <dgm:prSet presAssocID="{C93CB381-2AF1-C248-ABDB-9442C826EF42}" presName="Name35" presStyleLbl="parChTrans1D4" presStyleIdx="1" presStyleCnt="8"/>
      <dgm:spPr/>
    </dgm:pt>
    <dgm:pt modelId="{251999EB-3EAD-F444-AB36-86D12831A792}" type="pres">
      <dgm:prSet presAssocID="{6D8638A4-81F7-684F-A1C6-9993AE330543}" presName="hierRoot2" presStyleCnt="0">
        <dgm:presLayoutVars>
          <dgm:hierBranch val="init"/>
        </dgm:presLayoutVars>
      </dgm:prSet>
      <dgm:spPr/>
    </dgm:pt>
    <dgm:pt modelId="{201C4A95-2BB5-0449-9D72-EB525265B307}" type="pres">
      <dgm:prSet presAssocID="{6D8638A4-81F7-684F-A1C6-9993AE330543}" presName="rootComposite" presStyleCnt="0"/>
      <dgm:spPr/>
    </dgm:pt>
    <dgm:pt modelId="{EE747275-D077-2E4C-81E1-268F8FA1C897}" type="pres">
      <dgm:prSet presAssocID="{6D8638A4-81F7-684F-A1C6-9993AE330543}" presName="rootText" presStyleLbl="node4" presStyleIdx="1" presStyleCnt="8" custScaleX="113496" custScaleY="74909" custLinFactNeighborY="13847">
        <dgm:presLayoutVars>
          <dgm:chPref val="3"/>
        </dgm:presLayoutVars>
      </dgm:prSet>
      <dgm:spPr/>
    </dgm:pt>
    <dgm:pt modelId="{1E5F7A50-1F8B-B740-878F-1D8FB7CC23F9}" type="pres">
      <dgm:prSet presAssocID="{6D8638A4-81F7-684F-A1C6-9993AE330543}" presName="rootConnector" presStyleLbl="node4" presStyleIdx="1" presStyleCnt="8"/>
      <dgm:spPr/>
    </dgm:pt>
    <dgm:pt modelId="{4D91B47E-FCB4-414D-B8BC-43B35108D8E4}" type="pres">
      <dgm:prSet presAssocID="{6D8638A4-81F7-684F-A1C6-9993AE330543}" presName="hierChild4" presStyleCnt="0"/>
      <dgm:spPr/>
    </dgm:pt>
    <dgm:pt modelId="{C78594CF-7E39-A644-8236-423E7BBC7BB1}" type="pres">
      <dgm:prSet presAssocID="{6D8638A4-81F7-684F-A1C6-9993AE330543}" presName="hierChild5" presStyleCnt="0"/>
      <dgm:spPr/>
    </dgm:pt>
    <dgm:pt modelId="{83B8ED0F-AEBD-47A4-B146-9BD745787964}" type="pres">
      <dgm:prSet presAssocID="{CD6AFED7-F7B8-4742-9E9A-F0F22C9BFD4D}" presName="hierChild5" presStyleCnt="0"/>
      <dgm:spPr/>
    </dgm:pt>
    <dgm:pt modelId="{460F6114-039C-4FF6-B510-7851E3824B81}" type="pres">
      <dgm:prSet presAssocID="{1141E833-3DDD-44DC-8737-F43C0844EDF0}" presName="Name35" presStyleLbl="parChTrans1D3" presStyleIdx="1" presStyleCnt="4"/>
      <dgm:spPr/>
    </dgm:pt>
    <dgm:pt modelId="{0FF0B9CB-6E5A-4706-8BA3-A49F6DD8F210}" type="pres">
      <dgm:prSet presAssocID="{AB5D0D44-2FE7-469E-96B7-4BE017DF99D1}" presName="hierRoot2" presStyleCnt="0">
        <dgm:presLayoutVars>
          <dgm:hierBranch/>
        </dgm:presLayoutVars>
      </dgm:prSet>
      <dgm:spPr/>
    </dgm:pt>
    <dgm:pt modelId="{F38EE295-EB35-4453-8AEA-6A144A25439F}" type="pres">
      <dgm:prSet presAssocID="{AB5D0D44-2FE7-469E-96B7-4BE017DF99D1}" presName="rootComposite" presStyleCnt="0"/>
      <dgm:spPr/>
    </dgm:pt>
    <dgm:pt modelId="{C883432D-F1A6-4C7C-BFCB-A24FB5184031}" type="pres">
      <dgm:prSet presAssocID="{AB5D0D44-2FE7-469E-96B7-4BE017DF99D1}" presName="rootText" presStyleLbl="node3" presStyleIdx="1" presStyleCnt="4" custScaleX="96109" custScaleY="81563" custLinFactNeighborX="3703" custLinFactNeighborY="-7955">
        <dgm:presLayoutVars>
          <dgm:chPref val="3"/>
        </dgm:presLayoutVars>
      </dgm:prSet>
      <dgm:spPr/>
    </dgm:pt>
    <dgm:pt modelId="{4E1BA5E3-A426-4914-9B91-5EE21EF6147E}" type="pres">
      <dgm:prSet presAssocID="{AB5D0D44-2FE7-469E-96B7-4BE017DF99D1}" presName="rootConnector" presStyleLbl="node3" presStyleIdx="1" presStyleCnt="4"/>
      <dgm:spPr/>
    </dgm:pt>
    <dgm:pt modelId="{03765E58-85BB-4B13-BD0D-0F8ECAF07249}" type="pres">
      <dgm:prSet presAssocID="{AB5D0D44-2FE7-469E-96B7-4BE017DF99D1}" presName="hierChild4" presStyleCnt="0"/>
      <dgm:spPr/>
    </dgm:pt>
    <dgm:pt modelId="{FCAD7ED4-9CE9-44B5-A06F-83640A97E000}" type="pres">
      <dgm:prSet presAssocID="{2C14A9BB-D01B-404E-A0F1-8383E486BBB3}" presName="Name35" presStyleLbl="parChTrans1D4" presStyleIdx="2" presStyleCnt="8"/>
      <dgm:spPr/>
    </dgm:pt>
    <dgm:pt modelId="{B49B3D56-5DFD-4952-BA13-D3AD20F4016F}" type="pres">
      <dgm:prSet presAssocID="{00C86825-1AD1-41C6-B2E2-B092349C4162}" presName="hierRoot2" presStyleCnt="0">
        <dgm:presLayoutVars>
          <dgm:hierBranch val="init"/>
        </dgm:presLayoutVars>
      </dgm:prSet>
      <dgm:spPr/>
    </dgm:pt>
    <dgm:pt modelId="{575E527F-8F04-4285-BD92-F2A6E2FCF194}" type="pres">
      <dgm:prSet presAssocID="{00C86825-1AD1-41C6-B2E2-B092349C4162}" presName="rootComposite" presStyleCnt="0"/>
      <dgm:spPr/>
    </dgm:pt>
    <dgm:pt modelId="{1FC4F5C3-6EC1-491E-839F-22E805B01F0E}" type="pres">
      <dgm:prSet presAssocID="{00C86825-1AD1-41C6-B2E2-B092349C4162}" presName="rootText" presStyleLbl="node4" presStyleIdx="2" presStyleCnt="8" custScaleX="100155" custScaleY="75324" custLinFactNeighborX="5036" custLinFactNeighborY="13847">
        <dgm:presLayoutVars>
          <dgm:chPref val="3"/>
        </dgm:presLayoutVars>
      </dgm:prSet>
      <dgm:spPr/>
    </dgm:pt>
    <dgm:pt modelId="{883D9C72-244B-465F-AB48-DDA7A9A086AE}" type="pres">
      <dgm:prSet presAssocID="{00C86825-1AD1-41C6-B2E2-B092349C4162}" presName="rootConnector" presStyleLbl="node4" presStyleIdx="2" presStyleCnt="8"/>
      <dgm:spPr/>
    </dgm:pt>
    <dgm:pt modelId="{38720ED0-2051-4C26-A2A4-3AE8A22BDCFF}" type="pres">
      <dgm:prSet presAssocID="{00C86825-1AD1-41C6-B2E2-B092349C4162}" presName="hierChild4" presStyleCnt="0"/>
      <dgm:spPr/>
    </dgm:pt>
    <dgm:pt modelId="{C7E677E6-44C8-4BE7-9E5E-31C6B50AA01E}" type="pres">
      <dgm:prSet presAssocID="{00C86825-1AD1-41C6-B2E2-B092349C4162}" presName="hierChild5" presStyleCnt="0"/>
      <dgm:spPr/>
    </dgm:pt>
    <dgm:pt modelId="{DEC83C07-997F-411C-83D0-4AF509B8D726}" type="pres">
      <dgm:prSet presAssocID="{F56F6C5D-E554-4205-8BD0-8B2560F2F867}" presName="Name35" presStyleLbl="parChTrans1D4" presStyleIdx="3" presStyleCnt="8"/>
      <dgm:spPr/>
    </dgm:pt>
    <dgm:pt modelId="{BB64D369-10DB-4EA7-BFCC-4EF64C443771}" type="pres">
      <dgm:prSet presAssocID="{1337439B-29A1-4BB4-91F7-6365576343C7}" presName="hierRoot2" presStyleCnt="0">
        <dgm:presLayoutVars>
          <dgm:hierBranch val="r"/>
        </dgm:presLayoutVars>
      </dgm:prSet>
      <dgm:spPr/>
    </dgm:pt>
    <dgm:pt modelId="{31D84ED1-0A97-499A-8B1B-719918E0A6B6}" type="pres">
      <dgm:prSet presAssocID="{1337439B-29A1-4BB4-91F7-6365576343C7}" presName="rootComposite" presStyleCnt="0"/>
      <dgm:spPr/>
    </dgm:pt>
    <dgm:pt modelId="{EEF9BD34-5B6F-429A-84F4-9560BCA1B675}" type="pres">
      <dgm:prSet presAssocID="{1337439B-29A1-4BB4-91F7-6365576343C7}" presName="rootText" presStyleLbl="node4" presStyleIdx="3" presStyleCnt="8" custScaleX="93797" custScaleY="76168" custLinFactNeighborX="2132" custLinFactNeighborY="13847">
        <dgm:presLayoutVars>
          <dgm:chPref val="3"/>
        </dgm:presLayoutVars>
      </dgm:prSet>
      <dgm:spPr/>
    </dgm:pt>
    <dgm:pt modelId="{72EFAA13-485E-44B4-AC55-F2616513A365}" type="pres">
      <dgm:prSet presAssocID="{1337439B-29A1-4BB4-91F7-6365576343C7}" presName="rootConnector" presStyleLbl="node4" presStyleIdx="3" presStyleCnt="8"/>
      <dgm:spPr/>
    </dgm:pt>
    <dgm:pt modelId="{B323B768-85FB-4C57-A81C-EB9CC42832CA}" type="pres">
      <dgm:prSet presAssocID="{1337439B-29A1-4BB4-91F7-6365576343C7}" presName="hierChild4" presStyleCnt="0"/>
      <dgm:spPr/>
    </dgm:pt>
    <dgm:pt modelId="{4539DCF8-9161-461B-8544-6B8445B443F4}" type="pres">
      <dgm:prSet presAssocID="{1337439B-29A1-4BB4-91F7-6365576343C7}" presName="hierChild5" presStyleCnt="0"/>
      <dgm:spPr/>
    </dgm:pt>
    <dgm:pt modelId="{AFAAD685-DB58-4F20-A6CA-62ECE0A6A6D2}" type="pres">
      <dgm:prSet presAssocID="{AB5D0D44-2FE7-469E-96B7-4BE017DF99D1}" presName="hierChild5" presStyleCnt="0"/>
      <dgm:spPr/>
    </dgm:pt>
    <dgm:pt modelId="{53E22E66-34D0-4CC4-A085-0D2DE3A777B1}" type="pres">
      <dgm:prSet presAssocID="{639AD7FF-E078-47CD-BA52-6E359C6C2BC9}" presName="hierChild5" presStyleCnt="0"/>
      <dgm:spPr/>
    </dgm:pt>
    <dgm:pt modelId="{99A4293A-CCDF-4605-9375-0E23224393D2}" type="pres">
      <dgm:prSet presAssocID="{F2371777-4194-4B24-925A-F4EE861BE127}" presName="Name37" presStyleLbl="parChTrans1D2" presStyleIdx="1" presStyleCnt="2"/>
      <dgm:spPr/>
    </dgm:pt>
    <dgm:pt modelId="{FA05961B-8858-4666-B46B-4365F06B026B}" type="pres">
      <dgm:prSet presAssocID="{B2A34A91-A457-4DA8-AFC5-4CA895B3C40D}" presName="hierRoot2" presStyleCnt="0">
        <dgm:presLayoutVars>
          <dgm:hierBranch/>
        </dgm:presLayoutVars>
      </dgm:prSet>
      <dgm:spPr/>
    </dgm:pt>
    <dgm:pt modelId="{00E72228-886C-4467-9358-C2E5EDC57EFA}" type="pres">
      <dgm:prSet presAssocID="{B2A34A91-A457-4DA8-AFC5-4CA895B3C40D}" presName="rootComposite" presStyleCnt="0"/>
      <dgm:spPr/>
    </dgm:pt>
    <dgm:pt modelId="{1F428A18-CE33-405D-A2A0-CCEDD85C745D}" type="pres">
      <dgm:prSet presAssocID="{B2A34A91-A457-4DA8-AFC5-4CA895B3C40D}" presName="rootText" presStyleLbl="node2" presStyleIdx="1" presStyleCnt="2" custScaleX="125754" custScaleY="81564" custLinFactNeighborX="12052" custLinFactNeighborY="-19729">
        <dgm:presLayoutVars>
          <dgm:chPref val="3"/>
        </dgm:presLayoutVars>
      </dgm:prSet>
      <dgm:spPr/>
    </dgm:pt>
    <dgm:pt modelId="{1801EA5C-5FD9-4C49-BB26-860516DDE616}" type="pres">
      <dgm:prSet presAssocID="{B2A34A91-A457-4DA8-AFC5-4CA895B3C40D}" presName="rootConnector" presStyleLbl="node2" presStyleIdx="1" presStyleCnt="2"/>
      <dgm:spPr/>
    </dgm:pt>
    <dgm:pt modelId="{1FBCA08B-6B22-4D27-84DC-54719C6BABB6}" type="pres">
      <dgm:prSet presAssocID="{B2A34A91-A457-4DA8-AFC5-4CA895B3C40D}" presName="hierChild4" presStyleCnt="0"/>
      <dgm:spPr/>
    </dgm:pt>
    <dgm:pt modelId="{54F2F6F5-2F10-40B6-AA4F-89374DC7DDA4}" type="pres">
      <dgm:prSet presAssocID="{984B008A-84C3-461C-9E68-7ED63B02E02D}" presName="Name35" presStyleLbl="parChTrans1D3" presStyleIdx="2" presStyleCnt="4"/>
      <dgm:spPr/>
    </dgm:pt>
    <dgm:pt modelId="{534EAB2C-B3F1-49DE-B948-ECFD16B00FA4}" type="pres">
      <dgm:prSet presAssocID="{2207C40F-7670-4A51-8CE2-EB6BED66567F}" presName="hierRoot2" presStyleCnt="0">
        <dgm:presLayoutVars>
          <dgm:hierBranch/>
        </dgm:presLayoutVars>
      </dgm:prSet>
      <dgm:spPr/>
    </dgm:pt>
    <dgm:pt modelId="{203249C0-F14F-42D3-AA55-02CECA3A7319}" type="pres">
      <dgm:prSet presAssocID="{2207C40F-7670-4A51-8CE2-EB6BED66567F}" presName="rootComposite" presStyleCnt="0"/>
      <dgm:spPr/>
    </dgm:pt>
    <dgm:pt modelId="{1E69C55F-803A-49DE-83D1-50AAE6439979}" type="pres">
      <dgm:prSet presAssocID="{2207C40F-7670-4A51-8CE2-EB6BED66567F}" presName="rootText" presStyleLbl="node3" presStyleIdx="2" presStyleCnt="4" custScaleX="108650" custScaleY="81565" custLinFactNeighborX="4387" custLinFactNeighborY="-8469">
        <dgm:presLayoutVars>
          <dgm:chPref val="3"/>
        </dgm:presLayoutVars>
      </dgm:prSet>
      <dgm:spPr/>
    </dgm:pt>
    <dgm:pt modelId="{D2B14D03-094E-410B-BFDB-5643404F5EB7}" type="pres">
      <dgm:prSet presAssocID="{2207C40F-7670-4A51-8CE2-EB6BED66567F}" presName="rootConnector" presStyleLbl="node3" presStyleIdx="2" presStyleCnt="4"/>
      <dgm:spPr/>
    </dgm:pt>
    <dgm:pt modelId="{C919F26E-17C1-4548-957B-2FFBB6483A52}" type="pres">
      <dgm:prSet presAssocID="{2207C40F-7670-4A51-8CE2-EB6BED66567F}" presName="hierChild4" presStyleCnt="0"/>
      <dgm:spPr/>
    </dgm:pt>
    <dgm:pt modelId="{22C6A11B-9B70-40D9-8C8D-572C9BD7AE4E}" type="pres">
      <dgm:prSet presAssocID="{575C0B2B-FEB8-43C5-B0EC-589422D4DB11}" presName="Name35" presStyleLbl="parChTrans1D4" presStyleIdx="4" presStyleCnt="8"/>
      <dgm:spPr/>
    </dgm:pt>
    <dgm:pt modelId="{1E12E6A3-0BCD-4407-8D1F-A7D9401BC21E}" type="pres">
      <dgm:prSet presAssocID="{84836D3E-7B93-4880-81AF-9056A56337F7}" presName="hierRoot2" presStyleCnt="0">
        <dgm:presLayoutVars>
          <dgm:hierBranch val="init"/>
        </dgm:presLayoutVars>
      </dgm:prSet>
      <dgm:spPr/>
    </dgm:pt>
    <dgm:pt modelId="{CE040479-1B20-4A10-88A4-8A2FE095992E}" type="pres">
      <dgm:prSet presAssocID="{84836D3E-7B93-4880-81AF-9056A56337F7}" presName="rootComposite" presStyleCnt="0"/>
      <dgm:spPr/>
    </dgm:pt>
    <dgm:pt modelId="{0602FB54-DDF6-4A6B-9A19-495BCD9DF535}" type="pres">
      <dgm:prSet presAssocID="{84836D3E-7B93-4880-81AF-9056A56337F7}" presName="rootText" presStyleLbl="node4" presStyleIdx="4" presStyleCnt="8" custScaleX="99802" custScaleY="76598" custLinFactNeighborX="5199" custLinFactNeighborY="10744">
        <dgm:presLayoutVars>
          <dgm:chPref val="3"/>
        </dgm:presLayoutVars>
      </dgm:prSet>
      <dgm:spPr/>
    </dgm:pt>
    <dgm:pt modelId="{AF869E9B-570F-4B02-9C56-3B4532297DCF}" type="pres">
      <dgm:prSet presAssocID="{84836D3E-7B93-4880-81AF-9056A56337F7}" presName="rootConnector" presStyleLbl="node4" presStyleIdx="4" presStyleCnt="8"/>
      <dgm:spPr/>
    </dgm:pt>
    <dgm:pt modelId="{1CDF94F6-F6A7-4AE9-8138-2D2FD69DD042}" type="pres">
      <dgm:prSet presAssocID="{84836D3E-7B93-4880-81AF-9056A56337F7}" presName="hierChild4" presStyleCnt="0"/>
      <dgm:spPr/>
    </dgm:pt>
    <dgm:pt modelId="{9FD488E6-5E97-4BF7-A034-8E837F10EDA9}" type="pres">
      <dgm:prSet presAssocID="{84836D3E-7B93-4880-81AF-9056A56337F7}" presName="hierChild5" presStyleCnt="0"/>
      <dgm:spPr/>
    </dgm:pt>
    <dgm:pt modelId="{19AEFEBF-77CA-4AE7-B3B6-C286DEA1224F}" type="pres">
      <dgm:prSet presAssocID="{8F2B58F3-2EA1-46DA-BDCF-5184003EB337}" presName="Name35" presStyleLbl="parChTrans1D4" presStyleIdx="5" presStyleCnt="8"/>
      <dgm:spPr/>
    </dgm:pt>
    <dgm:pt modelId="{454AE5E1-21BA-43B6-9BD9-9E67E2E5F7A6}" type="pres">
      <dgm:prSet presAssocID="{244B0D95-E51F-414E-95C2-FCCEDEB402DC}" presName="hierRoot2" presStyleCnt="0">
        <dgm:presLayoutVars>
          <dgm:hierBranch val="init"/>
        </dgm:presLayoutVars>
      </dgm:prSet>
      <dgm:spPr/>
    </dgm:pt>
    <dgm:pt modelId="{93646469-71B9-4200-8C7F-D62D5217A00E}" type="pres">
      <dgm:prSet presAssocID="{244B0D95-E51F-414E-95C2-FCCEDEB402DC}" presName="rootComposite" presStyleCnt="0"/>
      <dgm:spPr/>
    </dgm:pt>
    <dgm:pt modelId="{BDF24745-6116-4FCD-B7F0-ACFD1C0C7F47}" type="pres">
      <dgm:prSet presAssocID="{244B0D95-E51F-414E-95C2-FCCEDEB402DC}" presName="rootText" presStyleLbl="node4" presStyleIdx="5" presStyleCnt="8" custScaleX="115633" custScaleY="77649" custLinFactNeighborX="-1663" custLinFactNeighborY="10744">
        <dgm:presLayoutVars>
          <dgm:chPref val="3"/>
        </dgm:presLayoutVars>
      </dgm:prSet>
      <dgm:spPr/>
    </dgm:pt>
    <dgm:pt modelId="{AB766849-9817-475D-8B11-8398DFC0C6AD}" type="pres">
      <dgm:prSet presAssocID="{244B0D95-E51F-414E-95C2-FCCEDEB402DC}" presName="rootConnector" presStyleLbl="node4" presStyleIdx="5" presStyleCnt="8"/>
      <dgm:spPr/>
    </dgm:pt>
    <dgm:pt modelId="{F3B286A8-B9D8-437C-A524-C7380E6869F5}" type="pres">
      <dgm:prSet presAssocID="{244B0D95-E51F-414E-95C2-FCCEDEB402DC}" presName="hierChild4" presStyleCnt="0"/>
      <dgm:spPr/>
    </dgm:pt>
    <dgm:pt modelId="{0D9D027F-000A-4A78-A347-12E6ED4E4329}" type="pres">
      <dgm:prSet presAssocID="{244B0D95-E51F-414E-95C2-FCCEDEB402DC}" presName="hierChild5" presStyleCnt="0"/>
      <dgm:spPr/>
    </dgm:pt>
    <dgm:pt modelId="{D3FA142A-90DA-40E7-9547-F49EB0D22100}" type="pres">
      <dgm:prSet presAssocID="{2207C40F-7670-4A51-8CE2-EB6BED66567F}" presName="hierChild5" presStyleCnt="0"/>
      <dgm:spPr/>
    </dgm:pt>
    <dgm:pt modelId="{06FFA1FC-456A-4E80-B303-F8183D1DFB06}" type="pres">
      <dgm:prSet presAssocID="{81D3B39E-F56E-40F3-A32F-6F559C668447}" presName="Name35" presStyleLbl="parChTrans1D3" presStyleIdx="3" presStyleCnt="4"/>
      <dgm:spPr/>
    </dgm:pt>
    <dgm:pt modelId="{25CF98A9-B2B0-46EC-8268-A9150EA687DE}" type="pres">
      <dgm:prSet presAssocID="{498D760D-13DE-4332-AAC3-B9A236D99AC4}" presName="hierRoot2" presStyleCnt="0">
        <dgm:presLayoutVars>
          <dgm:hierBranch/>
        </dgm:presLayoutVars>
      </dgm:prSet>
      <dgm:spPr/>
    </dgm:pt>
    <dgm:pt modelId="{F6D401E0-5010-4AD0-BF70-2F8380CFC09A}" type="pres">
      <dgm:prSet presAssocID="{498D760D-13DE-4332-AAC3-B9A236D99AC4}" presName="rootComposite" presStyleCnt="0"/>
      <dgm:spPr/>
    </dgm:pt>
    <dgm:pt modelId="{10ED3A20-C88B-480A-99FD-42F65F0A4E2C}" type="pres">
      <dgm:prSet presAssocID="{498D760D-13DE-4332-AAC3-B9A236D99AC4}" presName="rootText" presStyleLbl="node3" presStyleIdx="3" presStyleCnt="4" custScaleX="108943" custScaleY="81563" custLinFactNeighborX="-10738" custLinFactNeighborY="-8469">
        <dgm:presLayoutVars>
          <dgm:chPref val="3"/>
        </dgm:presLayoutVars>
      </dgm:prSet>
      <dgm:spPr/>
    </dgm:pt>
    <dgm:pt modelId="{98015538-90CC-4A55-A011-5C8830BE7B6B}" type="pres">
      <dgm:prSet presAssocID="{498D760D-13DE-4332-AAC3-B9A236D99AC4}" presName="rootConnector" presStyleLbl="node3" presStyleIdx="3" presStyleCnt="4"/>
      <dgm:spPr/>
    </dgm:pt>
    <dgm:pt modelId="{E0EEF946-6FE3-4247-8765-AFCCBE47BCAA}" type="pres">
      <dgm:prSet presAssocID="{498D760D-13DE-4332-AAC3-B9A236D99AC4}" presName="hierChild4" presStyleCnt="0"/>
      <dgm:spPr/>
    </dgm:pt>
    <dgm:pt modelId="{373F9FF7-8B4C-47E2-9D7B-CE1912E838C8}" type="pres">
      <dgm:prSet presAssocID="{004429D4-F73B-46E7-BA80-37CABC14F847}" presName="Name35" presStyleLbl="parChTrans1D4" presStyleIdx="6" presStyleCnt="8"/>
      <dgm:spPr/>
    </dgm:pt>
    <dgm:pt modelId="{FF16B898-139F-4146-ADAD-E055996F3851}" type="pres">
      <dgm:prSet presAssocID="{27941122-111D-44CF-B21D-6B36FAEDD1FD}" presName="hierRoot2" presStyleCnt="0">
        <dgm:presLayoutVars>
          <dgm:hierBranch val="init"/>
        </dgm:presLayoutVars>
      </dgm:prSet>
      <dgm:spPr/>
    </dgm:pt>
    <dgm:pt modelId="{D7C7CDC3-86CA-4B05-B7A2-3502EDCD403A}" type="pres">
      <dgm:prSet presAssocID="{27941122-111D-44CF-B21D-6B36FAEDD1FD}" presName="rootComposite" presStyleCnt="0"/>
      <dgm:spPr/>
    </dgm:pt>
    <dgm:pt modelId="{3A517E6B-876C-4806-84DC-F1040FD277AA}" type="pres">
      <dgm:prSet presAssocID="{27941122-111D-44CF-B21D-6B36FAEDD1FD}" presName="rootText" presStyleLbl="node4" presStyleIdx="6" presStyleCnt="8" custScaleX="101438" custScaleY="79104" custLinFactNeighborX="-10836" custLinFactNeighborY="15303">
        <dgm:presLayoutVars>
          <dgm:chPref val="3"/>
        </dgm:presLayoutVars>
      </dgm:prSet>
      <dgm:spPr/>
    </dgm:pt>
    <dgm:pt modelId="{E237060A-CF35-4FDA-9FAF-702DC3FFF16F}" type="pres">
      <dgm:prSet presAssocID="{27941122-111D-44CF-B21D-6B36FAEDD1FD}" presName="rootConnector" presStyleLbl="node4" presStyleIdx="6" presStyleCnt="8"/>
      <dgm:spPr/>
    </dgm:pt>
    <dgm:pt modelId="{9B891F62-5F5E-450B-95BB-C25F1A495024}" type="pres">
      <dgm:prSet presAssocID="{27941122-111D-44CF-B21D-6B36FAEDD1FD}" presName="hierChild4" presStyleCnt="0"/>
      <dgm:spPr/>
    </dgm:pt>
    <dgm:pt modelId="{F2560DD6-8D8A-48CE-89F9-1E7526AF3A2F}" type="pres">
      <dgm:prSet presAssocID="{27941122-111D-44CF-B21D-6B36FAEDD1FD}" presName="hierChild5" presStyleCnt="0"/>
      <dgm:spPr/>
    </dgm:pt>
    <dgm:pt modelId="{45BA3CB7-AF9B-47A7-A739-DB791DAF4FFB}" type="pres">
      <dgm:prSet presAssocID="{7BC1C88B-17A1-4A5E-8477-82000C38B2C2}" presName="Name35" presStyleLbl="parChTrans1D4" presStyleIdx="7" presStyleCnt="8"/>
      <dgm:spPr/>
    </dgm:pt>
    <dgm:pt modelId="{49FA6DB7-4F25-407D-8474-00DE0149D4E0}" type="pres">
      <dgm:prSet presAssocID="{94ACC785-C4C9-4928-91B4-B2432E3E67C4}" presName="hierRoot2" presStyleCnt="0">
        <dgm:presLayoutVars>
          <dgm:hierBranch val="init"/>
        </dgm:presLayoutVars>
      </dgm:prSet>
      <dgm:spPr/>
    </dgm:pt>
    <dgm:pt modelId="{4BC0D298-D94D-4005-B3A0-8A17FE762C50}" type="pres">
      <dgm:prSet presAssocID="{94ACC785-C4C9-4928-91B4-B2432E3E67C4}" presName="rootComposite" presStyleCnt="0"/>
      <dgm:spPr/>
    </dgm:pt>
    <dgm:pt modelId="{EB88273D-F0FD-44ED-8C77-DF80D8EA9BA9}" type="pres">
      <dgm:prSet presAssocID="{94ACC785-C4C9-4928-91B4-B2432E3E67C4}" presName="rootText" presStyleLbl="node4" presStyleIdx="7" presStyleCnt="8" custScaleX="104673" custScaleY="80692" custLinFactNeighborX="-9568" custLinFactNeighborY="15303">
        <dgm:presLayoutVars>
          <dgm:chPref val="3"/>
        </dgm:presLayoutVars>
      </dgm:prSet>
      <dgm:spPr/>
    </dgm:pt>
    <dgm:pt modelId="{9A3CE48F-AA79-4FA5-B3FF-457653D4ECD4}" type="pres">
      <dgm:prSet presAssocID="{94ACC785-C4C9-4928-91B4-B2432E3E67C4}" presName="rootConnector" presStyleLbl="node4" presStyleIdx="7" presStyleCnt="8"/>
      <dgm:spPr/>
    </dgm:pt>
    <dgm:pt modelId="{71B64EB9-51B2-4E37-98BF-18029AF7A919}" type="pres">
      <dgm:prSet presAssocID="{94ACC785-C4C9-4928-91B4-B2432E3E67C4}" presName="hierChild4" presStyleCnt="0"/>
      <dgm:spPr/>
    </dgm:pt>
    <dgm:pt modelId="{ECBF623D-3A19-4B6B-84E0-AFC611C70210}" type="pres">
      <dgm:prSet presAssocID="{94ACC785-C4C9-4928-91B4-B2432E3E67C4}" presName="hierChild5" presStyleCnt="0"/>
      <dgm:spPr/>
    </dgm:pt>
    <dgm:pt modelId="{F3C22946-875B-403B-B688-9BF43680A47D}" type="pres">
      <dgm:prSet presAssocID="{498D760D-13DE-4332-AAC3-B9A236D99AC4}" presName="hierChild5" presStyleCnt="0"/>
      <dgm:spPr/>
    </dgm:pt>
    <dgm:pt modelId="{61C73053-7CD1-4AFF-B30D-5AF0CCB3971A}" type="pres">
      <dgm:prSet presAssocID="{B2A34A91-A457-4DA8-AFC5-4CA895B3C40D}" presName="hierChild5" presStyleCnt="0"/>
      <dgm:spPr/>
    </dgm:pt>
    <dgm:pt modelId="{F5D56608-40C9-45F0-944A-8EFC5DB59F0E}" type="pres">
      <dgm:prSet presAssocID="{94C1FF2D-4353-4064-9072-7D71F2F43F9E}" presName="hierChild3" presStyleCnt="0"/>
      <dgm:spPr/>
    </dgm:pt>
  </dgm:ptLst>
  <dgm:cxnLst>
    <dgm:cxn modelId="{EA5FCD01-597D-DA49-A7CD-ACB4465DDAD8}" type="presOf" srcId="{84836D3E-7B93-4880-81AF-9056A56337F7}" destId="{AF869E9B-570F-4B02-9C56-3B4532297DCF}" srcOrd="1" destOrd="0" presId="urn:microsoft.com/office/officeart/2005/8/layout/orgChart1"/>
    <dgm:cxn modelId="{9267FB07-2F1B-3F4D-B472-DC9C80815683}" type="presOf" srcId="{8523A239-10C6-4F4E-B569-2FF0B9DEC3A7}" destId="{3AAE0957-0287-A04F-8481-36BBFA26768D}" srcOrd="1" destOrd="0" presId="urn:microsoft.com/office/officeart/2005/8/layout/orgChart1"/>
    <dgm:cxn modelId="{331F2A10-C204-45CF-A9E3-09AF13C528B9}" srcId="{498D760D-13DE-4332-AAC3-B9A236D99AC4}" destId="{94ACC785-C4C9-4928-91B4-B2432E3E67C4}" srcOrd="1" destOrd="0" parTransId="{7BC1C88B-17A1-4A5E-8477-82000C38B2C2}" sibTransId="{DBE35587-9CC5-4884-B003-8E3005F05C2B}"/>
    <dgm:cxn modelId="{FA1D9710-28E2-6B4B-B50A-1587F53A27BA}" type="presOf" srcId="{F2371777-4194-4B24-925A-F4EE861BE127}" destId="{99A4293A-CCDF-4605-9375-0E23224393D2}" srcOrd="0" destOrd="0" presId="urn:microsoft.com/office/officeart/2005/8/layout/orgChart1"/>
    <dgm:cxn modelId="{DF2B7C11-D1ED-6143-AC08-A84040874EF4}" type="presOf" srcId="{94ACC785-C4C9-4928-91B4-B2432E3E67C4}" destId="{EB88273D-F0FD-44ED-8C77-DF80D8EA9BA9}" srcOrd="0" destOrd="0" presId="urn:microsoft.com/office/officeart/2005/8/layout/orgChart1"/>
    <dgm:cxn modelId="{F5369214-0077-374D-9C67-D671448211EB}" type="presOf" srcId="{498D760D-13DE-4332-AAC3-B9A236D99AC4}" destId="{10ED3A20-C88B-480A-99FD-42F65F0A4E2C}" srcOrd="0" destOrd="0" presId="urn:microsoft.com/office/officeart/2005/8/layout/orgChart1"/>
    <dgm:cxn modelId="{61589D14-E9ED-4640-85E1-E41326E54C61}" srcId="{498D760D-13DE-4332-AAC3-B9A236D99AC4}" destId="{27941122-111D-44CF-B21D-6B36FAEDD1FD}" srcOrd="0" destOrd="0" parTransId="{004429D4-F73B-46E7-BA80-37CABC14F847}" sibTransId="{B5B7F857-31B8-4167-8E40-BA1699C5DE7C}"/>
    <dgm:cxn modelId="{41BB6917-E0C9-5744-B42A-770B4EADACE6}" type="presOf" srcId="{94C1FF2D-4353-4064-9072-7D71F2F43F9E}" destId="{7E0996A0-0378-4E26-9FF4-7FE49368DC91}" srcOrd="0" destOrd="0" presId="urn:microsoft.com/office/officeart/2005/8/layout/orgChart1"/>
    <dgm:cxn modelId="{8C33F11C-19DC-4756-8D62-C765EE9CBA75}" srcId="{639AD7FF-E078-47CD-BA52-6E359C6C2BC9}" destId="{AB5D0D44-2FE7-469E-96B7-4BE017DF99D1}" srcOrd="1" destOrd="0" parTransId="{1141E833-3DDD-44DC-8737-F43C0844EDF0}" sibTransId="{FCD21F9B-AA30-4F6E-809E-8DE669F6DC01}"/>
    <dgm:cxn modelId="{C21F981D-B3B9-D04C-AFD7-AA6977500D2C}" type="presOf" srcId="{B2DF5F26-E09A-44A6-997C-705EA78EEABD}" destId="{E443A13A-5DEB-4553-9CEA-A601F36AB0B8}" srcOrd="0" destOrd="0" presId="urn:microsoft.com/office/officeart/2005/8/layout/orgChart1"/>
    <dgm:cxn modelId="{7314161E-5BDF-C641-AE81-F6B81C12151D}" type="presOf" srcId="{2207C40F-7670-4A51-8CE2-EB6BED66567F}" destId="{D2B14D03-094E-410B-BFDB-5643404F5EB7}" srcOrd="1" destOrd="0" presId="urn:microsoft.com/office/officeart/2005/8/layout/orgChart1"/>
    <dgm:cxn modelId="{B0E80320-F017-3441-86D2-095210C21981}" type="presOf" srcId="{F56F6C5D-E554-4205-8BD0-8B2560F2F867}" destId="{DEC83C07-997F-411C-83D0-4AF509B8D726}" srcOrd="0" destOrd="0" presId="urn:microsoft.com/office/officeart/2005/8/layout/orgChart1"/>
    <dgm:cxn modelId="{582FAC21-7722-0447-869E-809BC86A4024}" type="presOf" srcId="{CD6AFED7-F7B8-4742-9E9A-F0F22C9BFD4D}" destId="{790233F9-F640-4D60-85EF-39A820CE420E}" srcOrd="0" destOrd="0" presId="urn:microsoft.com/office/officeart/2005/8/layout/orgChart1"/>
    <dgm:cxn modelId="{6F9B9727-4E50-45D4-8F7F-4CE6B427A4A6}" srcId="{B2A34A91-A457-4DA8-AFC5-4CA895B3C40D}" destId="{2207C40F-7670-4A51-8CE2-EB6BED66567F}" srcOrd="0" destOrd="0" parTransId="{984B008A-84C3-461C-9E68-7ED63B02E02D}" sibTransId="{96B8F538-8CD1-417E-9C35-F9E3900E0120}"/>
    <dgm:cxn modelId="{79139C27-F61C-AB40-9C29-0628A2463153}" type="presOf" srcId="{7BC1C88B-17A1-4A5E-8477-82000C38B2C2}" destId="{45BA3CB7-AF9B-47A7-A739-DB791DAF4FFB}" srcOrd="0" destOrd="0" presId="urn:microsoft.com/office/officeart/2005/8/layout/orgChart1"/>
    <dgm:cxn modelId="{002E582B-9747-4F46-A991-CE57B314B43F}" type="presOf" srcId="{85CF4601-0004-B540-88A9-644B26C8AAEE}" destId="{1F8824DE-2158-034D-B611-F074DC4B8EEE}" srcOrd="0" destOrd="0" presId="urn:microsoft.com/office/officeart/2005/8/layout/orgChart1"/>
    <dgm:cxn modelId="{5F9B7A2F-9836-E546-8C8E-A0D64B14706D}" type="presOf" srcId="{00C86825-1AD1-41C6-B2E2-B092349C4162}" destId="{883D9C72-244B-465F-AB48-DDA7A9A086AE}" srcOrd="1" destOrd="0" presId="urn:microsoft.com/office/officeart/2005/8/layout/orgChart1"/>
    <dgm:cxn modelId="{7400DF30-25D2-AB4D-A334-B47FC1C296B7}" type="presOf" srcId="{2207C40F-7670-4A51-8CE2-EB6BED66567F}" destId="{1E69C55F-803A-49DE-83D1-50AAE6439979}" srcOrd="0" destOrd="0" presId="urn:microsoft.com/office/officeart/2005/8/layout/orgChart1"/>
    <dgm:cxn modelId="{624B4835-8E78-2240-AB23-B0E135BE913E}" type="presOf" srcId="{1337439B-29A1-4BB4-91F7-6365576343C7}" destId="{72EFAA13-485E-44B4-AC55-F2616513A365}" srcOrd="1" destOrd="0" presId="urn:microsoft.com/office/officeart/2005/8/layout/orgChart1"/>
    <dgm:cxn modelId="{FF612438-204B-5043-B178-C9A3B945E5F8}" type="presOf" srcId="{95A05EC8-27CA-40BC-B61F-9F5E0BDA8E72}" destId="{CE66CA23-05B7-4F59-9E5F-7C6D4B8AC726}" srcOrd="0" destOrd="0" presId="urn:microsoft.com/office/officeart/2005/8/layout/orgChart1"/>
    <dgm:cxn modelId="{350C6338-A919-AE4F-8EA8-9A6A40F658AD}" type="presOf" srcId="{94ACC785-C4C9-4928-91B4-B2432E3E67C4}" destId="{9A3CE48F-AA79-4FA5-B3FF-457653D4ECD4}" srcOrd="1" destOrd="0" presId="urn:microsoft.com/office/officeart/2005/8/layout/orgChart1"/>
    <dgm:cxn modelId="{F3B30043-3A43-40BA-A8C2-F82D3D8C650B}" srcId="{94C1FF2D-4353-4064-9072-7D71F2F43F9E}" destId="{B2A34A91-A457-4DA8-AFC5-4CA895B3C40D}" srcOrd="1" destOrd="0" parTransId="{F2371777-4194-4B24-925A-F4EE861BE127}" sibTransId="{7107F817-8D42-4472-A7B7-17D25678B992}"/>
    <dgm:cxn modelId="{7C04DD4B-BA33-4317-AF6F-246111483CDE}" srcId="{639AD7FF-E078-47CD-BA52-6E359C6C2BC9}" destId="{CD6AFED7-F7B8-4742-9E9A-F0F22C9BFD4D}" srcOrd="0" destOrd="0" parTransId="{14466BFE-00D5-46F1-A5C4-8476882CD4FB}" sibTransId="{E6A033C1-BE5F-429B-9A96-702DB44EDC90}"/>
    <dgm:cxn modelId="{7F42EC4E-B244-4A5A-8128-6CD23E490BA6}" srcId="{AB5D0D44-2FE7-469E-96B7-4BE017DF99D1}" destId="{1337439B-29A1-4BB4-91F7-6365576343C7}" srcOrd="1" destOrd="0" parTransId="{F56F6C5D-E554-4205-8BD0-8B2560F2F867}" sibTransId="{6FB37DF1-1FEB-4E8A-AF55-66811C54D82C}"/>
    <dgm:cxn modelId="{E864B551-5721-B94A-BADF-C7ECE337E892}" type="presOf" srcId="{8F2B58F3-2EA1-46DA-BDCF-5184003EB337}" destId="{19AEFEBF-77CA-4AE7-B3B6-C286DEA1224F}" srcOrd="0" destOrd="0" presId="urn:microsoft.com/office/officeart/2005/8/layout/orgChart1"/>
    <dgm:cxn modelId="{18910653-C707-D846-8A31-5A01B2BC0100}" type="presOf" srcId="{CD6AFED7-F7B8-4742-9E9A-F0F22C9BFD4D}" destId="{160C75B9-ECD7-413D-8285-D961BEDB646B}" srcOrd="1" destOrd="0" presId="urn:microsoft.com/office/officeart/2005/8/layout/orgChart1"/>
    <dgm:cxn modelId="{B865EE56-28F0-3740-BF3B-7E65FE435783}" type="presOf" srcId="{00C86825-1AD1-41C6-B2E2-B092349C4162}" destId="{1FC4F5C3-6EC1-491E-839F-22E805B01F0E}" srcOrd="0" destOrd="0" presId="urn:microsoft.com/office/officeart/2005/8/layout/orgChart1"/>
    <dgm:cxn modelId="{13B7905B-AF86-40E9-9707-6E0FAD45449E}" srcId="{2207C40F-7670-4A51-8CE2-EB6BED66567F}" destId="{244B0D95-E51F-414E-95C2-FCCEDEB402DC}" srcOrd="1" destOrd="0" parTransId="{8F2B58F3-2EA1-46DA-BDCF-5184003EB337}" sibTransId="{20D507BB-F1AA-41B2-891E-E3515BCE0F1B}"/>
    <dgm:cxn modelId="{BE2C995B-5B11-D64B-A367-669ED96AEE2C}" type="presOf" srcId="{1337439B-29A1-4BB4-91F7-6365576343C7}" destId="{EEF9BD34-5B6F-429A-84F4-9560BCA1B675}" srcOrd="0" destOrd="0" presId="urn:microsoft.com/office/officeart/2005/8/layout/orgChart1"/>
    <dgm:cxn modelId="{52478674-9522-40AE-9470-B9792AC9782A}" srcId="{AB5D0D44-2FE7-469E-96B7-4BE017DF99D1}" destId="{00C86825-1AD1-41C6-B2E2-B092349C4162}" srcOrd="0" destOrd="0" parTransId="{2C14A9BB-D01B-404E-A0F1-8383E486BBB3}" sibTransId="{550B3953-7A9D-4948-A1C9-689A7FD6F365}"/>
    <dgm:cxn modelId="{24A8C97D-5A1D-E344-8E88-96EEF0BCE134}" type="presOf" srcId="{B2A34A91-A457-4DA8-AFC5-4CA895B3C40D}" destId="{1801EA5C-5FD9-4C49-BB26-860516DDE616}" srcOrd="1" destOrd="0" presId="urn:microsoft.com/office/officeart/2005/8/layout/orgChart1"/>
    <dgm:cxn modelId="{FEA00684-1683-3A4B-9ECC-094D3244AD18}" type="presOf" srcId="{AB5D0D44-2FE7-469E-96B7-4BE017DF99D1}" destId="{C883432D-F1A6-4C7C-BFCB-A24FB5184031}" srcOrd="0" destOrd="0" presId="urn:microsoft.com/office/officeart/2005/8/layout/orgChart1"/>
    <dgm:cxn modelId="{364C8186-E090-7345-AC14-C55977457AFA}" type="presOf" srcId="{AB5D0D44-2FE7-469E-96B7-4BE017DF99D1}" destId="{4E1BA5E3-A426-4914-9B91-5EE21EF6147E}" srcOrd="1" destOrd="0" presId="urn:microsoft.com/office/officeart/2005/8/layout/orgChart1"/>
    <dgm:cxn modelId="{16ED8589-B9AC-F941-A1B2-DE1AA1452407}" type="presOf" srcId="{004429D4-F73B-46E7-BA80-37CABC14F847}" destId="{373F9FF7-8B4C-47E2-9D7B-CE1912E838C8}" srcOrd="0" destOrd="0" presId="urn:microsoft.com/office/officeart/2005/8/layout/orgChart1"/>
    <dgm:cxn modelId="{8D5D988D-70DC-0F42-BD3C-443DE5ECFE2C}" type="presOf" srcId="{94C1FF2D-4353-4064-9072-7D71F2F43F9E}" destId="{41A7927E-4527-4348-852D-E81A491930E0}" srcOrd="1" destOrd="0" presId="urn:microsoft.com/office/officeart/2005/8/layout/orgChart1"/>
    <dgm:cxn modelId="{3EDC1492-EF35-8A47-ABF3-682EE0BF8CF7}" type="presOf" srcId="{575C0B2B-FEB8-43C5-B0EC-589422D4DB11}" destId="{22C6A11B-9B70-40D9-8C8D-572C9BD7AE4E}" srcOrd="0" destOrd="0" presId="urn:microsoft.com/office/officeart/2005/8/layout/orgChart1"/>
    <dgm:cxn modelId="{4B378892-DCC4-5A43-BAC8-B73A5B8B12DB}" type="presOf" srcId="{498D760D-13DE-4332-AAC3-B9A236D99AC4}" destId="{98015538-90CC-4A55-A011-5C8830BE7B6B}" srcOrd="1" destOrd="0" presId="urn:microsoft.com/office/officeart/2005/8/layout/orgChart1"/>
    <dgm:cxn modelId="{316E8593-E87C-B044-8F6E-3E0C54B0DFFD}" type="presOf" srcId="{84836D3E-7B93-4880-81AF-9056A56337F7}" destId="{0602FB54-DDF6-4A6B-9A19-495BCD9DF535}" srcOrd="0" destOrd="0" presId="urn:microsoft.com/office/officeart/2005/8/layout/orgChart1"/>
    <dgm:cxn modelId="{7564ED9A-4A86-429C-91FA-52187A1CD2DA}" srcId="{B2DF5F26-E09A-44A6-997C-705EA78EEABD}" destId="{94C1FF2D-4353-4064-9072-7D71F2F43F9E}" srcOrd="0" destOrd="0" parTransId="{327F5A82-9F0A-4E5A-91BC-9074365E02AB}" sibTransId="{0C4D673C-07D5-4F40-A3DE-352653E46950}"/>
    <dgm:cxn modelId="{A85DF99C-41CA-954F-9231-0D05C98E9BA4}" type="presOf" srcId="{984B008A-84C3-461C-9E68-7ED63B02E02D}" destId="{54F2F6F5-2F10-40B6-AA4F-89374DC7DDA4}" srcOrd="0" destOrd="0" presId="urn:microsoft.com/office/officeart/2005/8/layout/orgChart1"/>
    <dgm:cxn modelId="{53F06CA2-7E24-C144-98FA-709044C90471}" type="presOf" srcId="{81D3B39E-F56E-40F3-A32F-6F559C668447}" destId="{06FFA1FC-456A-4E80-B303-F8183D1DFB06}" srcOrd="0" destOrd="0" presId="urn:microsoft.com/office/officeart/2005/8/layout/orgChart1"/>
    <dgm:cxn modelId="{8668C1A2-4BFC-7D41-BDFB-52D805421E25}" type="presOf" srcId="{244B0D95-E51F-414E-95C2-FCCEDEB402DC}" destId="{BDF24745-6116-4FCD-B7F0-ACFD1C0C7F47}" srcOrd="0" destOrd="0" presId="urn:microsoft.com/office/officeart/2005/8/layout/orgChart1"/>
    <dgm:cxn modelId="{EBA164A4-E420-4F14-90D9-DD7E170C9288}" srcId="{94C1FF2D-4353-4064-9072-7D71F2F43F9E}" destId="{639AD7FF-E078-47CD-BA52-6E359C6C2BC9}" srcOrd="0" destOrd="0" parTransId="{95A05EC8-27CA-40BC-B61F-9F5E0BDA8E72}" sibTransId="{D7C3C22A-56DF-4DD6-AFD8-5B26ADABBD43}"/>
    <dgm:cxn modelId="{279217AF-AA1C-0545-BFD9-882A87779A11}" type="presOf" srcId="{6D8638A4-81F7-684F-A1C6-9993AE330543}" destId="{1E5F7A50-1F8B-B740-878F-1D8FB7CC23F9}" srcOrd="1" destOrd="0" presId="urn:microsoft.com/office/officeart/2005/8/layout/orgChart1"/>
    <dgm:cxn modelId="{CBE4E8C1-37AA-FD4A-A5F1-384FC9C65E4D}" type="presOf" srcId="{2C14A9BB-D01B-404E-A0F1-8383E486BBB3}" destId="{FCAD7ED4-9CE9-44B5-A06F-83640A97E000}" srcOrd="0" destOrd="0" presId="urn:microsoft.com/office/officeart/2005/8/layout/orgChart1"/>
    <dgm:cxn modelId="{AF9DCDC6-0B8C-EB49-8899-7F69A1CF1F5E}" type="presOf" srcId="{6D8638A4-81F7-684F-A1C6-9993AE330543}" destId="{EE747275-D077-2E4C-81E1-268F8FA1C897}" srcOrd="0" destOrd="0" presId="urn:microsoft.com/office/officeart/2005/8/layout/orgChart1"/>
    <dgm:cxn modelId="{6EFEBFC7-5D8E-7740-8A3A-65285CA5C4C0}" srcId="{CD6AFED7-F7B8-4742-9E9A-F0F22C9BFD4D}" destId="{8523A239-10C6-4F4E-B569-2FF0B9DEC3A7}" srcOrd="0" destOrd="0" parTransId="{85CF4601-0004-B540-88A9-644B26C8AAEE}" sibTransId="{B36A4BB7-7457-E34C-BAE3-59526539F968}"/>
    <dgm:cxn modelId="{34ECE0CA-DF6B-6B40-AC36-F52FB088D9A3}" type="presOf" srcId="{C93CB381-2AF1-C248-ABDB-9442C826EF42}" destId="{8CB0A13F-D6E3-7445-ABF9-26FA5708E8F6}" srcOrd="0" destOrd="0" presId="urn:microsoft.com/office/officeart/2005/8/layout/orgChart1"/>
    <dgm:cxn modelId="{4737E5CB-4710-5047-AC1D-9BAF0574B854}" type="presOf" srcId="{8523A239-10C6-4F4E-B569-2FF0B9DEC3A7}" destId="{EB1B3236-0CB0-2740-B310-B6007BEECF27}" srcOrd="0" destOrd="0" presId="urn:microsoft.com/office/officeart/2005/8/layout/orgChart1"/>
    <dgm:cxn modelId="{151F72D1-C3DF-2E41-8B8C-EA974553FA73}" type="presOf" srcId="{27941122-111D-44CF-B21D-6B36FAEDD1FD}" destId="{E237060A-CF35-4FDA-9FAF-702DC3FFF16F}" srcOrd="1" destOrd="0" presId="urn:microsoft.com/office/officeart/2005/8/layout/orgChart1"/>
    <dgm:cxn modelId="{075432D6-44CF-234D-9D20-A36226B6446D}" type="presOf" srcId="{639AD7FF-E078-47CD-BA52-6E359C6C2BC9}" destId="{518241FC-CA43-4F3E-A130-8D3D92C5E1D7}" srcOrd="1" destOrd="0" presId="urn:microsoft.com/office/officeart/2005/8/layout/orgChart1"/>
    <dgm:cxn modelId="{0B1EB1D9-D6C8-E745-8366-A4082C143170}" type="presOf" srcId="{14466BFE-00D5-46F1-A5C4-8476882CD4FB}" destId="{55DAD366-86FC-471A-AE23-7E5DDB26FDDF}" srcOrd="0" destOrd="0" presId="urn:microsoft.com/office/officeart/2005/8/layout/orgChart1"/>
    <dgm:cxn modelId="{0A8094DF-0245-344E-AC77-E46A18AD8D80}" type="presOf" srcId="{27941122-111D-44CF-B21D-6B36FAEDD1FD}" destId="{3A517E6B-876C-4806-84DC-F1040FD277AA}" srcOrd="0" destOrd="0" presId="urn:microsoft.com/office/officeart/2005/8/layout/orgChart1"/>
    <dgm:cxn modelId="{C665E2E9-F8B3-504D-A2E9-1881F653F660}" type="presOf" srcId="{244B0D95-E51F-414E-95C2-FCCEDEB402DC}" destId="{AB766849-9817-475D-8B11-8398DFC0C6AD}" srcOrd="1" destOrd="0" presId="urn:microsoft.com/office/officeart/2005/8/layout/orgChart1"/>
    <dgm:cxn modelId="{5C4089F0-1847-DA42-911A-94B407F4FE07}" type="presOf" srcId="{639AD7FF-E078-47CD-BA52-6E359C6C2BC9}" destId="{C9C57BD3-C69E-4A15-89BF-B1BB546075DD}" srcOrd="0" destOrd="0" presId="urn:microsoft.com/office/officeart/2005/8/layout/orgChart1"/>
    <dgm:cxn modelId="{612C2AF2-7FAA-45B7-9932-6970ACA0F52D}" srcId="{B2A34A91-A457-4DA8-AFC5-4CA895B3C40D}" destId="{498D760D-13DE-4332-AAC3-B9A236D99AC4}" srcOrd="1" destOrd="0" parTransId="{81D3B39E-F56E-40F3-A32F-6F559C668447}" sibTransId="{94957FF1-240E-4E29-8107-AD8AD596D549}"/>
    <dgm:cxn modelId="{7B2F3FF6-43EA-4448-BE81-C3F52FA86C8A}" type="presOf" srcId="{B2A34A91-A457-4DA8-AFC5-4CA895B3C40D}" destId="{1F428A18-CE33-405D-A2A0-CCEDD85C745D}" srcOrd="0" destOrd="0" presId="urn:microsoft.com/office/officeart/2005/8/layout/orgChart1"/>
    <dgm:cxn modelId="{949D35F9-1DC1-9D44-9412-440E7DED1F1E}" srcId="{CD6AFED7-F7B8-4742-9E9A-F0F22C9BFD4D}" destId="{6D8638A4-81F7-684F-A1C6-9993AE330543}" srcOrd="1" destOrd="0" parTransId="{C93CB381-2AF1-C248-ABDB-9442C826EF42}" sibTransId="{B86FDF41-43DE-4147-89F9-F5CE7FD06490}"/>
    <dgm:cxn modelId="{5D4BD2F9-20CA-438E-9449-DF0FEF697D6B}" srcId="{2207C40F-7670-4A51-8CE2-EB6BED66567F}" destId="{84836D3E-7B93-4880-81AF-9056A56337F7}" srcOrd="0" destOrd="0" parTransId="{575C0B2B-FEB8-43C5-B0EC-589422D4DB11}" sibTransId="{0ED04298-343A-41D7-8C5D-408AB229A915}"/>
    <dgm:cxn modelId="{94CAB8FB-5F14-FF4D-BDAD-C55485BECC42}" type="presOf" srcId="{1141E833-3DDD-44DC-8737-F43C0844EDF0}" destId="{460F6114-039C-4FF6-B510-7851E3824B81}" srcOrd="0" destOrd="0" presId="urn:microsoft.com/office/officeart/2005/8/layout/orgChart1"/>
    <dgm:cxn modelId="{85B6F805-16B2-ED4F-896E-093AE322ED8C}" type="presParOf" srcId="{E443A13A-5DEB-4553-9CEA-A601F36AB0B8}" destId="{27FB2290-4178-4D2E-B720-90DB5361BFBB}" srcOrd="0" destOrd="0" presId="urn:microsoft.com/office/officeart/2005/8/layout/orgChart1"/>
    <dgm:cxn modelId="{D8C29F64-C6AA-CC49-9724-33F0E0B371A5}" type="presParOf" srcId="{27FB2290-4178-4D2E-B720-90DB5361BFBB}" destId="{86839836-5F42-4D26-B68A-D2EE6184069F}" srcOrd="0" destOrd="0" presId="urn:microsoft.com/office/officeart/2005/8/layout/orgChart1"/>
    <dgm:cxn modelId="{174276DD-4EDB-094D-B036-27061E9B47B6}" type="presParOf" srcId="{86839836-5F42-4D26-B68A-D2EE6184069F}" destId="{7E0996A0-0378-4E26-9FF4-7FE49368DC91}" srcOrd="0" destOrd="0" presId="urn:microsoft.com/office/officeart/2005/8/layout/orgChart1"/>
    <dgm:cxn modelId="{BDE36B49-2D11-1F4B-8642-34ABC6DDB919}" type="presParOf" srcId="{86839836-5F42-4D26-B68A-D2EE6184069F}" destId="{41A7927E-4527-4348-852D-E81A491930E0}" srcOrd="1" destOrd="0" presId="urn:microsoft.com/office/officeart/2005/8/layout/orgChart1"/>
    <dgm:cxn modelId="{A8D99BE5-9378-F749-9008-D67522029724}" type="presParOf" srcId="{27FB2290-4178-4D2E-B720-90DB5361BFBB}" destId="{5E9D923F-8521-4AD2-BAAB-4FC7468C6E8C}" srcOrd="1" destOrd="0" presId="urn:microsoft.com/office/officeart/2005/8/layout/orgChart1"/>
    <dgm:cxn modelId="{8077BCE4-0D57-3940-994D-01526E881693}" type="presParOf" srcId="{5E9D923F-8521-4AD2-BAAB-4FC7468C6E8C}" destId="{CE66CA23-05B7-4F59-9E5F-7C6D4B8AC726}" srcOrd="0" destOrd="0" presId="urn:microsoft.com/office/officeart/2005/8/layout/orgChart1"/>
    <dgm:cxn modelId="{248F3B31-9015-E04A-A64D-14B8819BD573}" type="presParOf" srcId="{5E9D923F-8521-4AD2-BAAB-4FC7468C6E8C}" destId="{4DBABFEA-55D6-4EC6-B776-58729A637F99}" srcOrd="1" destOrd="0" presId="urn:microsoft.com/office/officeart/2005/8/layout/orgChart1"/>
    <dgm:cxn modelId="{0F6C7FED-EE2E-DE4D-A905-DB85471951E6}" type="presParOf" srcId="{4DBABFEA-55D6-4EC6-B776-58729A637F99}" destId="{6AFC907F-6AD2-4F32-B551-12933E1842A0}" srcOrd="0" destOrd="0" presId="urn:microsoft.com/office/officeart/2005/8/layout/orgChart1"/>
    <dgm:cxn modelId="{74863CA1-66C0-4545-98CA-2855CA06653B}" type="presParOf" srcId="{6AFC907F-6AD2-4F32-B551-12933E1842A0}" destId="{C9C57BD3-C69E-4A15-89BF-B1BB546075DD}" srcOrd="0" destOrd="0" presId="urn:microsoft.com/office/officeart/2005/8/layout/orgChart1"/>
    <dgm:cxn modelId="{E7C8791F-A3B7-E24A-8283-FC432ABCC28B}" type="presParOf" srcId="{6AFC907F-6AD2-4F32-B551-12933E1842A0}" destId="{518241FC-CA43-4F3E-A130-8D3D92C5E1D7}" srcOrd="1" destOrd="0" presId="urn:microsoft.com/office/officeart/2005/8/layout/orgChart1"/>
    <dgm:cxn modelId="{19ECF46B-B12E-7743-9906-2C952C501AC2}" type="presParOf" srcId="{4DBABFEA-55D6-4EC6-B776-58729A637F99}" destId="{CAD8F528-EA52-4073-9FA0-8C5BD3AFD4D1}" srcOrd="1" destOrd="0" presId="urn:microsoft.com/office/officeart/2005/8/layout/orgChart1"/>
    <dgm:cxn modelId="{293BD964-2A84-2F43-BE75-A3DD50C5F825}" type="presParOf" srcId="{CAD8F528-EA52-4073-9FA0-8C5BD3AFD4D1}" destId="{55DAD366-86FC-471A-AE23-7E5DDB26FDDF}" srcOrd="0" destOrd="0" presId="urn:microsoft.com/office/officeart/2005/8/layout/orgChart1"/>
    <dgm:cxn modelId="{B1474151-AF93-CE47-AA72-3D089296B2E1}" type="presParOf" srcId="{CAD8F528-EA52-4073-9FA0-8C5BD3AFD4D1}" destId="{EDB6F8BA-BEF7-4322-8ECE-D56B5CB37E6D}" srcOrd="1" destOrd="0" presId="urn:microsoft.com/office/officeart/2005/8/layout/orgChart1"/>
    <dgm:cxn modelId="{945515BA-5650-624F-832C-F315690BD923}" type="presParOf" srcId="{EDB6F8BA-BEF7-4322-8ECE-D56B5CB37E6D}" destId="{32924ECF-0C5C-4343-9BA3-C011560A0A20}" srcOrd="0" destOrd="0" presId="urn:microsoft.com/office/officeart/2005/8/layout/orgChart1"/>
    <dgm:cxn modelId="{D9FCF951-9483-3F49-B7B3-381BC53EF82A}" type="presParOf" srcId="{32924ECF-0C5C-4343-9BA3-C011560A0A20}" destId="{790233F9-F640-4D60-85EF-39A820CE420E}" srcOrd="0" destOrd="0" presId="urn:microsoft.com/office/officeart/2005/8/layout/orgChart1"/>
    <dgm:cxn modelId="{8A79BF71-94C2-0B49-BB1E-072A407F1B19}" type="presParOf" srcId="{32924ECF-0C5C-4343-9BA3-C011560A0A20}" destId="{160C75B9-ECD7-413D-8285-D961BEDB646B}" srcOrd="1" destOrd="0" presId="urn:microsoft.com/office/officeart/2005/8/layout/orgChart1"/>
    <dgm:cxn modelId="{D0EF2A9A-CF80-4D4E-8174-6DB1791083C3}" type="presParOf" srcId="{EDB6F8BA-BEF7-4322-8ECE-D56B5CB37E6D}" destId="{79859737-1A64-4CE8-8A88-10B2F52ED757}" srcOrd="1" destOrd="0" presId="urn:microsoft.com/office/officeart/2005/8/layout/orgChart1"/>
    <dgm:cxn modelId="{A3591E4D-E5F2-4744-B955-0DB1F33B369E}" type="presParOf" srcId="{79859737-1A64-4CE8-8A88-10B2F52ED757}" destId="{1F8824DE-2158-034D-B611-F074DC4B8EEE}" srcOrd="0" destOrd="0" presId="urn:microsoft.com/office/officeart/2005/8/layout/orgChart1"/>
    <dgm:cxn modelId="{E4BD89FB-857B-CB40-8A62-5C0CBFFC4790}" type="presParOf" srcId="{79859737-1A64-4CE8-8A88-10B2F52ED757}" destId="{6764CBC7-E26E-744A-8261-4A685EBB4CBF}" srcOrd="1" destOrd="0" presId="urn:microsoft.com/office/officeart/2005/8/layout/orgChart1"/>
    <dgm:cxn modelId="{84C54B2B-CB60-5F4A-A8E1-DE0B66B2CE60}" type="presParOf" srcId="{6764CBC7-E26E-744A-8261-4A685EBB4CBF}" destId="{ABE2839A-D2EB-C44D-826F-0B84533F436A}" srcOrd="0" destOrd="0" presId="urn:microsoft.com/office/officeart/2005/8/layout/orgChart1"/>
    <dgm:cxn modelId="{8715BAA7-C920-5C4C-9FE6-872310CF81A5}" type="presParOf" srcId="{ABE2839A-D2EB-C44D-826F-0B84533F436A}" destId="{EB1B3236-0CB0-2740-B310-B6007BEECF27}" srcOrd="0" destOrd="0" presId="urn:microsoft.com/office/officeart/2005/8/layout/orgChart1"/>
    <dgm:cxn modelId="{2432CDEC-650F-A643-8C25-D1E5BDD7A9FE}" type="presParOf" srcId="{ABE2839A-D2EB-C44D-826F-0B84533F436A}" destId="{3AAE0957-0287-A04F-8481-36BBFA26768D}" srcOrd="1" destOrd="0" presId="urn:microsoft.com/office/officeart/2005/8/layout/orgChart1"/>
    <dgm:cxn modelId="{7E778EEE-C090-F741-8BCC-71D6DAEC6E85}" type="presParOf" srcId="{6764CBC7-E26E-744A-8261-4A685EBB4CBF}" destId="{CEB08B8A-0DC3-7248-AC9B-C9AD6D38A36E}" srcOrd="1" destOrd="0" presId="urn:microsoft.com/office/officeart/2005/8/layout/orgChart1"/>
    <dgm:cxn modelId="{48179D4F-A44B-374B-A5FF-1A6A35D79D45}" type="presParOf" srcId="{6764CBC7-E26E-744A-8261-4A685EBB4CBF}" destId="{D4319AA0-DA55-4242-9432-38056FD7917A}" srcOrd="2" destOrd="0" presId="urn:microsoft.com/office/officeart/2005/8/layout/orgChart1"/>
    <dgm:cxn modelId="{13F45A14-B906-804F-8E78-75FE9B647222}" type="presParOf" srcId="{79859737-1A64-4CE8-8A88-10B2F52ED757}" destId="{8CB0A13F-D6E3-7445-ABF9-26FA5708E8F6}" srcOrd="2" destOrd="0" presId="urn:microsoft.com/office/officeart/2005/8/layout/orgChart1"/>
    <dgm:cxn modelId="{C571C683-03B1-6248-8D5D-CE744A869233}" type="presParOf" srcId="{79859737-1A64-4CE8-8A88-10B2F52ED757}" destId="{251999EB-3EAD-F444-AB36-86D12831A792}" srcOrd="3" destOrd="0" presId="urn:microsoft.com/office/officeart/2005/8/layout/orgChart1"/>
    <dgm:cxn modelId="{6F46C5C9-E6AA-A548-832A-4C49D2B14267}" type="presParOf" srcId="{251999EB-3EAD-F444-AB36-86D12831A792}" destId="{201C4A95-2BB5-0449-9D72-EB525265B307}" srcOrd="0" destOrd="0" presId="urn:microsoft.com/office/officeart/2005/8/layout/orgChart1"/>
    <dgm:cxn modelId="{14F2D10B-1545-8B4E-AFE4-E86820443958}" type="presParOf" srcId="{201C4A95-2BB5-0449-9D72-EB525265B307}" destId="{EE747275-D077-2E4C-81E1-268F8FA1C897}" srcOrd="0" destOrd="0" presId="urn:microsoft.com/office/officeart/2005/8/layout/orgChart1"/>
    <dgm:cxn modelId="{EB2BF451-E54C-394B-9AF1-D0B58E051976}" type="presParOf" srcId="{201C4A95-2BB5-0449-9D72-EB525265B307}" destId="{1E5F7A50-1F8B-B740-878F-1D8FB7CC23F9}" srcOrd="1" destOrd="0" presId="urn:microsoft.com/office/officeart/2005/8/layout/orgChart1"/>
    <dgm:cxn modelId="{DF824E57-BD42-CA4A-A254-C615A27D69EC}" type="presParOf" srcId="{251999EB-3EAD-F444-AB36-86D12831A792}" destId="{4D91B47E-FCB4-414D-B8BC-43B35108D8E4}" srcOrd="1" destOrd="0" presId="urn:microsoft.com/office/officeart/2005/8/layout/orgChart1"/>
    <dgm:cxn modelId="{6C2B8A77-8EE2-7C4E-937B-886DCFCA920D}" type="presParOf" srcId="{251999EB-3EAD-F444-AB36-86D12831A792}" destId="{C78594CF-7E39-A644-8236-423E7BBC7BB1}" srcOrd="2" destOrd="0" presId="urn:microsoft.com/office/officeart/2005/8/layout/orgChart1"/>
    <dgm:cxn modelId="{209F733D-FAF0-474E-93D3-AFB016475D65}" type="presParOf" srcId="{EDB6F8BA-BEF7-4322-8ECE-D56B5CB37E6D}" destId="{83B8ED0F-AEBD-47A4-B146-9BD745787964}" srcOrd="2" destOrd="0" presId="urn:microsoft.com/office/officeart/2005/8/layout/orgChart1"/>
    <dgm:cxn modelId="{B7C4610B-643C-2E4F-A263-D81FECE50BE3}" type="presParOf" srcId="{CAD8F528-EA52-4073-9FA0-8C5BD3AFD4D1}" destId="{460F6114-039C-4FF6-B510-7851E3824B81}" srcOrd="2" destOrd="0" presId="urn:microsoft.com/office/officeart/2005/8/layout/orgChart1"/>
    <dgm:cxn modelId="{35B39504-D255-154F-8230-CFE1EE3B6A60}" type="presParOf" srcId="{CAD8F528-EA52-4073-9FA0-8C5BD3AFD4D1}" destId="{0FF0B9CB-6E5A-4706-8BA3-A49F6DD8F210}" srcOrd="3" destOrd="0" presId="urn:microsoft.com/office/officeart/2005/8/layout/orgChart1"/>
    <dgm:cxn modelId="{0A97C15B-48C6-EE44-9093-4652455AE7AF}" type="presParOf" srcId="{0FF0B9CB-6E5A-4706-8BA3-A49F6DD8F210}" destId="{F38EE295-EB35-4453-8AEA-6A144A25439F}" srcOrd="0" destOrd="0" presId="urn:microsoft.com/office/officeart/2005/8/layout/orgChart1"/>
    <dgm:cxn modelId="{57E318DC-DF32-D743-9FBE-EAC1318392F8}" type="presParOf" srcId="{F38EE295-EB35-4453-8AEA-6A144A25439F}" destId="{C883432D-F1A6-4C7C-BFCB-A24FB5184031}" srcOrd="0" destOrd="0" presId="urn:microsoft.com/office/officeart/2005/8/layout/orgChart1"/>
    <dgm:cxn modelId="{62F1B9EC-276A-D540-9380-4699888C9BA6}" type="presParOf" srcId="{F38EE295-EB35-4453-8AEA-6A144A25439F}" destId="{4E1BA5E3-A426-4914-9B91-5EE21EF6147E}" srcOrd="1" destOrd="0" presId="urn:microsoft.com/office/officeart/2005/8/layout/orgChart1"/>
    <dgm:cxn modelId="{1B74257D-BCFB-1D44-8A6A-7E51075BD3BF}" type="presParOf" srcId="{0FF0B9CB-6E5A-4706-8BA3-A49F6DD8F210}" destId="{03765E58-85BB-4B13-BD0D-0F8ECAF07249}" srcOrd="1" destOrd="0" presId="urn:microsoft.com/office/officeart/2005/8/layout/orgChart1"/>
    <dgm:cxn modelId="{CC5B51D4-AD5C-D845-A8A7-30B411EF2863}" type="presParOf" srcId="{03765E58-85BB-4B13-BD0D-0F8ECAF07249}" destId="{FCAD7ED4-9CE9-44B5-A06F-83640A97E000}" srcOrd="0" destOrd="0" presId="urn:microsoft.com/office/officeart/2005/8/layout/orgChart1"/>
    <dgm:cxn modelId="{5C8FB51E-3956-E649-A3E2-34176BF5EF25}" type="presParOf" srcId="{03765E58-85BB-4B13-BD0D-0F8ECAF07249}" destId="{B49B3D56-5DFD-4952-BA13-D3AD20F4016F}" srcOrd="1" destOrd="0" presId="urn:microsoft.com/office/officeart/2005/8/layout/orgChart1"/>
    <dgm:cxn modelId="{A558EFE6-F7F6-0244-99BA-3C1894EF7A60}" type="presParOf" srcId="{B49B3D56-5DFD-4952-BA13-D3AD20F4016F}" destId="{575E527F-8F04-4285-BD92-F2A6E2FCF194}" srcOrd="0" destOrd="0" presId="urn:microsoft.com/office/officeart/2005/8/layout/orgChart1"/>
    <dgm:cxn modelId="{B1373BDC-F0B7-D449-B84A-393D43511F64}" type="presParOf" srcId="{575E527F-8F04-4285-BD92-F2A6E2FCF194}" destId="{1FC4F5C3-6EC1-491E-839F-22E805B01F0E}" srcOrd="0" destOrd="0" presId="urn:microsoft.com/office/officeart/2005/8/layout/orgChart1"/>
    <dgm:cxn modelId="{051A680E-AAEF-774F-A253-489D428CF8E5}" type="presParOf" srcId="{575E527F-8F04-4285-BD92-F2A6E2FCF194}" destId="{883D9C72-244B-465F-AB48-DDA7A9A086AE}" srcOrd="1" destOrd="0" presId="urn:microsoft.com/office/officeart/2005/8/layout/orgChart1"/>
    <dgm:cxn modelId="{F98A89C8-C1CF-8943-80DF-9FCF9749DE14}" type="presParOf" srcId="{B49B3D56-5DFD-4952-BA13-D3AD20F4016F}" destId="{38720ED0-2051-4C26-A2A4-3AE8A22BDCFF}" srcOrd="1" destOrd="0" presId="urn:microsoft.com/office/officeart/2005/8/layout/orgChart1"/>
    <dgm:cxn modelId="{3C203266-ABC0-CA48-95A1-9C6E2381C1A6}" type="presParOf" srcId="{B49B3D56-5DFD-4952-BA13-D3AD20F4016F}" destId="{C7E677E6-44C8-4BE7-9E5E-31C6B50AA01E}" srcOrd="2" destOrd="0" presId="urn:microsoft.com/office/officeart/2005/8/layout/orgChart1"/>
    <dgm:cxn modelId="{1F1A79E2-4FB4-B34A-9A6A-6A8B3E5C493A}" type="presParOf" srcId="{03765E58-85BB-4B13-BD0D-0F8ECAF07249}" destId="{DEC83C07-997F-411C-83D0-4AF509B8D726}" srcOrd="2" destOrd="0" presId="urn:microsoft.com/office/officeart/2005/8/layout/orgChart1"/>
    <dgm:cxn modelId="{0A009BAB-9EB5-4447-8B38-6BF066335AFE}" type="presParOf" srcId="{03765E58-85BB-4B13-BD0D-0F8ECAF07249}" destId="{BB64D369-10DB-4EA7-BFCC-4EF64C443771}" srcOrd="3" destOrd="0" presId="urn:microsoft.com/office/officeart/2005/8/layout/orgChart1"/>
    <dgm:cxn modelId="{4929A1AA-2BE4-4A43-A072-8B86DF4B6A97}" type="presParOf" srcId="{BB64D369-10DB-4EA7-BFCC-4EF64C443771}" destId="{31D84ED1-0A97-499A-8B1B-719918E0A6B6}" srcOrd="0" destOrd="0" presId="urn:microsoft.com/office/officeart/2005/8/layout/orgChart1"/>
    <dgm:cxn modelId="{4923AAE4-C50A-AA4E-B0A6-B8C9A095EAEB}" type="presParOf" srcId="{31D84ED1-0A97-499A-8B1B-719918E0A6B6}" destId="{EEF9BD34-5B6F-429A-84F4-9560BCA1B675}" srcOrd="0" destOrd="0" presId="urn:microsoft.com/office/officeart/2005/8/layout/orgChart1"/>
    <dgm:cxn modelId="{3D81118C-5C27-7B4C-98F5-70F0F7B82D33}" type="presParOf" srcId="{31D84ED1-0A97-499A-8B1B-719918E0A6B6}" destId="{72EFAA13-485E-44B4-AC55-F2616513A365}" srcOrd="1" destOrd="0" presId="urn:microsoft.com/office/officeart/2005/8/layout/orgChart1"/>
    <dgm:cxn modelId="{C1FEED43-769B-DD4B-A285-15197D539EA4}" type="presParOf" srcId="{BB64D369-10DB-4EA7-BFCC-4EF64C443771}" destId="{B323B768-85FB-4C57-A81C-EB9CC42832CA}" srcOrd="1" destOrd="0" presId="urn:microsoft.com/office/officeart/2005/8/layout/orgChart1"/>
    <dgm:cxn modelId="{969C246B-29AA-ED4F-912F-F6488A417546}" type="presParOf" srcId="{BB64D369-10DB-4EA7-BFCC-4EF64C443771}" destId="{4539DCF8-9161-461B-8544-6B8445B443F4}" srcOrd="2" destOrd="0" presId="urn:microsoft.com/office/officeart/2005/8/layout/orgChart1"/>
    <dgm:cxn modelId="{AA790C8C-D978-C049-8C6C-6D2FFDBCA469}" type="presParOf" srcId="{0FF0B9CB-6E5A-4706-8BA3-A49F6DD8F210}" destId="{AFAAD685-DB58-4F20-A6CA-62ECE0A6A6D2}" srcOrd="2" destOrd="0" presId="urn:microsoft.com/office/officeart/2005/8/layout/orgChart1"/>
    <dgm:cxn modelId="{5B224E07-5B49-1D41-B708-06357E44D79F}" type="presParOf" srcId="{4DBABFEA-55D6-4EC6-B776-58729A637F99}" destId="{53E22E66-34D0-4CC4-A085-0D2DE3A777B1}" srcOrd="2" destOrd="0" presId="urn:microsoft.com/office/officeart/2005/8/layout/orgChart1"/>
    <dgm:cxn modelId="{57AF4B11-8367-294E-B9E2-EF117E4639B3}" type="presParOf" srcId="{5E9D923F-8521-4AD2-BAAB-4FC7468C6E8C}" destId="{99A4293A-CCDF-4605-9375-0E23224393D2}" srcOrd="2" destOrd="0" presId="urn:microsoft.com/office/officeart/2005/8/layout/orgChart1"/>
    <dgm:cxn modelId="{A26410A3-75F4-2D46-A75D-D3163DB4E246}" type="presParOf" srcId="{5E9D923F-8521-4AD2-BAAB-4FC7468C6E8C}" destId="{FA05961B-8858-4666-B46B-4365F06B026B}" srcOrd="3" destOrd="0" presId="urn:microsoft.com/office/officeart/2005/8/layout/orgChart1"/>
    <dgm:cxn modelId="{B0FA40F2-F2BF-5F4E-B52F-B3713406D37A}" type="presParOf" srcId="{FA05961B-8858-4666-B46B-4365F06B026B}" destId="{00E72228-886C-4467-9358-C2E5EDC57EFA}" srcOrd="0" destOrd="0" presId="urn:microsoft.com/office/officeart/2005/8/layout/orgChart1"/>
    <dgm:cxn modelId="{0D4AFDD7-1572-2D4D-9106-6415BAD89431}" type="presParOf" srcId="{00E72228-886C-4467-9358-C2E5EDC57EFA}" destId="{1F428A18-CE33-405D-A2A0-CCEDD85C745D}" srcOrd="0" destOrd="0" presId="urn:microsoft.com/office/officeart/2005/8/layout/orgChart1"/>
    <dgm:cxn modelId="{03A23240-972C-B84D-8E0D-4935A7B65B3B}" type="presParOf" srcId="{00E72228-886C-4467-9358-C2E5EDC57EFA}" destId="{1801EA5C-5FD9-4C49-BB26-860516DDE616}" srcOrd="1" destOrd="0" presId="urn:microsoft.com/office/officeart/2005/8/layout/orgChart1"/>
    <dgm:cxn modelId="{7A3A41C6-A5C4-D740-82D8-E6103531327E}" type="presParOf" srcId="{FA05961B-8858-4666-B46B-4365F06B026B}" destId="{1FBCA08B-6B22-4D27-84DC-54719C6BABB6}" srcOrd="1" destOrd="0" presId="urn:microsoft.com/office/officeart/2005/8/layout/orgChart1"/>
    <dgm:cxn modelId="{029F0040-8468-F74F-B6F2-554E63BAEC73}" type="presParOf" srcId="{1FBCA08B-6B22-4D27-84DC-54719C6BABB6}" destId="{54F2F6F5-2F10-40B6-AA4F-89374DC7DDA4}" srcOrd="0" destOrd="0" presId="urn:microsoft.com/office/officeart/2005/8/layout/orgChart1"/>
    <dgm:cxn modelId="{1CD3E259-274C-BF4F-9722-AA0BE9F36A1B}" type="presParOf" srcId="{1FBCA08B-6B22-4D27-84DC-54719C6BABB6}" destId="{534EAB2C-B3F1-49DE-B948-ECFD16B00FA4}" srcOrd="1" destOrd="0" presId="urn:microsoft.com/office/officeart/2005/8/layout/orgChart1"/>
    <dgm:cxn modelId="{0E50BF0F-651B-BE4E-A8C5-5B6123DB3B2C}" type="presParOf" srcId="{534EAB2C-B3F1-49DE-B948-ECFD16B00FA4}" destId="{203249C0-F14F-42D3-AA55-02CECA3A7319}" srcOrd="0" destOrd="0" presId="urn:microsoft.com/office/officeart/2005/8/layout/orgChart1"/>
    <dgm:cxn modelId="{6CDE82E0-5C28-D842-945B-DCBA95676BC8}" type="presParOf" srcId="{203249C0-F14F-42D3-AA55-02CECA3A7319}" destId="{1E69C55F-803A-49DE-83D1-50AAE6439979}" srcOrd="0" destOrd="0" presId="urn:microsoft.com/office/officeart/2005/8/layout/orgChart1"/>
    <dgm:cxn modelId="{E03CA24E-42FE-D44E-AE1D-3BB36CC5C0C4}" type="presParOf" srcId="{203249C0-F14F-42D3-AA55-02CECA3A7319}" destId="{D2B14D03-094E-410B-BFDB-5643404F5EB7}" srcOrd="1" destOrd="0" presId="urn:microsoft.com/office/officeart/2005/8/layout/orgChart1"/>
    <dgm:cxn modelId="{2D9D343D-3B75-3040-AB84-6F86B0C1FFD6}" type="presParOf" srcId="{534EAB2C-B3F1-49DE-B948-ECFD16B00FA4}" destId="{C919F26E-17C1-4548-957B-2FFBB6483A52}" srcOrd="1" destOrd="0" presId="urn:microsoft.com/office/officeart/2005/8/layout/orgChart1"/>
    <dgm:cxn modelId="{B1591F4C-6346-E945-B6C4-349A7FA40D28}" type="presParOf" srcId="{C919F26E-17C1-4548-957B-2FFBB6483A52}" destId="{22C6A11B-9B70-40D9-8C8D-572C9BD7AE4E}" srcOrd="0" destOrd="0" presId="urn:microsoft.com/office/officeart/2005/8/layout/orgChart1"/>
    <dgm:cxn modelId="{A34662CE-63B2-6A43-A16C-71C84031248E}" type="presParOf" srcId="{C919F26E-17C1-4548-957B-2FFBB6483A52}" destId="{1E12E6A3-0BCD-4407-8D1F-A7D9401BC21E}" srcOrd="1" destOrd="0" presId="urn:microsoft.com/office/officeart/2005/8/layout/orgChart1"/>
    <dgm:cxn modelId="{501B21BC-1E33-CE49-9212-BC8523052C34}" type="presParOf" srcId="{1E12E6A3-0BCD-4407-8D1F-A7D9401BC21E}" destId="{CE040479-1B20-4A10-88A4-8A2FE095992E}" srcOrd="0" destOrd="0" presId="urn:microsoft.com/office/officeart/2005/8/layout/orgChart1"/>
    <dgm:cxn modelId="{1DE3F418-71B2-D649-8A8C-A30C75C26AFB}" type="presParOf" srcId="{CE040479-1B20-4A10-88A4-8A2FE095992E}" destId="{0602FB54-DDF6-4A6B-9A19-495BCD9DF535}" srcOrd="0" destOrd="0" presId="urn:microsoft.com/office/officeart/2005/8/layout/orgChart1"/>
    <dgm:cxn modelId="{99CE6826-A122-0A45-A98A-F380A58AADDB}" type="presParOf" srcId="{CE040479-1B20-4A10-88A4-8A2FE095992E}" destId="{AF869E9B-570F-4B02-9C56-3B4532297DCF}" srcOrd="1" destOrd="0" presId="urn:microsoft.com/office/officeart/2005/8/layout/orgChart1"/>
    <dgm:cxn modelId="{C0FC4D54-2135-8446-95D5-2136398D0F4D}" type="presParOf" srcId="{1E12E6A3-0BCD-4407-8D1F-A7D9401BC21E}" destId="{1CDF94F6-F6A7-4AE9-8138-2D2FD69DD042}" srcOrd="1" destOrd="0" presId="urn:microsoft.com/office/officeart/2005/8/layout/orgChart1"/>
    <dgm:cxn modelId="{442618DF-6DF9-EA43-95CA-4D971628280C}" type="presParOf" srcId="{1E12E6A3-0BCD-4407-8D1F-A7D9401BC21E}" destId="{9FD488E6-5E97-4BF7-A034-8E837F10EDA9}" srcOrd="2" destOrd="0" presId="urn:microsoft.com/office/officeart/2005/8/layout/orgChart1"/>
    <dgm:cxn modelId="{56BE998E-2C06-354E-A618-452E93B13FB8}" type="presParOf" srcId="{C919F26E-17C1-4548-957B-2FFBB6483A52}" destId="{19AEFEBF-77CA-4AE7-B3B6-C286DEA1224F}" srcOrd="2" destOrd="0" presId="urn:microsoft.com/office/officeart/2005/8/layout/orgChart1"/>
    <dgm:cxn modelId="{AE48B26C-8B61-7443-ACCF-40835A399007}" type="presParOf" srcId="{C919F26E-17C1-4548-957B-2FFBB6483A52}" destId="{454AE5E1-21BA-43B6-9BD9-9E67E2E5F7A6}" srcOrd="3" destOrd="0" presId="urn:microsoft.com/office/officeart/2005/8/layout/orgChart1"/>
    <dgm:cxn modelId="{739092B2-1F77-1542-B650-A33BD891B46D}" type="presParOf" srcId="{454AE5E1-21BA-43B6-9BD9-9E67E2E5F7A6}" destId="{93646469-71B9-4200-8C7F-D62D5217A00E}" srcOrd="0" destOrd="0" presId="urn:microsoft.com/office/officeart/2005/8/layout/orgChart1"/>
    <dgm:cxn modelId="{78C9C9C7-0127-D54F-A33E-8F6683741DF4}" type="presParOf" srcId="{93646469-71B9-4200-8C7F-D62D5217A00E}" destId="{BDF24745-6116-4FCD-B7F0-ACFD1C0C7F47}" srcOrd="0" destOrd="0" presId="urn:microsoft.com/office/officeart/2005/8/layout/orgChart1"/>
    <dgm:cxn modelId="{36986B81-1E17-CE41-AF9D-ECB7390CBA3D}" type="presParOf" srcId="{93646469-71B9-4200-8C7F-D62D5217A00E}" destId="{AB766849-9817-475D-8B11-8398DFC0C6AD}" srcOrd="1" destOrd="0" presId="urn:microsoft.com/office/officeart/2005/8/layout/orgChart1"/>
    <dgm:cxn modelId="{C53C15C1-2D96-8842-A28B-BCFE2BB7E3B0}" type="presParOf" srcId="{454AE5E1-21BA-43B6-9BD9-9E67E2E5F7A6}" destId="{F3B286A8-B9D8-437C-A524-C7380E6869F5}" srcOrd="1" destOrd="0" presId="urn:microsoft.com/office/officeart/2005/8/layout/orgChart1"/>
    <dgm:cxn modelId="{76857694-E480-A446-82BF-3C5A88371D36}" type="presParOf" srcId="{454AE5E1-21BA-43B6-9BD9-9E67E2E5F7A6}" destId="{0D9D027F-000A-4A78-A347-12E6ED4E4329}" srcOrd="2" destOrd="0" presId="urn:microsoft.com/office/officeart/2005/8/layout/orgChart1"/>
    <dgm:cxn modelId="{976B0FBF-4AD7-BB4C-83BA-F201975BA615}" type="presParOf" srcId="{534EAB2C-B3F1-49DE-B948-ECFD16B00FA4}" destId="{D3FA142A-90DA-40E7-9547-F49EB0D22100}" srcOrd="2" destOrd="0" presId="urn:microsoft.com/office/officeart/2005/8/layout/orgChart1"/>
    <dgm:cxn modelId="{4F6909EE-0B6B-3F46-B411-2D6B0F0061BC}" type="presParOf" srcId="{1FBCA08B-6B22-4D27-84DC-54719C6BABB6}" destId="{06FFA1FC-456A-4E80-B303-F8183D1DFB06}" srcOrd="2" destOrd="0" presId="urn:microsoft.com/office/officeart/2005/8/layout/orgChart1"/>
    <dgm:cxn modelId="{EFE36452-25BE-9445-8FB2-AE407F5038CA}" type="presParOf" srcId="{1FBCA08B-6B22-4D27-84DC-54719C6BABB6}" destId="{25CF98A9-B2B0-46EC-8268-A9150EA687DE}" srcOrd="3" destOrd="0" presId="urn:microsoft.com/office/officeart/2005/8/layout/orgChart1"/>
    <dgm:cxn modelId="{86AC8132-C695-F54F-8524-89CB3DE815A3}" type="presParOf" srcId="{25CF98A9-B2B0-46EC-8268-A9150EA687DE}" destId="{F6D401E0-5010-4AD0-BF70-2F8380CFC09A}" srcOrd="0" destOrd="0" presId="urn:microsoft.com/office/officeart/2005/8/layout/orgChart1"/>
    <dgm:cxn modelId="{2582BD69-BC72-2D46-A9DA-F3823F643ACF}" type="presParOf" srcId="{F6D401E0-5010-4AD0-BF70-2F8380CFC09A}" destId="{10ED3A20-C88B-480A-99FD-42F65F0A4E2C}" srcOrd="0" destOrd="0" presId="urn:microsoft.com/office/officeart/2005/8/layout/orgChart1"/>
    <dgm:cxn modelId="{C4E9F182-FAE6-2047-8BA5-F888A43E36F3}" type="presParOf" srcId="{F6D401E0-5010-4AD0-BF70-2F8380CFC09A}" destId="{98015538-90CC-4A55-A011-5C8830BE7B6B}" srcOrd="1" destOrd="0" presId="urn:microsoft.com/office/officeart/2005/8/layout/orgChart1"/>
    <dgm:cxn modelId="{BD98A8F2-7662-DF49-A56E-FF81EFBC52E4}" type="presParOf" srcId="{25CF98A9-B2B0-46EC-8268-A9150EA687DE}" destId="{E0EEF946-6FE3-4247-8765-AFCCBE47BCAA}" srcOrd="1" destOrd="0" presId="urn:microsoft.com/office/officeart/2005/8/layout/orgChart1"/>
    <dgm:cxn modelId="{4DDF2EC6-6EC3-974B-943B-FF8457F01768}" type="presParOf" srcId="{E0EEF946-6FE3-4247-8765-AFCCBE47BCAA}" destId="{373F9FF7-8B4C-47E2-9D7B-CE1912E838C8}" srcOrd="0" destOrd="0" presId="urn:microsoft.com/office/officeart/2005/8/layout/orgChart1"/>
    <dgm:cxn modelId="{E53769EA-AA00-214B-821F-353076F26E94}" type="presParOf" srcId="{E0EEF946-6FE3-4247-8765-AFCCBE47BCAA}" destId="{FF16B898-139F-4146-ADAD-E055996F3851}" srcOrd="1" destOrd="0" presId="urn:microsoft.com/office/officeart/2005/8/layout/orgChart1"/>
    <dgm:cxn modelId="{AD664F2D-ECA8-5149-8691-6D3852A8D30D}" type="presParOf" srcId="{FF16B898-139F-4146-ADAD-E055996F3851}" destId="{D7C7CDC3-86CA-4B05-B7A2-3502EDCD403A}" srcOrd="0" destOrd="0" presId="urn:microsoft.com/office/officeart/2005/8/layout/orgChart1"/>
    <dgm:cxn modelId="{0E3C01B7-A476-6044-9928-2BCE4D242BAC}" type="presParOf" srcId="{D7C7CDC3-86CA-4B05-B7A2-3502EDCD403A}" destId="{3A517E6B-876C-4806-84DC-F1040FD277AA}" srcOrd="0" destOrd="0" presId="urn:microsoft.com/office/officeart/2005/8/layout/orgChart1"/>
    <dgm:cxn modelId="{D0AD8A06-8CE4-9842-91F0-17BDACCC0784}" type="presParOf" srcId="{D7C7CDC3-86CA-4B05-B7A2-3502EDCD403A}" destId="{E237060A-CF35-4FDA-9FAF-702DC3FFF16F}" srcOrd="1" destOrd="0" presId="urn:microsoft.com/office/officeart/2005/8/layout/orgChart1"/>
    <dgm:cxn modelId="{4268F4CD-153B-F74C-BBCA-374340316BBF}" type="presParOf" srcId="{FF16B898-139F-4146-ADAD-E055996F3851}" destId="{9B891F62-5F5E-450B-95BB-C25F1A495024}" srcOrd="1" destOrd="0" presId="urn:microsoft.com/office/officeart/2005/8/layout/orgChart1"/>
    <dgm:cxn modelId="{04FAA6AA-5492-3940-B6E8-CBCFEA8A2F19}" type="presParOf" srcId="{FF16B898-139F-4146-ADAD-E055996F3851}" destId="{F2560DD6-8D8A-48CE-89F9-1E7526AF3A2F}" srcOrd="2" destOrd="0" presId="urn:microsoft.com/office/officeart/2005/8/layout/orgChart1"/>
    <dgm:cxn modelId="{7DC153C5-E4C8-EA44-B18F-E86EA6FF6435}" type="presParOf" srcId="{E0EEF946-6FE3-4247-8765-AFCCBE47BCAA}" destId="{45BA3CB7-AF9B-47A7-A739-DB791DAF4FFB}" srcOrd="2" destOrd="0" presId="urn:microsoft.com/office/officeart/2005/8/layout/orgChart1"/>
    <dgm:cxn modelId="{9D59B971-CF2D-6C42-8F17-7073F9352941}" type="presParOf" srcId="{E0EEF946-6FE3-4247-8765-AFCCBE47BCAA}" destId="{49FA6DB7-4F25-407D-8474-00DE0149D4E0}" srcOrd="3" destOrd="0" presId="urn:microsoft.com/office/officeart/2005/8/layout/orgChart1"/>
    <dgm:cxn modelId="{914787C6-F160-D044-BB49-74E11AA7E061}" type="presParOf" srcId="{49FA6DB7-4F25-407D-8474-00DE0149D4E0}" destId="{4BC0D298-D94D-4005-B3A0-8A17FE762C50}" srcOrd="0" destOrd="0" presId="urn:microsoft.com/office/officeart/2005/8/layout/orgChart1"/>
    <dgm:cxn modelId="{1DDD1EAE-6806-D142-AE6A-48D5EE6D05A8}" type="presParOf" srcId="{4BC0D298-D94D-4005-B3A0-8A17FE762C50}" destId="{EB88273D-F0FD-44ED-8C77-DF80D8EA9BA9}" srcOrd="0" destOrd="0" presId="urn:microsoft.com/office/officeart/2005/8/layout/orgChart1"/>
    <dgm:cxn modelId="{2B7F71B5-65E5-D843-8907-5ECAFC871B36}" type="presParOf" srcId="{4BC0D298-D94D-4005-B3A0-8A17FE762C50}" destId="{9A3CE48F-AA79-4FA5-B3FF-457653D4ECD4}" srcOrd="1" destOrd="0" presId="urn:microsoft.com/office/officeart/2005/8/layout/orgChart1"/>
    <dgm:cxn modelId="{0EE750A5-074A-E148-80E5-59F75CC7EF18}" type="presParOf" srcId="{49FA6DB7-4F25-407D-8474-00DE0149D4E0}" destId="{71B64EB9-51B2-4E37-98BF-18029AF7A919}" srcOrd="1" destOrd="0" presId="urn:microsoft.com/office/officeart/2005/8/layout/orgChart1"/>
    <dgm:cxn modelId="{6F389F72-A9FF-3B4F-81AE-273AD3FF260F}" type="presParOf" srcId="{49FA6DB7-4F25-407D-8474-00DE0149D4E0}" destId="{ECBF623D-3A19-4B6B-84E0-AFC611C70210}" srcOrd="2" destOrd="0" presId="urn:microsoft.com/office/officeart/2005/8/layout/orgChart1"/>
    <dgm:cxn modelId="{41879E25-3594-7B4F-9007-BA5D65156AEB}" type="presParOf" srcId="{25CF98A9-B2B0-46EC-8268-A9150EA687DE}" destId="{F3C22946-875B-403B-B688-9BF43680A47D}" srcOrd="2" destOrd="0" presId="urn:microsoft.com/office/officeart/2005/8/layout/orgChart1"/>
    <dgm:cxn modelId="{7600F374-6BD7-4446-848F-D7268930C312}" type="presParOf" srcId="{FA05961B-8858-4666-B46B-4365F06B026B}" destId="{61C73053-7CD1-4AFF-B30D-5AF0CCB3971A}" srcOrd="2" destOrd="0" presId="urn:microsoft.com/office/officeart/2005/8/layout/orgChart1"/>
    <dgm:cxn modelId="{D6CDA9C1-7277-6447-B438-8E7A77BB1932}" type="presParOf" srcId="{27FB2290-4178-4D2E-B720-90DB5361BFBB}" destId="{F5D56608-40C9-45F0-944A-8EFC5DB59F0E}" srcOrd="2" destOrd="0" presId="urn:microsoft.com/office/officeart/2005/8/layout/orgChart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B2DF5F26-E09A-44A6-997C-705EA78EEABD}" type="doc">
      <dgm:prSet loTypeId="urn:microsoft.com/office/officeart/2009/3/layout/HorizontalOrganizationChart" loCatId="hierarchy" qsTypeId="urn:microsoft.com/office/officeart/2005/8/quickstyle/simple1" qsCatId="simple" csTypeId="urn:microsoft.com/office/officeart/2005/8/colors/accent1_2" csCatId="accent1" phldr="1"/>
      <dgm:spPr/>
      <dgm:t>
        <a:bodyPr/>
        <a:lstStyle/>
        <a:p>
          <a:endParaRPr lang="zh-CN" altLang="en-US"/>
        </a:p>
      </dgm:t>
    </dgm:pt>
    <dgm:pt modelId="{94C1FF2D-4353-4064-9072-7D71F2F43F9E}">
      <dgm:prSet phldrT="[文本]" custT="1"/>
      <dgm:spPr>
        <a:noFill/>
      </dgm:spPr>
      <dgm:t>
        <a:bodyPr/>
        <a:lstStyle/>
        <a:p>
          <a:r>
            <a:rPr lang="en-US" altLang="zh-CN" sz="1050" b="0" dirty="0">
              <a:solidFill>
                <a:srgbClr val="C00000"/>
              </a:solidFill>
            </a:rPr>
            <a:t>202.112.112.0/20</a:t>
          </a:r>
          <a:endParaRPr lang="zh-CN" altLang="en-US" sz="1050" b="0" dirty="0">
            <a:solidFill>
              <a:srgbClr val="C00000"/>
            </a:solidFill>
          </a:endParaRPr>
        </a:p>
      </dgm:t>
    </dgm:pt>
    <dgm:pt modelId="{327F5A82-9F0A-4E5A-91BC-9074365E02AB}" type="parTrans" cxnId="{7564ED9A-4A86-429C-91FA-52187A1CD2DA}">
      <dgm:prSet/>
      <dgm:spPr/>
      <dgm:t>
        <a:bodyPr/>
        <a:lstStyle/>
        <a:p>
          <a:endParaRPr lang="zh-CN" altLang="en-US"/>
        </a:p>
      </dgm:t>
    </dgm:pt>
    <dgm:pt modelId="{0C4D673C-07D5-4F40-A3DE-352653E46950}" type="sibTrans" cxnId="{7564ED9A-4A86-429C-91FA-52187A1CD2DA}">
      <dgm:prSet/>
      <dgm:spPr/>
      <dgm:t>
        <a:bodyPr/>
        <a:lstStyle/>
        <a:p>
          <a:endParaRPr lang="zh-CN" altLang="en-US"/>
        </a:p>
      </dgm:t>
    </dgm:pt>
    <dgm:pt modelId="{639AD7FF-E078-47CD-BA52-6E359C6C2BC9}">
      <dgm:prSet phldrT="[文本]" custT="1"/>
      <dgm:spPr>
        <a:noFill/>
      </dgm:spPr>
      <dgm:t>
        <a:bodyPr/>
        <a:lstStyle/>
        <a:p>
          <a:r>
            <a:rPr lang="en-US" altLang="zh-CN" sz="1050" b="0" dirty="0">
              <a:solidFill>
                <a:srgbClr val="C00000"/>
              </a:solidFill>
            </a:rPr>
            <a:t>202.112.112.0/21</a:t>
          </a:r>
          <a:endParaRPr lang="zh-CN" altLang="en-US" sz="1050" b="0" dirty="0">
            <a:solidFill>
              <a:srgbClr val="C00000"/>
            </a:solidFill>
          </a:endParaRPr>
        </a:p>
      </dgm:t>
    </dgm:pt>
    <dgm:pt modelId="{95A05EC8-27CA-40BC-B61F-9F5E0BDA8E72}" type="parTrans" cxnId="{EBA164A4-E420-4F14-90D9-DD7E170C9288}">
      <dgm:prSet/>
      <dgm:spPr>
        <a:noFill/>
      </dgm:spPr>
      <dgm:t>
        <a:bodyPr/>
        <a:lstStyle/>
        <a:p>
          <a:endParaRPr lang="zh-CN" altLang="en-US">
            <a:solidFill>
              <a:schemeClr val="tx1"/>
            </a:solidFill>
          </a:endParaRPr>
        </a:p>
      </dgm:t>
    </dgm:pt>
    <dgm:pt modelId="{D7C3C22A-56DF-4DD6-AFD8-5B26ADABBD43}" type="sibTrans" cxnId="{EBA164A4-E420-4F14-90D9-DD7E170C9288}">
      <dgm:prSet/>
      <dgm:spPr/>
      <dgm:t>
        <a:bodyPr/>
        <a:lstStyle/>
        <a:p>
          <a:endParaRPr lang="zh-CN" altLang="en-US"/>
        </a:p>
      </dgm:t>
    </dgm:pt>
    <dgm:pt modelId="{B2A34A91-A457-4DA8-AFC5-4CA895B3C40D}">
      <dgm:prSet phldrT="[文本]" custT="1"/>
      <dgm:spPr>
        <a:noFill/>
      </dgm:spPr>
      <dgm:t>
        <a:bodyPr/>
        <a:lstStyle/>
        <a:p>
          <a:r>
            <a:rPr lang="en-US" altLang="zh-CN" sz="1050" b="0" dirty="0">
              <a:solidFill>
                <a:srgbClr val="C00000"/>
              </a:solidFill>
            </a:rPr>
            <a:t>202.112.120.0/21</a:t>
          </a:r>
          <a:endParaRPr lang="zh-CN" altLang="en-US" sz="1050" b="0" dirty="0">
            <a:solidFill>
              <a:srgbClr val="C00000"/>
            </a:solidFill>
          </a:endParaRPr>
        </a:p>
      </dgm:t>
    </dgm:pt>
    <dgm:pt modelId="{F2371777-4194-4B24-925A-F4EE861BE127}" type="parTrans" cxnId="{F3B30043-3A43-40BA-A8C2-F82D3D8C650B}">
      <dgm:prSet/>
      <dgm:spPr>
        <a:noFill/>
      </dgm:spPr>
      <dgm:t>
        <a:bodyPr/>
        <a:lstStyle/>
        <a:p>
          <a:endParaRPr lang="zh-CN" altLang="en-US">
            <a:solidFill>
              <a:schemeClr val="tx1"/>
            </a:solidFill>
          </a:endParaRPr>
        </a:p>
      </dgm:t>
    </dgm:pt>
    <dgm:pt modelId="{7107F817-8D42-4472-A7B7-17D25678B992}" type="sibTrans" cxnId="{F3B30043-3A43-40BA-A8C2-F82D3D8C650B}">
      <dgm:prSet/>
      <dgm:spPr/>
      <dgm:t>
        <a:bodyPr/>
        <a:lstStyle/>
        <a:p>
          <a:endParaRPr lang="zh-CN" altLang="en-US"/>
        </a:p>
      </dgm:t>
    </dgm:pt>
    <dgm:pt modelId="{CD6AFED7-F7B8-4742-9E9A-F0F22C9BFD4D}">
      <dgm:prSet phldrT="[文本]" custT="1"/>
      <dgm:spPr>
        <a:noFill/>
      </dgm:spPr>
      <dgm:t>
        <a:bodyPr/>
        <a:lstStyle/>
        <a:p>
          <a:r>
            <a:rPr lang="en-US" altLang="zh-CN" sz="1050" b="0" dirty="0">
              <a:solidFill>
                <a:srgbClr val="C00000"/>
              </a:solidFill>
            </a:rPr>
            <a:t>202.112.112.0/22</a:t>
          </a:r>
          <a:endParaRPr lang="zh-CN" altLang="en-US" sz="1050" b="0" dirty="0">
            <a:solidFill>
              <a:srgbClr val="C00000"/>
            </a:solidFill>
          </a:endParaRPr>
        </a:p>
      </dgm:t>
    </dgm:pt>
    <dgm:pt modelId="{14466BFE-00D5-46F1-A5C4-8476882CD4FB}" type="parTrans" cxnId="{7C04DD4B-BA33-4317-AF6F-246111483CDE}">
      <dgm:prSet/>
      <dgm:spPr>
        <a:noFill/>
      </dgm:spPr>
      <dgm:t>
        <a:bodyPr/>
        <a:lstStyle/>
        <a:p>
          <a:endParaRPr lang="zh-CN" altLang="en-US">
            <a:solidFill>
              <a:schemeClr val="tx1"/>
            </a:solidFill>
          </a:endParaRPr>
        </a:p>
      </dgm:t>
    </dgm:pt>
    <dgm:pt modelId="{E6A033C1-BE5F-429B-9A96-702DB44EDC90}" type="sibTrans" cxnId="{7C04DD4B-BA33-4317-AF6F-246111483CDE}">
      <dgm:prSet/>
      <dgm:spPr/>
      <dgm:t>
        <a:bodyPr/>
        <a:lstStyle/>
        <a:p>
          <a:endParaRPr lang="zh-CN" altLang="en-US"/>
        </a:p>
      </dgm:t>
    </dgm:pt>
    <dgm:pt modelId="{2207C40F-7670-4A51-8CE2-EB6BED66567F}">
      <dgm:prSet phldrT="[文本]" custT="1"/>
      <dgm:spPr>
        <a:noFill/>
      </dgm:spPr>
      <dgm:t>
        <a:bodyPr/>
        <a:lstStyle/>
        <a:p>
          <a:r>
            <a:rPr lang="en-US" altLang="zh-CN" sz="1050" b="0" dirty="0">
              <a:solidFill>
                <a:srgbClr val="C00000"/>
              </a:solidFill>
            </a:rPr>
            <a:t>202.112.120.0/22</a:t>
          </a:r>
          <a:endParaRPr lang="zh-CN" altLang="en-US" sz="1050" b="0" dirty="0">
            <a:solidFill>
              <a:srgbClr val="C00000"/>
            </a:solidFill>
          </a:endParaRPr>
        </a:p>
      </dgm:t>
    </dgm:pt>
    <dgm:pt modelId="{984B008A-84C3-461C-9E68-7ED63B02E02D}" type="parTrans" cxnId="{6F9B9727-4E50-45D4-8F7F-4CE6B427A4A6}">
      <dgm:prSet/>
      <dgm:spPr>
        <a:noFill/>
      </dgm:spPr>
      <dgm:t>
        <a:bodyPr/>
        <a:lstStyle/>
        <a:p>
          <a:endParaRPr lang="zh-CN" altLang="en-US">
            <a:solidFill>
              <a:schemeClr val="tx1"/>
            </a:solidFill>
          </a:endParaRPr>
        </a:p>
      </dgm:t>
    </dgm:pt>
    <dgm:pt modelId="{96B8F538-8CD1-417E-9C35-F9E3900E0120}" type="sibTrans" cxnId="{6F9B9727-4E50-45D4-8F7F-4CE6B427A4A6}">
      <dgm:prSet/>
      <dgm:spPr/>
      <dgm:t>
        <a:bodyPr/>
        <a:lstStyle/>
        <a:p>
          <a:endParaRPr lang="zh-CN" altLang="en-US"/>
        </a:p>
      </dgm:t>
    </dgm:pt>
    <dgm:pt modelId="{AB5D0D44-2FE7-469E-96B7-4BE017DF99D1}">
      <dgm:prSet phldrT="[文本]" custT="1"/>
      <dgm:spPr>
        <a:solidFill>
          <a:schemeClr val="accent1"/>
        </a:solidFill>
      </dgm:spPr>
      <dgm:t>
        <a:bodyPr/>
        <a:lstStyle/>
        <a:p>
          <a:pPr>
            <a:lnSpc>
              <a:spcPts val="1260"/>
            </a:lnSpc>
            <a:spcAft>
              <a:spcPts val="0"/>
            </a:spcAft>
          </a:pPr>
          <a:r>
            <a:rPr lang="en-US" altLang="zh-CN" sz="1050" b="0" dirty="0">
              <a:solidFill>
                <a:srgbClr val="7030A0"/>
              </a:solidFill>
            </a:rPr>
            <a:t>202.112.116.0/22</a:t>
          </a:r>
        </a:p>
        <a:p>
          <a:pPr>
            <a:lnSpc>
              <a:spcPts val="1260"/>
            </a:lnSpc>
            <a:spcAft>
              <a:spcPts val="0"/>
            </a:spcAft>
          </a:pPr>
          <a:r>
            <a:rPr lang="zh-CN" altLang="en-US" sz="1050" b="0" dirty="0">
              <a:solidFill>
                <a:srgbClr val="7030A0"/>
              </a:solidFill>
            </a:rPr>
            <a:t>实验室</a:t>
          </a:r>
        </a:p>
      </dgm:t>
    </dgm:pt>
    <dgm:pt modelId="{1141E833-3DDD-44DC-8737-F43C0844EDF0}" type="parTrans" cxnId="{8C33F11C-19DC-4756-8D62-C765EE9CBA75}">
      <dgm:prSet/>
      <dgm:spPr>
        <a:noFill/>
      </dgm:spPr>
      <dgm:t>
        <a:bodyPr/>
        <a:lstStyle/>
        <a:p>
          <a:endParaRPr lang="zh-CN" altLang="en-US">
            <a:solidFill>
              <a:schemeClr val="tx1"/>
            </a:solidFill>
          </a:endParaRPr>
        </a:p>
      </dgm:t>
    </dgm:pt>
    <dgm:pt modelId="{FCD21F9B-AA30-4F6E-809E-8DE669F6DC01}" type="sibTrans" cxnId="{8C33F11C-19DC-4756-8D62-C765EE9CBA75}">
      <dgm:prSet/>
      <dgm:spPr/>
      <dgm:t>
        <a:bodyPr/>
        <a:lstStyle/>
        <a:p>
          <a:endParaRPr lang="zh-CN" altLang="en-US"/>
        </a:p>
      </dgm:t>
    </dgm:pt>
    <dgm:pt modelId="{498D760D-13DE-4332-AAC3-B9A236D99AC4}">
      <dgm:prSet phldrT="[文本]" custT="1"/>
      <dgm:spPr>
        <a:noFill/>
      </dgm:spPr>
      <dgm:t>
        <a:bodyPr/>
        <a:lstStyle/>
        <a:p>
          <a:r>
            <a:rPr lang="en-US" altLang="zh-CN" sz="1050" b="0" dirty="0">
              <a:solidFill>
                <a:srgbClr val="C00000"/>
              </a:solidFill>
            </a:rPr>
            <a:t>202.112.124.0/22</a:t>
          </a:r>
          <a:endParaRPr lang="zh-CN" altLang="en-US" sz="1050" b="0" dirty="0">
            <a:solidFill>
              <a:srgbClr val="C00000"/>
            </a:solidFill>
          </a:endParaRPr>
        </a:p>
      </dgm:t>
    </dgm:pt>
    <dgm:pt modelId="{81D3B39E-F56E-40F3-A32F-6F559C668447}" type="parTrans" cxnId="{612C2AF2-7FAA-45B7-9932-6970ACA0F52D}">
      <dgm:prSet/>
      <dgm:spPr>
        <a:noFill/>
      </dgm:spPr>
      <dgm:t>
        <a:bodyPr/>
        <a:lstStyle/>
        <a:p>
          <a:endParaRPr lang="zh-CN" altLang="en-US">
            <a:solidFill>
              <a:schemeClr val="tx1"/>
            </a:solidFill>
          </a:endParaRPr>
        </a:p>
      </dgm:t>
    </dgm:pt>
    <dgm:pt modelId="{94957FF1-240E-4E29-8107-AD8AD596D549}" type="sibTrans" cxnId="{612C2AF2-7FAA-45B7-9932-6970ACA0F52D}">
      <dgm:prSet/>
      <dgm:spPr/>
      <dgm:t>
        <a:bodyPr/>
        <a:lstStyle/>
        <a:p>
          <a:endParaRPr lang="zh-CN" altLang="en-US"/>
        </a:p>
      </dgm:t>
    </dgm:pt>
    <dgm:pt modelId="{7FB52EDA-B8E7-40A7-98AD-8158BB7958AC}">
      <dgm:prSet phldrT="[文本]" custT="1"/>
      <dgm:spPr>
        <a:noFill/>
      </dgm:spPr>
      <dgm:t>
        <a:bodyPr/>
        <a:lstStyle/>
        <a:p>
          <a:r>
            <a:rPr lang="en-US" altLang="zh-CN" sz="1050" b="0" dirty="0">
              <a:solidFill>
                <a:srgbClr val="C00000"/>
              </a:solidFill>
            </a:rPr>
            <a:t>202.112.112.0/23</a:t>
          </a:r>
          <a:endParaRPr lang="zh-CN" altLang="en-US" sz="1050" b="0" dirty="0">
            <a:solidFill>
              <a:srgbClr val="C00000"/>
            </a:solidFill>
          </a:endParaRPr>
        </a:p>
      </dgm:t>
    </dgm:pt>
    <dgm:pt modelId="{A93B15A6-2F22-4599-A8C6-DEFA9330E418}" type="parTrans" cxnId="{D94AD165-9C8E-4823-B834-1E79E13A54BF}">
      <dgm:prSet/>
      <dgm:spPr>
        <a:noFill/>
      </dgm:spPr>
      <dgm:t>
        <a:bodyPr/>
        <a:lstStyle/>
        <a:p>
          <a:endParaRPr lang="zh-CN" altLang="en-US">
            <a:solidFill>
              <a:schemeClr val="tx1"/>
            </a:solidFill>
          </a:endParaRPr>
        </a:p>
      </dgm:t>
    </dgm:pt>
    <dgm:pt modelId="{E20CBEEA-F6EF-494E-BA38-6E09EB3A0353}" type="sibTrans" cxnId="{D94AD165-9C8E-4823-B834-1E79E13A54BF}">
      <dgm:prSet/>
      <dgm:spPr/>
      <dgm:t>
        <a:bodyPr/>
        <a:lstStyle/>
        <a:p>
          <a:endParaRPr lang="zh-CN" altLang="en-US"/>
        </a:p>
      </dgm:t>
    </dgm:pt>
    <dgm:pt modelId="{7A4FD4E4-F93D-4B5B-AE91-B9E6B267E06F}">
      <dgm:prSet phldrT="[文本]" custT="1"/>
      <dgm:spPr>
        <a:solidFill>
          <a:schemeClr val="accent1"/>
        </a:solidFill>
      </dgm:spPr>
      <dgm:t>
        <a:bodyPr/>
        <a:lstStyle/>
        <a:p>
          <a:pPr>
            <a:lnSpc>
              <a:spcPts val="1260"/>
            </a:lnSpc>
            <a:spcAft>
              <a:spcPts val="0"/>
            </a:spcAft>
          </a:pPr>
          <a:r>
            <a:rPr lang="en-US" altLang="zh-CN" sz="1050" b="0" dirty="0">
              <a:solidFill>
                <a:srgbClr val="7030A0"/>
              </a:solidFill>
            </a:rPr>
            <a:t>202.112.114.0/23</a:t>
          </a:r>
        </a:p>
        <a:p>
          <a:pPr>
            <a:lnSpc>
              <a:spcPts val="1260"/>
            </a:lnSpc>
            <a:spcAft>
              <a:spcPts val="0"/>
            </a:spcAft>
          </a:pPr>
          <a:r>
            <a:rPr lang="zh-CN" altLang="en-US" sz="1050" b="0" dirty="0">
              <a:solidFill>
                <a:srgbClr val="7030A0"/>
              </a:solidFill>
            </a:rPr>
            <a:t>计算机系</a:t>
          </a:r>
        </a:p>
      </dgm:t>
    </dgm:pt>
    <dgm:pt modelId="{B1EE09E6-488F-415E-BB9C-3CAC04422EF2}" type="parTrans" cxnId="{AA9B8599-CB8E-4C33-BEF6-433D7DEBDF9D}">
      <dgm:prSet/>
      <dgm:spPr>
        <a:noFill/>
      </dgm:spPr>
      <dgm:t>
        <a:bodyPr/>
        <a:lstStyle/>
        <a:p>
          <a:endParaRPr lang="zh-CN" altLang="en-US">
            <a:solidFill>
              <a:schemeClr val="tx1"/>
            </a:solidFill>
          </a:endParaRPr>
        </a:p>
      </dgm:t>
    </dgm:pt>
    <dgm:pt modelId="{E0FD5F5C-C3FA-4AE3-9348-31032433AFA3}" type="sibTrans" cxnId="{AA9B8599-CB8E-4C33-BEF6-433D7DEBDF9D}">
      <dgm:prSet/>
      <dgm:spPr/>
      <dgm:t>
        <a:bodyPr/>
        <a:lstStyle/>
        <a:p>
          <a:endParaRPr lang="zh-CN" altLang="en-US"/>
        </a:p>
      </dgm:t>
    </dgm:pt>
    <dgm:pt modelId="{00C86825-1AD1-41C6-B2E2-B092349C4162}">
      <dgm:prSet phldrT="[文本]" custT="1"/>
      <dgm:spPr>
        <a:solidFill>
          <a:schemeClr val="accent1"/>
        </a:solidFill>
      </dgm:spPr>
      <dgm:t>
        <a:bodyPr/>
        <a:lstStyle/>
        <a:p>
          <a:r>
            <a:rPr lang="en-US" altLang="zh-CN" sz="1050" b="0" dirty="0">
              <a:solidFill>
                <a:srgbClr val="7030A0"/>
              </a:solidFill>
            </a:rPr>
            <a:t>202.112.116.0/23</a:t>
          </a:r>
          <a:endParaRPr lang="zh-CN" altLang="en-US" sz="1050" b="0" dirty="0">
            <a:solidFill>
              <a:srgbClr val="7030A0"/>
            </a:solidFill>
          </a:endParaRPr>
        </a:p>
      </dgm:t>
    </dgm:pt>
    <dgm:pt modelId="{2C14A9BB-D01B-404E-A0F1-8383E486BBB3}" type="parTrans" cxnId="{52478674-9522-40AE-9470-B9792AC9782A}">
      <dgm:prSet/>
      <dgm:spPr>
        <a:solidFill>
          <a:schemeClr val="accent1"/>
        </a:solidFill>
      </dgm:spPr>
      <dgm:t>
        <a:bodyPr/>
        <a:lstStyle/>
        <a:p>
          <a:endParaRPr lang="zh-CN" altLang="en-US">
            <a:solidFill>
              <a:schemeClr val="tx1"/>
            </a:solidFill>
          </a:endParaRPr>
        </a:p>
      </dgm:t>
    </dgm:pt>
    <dgm:pt modelId="{550B3953-7A9D-4948-A1C9-689A7FD6F365}" type="sibTrans" cxnId="{52478674-9522-40AE-9470-B9792AC9782A}">
      <dgm:prSet/>
      <dgm:spPr/>
      <dgm:t>
        <a:bodyPr/>
        <a:lstStyle/>
        <a:p>
          <a:endParaRPr lang="zh-CN" altLang="en-US"/>
        </a:p>
      </dgm:t>
    </dgm:pt>
    <dgm:pt modelId="{1337439B-29A1-4BB4-91F7-6365576343C7}">
      <dgm:prSet phldrT="[文本]" custT="1"/>
      <dgm:spPr>
        <a:solidFill>
          <a:schemeClr val="accent1"/>
        </a:solidFill>
      </dgm:spPr>
      <dgm:t>
        <a:bodyPr/>
        <a:lstStyle/>
        <a:p>
          <a:r>
            <a:rPr lang="en-US" altLang="zh-CN" sz="1050" b="0" dirty="0">
              <a:solidFill>
                <a:srgbClr val="7030A0"/>
              </a:solidFill>
            </a:rPr>
            <a:t>202.112.118.0/23</a:t>
          </a:r>
          <a:endParaRPr lang="zh-CN" altLang="en-US" sz="1050" b="0" dirty="0">
            <a:solidFill>
              <a:srgbClr val="7030A0"/>
            </a:solidFill>
          </a:endParaRPr>
        </a:p>
      </dgm:t>
    </dgm:pt>
    <dgm:pt modelId="{F56F6C5D-E554-4205-8BD0-8B2560F2F867}" type="parTrans" cxnId="{7F42EC4E-B244-4A5A-8128-6CD23E490BA6}">
      <dgm:prSet/>
      <dgm:spPr>
        <a:solidFill>
          <a:schemeClr val="accent1"/>
        </a:solidFill>
      </dgm:spPr>
      <dgm:t>
        <a:bodyPr/>
        <a:lstStyle/>
        <a:p>
          <a:endParaRPr lang="zh-CN" altLang="en-US">
            <a:solidFill>
              <a:schemeClr val="tx1"/>
            </a:solidFill>
          </a:endParaRPr>
        </a:p>
      </dgm:t>
    </dgm:pt>
    <dgm:pt modelId="{6FB37DF1-1FEB-4E8A-AF55-66811C54D82C}" type="sibTrans" cxnId="{7F42EC4E-B244-4A5A-8128-6CD23E490BA6}">
      <dgm:prSet/>
      <dgm:spPr/>
      <dgm:t>
        <a:bodyPr/>
        <a:lstStyle/>
        <a:p>
          <a:endParaRPr lang="zh-CN" altLang="en-US"/>
        </a:p>
      </dgm:t>
    </dgm:pt>
    <dgm:pt modelId="{6603E905-99BA-4F26-BA2A-83FFD20EFC8B}">
      <dgm:prSet phldrT="[文本]" custT="1"/>
      <dgm:spPr>
        <a:solidFill>
          <a:schemeClr val="accent1"/>
        </a:solidFill>
      </dgm:spPr>
      <dgm:t>
        <a:bodyPr/>
        <a:lstStyle/>
        <a:p>
          <a:pPr>
            <a:lnSpc>
              <a:spcPts val="1260"/>
            </a:lnSpc>
            <a:spcAft>
              <a:spcPts val="0"/>
            </a:spcAft>
          </a:pPr>
          <a:r>
            <a:rPr lang="en-US" altLang="zh-CN" sz="1050" b="0" dirty="0">
              <a:solidFill>
                <a:srgbClr val="7030A0"/>
              </a:solidFill>
            </a:rPr>
            <a:t>202.112.112.0/24</a:t>
          </a:r>
        </a:p>
        <a:p>
          <a:pPr>
            <a:lnSpc>
              <a:spcPts val="1260"/>
            </a:lnSpc>
            <a:spcAft>
              <a:spcPts val="0"/>
            </a:spcAft>
          </a:pPr>
          <a:r>
            <a:rPr lang="zh-CN" altLang="en-US" sz="1050" b="0" dirty="0">
              <a:solidFill>
                <a:srgbClr val="7030A0"/>
              </a:solidFill>
            </a:rPr>
            <a:t>信息系</a:t>
          </a:r>
        </a:p>
      </dgm:t>
    </dgm:pt>
    <dgm:pt modelId="{861705F4-4C11-4918-9A81-FBF8FA5BDFCD}" type="parTrans" cxnId="{32E9A1EF-C462-41A6-8B76-9BD96B9B95CF}">
      <dgm:prSet/>
      <dgm:spPr>
        <a:noFill/>
      </dgm:spPr>
      <dgm:t>
        <a:bodyPr/>
        <a:lstStyle/>
        <a:p>
          <a:endParaRPr lang="zh-CN" altLang="en-US">
            <a:solidFill>
              <a:schemeClr val="tx1"/>
            </a:solidFill>
          </a:endParaRPr>
        </a:p>
      </dgm:t>
    </dgm:pt>
    <dgm:pt modelId="{3188D408-3AD8-4649-9399-02B67865BCA1}" type="sibTrans" cxnId="{32E9A1EF-C462-41A6-8B76-9BD96B9B95CF}">
      <dgm:prSet/>
      <dgm:spPr/>
      <dgm:t>
        <a:bodyPr/>
        <a:lstStyle/>
        <a:p>
          <a:endParaRPr lang="zh-CN" altLang="en-US"/>
        </a:p>
      </dgm:t>
    </dgm:pt>
    <dgm:pt modelId="{BBFC2554-19AD-4092-9EB3-49D30141DC89}">
      <dgm:prSet phldrT="[文本]" custT="1"/>
      <dgm:spPr>
        <a:noFill/>
      </dgm:spPr>
      <dgm:t>
        <a:bodyPr/>
        <a:lstStyle/>
        <a:p>
          <a:r>
            <a:rPr lang="en-US" altLang="zh-CN" sz="1050" b="0" dirty="0">
              <a:solidFill>
                <a:srgbClr val="C00000"/>
              </a:solidFill>
            </a:rPr>
            <a:t>202.112.113.0/24</a:t>
          </a:r>
          <a:endParaRPr lang="zh-CN" altLang="en-US" sz="1050" b="0" dirty="0">
            <a:solidFill>
              <a:srgbClr val="C00000"/>
            </a:solidFill>
          </a:endParaRPr>
        </a:p>
      </dgm:t>
    </dgm:pt>
    <dgm:pt modelId="{CB2C5CD1-A203-49BE-A2A7-38A352E5EDB6}" type="parTrans" cxnId="{06694C4C-7A64-40E4-AFD3-68597080C486}">
      <dgm:prSet/>
      <dgm:spPr>
        <a:noFill/>
      </dgm:spPr>
      <dgm:t>
        <a:bodyPr/>
        <a:lstStyle/>
        <a:p>
          <a:endParaRPr lang="zh-CN" altLang="en-US">
            <a:solidFill>
              <a:schemeClr val="tx1"/>
            </a:solidFill>
          </a:endParaRPr>
        </a:p>
      </dgm:t>
    </dgm:pt>
    <dgm:pt modelId="{C6FE7C2C-ACA5-4649-8FA0-1E28804623AC}" type="sibTrans" cxnId="{06694C4C-7A64-40E4-AFD3-68597080C486}">
      <dgm:prSet/>
      <dgm:spPr/>
      <dgm:t>
        <a:bodyPr/>
        <a:lstStyle/>
        <a:p>
          <a:endParaRPr lang="zh-CN" altLang="en-US"/>
        </a:p>
      </dgm:t>
    </dgm:pt>
    <dgm:pt modelId="{92EA4119-C67F-462F-A1C9-E7E001CA7FD9}">
      <dgm:prSet phldrT="[文本]" custT="1"/>
      <dgm:spPr>
        <a:solidFill>
          <a:schemeClr val="accent1"/>
        </a:solidFill>
      </dgm:spPr>
      <dgm:t>
        <a:bodyPr/>
        <a:lstStyle/>
        <a:p>
          <a:r>
            <a:rPr lang="en-US" altLang="zh-CN" sz="1050" b="0" dirty="0">
              <a:solidFill>
                <a:srgbClr val="7030A0"/>
              </a:solidFill>
            </a:rPr>
            <a:t>202.112.115.0/24</a:t>
          </a:r>
          <a:endParaRPr lang="zh-CN" altLang="en-US" sz="1050" b="0" dirty="0">
            <a:solidFill>
              <a:srgbClr val="7030A0"/>
            </a:solidFill>
          </a:endParaRPr>
        </a:p>
      </dgm:t>
    </dgm:pt>
    <dgm:pt modelId="{6540DF7A-CBFF-4DE0-892F-69AAE7E3FC78}" type="parTrans" cxnId="{E30C79A4-3BD3-4726-B01D-9CC6E941ADF6}">
      <dgm:prSet/>
      <dgm:spPr>
        <a:solidFill>
          <a:schemeClr val="accent1"/>
        </a:solidFill>
      </dgm:spPr>
      <dgm:t>
        <a:bodyPr/>
        <a:lstStyle/>
        <a:p>
          <a:endParaRPr lang="zh-CN" altLang="en-US">
            <a:solidFill>
              <a:schemeClr val="tx1"/>
            </a:solidFill>
          </a:endParaRPr>
        </a:p>
      </dgm:t>
    </dgm:pt>
    <dgm:pt modelId="{781B389F-63F2-4F72-8DA9-EBF8D48290A6}" type="sibTrans" cxnId="{E30C79A4-3BD3-4726-B01D-9CC6E941ADF6}">
      <dgm:prSet/>
      <dgm:spPr/>
      <dgm:t>
        <a:bodyPr/>
        <a:lstStyle/>
        <a:p>
          <a:endParaRPr lang="zh-CN" altLang="en-US"/>
        </a:p>
      </dgm:t>
    </dgm:pt>
    <dgm:pt modelId="{648FB18D-3EC9-478E-8241-36175898F80F}">
      <dgm:prSet phldrT="[文本]" custT="1"/>
      <dgm:spPr>
        <a:solidFill>
          <a:schemeClr val="accent1"/>
        </a:solidFill>
      </dgm:spPr>
      <dgm:t>
        <a:bodyPr/>
        <a:lstStyle/>
        <a:p>
          <a:r>
            <a:rPr lang="en-US" altLang="zh-CN" sz="1050" b="0" dirty="0">
              <a:solidFill>
                <a:srgbClr val="7030A0"/>
              </a:solidFill>
            </a:rPr>
            <a:t>202.112.114.0/24</a:t>
          </a:r>
          <a:endParaRPr lang="zh-CN" altLang="en-US" sz="1050" b="0" dirty="0">
            <a:solidFill>
              <a:srgbClr val="7030A0"/>
            </a:solidFill>
          </a:endParaRPr>
        </a:p>
      </dgm:t>
    </dgm:pt>
    <dgm:pt modelId="{EF6F8ECC-175A-417B-88DA-9B242D094439}" type="parTrans" cxnId="{6F947C84-1C4D-476B-A414-B4FA75E77122}">
      <dgm:prSet/>
      <dgm:spPr>
        <a:solidFill>
          <a:schemeClr val="accent1"/>
        </a:solidFill>
      </dgm:spPr>
      <dgm:t>
        <a:bodyPr/>
        <a:lstStyle/>
        <a:p>
          <a:endParaRPr lang="zh-CN" altLang="en-US">
            <a:solidFill>
              <a:schemeClr val="tx1"/>
            </a:solidFill>
          </a:endParaRPr>
        </a:p>
      </dgm:t>
    </dgm:pt>
    <dgm:pt modelId="{96F54692-DD6E-4BE7-AC32-06FC77AB8AAD}" type="sibTrans" cxnId="{6F947C84-1C4D-476B-A414-B4FA75E77122}">
      <dgm:prSet/>
      <dgm:spPr/>
      <dgm:t>
        <a:bodyPr/>
        <a:lstStyle/>
        <a:p>
          <a:endParaRPr lang="zh-CN" altLang="en-US"/>
        </a:p>
      </dgm:t>
    </dgm:pt>
    <dgm:pt modelId="{84836D3E-7B93-4880-81AF-9056A56337F7}">
      <dgm:prSet phldrT="[文本]" custT="1"/>
      <dgm:spPr>
        <a:noFill/>
      </dgm:spPr>
      <dgm:t>
        <a:bodyPr/>
        <a:lstStyle/>
        <a:p>
          <a:r>
            <a:rPr lang="en-US" altLang="zh-CN" sz="1050" b="0" dirty="0">
              <a:solidFill>
                <a:srgbClr val="C00000"/>
              </a:solidFill>
            </a:rPr>
            <a:t>202.112.120.0/23</a:t>
          </a:r>
          <a:endParaRPr lang="zh-CN" altLang="en-US" sz="1050" b="0" dirty="0">
            <a:solidFill>
              <a:srgbClr val="C00000"/>
            </a:solidFill>
          </a:endParaRPr>
        </a:p>
      </dgm:t>
    </dgm:pt>
    <dgm:pt modelId="{575C0B2B-FEB8-43C5-B0EC-589422D4DB11}" type="parTrans" cxnId="{5D4BD2F9-20CA-438E-9449-DF0FEF697D6B}">
      <dgm:prSet/>
      <dgm:spPr>
        <a:noFill/>
      </dgm:spPr>
      <dgm:t>
        <a:bodyPr/>
        <a:lstStyle/>
        <a:p>
          <a:endParaRPr lang="zh-CN" altLang="en-US">
            <a:solidFill>
              <a:schemeClr val="tx1"/>
            </a:solidFill>
          </a:endParaRPr>
        </a:p>
      </dgm:t>
    </dgm:pt>
    <dgm:pt modelId="{0ED04298-343A-41D7-8C5D-408AB229A915}" type="sibTrans" cxnId="{5D4BD2F9-20CA-438E-9449-DF0FEF697D6B}">
      <dgm:prSet/>
      <dgm:spPr/>
      <dgm:t>
        <a:bodyPr/>
        <a:lstStyle/>
        <a:p>
          <a:endParaRPr lang="zh-CN" altLang="en-US"/>
        </a:p>
      </dgm:t>
    </dgm:pt>
    <dgm:pt modelId="{244B0D95-E51F-414E-95C2-FCCEDEB402DC}">
      <dgm:prSet phldrT="[文本]" custT="1"/>
      <dgm:spPr>
        <a:noFill/>
      </dgm:spPr>
      <dgm:t>
        <a:bodyPr/>
        <a:lstStyle/>
        <a:p>
          <a:r>
            <a:rPr lang="en-US" altLang="zh-CN" sz="1050" b="0" dirty="0">
              <a:solidFill>
                <a:srgbClr val="C00000"/>
              </a:solidFill>
            </a:rPr>
            <a:t>202.112.122.0/23</a:t>
          </a:r>
          <a:endParaRPr lang="zh-CN" altLang="en-US" sz="1050" b="0" dirty="0">
            <a:solidFill>
              <a:srgbClr val="C00000"/>
            </a:solidFill>
          </a:endParaRPr>
        </a:p>
      </dgm:t>
    </dgm:pt>
    <dgm:pt modelId="{8F2B58F3-2EA1-46DA-BDCF-5184003EB337}" type="parTrans" cxnId="{13B7905B-AF86-40E9-9707-6E0FAD45449E}">
      <dgm:prSet/>
      <dgm:spPr>
        <a:noFill/>
      </dgm:spPr>
      <dgm:t>
        <a:bodyPr/>
        <a:lstStyle/>
        <a:p>
          <a:endParaRPr lang="zh-CN" altLang="en-US">
            <a:solidFill>
              <a:schemeClr val="tx1"/>
            </a:solidFill>
          </a:endParaRPr>
        </a:p>
      </dgm:t>
    </dgm:pt>
    <dgm:pt modelId="{20D507BB-F1AA-41B2-891E-E3515BCE0F1B}" type="sibTrans" cxnId="{13B7905B-AF86-40E9-9707-6E0FAD45449E}">
      <dgm:prSet/>
      <dgm:spPr/>
      <dgm:t>
        <a:bodyPr/>
        <a:lstStyle/>
        <a:p>
          <a:endParaRPr lang="zh-CN" altLang="en-US"/>
        </a:p>
      </dgm:t>
    </dgm:pt>
    <dgm:pt modelId="{A3DF7A3D-7539-48CA-93C0-D83F17F911EF}">
      <dgm:prSet phldrT="[文本]" custT="1"/>
      <dgm:spPr>
        <a:solidFill>
          <a:schemeClr val="accent1"/>
        </a:solidFill>
      </dgm:spPr>
      <dgm:t>
        <a:bodyPr/>
        <a:lstStyle/>
        <a:p>
          <a:r>
            <a:rPr lang="en-US" altLang="zh-CN" sz="1050" b="0" dirty="0">
              <a:solidFill>
                <a:srgbClr val="7030A0"/>
              </a:solidFill>
            </a:rPr>
            <a:t>202.112.119.0/24</a:t>
          </a:r>
          <a:endParaRPr lang="zh-CN" altLang="en-US" sz="1050" b="0" dirty="0">
            <a:solidFill>
              <a:srgbClr val="7030A0"/>
            </a:solidFill>
          </a:endParaRPr>
        </a:p>
      </dgm:t>
    </dgm:pt>
    <dgm:pt modelId="{5DF21E91-C61D-4A3C-8B27-B644B4BBFFF6}" type="parTrans" cxnId="{71D282A7-8AE8-4C1E-830A-EB37DBDD9CD2}">
      <dgm:prSet/>
      <dgm:spPr>
        <a:solidFill>
          <a:schemeClr val="accent1"/>
        </a:solidFill>
      </dgm:spPr>
      <dgm:t>
        <a:bodyPr/>
        <a:lstStyle/>
        <a:p>
          <a:endParaRPr lang="zh-CN" altLang="en-US">
            <a:solidFill>
              <a:schemeClr val="tx1"/>
            </a:solidFill>
          </a:endParaRPr>
        </a:p>
      </dgm:t>
    </dgm:pt>
    <dgm:pt modelId="{B51B13B7-AEF1-49CF-B239-B0E8034F7D6E}" type="sibTrans" cxnId="{71D282A7-8AE8-4C1E-830A-EB37DBDD9CD2}">
      <dgm:prSet/>
      <dgm:spPr/>
      <dgm:t>
        <a:bodyPr/>
        <a:lstStyle/>
        <a:p>
          <a:endParaRPr lang="zh-CN" altLang="en-US"/>
        </a:p>
      </dgm:t>
    </dgm:pt>
    <dgm:pt modelId="{27941122-111D-44CF-B21D-6B36FAEDD1FD}">
      <dgm:prSet phldrT="[文本]" custT="1"/>
      <dgm:spPr>
        <a:noFill/>
      </dgm:spPr>
      <dgm:t>
        <a:bodyPr/>
        <a:lstStyle/>
        <a:p>
          <a:r>
            <a:rPr lang="en-US" altLang="zh-CN" sz="1050" b="0" dirty="0">
              <a:solidFill>
                <a:srgbClr val="C00000"/>
              </a:solidFill>
            </a:rPr>
            <a:t>202.112.124.0/23</a:t>
          </a:r>
          <a:endParaRPr lang="zh-CN" altLang="en-US" sz="1050" b="0" dirty="0">
            <a:solidFill>
              <a:srgbClr val="C00000"/>
            </a:solidFill>
          </a:endParaRPr>
        </a:p>
      </dgm:t>
    </dgm:pt>
    <dgm:pt modelId="{004429D4-F73B-46E7-BA80-37CABC14F847}" type="parTrans" cxnId="{61589D14-E9ED-4640-85E1-E41326E54C61}">
      <dgm:prSet/>
      <dgm:spPr>
        <a:noFill/>
      </dgm:spPr>
      <dgm:t>
        <a:bodyPr/>
        <a:lstStyle/>
        <a:p>
          <a:endParaRPr lang="zh-CN" altLang="en-US">
            <a:solidFill>
              <a:schemeClr val="tx1"/>
            </a:solidFill>
          </a:endParaRPr>
        </a:p>
      </dgm:t>
    </dgm:pt>
    <dgm:pt modelId="{B5B7F857-31B8-4167-8E40-BA1699C5DE7C}" type="sibTrans" cxnId="{61589D14-E9ED-4640-85E1-E41326E54C61}">
      <dgm:prSet/>
      <dgm:spPr/>
      <dgm:t>
        <a:bodyPr/>
        <a:lstStyle/>
        <a:p>
          <a:endParaRPr lang="zh-CN" altLang="en-US"/>
        </a:p>
      </dgm:t>
    </dgm:pt>
    <dgm:pt modelId="{94ACC785-C4C9-4928-91B4-B2432E3E67C4}">
      <dgm:prSet phldrT="[文本]" custT="1"/>
      <dgm:spPr>
        <a:noFill/>
      </dgm:spPr>
      <dgm:t>
        <a:bodyPr/>
        <a:lstStyle/>
        <a:p>
          <a:r>
            <a:rPr lang="en-US" altLang="zh-CN" sz="1050" b="0" dirty="0">
              <a:solidFill>
                <a:srgbClr val="C00000"/>
              </a:solidFill>
            </a:rPr>
            <a:t>202.112.126.0/23</a:t>
          </a:r>
          <a:endParaRPr lang="zh-CN" altLang="en-US" sz="1050" b="0" dirty="0">
            <a:solidFill>
              <a:srgbClr val="C00000"/>
            </a:solidFill>
          </a:endParaRPr>
        </a:p>
      </dgm:t>
    </dgm:pt>
    <dgm:pt modelId="{7BC1C88B-17A1-4A5E-8477-82000C38B2C2}" type="parTrans" cxnId="{331F2A10-C204-45CF-A9E3-09AF13C528B9}">
      <dgm:prSet/>
      <dgm:spPr>
        <a:noFill/>
      </dgm:spPr>
      <dgm:t>
        <a:bodyPr/>
        <a:lstStyle/>
        <a:p>
          <a:endParaRPr lang="zh-CN" altLang="en-US">
            <a:solidFill>
              <a:schemeClr val="tx1"/>
            </a:solidFill>
          </a:endParaRPr>
        </a:p>
      </dgm:t>
    </dgm:pt>
    <dgm:pt modelId="{DBE35587-9CC5-4884-B003-8E3005F05C2B}" type="sibTrans" cxnId="{331F2A10-C204-45CF-A9E3-09AF13C528B9}">
      <dgm:prSet/>
      <dgm:spPr/>
      <dgm:t>
        <a:bodyPr/>
        <a:lstStyle/>
        <a:p>
          <a:endParaRPr lang="zh-CN" altLang="en-US"/>
        </a:p>
      </dgm:t>
    </dgm:pt>
    <dgm:pt modelId="{C568C140-E131-44B2-A558-C683FACD79AA}">
      <dgm:prSet phldrT="[文本]" custT="1"/>
      <dgm:spPr>
        <a:solidFill>
          <a:schemeClr val="accent1"/>
        </a:solidFill>
      </dgm:spPr>
      <dgm:t>
        <a:bodyPr/>
        <a:lstStyle/>
        <a:p>
          <a:r>
            <a:rPr lang="en-US" altLang="zh-CN" sz="1050" b="0" dirty="0">
              <a:solidFill>
                <a:srgbClr val="7030A0"/>
              </a:solidFill>
            </a:rPr>
            <a:t>202.112.116.0/24</a:t>
          </a:r>
          <a:endParaRPr lang="zh-CN" altLang="en-US" sz="1050" b="0" dirty="0">
            <a:solidFill>
              <a:srgbClr val="7030A0"/>
            </a:solidFill>
          </a:endParaRPr>
        </a:p>
      </dgm:t>
    </dgm:pt>
    <dgm:pt modelId="{52BFB68D-6CD3-4D8C-AE6D-5B5B3C2214A3}" type="parTrans" cxnId="{6395A110-EF7B-4E43-9565-10A15728758A}">
      <dgm:prSet/>
      <dgm:spPr>
        <a:solidFill>
          <a:schemeClr val="accent1"/>
        </a:solidFill>
      </dgm:spPr>
      <dgm:t>
        <a:bodyPr/>
        <a:lstStyle/>
        <a:p>
          <a:endParaRPr lang="zh-CN" altLang="en-US">
            <a:solidFill>
              <a:schemeClr val="tx1"/>
            </a:solidFill>
          </a:endParaRPr>
        </a:p>
      </dgm:t>
    </dgm:pt>
    <dgm:pt modelId="{10036998-5D60-45C8-A560-F5D5E9D10F8D}" type="sibTrans" cxnId="{6395A110-EF7B-4E43-9565-10A15728758A}">
      <dgm:prSet/>
      <dgm:spPr/>
      <dgm:t>
        <a:bodyPr/>
        <a:lstStyle/>
        <a:p>
          <a:endParaRPr lang="zh-CN" altLang="en-US"/>
        </a:p>
      </dgm:t>
    </dgm:pt>
    <dgm:pt modelId="{56B9A279-C4C6-4F87-9234-09465E8BF959}">
      <dgm:prSet phldrT="[文本]" custT="1"/>
      <dgm:spPr>
        <a:solidFill>
          <a:schemeClr val="accent1"/>
        </a:solidFill>
      </dgm:spPr>
      <dgm:t>
        <a:bodyPr/>
        <a:lstStyle/>
        <a:p>
          <a:r>
            <a:rPr lang="en-US" altLang="zh-CN" sz="1050" b="0" dirty="0">
              <a:solidFill>
                <a:srgbClr val="7030A0"/>
              </a:solidFill>
            </a:rPr>
            <a:t>202.112.117.0/24</a:t>
          </a:r>
          <a:endParaRPr lang="zh-CN" altLang="en-US" sz="1050" b="0" dirty="0">
            <a:solidFill>
              <a:srgbClr val="7030A0"/>
            </a:solidFill>
          </a:endParaRPr>
        </a:p>
      </dgm:t>
    </dgm:pt>
    <dgm:pt modelId="{B5C939C5-923F-4BA2-AEC9-245998196EF1}" type="parTrans" cxnId="{CC372807-7C1C-44E1-9C2B-1FFAA608CD4C}">
      <dgm:prSet/>
      <dgm:spPr>
        <a:solidFill>
          <a:schemeClr val="accent1"/>
        </a:solidFill>
      </dgm:spPr>
      <dgm:t>
        <a:bodyPr/>
        <a:lstStyle/>
        <a:p>
          <a:endParaRPr lang="zh-CN" altLang="en-US">
            <a:solidFill>
              <a:schemeClr val="tx1"/>
            </a:solidFill>
          </a:endParaRPr>
        </a:p>
      </dgm:t>
    </dgm:pt>
    <dgm:pt modelId="{ADCD652A-15C8-45C3-9B59-E4773C24F76A}" type="sibTrans" cxnId="{CC372807-7C1C-44E1-9C2B-1FFAA608CD4C}">
      <dgm:prSet/>
      <dgm:spPr/>
      <dgm:t>
        <a:bodyPr/>
        <a:lstStyle/>
        <a:p>
          <a:endParaRPr lang="zh-CN" altLang="en-US"/>
        </a:p>
      </dgm:t>
    </dgm:pt>
    <dgm:pt modelId="{F2692DC8-40C6-46C2-B90B-31FCF049710E}">
      <dgm:prSet phldrT="[文本]" custT="1"/>
      <dgm:spPr>
        <a:solidFill>
          <a:schemeClr val="accent1"/>
        </a:solidFill>
      </dgm:spPr>
      <dgm:t>
        <a:bodyPr/>
        <a:lstStyle/>
        <a:p>
          <a:r>
            <a:rPr lang="en-US" altLang="zh-CN" sz="1050" b="0" dirty="0">
              <a:solidFill>
                <a:srgbClr val="7030A0"/>
              </a:solidFill>
            </a:rPr>
            <a:t>202.112.118.0/24</a:t>
          </a:r>
          <a:endParaRPr lang="zh-CN" altLang="en-US" sz="1050" b="0" dirty="0">
            <a:solidFill>
              <a:srgbClr val="7030A0"/>
            </a:solidFill>
          </a:endParaRPr>
        </a:p>
      </dgm:t>
    </dgm:pt>
    <dgm:pt modelId="{E87B0D5D-F271-4D4C-981E-DA12CEF185E4}" type="parTrans" cxnId="{A7E181E6-ADC1-4275-A5BD-23E79129DC66}">
      <dgm:prSet/>
      <dgm:spPr>
        <a:solidFill>
          <a:schemeClr val="accent1"/>
        </a:solidFill>
      </dgm:spPr>
      <dgm:t>
        <a:bodyPr/>
        <a:lstStyle/>
        <a:p>
          <a:endParaRPr lang="zh-CN" altLang="en-US"/>
        </a:p>
      </dgm:t>
    </dgm:pt>
    <dgm:pt modelId="{37B0AB35-5CF3-4264-89CB-CC64F708E422}" type="sibTrans" cxnId="{A7E181E6-ADC1-4275-A5BD-23E79129DC66}">
      <dgm:prSet/>
      <dgm:spPr/>
      <dgm:t>
        <a:bodyPr/>
        <a:lstStyle/>
        <a:p>
          <a:endParaRPr lang="zh-CN" altLang="en-US"/>
        </a:p>
      </dgm:t>
    </dgm:pt>
    <dgm:pt modelId="{D3601108-4D8C-45B0-949E-BB213D944AFF}">
      <dgm:prSet phldrT="[文本]" custT="1"/>
      <dgm:spPr>
        <a:solidFill>
          <a:schemeClr val="accent1"/>
        </a:solidFill>
      </dgm:spPr>
      <dgm:t>
        <a:bodyPr/>
        <a:lstStyle/>
        <a:p>
          <a:pPr>
            <a:lnSpc>
              <a:spcPts val="1260"/>
            </a:lnSpc>
            <a:spcAft>
              <a:spcPts val="0"/>
            </a:spcAft>
          </a:pPr>
          <a:r>
            <a:rPr lang="en-US" altLang="zh-CN" sz="1050" b="0" dirty="0">
              <a:solidFill>
                <a:srgbClr val="7030A0"/>
              </a:solidFill>
            </a:rPr>
            <a:t>202.112.113.0/25</a:t>
          </a:r>
        </a:p>
        <a:p>
          <a:pPr>
            <a:lnSpc>
              <a:spcPts val="1260"/>
            </a:lnSpc>
            <a:spcAft>
              <a:spcPts val="0"/>
            </a:spcAft>
          </a:pPr>
          <a:r>
            <a:rPr lang="zh-CN" altLang="en-US" sz="1050" b="0" dirty="0">
              <a:solidFill>
                <a:srgbClr val="7030A0"/>
              </a:solidFill>
            </a:rPr>
            <a:t>数学系</a:t>
          </a:r>
        </a:p>
      </dgm:t>
    </dgm:pt>
    <dgm:pt modelId="{C69A207B-2776-4285-B6F2-5258EFB20EEB}" type="parTrans" cxnId="{ACB626FD-B604-4266-995A-D3FB364533F9}">
      <dgm:prSet/>
      <dgm:spPr/>
      <dgm:t>
        <a:bodyPr/>
        <a:lstStyle/>
        <a:p>
          <a:endParaRPr lang="zh-CN" altLang="en-US"/>
        </a:p>
      </dgm:t>
    </dgm:pt>
    <dgm:pt modelId="{B28BD360-63D5-4F07-85EF-8CA4ABA6AAE9}" type="sibTrans" cxnId="{ACB626FD-B604-4266-995A-D3FB364533F9}">
      <dgm:prSet/>
      <dgm:spPr/>
      <dgm:t>
        <a:bodyPr/>
        <a:lstStyle/>
        <a:p>
          <a:endParaRPr lang="zh-CN" altLang="en-US"/>
        </a:p>
      </dgm:t>
    </dgm:pt>
    <dgm:pt modelId="{C8EC531B-2696-4D62-BAD2-71C33B063F28}">
      <dgm:prSet phldrT="[文本]" custT="1"/>
      <dgm:spPr>
        <a:noFill/>
      </dgm:spPr>
      <dgm:t>
        <a:bodyPr/>
        <a:lstStyle/>
        <a:p>
          <a:r>
            <a:rPr lang="en-US" altLang="zh-CN" sz="1050" b="0" dirty="0">
              <a:solidFill>
                <a:srgbClr val="C00000"/>
              </a:solidFill>
            </a:rPr>
            <a:t>202.112.113.128/25</a:t>
          </a:r>
          <a:endParaRPr lang="zh-CN" altLang="en-US" sz="1050" b="0" dirty="0">
            <a:solidFill>
              <a:srgbClr val="C00000"/>
            </a:solidFill>
          </a:endParaRPr>
        </a:p>
      </dgm:t>
    </dgm:pt>
    <dgm:pt modelId="{FE291B3F-1FD7-464C-B718-F6581C160135}" type="parTrans" cxnId="{B99F9BA9-616C-4189-8F08-3DC59FC781FD}">
      <dgm:prSet/>
      <dgm:spPr/>
      <dgm:t>
        <a:bodyPr/>
        <a:lstStyle/>
        <a:p>
          <a:endParaRPr lang="zh-CN" altLang="en-US"/>
        </a:p>
      </dgm:t>
    </dgm:pt>
    <dgm:pt modelId="{48C9DCBD-9DE2-4EC3-8B71-C917B9EE10B0}" type="sibTrans" cxnId="{B99F9BA9-616C-4189-8F08-3DC59FC781FD}">
      <dgm:prSet/>
      <dgm:spPr/>
      <dgm:t>
        <a:bodyPr/>
        <a:lstStyle/>
        <a:p>
          <a:endParaRPr lang="zh-CN" altLang="en-US"/>
        </a:p>
      </dgm:t>
    </dgm:pt>
    <dgm:pt modelId="{7664F6BF-D421-4832-BE4A-A633B9E14100}" type="pres">
      <dgm:prSet presAssocID="{B2DF5F26-E09A-44A6-997C-705EA78EEABD}" presName="hierChild1" presStyleCnt="0">
        <dgm:presLayoutVars>
          <dgm:orgChart val="1"/>
          <dgm:chPref val="1"/>
          <dgm:dir/>
          <dgm:animOne val="branch"/>
          <dgm:animLvl val="lvl"/>
          <dgm:resizeHandles/>
        </dgm:presLayoutVars>
      </dgm:prSet>
      <dgm:spPr/>
    </dgm:pt>
    <dgm:pt modelId="{5211E3EB-E8FF-4690-BBC6-00AFE8D18A11}" type="pres">
      <dgm:prSet presAssocID="{94C1FF2D-4353-4064-9072-7D71F2F43F9E}" presName="hierRoot1" presStyleCnt="0">
        <dgm:presLayoutVars>
          <dgm:hierBranch val="init"/>
        </dgm:presLayoutVars>
      </dgm:prSet>
      <dgm:spPr/>
    </dgm:pt>
    <dgm:pt modelId="{52387DD2-8324-443F-AC74-964A451A4A59}" type="pres">
      <dgm:prSet presAssocID="{94C1FF2D-4353-4064-9072-7D71F2F43F9E}" presName="rootComposite1" presStyleCnt="0"/>
      <dgm:spPr/>
    </dgm:pt>
    <dgm:pt modelId="{FBF87729-BBBD-440F-BF4B-3AFF6D2C9F03}" type="pres">
      <dgm:prSet presAssocID="{94C1FF2D-4353-4064-9072-7D71F2F43F9E}" presName="rootText1" presStyleLbl="node0" presStyleIdx="0" presStyleCnt="1" custScaleX="205834" custScaleY="115921">
        <dgm:presLayoutVars>
          <dgm:chPref val="3"/>
        </dgm:presLayoutVars>
      </dgm:prSet>
      <dgm:spPr/>
    </dgm:pt>
    <dgm:pt modelId="{A904548F-73B4-4FFC-9977-6D1DD72FDA4E}" type="pres">
      <dgm:prSet presAssocID="{94C1FF2D-4353-4064-9072-7D71F2F43F9E}" presName="rootConnector1" presStyleLbl="node1" presStyleIdx="0" presStyleCnt="0"/>
      <dgm:spPr/>
    </dgm:pt>
    <dgm:pt modelId="{87123D5D-8ED5-484C-AC92-4EB7CA0C191A}" type="pres">
      <dgm:prSet presAssocID="{94C1FF2D-4353-4064-9072-7D71F2F43F9E}" presName="hierChild2" presStyleCnt="0"/>
      <dgm:spPr/>
    </dgm:pt>
    <dgm:pt modelId="{BFFE20FF-4A8F-4EF1-83E9-FC64B5C8BE9C}" type="pres">
      <dgm:prSet presAssocID="{95A05EC8-27CA-40BC-B61F-9F5E0BDA8E72}" presName="Name64" presStyleLbl="parChTrans1D2" presStyleIdx="0" presStyleCnt="2"/>
      <dgm:spPr/>
    </dgm:pt>
    <dgm:pt modelId="{589CBA68-A247-4700-9BB3-D708CFE8082D}" type="pres">
      <dgm:prSet presAssocID="{639AD7FF-E078-47CD-BA52-6E359C6C2BC9}" presName="hierRoot2" presStyleCnt="0">
        <dgm:presLayoutVars>
          <dgm:hierBranch val="init"/>
        </dgm:presLayoutVars>
      </dgm:prSet>
      <dgm:spPr/>
    </dgm:pt>
    <dgm:pt modelId="{0D1C29A4-112F-4307-8C17-58CC8CB77AE2}" type="pres">
      <dgm:prSet presAssocID="{639AD7FF-E078-47CD-BA52-6E359C6C2BC9}" presName="rootComposite" presStyleCnt="0"/>
      <dgm:spPr/>
    </dgm:pt>
    <dgm:pt modelId="{EAAEFF29-1D1F-4362-AF1C-6CA992C39791}" type="pres">
      <dgm:prSet presAssocID="{639AD7FF-E078-47CD-BA52-6E359C6C2BC9}" presName="rootText" presStyleLbl="node2" presStyleIdx="0" presStyleCnt="2" custScaleX="185937" custScaleY="165547">
        <dgm:presLayoutVars>
          <dgm:chPref val="3"/>
        </dgm:presLayoutVars>
      </dgm:prSet>
      <dgm:spPr/>
    </dgm:pt>
    <dgm:pt modelId="{AFB074C4-AD22-4DCB-A30F-6D1A3F8B830C}" type="pres">
      <dgm:prSet presAssocID="{639AD7FF-E078-47CD-BA52-6E359C6C2BC9}" presName="rootConnector" presStyleLbl="node2" presStyleIdx="0" presStyleCnt="2"/>
      <dgm:spPr/>
    </dgm:pt>
    <dgm:pt modelId="{23B4ED5A-582E-4D0F-87CE-FDC8AFBD65EB}" type="pres">
      <dgm:prSet presAssocID="{639AD7FF-E078-47CD-BA52-6E359C6C2BC9}" presName="hierChild4" presStyleCnt="0"/>
      <dgm:spPr/>
    </dgm:pt>
    <dgm:pt modelId="{F950EEE6-64D8-415F-8140-44DE3047EC79}" type="pres">
      <dgm:prSet presAssocID="{14466BFE-00D5-46F1-A5C4-8476882CD4FB}" presName="Name64" presStyleLbl="parChTrans1D3" presStyleIdx="0" presStyleCnt="4"/>
      <dgm:spPr/>
    </dgm:pt>
    <dgm:pt modelId="{5CFD7A73-24A8-4C9B-8149-4179E1894892}" type="pres">
      <dgm:prSet presAssocID="{CD6AFED7-F7B8-4742-9E9A-F0F22C9BFD4D}" presName="hierRoot2" presStyleCnt="0">
        <dgm:presLayoutVars>
          <dgm:hierBranch val="init"/>
        </dgm:presLayoutVars>
      </dgm:prSet>
      <dgm:spPr/>
    </dgm:pt>
    <dgm:pt modelId="{B236E91E-ADBB-4ED0-9390-CA0CE9409F26}" type="pres">
      <dgm:prSet presAssocID="{CD6AFED7-F7B8-4742-9E9A-F0F22C9BFD4D}" presName="rootComposite" presStyleCnt="0"/>
      <dgm:spPr/>
    </dgm:pt>
    <dgm:pt modelId="{7A9E8113-D794-4340-9662-0ADFADD33877}" type="pres">
      <dgm:prSet presAssocID="{CD6AFED7-F7B8-4742-9E9A-F0F22C9BFD4D}" presName="rootText" presStyleLbl="node3" presStyleIdx="0" presStyleCnt="4" custScaleX="195077" custScaleY="99179">
        <dgm:presLayoutVars>
          <dgm:chPref val="3"/>
        </dgm:presLayoutVars>
      </dgm:prSet>
      <dgm:spPr/>
    </dgm:pt>
    <dgm:pt modelId="{4107EA7B-5442-4030-B42E-D2A287781BE3}" type="pres">
      <dgm:prSet presAssocID="{CD6AFED7-F7B8-4742-9E9A-F0F22C9BFD4D}" presName="rootConnector" presStyleLbl="node3" presStyleIdx="0" presStyleCnt="4"/>
      <dgm:spPr/>
    </dgm:pt>
    <dgm:pt modelId="{F7DB6259-B04D-4AD0-8352-6BDF260ED103}" type="pres">
      <dgm:prSet presAssocID="{CD6AFED7-F7B8-4742-9E9A-F0F22C9BFD4D}" presName="hierChild4" presStyleCnt="0"/>
      <dgm:spPr/>
    </dgm:pt>
    <dgm:pt modelId="{325CB52F-0E91-408C-B245-CC9EECDF3F6D}" type="pres">
      <dgm:prSet presAssocID="{A93B15A6-2F22-4599-A8C6-DEFA9330E418}" presName="Name64" presStyleLbl="parChTrans1D4" presStyleIdx="0" presStyleCnt="18"/>
      <dgm:spPr/>
    </dgm:pt>
    <dgm:pt modelId="{6B79FA4F-6B1F-4FE2-B40B-F5EF8FCB95F4}" type="pres">
      <dgm:prSet presAssocID="{7FB52EDA-B8E7-40A7-98AD-8158BB7958AC}" presName="hierRoot2" presStyleCnt="0">
        <dgm:presLayoutVars>
          <dgm:hierBranch val="init"/>
        </dgm:presLayoutVars>
      </dgm:prSet>
      <dgm:spPr/>
    </dgm:pt>
    <dgm:pt modelId="{1271413A-8DF1-4365-8769-EA734A2929DD}" type="pres">
      <dgm:prSet presAssocID="{7FB52EDA-B8E7-40A7-98AD-8158BB7958AC}" presName="rootComposite" presStyleCnt="0"/>
      <dgm:spPr/>
    </dgm:pt>
    <dgm:pt modelId="{7F1D46B7-9555-4D07-8FA5-81156F45F8EE}" type="pres">
      <dgm:prSet presAssocID="{7FB52EDA-B8E7-40A7-98AD-8158BB7958AC}" presName="rootText" presStyleLbl="node4" presStyleIdx="0" presStyleCnt="18" custScaleX="161608" custScaleY="105436">
        <dgm:presLayoutVars>
          <dgm:chPref val="3"/>
        </dgm:presLayoutVars>
      </dgm:prSet>
      <dgm:spPr/>
    </dgm:pt>
    <dgm:pt modelId="{F71AD848-649E-470D-AE31-D6C06F0EE178}" type="pres">
      <dgm:prSet presAssocID="{7FB52EDA-B8E7-40A7-98AD-8158BB7958AC}" presName="rootConnector" presStyleLbl="node4" presStyleIdx="0" presStyleCnt="18"/>
      <dgm:spPr/>
    </dgm:pt>
    <dgm:pt modelId="{7A6B09F9-B89A-41A5-B85C-3DEC035377CC}" type="pres">
      <dgm:prSet presAssocID="{7FB52EDA-B8E7-40A7-98AD-8158BB7958AC}" presName="hierChild4" presStyleCnt="0"/>
      <dgm:spPr/>
    </dgm:pt>
    <dgm:pt modelId="{20FB7117-4B67-4734-A982-470643E0DD29}" type="pres">
      <dgm:prSet presAssocID="{861705F4-4C11-4918-9A81-FBF8FA5BDFCD}" presName="Name64" presStyleLbl="parChTrans1D4" presStyleIdx="1" presStyleCnt="18"/>
      <dgm:spPr/>
    </dgm:pt>
    <dgm:pt modelId="{ABA73B90-F6CC-4FAC-9946-0029859C0C7A}" type="pres">
      <dgm:prSet presAssocID="{6603E905-99BA-4F26-BA2A-83FFD20EFC8B}" presName="hierRoot2" presStyleCnt="0">
        <dgm:presLayoutVars>
          <dgm:hierBranch val="init"/>
        </dgm:presLayoutVars>
      </dgm:prSet>
      <dgm:spPr/>
    </dgm:pt>
    <dgm:pt modelId="{C60400A2-77B1-4857-8976-D316B4E284E7}" type="pres">
      <dgm:prSet presAssocID="{6603E905-99BA-4F26-BA2A-83FFD20EFC8B}" presName="rootComposite" presStyleCnt="0"/>
      <dgm:spPr/>
    </dgm:pt>
    <dgm:pt modelId="{4122CF59-7F99-407F-9E3D-D63451A1F06D}" type="pres">
      <dgm:prSet presAssocID="{6603E905-99BA-4F26-BA2A-83FFD20EFC8B}" presName="rootText" presStyleLbl="node4" presStyleIdx="1" presStyleCnt="18" custScaleX="218464" custScaleY="184878">
        <dgm:presLayoutVars>
          <dgm:chPref val="3"/>
        </dgm:presLayoutVars>
      </dgm:prSet>
      <dgm:spPr/>
    </dgm:pt>
    <dgm:pt modelId="{273EECAC-B0F7-4B65-84DF-847C674197F8}" type="pres">
      <dgm:prSet presAssocID="{6603E905-99BA-4F26-BA2A-83FFD20EFC8B}" presName="rootConnector" presStyleLbl="node4" presStyleIdx="1" presStyleCnt="18"/>
      <dgm:spPr/>
    </dgm:pt>
    <dgm:pt modelId="{E410B6B6-F915-4770-A460-D1C8D4915DA2}" type="pres">
      <dgm:prSet presAssocID="{6603E905-99BA-4F26-BA2A-83FFD20EFC8B}" presName="hierChild4" presStyleCnt="0"/>
      <dgm:spPr/>
    </dgm:pt>
    <dgm:pt modelId="{AA46AAD4-7FC8-4A99-BEED-DC21F2DE103B}" type="pres">
      <dgm:prSet presAssocID="{6603E905-99BA-4F26-BA2A-83FFD20EFC8B}" presName="hierChild5" presStyleCnt="0"/>
      <dgm:spPr/>
    </dgm:pt>
    <dgm:pt modelId="{0B537197-DE4E-4E8C-B802-DE3D4EBBAAF4}" type="pres">
      <dgm:prSet presAssocID="{CB2C5CD1-A203-49BE-A2A7-38A352E5EDB6}" presName="Name64" presStyleLbl="parChTrans1D4" presStyleIdx="2" presStyleCnt="18"/>
      <dgm:spPr/>
    </dgm:pt>
    <dgm:pt modelId="{733FF5CA-1CE7-47D2-8116-BE3CA7CE04DA}" type="pres">
      <dgm:prSet presAssocID="{BBFC2554-19AD-4092-9EB3-49D30141DC89}" presName="hierRoot2" presStyleCnt="0">
        <dgm:presLayoutVars>
          <dgm:hierBranch val="init"/>
        </dgm:presLayoutVars>
      </dgm:prSet>
      <dgm:spPr/>
    </dgm:pt>
    <dgm:pt modelId="{2D20C9E3-BEE4-465F-B407-166925271033}" type="pres">
      <dgm:prSet presAssocID="{BBFC2554-19AD-4092-9EB3-49D30141DC89}" presName="rootComposite" presStyleCnt="0"/>
      <dgm:spPr/>
    </dgm:pt>
    <dgm:pt modelId="{B1E4B6EF-E594-4BC0-9AF8-1C302FCC97CA}" type="pres">
      <dgm:prSet presAssocID="{BBFC2554-19AD-4092-9EB3-49D30141DC89}" presName="rootText" presStyleLbl="node4" presStyleIdx="2" presStyleCnt="18" custScaleX="224967" custScaleY="108521">
        <dgm:presLayoutVars>
          <dgm:chPref val="3"/>
        </dgm:presLayoutVars>
      </dgm:prSet>
      <dgm:spPr/>
    </dgm:pt>
    <dgm:pt modelId="{CF609FD9-FD3D-4F4C-9007-FA960D46EC39}" type="pres">
      <dgm:prSet presAssocID="{BBFC2554-19AD-4092-9EB3-49D30141DC89}" presName="rootConnector" presStyleLbl="node4" presStyleIdx="2" presStyleCnt="18"/>
      <dgm:spPr/>
    </dgm:pt>
    <dgm:pt modelId="{E7833786-91B5-4BD6-9B75-1B0B62897437}" type="pres">
      <dgm:prSet presAssocID="{BBFC2554-19AD-4092-9EB3-49D30141DC89}" presName="hierChild4" presStyleCnt="0"/>
      <dgm:spPr/>
    </dgm:pt>
    <dgm:pt modelId="{3F2E0187-96D6-497A-A5F3-BB58A91C2CE2}" type="pres">
      <dgm:prSet presAssocID="{C69A207B-2776-4285-B6F2-5258EFB20EEB}" presName="Name64" presStyleLbl="parChTrans1D4" presStyleIdx="3" presStyleCnt="18"/>
      <dgm:spPr/>
    </dgm:pt>
    <dgm:pt modelId="{822C9090-F070-4B6C-B9D9-83C684100F55}" type="pres">
      <dgm:prSet presAssocID="{D3601108-4D8C-45B0-949E-BB213D944AFF}" presName="hierRoot2" presStyleCnt="0">
        <dgm:presLayoutVars>
          <dgm:hierBranch val="init"/>
        </dgm:presLayoutVars>
      </dgm:prSet>
      <dgm:spPr/>
    </dgm:pt>
    <dgm:pt modelId="{26759167-C400-486A-9D1B-C46AB677BE1F}" type="pres">
      <dgm:prSet presAssocID="{D3601108-4D8C-45B0-949E-BB213D944AFF}" presName="rootComposite" presStyleCnt="0"/>
      <dgm:spPr/>
    </dgm:pt>
    <dgm:pt modelId="{12EFC6DA-CCAA-42B5-B87E-C9E82EB5E03A}" type="pres">
      <dgm:prSet presAssocID="{D3601108-4D8C-45B0-949E-BB213D944AFF}" presName="rootText" presStyleLbl="node4" presStyleIdx="3" presStyleCnt="18" custScaleX="170605" custScaleY="233403">
        <dgm:presLayoutVars>
          <dgm:chPref val="3"/>
        </dgm:presLayoutVars>
      </dgm:prSet>
      <dgm:spPr/>
    </dgm:pt>
    <dgm:pt modelId="{D940E4AF-DE4B-4591-9725-D5B695A88D11}" type="pres">
      <dgm:prSet presAssocID="{D3601108-4D8C-45B0-949E-BB213D944AFF}" presName="rootConnector" presStyleLbl="node4" presStyleIdx="3" presStyleCnt="18"/>
      <dgm:spPr/>
    </dgm:pt>
    <dgm:pt modelId="{B3C33FAA-23A0-4B5C-BA9A-219DDC1BA7D5}" type="pres">
      <dgm:prSet presAssocID="{D3601108-4D8C-45B0-949E-BB213D944AFF}" presName="hierChild4" presStyleCnt="0"/>
      <dgm:spPr/>
    </dgm:pt>
    <dgm:pt modelId="{4A77301B-C929-466D-A257-725EA59CF163}" type="pres">
      <dgm:prSet presAssocID="{D3601108-4D8C-45B0-949E-BB213D944AFF}" presName="hierChild5" presStyleCnt="0"/>
      <dgm:spPr/>
    </dgm:pt>
    <dgm:pt modelId="{BB5D6AAB-F3C3-4C54-B7C0-0AB9D86275FC}" type="pres">
      <dgm:prSet presAssocID="{FE291B3F-1FD7-464C-B718-F6581C160135}" presName="Name64" presStyleLbl="parChTrans1D4" presStyleIdx="4" presStyleCnt="18"/>
      <dgm:spPr/>
    </dgm:pt>
    <dgm:pt modelId="{EE4F706B-B638-4450-A2DC-9E878FE795BE}" type="pres">
      <dgm:prSet presAssocID="{C8EC531B-2696-4D62-BAD2-71C33B063F28}" presName="hierRoot2" presStyleCnt="0">
        <dgm:presLayoutVars>
          <dgm:hierBranch val="init"/>
        </dgm:presLayoutVars>
      </dgm:prSet>
      <dgm:spPr/>
    </dgm:pt>
    <dgm:pt modelId="{46018D9C-FA1E-49EC-8A35-1CFE21384653}" type="pres">
      <dgm:prSet presAssocID="{C8EC531B-2696-4D62-BAD2-71C33B063F28}" presName="rootComposite" presStyleCnt="0"/>
      <dgm:spPr/>
    </dgm:pt>
    <dgm:pt modelId="{4DD3CE7A-F674-42BC-8E6D-E481A1699E60}" type="pres">
      <dgm:prSet presAssocID="{C8EC531B-2696-4D62-BAD2-71C33B063F28}" presName="rootText" presStyleLbl="node4" presStyleIdx="4" presStyleCnt="18" custScaleX="207843" custScaleY="202328">
        <dgm:presLayoutVars>
          <dgm:chPref val="3"/>
        </dgm:presLayoutVars>
      </dgm:prSet>
      <dgm:spPr/>
    </dgm:pt>
    <dgm:pt modelId="{68543308-8719-4223-88A5-2836ED438020}" type="pres">
      <dgm:prSet presAssocID="{C8EC531B-2696-4D62-BAD2-71C33B063F28}" presName="rootConnector" presStyleLbl="node4" presStyleIdx="4" presStyleCnt="18"/>
      <dgm:spPr/>
    </dgm:pt>
    <dgm:pt modelId="{DE3707FE-06BA-4D90-8325-DB8AA508CADC}" type="pres">
      <dgm:prSet presAssocID="{C8EC531B-2696-4D62-BAD2-71C33B063F28}" presName="hierChild4" presStyleCnt="0"/>
      <dgm:spPr/>
    </dgm:pt>
    <dgm:pt modelId="{97EDA42E-EB15-4EE9-8666-FCF5B8270EB4}" type="pres">
      <dgm:prSet presAssocID="{C8EC531B-2696-4D62-BAD2-71C33B063F28}" presName="hierChild5" presStyleCnt="0"/>
      <dgm:spPr/>
    </dgm:pt>
    <dgm:pt modelId="{BC8658B0-3104-4814-B787-2A1B0076D979}" type="pres">
      <dgm:prSet presAssocID="{BBFC2554-19AD-4092-9EB3-49D30141DC89}" presName="hierChild5" presStyleCnt="0"/>
      <dgm:spPr/>
    </dgm:pt>
    <dgm:pt modelId="{FFB4802F-3711-4F5E-A928-1C329E4DBE82}" type="pres">
      <dgm:prSet presAssocID="{7FB52EDA-B8E7-40A7-98AD-8158BB7958AC}" presName="hierChild5" presStyleCnt="0"/>
      <dgm:spPr/>
    </dgm:pt>
    <dgm:pt modelId="{0DB16164-60B8-4C87-8F24-DD978669499A}" type="pres">
      <dgm:prSet presAssocID="{B1EE09E6-488F-415E-BB9C-3CAC04422EF2}" presName="Name64" presStyleLbl="parChTrans1D4" presStyleIdx="5" presStyleCnt="18"/>
      <dgm:spPr/>
    </dgm:pt>
    <dgm:pt modelId="{B82541B0-C6CD-4F1C-9025-B4D3E3719DA9}" type="pres">
      <dgm:prSet presAssocID="{7A4FD4E4-F93D-4B5B-AE91-B9E6B267E06F}" presName="hierRoot2" presStyleCnt="0">
        <dgm:presLayoutVars>
          <dgm:hierBranch val="init"/>
        </dgm:presLayoutVars>
      </dgm:prSet>
      <dgm:spPr/>
    </dgm:pt>
    <dgm:pt modelId="{2A1D5D50-F309-4EB5-9F12-E1E82D6A8D9C}" type="pres">
      <dgm:prSet presAssocID="{7A4FD4E4-F93D-4B5B-AE91-B9E6B267E06F}" presName="rootComposite" presStyleCnt="0"/>
      <dgm:spPr/>
    </dgm:pt>
    <dgm:pt modelId="{22FC8897-54E7-4BCE-A023-B4ADCBD9A967}" type="pres">
      <dgm:prSet presAssocID="{7A4FD4E4-F93D-4B5B-AE91-B9E6B267E06F}" presName="rootText" presStyleLbl="node4" presStyleIdx="5" presStyleCnt="18" custScaleX="176012" custScaleY="155648">
        <dgm:presLayoutVars>
          <dgm:chPref val="3"/>
        </dgm:presLayoutVars>
      </dgm:prSet>
      <dgm:spPr/>
    </dgm:pt>
    <dgm:pt modelId="{F4A02760-B4E0-4404-B380-277E5E6DA06C}" type="pres">
      <dgm:prSet presAssocID="{7A4FD4E4-F93D-4B5B-AE91-B9E6B267E06F}" presName="rootConnector" presStyleLbl="node4" presStyleIdx="5" presStyleCnt="18"/>
      <dgm:spPr/>
    </dgm:pt>
    <dgm:pt modelId="{92FF3718-B8D8-441C-95F5-786B29D1A4DF}" type="pres">
      <dgm:prSet presAssocID="{7A4FD4E4-F93D-4B5B-AE91-B9E6B267E06F}" presName="hierChild4" presStyleCnt="0"/>
      <dgm:spPr/>
    </dgm:pt>
    <dgm:pt modelId="{A4701A19-BB1D-4CAD-B4C6-647E292431AE}" type="pres">
      <dgm:prSet presAssocID="{EF6F8ECC-175A-417B-88DA-9B242D094439}" presName="Name64" presStyleLbl="parChTrans1D4" presStyleIdx="6" presStyleCnt="18"/>
      <dgm:spPr/>
    </dgm:pt>
    <dgm:pt modelId="{6F1C737E-AA41-4826-9A58-ADBEC549DFBC}" type="pres">
      <dgm:prSet presAssocID="{648FB18D-3EC9-478E-8241-36175898F80F}" presName="hierRoot2" presStyleCnt="0">
        <dgm:presLayoutVars>
          <dgm:hierBranch val="init"/>
        </dgm:presLayoutVars>
      </dgm:prSet>
      <dgm:spPr/>
    </dgm:pt>
    <dgm:pt modelId="{B4BAA781-9845-4B37-9914-24BB181505E1}" type="pres">
      <dgm:prSet presAssocID="{648FB18D-3EC9-478E-8241-36175898F80F}" presName="rootComposite" presStyleCnt="0"/>
      <dgm:spPr/>
    </dgm:pt>
    <dgm:pt modelId="{6FE95C8B-E43B-4D1F-8B3A-ACA2E7439CE2}" type="pres">
      <dgm:prSet presAssocID="{648FB18D-3EC9-478E-8241-36175898F80F}" presName="rootText" presStyleLbl="node4" presStyleIdx="6" presStyleCnt="18" custScaleX="173702" custScaleY="167348">
        <dgm:presLayoutVars>
          <dgm:chPref val="3"/>
        </dgm:presLayoutVars>
      </dgm:prSet>
      <dgm:spPr/>
    </dgm:pt>
    <dgm:pt modelId="{F092239F-80DE-4691-A8CD-70E8EDDDB327}" type="pres">
      <dgm:prSet presAssocID="{648FB18D-3EC9-478E-8241-36175898F80F}" presName="rootConnector" presStyleLbl="node4" presStyleIdx="6" presStyleCnt="18"/>
      <dgm:spPr/>
    </dgm:pt>
    <dgm:pt modelId="{52A90464-6CE8-4757-9DFD-7360BB3C640A}" type="pres">
      <dgm:prSet presAssocID="{648FB18D-3EC9-478E-8241-36175898F80F}" presName="hierChild4" presStyleCnt="0"/>
      <dgm:spPr/>
    </dgm:pt>
    <dgm:pt modelId="{C2563AD3-9380-4B3B-AA77-63D6C86704FD}" type="pres">
      <dgm:prSet presAssocID="{648FB18D-3EC9-478E-8241-36175898F80F}" presName="hierChild5" presStyleCnt="0"/>
      <dgm:spPr/>
    </dgm:pt>
    <dgm:pt modelId="{FF5852C4-2008-49B2-B519-D8F383E8E245}" type="pres">
      <dgm:prSet presAssocID="{6540DF7A-CBFF-4DE0-892F-69AAE7E3FC78}" presName="Name64" presStyleLbl="parChTrans1D4" presStyleIdx="7" presStyleCnt="18"/>
      <dgm:spPr/>
    </dgm:pt>
    <dgm:pt modelId="{580D0AEA-FA7D-41CA-8E15-6B1162BD4535}" type="pres">
      <dgm:prSet presAssocID="{92EA4119-C67F-462F-A1C9-E7E001CA7FD9}" presName="hierRoot2" presStyleCnt="0">
        <dgm:presLayoutVars>
          <dgm:hierBranch val="init"/>
        </dgm:presLayoutVars>
      </dgm:prSet>
      <dgm:spPr/>
    </dgm:pt>
    <dgm:pt modelId="{39CCD46A-471B-440D-9B30-BF99D8DAB39D}" type="pres">
      <dgm:prSet presAssocID="{92EA4119-C67F-462F-A1C9-E7E001CA7FD9}" presName="rootComposite" presStyleCnt="0"/>
      <dgm:spPr/>
    </dgm:pt>
    <dgm:pt modelId="{0489E9F5-36F9-446F-8F8E-B24BFAF572A5}" type="pres">
      <dgm:prSet presAssocID="{92EA4119-C67F-462F-A1C9-E7E001CA7FD9}" presName="rootText" presStyleLbl="node4" presStyleIdx="7" presStyleCnt="18" custScaleX="202230" custScaleY="145487">
        <dgm:presLayoutVars>
          <dgm:chPref val="3"/>
        </dgm:presLayoutVars>
      </dgm:prSet>
      <dgm:spPr/>
    </dgm:pt>
    <dgm:pt modelId="{E391B39B-D2E0-4F32-A4A3-0FF4D899B988}" type="pres">
      <dgm:prSet presAssocID="{92EA4119-C67F-462F-A1C9-E7E001CA7FD9}" presName="rootConnector" presStyleLbl="node4" presStyleIdx="7" presStyleCnt="18"/>
      <dgm:spPr/>
    </dgm:pt>
    <dgm:pt modelId="{46B223BB-C77C-4500-92C7-18386A167242}" type="pres">
      <dgm:prSet presAssocID="{92EA4119-C67F-462F-A1C9-E7E001CA7FD9}" presName="hierChild4" presStyleCnt="0"/>
      <dgm:spPr/>
    </dgm:pt>
    <dgm:pt modelId="{59600DA6-F5D7-4A76-BCB9-EEC39B715DEE}" type="pres">
      <dgm:prSet presAssocID="{92EA4119-C67F-462F-A1C9-E7E001CA7FD9}" presName="hierChild5" presStyleCnt="0"/>
      <dgm:spPr/>
    </dgm:pt>
    <dgm:pt modelId="{D6701B18-D58D-4336-A15B-723EEBBBBB5C}" type="pres">
      <dgm:prSet presAssocID="{7A4FD4E4-F93D-4B5B-AE91-B9E6B267E06F}" presName="hierChild5" presStyleCnt="0"/>
      <dgm:spPr/>
    </dgm:pt>
    <dgm:pt modelId="{AD4C1AAB-397B-4792-AD40-B91F7E00DBD8}" type="pres">
      <dgm:prSet presAssocID="{CD6AFED7-F7B8-4742-9E9A-F0F22C9BFD4D}" presName="hierChild5" presStyleCnt="0"/>
      <dgm:spPr/>
    </dgm:pt>
    <dgm:pt modelId="{B82CBE3E-7807-4210-AA93-00FD98B55976}" type="pres">
      <dgm:prSet presAssocID="{1141E833-3DDD-44DC-8737-F43C0844EDF0}" presName="Name64" presStyleLbl="parChTrans1D3" presStyleIdx="1" presStyleCnt="4"/>
      <dgm:spPr/>
    </dgm:pt>
    <dgm:pt modelId="{8D5DF520-7BD5-40C9-9008-0910E2FC4D09}" type="pres">
      <dgm:prSet presAssocID="{AB5D0D44-2FE7-469E-96B7-4BE017DF99D1}" presName="hierRoot2" presStyleCnt="0">
        <dgm:presLayoutVars>
          <dgm:hierBranch val="init"/>
        </dgm:presLayoutVars>
      </dgm:prSet>
      <dgm:spPr/>
    </dgm:pt>
    <dgm:pt modelId="{543A5C2A-B268-4603-9177-BF209D428453}" type="pres">
      <dgm:prSet presAssocID="{AB5D0D44-2FE7-469E-96B7-4BE017DF99D1}" presName="rootComposite" presStyleCnt="0"/>
      <dgm:spPr/>
    </dgm:pt>
    <dgm:pt modelId="{3F36CCCA-93D9-479A-B023-42FD51B343FD}" type="pres">
      <dgm:prSet presAssocID="{AB5D0D44-2FE7-469E-96B7-4BE017DF99D1}" presName="rootText" presStyleLbl="node3" presStyleIdx="1" presStyleCnt="4" custScaleX="171181" custScaleY="174384">
        <dgm:presLayoutVars>
          <dgm:chPref val="3"/>
        </dgm:presLayoutVars>
      </dgm:prSet>
      <dgm:spPr/>
    </dgm:pt>
    <dgm:pt modelId="{5D417EFA-BF18-45C0-9EDB-1F4F05C8EEFE}" type="pres">
      <dgm:prSet presAssocID="{AB5D0D44-2FE7-469E-96B7-4BE017DF99D1}" presName="rootConnector" presStyleLbl="node3" presStyleIdx="1" presStyleCnt="4"/>
      <dgm:spPr/>
    </dgm:pt>
    <dgm:pt modelId="{597F4FF6-46AE-41E2-B004-7D7F9D88C19D}" type="pres">
      <dgm:prSet presAssocID="{AB5D0D44-2FE7-469E-96B7-4BE017DF99D1}" presName="hierChild4" presStyleCnt="0"/>
      <dgm:spPr/>
    </dgm:pt>
    <dgm:pt modelId="{D361E23B-883A-4612-942F-B1EC01A9D52E}" type="pres">
      <dgm:prSet presAssocID="{2C14A9BB-D01B-404E-A0F1-8383E486BBB3}" presName="Name64" presStyleLbl="parChTrans1D4" presStyleIdx="8" presStyleCnt="18"/>
      <dgm:spPr/>
    </dgm:pt>
    <dgm:pt modelId="{04EB5CAD-7C03-4A9C-A29E-F27D8C64D156}" type="pres">
      <dgm:prSet presAssocID="{00C86825-1AD1-41C6-B2E2-B092349C4162}" presName="hierRoot2" presStyleCnt="0">
        <dgm:presLayoutVars>
          <dgm:hierBranch val="init"/>
        </dgm:presLayoutVars>
      </dgm:prSet>
      <dgm:spPr/>
    </dgm:pt>
    <dgm:pt modelId="{F492DB0B-7CA0-45C8-B76C-E08DB540ADBD}" type="pres">
      <dgm:prSet presAssocID="{00C86825-1AD1-41C6-B2E2-B092349C4162}" presName="rootComposite" presStyleCnt="0"/>
      <dgm:spPr/>
    </dgm:pt>
    <dgm:pt modelId="{84E9C76B-9909-4007-AB4D-98F8B89171E1}" type="pres">
      <dgm:prSet presAssocID="{00C86825-1AD1-41C6-B2E2-B092349C4162}" presName="rootText" presStyleLbl="node4" presStyleIdx="8" presStyleCnt="18" custFlipVert="0" custScaleX="175087" custScaleY="208744">
        <dgm:presLayoutVars>
          <dgm:chPref val="3"/>
        </dgm:presLayoutVars>
      </dgm:prSet>
      <dgm:spPr/>
    </dgm:pt>
    <dgm:pt modelId="{AFDA1DC2-F764-4379-884C-540371F20643}" type="pres">
      <dgm:prSet presAssocID="{00C86825-1AD1-41C6-B2E2-B092349C4162}" presName="rootConnector" presStyleLbl="node4" presStyleIdx="8" presStyleCnt="18"/>
      <dgm:spPr/>
    </dgm:pt>
    <dgm:pt modelId="{DE96E811-9A26-4EA9-ADA7-D651403688AE}" type="pres">
      <dgm:prSet presAssocID="{00C86825-1AD1-41C6-B2E2-B092349C4162}" presName="hierChild4" presStyleCnt="0"/>
      <dgm:spPr/>
    </dgm:pt>
    <dgm:pt modelId="{7C54B210-E58D-4291-8011-F575F7449094}" type="pres">
      <dgm:prSet presAssocID="{52BFB68D-6CD3-4D8C-AE6D-5B5B3C2214A3}" presName="Name64" presStyleLbl="parChTrans1D4" presStyleIdx="9" presStyleCnt="18"/>
      <dgm:spPr/>
    </dgm:pt>
    <dgm:pt modelId="{A6E57306-42F1-4407-8131-D5AA484F9374}" type="pres">
      <dgm:prSet presAssocID="{C568C140-E131-44B2-A558-C683FACD79AA}" presName="hierRoot2" presStyleCnt="0">
        <dgm:presLayoutVars>
          <dgm:hierBranch val="init"/>
        </dgm:presLayoutVars>
      </dgm:prSet>
      <dgm:spPr/>
    </dgm:pt>
    <dgm:pt modelId="{DC20D4E6-CA31-4C16-A6AC-B5A3DB42B51A}" type="pres">
      <dgm:prSet presAssocID="{C568C140-E131-44B2-A558-C683FACD79AA}" presName="rootComposite" presStyleCnt="0"/>
      <dgm:spPr/>
    </dgm:pt>
    <dgm:pt modelId="{D2D9405D-DEF9-4954-BB9D-DDB088E5059F}" type="pres">
      <dgm:prSet presAssocID="{C568C140-E131-44B2-A558-C683FACD79AA}" presName="rootText" presStyleLbl="node4" presStyleIdx="9" presStyleCnt="18" custScaleX="208863" custScaleY="126801">
        <dgm:presLayoutVars>
          <dgm:chPref val="3"/>
        </dgm:presLayoutVars>
      </dgm:prSet>
      <dgm:spPr/>
    </dgm:pt>
    <dgm:pt modelId="{E5F0AF75-377F-4048-80E3-F29800C3B5EB}" type="pres">
      <dgm:prSet presAssocID="{C568C140-E131-44B2-A558-C683FACD79AA}" presName="rootConnector" presStyleLbl="node4" presStyleIdx="9" presStyleCnt="18"/>
      <dgm:spPr/>
    </dgm:pt>
    <dgm:pt modelId="{04BD5719-2191-4FD8-A345-87D1562CFF6B}" type="pres">
      <dgm:prSet presAssocID="{C568C140-E131-44B2-A558-C683FACD79AA}" presName="hierChild4" presStyleCnt="0"/>
      <dgm:spPr/>
    </dgm:pt>
    <dgm:pt modelId="{581D92F7-386F-4A41-9352-4C2DEC6BF5E5}" type="pres">
      <dgm:prSet presAssocID="{C568C140-E131-44B2-A558-C683FACD79AA}" presName="hierChild5" presStyleCnt="0"/>
      <dgm:spPr/>
    </dgm:pt>
    <dgm:pt modelId="{A877E8DF-498B-4E99-A9FE-F50492BDBD87}" type="pres">
      <dgm:prSet presAssocID="{B5C939C5-923F-4BA2-AEC9-245998196EF1}" presName="Name64" presStyleLbl="parChTrans1D4" presStyleIdx="10" presStyleCnt="18"/>
      <dgm:spPr/>
    </dgm:pt>
    <dgm:pt modelId="{4DC6E91F-2A4D-456F-AAC2-2CCEDC64C87E}" type="pres">
      <dgm:prSet presAssocID="{56B9A279-C4C6-4F87-9234-09465E8BF959}" presName="hierRoot2" presStyleCnt="0">
        <dgm:presLayoutVars>
          <dgm:hierBranch val="init"/>
        </dgm:presLayoutVars>
      </dgm:prSet>
      <dgm:spPr/>
    </dgm:pt>
    <dgm:pt modelId="{02DDB39B-CEBB-4F85-8C1B-E5FE7DAF1BC8}" type="pres">
      <dgm:prSet presAssocID="{56B9A279-C4C6-4F87-9234-09465E8BF959}" presName="rootComposite" presStyleCnt="0"/>
      <dgm:spPr/>
    </dgm:pt>
    <dgm:pt modelId="{212C7022-946B-4590-80A2-A855BE35878C}" type="pres">
      <dgm:prSet presAssocID="{56B9A279-C4C6-4F87-9234-09465E8BF959}" presName="rootText" presStyleLbl="node4" presStyleIdx="10" presStyleCnt="18" custScaleX="210663" custScaleY="194167">
        <dgm:presLayoutVars>
          <dgm:chPref val="3"/>
        </dgm:presLayoutVars>
      </dgm:prSet>
      <dgm:spPr/>
    </dgm:pt>
    <dgm:pt modelId="{641C74A3-2D7F-4954-AB5B-A7E491ACD3BC}" type="pres">
      <dgm:prSet presAssocID="{56B9A279-C4C6-4F87-9234-09465E8BF959}" presName="rootConnector" presStyleLbl="node4" presStyleIdx="10" presStyleCnt="18"/>
      <dgm:spPr/>
    </dgm:pt>
    <dgm:pt modelId="{9D06A0C7-4E6C-422C-A17F-91862DEEE1F5}" type="pres">
      <dgm:prSet presAssocID="{56B9A279-C4C6-4F87-9234-09465E8BF959}" presName="hierChild4" presStyleCnt="0"/>
      <dgm:spPr/>
    </dgm:pt>
    <dgm:pt modelId="{C3D66589-DCB4-4109-8B66-A11FBCB46A1E}" type="pres">
      <dgm:prSet presAssocID="{56B9A279-C4C6-4F87-9234-09465E8BF959}" presName="hierChild5" presStyleCnt="0"/>
      <dgm:spPr/>
    </dgm:pt>
    <dgm:pt modelId="{10DA65C2-6027-40BE-92A1-6F9F70C7A531}" type="pres">
      <dgm:prSet presAssocID="{00C86825-1AD1-41C6-B2E2-B092349C4162}" presName="hierChild5" presStyleCnt="0"/>
      <dgm:spPr/>
    </dgm:pt>
    <dgm:pt modelId="{9D296687-8D97-46F0-A2E9-C7E46B6F049F}" type="pres">
      <dgm:prSet presAssocID="{F56F6C5D-E554-4205-8BD0-8B2560F2F867}" presName="Name64" presStyleLbl="parChTrans1D4" presStyleIdx="11" presStyleCnt="18"/>
      <dgm:spPr/>
    </dgm:pt>
    <dgm:pt modelId="{94ABC745-6E73-4696-BA74-69A482199045}" type="pres">
      <dgm:prSet presAssocID="{1337439B-29A1-4BB4-91F7-6365576343C7}" presName="hierRoot2" presStyleCnt="0">
        <dgm:presLayoutVars>
          <dgm:hierBranch val="init"/>
        </dgm:presLayoutVars>
      </dgm:prSet>
      <dgm:spPr/>
    </dgm:pt>
    <dgm:pt modelId="{0D6C2A94-4D25-40C3-A092-3761489947E3}" type="pres">
      <dgm:prSet presAssocID="{1337439B-29A1-4BB4-91F7-6365576343C7}" presName="rootComposite" presStyleCnt="0"/>
      <dgm:spPr/>
    </dgm:pt>
    <dgm:pt modelId="{27534895-109C-4151-828C-A0F9DC4B26E1}" type="pres">
      <dgm:prSet presAssocID="{1337439B-29A1-4BB4-91F7-6365576343C7}" presName="rootText" presStyleLbl="node4" presStyleIdx="11" presStyleCnt="18" custScaleX="191342" custScaleY="172147">
        <dgm:presLayoutVars>
          <dgm:chPref val="3"/>
        </dgm:presLayoutVars>
      </dgm:prSet>
      <dgm:spPr/>
    </dgm:pt>
    <dgm:pt modelId="{FDE691C4-CEBA-4CC7-9F89-FBCF14B3B398}" type="pres">
      <dgm:prSet presAssocID="{1337439B-29A1-4BB4-91F7-6365576343C7}" presName="rootConnector" presStyleLbl="node4" presStyleIdx="11" presStyleCnt="18"/>
      <dgm:spPr/>
    </dgm:pt>
    <dgm:pt modelId="{262BE8D7-F393-45E5-AE83-9B02AF888D64}" type="pres">
      <dgm:prSet presAssocID="{1337439B-29A1-4BB4-91F7-6365576343C7}" presName="hierChild4" presStyleCnt="0"/>
      <dgm:spPr/>
    </dgm:pt>
    <dgm:pt modelId="{FA9545BB-F1A8-4E5E-B48A-3532FDC7CE1E}" type="pres">
      <dgm:prSet presAssocID="{E87B0D5D-F271-4D4C-981E-DA12CEF185E4}" presName="Name64" presStyleLbl="parChTrans1D4" presStyleIdx="12" presStyleCnt="18"/>
      <dgm:spPr/>
    </dgm:pt>
    <dgm:pt modelId="{75AB17E9-6BF5-45B7-908C-084C88321283}" type="pres">
      <dgm:prSet presAssocID="{F2692DC8-40C6-46C2-B90B-31FCF049710E}" presName="hierRoot2" presStyleCnt="0">
        <dgm:presLayoutVars>
          <dgm:hierBranch val="init"/>
        </dgm:presLayoutVars>
      </dgm:prSet>
      <dgm:spPr/>
    </dgm:pt>
    <dgm:pt modelId="{9426D856-B89B-462F-91E2-21331307BFD8}" type="pres">
      <dgm:prSet presAssocID="{F2692DC8-40C6-46C2-B90B-31FCF049710E}" presName="rootComposite" presStyleCnt="0"/>
      <dgm:spPr/>
    </dgm:pt>
    <dgm:pt modelId="{3DA90A08-9606-4CDB-AB70-B208313F316D}" type="pres">
      <dgm:prSet presAssocID="{F2692DC8-40C6-46C2-B90B-31FCF049710E}" presName="rootText" presStyleLbl="node4" presStyleIdx="12" presStyleCnt="18" custScaleX="199738" custScaleY="187405" custLinFactNeighborX="6948" custLinFactNeighborY="-2519">
        <dgm:presLayoutVars>
          <dgm:chPref val="3"/>
        </dgm:presLayoutVars>
      </dgm:prSet>
      <dgm:spPr/>
    </dgm:pt>
    <dgm:pt modelId="{12FC9550-67EE-4AC5-9712-6BAEB49961B3}" type="pres">
      <dgm:prSet presAssocID="{F2692DC8-40C6-46C2-B90B-31FCF049710E}" presName="rootConnector" presStyleLbl="node4" presStyleIdx="12" presStyleCnt="18"/>
      <dgm:spPr/>
    </dgm:pt>
    <dgm:pt modelId="{2CF3446D-B1D4-47FA-9B12-C6703020AD8D}" type="pres">
      <dgm:prSet presAssocID="{F2692DC8-40C6-46C2-B90B-31FCF049710E}" presName="hierChild4" presStyleCnt="0"/>
      <dgm:spPr/>
    </dgm:pt>
    <dgm:pt modelId="{BC8172EE-C7DD-4CE6-90F8-DD2BBE7DEA35}" type="pres">
      <dgm:prSet presAssocID="{F2692DC8-40C6-46C2-B90B-31FCF049710E}" presName="hierChild5" presStyleCnt="0"/>
      <dgm:spPr/>
    </dgm:pt>
    <dgm:pt modelId="{D26F0DC0-F0FC-469E-8985-6EB3765A3698}" type="pres">
      <dgm:prSet presAssocID="{5DF21E91-C61D-4A3C-8B27-B644B4BBFFF6}" presName="Name64" presStyleLbl="parChTrans1D4" presStyleIdx="13" presStyleCnt="18"/>
      <dgm:spPr/>
    </dgm:pt>
    <dgm:pt modelId="{1F558895-1B48-465A-A79B-927D097123B7}" type="pres">
      <dgm:prSet presAssocID="{A3DF7A3D-7539-48CA-93C0-D83F17F911EF}" presName="hierRoot2" presStyleCnt="0">
        <dgm:presLayoutVars>
          <dgm:hierBranch val="init"/>
        </dgm:presLayoutVars>
      </dgm:prSet>
      <dgm:spPr/>
    </dgm:pt>
    <dgm:pt modelId="{C51BDC60-4B9F-4475-AFA7-FE930CED8097}" type="pres">
      <dgm:prSet presAssocID="{A3DF7A3D-7539-48CA-93C0-D83F17F911EF}" presName="rootComposite" presStyleCnt="0"/>
      <dgm:spPr/>
    </dgm:pt>
    <dgm:pt modelId="{7E689E74-471E-443E-A414-0BDB2194BA93}" type="pres">
      <dgm:prSet presAssocID="{A3DF7A3D-7539-48CA-93C0-D83F17F911EF}" presName="rootText" presStyleLbl="node4" presStyleIdx="13" presStyleCnt="18" custScaleX="220748" custScaleY="143636">
        <dgm:presLayoutVars>
          <dgm:chPref val="3"/>
        </dgm:presLayoutVars>
      </dgm:prSet>
      <dgm:spPr/>
    </dgm:pt>
    <dgm:pt modelId="{4AD3BC2F-5DFA-482D-8723-712718555D4F}" type="pres">
      <dgm:prSet presAssocID="{A3DF7A3D-7539-48CA-93C0-D83F17F911EF}" presName="rootConnector" presStyleLbl="node4" presStyleIdx="13" presStyleCnt="18"/>
      <dgm:spPr/>
    </dgm:pt>
    <dgm:pt modelId="{B6017BDF-9FEF-41AA-BFBD-23D577E8414C}" type="pres">
      <dgm:prSet presAssocID="{A3DF7A3D-7539-48CA-93C0-D83F17F911EF}" presName="hierChild4" presStyleCnt="0"/>
      <dgm:spPr/>
    </dgm:pt>
    <dgm:pt modelId="{7A4AB1E1-40FF-43EF-8E7A-CCEBE26DD936}" type="pres">
      <dgm:prSet presAssocID="{A3DF7A3D-7539-48CA-93C0-D83F17F911EF}" presName="hierChild5" presStyleCnt="0"/>
      <dgm:spPr/>
    </dgm:pt>
    <dgm:pt modelId="{FB1E667F-66A4-4C76-BB08-8A0384F9E53B}" type="pres">
      <dgm:prSet presAssocID="{1337439B-29A1-4BB4-91F7-6365576343C7}" presName="hierChild5" presStyleCnt="0"/>
      <dgm:spPr/>
    </dgm:pt>
    <dgm:pt modelId="{FFEF524E-4385-4899-AB6A-F12E105F5644}" type="pres">
      <dgm:prSet presAssocID="{AB5D0D44-2FE7-469E-96B7-4BE017DF99D1}" presName="hierChild5" presStyleCnt="0"/>
      <dgm:spPr/>
    </dgm:pt>
    <dgm:pt modelId="{156371EF-2D11-41F3-AD6D-6A25E070D2BA}" type="pres">
      <dgm:prSet presAssocID="{639AD7FF-E078-47CD-BA52-6E359C6C2BC9}" presName="hierChild5" presStyleCnt="0"/>
      <dgm:spPr/>
    </dgm:pt>
    <dgm:pt modelId="{4FC341BA-A1C1-45EF-8DCB-18AD9C5E9989}" type="pres">
      <dgm:prSet presAssocID="{F2371777-4194-4B24-925A-F4EE861BE127}" presName="Name64" presStyleLbl="parChTrans1D2" presStyleIdx="1" presStyleCnt="2"/>
      <dgm:spPr/>
    </dgm:pt>
    <dgm:pt modelId="{FF146705-522E-45E8-B2D7-1B36098845C0}" type="pres">
      <dgm:prSet presAssocID="{B2A34A91-A457-4DA8-AFC5-4CA895B3C40D}" presName="hierRoot2" presStyleCnt="0">
        <dgm:presLayoutVars>
          <dgm:hierBranch val="init"/>
        </dgm:presLayoutVars>
      </dgm:prSet>
      <dgm:spPr/>
    </dgm:pt>
    <dgm:pt modelId="{8687CB7A-2D05-454C-8E8B-024CC30D45C0}" type="pres">
      <dgm:prSet presAssocID="{B2A34A91-A457-4DA8-AFC5-4CA895B3C40D}" presName="rootComposite" presStyleCnt="0"/>
      <dgm:spPr/>
    </dgm:pt>
    <dgm:pt modelId="{0CBF28F9-16B9-4EA2-A83E-DF1913FAC9CE}" type="pres">
      <dgm:prSet presAssocID="{B2A34A91-A457-4DA8-AFC5-4CA895B3C40D}" presName="rootText" presStyleLbl="node2" presStyleIdx="1" presStyleCnt="2" custScaleX="195833" custScaleY="166519">
        <dgm:presLayoutVars>
          <dgm:chPref val="3"/>
        </dgm:presLayoutVars>
      </dgm:prSet>
      <dgm:spPr/>
    </dgm:pt>
    <dgm:pt modelId="{706B8562-878E-4DCD-AABC-6A9E7C6DFC82}" type="pres">
      <dgm:prSet presAssocID="{B2A34A91-A457-4DA8-AFC5-4CA895B3C40D}" presName="rootConnector" presStyleLbl="node2" presStyleIdx="1" presStyleCnt="2"/>
      <dgm:spPr/>
    </dgm:pt>
    <dgm:pt modelId="{48E65E76-C631-44BA-8984-78B283DE1DDB}" type="pres">
      <dgm:prSet presAssocID="{B2A34A91-A457-4DA8-AFC5-4CA895B3C40D}" presName="hierChild4" presStyleCnt="0"/>
      <dgm:spPr/>
    </dgm:pt>
    <dgm:pt modelId="{37DA061D-6ECF-4C76-B248-6B6BA87B8956}" type="pres">
      <dgm:prSet presAssocID="{984B008A-84C3-461C-9E68-7ED63B02E02D}" presName="Name64" presStyleLbl="parChTrans1D3" presStyleIdx="2" presStyleCnt="4"/>
      <dgm:spPr/>
    </dgm:pt>
    <dgm:pt modelId="{B00CF623-5F4A-497E-8A25-077C47BFB4E5}" type="pres">
      <dgm:prSet presAssocID="{2207C40F-7670-4A51-8CE2-EB6BED66567F}" presName="hierRoot2" presStyleCnt="0">
        <dgm:presLayoutVars>
          <dgm:hierBranch val="init"/>
        </dgm:presLayoutVars>
      </dgm:prSet>
      <dgm:spPr/>
    </dgm:pt>
    <dgm:pt modelId="{5C3412FC-7649-44BF-9EE1-23BEF69EF384}" type="pres">
      <dgm:prSet presAssocID="{2207C40F-7670-4A51-8CE2-EB6BED66567F}" presName="rootComposite" presStyleCnt="0"/>
      <dgm:spPr/>
    </dgm:pt>
    <dgm:pt modelId="{6DE299B6-22DB-4A3A-82F3-7963734ECE43}" type="pres">
      <dgm:prSet presAssocID="{2207C40F-7670-4A51-8CE2-EB6BED66567F}" presName="rootText" presStyleLbl="node3" presStyleIdx="2" presStyleCnt="4" custScaleX="192547" custScaleY="303309">
        <dgm:presLayoutVars>
          <dgm:chPref val="3"/>
        </dgm:presLayoutVars>
      </dgm:prSet>
      <dgm:spPr/>
    </dgm:pt>
    <dgm:pt modelId="{F0967A91-D265-40DA-AA05-612ECFC4D2DC}" type="pres">
      <dgm:prSet presAssocID="{2207C40F-7670-4A51-8CE2-EB6BED66567F}" presName="rootConnector" presStyleLbl="node3" presStyleIdx="2" presStyleCnt="4"/>
      <dgm:spPr/>
    </dgm:pt>
    <dgm:pt modelId="{886A9353-3684-49BE-94DE-A2C992EF9840}" type="pres">
      <dgm:prSet presAssocID="{2207C40F-7670-4A51-8CE2-EB6BED66567F}" presName="hierChild4" presStyleCnt="0"/>
      <dgm:spPr/>
    </dgm:pt>
    <dgm:pt modelId="{04FC8065-EE6B-47D1-ACAF-B6046BFC54E8}" type="pres">
      <dgm:prSet presAssocID="{575C0B2B-FEB8-43C5-B0EC-589422D4DB11}" presName="Name64" presStyleLbl="parChTrans1D4" presStyleIdx="14" presStyleCnt="18"/>
      <dgm:spPr/>
    </dgm:pt>
    <dgm:pt modelId="{5939B0C2-9A2E-4412-8EB2-05612FCEF21D}" type="pres">
      <dgm:prSet presAssocID="{84836D3E-7B93-4880-81AF-9056A56337F7}" presName="hierRoot2" presStyleCnt="0">
        <dgm:presLayoutVars>
          <dgm:hierBranch val="init"/>
        </dgm:presLayoutVars>
      </dgm:prSet>
      <dgm:spPr/>
    </dgm:pt>
    <dgm:pt modelId="{42B11BEB-787B-46E6-8666-1366C97E369D}" type="pres">
      <dgm:prSet presAssocID="{84836D3E-7B93-4880-81AF-9056A56337F7}" presName="rootComposite" presStyleCnt="0"/>
      <dgm:spPr/>
    </dgm:pt>
    <dgm:pt modelId="{E7A6EEA7-F364-408C-9085-C52EB940016E}" type="pres">
      <dgm:prSet presAssocID="{84836D3E-7B93-4880-81AF-9056A56337F7}" presName="rootText" presStyleLbl="node4" presStyleIdx="14" presStyleCnt="18" custScaleX="181015" custScaleY="176122">
        <dgm:presLayoutVars>
          <dgm:chPref val="3"/>
        </dgm:presLayoutVars>
      </dgm:prSet>
      <dgm:spPr/>
    </dgm:pt>
    <dgm:pt modelId="{AAA794DE-5912-40EF-BCD9-43ACED875B42}" type="pres">
      <dgm:prSet presAssocID="{84836D3E-7B93-4880-81AF-9056A56337F7}" presName="rootConnector" presStyleLbl="node4" presStyleIdx="14" presStyleCnt="18"/>
      <dgm:spPr/>
    </dgm:pt>
    <dgm:pt modelId="{C14A7C3E-D7F0-4CA9-9459-CE53B2657440}" type="pres">
      <dgm:prSet presAssocID="{84836D3E-7B93-4880-81AF-9056A56337F7}" presName="hierChild4" presStyleCnt="0"/>
      <dgm:spPr/>
    </dgm:pt>
    <dgm:pt modelId="{D689889F-BCB7-4F93-A1A4-C2069C3D7D7F}" type="pres">
      <dgm:prSet presAssocID="{84836D3E-7B93-4880-81AF-9056A56337F7}" presName="hierChild5" presStyleCnt="0"/>
      <dgm:spPr/>
    </dgm:pt>
    <dgm:pt modelId="{21F2730A-B800-459E-84B5-7384B7D15634}" type="pres">
      <dgm:prSet presAssocID="{8F2B58F3-2EA1-46DA-BDCF-5184003EB337}" presName="Name64" presStyleLbl="parChTrans1D4" presStyleIdx="15" presStyleCnt="18"/>
      <dgm:spPr/>
    </dgm:pt>
    <dgm:pt modelId="{C3FE23B7-D380-41EE-9E69-B749B3FD4C8A}" type="pres">
      <dgm:prSet presAssocID="{244B0D95-E51F-414E-95C2-FCCEDEB402DC}" presName="hierRoot2" presStyleCnt="0">
        <dgm:presLayoutVars>
          <dgm:hierBranch val="init"/>
        </dgm:presLayoutVars>
      </dgm:prSet>
      <dgm:spPr/>
    </dgm:pt>
    <dgm:pt modelId="{DA9310AC-B233-4DB3-96CE-E6D5BF698220}" type="pres">
      <dgm:prSet presAssocID="{244B0D95-E51F-414E-95C2-FCCEDEB402DC}" presName="rootComposite" presStyleCnt="0"/>
      <dgm:spPr/>
    </dgm:pt>
    <dgm:pt modelId="{B2E5E3EF-4BFC-491E-B320-0AF0A1A6EB23}" type="pres">
      <dgm:prSet presAssocID="{244B0D95-E51F-414E-95C2-FCCEDEB402DC}" presName="rootText" presStyleLbl="node4" presStyleIdx="15" presStyleCnt="18" custScaleX="177955" custScaleY="133640">
        <dgm:presLayoutVars>
          <dgm:chPref val="3"/>
        </dgm:presLayoutVars>
      </dgm:prSet>
      <dgm:spPr/>
    </dgm:pt>
    <dgm:pt modelId="{2B763703-BF4C-4B20-ACBD-5CAB687DCCE0}" type="pres">
      <dgm:prSet presAssocID="{244B0D95-E51F-414E-95C2-FCCEDEB402DC}" presName="rootConnector" presStyleLbl="node4" presStyleIdx="15" presStyleCnt="18"/>
      <dgm:spPr/>
    </dgm:pt>
    <dgm:pt modelId="{70E3F656-552F-4356-BA3B-1749928352F8}" type="pres">
      <dgm:prSet presAssocID="{244B0D95-E51F-414E-95C2-FCCEDEB402DC}" presName="hierChild4" presStyleCnt="0"/>
      <dgm:spPr/>
    </dgm:pt>
    <dgm:pt modelId="{1805E505-FB98-41D4-979D-1623C150DE90}" type="pres">
      <dgm:prSet presAssocID="{244B0D95-E51F-414E-95C2-FCCEDEB402DC}" presName="hierChild5" presStyleCnt="0"/>
      <dgm:spPr/>
    </dgm:pt>
    <dgm:pt modelId="{F7B36758-6CF9-44C5-9B75-B87949078B5E}" type="pres">
      <dgm:prSet presAssocID="{2207C40F-7670-4A51-8CE2-EB6BED66567F}" presName="hierChild5" presStyleCnt="0"/>
      <dgm:spPr/>
    </dgm:pt>
    <dgm:pt modelId="{2653EB37-C534-4E48-988C-9B2F6A6809AB}" type="pres">
      <dgm:prSet presAssocID="{81D3B39E-F56E-40F3-A32F-6F559C668447}" presName="Name64" presStyleLbl="parChTrans1D3" presStyleIdx="3" presStyleCnt="4"/>
      <dgm:spPr/>
    </dgm:pt>
    <dgm:pt modelId="{88451CDC-76FD-4AC3-9551-B13EB311107D}" type="pres">
      <dgm:prSet presAssocID="{498D760D-13DE-4332-AAC3-B9A236D99AC4}" presName="hierRoot2" presStyleCnt="0">
        <dgm:presLayoutVars>
          <dgm:hierBranch val="init"/>
        </dgm:presLayoutVars>
      </dgm:prSet>
      <dgm:spPr/>
    </dgm:pt>
    <dgm:pt modelId="{3124B7B1-CF48-4197-9D24-F58C923DA955}" type="pres">
      <dgm:prSet presAssocID="{498D760D-13DE-4332-AAC3-B9A236D99AC4}" presName="rootComposite" presStyleCnt="0"/>
      <dgm:spPr/>
    </dgm:pt>
    <dgm:pt modelId="{E7A4A1F0-875A-4969-AEE8-C8FB08605607}" type="pres">
      <dgm:prSet presAssocID="{498D760D-13DE-4332-AAC3-B9A236D99AC4}" presName="rootText" presStyleLbl="node3" presStyleIdx="3" presStyleCnt="4" custScaleX="211181" custScaleY="226847">
        <dgm:presLayoutVars>
          <dgm:chPref val="3"/>
        </dgm:presLayoutVars>
      </dgm:prSet>
      <dgm:spPr/>
    </dgm:pt>
    <dgm:pt modelId="{0D0F9CC6-51D9-44C8-8D84-51B06702358A}" type="pres">
      <dgm:prSet presAssocID="{498D760D-13DE-4332-AAC3-B9A236D99AC4}" presName="rootConnector" presStyleLbl="node3" presStyleIdx="3" presStyleCnt="4"/>
      <dgm:spPr/>
    </dgm:pt>
    <dgm:pt modelId="{1D94761F-CE79-46B8-AB67-94A03E44A3CA}" type="pres">
      <dgm:prSet presAssocID="{498D760D-13DE-4332-AAC3-B9A236D99AC4}" presName="hierChild4" presStyleCnt="0"/>
      <dgm:spPr/>
    </dgm:pt>
    <dgm:pt modelId="{912FD544-88AC-4B31-8DA2-DBB85C635BE4}" type="pres">
      <dgm:prSet presAssocID="{004429D4-F73B-46E7-BA80-37CABC14F847}" presName="Name64" presStyleLbl="parChTrans1D4" presStyleIdx="16" presStyleCnt="18"/>
      <dgm:spPr/>
    </dgm:pt>
    <dgm:pt modelId="{E4B8AF41-D54C-4823-8D56-BB4A9E8B2E1F}" type="pres">
      <dgm:prSet presAssocID="{27941122-111D-44CF-B21D-6B36FAEDD1FD}" presName="hierRoot2" presStyleCnt="0">
        <dgm:presLayoutVars>
          <dgm:hierBranch val="init"/>
        </dgm:presLayoutVars>
      </dgm:prSet>
      <dgm:spPr/>
    </dgm:pt>
    <dgm:pt modelId="{CE857E07-CD4F-4131-B235-0D10F12CBA0F}" type="pres">
      <dgm:prSet presAssocID="{27941122-111D-44CF-B21D-6B36FAEDD1FD}" presName="rootComposite" presStyleCnt="0"/>
      <dgm:spPr/>
    </dgm:pt>
    <dgm:pt modelId="{2A6444AD-48B3-4CCD-AE07-4506C420BE96}" type="pres">
      <dgm:prSet presAssocID="{27941122-111D-44CF-B21D-6B36FAEDD1FD}" presName="rootText" presStyleLbl="node4" presStyleIdx="16" presStyleCnt="18" custScaleX="183318" custScaleY="84589">
        <dgm:presLayoutVars>
          <dgm:chPref val="3"/>
        </dgm:presLayoutVars>
      </dgm:prSet>
      <dgm:spPr/>
    </dgm:pt>
    <dgm:pt modelId="{15550830-8517-4487-9013-E95B36F2E63E}" type="pres">
      <dgm:prSet presAssocID="{27941122-111D-44CF-B21D-6B36FAEDD1FD}" presName="rootConnector" presStyleLbl="node4" presStyleIdx="16" presStyleCnt="18"/>
      <dgm:spPr/>
    </dgm:pt>
    <dgm:pt modelId="{D9714CAF-7B85-43BB-BA8C-49F56EF97782}" type="pres">
      <dgm:prSet presAssocID="{27941122-111D-44CF-B21D-6B36FAEDD1FD}" presName="hierChild4" presStyleCnt="0"/>
      <dgm:spPr/>
    </dgm:pt>
    <dgm:pt modelId="{927C8276-E2E8-450D-91A6-40572115C2B4}" type="pres">
      <dgm:prSet presAssocID="{27941122-111D-44CF-B21D-6B36FAEDD1FD}" presName="hierChild5" presStyleCnt="0"/>
      <dgm:spPr/>
    </dgm:pt>
    <dgm:pt modelId="{07A9624B-767E-484C-88E4-CD0F64FE0ED0}" type="pres">
      <dgm:prSet presAssocID="{7BC1C88B-17A1-4A5E-8477-82000C38B2C2}" presName="Name64" presStyleLbl="parChTrans1D4" presStyleIdx="17" presStyleCnt="18"/>
      <dgm:spPr/>
    </dgm:pt>
    <dgm:pt modelId="{6BA79FF4-13D5-4DAE-8493-3FE6962D7C37}" type="pres">
      <dgm:prSet presAssocID="{94ACC785-C4C9-4928-91B4-B2432E3E67C4}" presName="hierRoot2" presStyleCnt="0">
        <dgm:presLayoutVars>
          <dgm:hierBranch val="init"/>
        </dgm:presLayoutVars>
      </dgm:prSet>
      <dgm:spPr/>
    </dgm:pt>
    <dgm:pt modelId="{7E9700BA-B5CD-4BE5-9B04-E3261A3858DA}" type="pres">
      <dgm:prSet presAssocID="{94ACC785-C4C9-4928-91B4-B2432E3E67C4}" presName="rootComposite" presStyleCnt="0"/>
      <dgm:spPr/>
    </dgm:pt>
    <dgm:pt modelId="{565ED847-9420-4E25-8DED-5B6E1018E058}" type="pres">
      <dgm:prSet presAssocID="{94ACC785-C4C9-4928-91B4-B2432E3E67C4}" presName="rootText" presStyleLbl="node4" presStyleIdx="17" presStyleCnt="18" custScaleX="186190" custScaleY="87063" custLinFactNeighborX="-4812">
        <dgm:presLayoutVars>
          <dgm:chPref val="3"/>
        </dgm:presLayoutVars>
      </dgm:prSet>
      <dgm:spPr/>
    </dgm:pt>
    <dgm:pt modelId="{3355C526-5B2D-4296-AEE0-67660F6D57CD}" type="pres">
      <dgm:prSet presAssocID="{94ACC785-C4C9-4928-91B4-B2432E3E67C4}" presName="rootConnector" presStyleLbl="node4" presStyleIdx="17" presStyleCnt="18"/>
      <dgm:spPr/>
    </dgm:pt>
    <dgm:pt modelId="{19D9A35F-F1DF-4184-BF24-ADEBFAFDA6A3}" type="pres">
      <dgm:prSet presAssocID="{94ACC785-C4C9-4928-91B4-B2432E3E67C4}" presName="hierChild4" presStyleCnt="0"/>
      <dgm:spPr/>
    </dgm:pt>
    <dgm:pt modelId="{A9608D7D-D14D-4427-B5ED-2575F09D134E}" type="pres">
      <dgm:prSet presAssocID="{94ACC785-C4C9-4928-91B4-B2432E3E67C4}" presName="hierChild5" presStyleCnt="0"/>
      <dgm:spPr/>
    </dgm:pt>
    <dgm:pt modelId="{A9BA905E-DDCC-42A6-BAC8-707EE24BF39A}" type="pres">
      <dgm:prSet presAssocID="{498D760D-13DE-4332-AAC3-B9A236D99AC4}" presName="hierChild5" presStyleCnt="0"/>
      <dgm:spPr/>
    </dgm:pt>
    <dgm:pt modelId="{D0BF9E29-DE72-4EE1-B793-A84D96DCEA83}" type="pres">
      <dgm:prSet presAssocID="{B2A34A91-A457-4DA8-AFC5-4CA895B3C40D}" presName="hierChild5" presStyleCnt="0"/>
      <dgm:spPr/>
    </dgm:pt>
    <dgm:pt modelId="{763CF6A7-BE22-4512-929F-E949E3962C0F}" type="pres">
      <dgm:prSet presAssocID="{94C1FF2D-4353-4064-9072-7D71F2F43F9E}" presName="hierChild3" presStyleCnt="0"/>
      <dgm:spPr/>
    </dgm:pt>
  </dgm:ptLst>
  <dgm:cxnLst>
    <dgm:cxn modelId="{CC372807-7C1C-44E1-9C2B-1FFAA608CD4C}" srcId="{00C86825-1AD1-41C6-B2E2-B092349C4162}" destId="{56B9A279-C4C6-4F87-9234-09465E8BF959}" srcOrd="1" destOrd="0" parTransId="{B5C939C5-923F-4BA2-AEC9-245998196EF1}" sibTransId="{ADCD652A-15C8-45C3-9B59-E4773C24F76A}"/>
    <dgm:cxn modelId="{7B69E307-7F08-6D47-9827-7BED3D08624C}" type="presOf" srcId="{B2DF5F26-E09A-44A6-997C-705EA78EEABD}" destId="{7664F6BF-D421-4832-BE4A-A633B9E14100}" srcOrd="0" destOrd="0" presId="urn:microsoft.com/office/officeart/2009/3/layout/HorizontalOrganizationChart"/>
    <dgm:cxn modelId="{CD63B70A-4B26-514C-849D-F65983AF0632}" type="presOf" srcId="{2207C40F-7670-4A51-8CE2-EB6BED66567F}" destId="{6DE299B6-22DB-4A3A-82F3-7963734ECE43}" srcOrd="0" destOrd="0" presId="urn:microsoft.com/office/officeart/2009/3/layout/HorizontalOrganizationChart"/>
    <dgm:cxn modelId="{1B71C90D-E213-9B44-A5CA-882DFF5055ED}" type="presOf" srcId="{EF6F8ECC-175A-417B-88DA-9B242D094439}" destId="{A4701A19-BB1D-4CAD-B4C6-647E292431AE}" srcOrd="0" destOrd="0" presId="urn:microsoft.com/office/officeart/2009/3/layout/HorizontalOrganizationChart"/>
    <dgm:cxn modelId="{03F3020F-4022-394C-9A5D-42052ED955AC}" type="presOf" srcId="{6603E905-99BA-4F26-BA2A-83FFD20EFC8B}" destId="{273EECAC-B0F7-4B65-84DF-847C674197F8}" srcOrd="1" destOrd="0" presId="urn:microsoft.com/office/officeart/2009/3/layout/HorizontalOrganizationChart"/>
    <dgm:cxn modelId="{331F2A10-C204-45CF-A9E3-09AF13C528B9}" srcId="{498D760D-13DE-4332-AAC3-B9A236D99AC4}" destId="{94ACC785-C4C9-4928-91B4-B2432E3E67C4}" srcOrd="1" destOrd="0" parTransId="{7BC1C88B-17A1-4A5E-8477-82000C38B2C2}" sibTransId="{DBE35587-9CC5-4884-B003-8E3005F05C2B}"/>
    <dgm:cxn modelId="{6395A110-EF7B-4E43-9565-10A15728758A}" srcId="{00C86825-1AD1-41C6-B2E2-B092349C4162}" destId="{C568C140-E131-44B2-A558-C683FACD79AA}" srcOrd="0" destOrd="0" parTransId="{52BFB68D-6CD3-4D8C-AE6D-5B5B3C2214A3}" sibTransId="{10036998-5D60-45C8-A560-F5D5E9D10F8D}"/>
    <dgm:cxn modelId="{67B70D14-2C6B-1344-ACB6-BFC1741B98E3}" type="presOf" srcId="{CB2C5CD1-A203-49BE-A2A7-38A352E5EDB6}" destId="{0B537197-DE4E-4E8C-B802-DE3D4EBBAAF4}" srcOrd="0" destOrd="0" presId="urn:microsoft.com/office/officeart/2009/3/layout/HorizontalOrganizationChart"/>
    <dgm:cxn modelId="{61589D14-E9ED-4640-85E1-E41326E54C61}" srcId="{498D760D-13DE-4332-AAC3-B9A236D99AC4}" destId="{27941122-111D-44CF-B21D-6B36FAEDD1FD}" srcOrd="0" destOrd="0" parTransId="{004429D4-F73B-46E7-BA80-37CABC14F847}" sibTransId="{B5B7F857-31B8-4167-8E40-BA1699C5DE7C}"/>
    <dgm:cxn modelId="{0D462C15-C56E-7C4E-B4B7-8414ADDB0601}" type="presOf" srcId="{56B9A279-C4C6-4F87-9234-09465E8BF959}" destId="{641C74A3-2D7F-4954-AB5B-A7E491ACD3BC}" srcOrd="1" destOrd="0" presId="urn:microsoft.com/office/officeart/2009/3/layout/HorizontalOrganizationChart"/>
    <dgm:cxn modelId="{E4883B15-3F4C-3F49-BFDC-F80EB8ED4C84}" type="presOf" srcId="{27941122-111D-44CF-B21D-6B36FAEDD1FD}" destId="{2A6444AD-48B3-4CCD-AE07-4506C420BE96}" srcOrd="0" destOrd="0" presId="urn:microsoft.com/office/officeart/2009/3/layout/HorizontalOrganizationChart"/>
    <dgm:cxn modelId="{4C0BD815-0DBF-3848-86DF-A5133746017B}" type="presOf" srcId="{94C1FF2D-4353-4064-9072-7D71F2F43F9E}" destId="{A904548F-73B4-4FFC-9977-6D1DD72FDA4E}" srcOrd="1" destOrd="0" presId="urn:microsoft.com/office/officeart/2009/3/layout/HorizontalOrganizationChart"/>
    <dgm:cxn modelId="{D451E815-812A-7E4F-982E-1C93369626D6}" type="presOf" srcId="{BBFC2554-19AD-4092-9EB3-49D30141DC89}" destId="{B1E4B6EF-E594-4BC0-9AF8-1C302FCC97CA}" srcOrd="0" destOrd="0" presId="urn:microsoft.com/office/officeart/2009/3/layout/HorizontalOrganizationChart"/>
    <dgm:cxn modelId="{BD080618-DFA7-7C4F-97FB-204C6818B218}" type="presOf" srcId="{244B0D95-E51F-414E-95C2-FCCEDEB402DC}" destId="{2B763703-BF4C-4B20-ACBD-5CAB687DCCE0}" srcOrd="1" destOrd="0" presId="urn:microsoft.com/office/officeart/2009/3/layout/HorizontalOrganizationChart"/>
    <dgm:cxn modelId="{0B7F7B18-C01B-6344-AB67-7E72F19F6B13}" type="presOf" srcId="{F2692DC8-40C6-46C2-B90B-31FCF049710E}" destId="{12FC9550-67EE-4AC5-9712-6BAEB49961B3}" srcOrd="1" destOrd="0" presId="urn:microsoft.com/office/officeart/2009/3/layout/HorizontalOrganizationChart"/>
    <dgm:cxn modelId="{C9C6081C-6A1C-A64E-B6CC-2DA6EBE86437}" type="presOf" srcId="{7FB52EDA-B8E7-40A7-98AD-8158BB7958AC}" destId="{7F1D46B7-9555-4D07-8FA5-81156F45F8EE}" srcOrd="0" destOrd="0" presId="urn:microsoft.com/office/officeart/2009/3/layout/HorizontalOrganizationChart"/>
    <dgm:cxn modelId="{8C33F11C-19DC-4756-8D62-C765EE9CBA75}" srcId="{639AD7FF-E078-47CD-BA52-6E359C6C2BC9}" destId="{AB5D0D44-2FE7-469E-96B7-4BE017DF99D1}" srcOrd="1" destOrd="0" parTransId="{1141E833-3DDD-44DC-8737-F43C0844EDF0}" sibTransId="{FCD21F9B-AA30-4F6E-809E-8DE669F6DC01}"/>
    <dgm:cxn modelId="{AB37111F-BF39-AC40-8B3D-F6B8F5BDDD2E}" type="presOf" srcId="{B5C939C5-923F-4BA2-AEC9-245998196EF1}" destId="{A877E8DF-498B-4E99-A9FE-F50492BDBD87}" srcOrd="0" destOrd="0" presId="urn:microsoft.com/office/officeart/2009/3/layout/HorizontalOrganizationChart"/>
    <dgm:cxn modelId="{DD07981F-93B2-C247-B349-0872FBFBD764}" type="presOf" srcId="{BBFC2554-19AD-4092-9EB3-49D30141DC89}" destId="{CF609FD9-FD3D-4F4C-9007-FA960D46EC39}" srcOrd="1" destOrd="0" presId="urn:microsoft.com/office/officeart/2009/3/layout/HorizontalOrganizationChart"/>
    <dgm:cxn modelId="{6F9B9727-4E50-45D4-8F7F-4CE6B427A4A6}" srcId="{B2A34A91-A457-4DA8-AFC5-4CA895B3C40D}" destId="{2207C40F-7670-4A51-8CE2-EB6BED66567F}" srcOrd="0" destOrd="0" parTransId="{984B008A-84C3-461C-9E68-7ED63B02E02D}" sibTransId="{96B8F538-8CD1-417E-9C35-F9E3900E0120}"/>
    <dgm:cxn modelId="{D13E0A29-DCCB-B745-B512-65930786E655}" type="presOf" srcId="{00C86825-1AD1-41C6-B2E2-B092349C4162}" destId="{AFDA1DC2-F764-4379-884C-540371F20643}" srcOrd="1" destOrd="0" presId="urn:microsoft.com/office/officeart/2009/3/layout/HorizontalOrganizationChart"/>
    <dgm:cxn modelId="{17938A2B-BF95-A34F-80BB-A7315122D299}" type="presOf" srcId="{C568C140-E131-44B2-A558-C683FACD79AA}" destId="{D2D9405D-DEF9-4954-BB9D-DDB088E5059F}" srcOrd="0" destOrd="0" presId="urn:microsoft.com/office/officeart/2009/3/layout/HorizontalOrganizationChart"/>
    <dgm:cxn modelId="{FA38B92B-99F3-EC4C-89D2-793ECA914894}" type="presOf" srcId="{648FB18D-3EC9-478E-8241-36175898F80F}" destId="{F092239F-80DE-4691-A8CD-70E8EDDDB327}" srcOrd="1" destOrd="0" presId="urn:microsoft.com/office/officeart/2009/3/layout/HorizontalOrganizationChart"/>
    <dgm:cxn modelId="{ABA4D139-22FD-A14A-B62B-DF8586D0C466}" type="presOf" srcId="{94ACC785-C4C9-4928-91B4-B2432E3E67C4}" destId="{565ED847-9420-4E25-8DED-5B6E1018E058}" srcOrd="0" destOrd="0" presId="urn:microsoft.com/office/officeart/2009/3/layout/HorizontalOrganizationChart"/>
    <dgm:cxn modelId="{AB18053D-2956-8843-A297-F3838EFD55C4}" type="presOf" srcId="{6603E905-99BA-4F26-BA2A-83FFD20EFC8B}" destId="{4122CF59-7F99-407F-9E3D-D63451A1F06D}" srcOrd="0" destOrd="0" presId="urn:microsoft.com/office/officeart/2009/3/layout/HorizontalOrganizationChart"/>
    <dgm:cxn modelId="{19CB943D-956B-ED48-9716-B468FDB1AC4D}" type="presOf" srcId="{92EA4119-C67F-462F-A1C9-E7E001CA7FD9}" destId="{E391B39B-D2E0-4F32-A4A3-0FF4D899B988}" srcOrd="1" destOrd="0" presId="urn:microsoft.com/office/officeart/2009/3/layout/HorizontalOrganizationChart"/>
    <dgm:cxn modelId="{8C6F633F-16B5-2947-B16F-D0F309A88D43}" type="presOf" srcId="{575C0B2B-FEB8-43C5-B0EC-589422D4DB11}" destId="{04FC8065-EE6B-47D1-ACAF-B6046BFC54E8}" srcOrd="0" destOrd="0" presId="urn:microsoft.com/office/officeart/2009/3/layout/HorizontalOrganizationChart"/>
    <dgm:cxn modelId="{D4921E40-5EF1-4046-8D69-B578D0203F5B}" type="presOf" srcId="{52BFB68D-6CD3-4D8C-AE6D-5B5B3C2214A3}" destId="{7C54B210-E58D-4291-8011-F575F7449094}" srcOrd="0" destOrd="0" presId="urn:microsoft.com/office/officeart/2009/3/layout/HorizontalOrganizationChart"/>
    <dgm:cxn modelId="{ABC94B41-748F-914B-BC00-774859C5DDDF}" type="presOf" srcId="{AB5D0D44-2FE7-469E-96B7-4BE017DF99D1}" destId="{5D417EFA-BF18-45C0-9EDB-1F4F05C8EEFE}" srcOrd="1" destOrd="0" presId="urn:microsoft.com/office/officeart/2009/3/layout/HorizontalOrganizationChart"/>
    <dgm:cxn modelId="{F3B30043-3A43-40BA-A8C2-F82D3D8C650B}" srcId="{94C1FF2D-4353-4064-9072-7D71F2F43F9E}" destId="{B2A34A91-A457-4DA8-AFC5-4CA895B3C40D}" srcOrd="1" destOrd="0" parTransId="{F2371777-4194-4B24-925A-F4EE861BE127}" sibTransId="{7107F817-8D42-4472-A7B7-17D25678B992}"/>
    <dgm:cxn modelId="{7C129F45-D251-2546-9E44-641C95767207}" type="presOf" srcId="{648FB18D-3EC9-478E-8241-36175898F80F}" destId="{6FE95C8B-E43B-4D1F-8B3A-ACA2E7439CE2}" srcOrd="0" destOrd="0" presId="urn:microsoft.com/office/officeart/2009/3/layout/HorizontalOrganizationChart"/>
    <dgm:cxn modelId="{24B2ED48-3C85-E345-8217-1BB6FCDF0A8E}" type="presOf" srcId="{1337439B-29A1-4BB4-91F7-6365576343C7}" destId="{27534895-109C-4151-828C-A0F9DC4B26E1}" srcOrd="0" destOrd="0" presId="urn:microsoft.com/office/officeart/2009/3/layout/HorizontalOrganizationChart"/>
    <dgm:cxn modelId="{7C04DD4B-BA33-4317-AF6F-246111483CDE}" srcId="{639AD7FF-E078-47CD-BA52-6E359C6C2BC9}" destId="{CD6AFED7-F7B8-4742-9E9A-F0F22C9BFD4D}" srcOrd="0" destOrd="0" parTransId="{14466BFE-00D5-46F1-A5C4-8476882CD4FB}" sibTransId="{E6A033C1-BE5F-429B-9A96-702DB44EDC90}"/>
    <dgm:cxn modelId="{06694C4C-7A64-40E4-AFD3-68597080C486}" srcId="{7FB52EDA-B8E7-40A7-98AD-8158BB7958AC}" destId="{BBFC2554-19AD-4092-9EB3-49D30141DC89}" srcOrd="1" destOrd="0" parTransId="{CB2C5CD1-A203-49BE-A2A7-38A352E5EDB6}" sibTransId="{C6FE7C2C-ACA5-4649-8FA0-1E28804623AC}"/>
    <dgm:cxn modelId="{7F42EC4E-B244-4A5A-8128-6CD23E490BA6}" srcId="{AB5D0D44-2FE7-469E-96B7-4BE017DF99D1}" destId="{1337439B-29A1-4BB4-91F7-6365576343C7}" srcOrd="1" destOrd="0" parTransId="{F56F6C5D-E554-4205-8BD0-8B2560F2F867}" sibTransId="{6FB37DF1-1FEB-4E8A-AF55-66811C54D82C}"/>
    <dgm:cxn modelId="{FD86A850-AC20-8543-8F16-4A08A1D016B0}" type="presOf" srcId="{498D760D-13DE-4332-AAC3-B9A236D99AC4}" destId="{0D0F9CC6-51D9-44C8-8D84-51B06702358A}" srcOrd="1" destOrd="0" presId="urn:microsoft.com/office/officeart/2009/3/layout/HorizontalOrganizationChart"/>
    <dgm:cxn modelId="{ABA9C051-F6CA-C44E-A135-E92E1D4AB3C3}" type="presOf" srcId="{7FB52EDA-B8E7-40A7-98AD-8158BB7958AC}" destId="{F71AD848-649E-470D-AE31-D6C06F0EE178}" srcOrd="1" destOrd="0" presId="urn:microsoft.com/office/officeart/2009/3/layout/HorizontalOrganizationChart"/>
    <dgm:cxn modelId="{13B7905B-AF86-40E9-9707-6E0FAD45449E}" srcId="{2207C40F-7670-4A51-8CE2-EB6BED66567F}" destId="{244B0D95-E51F-414E-95C2-FCCEDEB402DC}" srcOrd="1" destOrd="0" parTransId="{8F2B58F3-2EA1-46DA-BDCF-5184003EB337}" sibTransId="{20D507BB-F1AA-41B2-891E-E3515BCE0F1B}"/>
    <dgm:cxn modelId="{0C840D5F-2835-C04A-8C60-5B9D23F45CEA}" type="presOf" srcId="{6540DF7A-CBFF-4DE0-892F-69AAE7E3FC78}" destId="{FF5852C4-2008-49B2-B519-D8F383E8E245}" srcOrd="0" destOrd="0" presId="urn:microsoft.com/office/officeart/2009/3/layout/HorizontalOrganizationChart"/>
    <dgm:cxn modelId="{8ACC745F-0DA5-0749-B212-6D9AFC76B4DD}" type="presOf" srcId="{F56F6C5D-E554-4205-8BD0-8B2560F2F867}" destId="{9D296687-8D97-46F0-A2E9-C7E46B6F049F}" srcOrd="0" destOrd="0" presId="urn:microsoft.com/office/officeart/2009/3/layout/HorizontalOrganizationChart"/>
    <dgm:cxn modelId="{4BF3DD5F-0BA2-9142-8362-48EAFD4D6EC1}" type="presOf" srcId="{861705F4-4C11-4918-9A81-FBF8FA5BDFCD}" destId="{20FB7117-4B67-4734-A982-470643E0DD29}" srcOrd="0" destOrd="0" presId="urn:microsoft.com/office/officeart/2009/3/layout/HorizontalOrganizationChart"/>
    <dgm:cxn modelId="{5521D464-7417-4240-B947-B920FD9C4E82}" type="presOf" srcId="{94C1FF2D-4353-4064-9072-7D71F2F43F9E}" destId="{FBF87729-BBBD-440F-BF4B-3AFF6D2C9F03}" srcOrd="0" destOrd="0" presId="urn:microsoft.com/office/officeart/2009/3/layout/HorizontalOrganizationChart"/>
    <dgm:cxn modelId="{D94AD165-9C8E-4823-B834-1E79E13A54BF}" srcId="{CD6AFED7-F7B8-4742-9E9A-F0F22C9BFD4D}" destId="{7FB52EDA-B8E7-40A7-98AD-8158BB7958AC}" srcOrd="0" destOrd="0" parTransId="{A93B15A6-2F22-4599-A8C6-DEFA9330E418}" sibTransId="{E20CBEEA-F6EF-494E-BA38-6E09EB3A0353}"/>
    <dgm:cxn modelId="{47C4F566-AD1D-A047-8558-96FF7A979586}" type="presOf" srcId="{56B9A279-C4C6-4F87-9234-09465E8BF959}" destId="{212C7022-946B-4590-80A2-A855BE35878C}" srcOrd="0" destOrd="0" presId="urn:microsoft.com/office/officeart/2009/3/layout/HorizontalOrganizationChart"/>
    <dgm:cxn modelId="{DFEF046B-AAE6-6D4D-AE5C-14BD37AC11FD}" type="presOf" srcId="{2207C40F-7670-4A51-8CE2-EB6BED66567F}" destId="{F0967A91-D265-40DA-AA05-612ECFC4D2DC}" srcOrd="1" destOrd="0" presId="urn:microsoft.com/office/officeart/2009/3/layout/HorizontalOrganizationChart"/>
    <dgm:cxn modelId="{4516CB6B-7C82-CC4C-94B9-3F142CEA997D}" type="presOf" srcId="{84836D3E-7B93-4880-81AF-9056A56337F7}" destId="{AAA794DE-5912-40EF-BCD9-43ACED875B42}" srcOrd="1" destOrd="0" presId="urn:microsoft.com/office/officeart/2009/3/layout/HorizontalOrganizationChart"/>
    <dgm:cxn modelId="{0F574771-E185-C448-B84B-B6B599728234}" type="presOf" srcId="{7A4FD4E4-F93D-4B5B-AE91-B9E6B267E06F}" destId="{F4A02760-B4E0-4404-B380-277E5E6DA06C}" srcOrd="1" destOrd="0" presId="urn:microsoft.com/office/officeart/2009/3/layout/HorizontalOrganizationChart"/>
    <dgm:cxn modelId="{112BB072-A7D2-0643-AD1F-9A6697660943}" type="presOf" srcId="{14466BFE-00D5-46F1-A5C4-8476882CD4FB}" destId="{F950EEE6-64D8-415F-8140-44DE3047EC79}" srcOrd="0" destOrd="0" presId="urn:microsoft.com/office/officeart/2009/3/layout/HorizontalOrganizationChart"/>
    <dgm:cxn modelId="{4D9B5674-FCF2-7244-BBBA-9CBC504E97C3}" type="presOf" srcId="{E87B0D5D-F271-4D4C-981E-DA12CEF185E4}" destId="{FA9545BB-F1A8-4E5E-B48A-3532FDC7CE1E}" srcOrd="0" destOrd="0" presId="urn:microsoft.com/office/officeart/2009/3/layout/HorizontalOrganizationChart"/>
    <dgm:cxn modelId="{C2AA7774-A5AE-4246-B774-CCBA9977E875}" type="presOf" srcId="{95A05EC8-27CA-40BC-B61F-9F5E0BDA8E72}" destId="{BFFE20FF-4A8F-4EF1-83E9-FC64B5C8BE9C}" srcOrd="0" destOrd="0" presId="urn:microsoft.com/office/officeart/2009/3/layout/HorizontalOrganizationChart"/>
    <dgm:cxn modelId="{52478674-9522-40AE-9470-B9792AC9782A}" srcId="{AB5D0D44-2FE7-469E-96B7-4BE017DF99D1}" destId="{00C86825-1AD1-41C6-B2E2-B092349C4162}" srcOrd="0" destOrd="0" parTransId="{2C14A9BB-D01B-404E-A0F1-8383E486BBB3}" sibTransId="{550B3953-7A9D-4948-A1C9-689A7FD6F365}"/>
    <dgm:cxn modelId="{B3C74376-1A13-EA41-B320-6697CC43A7C8}" type="presOf" srcId="{498D760D-13DE-4332-AAC3-B9A236D99AC4}" destId="{E7A4A1F0-875A-4969-AEE8-C8FB08605607}" srcOrd="0" destOrd="0" presId="urn:microsoft.com/office/officeart/2009/3/layout/HorizontalOrganizationChart"/>
    <dgm:cxn modelId="{6B276A7A-69EE-9E4D-ADE7-1FF3131C35CD}" type="presOf" srcId="{F2371777-4194-4B24-925A-F4EE861BE127}" destId="{4FC341BA-A1C1-45EF-8DCB-18AD9C5E9989}" srcOrd="0" destOrd="0" presId="urn:microsoft.com/office/officeart/2009/3/layout/HorizontalOrganizationChart"/>
    <dgm:cxn modelId="{3855B47C-DDCB-B840-B347-E5478579105C}" type="presOf" srcId="{27941122-111D-44CF-B21D-6B36FAEDD1FD}" destId="{15550830-8517-4487-9013-E95B36F2E63E}" srcOrd="1" destOrd="0" presId="urn:microsoft.com/office/officeart/2009/3/layout/HorizontalOrganizationChart"/>
    <dgm:cxn modelId="{C19DE57C-FE48-F54A-A6B9-DB164E0D2610}" type="presOf" srcId="{F2692DC8-40C6-46C2-B90B-31FCF049710E}" destId="{3DA90A08-9606-4CDB-AB70-B208313F316D}" srcOrd="0" destOrd="0" presId="urn:microsoft.com/office/officeart/2009/3/layout/HorizontalOrganizationChart"/>
    <dgm:cxn modelId="{A459DA7E-7069-744D-94A5-258062314B09}" type="presOf" srcId="{FE291B3F-1FD7-464C-B718-F6581C160135}" destId="{BB5D6AAB-F3C3-4C54-B7C0-0AB9D86275FC}" srcOrd="0" destOrd="0" presId="urn:microsoft.com/office/officeart/2009/3/layout/HorizontalOrganizationChart"/>
    <dgm:cxn modelId="{6F947C84-1C4D-476B-A414-B4FA75E77122}" srcId="{7A4FD4E4-F93D-4B5B-AE91-B9E6B267E06F}" destId="{648FB18D-3EC9-478E-8241-36175898F80F}" srcOrd="0" destOrd="0" parTransId="{EF6F8ECC-175A-417B-88DA-9B242D094439}" sibTransId="{96F54692-DD6E-4BE7-AC32-06FC77AB8AAD}"/>
    <dgm:cxn modelId="{E1904485-28D9-D74F-8061-7B99ADBB7398}" type="presOf" srcId="{B2A34A91-A457-4DA8-AFC5-4CA895B3C40D}" destId="{706B8562-878E-4DCD-AABC-6A9E7C6DFC82}" srcOrd="1" destOrd="0" presId="urn:microsoft.com/office/officeart/2009/3/layout/HorizontalOrganizationChart"/>
    <dgm:cxn modelId="{894E3889-9049-0644-8095-CC59822B92A6}" type="presOf" srcId="{7BC1C88B-17A1-4A5E-8477-82000C38B2C2}" destId="{07A9624B-767E-484C-88E4-CD0F64FE0ED0}" srcOrd="0" destOrd="0" presId="urn:microsoft.com/office/officeart/2009/3/layout/HorizontalOrganizationChart"/>
    <dgm:cxn modelId="{B39B7B93-4AF5-F84C-9B3E-1DD88996ADE9}" type="presOf" srcId="{244B0D95-E51F-414E-95C2-FCCEDEB402DC}" destId="{B2E5E3EF-4BFC-491E-B320-0AF0A1A6EB23}" srcOrd="0" destOrd="0" presId="urn:microsoft.com/office/officeart/2009/3/layout/HorizontalOrganizationChart"/>
    <dgm:cxn modelId="{CB74E698-C818-5B43-AF33-DE8F0CFC66AC}" type="presOf" srcId="{004429D4-F73B-46E7-BA80-37CABC14F847}" destId="{912FD544-88AC-4B31-8DA2-DBB85C635BE4}" srcOrd="0" destOrd="0" presId="urn:microsoft.com/office/officeart/2009/3/layout/HorizontalOrganizationChart"/>
    <dgm:cxn modelId="{AA9B8599-CB8E-4C33-BEF6-433D7DEBDF9D}" srcId="{CD6AFED7-F7B8-4742-9E9A-F0F22C9BFD4D}" destId="{7A4FD4E4-F93D-4B5B-AE91-B9E6B267E06F}" srcOrd="1" destOrd="0" parTransId="{B1EE09E6-488F-415E-BB9C-3CAC04422EF2}" sibTransId="{E0FD5F5C-C3FA-4AE3-9348-31032433AFA3}"/>
    <dgm:cxn modelId="{7564ED9A-4A86-429C-91FA-52187A1CD2DA}" srcId="{B2DF5F26-E09A-44A6-997C-705EA78EEABD}" destId="{94C1FF2D-4353-4064-9072-7D71F2F43F9E}" srcOrd="0" destOrd="0" parTransId="{327F5A82-9F0A-4E5A-91BC-9074365E02AB}" sibTransId="{0C4D673C-07D5-4F40-A3DE-352653E46950}"/>
    <dgm:cxn modelId="{4CC726A0-5007-064F-8EEB-06477EC1905E}" type="presOf" srcId="{D3601108-4D8C-45B0-949E-BB213D944AFF}" destId="{12EFC6DA-CCAA-42B5-B87E-C9E82EB5E03A}" srcOrd="0" destOrd="0" presId="urn:microsoft.com/office/officeart/2009/3/layout/HorizontalOrganizationChart"/>
    <dgm:cxn modelId="{9173CDA0-1A27-1E4D-B109-0B8DE8D76436}" type="presOf" srcId="{94ACC785-C4C9-4928-91B4-B2432E3E67C4}" destId="{3355C526-5B2D-4296-AEE0-67660F6D57CD}" srcOrd="1" destOrd="0" presId="urn:microsoft.com/office/officeart/2009/3/layout/HorizontalOrganizationChart"/>
    <dgm:cxn modelId="{EBA164A4-E420-4F14-90D9-DD7E170C9288}" srcId="{94C1FF2D-4353-4064-9072-7D71F2F43F9E}" destId="{639AD7FF-E078-47CD-BA52-6E359C6C2BC9}" srcOrd="0" destOrd="0" parTransId="{95A05EC8-27CA-40BC-B61F-9F5E0BDA8E72}" sibTransId="{D7C3C22A-56DF-4DD6-AFD8-5B26ADABBD43}"/>
    <dgm:cxn modelId="{E30C79A4-3BD3-4726-B01D-9CC6E941ADF6}" srcId="{7A4FD4E4-F93D-4B5B-AE91-B9E6B267E06F}" destId="{92EA4119-C67F-462F-A1C9-E7E001CA7FD9}" srcOrd="1" destOrd="0" parTransId="{6540DF7A-CBFF-4DE0-892F-69AAE7E3FC78}" sibTransId="{781B389F-63F2-4F72-8DA9-EBF8D48290A6}"/>
    <dgm:cxn modelId="{1938D9A5-B638-AD41-986D-F70EE5C35FF0}" type="presOf" srcId="{AB5D0D44-2FE7-469E-96B7-4BE017DF99D1}" destId="{3F36CCCA-93D9-479A-B023-42FD51B343FD}" srcOrd="0" destOrd="0" presId="urn:microsoft.com/office/officeart/2009/3/layout/HorizontalOrganizationChart"/>
    <dgm:cxn modelId="{D51BDDA5-AF75-1C4F-AFD2-BCEF295FCE51}" type="presOf" srcId="{A3DF7A3D-7539-48CA-93C0-D83F17F911EF}" destId="{7E689E74-471E-443E-A414-0BDB2194BA93}" srcOrd="0" destOrd="0" presId="urn:microsoft.com/office/officeart/2009/3/layout/HorizontalOrganizationChart"/>
    <dgm:cxn modelId="{71D282A7-8AE8-4C1E-830A-EB37DBDD9CD2}" srcId="{1337439B-29A1-4BB4-91F7-6365576343C7}" destId="{A3DF7A3D-7539-48CA-93C0-D83F17F911EF}" srcOrd="1" destOrd="0" parTransId="{5DF21E91-C61D-4A3C-8B27-B644B4BBFFF6}" sibTransId="{B51B13B7-AEF1-49CF-B239-B0E8034F7D6E}"/>
    <dgm:cxn modelId="{D65A93A8-683E-9D49-968C-1C28C6B4FBAE}" type="presOf" srcId="{C568C140-E131-44B2-A558-C683FACD79AA}" destId="{E5F0AF75-377F-4048-80E3-F29800C3B5EB}" srcOrd="1" destOrd="0" presId="urn:microsoft.com/office/officeart/2009/3/layout/HorizontalOrganizationChart"/>
    <dgm:cxn modelId="{B99F9BA9-616C-4189-8F08-3DC59FC781FD}" srcId="{BBFC2554-19AD-4092-9EB3-49D30141DC89}" destId="{C8EC531B-2696-4D62-BAD2-71C33B063F28}" srcOrd="1" destOrd="0" parTransId="{FE291B3F-1FD7-464C-B718-F6581C160135}" sibTransId="{48C9DCBD-9DE2-4EC3-8B71-C917B9EE10B0}"/>
    <dgm:cxn modelId="{8E7925AE-F4CD-924C-84E4-6DAC1C3542A1}" type="presOf" srcId="{C8EC531B-2696-4D62-BAD2-71C33B063F28}" destId="{68543308-8719-4223-88A5-2836ED438020}" srcOrd="1" destOrd="0" presId="urn:microsoft.com/office/officeart/2009/3/layout/HorizontalOrganizationChart"/>
    <dgm:cxn modelId="{F7F28BB3-1FEA-EB48-9D64-47810736A3C5}" type="presOf" srcId="{1141E833-3DDD-44DC-8737-F43C0844EDF0}" destId="{B82CBE3E-7807-4210-AA93-00FD98B55976}" srcOrd="0" destOrd="0" presId="urn:microsoft.com/office/officeart/2009/3/layout/HorizontalOrganizationChart"/>
    <dgm:cxn modelId="{DE7734B4-6CA1-3D45-AA05-21CC3CEDEA24}" type="presOf" srcId="{5DF21E91-C61D-4A3C-8B27-B644B4BBFFF6}" destId="{D26F0DC0-F0FC-469E-8985-6EB3765A3698}" srcOrd="0" destOrd="0" presId="urn:microsoft.com/office/officeart/2009/3/layout/HorizontalOrganizationChart"/>
    <dgm:cxn modelId="{D73C96B5-5053-9C4B-96FC-A1FD601BDB7A}" type="presOf" srcId="{00C86825-1AD1-41C6-B2E2-B092349C4162}" destId="{84E9C76B-9909-4007-AB4D-98F8B89171E1}" srcOrd="0" destOrd="0" presId="urn:microsoft.com/office/officeart/2009/3/layout/HorizontalOrganizationChart"/>
    <dgm:cxn modelId="{57CF53BA-9202-8244-870E-729A21E5A1B8}" type="presOf" srcId="{639AD7FF-E078-47CD-BA52-6E359C6C2BC9}" destId="{EAAEFF29-1D1F-4362-AF1C-6CA992C39791}" srcOrd="0" destOrd="0" presId="urn:microsoft.com/office/officeart/2009/3/layout/HorizontalOrganizationChart"/>
    <dgm:cxn modelId="{BFB208BC-0DDB-2143-8B98-837BEA08A9BB}" type="presOf" srcId="{984B008A-84C3-461C-9E68-7ED63B02E02D}" destId="{37DA061D-6ECF-4C76-B248-6B6BA87B8956}" srcOrd="0" destOrd="0" presId="urn:microsoft.com/office/officeart/2009/3/layout/HorizontalOrganizationChart"/>
    <dgm:cxn modelId="{0060E4BE-107D-FE43-855D-6EBB8D92CD70}" type="presOf" srcId="{B2A34A91-A457-4DA8-AFC5-4CA895B3C40D}" destId="{0CBF28F9-16B9-4EA2-A83E-DF1913FAC9CE}" srcOrd="0" destOrd="0" presId="urn:microsoft.com/office/officeart/2009/3/layout/HorizontalOrganizationChart"/>
    <dgm:cxn modelId="{DDD287BF-7064-AD47-8864-606AED770C8A}" type="presOf" srcId="{92EA4119-C67F-462F-A1C9-E7E001CA7FD9}" destId="{0489E9F5-36F9-446F-8F8E-B24BFAF572A5}" srcOrd="0" destOrd="0" presId="urn:microsoft.com/office/officeart/2009/3/layout/HorizontalOrganizationChart"/>
    <dgm:cxn modelId="{C73F71C0-9181-D740-86D8-B4AE3B1AE4F3}" type="presOf" srcId="{C69A207B-2776-4285-B6F2-5258EFB20EEB}" destId="{3F2E0187-96D6-497A-A5F3-BB58A91C2CE2}" srcOrd="0" destOrd="0" presId="urn:microsoft.com/office/officeart/2009/3/layout/HorizontalOrganizationChart"/>
    <dgm:cxn modelId="{8F71B2C1-726B-EA41-840E-EE74C6EFA257}" type="presOf" srcId="{1337439B-29A1-4BB4-91F7-6365576343C7}" destId="{FDE691C4-CEBA-4CC7-9F89-FBCF14B3B398}" srcOrd="1" destOrd="0" presId="urn:microsoft.com/office/officeart/2009/3/layout/HorizontalOrganizationChart"/>
    <dgm:cxn modelId="{3DF1B0C4-C5C8-CE48-978A-AADAF6EE6E46}" type="presOf" srcId="{8F2B58F3-2EA1-46DA-BDCF-5184003EB337}" destId="{21F2730A-B800-459E-84B5-7384B7D15634}" srcOrd="0" destOrd="0" presId="urn:microsoft.com/office/officeart/2009/3/layout/HorizontalOrganizationChart"/>
    <dgm:cxn modelId="{27D0C2C6-112B-1544-A62C-6D4A19766B14}" type="presOf" srcId="{D3601108-4D8C-45B0-949E-BB213D944AFF}" destId="{D940E4AF-DE4B-4591-9725-D5B695A88D11}" srcOrd="1" destOrd="0" presId="urn:microsoft.com/office/officeart/2009/3/layout/HorizontalOrganizationChart"/>
    <dgm:cxn modelId="{696019CD-206F-D24C-A89B-654AF2A50DE0}" type="presOf" srcId="{B1EE09E6-488F-415E-BB9C-3CAC04422EF2}" destId="{0DB16164-60B8-4C87-8F24-DD978669499A}" srcOrd="0" destOrd="0" presId="urn:microsoft.com/office/officeart/2009/3/layout/HorizontalOrganizationChart"/>
    <dgm:cxn modelId="{F9F36ACE-B542-B546-A31D-B630691B33BB}" type="presOf" srcId="{CD6AFED7-F7B8-4742-9E9A-F0F22C9BFD4D}" destId="{4107EA7B-5442-4030-B42E-D2A287781BE3}" srcOrd="1" destOrd="0" presId="urn:microsoft.com/office/officeart/2009/3/layout/HorizontalOrganizationChart"/>
    <dgm:cxn modelId="{BD5125D0-C56F-F943-9781-9EA80FE8FCEC}" type="presOf" srcId="{84836D3E-7B93-4880-81AF-9056A56337F7}" destId="{E7A6EEA7-F364-408C-9085-C52EB940016E}" srcOrd="0" destOrd="0" presId="urn:microsoft.com/office/officeart/2009/3/layout/HorizontalOrganizationChart"/>
    <dgm:cxn modelId="{8A579FD3-92CF-5F41-B772-C7A4F8BE9FE3}" type="presOf" srcId="{7A4FD4E4-F93D-4B5B-AE91-B9E6B267E06F}" destId="{22FC8897-54E7-4BCE-A023-B4ADCBD9A967}" srcOrd="0" destOrd="0" presId="urn:microsoft.com/office/officeart/2009/3/layout/HorizontalOrganizationChart"/>
    <dgm:cxn modelId="{B42180D6-1761-FA47-88C9-D60E37979D73}" type="presOf" srcId="{C8EC531B-2696-4D62-BAD2-71C33B063F28}" destId="{4DD3CE7A-F674-42BC-8E6D-E481A1699E60}" srcOrd="0" destOrd="0" presId="urn:microsoft.com/office/officeart/2009/3/layout/HorizontalOrganizationChart"/>
    <dgm:cxn modelId="{88AFEEE0-22AE-684A-BDF0-C398D3BE500F}" type="presOf" srcId="{2C14A9BB-D01B-404E-A0F1-8383E486BBB3}" destId="{D361E23B-883A-4612-942F-B1EC01A9D52E}" srcOrd="0" destOrd="0" presId="urn:microsoft.com/office/officeart/2009/3/layout/HorizontalOrganizationChart"/>
    <dgm:cxn modelId="{DF6212E1-C525-2A4F-B813-C44F231323B7}" type="presOf" srcId="{81D3B39E-F56E-40F3-A32F-6F559C668447}" destId="{2653EB37-C534-4E48-988C-9B2F6A6809AB}" srcOrd="0" destOrd="0" presId="urn:microsoft.com/office/officeart/2009/3/layout/HorizontalOrganizationChart"/>
    <dgm:cxn modelId="{A7E181E6-ADC1-4275-A5BD-23E79129DC66}" srcId="{1337439B-29A1-4BB4-91F7-6365576343C7}" destId="{F2692DC8-40C6-46C2-B90B-31FCF049710E}" srcOrd="0" destOrd="0" parTransId="{E87B0D5D-F271-4D4C-981E-DA12CEF185E4}" sibTransId="{37B0AB35-5CF3-4264-89CB-CC64F708E422}"/>
    <dgm:cxn modelId="{32E9A1EF-C462-41A6-8B76-9BD96B9B95CF}" srcId="{7FB52EDA-B8E7-40A7-98AD-8158BB7958AC}" destId="{6603E905-99BA-4F26-BA2A-83FFD20EFC8B}" srcOrd="0" destOrd="0" parTransId="{861705F4-4C11-4918-9A81-FBF8FA5BDFCD}" sibTransId="{3188D408-3AD8-4649-9399-02B67865BCA1}"/>
    <dgm:cxn modelId="{8FA0D5F0-D4DD-C84F-924A-D1E2C9EA685A}" type="presOf" srcId="{A3DF7A3D-7539-48CA-93C0-D83F17F911EF}" destId="{4AD3BC2F-5DFA-482D-8723-712718555D4F}" srcOrd="1" destOrd="0" presId="urn:microsoft.com/office/officeart/2009/3/layout/HorizontalOrganizationChart"/>
    <dgm:cxn modelId="{612C2AF2-7FAA-45B7-9932-6970ACA0F52D}" srcId="{B2A34A91-A457-4DA8-AFC5-4CA895B3C40D}" destId="{498D760D-13DE-4332-AAC3-B9A236D99AC4}" srcOrd="1" destOrd="0" parTransId="{81D3B39E-F56E-40F3-A32F-6F559C668447}" sibTransId="{94957FF1-240E-4E29-8107-AD8AD596D549}"/>
    <dgm:cxn modelId="{E01184F4-E6FA-4C49-8435-361948AA8B28}" type="presOf" srcId="{639AD7FF-E078-47CD-BA52-6E359C6C2BC9}" destId="{AFB074C4-AD22-4DCB-A30F-6D1A3F8B830C}" srcOrd="1" destOrd="0" presId="urn:microsoft.com/office/officeart/2009/3/layout/HorizontalOrganizationChart"/>
    <dgm:cxn modelId="{E26B2BF9-4577-6041-8921-70DADB786165}" type="presOf" srcId="{A93B15A6-2F22-4599-A8C6-DEFA9330E418}" destId="{325CB52F-0E91-408C-B245-CC9EECDF3F6D}" srcOrd="0" destOrd="0" presId="urn:microsoft.com/office/officeart/2009/3/layout/HorizontalOrganizationChart"/>
    <dgm:cxn modelId="{5D4BD2F9-20CA-438E-9449-DF0FEF697D6B}" srcId="{2207C40F-7670-4A51-8CE2-EB6BED66567F}" destId="{84836D3E-7B93-4880-81AF-9056A56337F7}" srcOrd="0" destOrd="0" parTransId="{575C0B2B-FEB8-43C5-B0EC-589422D4DB11}" sibTransId="{0ED04298-343A-41D7-8C5D-408AB229A915}"/>
    <dgm:cxn modelId="{ACB626FD-B604-4266-995A-D3FB364533F9}" srcId="{BBFC2554-19AD-4092-9EB3-49D30141DC89}" destId="{D3601108-4D8C-45B0-949E-BB213D944AFF}" srcOrd="0" destOrd="0" parTransId="{C69A207B-2776-4285-B6F2-5258EFB20EEB}" sibTransId="{B28BD360-63D5-4F07-85EF-8CA4ABA6AAE9}"/>
    <dgm:cxn modelId="{9552DAFD-3D4E-1F4E-A1D9-C251904E3391}" type="presOf" srcId="{CD6AFED7-F7B8-4742-9E9A-F0F22C9BFD4D}" destId="{7A9E8113-D794-4340-9662-0ADFADD33877}" srcOrd="0" destOrd="0" presId="urn:microsoft.com/office/officeart/2009/3/layout/HorizontalOrganizationChart"/>
    <dgm:cxn modelId="{8F5F272B-C4AF-A348-B41D-1068E54E43DB}" type="presParOf" srcId="{7664F6BF-D421-4832-BE4A-A633B9E14100}" destId="{5211E3EB-E8FF-4690-BBC6-00AFE8D18A11}" srcOrd="0" destOrd="0" presId="urn:microsoft.com/office/officeart/2009/3/layout/HorizontalOrganizationChart"/>
    <dgm:cxn modelId="{73CDFEF4-2149-2B43-9687-94F29DCD485A}" type="presParOf" srcId="{5211E3EB-E8FF-4690-BBC6-00AFE8D18A11}" destId="{52387DD2-8324-443F-AC74-964A451A4A59}" srcOrd="0" destOrd="0" presId="urn:microsoft.com/office/officeart/2009/3/layout/HorizontalOrganizationChart"/>
    <dgm:cxn modelId="{75EE715A-BB25-9A4A-9589-E5DA6F394A04}" type="presParOf" srcId="{52387DD2-8324-443F-AC74-964A451A4A59}" destId="{FBF87729-BBBD-440F-BF4B-3AFF6D2C9F03}" srcOrd="0" destOrd="0" presId="urn:microsoft.com/office/officeart/2009/3/layout/HorizontalOrganizationChart"/>
    <dgm:cxn modelId="{86522308-2F50-A848-B6C6-61F1D60485FC}" type="presParOf" srcId="{52387DD2-8324-443F-AC74-964A451A4A59}" destId="{A904548F-73B4-4FFC-9977-6D1DD72FDA4E}" srcOrd="1" destOrd="0" presId="urn:microsoft.com/office/officeart/2009/3/layout/HorizontalOrganizationChart"/>
    <dgm:cxn modelId="{2337E949-2060-614D-89FF-5DFCF06E437D}" type="presParOf" srcId="{5211E3EB-E8FF-4690-BBC6-00AFE8D18A11}" destId="{87123D5D-8ED5-484C-AC92-4EB7CA0C191A}" srcOrd="1" destOrd="0" presId="urn:microsoft.com/office/officeart/2009/3/layout/HorizontalOrganizationChart"/>
    <dgm:cxn modelId="{35C431A0-3995-8E43-BF0E-EEA3E03FB127}" type="presParOf" srcId="{87123D5D-8ED5-484C-AC92-4EB7CA0C191A}" destId="{BFFE20FF-4A8F-4EF1-83E9-FC64B5C8BE9C}" srcOrd="0" destOrd="0" presId="urn:microsoft.com/office/officeart/2009/3/layout/HorizontalOrganizationChart"/>
    <dgm:cxn modelId="{A6711724-6B32-514C-8567-185A96FFF6F3}" type="presParOf" srcId="{87123D5D-8ED5-484C-AC92-4EB7CA0C191A}" destId="{589CBA68-A247-4700-9BB3-D708CFE8082D}" srcOrd="1" destOrd="0" presId="urn:microsoft.com/office/officeart/2009/3/layout/HorizontalOrganizationChart"/>
    <dgm:cxn modelId="{7E233AB5-6016-1543-891E-17A38D5739FD}" type="presParOf" srcId="{589CBA68-A247-4700-9BB3-D708CFE8082D}" destId="{0D1C29A4-112F-4307-8C17-58CC8CB77AE2}" srcOrd="0" destOrd="0" presId="urn:microsoft.com/office/officeart/2009/3/layout/HorizontalOrganizationChart"/>
    <dgm:cxn modelId="{9377F396-3334-284C-9767-EC6155D1F487}" type="presParOf" srcId="{0D1C29A4-112F-4307-8C17-58CC8CB77AE2}" destId="{EAAEFF29-1D1F-4362-AF1C-6CA992C39791}" srcOrd="0" destOrd="0" presId="urn:microsoft.com/office/officeart/2009/3/layout/HorizontalOrganizationChart"/>
    <dgm:cxn modelId="{8EA8626B-875E-F24B-8FE9-6F620448B5F9}" type="presParOf" srcId="{0D1C29A4-112F-4307-8C17-58CC8CB77AE2}" destId="{AFB074C4-AD22-4DCB-A30F-6D1A3F8B830C}" srcOrd="1" destOrd="0" presId="urn:microsoft.com/office/officeart/2009/3/layout/HorizontalOrganizationChart"/>
    <dgm:cxn modelId="{2C899578-733B-1940-B938-7ACA83C8AB0E}" type="presParOf" srcId="{589CBA68-A247-4700-9BB3-D708CFE8082D}" destId="{23B4ED5A-582E-4D0F-87CE-FDC8AFBD65EB}" srcOrd="1" destOrd="0" presId="urn:microsoft.com/office/officeart/2009/3/layout/HorizontalOrganizationChart"/>
    <dgm:cxn modelId="{080972DF-A18F-2540-BC19-4F22CBF31944}" type="presParOf" srcId="{23B4ED5A-582E-4D0F-87CE-FDC8AFBD65EB}" destId="{F950EEE6-64D8-415F-8140-44DE3047EC79}" srcOrd="0" destOrd="0" presId="urn:microsoft.com/office/officeart/2009/3/layout/HorizontalOrganizationChart"/>
    <dgm:cxn modelId="{8D6B3CFD-C204-1C4B-8B56-F66EF1D8A1FA}" type="presParOf" srcId="{23B4ED5A-582E-4D0F-87CE-FDC8AFBD65EB}" destId="{5CFD7A73-24A8-4C9B-8149-4179E1894892}" srcOrd="1" destOrd="0" presId="urn:microsoft.com/office/officeart/2009/3/layout/HorizontalOrganizationChart"/>
    <dgm:cxn modelId="{11ECBFBA-6BDD-AD47-8DDC-B77E70368D36}" type="presParOf" srcId="{5CFD7A73-24A8-4C9B-8149-4179E1894892}" destId="{B236E91E-ADBB-4ED0-9390-CA0CE9409F26}" srcOrd="0" destOrd="0" presId="urn:microsoft.com/office/officeart/2009/3/layout/HorizontalOrganizationChart"/>
    <dgm:cxn modelId="{D4F44279-CBC5-BB47-96DD-7960ECFEDB0B}" type="presParOf" srcId="{B236E91E-ADBB-4ED0-9390-CA0CE9409F26}" destId="{7A9E8113-D794-4340-9662-0ADFADD33877}" srcOrd="0" destOrd="0" presId="urn:microsoft.com/office/officeart/2009/3/layout/HorizontalOrganizationChart"/>
    <dgm:cxn modelId="{F6499B84-4C4B-F340-8A60-B341DA3D96E7}" type="presParOf" srcId="{B236E91E-ADBB-4ED0-9390-CA0CE9409F26}" destId="{4107EA7B-5442-4030-B42E-D2A287781BE3}" srcOrd="1" destOrd="0" presId="urn:microsoft.com/office/officeart/2009/3/layout/HorizontalOrganizationChart"/>
    <dgm:cxn modelId="{A064BDAE-35D3-C946-B738-7784EA1CC30E}" type="presParOf" srcId="{5CFD7A73-24A8-4C9B-8149-4179E1894892}" destId="{F7DB6259-B04D-4AD0-8352-6BDF260ED103}" srcOrd="1" destOrd="0" presId="urn:microsoft.com/office/officeart/2009/3/layout/HorizontalOrganizationChart"/>
    <dgm:cxn modelId="{1E0A878B-F50E-A64F-B555-4D52AB122CF3}" type="presParOf" srcId="{F7DB6259-B04D-4AD0-8352-6BDF260ED103}" destId="{325CB52F-0E91-408C-B245-CC9EECDF3F6D}" srcOrd="0" destOrd="0" presId="urn:microsoft.com/office/officeart/2009/3/layout/HorizontalOrganizationChart"/>
    <dgm:cxn modelId="{09FE2BFB-D2C5-2B4D-8489-AF0E4F4EE9D9}" type="presParOf" srcId="{F7DB6259-B04D-4AD0-8352-6BDF260ED103}" destId="{6B79FA4F-6B1F-4FE2-B40B-F5EF8FCB95F4}" srcOrd="1" destOrd="0" presId="urn:microsoft.com/office/officeart/2009/3/layout/HorizontalOrganizationChart"/>
    <dgm:cxn modelId="{6A0A983D-677F-8B4A-82DF-1F2C9403E33C}" type="presParOf" srcId="{6B79FA4F-6B1F-4FE2-B40B-F5EF8FCB95F4}" destId="{1271413A-8DF1-4365-8769-EA734A2929DD}" srcOrd="0" destOrd="0" presId="urn:microsoft.com/office/officeart/2009/3/layout/HorizontalOrganizationChart"/>
    <dgm:cxn modelId="{0F7B3309-5165-3644-9363-F985D3A4A208}" type="presParOf" srcId="{1271413A-8DF1-4365-8769-EA734A2929DD}" destId="{7F1D46B7-9555-4D07-8FA5-81156F45F8EE}" srcOrd="0" destOrd="0" presId="urn:microsoft.com/office/officeart/2009/3/layout/HorizontalOrganizationChart"/>
    <dgm:cxn modelId="{1671D8F2-C576-524F-9DB3-21257BE24E00}" type="presParOf" srcId="{1271413A-8DF1-4365-8769-EA734A2929DD}" destId="{F71AD848-649E-470D-AE31-D6C06F0EE178}" srcOrd="1" destOrd="0" presId="urn:microsoft.com/office/officeart/2009/3/layout/HorizontalOrganizationChart"/>
    <dgm:cxn modelId="{4AC9D717-0D03-634A-9CB4-27259D249A9B}" type="presParOf" srcId="{6B79FA4F-6B1F-4FE2-B40B-F5EF8FCB95F4}" destId="{7A6B09F9-B89A-41A5-B85C-3DEC035377CC}" srcOrd="1" destOrd="0" presId="urn:microsoft.com/office/officeart/2009/3/layout/HorizontalOrganizationChart"/>
    <dgm:cxn modelId="{C3412E4F-3836-7647-A8A2-D05574C25410}" type="presParOf" srcId="{7A6B09F9-B89A-41A5-B85C-3DEC035377CC}" destId="{20FB7117-4B67-4734-A982-470643E0DD29}" srcOrd="0" destOrd="0" presId="urn:microsoft.com/office/officeart/2009/3/layout/HorizontalOrganizationChart"/>
    <dgm:cxn modelId="{915BBFCC-1F0D-174D-8A14-8F03F27FEDE6}" type="presParOf" srcId="{7A6B09F9-B89A-41A5-B85C-3DEC035377CC}" destId="{ABA73B90-F6CC-4FAC-9946-0029859C0C7A}" srcOrd="1" destOrd="0" presId="urn:microsoft.com/office/officeart/2009/3/layout/HorizontalOrganizationChart"/>
    <dgm:cxn modelId="{FE1B0832-7088-6446-8E76-1E0CFE550233}" type="presParOf" srcId="{ABA73B90-F6CC-4FAC-9946-0029859C0C7A}" destId="{C60400A2-77B1-4857-8976-D316B4E284E7}" srcOrd="0" destOrd="0" presId="urn:microsoft.com/office/officeart/2009/3/layout/HorizontalOrganizationChart"/>
    <dgm:cxn modelId="{59E22E32-0A7E-9643-B168-60BF61D4532F}" type="presParOf" srcId="{C60400A2-77B1-4857-8976-D316B4E284E7}" destId="{4122CF59-7F99-407F-9E3D-D63451A1F06D}" srcOrd="0" destOrd="0" presId="urn:microsoft.com/office/officeart/2009/3/layout/HorizontalOrganizationChart"/>
    <dgm:cxn modelId="{EE01A17B-43E0-3943-A6F1-8CF1A178A71C}" type="presParOf" srcId="{C60400A2-77B1-4857-8976-D316B4E284E7}" destId="{273EECAC-B0F7-4B65-84DF-847C674197F8}" srcOrd="1" destOrd="0" presId="urn:microsoft.com/office/officeart/2009/3/layout/HorizontalOrganizationChart"/>
    <dgm:cxn modelId="{172FB79C-9925-9C47-AB6B-3B36B74AC5ED}" type="presParOf" srcId="{ABA73B90-F6CC-4FAC-9946-0029859C0C7A}" destId="{E410B6B6-F915-4770-A460-D1C8D4915DA2}" srcOrd="1" destOrd="0" presId="urn:microsoft.com/office/officeart/2009/3/layout/HorizontalOrganizationChart"/>
    <dgm:cxn modelId="{0BFF0EB0-B9D7-8B45-B908-992E185CFC51}" type="presParOf" srcId="{ABA73B90-F6CC-4FAC-9946-0029859C0C7A}" destId="{AA46AAD4-7FC8-4A99-BEED-DC21F2DE103B}" srcOrd="2" destOrd="0" presId="urn:microsoft.com/office/officeart/2009/3/layout/HorizontalOrganizationChart"/>
    <dgm:cxn modelId="{EC914485-1BA9-2B40-9DE8-EF3951FC0C85}" type="presParOf" srcId="{7A6B09F9-B89A-41A5-B85C-3DEC035377CC}" destId="{0B537197-DE4E-4E8C-B802-DE3D4EBBAAF4}" srcOrd="2" destOrd="0" presId="urn:microsoft.com/office/officeart/2009/3/layout/HorizontalOrganizationChart"/>
    <dgm:cxn modelId="{10269461-F900-0547-978D-53C1D370FB50}" type="presParOf" srcId="{7A6B09F9-B89A-41A5-B85C-3DEC035377CC}" destId="{733FF5CA-1CE7-47D2-8116-BE3CA7CE04DA}" srcOrd="3" destOrd="0" presId="urn:microsoft.com/office/officeart/2009/3/layout/HorizontalOrganizationChart"/>
    <dgm:cxn modelId="{030ACCDF-9BF6-3449-97B1-E2992AB7B05E}" type="presParOf" srcId="{733FF5CA-1CE7-47D2-8116-BE3CA7CE04DA}" destId="{2D20C9E3-BEE4-465F-B407-166925271033}" srcOrd="0" destOrd="0" presId="urn:microsoft.com/office/officeart/2009/3/layout/HorizontalOrganizationChart"/>
    <dgm:cxn modelId="{63515479-C7B6-D04D-9F71-64DA5BF545F3}" type="presParOf" srcId="{2D20C9E3-BEE4-465F-B407-166925271033}" destId="{B1E4B6EF-E594-4BC0-9AF8-1C302FCC97CA}" srcOrd="0" destOrd="0" presId="urn:microsoft.com/office/officeart/2009/3/layout/HorizontalOrganizationChart"/>
    <dgm:cxn modelId="{761579D4-B462-FA49-8161-8860CCA86B93}" type="presParOf" srcId="{2D20C9E3-BEE4-465F-B407-166925271033}" destId="{CF609FD9-FD3D-4F4C-9007-FA960D46EC39}" srcOrd="1" destOrd="0" presId="urn:microsoft.com/office/officeart/2009/3/layout/HorizontalOrganizationChart"/>
    <dgm:cxn modelId="{6A97355E-0D32-1844-9050-BE3E317794FE}" type="presParOf" srcId="{733FF5CA-1CE7-47D2-8116-BE3CA7CE04DA}" destId="{E7833786-91B5-4BD6-9B75-1B0B62897437}" srcOrd="1" destOrd="0" presId="urn:microsoft.com/office/officeart/2009/3/layout/HorizontalOrganizationChart"/>
    <dgm:cxn modelId="{9E95DF02-1EDE-894D-BB60-FCD13DBD1AB0}" type="presParOf" srcId="{E7833786-91B5-4BD6-9B75-1B0B62897437}" destId="{3F2E0187-96D6-497A-A5F3-BB58A91C2CE2}" srcOrd="0" destOrd="0" presId="urn:microsoft.com/office/officeart/2009/3/layout/HorizontalOrganizationChart"/>
    <dgm:cxn modelId="{39DC35A6-C4A5-8E4A-8295-8BB88D0C7420}" type="presParOf" srcId="{E7833786-91B5-4BD6-9B75-1B0B62897437}" destId="{822C9090-F070-4B6C-B9D9-83C684100F55}" srcOrd="1" destOrd="0" presId="urn:microsoft.com/office/officeart/2009/3/layout/HorizontalOrganizationChart"/>
    <dgm:cxn modelId="{44652B6E-6EA1-AE4B-996A-6A21D130D58E}" type="presParOf" srcId="{822C9090-F070-4B6C-B9D9-83C684100F55}" destId="{26759167-C400-486A-9D1B-C46AB677BE1F}" srcOrd="0" destOrd="0" presId="urn:microsoft.com/office/officeart/2009/3/layout/HorizontalOrganizationChart"/>
    <dgm:cxn modelId="{1B2C8374-7CBD-F24E-B7F5-488302F294FA}" type="presParOf" srcId="{26759167-C400-486A-9D1B-C46AB677BE1F}" destId="{12EFC6DA-CCAA-42B5-B87E-C9E82EB5E03A}" srcOrd="0" destOrd="0" presId="urn:microsoft.com/office/officeart/2009/3/layout/HorizontalOrganizationChart"/>
    <dgm:cxn modelId="{56E0BAA9-1827-5449-AEC7-852166DA525E}" type="presParOf" srcId="{26759167-C400-486A-9D1B-C46AB677BE1F}" destId="{D940E4AF-DE4B-4591-9725-D5B695A88D11}" srcOrd="1" destOrd="0" presId="urn:microsoft.com/office/officeart/2009/3/layout/HorizontalOrganizationChart"/>
    <dgm:cxn modelId="{AC780522-3F69-A34C-8BDA-72669F0A8E92}" type="presParOf" srcId="{822C9090-F070-4B6C-B9D9-83C684100F55}" destId="{B3C33FAA-23A0-4B5C-BA9A-219DDC1BA7D5}" srcOrd="1" destOrd="0" presId="urn:microsoft.com/office/officeart/2009/3/layout/HorizontalOrganizationChart"/>
    <dgm:cxn modelId="{F56C6A5D-B218-6C47-A85E-33200C20F02E}" type="presParOf" srcId="{822C9090-F070-4B6C-B9D9-83C684100F55}" destId="{4A77301B-C929-466D-A257-725EA59CF163}" srcOrd="2" destOrd="0" presId="urn:microsoft.com/office/officeart/2009/3/layout/HorizontalOrganizationChart"/>
    <dgm:cxn modelId="{B9F0CB95-B987-BD40-86B7-216522136CEE}" type="presParOf" srcId="{E7833786-91B5-4BD6-9B75-1B0B62897437}" destId="{BB5D6AAB-F3C3-4C54-B7C0-0AB9D86275FC}" srcOrd="2" destOrd="0" presId="urn:microsoft.com/office/officeart/2009/3/layout/HorizontalOrganizationChart"/>
    <dgm:cxn modelId="{4ADE8A0D-DF82-D44E-89AB-341E596F20B0}" type="presParOf" srcId="{E7833786-91B5-4BD6-9B75-1B0B62897437}" destId="{EE4F706B-B638-4450-A2DC-9E878FE795BE}" srcOrd="3" destOrd="0" presId="urn:microsoft.com/office/officeart/2009/3/layout/HorizontalOrganizationChart"/>
    <dgm:cxn modelId="{9965C289-538C-0140-962F-0126224B6A5F}" type="presParOf" srcId="{EE4F706B-B638-4450-A2DC-9E878FE795BE}" destId="{46018D9C-FA1E-49EC-8A35-1CFE21384653}" srcOrd="0" destOrd="0" presId="urn:microsoft.com/office/officeart/2009/3/layout/HorizontalOrganizationChart"/>
    <dgm:cxn modelId="{E913C49F-F53C-554B-AF09-C003171BBF33}" type="presParOf" srcId="{46018D9C-FA1E-49EC-8A35-1CFE21384653}" destId="{4DD3CE7A-F674-42BC-8E6D-E481A1699E60}" srcOrd="0" destOrd="0" presId="urn:microsoft.com/office/officeart/2009/3/layout/HorizontalOrganizationChart"/>
    <dgm:cxn modelId="{49D87A6E-ABFF-5545-8A9E-9FBED22409BF}" type="presParOf" srcId="{46018D9C-FA1E-49EC-8A35-1CFE21384653}" destId="{68543308-8719-4223-88A5-2836ED438020}" srcOrd="1" destOrd="0" presId="urn:microsoft.com/office/officeart/2009/3/layout/HorizontalOrganizationChart"/>
    <dgm:cxn modelId="{14D4E8ED-BF68-3E46-9127-EE0E492DE84A}" type="presParOf" srcId="{EE4F706B-B638-4450-A2DC-9E878FE795BE}" destId="{DE3707FE-06BA-4D90-8325-DB8AA508CADC}" srcOrd="1" destOrd="0" presId="urn:microsoft.com/office/officeart/2009/3/layout/HorizontalOrganizationChart"/>
    <dgm:cxn modelId="{9638A47A-EDB3-0846-805D-A98702917C7A}" type="presParOf" srcId="{EE4F706B-B638-4450-A2DC-9E878FE795BE}" destId="{97EDA42E-EB15-4EE9-8666-FCF5B8270EB4}" srcOrd="2" destOrd="0" presId="urn:microsoft.com/office/officeart/2009/3/layout/HorizontalOrganizationChart"/>
    <dgm:cxn modelId="{7FBC132B-F475-3A43-936C-6D7845645783}" type="presParOf" srcId="{733FF5CA-1CE7-47D2-8116-BE3CA7CE04DA}" destId="{BC8658B0-3104-4814-B787-2A1B0076D979}" srcOrd="2" destOrd="0" presId="urn:microsoft.com/office/officeart/2009/3/layout/HorizontalOrganizationChart"/>
    <dgm:cxn modelId="{B1C09C87-D0FD-4947-AC1C-287F41EABC0F}" type="presParOf" srcId="{6B79FA4F-6B1F-4FE2-B40B-F5EF8FCB95F4}" destId="{FFB4802F-3711-4F5E-A928-1C329E4DBE82}" srcOrd="2" destOrd="0" presId="urn:microsoft.com/office/officeart/2009/3/layout/HorizontalOrganizationChart"/>
    <dgm:cxn modelId="{E0104CA0-8CD2-924B-8C3D-170E2F1A84B2}" type="presParOf" srcId="{F7DB6259-B04D-4AD0-8352-6BDF260ED103}" destId="{0DB16164-60B8-4C87-8F24-DD978669499A}" srcOrd="2" destOrd="0" presId="urn:microsoft.com/office/officeart/2009/3/layout/HorizontalOrganizationChart"/>
    <dgm:cxn modelId="{8FD6105C-D2EE-6342-906D-8F0BC98AF0B4}" type="presParOf" srcId="{F7DB6259-B04D-4AD0-8352-6BDF260ED103}" destId="{B82541B0-C6CD-4F1C-9025-B4D3E3719DA9}" srcOrd="3" destOrd="0" presId="urn:microsoft.com/office/officeart/2009/3/layout/HorizontalOrganizationChart"/>
    <dgm:cxn modelId="{573F3D62-B9DC-0A46-8BAC-528A7DF4CB37}" type="presParOf" srcId="{B82541B0-C6CD-4F1C-9025-B4D3E3719DA9}" destId="{2A1D5D50-F309-4EB5-9F12-E1E82D6A8D9C}" srcOrd="0" destOrd="0" presId="urn:microsoft.com/office/officeart/2009/3/layout/HorizontalOrganizationChart"/>
    <dgm:cxn modelId="{A13B8E9B-31B2-664E-9196-33B60E351E53}" type="presParOf" srcId="{2A1D5D50-F309-4EB5-9F12-E1E82D6A8D9C}" destId="{22FC8897-54E7-4BCE-A023-B4ADCBD9A967}" srcOrd="0" destOrd="0" presId="urn:microsoft.com/office/officeart/2009/3/layout/HorizontalOrganizationChart"/>
    <dgm:cxn modelId="{298AFABE-B31A-FC44-83C0-83E0D862A94D}" type="presParOf" srcId="{2A1D5D50-F309-4EB5-9F12-E1E82D6A8D9C}" destId="{F4A02760-B4E0-4404-B380-277E5E6DA06C}" srcOrd="1" destOrd="0" presId="urn:microsoft.com/office/officeart/2009/3/layout/HorizontalOrganizationChart"/>
    <dgm:cxn modelId="{8B9BD47C-581C-EE42-919A-6FF1D65646D3}" type="presParOf" srcId="{B82541B0-C6CD-4F1C-9025-B4D3E3719DA9}" destId="{92FF3718-B8D8-441C-95F5-786B29D1A4DF}" srcOrd="1" destOrd="0" presId="urn:microsoft.com/office/officeart/2009/3/layout/HorizontalOrganizationChart"/>
    <dgm:cxn modelId="{FCEE8577-E70F-4841-83D0-455113B8B2D0}" type="presParOf" srcId="{92FF3718-B8D8-441C-95F5-786B29D1A4DF}" destId="{A4701A19-BB1D-4CAD-B4C6-647E292431AE}" srcOrd="0" destOrd="0" presId="urn:microsoft.com/office/officeart/2009/3/layout/HorizontalOrganizationChart"/>
    <dgm:cxn modelId="{BA82D783-0022-3A4F-A6B8-38C04F43F679}" type="presParOf" srcId="{92FF3718-B8D8-441C-95F5-786B29D1A4DF}" destId="{6F1C737E-AA41-4826-9A58-ADBEC549DFBC}" srcOrd="1" destOrd="0" presId="urn:microsoft.com/office/officeart/2009/3/layout/HorizontalOrganizationChart"/>
    <dgm:cxn modelId="{A6D92E44-1EC0-CC48-B886-ACDD49EC7B1D}" type="presParOf" srcId="{6F1C737E-AA41-4826-9A58-ADBEC549DFBC}" destId="{B4BAA781-9845-4B37-9914-24BB181505E1}" srcOrd="0" destOrd="0" presId="urn:microsoft.com/office/officeart/2009/3/layout/HorizontalOrganizationChart"/>
    <dgm:cxn modelId="{DDC36FB9-7858-F543-A431-044071BB74D2}" type="presParOf" srcId="{B4BAA781-9845-4B37-9914-24BB181505E1}" destId="{6FE95C8B-E43B-4D1F-8B3A-ACA2E7439CE2}" srcOrd="0" destOrd="0" presId="urn:microsoft.com/office/officeart/2009/3/layout/HorizontalOrganizationChart"/>
    <dgm:cxn modelId="{6A04EAE1-2BE9-C546-95C8-6D4CF796A878}" type="presParOf" srcId="{B4BAA781-9845-4B37-9914-24BB181505E1}" destId="{F092239F-80DE-4691-A8CD-70E8EDDDB327}" srcOrd="1" destOrd="0" presId="urn:microsoft.com/office/officeart/2009/3/layout/HorizontalOrganizationChart"/>
    <dgm:cxn modelId="{5768FE2E-FF31-5147-BE6F-130A4600E1BA}" type="presParOf" srcId="{6F1C737E-AA41-4826-9A58-ADBEC549DFBC}" destId="{52A90464-6CE8-4757-9DFD-7360BB3C640A}" srcOrd="1" destOrd="0" presId="urn:microsoft.com/office/officeart/2009/3/layout/HorizontalOrganizationChart"/>
    <dgm:cxn modelId="{73A7C292-C6AB-684C-91DE-06E9BE34A9BE}" type="presParOf" srcId="{6F1C737E-AA41-4826-9A58-ADBEC549DFBC}" destId="{C2563AD3-9380-4B3B-AA77-63D6C86704FD}" srcOrd="2" destOrd="0" presId="urn:microsoft.com/office/officeart/2009/3/layout/HorizontalOrganizationChart"/>
    <dgm:cxn modelId="{F1E40388-3018-5A44-895C-E44661EBB5CD}" type="presParOf" srcId="{92FF3718-B8D8-441C-95F5-786B29D1A4DF}" destId="{FF5852C4-2008-49B2-B519-D8F383E8E245}" srcOrd="2" destOrd="0" presId="urn:microsoft.com/office/officeart/2009/3/layout/HorizontalOrganizationChart"/>
    <dgm:cxn modelId="{1169703F-6668-B842-86DA-015161558A99}" type="presParOf" srcId="{92FF3718-B8D8-441C-95F5-786B29D1A4DF}" destId="{580D0AEA-FA7D-41CA-8E15-6B1162BD4535}" srcOrd="3" destOrd="0" presId="urn:microsoft.com/office/officeart/2009/3/layout/HorizontalOrganizationChart"/>
    <dgm:cxn modelId="{089122B0-9700-1E42-9594-F4EFAF6B38CC}" type="presParOf" srcId="{580D0AEA-FA7D-41CA-8E15-6B1162BD4535}" destId="{39CCD46A-471B-440D-9B30-BF99D8DAB39D}" srcOrd="0" destOrd="0" presId="urn:microsoft.com/office/officeart/2009/3/layout/HorizontalOrganizationChart"/>
    <dgm:cxn modelId="{517E00B0-EEEF-ED4A-ADEB-772EA8DB7CD0}" type="presParOf" srcId="{39CCD46A-471B-440D-9B30-BF99D8DAB39D}" destId="{0489E9F5-36F9-446F-8F8E-B24BFAF572A5}" srcOrd="0" destOrd="0" presId="urn:microsoft.com/office/officeart/2009/3/layout/HorizontalOrganizationChart"/>
    <dgm:cxn modelId="{E096DBB0-3AFA-AD41-9541-F90CB93E1087}" type="presParOf" srcId="{39CCD46A-471B-440D-9B30-BF99D8DAB39D}" destId="{E391B39B-D2E0-4F32-A4A3-0FF4D899B988}" srcOrd="1" destOrd="0" presId="urn:microsoft.com/office/officeart/2009/3/layout/HorizontalOrganizationChart"/>
    <dgm:cxn modelId="{BD35CF54-1451-2C43-B932-56636AED34F2}" type="presParOf" srcId="{580D0AEA-FA7D-41CA-8E15-6B1162BD4535}" destId="{46B223BB-C77C-4500-92C7-18386A167242}" srcOrd="1" destOrd="0" presId="urn:microsoft.com/office/officeart/2009/3/layout/HorizontalOrganizationChart"/>
    <dgm:cxn modelId="{D4FBC020-0B43-D84B-869E-3D40567E4634}" type="presParOf" srcId="{580D0AEA-FA7D-41CA-8E15-6B1162BD4535}" destId="{59600DA6-F5D7-4A76-BCB9-EEC39B715DEE}" srcOrd="2" destOrd="0" presId="urn:microsoft.com/office/officeart/2009/3/layout/HorizontalOrganizationChart"/>
    <dgm:cxn modelId="{54401AAE-6126-2C4F-9E1F-0D76221F2056}" type="presParOf" srcId="{B82541B0-C6CD-4F1C-9025-B4D3E3719DA9}" destId="{D6701B18-D58D-4336-A15B-723EEBBBBB5C}" srcOrd="2" destOrd="0" presId="urn:microsoft.com/office/officeart/2009/3/layout/HorizontalOrganizationChart"/>
    <dgm:cxn modelId="{D40480AD-DFEA-444F-9A08-8974F6952325}" type="presParOf" srcId="{5CFD7A73-24A8-4C9B-8149-4179E1894892}" destId="{AD4C1AAB-397B-4792-AD40-B91F7E00DBD8}" srcOrd="2" destOrd="0" presId="urn:microsoft.com/office/officeart/2009/3/layout/HorizontalOrganizationChart"/>
    <dgm:cxn modelId="{92BD6B38-305C-834C-8E5D-E2A93A192377}" type="presParOf" srcId="{23B4ED5A-582E-4D0F-87CE-FDC8AFBD65EB}" destId="{B82CBE3E-7807-4210-AA93-00FD98B55976}" srcOrd="2" destOrd="0" presId="urn:microsoft.com/office/officeart/2009/3/layout/HorizontalOrganizationChart"/>
    <dgm:cxn modelId="{AA85D8D6-E5D3-4F4B-B43D-33F595D3E37A}" type="presParOf" srcId="{23B4ED5A-582E-4D0F-87CE-FDC8AFBD65EB}" destId="{8D5DF520-7BD5-40C9-9008-0910E2FC4D09}" srcOrd="3" destOrd="0" presId="urn:microsoft.com/office/officeart/2009/3/layout/HorizontalOrganizationChart"/>
    <dgm:cxn modelId="{4ACC9238-298B-FE41-B6AF-EB54E9156B23}" type="presParOf" srcId="{8D5DF520-7BD5-40C9-9008-0910E2FC4D09}" destId="{543A5C2A-B268-4603-9177-BF209D428453}" srcOrd="0" destOrd="0" presId="urn:microsoft.com/office/officeart/2009/3/layout/HorizontalOrganizationChart"/>
    <dgm:cxn modelId="{D227A449-2D07-5B40-86FD-6FC74C48B6F6}" type="presParOf" srcId="{543A5C2A-B268-4603-9177-BF209D428453}" destId="{3F36CCCA-93D9-479A-B023-42FD51B343FD}" srcOrd="0" destOrd="0" presId="urn:microsoft.com/office/officeart/2009/3/layout/HorizontalOrganizationChart"/>
    <dgm:cxn modelId="{9826F34D-4434-274E-BD24-EEBB32A893BB}" type="presParOf" srcId="{543A5C2A-B268-4603-9177-BF209D428453}" destId="{5D417EFA-BF18-45C0-9EDB-1F4F05C8EEFE}" srcOrd="1" destOrd="0" presId="urn:microsoft.com/office/officeart/2009/3/layout/HorizontalOrganizationChart"/>
    <dgm:cxn modelId="{EA346DD8-239C-3F4A-B133-A8B3B9CCBAAF}" type="presParOf" srcId="{8D5DF520-7BD5-40C9-9008-0910E2FC4D09}" destId="{597F4FF6-46AE-41E2-B004-7D7F9D88C19D}" srcOrd="1" destOrd="0" presId="urn:microsoft.com/office/officeart/2009/3/layout/HorizontalOrganizationChart"/>
    <dgm:cxn modelId="{099DEE2F-C705-0F44-9882-1175A1C96C3E}" type="presParOf" srcId="{597F4FF6-46AE-41E2-B004-7D7F9D88C19D}" destId="{D361E23B-883A-4612-942F-B1EC01A9D52E}" srcOrd="0" destOrd="0" presId="urn:microsoft.com/office/officeart/2009/3/layout/HorizontalOrganizationChart"/>
    <dgm:cxn modelId="{310AF2D5-479B-714C-9E4F-06E86D0A9F67}" type="presParOf" srcId="{597F4FF6-46AE-41E2-B004-7D7F9D88C19D}" destId="{04EB5CAD-7C03-4A9C-A29E-F27D8C64D156}" srcOrd="1" destOrd="0" presId="urn:microsoft.com/office/officeart/2009/3/layout/HorizontalOrganizationChart"/>
    <dgm:cxn modelId="{15858A4A-05DF-384D-9B1C-5CE92C6487F5}" type="presParOf" srcId="{04EB5CAD-7C03-4A9C-A29E-F27D8C64D156}" destId="{F492DB0B-7CA0-45C8-B76C-E08DB540ADBD}" srcOrd="0" destOrd="0" presId="urn:microsoft.com/office/officeart/2009/3/layout/HorizontalOrganizationChart"/>
    <dgm:cxn modelId="{D49F07DA-4624-6047-A16E-05866045DE30}" type="presParOf" srcId="{F492DB0B-7CA0-45C8-B76C-E08DB540ADBD}" destId="{84E9C76B-9909-4007-AB4D-98F8B89171E1}" srcOrd="0" destOrd="0" presId="urn:microsoft.com/office/officeart/2009/3/layout/HorizontalOrganizationChart"/>
    <dgm:cxn modelId="{6F4630CE-476D-1B45-977B-B39B8896AE10}" type="presParOf" srcId="{F492DB0B-7CA0-45C8-B76C-E08DB540ADBD}" destId="{AFDA1DC2-F764-4379-884C-540371F20643}" srcOrd="1" destOrd="0" presId="urn:microsoft.com/office/officeart/2009/3/layout/HorizontalOrganizationChart"/>
    <dgm:cxn modelId="{E26114E8-7135-324A-8621-B81981FF23A3}" type="presParOf" srcId="{04EB5CAD-7C03-4A9C-A29E-F27D8C64D156}" destId="{DE96E811-9A26-4EA9-ADA7-D651403688AE}" srcOrd="1" destOrd="0" presId="urn:microsoft.com/office/officeart/2009/3/layout/HorizontalOrganizationChart"/>
    <dgm:cxn modelId="{0C591C24-DE6D-A744-BAF5-8BFD7A9BEB7C}" type="presParOf" srcId="{DE96E811-9A26-4EA9-ADA7-D651403688AE}" destId="{7C54B210-E58D-4291-8011-F575F7449094}" srcOrd="0" destOrd="0" presId="urn:microsoft.com/office/officeart/2009/3/layout/HorizontalOrganizationChart"/>
    <dgm:cxn modelId="{05795A32-407C-4843-B2EA-52EBAA6D6A56}" type="presParOf" srcId="{DE96E811-9A26-4EA9-ADA7-D651403688AE}" destId="{A6E57306-42F1-4407-8131-D5AA484F9374}" srcOrd="1" destOrd="0" presId="urn:microsoft.com/office/officeart/2009/3/layout/HorizontalOrganizationChart"/>
    <dgm:cxn modelId="{1274859A-88C5-0747-B09D-4B706F68F5D8}" type="presParOf" srcId="{A6E57306-42F1-4407-8131-D5AA484F9374}" destId="{DC20D4E6-CA31-4C16-A6AC-B5A3DB42B51A}" srcOrd="0" destOrd="0" presId="urn:microsoft.com/office/officeart/2009/3/layout/HorizontalOrganizationChart"/>
    <dgm:cxn modelId="{69694D80-A70D-0543-A48F-FC337EC25C85}" type="presParOf" srcId="{DC20D4E6-CA31-4C16-A6AC-B5A3DB42B51A}" destId="{D2D9405D-DEF9-4954-BB9D-DDB088E5059F}" srcOrd="0" destOrd="0" presId="urn:microsoft.com/office/officeart/2009/3/layout/HorizontalOrganizationChart"/>
    <dgm:cxn modelId="{D05F915A-456A-0248-ADC2-1E9CAD0752C3}" type="presParOf" srcId="{DC20D4E6-CA31-4C16-A6AC-B5A3DB42B51A}" destId="{E5F0AF75-377F-4048-80E3-F29800C3B5EB}" srcOrd="1" destOrd="0" presId="urn:microsoft.com/office/officeart/2009/3/layout/HorizontalOrganizationChart"/>
    <dgm:cxn modelId="{8BC51D53-0594-B541-96B4-30CC44BB4476}" type="presParOf" srcId="{A6E57306-42F1-4407-8131-D5AA484F9374}" destId="{04BD5719-2191-4FD8-A345-87D1562CFF6B}" srcOrd="1" destOrd="0" presId="urn:microsoft.com/office/officeart/2009/3/layout/HorizontalOrganizationChart"/>
    <dgm:cxn modelId="{0C427E2A-3771-2548-B7F7-A9A953CBC33D}" type="presParOf" srcId="{A6E57306-42F1-4407-8131-D5AA484F9374}" destId="{581D92F7-386F-4A41-9352-4C2DEC6BF5E5}" srcOrd="2" destOrd="0" presId="urn:microsoft.com/office/officeart/2009/3/layout/HorizontalOrganizationChart"/>
    <dgm:cxn modelId="{2DBE450A-39E3-5743-A812-0CC5C9020C0F}" type="presParOf" srcId="{DE96E811-9A26-4EA9-ADA7-D651403688AE}" destId="{A877E8DF-498B-4E99-A9FE-F50492BDBD87}" srcOrd="2" destOrd="0" presId="urn:microsoft.com/office/officeart/2009/3/layout/HorizontalOrganizationChart"/>
    <dgm:cxn modelId="{59A8D3C9-4CB9-E34F-9CA6-089C8C21937D}" type="presParOf" srcId="{DE96E811-9A26-4EA9-ADA7-D651403688AE}" destId="{4DC6E91F-2A4D-456F-AAC2-2CCEDC64C87E}" srcOrd="3" destOrd="0" presId="urn:microsoft.com/office/officeart/2009/3/layout/HorizontalOrganizationChart"/>
    <dgm:cxn modelId="{0D0CD287-4EC9-D94E-B904-0DEFF30B2ADE}" type="presParOf" srcId="{4DC6E91F-2A4D-456F-AAC2-2CCEDC64C87E}" destId="{02DDB39B-CEBB-4F85-8C1B-E5FE7DAF1BC8}" srcOrd="0" destOrd="0" presId="urn:microsoft.com/office/officeart/2009/3/layout/HorizontalOrganizationChart"/>
    <dgm:cxn modelId="{2CBC7AC5-EA7C-AD4A-9AD7-206AA4133F09}" type="presParOf" srcId="{02DDB39B-CEBB-4F85-8C1B-E5FE7DAF1BC8}" destId="{212C7022-946B-4590-80A2-A855BE35878C}" srcOrd="0" destOrd="0" presId="urn:microsoft.com/office/officeart/2009/3/layout/HorizontalOrganizationChart"/>
    <dgm:cxn modelId="{513815A0-8170-1E48-B21D-DEF4E41B638D}" type="presParOf" srcId="{02DDB39B-CEBB-4F85-8C1B-E5FE7DAF1BC8}" destId="{641C74A3-2D7F-4954-AB5B-A7E491ACD3BC}" srcOrd="1" destOrd="0" presId="urn:microsoft.com/office/officeart/2009/3/layout/HorizontalOrganizationChart"/>
    <dgm:cxn modelId="{401FF534-E086-BE42-B656-7599090D4018}" type="presParOf" srcId="{4DC6E91F-2A4D-456F-AAC2-2CCEDC64C87E}" destId="{9D06A0C7-4E6C-422C-A17F-91862DEEE1F5}" srcOrd="1" destOrd="0" presId="urn:microsoft.com/office/officeart/2009/3/layout/HorizontalOrganizationChart"/>
    <dgm:cxn modelId="{01952132-526D-1545-B3FC-D3379F6F8DC9}" type="presParOf" srcId="{4DC6E91F-2A4D-456F-AAC2-2CCEDC64C87E}" destId="{C3D66589-DCB4-4109-8B66-A11FBCB46A1E}" srcOrd="2" destOrd="0" presId="urn:microsoft.com/office/officeart/2009/3/layout/HorizontalOrganizationChart"/>
    <dgm:cxn modelId="{E6B9E44B-5B01-DC43-AE92-6ED4DA8E1F04}" type="presParOf" srcId="{04EB5CAD-7C03-4A9C-A29E-F27D8C64D156}" destId="{10DA65C2-6027-40BE-92A1-6F9F70C7A531}" srcOrd="2" destOrd="0" presId="urn:microsoft.com/office/officeart/2009/3/layout/HorizontalOrganizationChart"/>
    <dgm:cxn modelId="{B8FF1F09-FA75-3A48-8911-550A53DA5061}" type="presParOf" srcId="{597F4FF6-46AE-41E2-B004-7D7F9D88C19D}" destId="{9D296687-8D97-46F0-A2E9-C7E46B6F049F}" srcOrd="2" destOrd="0" presId="urn:microsoft.com/office/officeart/2009/3/layout/HorizontalOrganizationChart"/>
    <dgm:cxn modelId="{FC827510-D5FC-3F4A-BD28-3C34C651FB58}" type="presParOf" srcId="{597F4FF6-46AE-41E2-B004-7D7F9D88C19D}" destId="{94ABC745-6E73-4696-BA74-69A482199045}" srcOrd="3" destOrd="0" presId="urn:microsoft.com/office/officeart/2009/3/layout/HorizontalOrganizationChart"/>
    <dgm:cxn modelId="{EDFFAE47-53B8-5440-8F75-90803781D7D1}" type="presParOf" srcId="{94ABC745-6E73-4696-BA74-69A482199045}" destId="{0D6C2A94-4D25-40C3-A092-3761489947E3}" srcOrd="0" destOrd="0" presId="urn:microsoft.com/office/officeart/2009/3/layout/HorizontalOrganizationChart"/>
    <dgm:cxn modelId="{FC90FF3E-D448-8F48-BB27-A08E52167E30}" type="presParOf" srcId="{0D6C2A94-4D25-40C3-A092-3761489947E3}" destId="{27534895-109C-4151-828C-A0F9DC4B26E1}" srcOrd="0" destOrd="0" presId="urn:microsoft.com/office/officeart/2009/3/layout/HorizontalOrganizationChart"/>
    <dgm:cxn modelId="{D89B8F19-825E-0B44-8CC1-0160C9AB0DD5}" type="presParOf" srcId="{0D6C2A94-4D25-40C3-A092-3761489947E3}" destId="{FDE691C4-CEBA-4CC7-9F89-FBCF14B3B398}" srcOrd="1" destOrd="0" presId="urn:microsoft.com/office/officeart/2009/3/layout/HorizontalOrganizationChart"/>
    <dgm:cxn modelId="{F89218A9-4DA5-3048-AC95-A6661C1826A0}" type="presParOf" srcId="{94ABC745-6E73-4696-BA74-69A482199045}" destId="{262BE8D7-F393-45E5-AE83-9B02AF888D64}" srcOrd="1" destOrd="0" presId="urn:microsoft.com/office/officeart/2009/3/layout/HorizontalOrganizationChart"/>
    <dgm:cxn modelId="{698062CB-4091-7A44-B7F9-1D5995631B8D}" type="presParOf" srcId="{262BE8D7-F393-45E5-AE83-9B02AF888D64}" destId="{FA9545BB-F1A8-4E5E-B48A-3532FDC7CE1E}" srcOrd="0" destOrd="0" presId="urn:microsoft.com/office/officeart/2009/3/layout/HorizontalOrganizationChart"/>
    <dgm:cxn modelId="{9451AA9C-E2FD-C94D-A41B-22477F47753D}" type="presParOf" srcId="{262BE8D7-F393-45E5-AE83-9B02AF888D64}" destId="{75AB17E9-6BF5-45B7-908C-084C88321283}" srcOrd="1" destOrd="0" presId="urn:microsoft.com/office/officeart/2009/3/layout/HorizontalOrganizationChart"/>
    <dgm:cxn modelId="{AD88FF14-C3F0-414B-B231-BB3F6E15C663}" type="presParOf" srcId="{75AB17E9-6BF5-45B7-908C-084C88321283}" destId="{9426D856-B89B-462F-91E2-21331307BFD8}" srcOrd="0" destOrd="0" presId="urn:microsoft.com/office/officeart/2009/3/layout/HorizontalOrganizationChart"/>
    <dgm:cxn modelId="{44F176F7-C23E-5746-B23C-8F71182F3EC8}" type="presParOf" srcId="{9426D856-B89B-462F-91E2-21331307BFD8}" destId="{3DA90A08-9606-4CDB-AB70-B208313F316D}" srcOrd="0" destOrd="0" presId="urn:microsoft.com/office/officeart/2009/3/layout/HorizontalOrganizationChart"/>
    <dgm:cxn modelId="{23A0B49B-0273-5641-83EF-8578EFA157A4}" type="presParOf" srcId="{9426D856-B89B-462F-91E2-21331307BFD8}" destId="{12FC9550-67EE-4AC5-9712-6BAEB49961B3}" srcOrd="1" destOrd="0" presId="urn:microsoft.com/office/officeart/2009/3/layout/HorizontalOrganizationChart"/>
    <dgm:cxn modelId="{5D6CF737-9C4A-8F4A-8031-B87C96222400}" type="presParOf" srcId="{75AB17E9-6BF5-45B7-908C-084C88321283}" destId="{2CF3446D-B1D4-47FA-9B12-C6703020AD8D}" srcOrd="1" destOrd="0" presId="urn:microsoft.com/office/officeart/2009/3/layout/HorizontalOrganizationChart"/>
    <dgm:cxn modelId="{EFFE0A29-46A3-0F4E-91EE-DD06FEAC26DB}" type="presParOf" srcId="{75AB17E9-6BF5-45B7-908C-084C88321283}" destId="{BC8172EE-C7DD-4CE6-90F8-DD2BBE7DEA35}" srcOrd="2" destOrd="0" presId="urn:microsoft.com/office/officeart/2009/3/layout/HorizontalOrganizationChart"/>
    <dgm:cxn modelId="{F2F8C5B1-0F6C-5D40-A8F8-62F81B262203}" type="presParOf" srcId="{262BE8D7-F393-45E5-AE83-9B02AF888D64}" destId="{D26F0DC0-F0FC-469E-8985-6EB3765A3698}" srcOrd="2" destOrd="0" presId="urn:microsoft.com/office/officeart/2009/3/layout/HorizontalOrganizationChart"/>
    <dgm:cxn modelId="{AC64339F-6BC3-1C4E-AA44-530417DC8C76}" type="presParOf" srcId="{262BE8D7-F393-45E5-AE83-9B02AF888D64}" destId="{1F558895-1B48-465A-A79B-927D097123B7}" srcOrd="3" destOrd="0" presId="urn:microsoft.com/office/officeart/2009/3/layout/HorizontalOrganizationChart"/>
    <dgm:cxn modelId="{CDF20650-729B-6940-9805-5FE067447F10}" type="presParOf" srcId="{1F558895-1B48-465A-A79B-927D097123B7}" destId="{C51BDC60-4B9F-4475-AFA7-FE930CED8097}" srcOrd="0" destOrd="0" presId="urn:microsoft.com/office/officeart/2009/3/layout/HorizontalOrganizationChart"/>
    <dgm:cxn modelId="{6CFED3BE-1F38-C44F-8FD7-1A7688935F95}" type="presParOf" srcId="{C51BDC60-4B9F-4475-AFA7-FE930CED8097}" destId="{7E689E74-471E-443E-A414-0BDB2194BA93}" srcOrd="0" destOrd="0" presId="urn:microsoft.com/office/officeart/2009/3/layout/HorizontalOrganizationChart"/>
    <dgm:cxn modelId="{FFF99560-D393-0943-972C-B0905A747416}" type="presParOf" srcId="{C51BDC60-4B9F-4475-AFA7-FE930CED8097}" destId="{4AD3BC2F-5DFA-482D-8723-712718555D4F}" srcOrd="1" destOrd="0" presId="urn:microsoft.com/office/officeart/2009/3/layout/HorizontalOrganizationChart"/>
    <dgm:cxn modelId="{ECBF81C1-71B5-814B-8132-688B115844B2}" type="presParOf" srcId="{1F558895-1B48-465A-A79B-927D097123B7}" destId="{B6017BDF-9FEF-41AA-BFBD-23D577E8414C}" srcOrd="1" destOrd="0" presId="urn:microsoft.com/office/officeart/2009/3/layout/HorizontalOrganizationChart"/>
    <dgm:cxn modelId="{154C732B-4DE1-164A-BCEC-57572900F7F0}" type="presParOf" srcId="{1F558895-1B48-465A-A79B-927D097123B7}" destId="{7A4AB1E1-40FF-43EF-8E7A-CCEBE26DD936}" srcOrd="2" destOrd="0" presId="urn:microsoft.com/office/officeart/2009/3/layout/HorizontalOrganizationChart"/>
    <dgm:cxn modelId="{230ED932-4477-5747-8229-85F8DE72311E}" type="presParOf" srcId="{94ABC745-6E73-4696-BA74-69A482199045}" destId="{FB1E667F-66A4-4C76-BB08-8A0384F9E53B}" srcOrd="2" destOrd="0" presId="urn:microsoft.com/office/officeart/2009/3/layout/HorizontalOrganizationChart"/>
    <dgm:cxn modelId="{91BEC3F4-7028-AC43-940B-EA5F572E7453}" type="presParOf" srcId="{8D5DF520-7BD5-40C9-9008-0910E2FC4D09}" destId="{FFEF524E-4385-4899-AB6A-F12E105F5644}" srcOrd="2" destOrd="0" presId="urn:microsoft.com/office/officeart/2009/3/layout/HorizontalOrganizationChart"/>
    <dgm:cxn modelId="{86BC096B-269B-4147-B017-086C49271D3C}" type="presParOf" srcId="{589CBA68-A247-4700-9BB3-D708CFE8082D}" destId="{156371EF-2D11-41F3-AD6D-6A25E070D2BA}" srcOrd="2" destOrd="0" presId="urn:microsoft.com/office/officeart/2009/3/layout/HorizontalOrganizationChart"/>
    <dgm:cxn modelId="{B9F88ED0-86CE-0A46-9EEB-6E26976C4548}" type="presParOf" srcId="{87123D5D-8ED5-484C-AC92-4EB7CA0C191A}" destId="{4FC341BA-A1C1-45EF-8DCB-18AD9C5E9989}" srcOrd="2" destOrd="0" presId="urn:microsoft.com/office/officeart/2009/3/layout/HorizontalOrganizationChart"/>
    <dgm:cxn modelId="{2599A6E6-F518-1249-BAE9-5C00DE61488C}" type="presParOf" srcId="{87123D5D-8ED5-484C-AC92-4EB7CA0C191A}" destId="{FF146705-522E-45E8-B2D7-1B36098845C0}" srcOrd="3" destOrd="0" presId="urn:microsoft.com/office/officeart/2009/3/layout/HorizontalOrganizationChart"/>
    <dgm:cxn modelId="{73522BDB-71D3-F74D-98EE-430AE6E981F4}" type="presParOf" srcId="{FF146705-522E-45E8-B2D7-1B36098845C0}" destId="{8687CB7A-2D05-454C-8E8B-024CC30D45C0}" srcOrd="0" destOrd="0" presId="urn:microsoft.com/office/officeart/2009/3/layout/HorizontalOrganizationChart"/>
    <dgm:cxn modelId="{30AA1401-1BC7-8D49-90BB-09BFF85A42CE}" type="presParOf" srcId="{8687CB7A-2D05-454C-8E8B-024CC30D45C0}" destId="{0CBF28F9-16B9-4EA2-A83E-DF1913FAC9CE}" srcOrd="0" destOrd="0" presId="urn:microsoft.com/office/officeart/2009/3/layout/HorizontalOrganizationChart"/>
    <dgm:cxn modelId="{724659A9-4B30-B041-8C7A-46EF4F662388}" type="presParOf" srcId="{8687CB7A-2D05-454C-8E8B-024CC30D45C0}" destId="{706B8562-878E-4DCD-AABC-6A9E7C6DFC82}" srcOrd="1" destOrd="0" presId="urn:microsoft.com/office/officeart/2009/3/layout/HorizontalOrganizationChart"/>
    <dgm:cxn modelId="{05381AF6-D94A-1E4B-BC4A-6320595E2C88}" type="presParOf" srcId="{FF146705-522E-45E8-B2D7-1B36098845C0}" destId="{48E65E76-C631-44BA-8984-78B283DE1DDB}" srcOrd="1" destOrd="0" presId="urn:microsoft.com/office/officeart/2009/3/layout/HorizontalOrganizationChart"/>
    <dgm:cxn modelId="{CE3B05E9-DA22-4D4B-8D6C-F44151A1EC50}" type="presParOf" srcId="{48E65E76-C631-44BA-8984-78B283DE1DDB}" destId="{37DA061D-6ECF-4C76-B248-6B6BA87B8956}" srcOrd="0" destOrd="0" presId="urn:microsoft.com/office/officeart/2009/3/layout/HorizontalOrganizationChart"/>
    <dgm:cxn modelId="{A60F7C19-641D-7A44-B7BD-27D820AB1A64}" type="presParOf" srcId="{48E65E76-C631-44BA-8984-78B283DE1DDB}" destId="{B00CF623-5F4A-497E-8A25-077C47BFB4E5}" srcOrd="1" destOrd="0" presId="urn:microsoft.com/office/officeart/2009/3/layout/HorizontalOrganizationChart"/>
    <dgm:cxn modelId="{7A29A839-5B5B-2C48-BD8E-6F42A92C1C1C}" type="presParOf" srcId="{B00CF623-5F4A-497E-8A25-077C47BFB4E5}" destId="{5C3412FC-7649-44BF-9EE1-23BEF69EF384}" srcOrd="0" destOrd="0" presId="urn:microsoft.com/office/officeart/2009/3/layout/HorizontalOrganizationChart"/>
    <dgm:cxn modelId="{D9544C37-AA17-504B-B6E5-242787763D08}" type="presParOf" srcId="{5C3412FC-7649-44BF-9EE1-23BEF69EF384}" destId="{6DE299B6-22DB-4A3A-82F3-7963734ECE43}" srcOrd="0" destOrd="0" presId="urn:microsoft.com/office/officeart/2009/3/layout/HorizontalOrganizationChart"/>
    <dgm:cxn modelId="{65161738-34BD-1747-9318-2124DEACE0AC}" type="presParOf" srcId="{5C3412FC-7649-44BF-9EE1-23BEF69EF384}" destId="{F0967A91-D265-40DA-AA05-612ECFC4D2DC}" srcOrd="1" destOrd="0" presId="urn:microsoft.com/office/officeart/2009/3/layout/HorizontalOrganizationChart"/>
    <dgm:cxn modelId="{6F6468BA-E3BB-1840-9FB8-ACE73249B5A9}" type="presParOf" srcId="{B00CF623-5F4A-497E-8A25-077C47BFB4E5}" destId="{886A9353-3684-49BE-94DE-A2C992EF9840}" srcOrd="1" destOrd="0" presId="urn:microsoft.com/office/officeart/2009/3/layout/HorizontalOrganizationChart"/>
    <dgm:cxn modelId="{4485C783-E193-0142-AB86-7DD2DC02D5A2}" type="presParOf" srcId="{886A9353-3684-49BE-94DE-A2C992EF9840}" destId="{04FC8065-EE6B-47D1-ACAF-B6046BFC54E8}" srcOrd="0" destOrd="0" presId="urn:microsoft.com/office/officeart/2009/3/layout/HorizontalOrganizationChart"/>
    <dgm:cxn modelId="{6DADE40F-1433-DE47-B4E1-80BE7040CF65}" type="presParOf" srcId="{886A9353-3684-49BE-94DE-A2C992EF9840}" destId="{5939B0C2-9A2E-4412-8EB2-05612FCEF21D}" srcOrd="1" destOrd="0" presId="urn:microsoft.com/office/officeart/2009/3/layout/HorizontalOrganizationChart"/>
    <dgm:cxn modelId="{4517D167-3443-434C-808B-3E6EFE6F625B}" type="presParOf" srcId="{5939B0C2-9A2E-4412-8EB2-05612FCEF21D}" destId="{42B11BEB-787B-46E6-8666-1366C97E369D}" srcOrd="0" destOrd="0" presId="urn:microsoft.com/office/officeart/2009/3/layout/HorizontalOrganizationChart"/>
    <dgm:cxn modelId="{D2843A33-CA32-6144-8F0B-2A6095949EF3}" type="presParOf" srcId="{42B11BEB-787B-46E6-8666-1366C97E369D}" destId="{E7A6EEA7-F364-408C-9085-C52EB940016E}" srcOrd="0" destOrd="0" presId="urn:microsoft.com/office/officeart/2009/3/layout/HorizontalOrganizationChart"/>
    <dgm:cxn modelId="{11423D0C-B97B-FD41-81E4-045F556EC294}" type="presParOf" srcId="{42B11BEB-787B-46E6-8666-1366C97E369D}" destId="{AAA794DE-5912-40EF-BCD9-43ACED875B42}" srcOrd="1" destOrd="0" presId="urn:microsoft.com/office/officeart/2009/3/layout/HorizontalOrganizationChart"/>
    <dgm:cxn modelId="{67A77956-8F63-2C45-8FB1-440D2826BEA8}" type="presParOf" srcId="{5939B0C2-9A2E-4412-8EB2-05612FCEF21D}" destId="{C14A7C3E-D7F0-4CA9-9459-CE53B2657440}" srcOrd="1" destOrd="0" presId="urn:microsoft.com/office/officeart/2009/3/layout/HorizontalOrganizationChart"/>
    <dgm:cxn modelId="{F14B5F05-3ECF-E84A-B700-D6AA38C9E2BB}" type="presParOf" srcId="{5939B0C2-9A2E-4412-8EB2-05612FCEF21D}" destId="{D689889F-BCB7-4F93-A1A4-C2069C3D7D7F}" srcOrd="2" destOrd="0" presId="urn:microsoft.com/office/officeart/2009/3/layout/HorizontalOrganizationChart"/>
    <dgm:cxn modelId="{867BA8BE-F403-724D-8644-D851023971A5}" type="presParOf" srcId="{886A9353-3684-49BE-94DE-A2C992EF9840}" destId="{21F2730A-B800-459E-84B5-7384B7D15634}" srcOrd="2" destOrd="0" presId="urn:microsoft.com/office/officeart/2009/3/layout/HorizontalOrganizationChart"/>
    <dgm:cxn modelId="{7D7A5D3E-1367-604A-97FD-F8818B0314BC}" type="presParOf" srcId="{886A9353-3684-49BE-94DE-A2C992EF9840}" destId="{C3FE23B7-D380-41EE-9E69-B749B3FD4C8A}" srcOrd="3" destOrd="0" presId="urn:microsoft.com/office/officeart/2009/3/layout/HorizontalOrganizationChart"/>
    <dgm:cxn modelId="{AC9CBC71-C49B-AB4C-BAE4-DCA83FFFD8A4}" type="presParOf" srcId="{C3FE23B7-D380-41EE-9E69-B749B3FD4C8A}" destId="{DA9310AC-B233-4DB3-96CE-E6D5BF698220}" srcOrd="0" destOrd="0" presId="urn:microsoft.com/office/officeart/2009/3/layout/HorizontalOrganizationChart"/>
    <dgm:cxn modelId="{7ACAFDAE-0FCB-5D40-81DF-80D0D274D687}" type="presParOf" srcId="{DA9310AC-B233-4DB3-96CE-E6D5BF698220}" destId="{B2E5E3EF-4BFC-491E-B320-0AF0A1A6EB23}" srcOrd="0" destOrd="0" presId="urn:microsoft.com/office/officeart/2009/3/layout/HorizontalOrganizationChart"/>
    <dgm:cxn modelId="{6026A818-0016-4E42-8CDE-5FD1513EDB2D}" type="presParOf" srcId="{DA9310AC-B233-4DB3-96CE-E6D5BF698220}" destId="{2B763703-BF4C-4B20-ACBD-5CAB687DCCE0}" srcOrd="1" destOrd="0" presId="urn:microsoft.com/office/officeart/2009/3/layout/HorizontalOrganizationChart"/>
    <dgm:cxn modelId="{CB9B9328-BA38-2C45-A3F0-F1FBEE339868}" type="presParOf" srcId="{C3FE23B7-D380-41EE-9E69-B749B3FD4C8A}" destId="{70E3F656-552F-4356-BA3B-1749928352F8}" srcOrd="1" destOrd="0" presId="urn:microsoft.com/office/officeart/2009/3/layout/HorizontalOrganizationChart"/>
    <dgm:cxn modelId="{0F2DD260-413F-4445-94A3-D039EF05F61E}" type="presParOf" srcId="{C3FE23B7-D380-41EE-9E69-B749B3FD4C8A}" destId="{1805E505-FB98-41D4-979D-1623C150DE90}" srcOrd="2" destOrd="0" presId="urn:microsoft.com/office/officeart/2009/3/layout/HorizontalOrganizationChart"/>
    <dgm:cxn modelId="{B4612FD5-C640-CE43-87CB-AC17D8DCB94D}" type="presParOf" srcId="{B00CF623-5F4A-497E-8A25-077C47BFB4E5}" destId="{F7B36758-6CF9-44C5-9B75-B87949078B5E}" srcOrd="2" destOrd="0" presId="urn:microsoft.com/office/officeart/2009/3/layout/HorizontalOrganizationChart"/>
    <dgm:cxn modelId="{158CD1CC-ECC8-784B-9AC7-F68EFEE53402}" type="presParOf" srcId="{48E65E76-C631-44BA-8984-78B283DE1DDB}" destId="{2653EB37-C534-4E48-988C-9B2F6A6809AB}" srcOrd="2" destOrd="0" presId="urn:microsoft.com/office/officeart/2009/3/layout/HorizontalOrganizationChart"/>
    <dgm:cxn modelId="{C9FD7A77-C5C2-094E-A13A-544590494126}" type="presParOf" srcId="{48E65E76-C631-44BA-8984-78B283DE1DDB}" destId="{88451CDC-76FD-4AC3-9551-B13EB311107D}" srcOrd="3" destOrd="0" presId="urn:microsoft.com/office/officeart/2009/3/layout/HorizontalOrganizationChart"/>
    <dgm:cxn modelId="{EF631D90-7EC9-8644-AC97-EA73A11CF8CB}" type="presParOf" srcId="{88451CDC-76FD-4AC3-9551-B13EB311107D}" destId="{3124B7B1-CF48-4197-9D24-F58C923DA955}" srcOrd="0" destOrd="0" presId="urn:microsoft.com/office/officeart/2009/3/layout/HorizontalOrganizationChart"/>
    <dgm:cxn modelId="{902CAC28-6336-5048-91B6-00F628825ADB}" type="presParOf" srcId="{3124B7B1-CF48-4197-9D24-F58C923DA955}" destId="{E7A4A1F0-875A-4969-AEE8-C8FB08605607}" srcOrd="0" destOrd="0" presId="urn:microsoft.com/office/officeart/2009/3/layout/HorizontalOrganizationChart"/>
    <dgm:cxn modelId="{5F364054-F242-9548-B74C-11ED8BD04488}" type="presParOf" srcId="{3124B7B1-CF48-4197-9D24-F58C923DA955}" destId="{0D0F9CC6-51D9-44C8-8D84-51B06702358A}" srcOrd="1" destOrd="0" presId="urn:microsoft.com/office/officeart/2009/3/layout/HorizontalOrganizationChart"/>
    <dgm:cxn modelId="{36C0090B-E28F-8447-AEA0-A489AFD20E10}" type="presParOf" srcId="{88451CDC-76FD-4AC3-9551-B13EB311107D}" destId="{1D94761F-CE79-46B8-AB67-94A03E44A3CA}" srcOrd="1" destOrd="0" presId="urn:microsoft.com/office/officeart/2009/3/layout/HorizontalOrganizationChart"/>
    <dgm:cxn modelId="{AA436858-6F46-E049-BB86-59014567D219}" type="presParOf" srcId="{1D94761F-CE79-46B8-AB67-94A03E44A3CA}" destId="{912FD544-88AC-4B31-8DA2-DBB85C635BE4}" srcOrd="0" destOrd="0" presId="urn:microsoft.com/office/officeart/2009/3/layout/HorizontalOrganizationChart"/>
    <dgm:cxn modelId="{D5B94C9D-426D-ED41-A6E6-8FDFF0F47847}" type="presParOf" srcId="{1D94761F-CE79-46B8-AB67-94A03E44A3CA}" destId="{E4B8AF41-D54C-4823-8D56-BB4A9E8B2E1F}" srcOrd="1" destOrd="0" presId="urn:microsoft.com/office/officeart/2009/3/layout/HorizontalOrganizationChart"/>
    <dgm:cxn modelId="{9B1C1746-F0B8-3C4A-B17C-5BCF1A673410}" type="presParOf" srcId="{E4B8AF41-D54C-4823-8D56-BB4A9E8B2E1F}" destId="{CE857E07-CD4F-4131-B235-0D10F12CBA0F}" srcOrd="0" destOrd="0" presId="urn:microsoft.com/office/officeart/2009/3/layout/HorizontalOrganizationChart"/>
    <dgm:cxn modelId="{A1A3830D-8237-804B-BD8B-0DD73F60E40A}" type="presParOf" srcId="{CE857E07-CD4F-4131-B235-0D10F12CBA0F}" destId="{2A6444AD-48B3-4CCD-AE07-4506C420BE96}" srcOrd="0" destOrd="0" presId="urn:microsoft.com/office/officeart/2009/3/layout/HorizontalOrganizationChart"/>
    <dgm:cxn modelId="{81DEFDF6-43B1-5D48-94E1-3652D8D81CA5}" type="presParOf" srcId="{CE857E07-CD4F-4131-B235-0D10F12CBA0F}" destId="{15550830-8517-4487-9013-E95B36F2E63E}" srcOrd="1" destOrd="0" presId="urn:microsoft.com/office/officeart/2009/3/layout/HorizontalOrganizationChart"/>
    <dgm:cxn modelId="{8BC7B701-FE9F-3043-BFB3-703FD3AE1C44}" type="presParOf" srcId="{E4B8AF41-D54C-4823-8D56-BB4A9E8B2E1F}" destId="{D9714CAF-7B85-43BB-BA8C-49F56EF97782}" srcOrd="1" destOrd="0" presId="urn:microsoft.com/office/officeart/2009/3/layout/HorizontalOrganizationChart"/>
    <dgm:cxn modelId="{B6A849A7-61BE-9E4A-B091-F3FFAD4075B3}" type="presParOf" srcId="{E4B8AF41-D54C-4823-8D56-BB4A9E8B2E1F}" destId="{927C8276-E2E8-450D-91A6-40572115C2B4}" srcOrd="2" destOrd="0" presId="urn:microsoft.com/office/officeart/2009/3/layout/HorizontalOrganizationChart"/>
    <dgm:cxn modelId="{6455C8E2-CB68-5640-9FDA-6C69A00E0AC6}" type="presParOf" srcId="{1D94761F-CE79-46B8-AB67-94A03E44A3CA}" destId="{07A9624B-767E-484C-88E4-CD0F64FE0ED0}" srcOrd="2" destOrd="0" presId="urn:microsoft.com/office/officeart/2009/3/layout/HorizontalOrganizationChart"/>
    <dgm:cxn modelId="{BBE71AAD-817A-6042-8D8C-A9E9A25E9664}" type="presParOf" srcId="{1D94761F-CE79-46B8-AB67-94A03E44A3CA}" destId="{6BA79FF4-13D5-4DAE-8493-3FE6962D7C37}" srcOrd="3" destOrd="0" presId="urn:microsoft.com/office/officeart/2009/3/layout/HorizontalOrganizationChart"/>
    <dgm:cxn modelId="{80C69B37-A0DC-A943-9E26-746B791D0271}" type="presParOf" srcId="{6BA79FF4-13D5-4DAE-8493-3FE6962D7C37}" destId="{7E9700BA-B5CD-4BE5-9B04-E3261A3858DA}" srcOrd="0" destOrd="0" presId="urn:microsoft.com/office/officeart/2009/3/layout/HorizontalOrganizationChart"/>
    <dgm:cxn modelId="{26344363-C783-1A44-9B71-1DC17D86249B}" type="presParOf" srcId="{7E9700BA-B5CD-4BE5-9B04-E3261A3858DA}" destId="{565ED847-9420-4E25-8DED-5B6E1018E058}" srcOrd="0" destOrd="0" presId="urn:microsoft.com/office/officeart/2009/3/layout/HorizontalOrganizationChart"/>
    <dgm:cxn modelId="{BC7D4F74-907E-7943-82C2-60504F71D022}" type="presParOf" srcId="{7E9700BA-B5CD-4BE5-9B04-E3261A3858DA}" destId="{3355C526-5B2D-4296-AEE0-67660F6D57CD}" srcOrd="1" destOrd="0" presId="urn:microsoft.com/office/officeart/2009/3/layout/HorizontalOrganizationChart"/>
    <dgm:cxn modelId="{EE62A2E4-FA9A-C04D-8576-63B7BB6AC152}" type="presParOf" srcId="{6BA79FF4-13D5-4DAE-8493-3FE6962D7C37}" destId="{19D9A35F-F1DF-4184-BF24-ADEBFAFDA6A3}" srcOrd="1" destOrd="0" presId="urn:microsoft.com/office/officeart/2009/3/layout/HorizontalOrganizationChart"/>
    <dgm:cxn modelId="{121C7DBD-C394-0348-964C-C1E73E60BEA5}" type="presParOf" srcId="{6BA79FF4-13D5-4DAE-8493-3FE6962D7C37}" destId="{A9608D7D-D14D-4427-B5ED-2575F09D134E}" srcOrd="2" destOrd="0" presId="urn:microsoft.com/office/officeart/2009/3/layout/HorizontalOrganizationChart"/>
    <dgm:cxn modelId="{399BB9BC-6670-0047-B1A9-D3C56ED787ED}" type="presParOf" srcId="{88451CDC-76FD-4AC3-9551-B13EB311107D}" destId="{A9BA905E-DDCC-42A6-BAC8-707EE24BF39A}" srcOrd="2" destOrd="0" presId="urn:microsoft.com/office/officeart/2009/3/layout/HorizontalOrganizationChart"/>
    <dgm:cxn modelId="{5A927DE4-03BA-AC4D-8282-17BE4B9BEBD6}" type="presParOf" srcId="{FF146705-522E-45E8-B2D7-1B36098845C0}" destId="{D0BF9E29-DE72-4EE1-B793-A84D96DCEA83}" srcOrd="2" destOrd="0" presId="urn:microsoft.com/office/officeart/2009/3/layout/HorizontalOrganizationChart"/>
    <dgm:cxn modelId="{8EFADE35-C6EA-C94C-8C8C-B409BF31247B}" type="presParOf" srcId="{5211E3EB-E8FF-4690-BBC6-00AFE8D18A11}" destId="{763CF6A7-BE22-4512-929F-E949E3962C0F}" srcOrd="2" destOrd="0" presId="urn:microsoft.com/office/officeart/2009/3/layout/HorizontalOrganizationChart"/>
  </dgm:cxnLst>
  <dgm:bg>
    <a:noFill/>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5BA3CB7-AF9B-47A7-A739-DB791DAF4FFB}">
      <dsp:nvSpPr>
        <dsp:cNvPr id="0" name=""/>
        <dsp:cNvSpPr/>
      </dsp:nvSpPr>
      <dsp:spPr>
        <a:xfrm>
          <a:off x="7672112" y="2326101"/>
          <a:ext cx="565853" cy="298268"/>
        </a:xfrm>
        <a:custGeom>
          <a:avLst/>
          <a:gdLst/>
          <a:ahLst/>
          <a:cxnLst/>
          <a:rect l="0" t="0" r="0" b="0"/>
          <a:pathLst>
            <a:path>
              <a:moveTo>
                <a:pt x="0" y="0"/>
              </a:moveTo>
              <a:lnTo>
                <a:pt x="0" y="203035"/>
              </a:lnTo>
              <a:lnTo>
                <a:pt x="565853" y="203035"/>
              </a:lnTo>
              <a:lnTo>
                <a:pt x="565853" y="298268"/>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373F9FF7-8B4C-47E2-9D7B-CE1912E838C8}">
      <dsp:nvSpPr>
        <dsp:cNvPr id="0" name=""/>
        <dsp:cNvSpPr/>
      </dsp:nvSpPr>
      <dsp:spPr>
        <a:xfrm>
          <a:off x="7101311" y="2326101"/>
          <a:ext cx="570800" cy="298268"/>
        </a:xfrm>
        <a:custGeom>
          <a:avLst/>
          <a:gdLst/>
          <a:ahLst/>
          <a:cxnLst/>
          <a:rect l="0" t="0" r="0" b="0"/>
          <a:pathLst>
            <a:path>
              <a:moveTo>
                <a:pt x="570800" y="0"/>
              </a:moveTo>
              <a:lnTo>
                <a:pt x="570800" y="203035"/>
              </a:lnTo>
              <a:lnTo>
                <a:pt x="0" y="203035"/>
              </a:lnTo>
              <a:lnTo>
                <a:pt x="0" y="298268"/>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06FFA1FC-456A-4E80-B303-F8183D1DFB06}">
      <dsp:nvSpPr>
        <dsp:cNvPr id="0" name=""/>
        <dsp:cNvSpPr/>
      </dsp:nvSpPr>
      <dsp:spPr>
        <a:xfrm>
          <a:off x="6733181" y="1714695"/>
          <a:ext cx="938930" cy="241527"/>
        </a:xfrm>
        <a:custGeom>
          <a:avLst/>
          <a:gdLst/>
          <a:ahLst/>
          <a:cxnLst/>
          <a:rect l="0" t="0" r="0" b="0"/>
          <a:pathLst>
            <a:path>
              <a:moveTo>
                <a:pt x="0" y="0"/>
              </a:moveTo>
              <a:lnTo>
                <a:pt x="0" y="146295"/>
              </a:lnTo>
              <a:lnTo>
                <a:pt x="938930" y="146295"/>
              </a:lnTo>
              <a:lnTo>
                <a:pt x="938930" y="241527"/>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19AEFEBF-77CA-4AE7-B3B6-C286DEA1224F}">
      <dsp:nvSpPr>
        <dsp:cNvPr id="0" name=""/>
        <dsp:cNvSpPr/>
      </dsp:nvSpPr>
      <dsp:spPr>
        <a:xfrm>
          <a:off x="5516702" y="2326110"/>
          <a:ext cx="492950" cy="277593"/>
        </a:xfrm>
        <a:custGeom>
          <a:avLst/>
          <a:gdLst/>
          <a:ahLst/>
          <a:cxnLst/>
          <a:rect l="0" t="0" r="0" b="0"/>
          <a:pathLst>
            <a:path>
              <a:moveTo>
                <a:pt x="0" y="0"/>
              </a:moveTo>
              <a:lnTo>
                <a:pt x="0" y="182361"/>
              </a:lnTo>
              <a:lnTo>
                <a:pt x="492950" y="182361"/>
              </a:lnTo>
              <a:lnTo>
                <a:pt x="492950" y="277593"/>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2C6A11B-9B70-40D9-8C8D-572C9BD7AE4E}">
      <dsp:nvSpPr>
        <dsp:cNvPr id="0" name=""/>
        <dsp:cNvSpPr/>
      </dsp:nvSpPr>
      <dsp:spPr>
        <a:xfrm>
          <a:off x="4904452" y="2326110"/>
          <a:ext cx="612249" cy="277593"/>
        </a:xfrm>
        <a:custGeom>
          <a:avLst/>
          <a:gdLst/>
          <a:ahLst/>
          <a:cxnLst/>
          <a:rect l="0" t="0" r="0" b="0"/>
          <a:pathLst>
            <a:path>
              <a:moveTo>
                <a:pt x="612249" y="0"/>
              </a:moveTo>
              <a:lnTo>
                <a:pt x="612249" y="182361"/>
              </a:lnTo>
              <a:lnTo>
                <a:pt x="0" y="182361"/>
              </a:lnTo>
              <a:lnTo>
                <a:pt x="0" y="277593"/>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54F2F6F5-2F10-40B6-AA4F-89374DC7DDA4}">
      <dsp:nvSpPr>
        <dsp:cNvPr id="0" name=""/>
        <dsp:cNvSpPr/>
      </dsp:nvSpPr>
      <dsp:spPr>
        <a:xfrm>
          <a:off x="5516702" y="1714695"/>
          <a:ext cx="1216479" cy="241527"/>
        </a:xfrm>
        <a:custGeom>
          <a:avLst/>
          <a:gdLst/>
          <a:ahLst/>
          <a:cxnLst/>
          <a:rect l="0" t="0" r="0" b="0"/>
          <a:pathLst>
            <a:path>
              <a:moveTo>
                <a:pt x="1216479" y="0"/>
              </a:moveTo>
              <a:lnTo>
                <a:pt x="1216479" y="146295"/>
              </a:lnTo>
              <a:lnTo>
                <a:pt x="0" y="146295"/>
              </a:lnTo>
              <a:lnTo>
                <a:pt x="0" y="241527"/>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9A4293A-CCDF-4605-9375-0E23224393D2}">
      <dsp:nvSpPr>
        <dsp:cNvPr id="0" name=""/>
        <dsp:cNvSpPr/>
      </dsp:nvSpPr>
      <dsp:spPr>
        <a:xfrm>
          <a:off x="4415164" y="1131954"/>
          <a:ext cx="2318017" cy="212858"/>
        </a:xfrm>
        <a:custGeom>
          <a:avLst/>
          <a:gdLst/>
          <a:ahLst/>
          <a:cxnLst/>
          <a:rect l="0" t="0" r="0" b="0"/>
          <a:pathLst>
            <a:path>
              <a:moveTo>
                <a:pt x="0" y="0"/>
              </a:moveTo>
              <a:lnTo>
                <a:pt x="0" y="117625"/>
              </a:lnTo>
              <a:lnTo>
                <a:pt x="2318017" y="117625"/>
              </a:lnTo>
              <a:lnTo>
                <a:pt x="2318017" y="212858"/>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DEC83C07-997F-411C-83D0-4AF509B8D726}">
      <dsp:nvSpPr>
        <dsp:cNvPr id="0" name=""/>
        <dsp:cNvSpPr/>
      </dsp:nvSpPr>
      <dsp:spPr>
        <a:xfrm>
          <a:off x="3273048" y="2328437"/>
          <a:ext cx="535174" cy="289334"/>
        </a:xfrm>
        <a:custGeom>
          <a:avLst/>
          <a:gdLst/>
          <a:ahLst/>
          <a:cxnLst/>
          <a:rect l="0" t="0" r="0" b="0"/>
          <a:pathLst>
            <a:path>
              <a:moveTo>
                <a:pt x="0" y="0"/>
              </a:moveTo>
              <a:lnTo>
                <a:pt x="0" y="194101"/>
              </a:lnTo>
              <a:lnTo>
                <a:pt x="535174" y="194101"/>
              </a:lnTo>
              <a:lnTo>
                <a:pt x="535174" y="289334"/>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FCAD7ED4-9CE9-44B5-A06F-83640A97E000}">
      <dsp:nvSpPr>
        <dsp:cNvPr id="0" name=""/>
        <dsp:cNvSpPr/>
      </dsp:nvSpPr>
      <dsp:spPr>
        <a:xfrm>
          <a:off x="2764547" y="2328437"/>
          <a:ext cx="508500" cy="289334"/>
        </a:xfrm>
        <a:custGeom>
          <a:avLst/>
          <a:gdLst/>
          <a:ahLst/>
          <a:cxnLst/>
          <a:rect l="0" t="0" r="0" b="0"/>
          <a:pathLst>
            <a:path>
              <a:moveTo>
                <a:pt x="508500" y="0"/>
              </a:moveTo>
              <a:lnTo>
                <a:pt x="508500" y="194101"/>
              </a:lnTo>
              <a:lnTo>
                <a:pt x="0" y="194101"/>
              </a:lnTo>
              <a:lnTo>
                <a:pt x="0" y="289334"/>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60F6114-039C-4FF6-B510-7851E3824B81}">
      <dsp:nvSpPr>
        <dsp:cNvPr id="0" name=""/>
        <dsp:cNvSpPr/>
      </dsp:nvSpPr>
      <dsp:spPr>
        <a:xfrm>
          <a:off x="2260379" y="1712002"/>
          <a:ext cx="1012668" cy="246556"/>
        </a:xfrm>
        <a:custGeom>
          <a:avLst/>
          <a:gdLst/>
          <a:ahLst/>
          <a:cxnLst/>
          <a:rect l="0" t="0" r="0" b="0"/>
          <a:pathLst>
            <a:path>
              <a:moveTo>
                <a:pt x="0" y="0"/>
              </a:moveTo>
              <a:lnTo>
                <a:pt x="0" y="151324"/>
              </a:lnTo>
              <a:lnTo>
                <a:pt x="1012668" y="151324"/>
              </a:lnTo>
              <a:lnTo>
                <a:pt x="1012668" y="246556"/>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8CB0A13F-D6E3-7445-ABF9-26FA5708E8F6}">
      <dsp:nvSpPr>
        <dsp:cNvPr id="0" name=""/>
        <dsp:cNvSpPr/>
      </dsp:nvSpPr>
      <dsp:spPr>
        <a:xfrm>
          <a:off x="1116286" y="2328446"/>
          <a:ext cx="443239" cy="289334"/>
        </a:xfrm>
        <a:custGeom>
          <a:avLst/>
          <a:gdLst/>
          <a:ahLst/>
          <a:cxnLst/>
          <a:rect l="0" t="0" r="0" b="0"/>
          <a:pathLst>
            <a:path>
              <a:moveTo>
                <a:pt x="0" y="0"/>
              </a:moveTo>
              <a:lnTo>
                <a:pt x="0" y="194101"/>
              </a:lnTo>
              <a:lnTo>
                <a:pt x="443239" y="194101"/>
              </a:lnTo>
              <a:lnTo>
                <a:pt x="443239" y="289334"/>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1F8824DE-2158-034D-B611-F074DC4B8EEE}">
      <dsp:nvSpPr>
        <dsp:cNvPr id="0" name=""/>
        <dsp:cNvSpPr/>
      </dsp:nvSpPr>
      <dsp:spPr>
        <a:xfrm>
          <a:off x="521555" y="2328446"/>
          <a:ext cx="594731" cy="289334"/>
        </a:xfrm>
        <a:custGeom>
          <a:avLst/>
          <a:gdLst/>
          <a:ahLst/>
          <a:cxnLst/>
          <a:rect l="0" t="0" r="0" b="0"/>
          <a:pathLst>
            <a:path>
              <a:moveTo>
                <a:pt x="594731" y="0"/>
              </a:moveTo>
              <a:lnTo>
                <a:pt x="594731" y="194101"/>
              </a:lnTo>
              <a:lnTo>
                <a:pt x="0" y="194101"/>
              </a:lnTo>
              <a:lnTo>
                <a:pt x="0" y="289334"/>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55DAD366-86FC-471A-AE23-7E5DDB26FDDF}">
      <dsp:nvSpPr>
        <dsp:cNvPr id="0" name=""/>
        <dsp:cNvSpPr/>
      </dsp:nvSpPr>
      <dsp:spPr>
        <a:xfrm>
          <a:off x="1116286" y="1712002"/>
          <a:ext cx="1144093" cy="246556"/>
        </a:xfrm>
        <a:custGeom>
          <a:avLst/>
          <a:gdLst/>
          <a:ahLst/>
          <a:cxnLst/>
          <a:rect l="0" t="0" r="0" b="0"/>
          <a:pathLst>
            <a:path>
              <a:moveTo>
                <a:pt x="1144093" y="0"/>
              </a:moveTo>
              <a:lnTo>
                <a:pt x="1144093" y="151324"/>
              </a:lnTo>
              <a:lnTo>
                <a:pt x="0" y="151324"/>
              </a:lnTo>
              <a:lnTo>
                <a:pt x="0" y="246556"/>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CE66CA23-05B7-4F59-9E5F-7C6D4B8AC726}">
      <dsp:nvSpPr>
        <dsp:cNvPr id="0" name=""/>
        <dsp:cNvSpPr/>
      </dsp:nvSpPr>
      <dsp:spPr>
        <a:xfrm>
          <a:off x="2260379" y="1131954"/>
          <a:ext cx="2154784" cy="210159"/>
        </a:xfrm>
        <a:custGeom>
          <a:avLst/>
          <a:gdLst/>
          <a:ahLst/>
          <a:cxnLst/>
          <a:rect l="0" t="0" r="0" b="0"/>
          <a:pathLst>
            <a:path>
              <a:moveTo>
                <a:pt x="2154784" y="0"/>
              </a:moveTo>
              <a:lnTo>
                <a:pt x="2154784" y="114927"/>
              </a:lnTo>
              <a:lnTo>
                <a:pt x="0" y="114927"/>
              </a:lnTo>
              <a:lnTo>
                <a:pt x="0" y="210159"/>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7E0996A0-0378-4E26-9FF4-7FE49368DC91}">
      <dsp:nvSpPr>
        <dsp:cNvPr id="0" name=""/>
        <dsp:cNvSpPr/>
      </dsp:nvSpPr>
      <dsp:spPr>
        <a:xfrm>
          <a:off x="3827394" y="675636"/>
          <a:ext cx="1175540" cy="456317"/>
        </a:xfrm>
        <a:prstGeom prst="rect">
          <a:avLst/>
        </a:prstGeom>
        <a:solidFill>
          <a:schemeClr val="accent1">
            <a:hueOff val="0"/>
            <a:satOff val="0"/>
            <a:lum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622300">
            <a:lnSpc>
              <a:spcPct val="90000"/>
            </a:lnSpc>
            <a:spcBef>
              <a:spcPct val="0"/>
            </a:spcBef>
            <a:spcAft>
              <a:spcPct val="35000"/>
            </a:spcAft>
            <a:buNone/>
          </a:pPr>
          <a:r>
            <a:rPr lang="en-US" altLang="zh-CN" sz="1400" b="1" kern="1200" dirty="0">
              <a:solidFill>
                <a:srgbClr val="7030A0"/>
              </a:solidFill>
            </a:rPr>
            <a:t>128.208.0.0</a:t>
          </a:r>
        </a:p>
        <a:p>
          <a:pPr marL="0" lvl="0" indent="0" algn="ctr" defTabSz="622300">
            <a:lnSpc>
              <a:spcPct val="90000"/>
            </a:lnSpc>
            <a:spcBef>
              <a:spcPct val="0"/>
            </a:spcBef>
            <a:spcAft>
              <a:spcPct val="35000"/>
            </a:spcAft>
            <a:buNone/>
          </a:pPr>
          <a:r>
            <a:rPr lang="en-US" altLang="zh-CN" sz="1400" b="1" kern="1200" dirty="0">
              <a:solidFill>
                <a:srgbClr val="7030A0"/>
              </a:solidFill>
            </a:rPr>
            <a:t>/16</a:t>
          </a:r>
          <a:endParaRPr lang="zh-CN" altLang="en-US" sz="1400" b="1" kern="1200" dirty="0">
            <a:solidFill>
              <a:srgbClr val="7030A0"/>
            </a:solidFill>
          </a:endParaRPr>
        </a:p>
      </dsp:txBody>
      <dsp:txXfrm>
        <a:off x="3827394" y="675636"/>
        <a:ext cx="1175540" cy="456317"/>
      </dsp:txXfrm>
    </dsp:sp>
    <dsp:sp modelId="{C9C57BD3-C69E-4A15-89BF-B1BB546075DD}">
      <dsp:nvSpPr>
        <dsp:cNvPr id="0" name=""/>
        <dsp:cNvSpPr/>
      </dsp:nvSpPr>
      <dsp:spPr>
        <a:xfrm>
          <a:off x="1746455" y="1342114"/>
          <a:ext cx="1027848" cy="369887"/>
        </a:xfrm>
        <a:prstGeom prst="rect">
          <a:avLst/>
        </a:prstGeom>
        <a:solidFill>
          <a:srgbClr val="CC99FF"/>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 tIns="7620" rIns="7620" bIns="7620" numCol="1" spcCol="1270" anchor="ctr" anchorCtr="0">
          <a:noAutofit/>
        </a:bodyPr>
        <a:lstStyle/>
        <a:p>
          <a:pPr marL="0" lvl="0" indent="0" algn="ctr" defTabSz="533400">
            <a:lnSpc>
              <a:spcPct val="90000"/>
            </a:lnSpc>
            <a:spcBef>
              <a:spcPct val="0"/>
            </a:spcBef>
            <a:spcAft>
              <a:spcPct val="35000"/>
            </a:spcAft>
            <a:buNone/>
          </a:pPr>
          <a:r>
            <a:rPr lang="en-US" altLang="zh-CN" sz="1200" b="1" kern="1200" dirty="0">
              <a:solidFill>
                <a:srgbClr val="7030A0"/>
              </a:solidFill>
            </a:rPr>
            <a:t>128.208.0.0</a:t>
          </a:r>
        </a:p>
        <a:p>
          <a:pPr marL="0" lvl="0" indent="0" algn="ctr" defTabSz="533400">
            <a:lnSpc>
              <a:spcPct val="90000"/>
            </a:lnSpc>
            <a:spcBef>
              <a:spcPct val="0"/>
            </a:spcBef>
            <a:spcAft>
              <a:spcPct val="35000"/>
            </a:spcAft>
            <a:buNone/>
          </a:pPr>
          <a:r>
            <a:rPr lang="en-US" altLang="zh-CN" sz="1200" b="1" kern="1200" dirty="0">
              <a:solidFill>
                <a:srgbClr val="7030A0"/>
              </a:solidFill>
            </a:rPr>
            <a:t>/17</a:t>
          </a:r>
          <a:endParaRPr lang="zh-CN" altLang="en-US" sz="1200" b="1" kern="1200" dirty="0">
            <a:solidFill>
              <a:srgbClr val="7030A0"/>
            </a:solidFill>
          </a:endParaRPr>
        </a:p>
      </dsp:txBody>
      <dsp:txXfrm>
        <a:off x="1746455" y="1342114"/>
        <a:ext cx="1027848" cy="369887"/>
      </dsp:txXfrm>
    </dsp:sp>
    <dsp:sp modelId="{790233F9-F640-4D60-85EF-39A820CE420E}">
      <dsp:nvSpPr>
        <dsp:cNvPr id="0" name=""/>
        <dsp:cNvSpPr/>
      </dsp:nvSpPr>
      <dsp:spPr>
        <a:xfrm>
          <a:off x="709417" y="1958558"/>
          <a:ext cx="813738" cy="369887"/>
        </a:xfrm>
        <a:prstGeom prst="rect">
          <a:avLst/>
        </a:prstGeom>
        <a:solidFill>
          <a:srgbClr val="FFFF00"/>
        </a:solidFill>
        <a:ln w="25400" cap="flat" cmpd="sng" algn="ctr">
          <a:solidFill>
            <a:srgbClr val="333399"/>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88950">
            <a:lnSpc>
              <a:spcPct val="90000"/>
            </a:lnSpc>
            <a:spcBef>
              <a:spcPct val="0"/>
            </a:spcBef>
            <a:spcAft>
              <a:spcPct val="35000"/>
            </a:spcAft>
            <a:buNone/>
          </a:pPr>
          <a:r>
            <a:rPr lang="en-US" altLang="zh-CN" sz="1100" b="1" kern="1200" dirty="0">
              <a:solidFill>
                <a:srgbClr val="C00000"/>
              </a:solidFill>
            </a:rPr>
            <a:t>128.208.0.0</a:t>
          </a:r>
        </a:p>
        <a:p>
          <a:pPr marL="0" lvl="0" indent="0" algn="ctr" defTabSz="488950">
            <a:lnSpc>
              <a:spcPct val="90000"/>
            </a:lnSpc>
            <a:spcBef>
              <a:spcPct val="0"/>
            </a:spcBef>
            <a:spcAft>
              <a:spcPct val="35000"/>
            </a:spcAft>
            <a:buNone/>
          </a:pPr>
          <a:r>
            <a:rPr lang="en-US" altLang="zh-CN" sz="1100" b="1" kern="1200" dirty="0">
              <a:solidFill>
                <a:srgbClr val="C00000"/>
              </a:solidFill>
            </a:rPr>
            <a:t>/18</a:t>
          </a:r>
          <a:endParaRPr lang="zh-CN" altLang="en-US" sz="1100" b="1" kern="1200" dirty="0">
            <a:solidFill>
              <a:srgbClr val="C00000"/>
            </a:solidFill>
          </a:endParaRPr>
        </a:p>
      </dsp:txBody>
      <dsp:txXfrm>
        <a:off x="709417" y="1958558"/>
        <a:ext cx="813738" cy="369887"/>
      </dsp:txXfrm>
    </dsp:sp>
    <dsp:sp modelId="{EB1B3236-0CB0-2740-B310-B6007BEECF27}">
      <dsp:nvSpPr>
        <dsp:cNvPr id="0" name=""/>
        <dsp:cNvSpPr/>
      </dsp:nvSpPr>
      <dsp:spPr>
        <a:xfrm>
          <a:off x="97589" y="2617780"/>
          <a:ext cx="847931" cy="339703"/>
        </a:xfrm>
        <a:prstGeom prst="rect">
          <a:avLst/>
        </a:prstGeom>
        <a:solidFill>
          <a:srgbClr val="3652E4"/>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kern="1200" dirty="0"/>
            <a:t>128.208.0.0</a:t>
          </a:r>
          <a:endParaRPr lang="zh-CN" altLang="en-US" sz="1050" kern="1200" dirty="0"/>
        </a:p>
        <a:p>
          <a:pPr marL="0" lvl="0" indent="0" algn="ctr" defTabSz="466725">
            <a:lnSpc>
              <a:spcPct val="90000"/>
            </a:lnSpc>
            <a:spcBef>
              <a:spcPct val="0"/>
            </a:spcBef>
            <a:spcAft>
              <a:spcPct val="35000"/>
            </a:spcAft>
            <a:buNone/>
          </a:pPr>
          <a:r>
            <a:rPr lang="en-US" altLang="zh-CN" sz="1050" kern="1200" dirty="0"/>
            <a:t>/19</a:t>
          </a:r>
          <a:endParaRPr lang="zh-CN" altLang="en-US" sz="1050" kern="1200" dirty="0"/>
        </a:p>
      </dsp:txBody>
      <dsp:txXfrm>
        <a:off x="97589" y="2617780"/>
        <a:ext cx="847931" cy="339703"/>
      </dsp:txXfrm>
    </dsp:sp>
    <dsp:sp modelId="{EE747275-D077-2E4C-81E1-268F8FA1C897}">
      <dsp:nvSpPr>
        <dsp:cNvPr id="0" name=""/>
        <dsp:cNvSpPr/>
      </dsp:nvSpPr>
      <dsp:spPr>
        <a:xfrm>
          <a:off x="1044834" y="2617780"/>
          <a:ext cx="1029381" cy="339703"/>
        </a:xfrm>
        <a:prstGeom prst="rect">
          <a:avLst/>
        </a:prstGeom>
        <a:solidFill>
          <a:srgbClr val="3652E4"/>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kern="1200" dirty="0"/>
            <a:t>128.208.32.0</a:t>
          </a:r>
          <a:endParaRPr lang="zh-CN" altLang="en-US" sz="1050" kern="1200" dirty="0"/>
        </a:p>
        <a:p>
          <a:pPr marL="0" lvl="0" indent="0" algn="ctr" defTabSz="466725">
            <a:lnSpc>
              <a:spcPct val="90000"/>
            </a:lnSpc>
            <a:spcBef>
              <a:spcPct val="0"/>
            </a:spcBef>
            <a:spcAft>
              <a:spcPct val="35000"/>
            </a:spcAft>
            <a:buNone/>
          </a:pPr>
          <a:r>
            <a:rPr lang="en-US" altLang="zh-CN" sz="1050" kern="1200" dirty="0"/>
            <a:t>/19</a:t>
          </a:r>
          <a:endParaRPr lang="zh-CN" altLang="en-US" sz="1050" kern="1200" dirty="0"/>
        </a:p>
      </dsp:txBody>
      <dsp:txXfrm>
        <a:off x="1044834" y="2617780"/>
        <a:ext cx="1029381" cy="339703"/>
      </dsp:txXfrm>
    </dsp:sp>
    <dsp:sp modelId="{C883432D-F1A6-4C7C-BFCB-A24FB5184031}">
      <dsp:nvSpPr>
        <dsp:cNvPr id="0" name=""/>
        <dsp:cNvSpPr/>
      </dsp:nvSpPr>
      <dsp:spPr>
        <a:xfrm>
          <a:off x="2837205" y="1958558"/>
          <a:ext cx="871685" cy="369878"/>
        </a:xfrm>
        <a:prstGeom prst="rect">
          <a:avLst/>
        </a:prstGeom>
        <a:solidFill>
          <a:srgbClr val="FFFF00"/>
        </a:solidFill>
        <a:ln w="25400" cap="flat" cmpd="sng" algn="ctr">
          <a:solidFill>
            <a:schemeClr val="bg2"/>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88950">
            <a:lnSpc>
              <a:spcPct val="90000"/>
            </a:lnSpc>
            <a:spcBef>
              <a:spcPct val="0"/>
            </a:spcBef>
            <a:spcAft>
              <a:spcPct val="35000"/>
            </a:spcAft>
            <a:buNone/>
          </a:pPr>
          <a:r>
            <a:rPr lang="en-US" altLang="zh-CN" sz="1100" b="1" kern="1200" dirty="0">
              <a:solidFill>
                <a:srgbClr val="7030A0"/>
              </a:solidFill>
            </a:rPr>
            <a:t>128.208.64.0</a:t>
          </a:r>
          <a:br>
            <a:rPr lang="en-US" altLang="zh-CN" sz="1100" b="1" kern="1200" dirty="0">
              <a:solidFill>
                <a:srgbClr val="7030A0"/>
              </a:solidFill>
            </a:rPr>
          </a:br>
          <a:r>
            <a:rPr lang="en-US" altLang="zh-CN" sz="1100" b="1" kern="1200" dirty="0">
              <a:solidFill>
                <a:srgbClr val="7030A0"/>
              </a:solidFill>
            </a:rPr>
            <a:t>/18</a:t>
          </a:r>
          <a:endParaRPr lang="zh-CN" altLang="en-US" sz="1100" b="1" kern="1200" dirty="0">
            <a:solidFill>
              <a:srgbClr val="7030A0"/>
            </a:solidFill>
          </a:endParaRPr>
        </a:p>
      </dsp:txBody>
      <dsp:txXfrm>
        <a:off x="2837205" y="1958558"/>
        <a:ext cx="871685" cy="369878"/>
      </dsp:txXfrm>
    </dsp:sp>
    <dsp:sp modelId="{1FC4F5C3-6EC1-491E-839F-22E805B01F0E}">
      <dsp:nvSpPr>
        <dsp:cNvPr id="0" name=""/>
        <dsp:cNvSpPr/>
      </dsp:nvSpPr>
      <dsp:spPr>
        <a:xfrm>
          <a:off x="2310356" y="2617771"/>
          <a:ext cx="908381" cy="341585"/>
        </a:xfrm>
        <a:prstGeom prst="rect">
          <a:avLst/>
        </a:prstGeom>
        <a:solidFill>
          <a:srgbClr val="3652E4"/>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1" kern="1200" dirty="0">
              <a:solidFill>
                <a:schemeClr val="bg1"/>
              </a:solidFill>
            </a:rPr>
            <a:t>128.208.64.0</a:t>
          </a:r>
          <a:br>
            <a:rPr lang="en-US" altLang="zh-CN" sz="1050" b="1" kern="1200" dirty="0">
              <a:solidFill>
                <a:schemeClr val="bg1"/>
              </a:solidFill>
            </a:rPr>
          </a:br>
          <a:r>
            <a:rPr lang="en-US" altLang="zh-CN" sz="1050" b="1" kern="1200" dirty="0">
              <a:solidFill>
                <a:schemeClr val="bg1"/>
              </a:solidFill>
            </a:rPr>
            <a:t>/19</a:t>
          </a:r>
          <a:endParaRPr lang="zh-CN" altLang="en-US" sz="1050" b="1" kern="1200" dirty="0">
            <a:solidFill>
              <a:schemeClr val="bg1"/>
            </a:solidFill>
          </a:endParaRPr>
        </a:p>
      </dsp:txBody>
      <dsp:txXfrm>
        <a:off x="2310356" y="2617771"/>
        <a:ext cx="908381" cy="341585"/>
      </dsp:txXfrm>
    </dsp:sp>
    <dsp:sp modelId="{EEF9BD34-5B6F-429A-84F4-9560BCA1B675}">
      <dsp:nvSpPr>
        <dsp:cNvPr id="0" name=""/>
        <dsp:cNvSpPr/>
      </dsp:nvSpPr>
      <dsp:spPr>
        <a:xfrm>
          <a:off x="3382864" y="2617771"/>
          <a:ext cx="850716" cy="345412"/>
        </a:xfrm>
        <a:prstGeom prst="rect">
          <a:avLst/>
        </a:prstGeom>
        <a:solidFill>
          <a:srgbClr val="3652E4"/>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88950">
            <a:lnSpc>
              <a:spcPct val="90000"/>
            </a:lnSpc>
            <a:spcBef>
              <a:spcPct val="0"/>
            </a:spcBef>
            <a:spcAft>
              <a:spcPct val="35000"/>
            </a:spcAft>
            <a:buNone/>
          </a:pPr>
          <a:r>
            <a:rPr lang="en-US" altLang="zh-CN" sz="1100" b="1" kern="1200" dirty="0">
              <a:solidFill>
                <a:srgbClr val="FF0000"/>
              </a:solidFill>
            </a:rPr>
            <a:t>128.208.96.0</a:t>
          </a:r>
          <a:br>
            <a:rPr lang="en-US" altLang="zh-CN" sz="1100" b="1" kern="1200" dirty="0">
              <a:solidFill>
                <a:srgbClr val="FF0000"/>
              </a:solidFill>
            </a:rPr>
          </a:br>
          <a:r>
            <a:rPr lang="en-US" altLang="zh-CN" sz="1100" b="1" kern="1200" dirty="0">
              <a:solidFill>
                <a:srgbClr val="FF0000"/>
              </a:solidFill>
            </a:rPr>
            <a:t>/19</a:t>
          </a:r>
          <a:endParaRPr lang="zh-CN" altLang="en-US" sz="1100" b="1" kern="1200" dirty="0">
            <a:solidFill>
              <a:srgbClr val="FF0000"/>
            </a:solidFill>
          </a:endParaRPr>
        </a:p>
      </dsp:txBody>
      <dsp:txXfrm>
        <a:off x="3382864" y="2617771"/>
        <a:ext cx="850716" cy="345412"/>
      </dsp:txXfrm>
    </dsp:sp>
    <dsp:sp modelId="{1F428A18-CE33-405D-A2A0-CCEDD85C745D}">
      <dsp:nvSpPr>
        <dsp:cNvPr id="0" name=""/>
        <dsp:cNvSpPr/>
      </dsp:nvSpPr>
      <dsp:spPr>
        <a:xfrm>
          <a:off x="6162902" y="1344812"/>
          <a:ext cx="1140558" cy="369882"/>
        </a:xfrm>
        <a:prstGeom prst="rect">
          <a:avLst/>
        </a:prstGeom>
        <a:solidFill>
          <a:srgbClr val="CC99FF"/>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 tIns="7620" rIns="7620" bIns="7620" numCol="1" spcCol="1270" anchor="ctr" anchorCtr="0">
          <a:noAutofit/>
        </a:bodyPr>
        <a:lstStyle/>
        <a:p>
          <a:pPr marL="0" lvl="0" indent="0" algn="ctr" defTabSz="533400">
            <a:lnSpc>
              <a:spcPct val="90000"/>
            </a:lnSpc>
            <a:spcBef>
              <a:spcPct val="0"/>
            </a:spcBef>
            <a:spcAft>
              <a:spcPct val="35000"/>
            </a:spcAft>
            <a:buNone/>
          </a:pPr>
          <a:r>
            <a:rPr lang="en-US" altLang="zh-CN" sz="1200" b="1" kern="1200" dirty="0">
              <a:solidFill>
                <a:srgbClr val="C00000"/>
              </a:solidFill>
            </a:rPr>
            <a:t>128.208.128.0</a:t>
          </a:r>
          <a:br>
            <a:rPr lang="en-US" altLang="zh-CN" sz="1200" b="1" kern="1200" dirty="0">
              <a:solidFill>
                <a:srgbClr val="C00000"/>
              </a:solidFill>
            </a:rPr>
          </a:br>
          <a:r>
            <a:rPr lang="en-US" altLang="zh-CN" sz="1200" b="1" kern="1200" dirty="0">
              <a:solidFill>
                <a:srgbClr val="C00000"/>
              </a:solidFill>
            </a:rPr>
            <a:t>/17</a:t>
          </a:r>
          <a:endParaRPr lang="zh-CN" altLang="en-US" sz="1200" b="1" kern="1200" dirty="0">
            <a:solidFill>
              <a:srgbClr val="C00000"/>
            </a:solidFill>
          </a:endParaRPr>
        </a:p>
      </dsp:txBody>
      <dsp:txXfrm>
        <a:off x="6162902" y="1344812"/>
        <a:ext cx="1140558" cy="369882"/>
      </dsp:txXfrm>
    </dsp:sp>
    <dsp:sp modelId="{1E69C55F-803A-49DE-83D1-50AAE6439979}">
      <dsp:nvSpPr>
        <dsp:cNvPr id="0" name=""/>
        <dsp:cNvSpPr/>
      </dsp:nvSpPr>
      <dsp:spPr>
        <a:xfrm>
          <a:off x="5023987" y="1956223"/>
          <a:ext cx="985429" cy="369887"/>
        </a:xfrm>
        <a:prstGeom prst="rect">
          <a:avLst/>
        </a:prstGeom>
        <a:solidFill>
          <a:srgbClr val="FFFF00"/>
        </a:solidFill>
        <a:ln w="25400" cap="flat" cmpd="sng" algn="ctr">
          <a:solidFill>
            <a:srgbClr val="333399"/>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88950">
            <a:lnSpc>
              <a:spcPct val="90000"/>
            </a:lnSpc>
            <a:spcBef>
              <a:spcPct val="0"/>
            </a:spcBef>
            <a:spcAft>
              <a:spcPct val="35000"/>
            </a:spcAft>
            <a:buNone/>
          </a:pPr>
          <a:r>
            <a:rPr lang="en-US" altLang="zh-CN" sz="1100" b="1" kern="1200" dirty="0">
              <a:solidFill>
                <a:srgbClr val="7030A0"/>
              </a:solidFill>
            </a:rPr>
            <a:t>128.208.128.0</a:t>
          </a:r>
          <a:br>
            <a:rPr lang="en-US" altLang="zh-CN" sz="1100" b="1" kern="1200" dirty="0">
              <a:solidFill>
                <a:srgbClr val="7030A0"/>
              </a:solidFill>
            </a:rPr>
          </a:br>
          <a:r>
            <a:rPr lang="en-US" altLang="zh-CN" sz="1100" b="1" kern="1200" dirty="0">
              <a:solidFill>
                <a:srgbClr val="7030A0"/>
              </a:solidFill>
            </a:rPr>
            <a:t>/18</a:t>
          </a:r>
          <a:endParaRPr lang="zh-CN" altLang="en-US" sz="1100" b="1" kern="1200" dirty="0">
            <a:solidFill>
              <a:srgbClr val="7030A0"/>
            </a:solidFill>
          </a:endParaRPr>
        </a:p>
      </dsp:txBody>
      <dsp:txXfrm>
        <a:off x="5023987" y="1956223"/>
        <a:ext cx="985429" cy="369887"/>
      </dsp:txXfrm>
    </dsp:sp>
    <dsp:sp modelId="{0602FB54-DDF6-4A6B-9A19-495BCD9DF535}">
      <dsp:nvSpPr>
        <dsp:cNvPr id="0" name=""/>
        <dsp:cNvSpPr/>
      </dsp:nvSpPr>
      <dsp:spPr>
        <a:xfrm>
          <a:off x="4451862" y="2603704"/>
          <a:ext cx="905180" cy="347362"/>
        </a:xfrm>
        <a:prstGeom prst="rect">
          <a:avLst/>
        </a:prstGeom>
        <a:solidFill>
          <a:srgbClr val="3652E4"/>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1" kern="1200" dirty="0">
              <a:solidFill>
                <a:schemeClr val="bg1"/>
              </a:solidFill>
            </a:rPr>
            <a:t>128.208</a:t>
          </a:r>
          <a:r>
            <a:rPr lang="en-US" altLang="zh-CN" sz="1050" b="1" kern="1200" dirty="0">
              <a:solidFill>
                <a:srgbClr val="FFFFFF"/>
              </a:solidFill>
            </a:rPr>
            <a:t>.128.0</a:t>
          </a:r>
          <a:br>
            <a:rPr lang="en-US" altLang="zh-CN" sz="1050" b="1" kern="1200" dirty="0">
              <a:solidFill>
                <a:srgbClr val="FFFFFF"/>
              </a:solidFill>
            </a:rPr>
          </a:br>
          <a:r>
            <a:rPr lang="en-US" altLang="zh-CN" sz="1050" b="1" kern="1200" dirty="0">
              <a:solidFill>
                <a:srgbClr val="FFFFFF"/>
              </a:solidFill>
            </a:rPr>
            <a:t>/19</a:t>
          </a:r>
          <a:endParaRPr lang="zh-CN" altLang="en-US" sz="1050" b="1" kern="1200" dirty="0">
            <a:solidFill>
              <a:srgbClr val="FFFFFF"/>
            </a:solidFill>
          </a:endParaRPr>
        </a:p>
      </dsp:txBody>
      <dsp:txXfrm>
        <a:off x="4451862" y="2603704"/>
        <a:ext cx="905180" cy="347362"/>
      </dsp:txXfrm>
    </dsp:sp>
    <dsp:sp modelId="{BDF24745-6116-4FCD-B7F0-ACFD1C0C7F47}">
      <dsp:nvSpPr>
        <dsp:cNvPr id="0" name=""/>
        <dsp:cNvSpPr/>
      </dsp:nvSpPr>
      <dsp:spPr>
        <a:xfrm>
          <a:off x="5485271" y="2603704"/>
          <a:ext cx="1048763" cy="352128"/>
        </a:xfrm>
        <a:prstGeom prst="rect">
          <a:avLst/>
        </a:prstGeom>
        <a:solidFill>
          <a:srgbClr val="3652E4"/>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1" kern="1200" dirty="0">
              <a:solidFill>
                <a:schemeClr val="bg1"/>
              </a:solidFill>
            </a:rPr>
            <a:t>128.208.</a:t>
          </a:r>
          <a:r>
            <a:rPr lang="en-US" altLang="zh-CN" sz="1050" b="1" kern="1200" dirty="0">
              <a:solidFill>
                <a:srgbClr val="FFFFFF"/>
              </a:solidFill>
            </a:rPr>
            <a:t>160.0</a:t>
          </a:r>
          <a:br>
            <a:rPr lang="en-US" altLang="zh-CN" sz="1050" b="1" kern="1200" dirty="0">
              <a:solidFill>
                <a:srgbClr val="FFFFFF"/>
              </a:solidFill>
            </a:rPr>
          </a:br>
          <a:r>
            <a:rPr lang="en-US" altLang="zh-CN" sz="1050" b="1" kern="1200" dirty="0">
              <a:solidFill>
                <a:srgbClr val="FFFFFF"/>
              </a:solidFill>
            </a:rPr>
            <a:t>/19</a:t>
          </a:r>
          <a:endParaRPr lang="zh-CN" altLang="en-US" sz="1050" b="1" kern="1200" dirty="0">
            <a:solidFill>
              <a:srgbClr val="FFFFFF"/>
            </a:solidFill>
          </a:endParaRPr>
        </a:p>
      </dsp:txBody>
      <dsp:txXfrm>
        <a:off x="5485271" y="2603704"/>
        <a:ext cx="1048763" cy="352128"/>
      </dsp:txXfrm>
    </dsp:sp>
    <dsp:sp modelId="{10ED3A20-C88B-480A-99FD-42F65F0A4E2C}">
      <dsp:nvSpPr>
        <dsp:cNvPr id="0" name=""/>
        <dsp:cNvSpPr/>
      </dsp:nvSpPr>
      <dsp:spPr>
        <a:xfrm>
          <a:off x="7178069" y="1956223"/>
          <a:ext cx="988086" cy="369878"/>
        </a:xfrm>
        <a:prstGeom prst="rect">
          <a:avLst/>
        </a:prstGeom>
        <a:solidFill>
          <a:srgbClr val="FFFF00"/>
        </a:solidFill>
        <a:ln w="25400" cap="flat" cmpd="sng" algn="ctr">
          <a:solidFill>
            <a:srgbClr val="333399"/>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88950">
            <a:lnSpc>
              <a:spcPct val="90000"/>
            </a:lnSpc>
            <a:spcBef>
              <a:spcPct val="0"/>
            </a:spcBef>
            <a:spcAft>
              <a:spcPct val="35000"/>
            </a:spcAft>
            <a:buNone/>
          </a:pPr>
          <a:r>
            <a:rPr lang="en-US" altLang="zh-CN" sz="1100" b="1" kern="1200" dirty="0">
              <a:solidFill>
                <a:srgbClr val="7030A0"/>
              </a:solidFill>
            </a:rPr>
            <a:t>128.208.192.0</a:t>
          </a:r>
          <a:br>
            <a:rPr lang="en-US" altLang="zh-CN" sz="1100" b="1" kern="1200" dirty="0">
              <a:solidFill>
                <a:srgbClr val="7030A0"/>
              </a:solidFill>
            </a:rPr>
          </a:br>
          <a:r>
            <a:rPr lang="en-US" altLang="zh-CN" sz="1100" b="1" kern="1200" dirty="0">
              <a:solidFill>
                <a:srgbClr val="7030A0"/>
              </a:solidFill>
            </a:rPr>
            <a:t>/18</a:t>
          </a:r>
          <a:endParaRPr lang="zh-CN" altLang="en-US" sz="1100" b="1" kern="1200" dirty="0">
            <a:solidFill>
              <a:srgbClr val="7030A0"/>
            </a:solidFill>
          </a:endParaRPr>
        </a:p>
      </dsp:txBody>
      <dsp:txXfrm>
        <a:off x="7178069" y="1956223"/>
        <a:ext cx="988086" cy="369878"/>
      </dsp:txXfrm>
    </dsp:sp>
    <dsp:sp modelId="{3A517E6B-876C-4806-84DC-F1040FD277AA}">
      <dsp:nvSpPr>
        <dsp:cNvPr id="0" name=""/>
        <dsp:cNvSpPr/>
      </dsp:nvSpPr>
      <dsp:spPr>
        <a:xfrm>
          <a:off x="6641302" y="2624369"/>
          <a:ext cx="920018" cy="358727"/>
        </a:xfrm>
        <a:prstGeom prst="rect">
          <a:avLst/>
        </a:prstGeom>
        <a:solidFill>
          <a:srgbClr val="3652E4"/>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1" kern="1200" dirty="0">
              <a:solidFill>
                <a:schemeClr val="bg1"/>
              </a:solidFill>
            </a:rPr>
            <a:t>128.208</a:t>
          </a:r>
          <a:r>
            <a:rPr lang="en-US" altLang="zh-CN" sz="1050" b="1" kern="1200" dirty="0">
              <a:solidFill>
                <a:srgbClr val="FFFFFF"/>
              </a:solidFill>
            </a:rPr>
            <a:t>.192.0</a:t>
          </a:r>
          <a:br>
            <a:rPr lang="en-US" altLang="zh-CN" sz="1050" b="1" kern="1200" dirty="0">
              <a:solidFill>
                <a:srgbClr val="FFFFFF"/>
              </a:solidFill>
            </a:rPr>
          </a:br>
          <a:r>
            <a:rPr lang="en-US" altLang="zh-CN" sz="1050" b="1" kern="1200" dirty="0">
              <a:solidFill>
                <a:srgbClr val="FFFFFF"/>
              </a:solidFill>
            </a:rPr>
            <a:t>/19</a:t>
          </a:r>
          <a:endParaRPr lang="zh-CN" altLang="en-US" sz="1050" b="1" kern="1200" dirty="0">
            <a:solidFill>
              <a:srgbClr val="FFFFFF"/>
            </a:solidFill>
          </a:endParaRPr>
        </a:p>
      </dsp:txBody>
      <dsp:txXfrm>
        <a:off x="6641302" y="2624369"/>
        <a:ext cx="920018" cy="358727"/>
      </dsp:txXfrm>
    </dsp:sp>
    <dsp:sp modelId="{EB88273D-F0FD-44ED-8C77-DF80D8EA9BA9}">
      <dsp:nvSpPr>
        <dsp:cNvPr id="0" name=""/>
        <dsp:cNvSpPr/>
      </dsp:nvSpPr>
      <dsp:spPr>
        <a:xfrm>
          <a:off x="7763286" y="2624369"/>
          <a:ext cx="949358" cy="365928"/>
        </a:xfrm>
        <a:prstGeom prst="rect">
          <a:avLst/>
        </a:prstGeom>
        <a:solidFill>
          <a:srgbClr val="3652E4"/>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1" kern="1200" dirty="0">
              <a:solidFill>
                <a:schemeClr val="bg1"/>
              </a:solidFill>
            </a:rPr>
            <a:t>128.208</a:t>
          </a:r>
          <a:r>
            <a:rPr lang="en-US" altLang="zh-CN" sz="1050" b="1" kern="1200" dirty="0">
              <a:solidFill>
                <a:srgbClr val="FFFFFF"/>
              </a:solidFill>
            </a:rPr>
            <a:t>.224.0</a:t>
          </a:r>
          <a:br>
            <a:rPr lang="en-US" altLang="zh-CN" sz="1050" b="1" kern="1200" dirty="0">
              <a:solidFill>
                <a:srgbClr val="FFFFFF"/>
              </a:solidFill>
            </a:rPr>
          </a:br>
          <a:r>
            <a:rPr lang="en-US" altLang="zh-CN" sz="1050" b="1" kern="1200" dirty="0">
              <a:solidFill>
                <a:srgbClr val="FFFFFF"/>
              </a:solidFill>
            </a:rPr>
            <a:t>/19</a:t>
          </a:r>
          <a:endParaRPr lang="zh-CN" altLang="en-US" sz="1050" b="1" kern="1200" dirty="0">
            <a:solidFill>
              <a:srgbClr val="FFFFFF"/>
            </a:solidFill>
          </a:endParaRPr>
        </a:p>
      </dsp:txBody>
      <dsp:txXfrm>
        <a:off x="7763286" y="2624369"/>
        <a:ext cx="949358" cy="365928"/>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7A9624B-767E-484C-88E4-CD0F64FE0ED0}">
      <dsp:nvSpPr>
        <dsp:cNvPr id="0" name=""/>
        <dsp:cNvSpPr/>
      </dsp:nvSpPr>
      <dsp:spPr>
        <a:xfrm>
          <a:off x="4395671" y="3936588"/>
          <a:ext cx="94010" cy="118533"/>
        </a:xfrm>
        <a:custGeom>
          <a:avLst/>
          <a:gdLst/>
          <a:ahLst/>
          <a:cxnLst/>
          <a:rect l="0" t="0" r="0" b="0"/>
          <a:pathLst>
            <a:path>
              <a:moveTo>
                <a:pt x="0" y="0"/>
              </a:moveTo>
              <a:lnTo>
                <a:pt x="32112" y="0"/>
              </a:lnTo>
              <a:lnTo>
                <a:pt x="32112" y="118533"/>
              </a:lnTo>
              <a:lnTo>
                <a:pt x="94010" y="118533"/>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12FD544-88AC-4B31-8DA2-DBB85C635BE4}">
      <dsp:nvSpPr>
        <dsp:cNvPr id="0" name=""/>
        <dsp:cNvSpPr/>
      </dsp:nvSpPr>
      <dsp:spPr>
        <a:xfrm>
          <a:off x="4395671" y="3815720"/>
          <a:ext cx="123795" cy="120868"/>
        </a:xfrm>
        <a:custGeom>
          <a:avLst/>
          <a:gdLst/>
          <a:ahLst/>
          <a:cxnLst/>
          <a:rect l="0" t="0" r="0" b="0"/>
          <a:pathLst>
            <a:path>
              <a:moveTo>
                <a:pt x="0" y="120868"/>
              </a:moveTo>
              <a:lnTo>
                <a:pt x="61897" y="120868"/>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653EB37-C534-4E48-988C-9B2F6A6809AB}">
      <dsp:nvSpPr>
        <dsp:cNvPr id="0" name=""/>
        <dsp:cNvSpPr/>
      </dsp:nvSpPr>
      <dsp:spPr>
        <a:xfrm>
          <a:off x="2964710" y="3595914"/>
          <a:ext cx="123795" cy="340673"/>
        </a:xfrm>
        <a:custGeom>
          <a:avLst/>
          <a:gdLst/>
          <a:ahLst/>
          <a:cxnLst/>
          <a:rect l="0" t="0" r="0" b="0"/>
          <a:pathLst>
            <a:path>
              <a:moveTo>
                <a:pt x="0" y="0"/>
              </a:moveTo>
              <a:lnTo>
                <a:pt x="61897" y="0"/>
              </a:lnTo>
              <a:lnTo>
                <a:pt x="61897" y="340673"/>
              </a:lnTo>
              <a:lnTo>
                <a:pt x="123795" y="340673"/>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1F2730A-B800-459E-84B5-7384B7D15634}">
      <dsp:nvSpPr>
        <dsp:cNvPr id="0" name=""/>
        <dsp:cNvSpPr/>
      </dsp:nvSpPr>
      <dsp:spPr>
        <a:xfrm>
          <a:off x="4280331" y="3327416"/>
          <a:ext cx="123795" cy="204935"/>
        </a:xfrm>
        <a:custGeom>
          <a:avLst/>
          <a:gdLst/>
          <a:ahLst/>
          <a:cxnLst/>
          <a:rect l="0" t="0" r="0" b="0"/>
          <a:pathLst>
            <a:path>
              <a:moveTo>
                <a:pt x="0" y="0"/>
              </a:moveTo>
              <a:lnTo>
                <a:pt x="61897" y="0"/>
              </a:lnTo>
              <a:lnTo>
                <a:pt x="61897" y="204935"/>
              </a:lnTo>
              <a:lnTo>
                <a:pt x="123795" y="204935"/>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04FC8065-EE6B-47D1-ACAF-B6046BFC54E8}">
      <dsp:nvSpPr>
        <dsp:cNvPr id="0" name=""/>
        <dsp:cNvSpPr/>
      </dsp:nvSpPr>
      <dsp:spPr>
        <a:xfrm>
          <a:off x="4280331" y="3162582"/>
          <a:ext cx="123795" cy="164834"/>
        </a:xfrm>
        <a:custGeom>
          <a:avLst/>
          <a:gdLst/>
          <a:ahLst/>
          <a:cxnLst/>
          <a:rect l="0" t="0" r="0" b="0"/>
          <a:pathLst>
            <a:path>
              <a:moveTo>
                <a:pt x="0" y="164834"/>
              </a:moveTo>
              <a:lnTo>
                <a:pt x="61897" y="164834"/>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37DA061D-6ECF-4C76-B248-6B6BA87B8956}">
      <dsp:nvSpPr>
        <dsp:cNvPr id="0" name=""/>
        <dsp:cNvSpPr/>
      </dsp:nvSpPr>
      <dsp:spPr>
        <a:xfrm>
          <a:off x="2964710" y="3327416"/>
          <a:ext cx="123795" cy="268498"/>
        </a:xfrm>
        <a:custGeom>
          <a:avLst/>
          <a:gdLst/>
          <a:ahLst/>
          <a:cxnLst/>
          <a:rect l="0" t="0" r="0" b="0"/>
          <a:pathLst>
            <a:path>
              <a:moveTo>
                <a:pt x="0" y="268498"/>
              </a:moveTo>
              <a:lnTo>
                <a:pt x="61897" y="268498"/>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FC341BA-A1C1-45EF-8DCB-18AD9C5E9989}">
      <dsp:nvSpPr>
        <dsp:cNvPr id="0" name=""/>
        <dsp:cNvSpPr/>
      </dsp:nvSpPr>
      <dsp:spPr>
        <a:xfrm>
          <a:off x="1628749" y="2533709"/>
          <a:ext cx="123795" cy="1062204"/>
        </a:xfrm>
        <a:custGeom>
          <a:avLst/>
          <a:gdLst/>
          <a:ahLst/>
          <a:cxnLst/>
          <a:rect l="0" t="0" r="0" b="0"/>
          <a:pathLst>
            <a:path>
              <a:moveTo>
                <a:pt x="0" y="0"/>
              </a:moveTo>
              <a:lnTo>
                <a:pt x="61897" y="0"/>
              </a:lnTo>
              <a:lnTo>
                <a:pt x="61897" y="1062204"/>
              </a:lnTo>
              <a:lnTo>
                <a:pt x="123795" y="1062204"/>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D26F0DC0-F0FC-469E-8985-6EB3765A3698}">
      <dsp:nvSpPr>
        <dsp:cNvPr id="0" name=""/>
        <dsp:cNvSpPr/>
      </dsp:nvSpPr>
      <dsp:spPr>
        <a:xfrm>
          <a:off x="5394988" y="2567790"/>
          <a:ext cx="123795" cy="215585"/>
        </a:xfrm>
        <a:custGeom>
          <a:avLst/>
          <a:gdLst/>
          <a:ahLst/>
          <a:cxnLst/>
          <a:rect l="0" t="0" r="0" b="0"/>
          <a:pathLst>
            <a:path>
              <a:moveTo>
                <a:pt x="0" y="0"/>
              </a:moveTo>
              <a:lnTo>
                <a:pt x="61897" y="0"/>
              </a:lnTo>
              <a:lnTo>
                <a:pt x="61897" y="215585"/>
              </a:lnTo>
              <a:lnTo>
                <a:pt x="123795" y="215585"/>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FA9545BB-F1A8-4E5E-B48A-3532FDC7CE1E}">
      <dsp:nvSpPr>
        <dsp:cNvPr id="0" name=""/>
        <dsp:cNvSpPr/>
      </dsp:nvSpPr>
      <dsp:spPr>
        <a:xfrm>
          <a:off x="5394988" y="2388764"/>
          <a:ext cx="166802" cy="179025"/>
        </a:xfrm>
        <a:custGeom>
          <a:avLst/>
          <a:gdLst/>
          <a:ahLst/>
          <a:cxnLst/>
          <a:rect l="0" t="0" r="0" b="0"/>
          <a:pathLst>
            <a:path>
              <a:moveTo>
                <a:pt x="0" y="179025"/>
              </a:moveTo>
              <a:lnTo>
                <a:pt x="104904" y="179025"/>
              </a:lnTo>
              <a:lnTo>
                <a:pt x="104904" y="0"/>
              </a:lnTo>
              <a:lnTo>
                <a:pt x="166802"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D296687-8D97-46F0-A2E9-C7E46B6F049F}">
      <dsp:nvSpPr>
        <dsp:cNvPr id="0" name=""/>
        <dsp:cNvSpPr/>
      </dsp:nvSpPr>
      <dsp:spPr>
        <a:xfrm>
          <a:off x="4086826" y="2165416"/>
          <a:ext cx="123795" cy="402374"/>
        </a:xfrm>
        <a:custGeom>
          <a:avLst/>
          <a:gdLst/>
          <a:ahLst/>
          <a:cxnLst/>
          <a:rect l="0" t="0" r="0" b="0"/>
          <a:pathLst>
            <a:path>
              <a:moveTo>
                <a:pt x="0" y="0"/>
              </a:moveTo>
              <a:lnTo>
                <a:pt x="61897" y="0"/>
              </a:lnTo>
              <a:lnTo>
                <a:pt x="61897" y="402374"/>
              </a:lnTo>
              <a:lnTo>
                <a:pt x="123795" y="402374"/>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A877E8DF-498B-4E99-A9FE-F50492BDBD87}">
      <dsp:nvSpPr>
        <dsp:cNvPr id="0" name=""/>
        <dsp:cNvSpPr/>
      </dsp:nvSpPr>
      <dsp:spPr>
        <a:xfrm>
          <a:off x="5294373" y="1797586"/>
          <a:ext cx="123795" cy="158379"/>
        </a:xfrm>
        <a:custGeom>
          <a:avLst/>
          <a:gdLst/>
          <a:ahLst/>
          <a:cxnLst/>
          <a:rect l="0" t="0" r="0" b="0"/>
          <a:pathLst>
            <a:path>
              <a:moveTo>
                <a:pt x="0" y="0"/>
              </a:moveTo>
              <a:lnTo>
                <a:pt x="61897" y="0"/>
              </a:lnTo>
              <a:lnTo>
                <a:pt x="61897" y="158379"/>
              </a:lnTo>
              <a:lnTo>
                <a:pt x="123795" y="158379"/>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7C54B210-E58D-4291-8011-F575F7449094}">
      <dsp:nvSpPr>
        <dsp:cNvPr id="0" name=""/>
        <dsp:cNvSpPr/>
      </dsp:nvSpPr>
      <dsp:spPr>
        <a:xfrm>
          <a:off x="5294373" y="1575618"/>
          <a:ext cx="123795" cy="221968"/>
        </a:xfrm>
        <a:custGeom>
          <a:avLst/>
          <a:gdLst/>
          <a:ahLst/>
          <a:cxnLst/>
          <a:rect l="0" t="0" r="0" b="0"/>
          <a:pathLst>
            <a:path>
              <a:moveTo>
                <a:pt x="0" y="221968"/>
              </a:moveTo>
              <a:lnTo>
                <a:pt x="61897" y="221968"/>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D361E23B-883A-4612-942F-B1EC01A9D52E}">
      <dsp:nvSpPr>
        <dsp:cNvPr id="0" name=""/>
        <dsp:cNvSpPr/>
      </dsp:nvSpPr>
      <dsp:spPr>
        <a:xfrm>
          <a:off x="4086826" y="1797586"/>
          <a:ext cx="123795" cy="367829"/>
        </a:xfrm>
        <a:custGeom>
          <a:avLst/>
          <a:gdLst/>
          <a:ahLst/>
          <a:cxnLst/>
          <a:rect l="0" t="0" r="0" b="0"/>
          <a:pathLst>
            <a:path>
              <a:moveTo>
                <a:pt x="0" y="367829"/>
              </a:moveTo>
              <a:lnTo>
                <a:pt x="61897" y="367829"/>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B82CBE3E-7807-4210-AA93-00FD98B55976}">
      <dsp:nvSpPr>
        <dsp:cNvPr id="0" name=""/>
        <dsp:cNvSpPr/>
      </dsp:nvSpPr>
      <dsp:spPr>
        <a:xfrm>
          <a:off x="2903456" y="1470587"/>
          <a:ext cx="123795" cy="694828"/>
        </a:xfrm>
        <a:custGeom>
          <a:avLst/>
          <a:gdLst/>
          <a:ahLst/>
          <a:cxnLst/>
          <a:rect l="0" t="0" r="0" b="0"/>
          <a:pathLst>
            <a:path>
              <a:moveTo>
                <a:pt x="0" y="0"/>
              </a:moveTo>
              <a:lnTo>
                <a:pt x="61897" y="0"/>
              </a:lnTo>
              <a:lnTo>
                <a:pt x="61897" y="694828"/>
              </a:lnTo>
              <a:lnTo>
                <a:pt x="123795" y="694828"/>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FF5852C4-2008-49B2-B519-D8F383E8E245}">
      <dsp:nvSpPr>
        <dsp:cNvPr id="0" name=""/>
        <dsp:cNvSpPr/>
      </dsp:nvSpPr>
      <dsp:spPr>
        <a:xfrm>
          <a:off x="5448010" y="1044568"/>
          <a:ext cx="123795" cy="196653"/>
        </a:xfrm>
        <a:custGeom>
          <a:avLst/>
          <a:gdLst/>
          <a:ahLst/>
          <a:cxnLst/>
          <a:rect l="0" t="0" r="0" b="0"/>
          <a:pathLst>
            <a:path>
              <a:moveTo>
                <a:pt x="0" y="0"/>
              </a:moveTo>
              <a:lnTo>
                <a:pt x="61897" y="0"/>
              </a:lnTo>
              <a:lnTo>
                <a:pt x="61897" y="196653"/>
              </a:lnTo>
              <a:lnTo>
                <a:pt x="123795" y="196653"/>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A4701A19-BB1D-4CAD-B4C6-647E292431AE}">
      <dsp:nvSpPr>
        <dsp:cNvPr id="0" name=""/>
        <dsp:cNvSpPr/>
      </dsp:nvSpPr>
      <dsp:spPr>
        <a:xfrm>
          <a:off x="5448010" y="868550"/>
          <a:ext cx="123795" cy="176017"/>
        </a:xfrm>
        <a:custGeom>
          <a:avLst/>
          <a:gdLst/>
          <a:ahLst/>
          <a:cxnLst/>
          <a:rect l="0" t="0" r="0" b="0"/>
          <a:pathLst>
            <a:path>
              <a:moveTo>
                <a:pt x="0" y="176017"/>
              </a:moveTo>
              <a:lnTo>
                <a:pt x="61897" y="176017"/>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0DB16164-60B8-4C87-8F24-DD978669499A}">
      <dsp:nvSpPr>
        <dsp:cNvPr id="0" name=""/>
        <dsp:cNvSpPr/>
      </dsp:nvSpPr>
      <dsp:spPr>
        <a:xfrm>
          <a:off x="4234737" y="704769"/>
          <a:ext cx="123795" cy="339798"/>
        </a:xfrm>
        <a:custGeom>
          <a:avLst/>
          <a:gdLst/>
          <a:ahLst/>
          <a:cxnLst/>
          <a:rect l="0" t="0" r="0" b="0"/>
          <a:pathLst>
            <a:path>
              <a:moveTo>
                <a:pt x="0" y="0"/>
              </a:moveTo>
              <a:lnTo>
                <a:pt x="61897" y="0"/>
              </a:lnTo>
              <a:lnTo>
                <a:pt x="61897" y="339798"/>
              </a:lnTo>
              <a:lnTo>
                <a:pt x="123795" y="339798"/>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BB5D6AAB-F3C3-4C54-B7C0-0AB9D86275FC}">
      <dsp:nvSpPr>
        <dsp:cNvPr id="0" name=""/>
        <dsp:cNvSpPr/>
      </dsp:nvSpPr>
      <dsp:spPr>
        <a:xfrm>
          <a:off x="6875146" y="530774"/>
          <a:ext cx="123795" cy="259005"/>
        </a:xfrm>
        <a:custGeom>
          <a:avLst/>
          <a:gdLst/>
          <a:ahLst/>
          <a:cxnLst/>
          <a:rect l="0" t="0" r="0" b="0"/>
          <a:pathLst>
            <a:path>
              <a:moveTo>
                <a:pt x="0" y="0"/>
              </a:moveTo>
              <a:lnTo>
                <a:pt x="61897" y="0"/>
              </a:lnTo>
              <a:lnTo>
                <a:pt x="61897" y="259005"/>
              </a:lnTo>
              <a:lnTo>
                <a:pt x="123795" y="259005"/>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3F2E0187-96D6-497A-A5F3-BB58A91C2CE2}">
      <dsp:nvSpPr>
        <dsp:cNvPr id="0" name=""/>
        <dsp:cNvSpPr/>
      </dsp:nvSpPr>
      <dsp:spPr>
        <a:xfrm>
          <a:off x="6875146" y="301101"/>
          <a:ext cx="123795" cy="229672"/>
        </a:xfrm>
        <a:custGeom>
          <a:avLst/>
          <a:gdLst/>
          <a:ahLst/>
          <a:cxnLst/>
          <a:rect l="0" t="0" r="0" b="0"/>
          <a:pathLst>
            <a:path>
              <a:moveTo>
                <a:pt x="0" y="229672"/>
              </a:moveTo>
              <a:lnTo>
                <a:pt x="61897" y="229672"/>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0B537197-DE4E-4E8C-B802-DE3D4EBBAAF4}">
      <dsp:nvSpPr>
        <dsp:cNvPr id="0" name=""/>
        <dsp:cNvSpPr/>
      </dsp:nvSpPr>
      <dsp:spPr>
        <a:xfrm>
          <a:off x="5358852" y="317573"/>
          <a:ext cx="123795" cy="213200"/>
        </a:xfrm>
        <a:custGeom>
          <a:avLst/>
          <a:gdLst/>
          <a:ahLst/>
          <a:cxnLst/>
          <a:rect l="0" t="0" r="0" b="0"/>
          <a:pathLst>
            <a:path>
              <a:moveTo>
                <a:pt x="0" y="0"/>
              </a:moveTo>
              <a:lnTo>
                <a:pt x="61897" y="0"/>
              </a:lnTo>
              <a:lnTo>
                <a:pt x="61897" y="213200"/>
              </a:lnTo>
              <a:lnTo>
                <a:pt x="123795" y="21320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0FB7117-4B67-4734-A982-470643E0DD29}">
      <dsp:nvSpPr>
        <dsp:cNvPr id="0" name=""/>
        <dsp:cNvSpPr/>
      </dsp:nvSpPr>
      <dsp:spPr>
        <a:xfrm>
          <a:off x="5358852" y="176449"/>
          <a:ext cx="123795" cy="141123"/>
        </a:xfrm>
        <a:custGeom>
          <a:avLst/>
          <a:gdLst/>
          <a:ahLst/>
          <a:cxnLst/>
          <a:rect l="0" t="0" r="0" b="0"/>
          <a:pathLst>
            <a:path>
              <a:moveTo>
                <a:pt x="0" y="141123"/>
              </a:moveTo>
              <a:lnTo>
                <a:pt x="61897" y="141123"/>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325CB52F-0E91-408C-B245-CC9EECDF3F6D}">
      <dsp:nvSpPr>
        <dsp:cNvPr id="0" name=""/>
        <dsp:cNvSpPr/>
      </dsp:nvSpPr>
      <dsp:spPr>
        <a:xfrm>
          <a:off x="4234737" y="317573"/>
          <a:ext cx="123795" cy="387196"/>
        </a:xfrm>
        <a:custGeom>
          <a:avLst/>
          <a:gdLst/>
          <a:ahLst/>
          <a:cxnLst/>
          <a:rect l="0" t="0" r="0" b="0"/>
          <a:pathLst>
            <a:path>
              <a:moveTo>
                <a:pt x="0" y="387196"/>
              </a:moveTo>
              <a:lnTo>
                <a:pt x="61897" y="387196"/>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F950EEE6-64D8-415F-8140-44DE3047EC79}">
      <dsp:nvSpPr>
        <dsp:cNvPr id="0" name=""/>
        <dsp:cNvSpPr/>
      </dsp:nvSpPr>
      <dsp:spPr>
        <a:xfrm>
          <a:off x="2903456" y="704769"/>
          <a:ext cx="123795" cy="765817"/>
        </a:xfrm>
        <a:custGeom>
          <a:avLst/>
          <a:gdLst/>
          <a:ahLst/>
          <a:cxnLst/>
          <a:rect l="0" t="0" r="0" b="0"/>
          <a:pathLst>
            <a:path>
              <a:moveTo>
                <a:pt x="0" y="765817"/>
              </a:moveTo>
              <a:lnTo>
                <a:pt x="61897" y="765817"/>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BFFE20FF-4A8F-4EF1-83E9-FC64B5C8BE9C}">
      <dsp:nvSpPr>
        <dsp:cNvPr id="0" name=""/>
        <dsp:cNvSpPr/>
      </dsp:nvSpPr>
      <dsp:spPr>
        <a:xfrm>
          <a:off x="1628749" y="1470587"/>
          <a:ext cx="123795" cy="1063122"/>
        </a:xfrm>
        <a:custGeom>
          <a:avLst/>
          <a:gdLst/>
          <a:ahLst/>
          <a:cxnLst/>
          <a:rect l="0" t="0" r="0" b="0"/>
          <a:pathLst>
            <a:path>
              <a:moveTo>
                <a:pt x="0" y="1063122"/>
              </a:moveTo>
              <a:lnTo>
                <a:pt x="61897" y="1063122"/>
              </a:lnTo>
              <a:lnTo>
                <a:pt x="61897" y="0"/>
              </a:lnTo>
              <a:lnTo>
                <a:pt x="123795"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FBF87729-BBBD-440F-BF4B-3AFF6D2C9F03}">
      <dsp:nvSpPr>
        <dsp:cNvPr id="0" name=""/>
        <dsp:cNvSpPr/>
      </dsp:nvSpPr>
      <dsp:spPr>
        <a:xfrm>
          <a:off x="354680" y="2424287"/>
          <a:ext cx="1274068" cy="218845"/>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202.112.112.0/20</a:t>
          </a:r>
          <a:endParaRPr lang="zh-CN" altLang="en-US" sz="1050" b="0" kern="1200" dirty="0">
            <a:solidFill>
              <a:srgbClr val="C00000"/>
            </a:solidFill>
          </a:endParaRPr>
        </a:p>
      </dsp:txBody>
      <dsp:txXfrm>
        <a:off x="354680" y="2424287"/>
        <a:ext cx="1274068" cy="218845"/>
      </dsp:txXfrm>
    </dsp:sp>
    <dsp:sp modelId="{EAAEFF29-1D1F-4362-AF1C-6CA992C39791}">
      <dsp:nvSpPr>
        <dsp:cNvPr id="0" name=""/>
        <dsp:cNvSpPr/>
      </dsp:nvSpPr>
      <dsp:spPr>
        <a:xfrm>
          <a:off x="1752545" y="1314320"/>
          <a:ext cx="1150910" cy="312533"/>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202.112.112.0/21</a:t>
          </a:r>
          <a:endParaRPr lang="zh-CN" altLang="en-US" sz="1050" b="0" kern="1200" dirty="0">
            <a:solidFill>
              <a:srgbClr val="C00000"/>
            </a:solidFill>
          </a:endParaRPr>
        </a:p>
      </dsp:txBody>
      <dsp:txXfrm>
        <a:off x="1752545" y="1314320"/>
        <a:ext cx="1150910" cy="312533"/>
      </dsp:txXfrm>
    </dsp:sp>
    <dsp:sp modelId="{7A9E8113-D794-4340-9662-0ADFADD33877}">
      <dsp:nvSpPr>
        <dsp:cNvPr id="0" name=""/>
        <dsp:cNvSpPr/>
      </dsp:nvSpPr>
      <dsp:spPr>
        <a:xfrm>
          <a:off x="3027251" y="611150"/>
          <a:ext cx="1207485" cy="187238"/>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202.112.112.0/22</a:t>
          </a:r>
          <a:endParaRPr lang="zh-CN" altLang="en-US" sz="1050" b="0" kern="1200" dirty="0">
            <a:solidFill>
              <a:srgbClr val="C00000"/>
            </a:solidFill>
          </a:endParaRPr>
        </a:p>
      </dsp:txBody>
      <dsp:txXfrm>
        <a:off x="3027251" y="611150"/>
        <a:ext cx="1207485" cy="187238"/>
      </dsp:txXfrm>
    </dsp:sp>
    <dsp:sp modelId="{7F1D46B7-9555-4D07-8FA5-81156F45F8EE}">
      <dsp:nvSpPr>
        <dsp:cNvPr id="0" name=""/>
        <dsp:cNvSpPr/>
      </dsp:nvSpPr>
      <dsp:spPr>
        <a:xfrm>
          <a:off x="4358533" y="218048"/>
          <a:ext cx="1000319" cy="199051"/>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202.112.112.0/23</a:t>
          </a:r>
          <a:endParaRPr lang="zh-CN" altLang="en-US" sz="1050" b="0" kern="1200" dirty="0">
            <a:solidFill>
              <a:srgbClr val="C00000"/>
            </a:solidFill>
          </a:endParaRPr>
        </a:p>
      </dsp:txBody>
      <dsp:txXfrm>
        <a:off x="4358533" y="218048"/>
        <a:ext cx="1000319" cy="199051"/>
      </dsp:txXfrm>
    </dsp:sp>
    <dsp:sp modelId="{4122CF59-7F99-407F-9E3D-D63451A1F06D}">
      <dsp:nvSpPr>
        <dsp:cNvPr id="0" name=""/>
        <dsp:cNvSpPr/>
      </dsp:nvSpPr>
      <dsp:spPr>
        <a:xfrm>
          <a:off x="5482648" y="1935"/>
          <a:ext cx="1352245" cy="349028"/>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ts val="1260"/>
            </a:lnSpc>
            <a:spcBef>
              <a:spcPct val="0"/>
            </a:spcBef>
            <a:spcAft>
              <a:spcPts val="0"/>
            </a:spcAft>
            <a:buNone/>
          </a:pPr>
          <a:r>
            <a:rPr lang="en-US" altLang="zh-CN" sz="1050" b="0" kern="1200" dirty="0">
              <a:solidFill>
                <a:srgbClr val="7030A0"/>
              </a:solidFill>
            </a:rPr>
            <a:t>202.112.112.0/24</a:t>
          </a:r>
        </a:p>
        <a:p>
          <a:pPr marL="0" lvl="0" indent="0" algn="ctr" defTabSz="466725">
            <a:lnSpc>
              <a:spcPts val="1260"/>
            </a:lnSpc>
            <a:spcBef>
              <a:spcPct val="0"/>
            </a:spcBef>
            <a:spcAft>
              <a:spcPts val="0"/>
            </a:spcAft>
            <a:buNone/>
          </a:pPr>
          <a:r>
            <a:rPr lang="zh-CN" altLang="en-US" sz="1050" b="0" kern="1200" dirty="0">
              <a:solidFill>
                <a:srgbClr val="7030A0"/>
              </a:solidFill>
            </a:rPr>
            <a:t>信息系</a:t>
          </a:r>
        </a:p>
      </dsp:txBody>
      <dsp:txXfrm>
        <a:off x="5482648" y="1935"/>
        <a:ext cx="1352245" cy="349028"/>
      </dsp:txXfrm>
    </dsp:sp>
    <dsp:sp modelId="{B1E4B6EF-E594-4BC0-9AF8-1C302FCC97CA}">
      <dsp:nvSpPr>
        <dsp:cNvPr id="0" name=""/>
        <dsp:cNvSpPr/>
      </dsp:nvSpPr>
      <dsp:spPr>
        <a:xfrm>
          <a:off x="5482648" y="428336"/>
          <a:ext cx="1392498" cy="204875"/>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202.112.113.0/24</a:t>
          </a:r>
          <a:endParaRPr lang="zh-CN" altLang="en-US" sz="1050" b="0" kern="1200" dirty="0">
            <a:solidFill>
              <a:srgbClr val="C00000"/>
            </a:solidFill>
          </a:endParaRPr>
        </a:p>
      </dsp:txBody>
      <dsp:txXfrm>
        <a:off x="5482648" y="428336"/>
        <a:ext cx="1392498" cy="204875"/>
      </dsp:txXfrm>
    </dsp:sp>
    <dsp:sp modelId="{12EFC6DA-CCAA-42B5-B87E-C9E82EB5E03A}">
      <dsp:nvSpPr>
        <dsp:cNvPr id="0" name=""/>
        <dsp:cNvSpPr/>
      </dsp:nvSpPr>
      <dsp:spPr>
        <a:xfrm>
          <a:off x="6998941" y="80782"/>
          <a:ext cx="1056008" cy="440638"/>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ts val="1260"/>
            </a:lnSpc>
            <a:spcBef>
              <a:spcPct val="0"/>
            </a:spcBef>
            <a:spcAft>
              <a:spcPts val="0"/>
            </a:spcAft>
            <a:buNone/>
          </a:pPr>
          <a:r>
            <a:rPr lang="en-US" altLang="zh-CN" sz="1050" b="0" kern="1200" dirty="0">
              <a:solidFill>
                <a:srgbClr val="7030A0"/>
              </a:solidFill>
            </a:rPr>
            <a:t>202.112.113.0/25</a:t>
          </a:r>
        </a:p>
        <a:p>
          <a:pPr marL="0" lvl="0" indent="0" algn="ctr" defTabSz="466725">
            <a:lnSpc>
              <a:spcPts val="1260"/>
            </a:lnSpc>
            <a:spcBef>
              <a:spcPct val="0"/>
            </a:spcBef>
            <a:spcAft>
              <a:spcPts val="0"/>
            </a:spcAft>
            <a:buNone/>
          </a:pPr>
          <a:r>
            <a:rPr lang="zh-CN" altLang="en-US" sz="1050" b="0" kern="1200" dirty="0">
              <a:solidFill>
                <a:srgbClr val="7030A0"/>
              </a:solidFill>
            </a:rPr>
            <a:t>数学系</a:t>
          </a:r>
        </a:p>
      </dsp:txBody>
      <dsp:txXfrm>
        <a:off x="6998941" y="80782"/>
        <a:ext cx="1056008" cy="440638"/>
      </dsp:txXfrm>
    </dsp:sp>
    <dsp:sp modelId="{4DD3CE7A-F674-42BC-8E6D-E481A1699E60}">
      <dsp:nvSpPr>
        <dsp:cNvPr id="0" name=""/>
        <dsp:cNvSpPr/>
      </dsp:nvSpPr>
      <dsp:spPr>
        <a:xfrm>
          <a:off x="6998941" y="598793"/>
          <a:ext cx="1286504" cy="381972"/>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202.112.113.128/25</a:t>
          </a:r>
          <a:endParaRPr lang="zh-CN" altLang="en-US" sz="1050" b="0" kern="1200" dirty="0">
            <a:solidFill>
              <a:srgbClr val="C00000"/>
            </a:solidFill>
          </a:endParaRPr>
        </a:p>
      </dsp:txBody>
      <dsp:txXfrm>
        <a:off x="6998941" y="598793"/>
        <a:ext cx="1286504" cy="381972"/>
      </dsp:txXfrm>
    </dsp:sp>
    <dsp:sp modelId="{22FC8897-54E7-4BCE-A023-B4ADCBD9A967}">
      <dsp:nvSpPr>
        <dsp:cNvPr id="0" name=""/>
        <dsp:cNvSpPr/>
      </dsp:nvSpPr>
      <dsp:spPr>
        <a:xfrm>
          <a:off x="4358533" y="897645"/>
          <a:ext cx="1089477" cy="293845"/>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ts val="1260"/>
            </a:lnSpc>
            <a:spcBef>
              <a:spcPct val="0"/>
            </a:spcBef>
            <a:spcAft>
              <a:spcPts val="0"/>
            </a:spcAft>
            <a:buNone/>
          </a:pPr>
          <a:r>
            <a:rPr lang="en-US" altLang="zh-CN" sz="1050" b="0" kern="1200" dirty="0">
              <a:solidFill>
                <a:srgbClr val="7030A0"/>
              </a:solidFill>
            </a:rPr>
            <a:t>202.112.114.0/23</a:t>
          </a:r>
        </a:p>
        <a:p>
          <a:pPr marL="0" lvl="0" indent="0" algn="ctr" defTabSz="466725">
            <a:lnSpc>
              <a:spcPts val="1260"/>
            </a:lnSpc>
            <a:spcBef>
              <a:spcPct val="0"/>
            </a:spcBef>
            <a:spcAft>
              <a:spcPts val="0"/>
            </a:spcAft>
            <a:buNone/>
          </a:pPr>
          <a:r>
            <a:rPr lang="zh-CN" altLang="en-US" sz="1050" b="0" kern="1200" dirty="0">
              <a:solidFill>
                <a:srgbClr val="7030A0"/>
              </a:solidFill>
            </a:rPr>
            <a:t>计算机系</a:t>
          </a:r>
        </a:p>
      </dsp:txBody>
      <dsp:txXfrm>
        <a:off x="4358533" y="897645"/>
        <a:ext cx="1089477" cy="293845"/>
      </dsp:txXfrm>
    </dsp:sp>
    <dsp:sp modelId="{6FE95C8B-E43B-4D1F-8B3A-ACA2E7439CE2}">
      <dsp:nvSpPr>
        <dsp:cNvPr id="0" name=""/>
        <dsp:cNvSpPr/>
      </dsp:nvSpPr>
      <dsp:spPr>
        <a:xfrm>
          <a:off x="5571805" y="710584"/>
          <a:ext cx="1075178" cy="315933"/>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7030A0"/>
              </a:solidFill>
            </a:rPr>
            <a:t>202.112.114.0/24</a:t>
          </a:r>
          <a:endParaRPr lang="zh-CN" altLang="en-US" sz="1050" b="0" kern="1200" dirty="0">
            <a:solidFill>
              <a:srgbClr val="7030A0"/>
            </a:solidFill>
          </a:endParaRPr>
        </a:p>
      </dsp:txBody>
      <dsp:txXfrm>
        <a:off x="5571805" y="710584"/>
        <a:ext cx="1075178" cy="315933"/>
      </dsp:txXfrm>
    </dsp:sp>
    <dsp:sp modelId="{0489E9F5-36F9-446F-8F8E-B24BFAF572A5}">
      <dsp:nvSpPr>
        <dsp:cNvPr id="0" name=""/>
        <dsp:cNvSpPr/>
      </dsp:nvSpPr>
      <dsp:spPr>
        <a:xfrm>
          <a:off x="5571805" y="1103890"/>
          <a:ext cx="1251760" cy="274662"/>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7030A0"/>
              </a:solidFill>
            </a:rPr>
            <a:t>202.112.115.0/24</a:t>
          </a:r>
          <a:endParaRPr lang="zh-CN" altLang="en-US" sz="1050" b="0" kern="1200" dirty="0">
            <a:solidFill>
              <a:srgbClr val="7030A0"/>
            </a:solidFill>
          </a:endParaRPr>
        </a:p>
      </dsp:txBody>
      <dsp:txXfrm>
        <a:off x="5571805" y="1103890"/>
        <a:ext cx="1251760" cy="274662"/>
      </dsp:txXfrm>
    </dsp:sp>
    <dsp:sp modelId="{3F36CCCA-93D9-479A-B023-42FD51B343FD}">
      <dsp:nvSpPr>
        <dsp:cNvPr id="0" name=""/>
        <dsp:cNvSpPr/>
      </dsp:nvSpPr>
      <dsp:spPr>
        <a:xfrm>
          <a:off x="3027251" y="2000807"/>
          <a:ext cx="1059574" cy="329217"/>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ts val="1260"/>
            </a:lnSpc>
            <a:spcBef>
              <a:spcPct val="0"/>
            </a:spcBef>
            <a:spcAft>
              <a:spcPts val="0"/>
            </a:spcAft>
            <a:buNone/>
          </a:pPr>
          <a:r>
            <a:rPr lang="en-US" altLang="zh-CN" sz="1050" b="0" kern="1200" dirty="0">
              <a:solidFill>
                <a:srgbClr val="7030A0"/>
              </a:solidFill>
            </a:rPr>
            <a:t>202.112.116.0/22</a:t>
          </a:r>
        </a:p>
        <a:p>
          <a:pPr marL="0" lvl="0" indent="0" algn="ctr" defTabSz="466725">
            <a:lnSpc>
              <a:spcPts val="1260"/>
            </a:lnSpc>
            <a:spcBef>
              <a:spcPct val="0"/>
            </a:spcBef>
            <a:spcAft>
              <a:spcPts val="0"/>
            </a:spcAft>
            <a:buNone/>
          </a:pPr>
          <a:r>
            <a:rPr lang="zh-CN" altLang="en-US" sz="1050" b="0" kern="1200" dirty="0">
              <a:solidFill>
                <a:srgbClr val="7030A0"/>
              </a:solidFill>
            </a:rPr>
            <a:t>实验室</a:t>
          </a:r>
        </a:p>
      </dsp:txBody>
      <dsp:txXfrm>
        <a:off x="3027251" y="2000807"/>
        <a:ext cx="1059574" cy="329217"/>
      </dsp:txXfrm>
    </dsp:sp>
    <dsp:sp modelId="{84E9C76B-9909-4007-AB4D-98F8B89171E1}">
      <dsp:nvSpPr>
        <dsp:cNvPr id="0" name=""/>
        <dsp:cNvSpPr/>
      </dsp:nvSpPr>
      <dsp:spPr>
        <a:xfrm>
          <a:off x="4210621" y="1600544"/>
          <a:ext cx="1083751" cy="394084"/>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7030A0"/>
              </a:solidFill>
            </a:rPr>
            <a:t>202.112.116.0/23</a:t>
          </a:r>
          <a:endParaRPr lang="zh-CN" altLang="en-US" sz="1050" b="0" kern="1200" dirty="0">
            <a:solidFill>
              <a:srgbClr val="7030A0"/>
            </a:solidFill>
          </a:endParaRPr>
        </a:p>
      </dsp:txBody>
      <dsp:txXfrm>
        <a:off x="4210621" y="1600544"/>
        <a:ext cx="1083751" cy="394084"/>
      </dsp:txXfrm>
    </dsp:sp>
    <dsp:sp modelId="{D2D9405D-DEF9-4954-BB9D-DDB088E5059F}">
      <dsp:nvSpPr>
        <dsp:cNvPr id="0" name=""/>
        <dsp:cNvSpPr/>
      </dsp:nvSpPr>
      <dsp:spPr>
        <a:xfrm>
          <a:off x="5418169" y="1455925"/>
          <a:ext cx="1292817" cy="239385"/>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7030A0"/>
              </a:solidFill>
            </a:rPr>
            <a:t>202.112.116.0/24</a:t>
          </a:r>
          <a:endParaRPr lang="zh-CN" altLang="en-US" sz="1050" b="0" kern="1200" dirty="0">
            <a:solidFill>
              <a:srgbClr val="7030A0"/>
            </a:solidFill>
          </a:endParaRPr>
        </a:p>
      </dsp:txBody>
      <dsp:txXfrm>
        <a:off x="5418169" y="1455925"/>
        <a:ext cx="1292817" cy="239385"/>
      </dsp:txXfrm>
    </dsp:sp>
    <dsp:sp modelId="{212C7022-946B-4590-80A2-A855BE35878C}">
      <dsp:nvSpPr>
        <dsp:cNvPr id="0" name=""/>
        <dsp:cNvSpPr/>
      </dsp:nvSpPr>
      <dsp:spPr>
        <a:xfrm>
          <a:off x="5418169" y="1772683"/>
          <a:ext cx="1303959" cy="366565"/>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7030A0"/>
              </a:solidFill>
            </a:rPr>
            <a:t>202.112.117.0/24</a:t>
          </a:r>
          <a:endParaRPr lang="zh-CN" altLang="en-US" sz="1050" b="0" kern="1200" dirty="0">
            <a:solidFill>
              <a:srgbClr val="7030A0"/>
            </a:solidFill>
          </a:endParaRPr>
        </a:p>
      </dsp:txBody>
      <dsp:txXfrm>
        <a:off x="5418169" y="1772683"/>
        <a:ext cx="1303959" cy="366565"/>
      </dsp:txXfrm>
    </dsp:sp>
    <dsp:sp modelId="{27534895-109C-4151-828C-A0F9DC4B26E1}">
      <dsp:nvSpPr>
        <dsp:cNvPr id="0" name=""/>
        <dsp:cNvSpPr/>
      </dsp:nvSpPr>
      <dsp:spPr>
        <a:xfrm>
          <a:off x="4210621" y="2405293"/>
          <a:ext cx="1184366" cy="324993"/>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7030A0"/>
              </a:solidFill>
            </a:rPr>
            <a:t>202.112.118.0/23</a:t>
          </a:r>
          <a:endParaRPr lang="zh-CN" altLang="en-US" sz="1050" b="0" kern="1200" dirty="0">
            <a:solidFill>
              <a:srgbClr val="7030A0"/>
            </a:solidFill>
          </a:endParaRPr>
        </a:p>
      </dsp:txBody>
      <dsp:txXfrm>
        <a:off x="4210621" y="2405293"/>
        <a:ext cx="1184366" cy="324993"/>
      </dsp:txXfrm>
    </dsp:sp>
    <dsp:sp modelId="{3DA90A08-9606-4CDB-AB70-B208313F316D}">
      <dsp:nvSpPr>
        <dsp:cNvPr id="0" name=""/>
        <dsp:cNvSpPr/>
      </dsp:nvSpPr>
      <dsp:spPr>
        <a:xfrm>
          <a:off x="5561790" y="2211865"/>
          <a:ext cx="1236335" cy="353799"/>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7030A0"/>
              </a:solidFill>
            </a:rPr>
            <a:t>202.112.118.0/24</a:t>
          </a:r>
          <a:endParaRPr lang="zh-CN" altLang="en-US" sz="1050" b="0" kern="1200" dirty="0">
            <a:solidFill>
              <a:srgbClr val="7030A0"/>
            </a:solidFill>
          </a:endParaRPr>
        </a:p>
      </dsp:txBody>
      <dsp:txXfrm>
        <a:off x="5561790" y="2211865"/>
        <a:ext cx="1236335" cy="353799"/>
      </dsp:txXfrm>
    </dsp:sp>
    <dsp:sp modelId="{7E689E74-471E-443E-A414-0BDB2194BA93}">
      <dsp:nvSpPr>
        <dsp:cNvPr id="0" name=""/>
        <dsp:cNvSpPr/>
      </dsp:nvSpPr>
      <dsp:spPr>
        <a:xfrm>
          <a:off x="5518784" y="2647792"/>
          <a:ext cx="1366383" cy="271168"/>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7030A0"/>
              </a:solidFill>
            </a:rPr>
            <a:t>202.112.119.0/24</a:t>
          </a:r>
          <a:endParaRPr lang="zh-CN" altLang="en-US" sz="1050" b="0" kern="1200" dirty="0">
            <a:solidFill>
              <a:srgbClr val="7030A0"/>
            </a:solidFill>
          </a:endParaRPr>
        </a:p>
      </dsp:txBody>
      <dsp:txXfrm>
        <a:off x="5518784" y="2647792"/>
        <a:ext cx="1366383" cy="271168"/>
      </dsp:txXfrm>
    </dsp:sp>
    <dsp:sp modelId="{0CBF28F9-16B9-4EA2-A83E-DF1913FAC9CE}">
      <dsp:nvSpPr>
        <dsp:cNvPr id="0" name=""/>
        <dsp:cNvSpPr/>
      </dsp:nvSpPr>
      <dsp:spPr>
        <a:xfrm>
          <a:off x="1752545" y="3438730"/>
          <a:ext cx="1212164" cy="314368"/>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202.112.120.0/21</a:t>
          </a:r>
          <a:endParaRPr lang="zh-CN" altLang="en-US" sz="1050" b="0" kern="1200" dirty="0">
            <a:solidFill>
              <a:srgbClr val="C00000"/>
            </a:solidFill>
          </a:endParaRPr>
        </a:p>
      </dsp:txBody>
      <dsp:txXfrm>
        <a:off x="1752545" y="3438730"/>
        <a:ext cx="1212164" cy="314368"/>
      </dsp:txXfrm>
    </dsp:sp>
    <dsp:sp modelId="{6DE299B6-22DB-4A3A-82F3-7963734ECE43}">
      <dsp:nvSpPr>
        <dsp:cNvPr id="0" name=""/>
        <dsp:cNvSpPr/>
      </dsp:nvSpPr>
      <dsp:spPr>
        <a:xfrm>
          <a:off x="3088506" y="3041110"/>
          <a:ext cx="1191825" cy="572612"/>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202.112.120.0/22</a:t>
          </a:r>
          <a:endParaRPr lang="zh-CN" altLang="en-US" sz="1050" b="0" kern="1200" dirty="0">
            <a:solidFill>
              <a:srgbClr val="C00000"/>
            </a:solidFill>
          </a:endParaRPr>
        </a:p>
      </dsp:txBody>
      <dsp:txXfrm>
        <a:off x="3088506" y="3041110"/>
        <a:ext cx="1191825" cy="572612"/>
      </dsp:txXfrm>
    </dsp:sp>
    <dsp:sp modelId="{E7A6EEA7-F364-408C-9085-C52EB940016E}">
      <dsp:nvSpPr>
        <dsp:cNvPr id="0" name=""/>
        <dsp:cNvSpPr/>
      </dsp:nvSpPr>
      <dsp:spPr>
        <a:xfrm>
          <a:off x="4404127" y="2996333"/>
          <a:ext cx="1120444" cy="332498"/>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202.112.120.0/23</a:t>
          </a:r>
          <a:endParaRPr lang="zh-CN" altLang="en-US" sz="1050" b="0" kern="1200" dirty="0">
            <a:solidFill>
              <a:srgbClr val="C00000"/>
            </a:solidFill>
          </a:endParaRPr>
        </a:p>
      </dsp:txBody>
      <dsp:txXfrm>
        <a:off x="4404127" y="2996333"/>
        <a:ext cx="1120444" cy="332498"/>
      </dsp:txXfrm>
    </dsp:sp>
    <dsp:sp modelId="{B2E5E3EF-4BFC-491E-B320-0AF0A1A6EB23}">
      <dsp:nvSpPr>
        <dsp:cNvPr id="0" name=""/>
        <dsp:cNvSpPr/>
      </dsp:nvSpPr>
      <dsp:spPr>
        <a:xfrm>
          <a:off x="4404127" y="3406203"/>
          <a:ext cx="1101503" cy="252297"/>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202.112.122.0/23</a:t>
          </a:r>
          <a:endParaRPr lang="zh-CN" altLang="en-US" sz="1050" b="0" kern="1200" dirty="0">
            <a:solidFill>
              <a:srgbClr val="C00000"/>
            </a:solidFill>
          </a:endParaRPr>
        </a:p>
      </dsp:txBody>
      <dsp:txXfrm>
        <a:off x="4404127" y="3406203"/>
        <a:ext cx="1101503" cy="252297"/>
      </dsp:txXfrm>
    </dsp:sp>
    <dsp:sp modelId="{E7A4A1F0-875A-4969-AEE8-C8FB08605607}">
      <dsp:nvSpPr>
        <dsp:cNvPr id="0" name=""/>
        <dsp:cNvSpPr/>
      </dsp:nvSpPr>
      <dsp:spPr>
        <a:xfrm>
          <a:off x="3088506" y="3722458"/>
          <a:ext cx="1307165" cy="428261"/>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202.112.124.0/22</a:t>
          </a:r>
          <a:endParaRPr lang="zh-CN" altLang="en-US" sz="1050" b="0" kern="1200" dirty="0">
            <a:solidFill>
              <a:srgbClr val="C00000"/>
            </a:solidFill>
          </a:endParaRPr>
        </a:p>
      </dsp:txBody>
      <dsp:txXfrm>
        <a:off x="3088506" y="3722458"/>
        <a:ext cx="1307165" cy="428261"/>
      </dsp:txXfrm>
    </dsp:sp>
    <dsp:sp modelId="{2A6444AD-48B3-4CCD-AE07-4506C420BE96}">
      <dsp:nvSpPr>
        <dsp:cNvPr id="0" name=""/>
        <dsp:cNvSpPr/>
      </dsp:nvSpPr>
      <dsp:spPr>
        <a:xfrm>
          <a:off x="4519467" y="3735872"/>
          <a:ext cx="1134699" cy="159694"/>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202.112.124.0/23</a:t>
          </a:r>
          <a:endParaRPr lang="zh-CN" altLang="en-US" sz="1050" b="0" kern="1200" dirty="0">
            <a:solidFill>
              <a:srgbClr val="C00000"/>
            </a:solidFill>
          </a:endParaRPr>
        </a:p>
      </dsp:txBody>
      <dsp:txXfrm>
        <a:off x="4519467" y="3735872"/>
        <a:ext cx="1134699" cy="159694"/>
      </dsp:txXfrm>
    </dsp:sp>
    <dsp:sp modelId="{565ED847-9420-4E25-8DED-5B6E1018E058}">
      <dsp:nvSpPr>
        <dsp:cNvPr id="0" name=""/>
        <dsp:cNvSpPr/>
      </dsp:nvSpPr>
      <dsp:spPr>
        <a:xfrm>
          <a:off x="4489682" y="3972939"/>
          <a:ext cx="1152476" cy="164364"/>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202.112.126.0/23</a:t>
          </a:r>
          <a:endParaRPr lang="zh-CN" altLang="en-US" sz="1050" b="0" kern="1200" dirty="0">
            <a:solidFill>
              <a:srgbClr val="C00000"/>
            </a:solidFill>
          </a:endParaRPr>
        </a:p>
      </dsp:txBody>
      <dsp:txXfrm>
        <a:off x="4489682" y="3972939"/>
        <a:ext cx="1152476" cy="164364"/>
      </dsp:txXfrm>
    </dsp:sp>
  </dsp:spTree>
</dsp:drawing>
</file>

<file path=ppt/diagrams/layout1.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9/3/layout/HorizontalOrganizationChart">
  <dgm:title val=""/>
  <dgm:desc val=""/>
  <dgm:catLst>
    <dgm:cat type="hierarchy" pri="43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T"/>
          <dgm:param type="chAlign" val="l"/>
        </dgm:alg>
      </dgm:if>
      <dgm:else name="Name2">
        <dgm:alg type="hierChild">
          <dgm:param type="linDir" val="fromT"/>
          <dgm:param type="chAlign" val="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305"/>
      <dgm:constr type="w" for="des" forName="rootComposite" refType="w" fact="10"/>
      <dgm:constr type="h" for="des" forName="rootComposite" refType="w" refFor="des" refForName="rootComposite1" fact="0.305"/>
      <dgm:constr type="w" for="des" forName="rootComposite3" refType="w" fact="10"/>
      <dgm:constr type="h" for="des" forName="rootComposite3" refType="w" refFor="des" refForName="rootComposite1" fact="0.305"/>
      <dgm:constr type="primFontSz" for="des" ptType="node" op="equ"/>
      <dgm:constr type="sp" for="des" op="equ"/>
      <dgm:constr type="sp" for="des" forName="hierRoot1" refType="w" refFor="des" refForName="rootComposite1" fact="0.2"/>
      <dgm:constr type="sp" for="des" forName="hierRoot2" refType="sp" refFor="des" refForName="hierRoot1"/>
      <dgm:constr type="sp" for="des" forName="hierRoot3" refType="sp" refFor="des" refForName="hierRoot1"/>
      <dgm:constr type="sibSp" refType="w" refFor="des" refForName="rootComposite1" fact="0.125"/>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125"/>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func="var" arg="dir" op="equ" val="norm">
                  <dgm:alg type="hierRoot">
                    <dgm:param type="hierAlign" val="lT"/>
                  </dgm:alg>
                  <dgm:constrLst>
                    <dgm:constr type="alignOff" val="0.75"/>
                  </dgm:constrLst>
                </dgm:if>
                <dgm:else name="Name9">
                  <dgm:alg type="hierRoot">
                    <dgm:param type="hierAlign" val="rT"/>
                  </dgm:alg>
                  <dgm:constrLst>
                    <dgm:constr type="alignOff" val="0.75"/>
                  </dgm:constrLst>
                </dgm:else>
              </dgm:choose>
            </dgm:if>
            <dgm:if name="Name10" func="var" arg="hierBranch" op="equ" val="r">
              <dgm:choose name="Name11">
                <dgm:if name="Name12" func="var" arg="dir" op="equ" val="norm">
                  <dgm:alg type="hierRoot">
                    <dgm:param type="hierAlign" val="lB"/>
                  </dgm:alg>
                  <dgm:constrLst>
                    <dgm:constr type="alignOff" val="0.75"/>
                  </dgm:constrLst>
                </dgm:if>
                <dgm:else name="Name13">
                  <dgm:alg type="hierRoot">
                    <dgm:param type="hierAlign" val="rB"/>
                  </dgm:alg>
                  <dgm:constrLst>
                    <dgm:constr type="alignOff" val="0.75"/>
                  </dgm:constrLst>
                </dgm:else>
              </dgm:choose>
            </dgm:if>
            <dgm:if name="Name14" func="var" arg="hierBranch" op="equ" val="hang">
              <dgm:choose name="Name15">
                <dgm:if name="Name16" func="var" arg="dir" op="equ" val="norm">
                  <dgm:alg type="hierRoot">
                    <dgm:param type="hierAlign" val="lCtrCh"/>
                  </dgm:alg>
                  <dgm:constrLst>
                    <dgm:constr type="alignOff" val="0.65"/>
                  </dgm:constrLst>
                </dgm:if>
                <dgm:else name="Name17">
                  <dgm:alg type="hierRoot">
                    <dgm:param type="hierAlign" val="rCtrCh"/>
                  </dgm:alg>
                  <dgm:constrLst>
                    <dgm:constr type="alignOff" val="0.65"/>
                  </dgm:constrLst>
                </dgm:else>
              </dgm:choose>
            </dgm:if>
            <dgm:else name="Name18">
              <dgm:choose name="Name19">
                <dgm:if name="Name20" func="var" arg="dir" op="equ" val="norm">
                  <dgm:alg type="hierRoot">
                    <dgm:param type="hierAlign" val="lCtrCh"/>
                  </dgm:alg>
                  <dgm:constrLst>
                    <dgm:constr type="alignOff"/>
                    <dgm:constr type="bendDist" for="des" ptType="parTrans" refType="sp" fact="0.5"/>
                  </dgm:constrLst>
                </dgm:if>
                <dgm:else name="Name21">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22">
              <dgm:if name="Name23"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24"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25"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6">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7">
              <dgm:if name="Name28" func="var" arg="hierBranch" op="equ" val="l">
                <dgm:choose name="Name29">
                  <dgm:if name="Name30" func="var" arg="dir" op="equ" val="norm">
                    <dgm:alg type="hierChild">
                      <dgm:param type="chAlign" val="t"/>
                      <dgm:param type="linDir" val="fromL"/>
                    </dgm:alg>
                  </dgm:if>
                  <dgm:else name="Name31">
                    <dgm:alg type="hierChild">
                      <dgm:param type="chAlign" val="t"/>
                      <dgm:param type="linDir" val="fromR"/>
                    </dgm:alg>
                  </dgm:else>
                </dgm:choose>
              </dgm:if>
              <dgm:if name="Name32" func="var" arg="hierBranch" op="equ" val="r">
                <dgm:choose name="Name33">
                  <dgm:if name="Name34" func="var" arg="dir" op="equ" val="norm">
                    <dgm:alg type="hierChild">
                      <dgm:param type="chAlign" val="b"/>
                      <dgm:param type="linDir" val="fromL"/>
                    </dgm:alg>
                  </dgm:if>
                  <dgm:else name="Name35">
                    <dgm:alg type="hierChild">
                      <dgm:param type="chAlign" val="b"/>
                      <dgm:param type="linDir" val="fromR"/>
                    </dgm:alg>
                  </dgm:else>
                </dgm:choose>
              </dgm:if>
              <dgm:if name="Name36" func="var" arg="hierBranch" op="equ" val="hang">
                <dgm:choose name="Name37">
                  <dgm:if name="Name38" func="var" arg="dir" op="equ" val="norm">
                    <dgm:alg type="hierChild">
                      <dgm:param type="chAlign" val="l"/>
                      <dgm:param type="linDir" val="fromT"/>
                      <dgm:param type="secChAlign" val="t"/>
                      <dgm:param type="secLinDir" val="fromL"/>
                    </dgm:alg>
                  </dgm:if>
                  <dgm:else name="Name39">
                    <dgm:alg type="hierChild">
                      <dgm:param type="chAlign" val="r"/>
                      <dgm:param type="linDir" val="fromT"/>
                      <dgm:param type="secChAlign" val="t"/>
                      <dgm:param type="secLinDir" val="fromR"/>
                    </dgm:alg>
                  </dgm:else>
                </dgm:choose>
              </dgm:if>
              <dgm:else name="Name40">
                <dgm:choose name="Name41">
                  <dgm:if name="Name42" func="var" arg="dir" op="equ" val="norm">
                    <dgm:alg type="hierChild">
                      <dgm:param type="linDir" val="fromT"/>
                      <dgm:param type="chAlign" val="l"/>
                    </dgm:alg>
                  </dgm:if>
                  <dgm:else name="Name43">
                    <dgm:alg type="hierChild">
                      <dgm:param type="linDir" val="fromT"/>
                      <dgm:param type="chAlign" val="r"/>
                    </dgm:alg>
                  </dgm:else>
                </dgm:choose>
              </dgm:else>
            </dgm:choose>
            <dgm:shape xmlns:r="http://schemas.openxmlformats.org/officeDocument/2006/relationships" r:blip="">
              <dgm:adjLst/>
            </dgm:shape>
            <dgm:presOf/>
            <dgm:constrLst/>
            <dgm:ruleLst/>
            <dgm:forEach name="rep2a" axis="ch" ptType="nonAsst">
              <dgm:forEach name="Name44" axis="precedSib" ptType="parTrans" st="-1" cnt="1">
                <dgm:choose name="Name45">
                  <dgm:if name="Name46" func="var" arg="hierBranch" op="equ" val="hang">
                    <dgm:layoutNode name="Name47">
                      <dgm:choose name="Name48">
                        <dgm:if name="Name49" func="var" arg="dir" op="equ" val="norm">
                          <dgm:alg type="conn">
                            <dgm:param type="connRout" val="bend"/>
                            <dgm:param type="dim" val="1D"/>
                            <dgm:param type="endSty" val="noArr"/>
                            <dgm:param type="begPts" val="midR"/>
                            <dgm:param type="endPts" val="bCtr tCtr"/>
                          </dgm:alg>
                        </dgm:if>
                        <dgm:else name="Name50">
                          <dgm:alg type="conn">
                            <dgm:param type="connRout" val="bend"/>
                            <dgm:param type="dim" val="1D"/>
                            <dgm:param type="endSty" val="noArr"/>
                            <dgm:param type="begPts" val="midL"/>
                            <dgm:param type="endPts" val="bCtr tCtr"/>
                          </dgm:alg>
                        </dgm:else>
                      </dgm:choose>
                      <dgm:shape xmlns:r="http://schemas.openxmlformats.org/officeDocument/2006/relationships" type="conn" r:blip="" zOrderOff="-99999">
                        <dgm:adjLst/>
                      </dgm:shape>
                      <dgm:presOf axis="self"/>
                      <dgm:constrLst>
                        <dgm:constr type="begPad"/>
                        <dgm:constr type="endPad"/>
                      </dgm:constrLst>
                      <dgm:ruleLst/>
                    </dgm:layoutNode>
                  </dgm:if>
                  <dgm:if name="Name51" func="var" arg="hierBranch" op="equ" val="l">
                    <dgm:layoutNode name="Name52">
                      <dgm:choose name="Name53">
                        <dgm:if name="Name54" func="var" arg="dir" op="equ" val="norm">
                          <dgm:alg type="conn">
                            <dgm:param type="connRout" val="bend"/>
                            <dgm:param type="dim" val="1D"/>
                            <dgm:param type="endSty" val="noArr"/>
                            <dgm:param type="begPts" val="midR"/>
                            <dgm:param type="endPts" val="tCtr"/>
                          </dgm:alg>
                        </dgm:if>
                        <dgm:else name="Name55">
                          <dgm:alg type="conn">
                            <dgm:param type="connRout" val="bend"/>
                            <dgm:param type="dim" val="1D"/>
                            <dgm:param type="endSty" val="noArr"/>
                            <dgm:param type="begPts" val="midL"/>
                            <dgm:param type="endPts" val="tCtr"/>
                          </dgm:alg>
                        </dgm:else>
                      </dgm:choose>
                      <dgm:shape xmlns:r="http://schemas.openxmlformats.org/officeDocument/2006/relationships" type="conn" r:blip="" zOrderOff="-99999">
                        <dgm:adjLst/>
                      </dgm:shape>
                      <dgm:presOf axis="self"/>
                      <dgm:constrLst>
                        <dgm:constr type="begPad"/>
                        <dgm:constr type="endPad"/>
                      </dgm:constrLst>
                      <dgm:ruleLst/>
                    </dgm:layoutNode>
                  </dgm:if>
                  <dgm:if name="Name56" func="var" arg="hierBranch" op="equ" val="r">
                    <dgm:layoutNode name="Name57">
                      <dgm:choose name="Name58">
                        <dgm:if name="Name59" func="var" arg="dir" op="equ" val="norm">
                          <dgm:alg type="conn">
                            <dgm:param type="connRout" val="bend"/>
                            <dgm:param type="dim" val="1D"/>
                            <dgm:param type="endSty" val="noArr"/>
                            <dgm:param type="begPts" val="midR"/>
                            <dgm:param type="endPts" val="bCtr"/>
                          </dgm:alg>
                        </dgm:if>
                        <dgm:else name="Name60">
                          <dgm:alg type="conn">
                            <dgm:param type="connRout" val="bend"/>
                            <dgm:param type="dim" val="1D"/>
                            <dgm:param type="endSty" val="noArr"/>
                            <dgm:param type="begPts" val="midL"/>
                            <dgm:param type="endPts" val="bCtr"/>
                          </dgm:alg>
                        </dgm:else>
                      </dgm:choose>
                      <dgm:shape xmlns:r="http://schemas.openxmlformats.org/officeDocument/2006/relationships" type="conn" r:blip="" zOrderOff="-99999">
                        <dgm:adjLst/>
                      </dgm:shape>
                      <dgm:presOf axis="self"/>
                      <dgm:constrLst>
                        <dgm:constr type="begPad"/>
                        <dgm:constr type="endPad"/>
                      </dgm:constrLst>
                      <dgm:ruleLst/>
                    </dgm:layoutNode>
                  </dgm:if>
                  <dgm:else name="Name61">
                    <dgm:choose name="Name62">
                      <dgm:if name="Name63" func="var" arg="dir" op="equ" val="norm">
                        <dgm:layoutNode name="Name64">
                          <dgm:alg type="conn">
                            <dgm:param type="connRout" val="bend"/>
                            <dgm:param type="dim" val="1D"/>
                            <dgm:param type="endSty" val="noArr"/>
                            <dgm:param type="begPts" val="midR"/>
                            <dgm:param type="endPts" val="midL"/>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else name="Name65">
                        <dgm:layoutNode name="Name66">
                          <dgm:alg type="conn">
                            <dgm:param type="connRout" val="bend"/>
                            <dgm:param type="dim" val="1D"/>
                            <dgm:param type="endSty" val="noArr"/>
                            <dgm:param type="begPts" val="midL"/>
                            <dgm:param type="endPts" val="midR"/>
                            <dgm:param type="bendPt" val="end"/>
                          </dgm:alg>
                          <dgm:shape xmlns:r="http://schemas.openxmlformats.org/officeDocument/2006/relationships" type="conn" r:blip="" zOrderOff="-99999">
                            <dgm:adjLst/>
                          </dgm:shape>
                          <dgm:presOf axis="self"/>
                          <dgm:constrLst>
                            <dgm:constr type="begPad"/>
                            <dgm:constr type="endPad"/>
                          </dgm:constrLst>
                          <dgm:ruleLst/>
                        </dgm:layoutNode>
                      </dgm:else>
                    </dgm:choose>
                  </dgm:else>
                </dgm:choose>
              </dgm:forEach>
              <dgm:layoutNode name="hierRoot2">
                <dgm:varLst>
                  <dgm:hierBranch val="init"/>
                </dgm:varLst>
                <dgm:choose name="Name67">
                  <dgm:if name="Name68" func="var" arg="hierBranch" op="equ" val="l">
                    <dgm:choose name="Name69">
                      <dgm:if name="Name70" func="var" arg="dir" op="equ" val="norm">
                        <dgm:alg type="hierRoot">
                          <dgm:param type="hierAlign" val="lT"/>
                        </dgm:alg>
                        <dgm:constrLst>
                          <dgm:constr type="alignOff" val="0.75"/>
                        </dgm:constrLst>
                      </dgm:if>
                      <dgm:else name="Name71">
                        <dgm:alg type="hierRoot">
                          <dgm:param type="hierAlign" val="rT"/>
                        </dgm:alg>
                        <dgm:constrLst>
                          <dgm:constr type="alignOff" val="0.75"/>
                        </dgm:constrLst>
                      </dgm:else>
                    </dgm:choose>
                  </dgm:if>
                  <dgm:if name="Name72" func="var" arg="hierBranch" op="equ" val="r">
                    <dgm:choose name="Name73">
                      <dgm:if name="Name74" func="var" arg="dir" op="equ" val="norm">
                        <dgm:alg type="hierRoot">
                          <dgm:param type="hierAlign" val="lB"/>
                        </dgm:alg>
                        <dgm:constrLst>
                          <dgm:constr type="alignOff" val="0.75"/>
                        </dgm:constrLst>
                      </dgm:if>
                      <dgm:else name="Name75">
                        <dgm:alg type="hierRoot">
                          <dgm:param type="hierAlign" val="rB"/>
                        </dgm:alg>
                        <dgm:constrLst>
                          <dgm:constr type="alignOff" val="0.75"/>
                        </dgm:constrLst>
                      </dgm:else>
                    </dgm:choose>
                  </dgm:if>
                  <dgm:if name="Name76" func="var" arg="hierBranch" op="equ" val="hang">
                    <dgm:choose name="Name77">
                      <dgm:if name="Name78" func="var" arg="dir" op="equ" val="norm">
                        <dgm:alg type="hierRoot">
                          <dgm:param type="hierAlign" val="lCtrCh"/>
                        </dgm:alg>
                        <dgm:constrLst>
                          <dgm:constr type="alignOff" val="0.65"/>
                        </dgm:constrLst>
                      </dgm:if>
                      <dgm:else name="Name79">
                        <dgm:alg type="hierRoot">
                          <dgm:param type="hierAlign" val="rCtrCh"/>
                        </dgm:alg>
                        <dgm:constrLst>
                          <dgm:constr type="alignOff" val="0.65"/>
                        </dgm:constrLst>
                      </dgm:else>
                    </dgm:choose>
                  </dgm:if>
                  <dgm:else name="Name80">
                    <dgm:choose name="Name81">
                      <dgm:if name="Name82" func="var" arg="dir" op="equ" val="norm">
                        <dgm:alg type="hierRoot">
                          <dgm:param type="hierAlign" val="lCtrCh"/>
                        </dgm:alg>
                        <dgm:constrLst>
                          <dgm:constr type="alignOff"/>
                          <dgm:constr type="bendDist" for="des" ptType="parTrans" refType="sp" fact="0.5"/>
                        </dgm:constrLst>
                      </dgm:if>
                      <dgm:else name="Name83">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
                  <dgm:alg type="composite"/>
                  <dgm:shape xmlns:r="http://schemas.openxmlformats.org/officeDocument/2006/relationships" r:blip="">
                    <dgm:adjLst/>
                  </dgm:shape>
                  <dgm:presOf axis="self" ptType="node" cnt="1"/>
                  <dgm:choose name="Name84">
                    <dgm:if name="Name85"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6"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7"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8">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9">
                    <dgm:if name="Name90" func="var" arg="hierBranch" op="equ" val="l">
                      <dgm:choose name="Name91">
                        <dgm:if name="Name92" func="var" arg="dir" op="equ" val="norm">
                          <dgm:alg type="hierChild">
                            <dgm:param type="chAlign" val="t"/>
                            <dgm:param type="linDir" val="fromL"/>
                          </dgm:alg>
                        </dgm:if>
                        <dgm:else name="Name93">
                          <dgm:alg type="hierChild">
                            <dgm:param type="chAlign" val="t"/>
                            <dgm:param type="linDir" val="fromR"/>
                          </dgm:alg>
                        </dgm:else>
                      </dgm:choose>
                    </dgm:if>
                    <dgm:if name="Name94" func="var" arg="hierBranch" op="equ" val="r">
                      <dgm:choose name="Name95">
                        <dgm:if name="Name96" func="var" arg="dir" op="equ" val="norm">
                          <dgm:alg type="hierChild">
                            <dgm:param type="chAlign" val="b"/>
                            <dgm:param type="linDir" val="fromL"/>
                          </dgm:alg>
                        </dgm:if>
                        <dgm:else name="Name97">
                          <dgm:alg type="hierChild">
                            <dgm:param type="chAlign" val="b"/>
                            <dgm:param type="linDir" val="fromR"/>
                          </dgm:alg>
                        </dgm:else>
                      </dgm:choose>
                    </dgm:if>
                    <dgm:if name="Name98" func="var" arg="hierBranch" op="equ" val="hang">
                      <dgm:choose name="Name99">
                        <dgm:if name="Name100" func="var" arg="dir" op="equ" val="norm">
                          <dgm:alg type="hierChild">
                            <dgm:param type="chAlign" val="l"/>
                            <dgm:param type="linDir" val="fromT"/>
                            <dgm:param type="secChAlign" val="t"/>
                            <dgm:param type="secLinDir" val="fromL"/>
                          </dgm:alg>
                        </dgm:if>
                        <dgm:else name="Name101">
                          <dgm:alg type="hierChild">
                            <dgm:param type="chAlign" val="r"/>
                            <dgm:param type="linDir" val="fromT"/>
                            <dgm:param type="secChAlign" val="t"/>
                            <dgm:param type="secLinDir" val="fromR"/>
                          </dgm:alg>
                        </dgm:else>
                      </dgm:choose>
                    </dgm:if>
                    <dgm:else name="Name102">
                      <dgm:choose name="Name103">
                        <dgm:if name="Name104" func="var" arg="dir" op="equ" val="norm">
                          <dgm:alg type="hierChild">
                            <dgm:param type="linDir" val="fromT"/>
                            <dgm:param type="chAlign" val="l"/>
                          </dgm:alg>
                        </dgm:if>
                        <dgm:else name="Name105">
                          <dgm:alg type="hierChild">
                            <dgm:param type="linDir" val="fromT"/>
                            <dgm:param type="chAlign" val="r"/>
                          </dgm:alg>
                        </dgm:else>
                      </dgm:choose>
                    </dgm:else>
                  </dgm:choose>
                  <dgm:shape xmlns:r="http://schemas.openxmlformats.org/officeDocument/2006/relationships" r:blip="">
                    <dgm:adjLst/>
                  </dgm:shape>
                  <dgm:presOf/>
                  <dgm:constrLst/>
                  <dgm:ruleLst/>
                  <dgm:forEach name="Name106" ref="rep2a"/>
                </dgm:layoutNode>
                <dgm:layoutNode name="hierChild5">
                  <dgm:choose name="Name107">
                    <dgm:if name="Name108" func="var" arg="dir" op="equ" val="norm">
                      <dgm:alg type="hierChild">
                        <dgm:param type="chAlign" val="l"/>
                        <dgm:param type="linDir" val="fromT"/>
                        <dgm:param type="secChAlign" val="t"/>
                        <dgm:param type="secLinDir" val="fromL"/>
                      </dgm:alg>
                    </dgm:if>
                    <dgm:else name="Name109">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Name110" ref="rep2b"/>
                </dgm:layoutNode>
              </dgm:layoutNode>
            </dgm:forEach>
          </dgm:layoutNode>
          <dgm:layoutNode name="hierChild3">
            <dgm:choose name="Name111">
              <dgm:if name="Name112" func="var" arg="dir" op="equ" val="norm">
                <dgm:alg type="hierChild">
                  <dgm:param type="chAlign" val="l"/>
                  <dgm:param type="linDir" val="fromT"/>
                  <dgm:param type="secChAlign" val="t"/>
                  <dgm:param type="secLinDir" val="fromL"/>
                </dgm:alg>
              </dgm:if>
              <dgm:else name="Name113">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rep2b" axis="ch" ptType="asst">
              <dgm:forEach name="Name114" axis="precedSib" ptType="parTrans" st="-1" cnt="1">
                <dgm:layoutNode name="Name115">
                  <dgm:choose name="Name116">
                    <dgm:if name="Name117" func="var" arg="dir" op="equ" val="norm">
                      <dgm:alg type="conn">
                        <dgm:param type="connRout" val="bend"/>
                        <dgm:param type="dim" val="1D"/>
                        <dgm:param type="endSty" val="noArr"/>
                        <dgm:param type="begPts" val="midR"/>
                        <dgm:param type="endPts" val="bCtr tCtr"/>
                      </dgm:alg>
                    </dgm:if>
                    <dgm:else name="Name118">
                      <dgm:alg type="conn">
                        <dgm:param type="connRout" val="bend"/>
                        <dgm:param type="dim" val="1D"/>
                        <dgm:param type="endSty" val="noArr"/>
                        <dgm:param type="begPts" val="midL"/>
                        <dgm:param type="endPts" val="bCtr tCtr"/>
                      </dgm:alg>
                    </dgm:else>
                  </dgm:choose>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9">
                  <dgm:if name="Name120" func="var" arg="hierBranch" op="equ" val="l">
                    <dgm:choose name="Name121">
                      <dgm:if name="Name122" func="var" arg="dir" op="equ" val="norm">
                        <dgm:alg type="hierRoot">
                          <dgm:param type="hierAlign" val="lT"/>
                        </dgm:alg>
                        <dgm:constrLst>
                          <dgm:constr type="alignOff" val="0.75"/>
                        </dgm:constrLst>
                      </dgm:if>
                      <dgm:else name="Name123">
                        <dgm:alg type="hierRoot">
                          <dgm:param type="hierAlign" val="rT"/>
                        </dgm:alg>
                        <dgm:constrLst>
                          <dgm:constr type="alignOff" val="0.75"/>
                        </dgm:constrLst>
                      </dgm:else>
                    </dgm:choose>
                  </dgm:if>
                  <dgm:if name="Name124" func="var" arg="hierBranch" op="equ" val="r">
                    <dgm:choose name="Name125">
                      <dgm:if name="Name126" func="var" arg="dir" op="equ" val="norm">
                        <dgm:alg type="hierRoot">
                          <dgm:param type="hierAlign" val="lB"/>
                        </dgm:alg>
                        <dgm:constrLst>
                          <dgm:constr type="alignOff" val="0.75"/>
                        </dgm:constrLst>
                      </dgm:if>
                      <dgm:else name="Name127">
                        <dgm:alg type="hierRoot">
                          <dgm:param type="hierAlign" val="rB"/>
                        </dgm:alg>
                        <dgm:constrLst>
                          <dgm:constr type="alignOff" val="0.75"/>
                        </dgm:constrLst>
                      </dgm:else>
                    </dgm:choose>
                  </dgm:if>
                  <dgm:if name="Name128" func="var" arg="hierBranch" op="equ" val="hang">
                    <dgm:choose name="Name129">
                      <dgm:if name="Name130" func="var" arg="dir" op="equ" val="norm">
                        <dgm:alg type="hierRoot">
                          <dgm:param type="hierAlign" val="lCtrCh"/>
                        </dgm:alg>
                        <dgm:constrLst>
                          <dgm:constr type="alignOff" val="0.65"/>
                        </dgm:constrLst>
                      </dgm:if>
                      <dgm:else name="Name131">
                        <dgm:alg type="hierRoot">
                          <dgm:param type="hierAlign" val="rCtrCh"/>
                        </dgm:alg>
                        <dgm:constrLst>
                          <dgm:constr type="alignOff" val="0.65"/>
                        </dgm:constrLst>
                      </dgm:else>
                    </dgm:choose>
                  </dgm:if>
                  <dgm:else name="Name132">
                    <dgm:choose name="Name133">
                      <dgm:if name="Name134" func="var" arg="dir" op="equ" val="norm">
                        <dgm:alg type="hierRoot">
                          <dgm:param type="hierAlign" val="lCtrCh"/>
                        </dgm:alg>
                        <dgm:constrLst>
                          <dgm:constr type="alignOff"/>
                          <dgm:constr type="bendDist" for="des" ptType="parTrans" refType="sp" fact="0.5"/>
                        </dgm:constrLst>
                      </dgm:if>
                      <dgm:else name="Name135">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3">
                  <dgm:alg type="composite"/>
                  <dgm:shape xmlns:r="http://schemas.openxmlformats.org/officeDocument/2006/relationships" r:blip="">
                    <dgm:adjLst/>
                  </dgm:shape>
                  <dgm:presOf axis="self" ptType="node" cnt="1"/>
                  <dgm:choose name="Name136">
                    <dgm:if name="Name137"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38"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39"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40">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41">
                    <dgm:if name="Name142" func="var" arg="hierBranch" op="equ" val="l">
                      <dgm:choose name="Name143">
                        <dgm:if name="Name144" func="var" arg="dir" op="equ" val="norm">
                          <dgm:alg type="hierChild">
                            <dgm:param type="chAlign" val="t"/>
                            <dgm:param type="linDir" val="fromL"/>
                          </dgm:alg>
                        </dgm:if>
                        <dgm:else name="Name145">
                          <dgm:alg type="hierChild">
                            <dgm:param type="chAlign" val="t"/>
                            <dgm:param type="linDir" val="fromR"/>
                          </dgm:alg>
                        </dgm:else>
                      </dgm:choose>
                    </dgm:if>
                    <dgm:if name="Name146" func="var" arg="hierBranch" op="equ" val="r">
                      <dgm:choose name="Name147">
                        <dgm:if name="Name148" func="var" arg="dir" op="equ" val="norm">
                          <dgm:alg type="hierChild">
                            <dgm:param type="chAlign" val="b"/>
                            <dgm:param type="linDir" val="fromL"/>
                          </dgm:alg>
                        </dgm:if>
                        <dgm:else name="Name149">
                          <dgm:alg type="hierChild">
                            <dgm:param type="chAlign" val="b"/>
                            <dgm:param type="linDir" val="fromR"/>
                          </dgm:alg>
                        </dgm:else>
                      </dgm:choose>
                    </dgm:if>
                    <dgm:if name="Name150" func="var" arg="hierBranch" op="equ" val="hang">
                      <dgm:choose name="Name151">
                        <dgm:if name="Name152" func="var" arg="dir" op="equ" val="norm">
                          <dgm:alg type="hierChild">
                            <dgm:param type="chAlign" val="l"/>
                            <dgm:param type="linDir" val="fromT"/>
                            <dgm:param type="secChAlign" val="t"/>
                            <dgm:param type="secLinDir" val="fromL"/>
                          </dgm:alg>
                        </dgm:if>
                        <dgm:else name="Name153">
                          <dgm:alg type="hierChild">
                            <dgm:param type="chAlign" val="r"/>
                            <dgm:param type="linDir" val="fromT"/>
                            <dgm:param type="secChAlign" val="t"/>
                            <dgm:param type="secLinDir" val="fromR"/>
                          </dgm:alg>
                        </dgm:else>
                      </dgm:choose>
                    </dgm:if>
                    <dgm:else name="Name154">
                      <dgm:choose name="Name155">
                        <dgm:if name="Name156" func="var" arg="dir" op="equ" val="norm">
                          <dgm:alg type="hierChild">
                            <dgm:param type="linDir" val="fromT"/>
                            <dgm:param type="chAlign" val="l"/>
                          </dgm:alg>
                        </dgm:if>
                        <dgm:else name="Name157">
                          <dgm:alg type="hierChild">
                            <dgm:param type="linDir" val="fromT"/>
                            <dgm:param type="chAlign" val="r"/>
                          </dgm:alg>
                        </dgm:else>
                      </dgm:choose>
                    </dgm:else>
                  </dgm:choose>
                  <dgm:shape xmlns:r="http://schemas.openxmlformats.org/officeDocument/2006/relationships" r:blip="">
                    <dgm:adjLst/>
                  </dgm:shape>
                  <dgm:presOf/>
                  <dgm:constrLst/>
                  <dgm:ruleLst/>
                  <dgm:forEach name="Name158" ref="rep2a"/>
                </dgm:layoutNode>
                <dgm:layoutNode name="hierChild7">
                  <dgm:choose name="Name159">
                    <dgm:if name="Name160" func="var" arg="dir" op="equ" val="norm">
                      <dgm:alg type="hierChild">
                        <dgm:param type="chAlign" val="l"/>
                        <dgm:param type="linDir" val="fromT"/>
                        <dgm:param type="secChAlign" val="t"/>
                        <dgm:param type="secLinDir" val="fromL"/>
                      </dgm:alg>
                    </dgm:if>
                    <dgm:else name="Name161">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Name162" ref="rep2b"/>
                </dgm:layoutNode>
              </dgm:layoutNode>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1" Type="http://schemas.openxmlformats.org/officeDocument/2006/relationships/image" Target="../media/image10.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0.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10.e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10.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46400" cy="498475"/>
          </a:xfrm>
          <a:prstGeom prst="rect">
            <a:avLst/>
          </a:prstGeom>
        </p:spPr>
        <p:txBody>
          <a:bodyPr vert="horz" lIns="91440" tIns="45720" rIns="91440" bIns="45720" rtlCol="0"/>
          <a:lstStyle>
            <a:lvl1pPr algn="l">
              <a:defRPr sz="1200"/>
            </a:lvl1pPr>
          </a:lstStyle>
          <a:p>
            <a:pPr>
              <a:defRPr/>
            </a:pPr>
            <a:endParaRPr lang="zh-CN" altLang="en-US"/>
          </a:p>
        </p:txBody>
      </p:sp>
      <p:sp>
        <p:nvSpPr>
          <p:cNvPr id="3" name="日期占位符 2"/>
          <p:cNvSpPr>
            <a:spLocks noGrp="1"/>
          </p:cNvSpPr>
          <p:nvPr>
            <p:ph type="dt" sz="quarter" idx="1"/>
          </p:nvPr>
        </p:nvSpPr>
        <p:spPr>
          <a:xfrm>
            <a:off x="3849688" y="0"/>
            <a:ext cx="2946400" cy="498475"/>
          </a:xfrm>
          <a:prstGeom prst="rect">
            <a:avLst/>
          </a:prstGeom>
        </p:spPr>
        <p:txBody>
          <a:bodyPr vert="horz" lIns="91440" tIns="45720" rIns="91440" bIns="45720" rtlCol="0"/>
          <a:lstStyle>
            <a:lvl1pPr algn="r">
              <a:defRPr sz="1200"/>
            </a:lvl1pPr>
          </a:lstStyle>
          <a:p>
            <a:pPr>
              <a:defRPr/>
            </a:pPr>
            <a:fld id="{A46C050B-EDE1-4E64-BFC8-BB6C51180921}" type="datetimeFigureOut">
              <a:rPr lang="zh-CN" altLang="en-US"/>
              <a:pPr>
                <a:defRPr/>
              </a:pPr>
              <a:t>2025/9/19</a:t>
            </a:fld>
            <a:endParaRPr lang="zh-CN" altLang="en-US"/>
          </a:p>
        </p:txBody>
      </p:sp>
      <p:sp>
        <p:nvSpPr>
          <p:cNvPr id="4" name="页脚占位符 3"/>
          <p:cNvSpPr>
            <a:spLocks noGrp="1"/>
          </p:cNvSpPr>
          <p:nvPr>
            <p:ph type="ftr" sz="quarter" idx="2"/>
          </p:nvPr>
        </p:nvSpPr>
        <p:spPr>
          <a:xfrm>
            <a:off x="0" y="9429750"/>
            <a:ext cx="2946400" cy="498475"/>
          </a:xfrm>
          <a:prstGeom prst="rect">
            <a:avLst/>
          </a:prstGeom>
        </p:spPr>
        <p:txBody>
          <a:bodyPr vert="horz" lIns="91440" tIns="45720" rIns="91440" bIns="45720" rtlCol="0" anchor="b"/>
          <a:lstStyle>
            <a:lvl1pPr algn="l">
              <a:defRPr sz="1200"/>
            </a:lvl1pPr>
          </a:lstStyle>
          <a:p>
            <a:pPr>
              <a:defRPr/>
            </a:pPr>
            <a:endParaRPr lang="zh-CN" altLang="en-US"/>
          </a:p>
        </p:txBody>
      </p:sp>
      <p:sp>
        <p:nvSpPr>
          <p:cNvPr id="5" name="灯片编号占位符 4"/>
          <p:cNvSpPr>
            <a:spLocks noGrp="1"/>
          </p:cNvSpPr>
          <p:nvPr>
            <p:ph type="sldNum" sz="quarter" idx="3"/>
          </p:nvPr>
        </p:nvSpPr>
        <p:spPr>
          <a:xfrm>
            <a:off x="3849688" y="9429750"/>
            <a:ext cx="2946400" cy="498475"/>
          </a:xfrm>
          <a:prstGeom prst="rect">
            <a:avLst/>
          </a:prstGeom>
        </p:spPr>
        <p:txBody>
          <a:bodyPr vert="horz" lIns="91440" tIns="45720" rIns="91440" bIns="45720" rtlCol="0" anchor="b"/>
          <a:lstStyle>
            <a:lvl1pPr algn="r">
              <a:defRPr sz="1200"/>
            </a:lvl1pPr>
          </a:lstStyle>
          <a:p>
            <a:pPr>
              <a:defRPr/>
            </a:pPr>
            <a:fld id="{A7BD07B2-4669-4520-A96E-E20D5AA829F3}" type="slidenum">
              <a:rPr lang="zh-CN" altLang="en-US"/>
              <a:pPr>
                <a:defRPr/>
              </a:pPr>
              <a:t>‹#›</a:t>
            </a:fld>
            <a:endParaRPr lang="zh-CN" altLang="en-US"/>
          </a:p>
        </p:txBody>
      </p:sp>
    </p:spTree>
    <p:extLst>
      <p:ext uri="{BB962C8B-B14F-4D97-AF65-F5344CB8AC3E}">
        <p14:creationId xmlns:p14="http://schemas.microsoft.com/office/powerpoint/2010/main" val="2233088977"/>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46400" cy="498475"/>
          </a:xfrm>
          <a:prstGeom prst="rect">
            <a:avLst/>
          </a:prstGeom>
        </p:spPr>
        <p:txBody>
          <a:bodyPr vert="horz" lIns="91440" tIns="45720" rIns="91440" bIns="45720" rtlCol="0"/>
          <a:lstStyle>
            <a:lvl1pPr algn="l">
              <a:defRPr sz="1200"/>
            </a:lvl1pPr>
          </a:lstStyle>
          <a:p>
            <a:pPr>
              <a:defRPr/>
            </a:pPr>
            <a:endParaRPr lang="zh-CN" altLang="en-US"/>
          </a:p>
        </p:txBody>
      </p:sp>
      <p:sp>
        <p:nvSpPr>
          <p:cNvPr id="3" name="日期占位符 2"/>
          <p:cNvSpPr>
            <a:spLocks noGrp="1"/>
          </p:cNvSpPr>
          <p:nvPr>
            <p:ph type="dt" idx="1"/>
          </p:nvPr>
        </p:nvSpPr>
        <p:spPr>
          <a:xfrm>
            <a:off x="3849688" y="0"/>
            <a:ext cx="2946400" cy="498475"/>
          </a:xfrm>
          <a:prstGeom prst="rect">
            <a:avLst/>
          </a:prstGeom>
        </p:spPr>
        <p:txBody>
          <a:bodyPr vert="horz" lIns="91440" tIns="45720" rIns="91440" bIns="45720" rtlCol="0"/>
          <a:lstStyle>
            <a:lvl1pPr algn="r">
              <a:defRPr sz="1200"/>
            </a:lvl1pPr>
          </a:lstStyle>
          <a:p>
            <a:pPr>
              <a:defRPr/>
            </a:pPr>
            <a:fld id="{C5E0B26B-5408-4645-A28B-9030BE5E4237}" type="datetimeFigureOut">
              <a:rPr lang="zh-CN" altLang="en-US"/>
              <a:pPr>
                <a:defRPr/>
              </a:pPr>
              <a:t>2025/9/19</a:t>
            </a:fld>
            <a:endParaRPr lang="zh-CN" altLang="en-US"/>
          </a:p>
        </p:txBody>
      </p:sp>
      <p:sp>
        <p:nvSpPr>
          <p:cNvPr id="4" name="幻灯片图像占位符 3"/>
          <p:cNvSpPr>
            <a:spLocks noGrp="1" noRot="1" noChangeAspect="1"/>
          </p:cNvSpPr>
          <p:nvPr>
            <p:ph type="sldImg" idx="2"/>
          </p:nvPr>
        </p:nvSpPr>
        <p:spPr>
          <a:xfrm>
            <a:off x="422275" y="1241425"/>
            <a:ext cx="5953125" cy="3349625"/>
          </a:xfrm>
          <a:prstGeom prst="rect">
            <a:avLst/>
          </a:prstGeom>
          <a:noFill/>
          <a:ln w="12700">
            <a:solidFill>
              <a:prstClr val="black"/>
            </a:solidFill>
          </a:ln>
        </p:spPr>
        <p:txBody>
          <a:bodyPr vert="horz" lIns="91440" tIns="45720" rIns="91440" bIns="45720" rtlCol="0" anchor="ctr"/>
          <a:lstStyle/>
          <a:p>
            <a:pPr lvl="0"/>
            <a:endParaRPr lang="zh-CN" altLang="en-US" noProof="0"/>
          </a:p>
        </p:txBody>
      </p:sp>
      <p:sp>
        <p:nvSpPr>
          <p:cNvPr id="5" name="备注占位符 4"/>
          <p:cNvSpPr>
            <a:spLocks noGrp="1"/>
          </p:cNvSpPr>
          <p:nvPr>
            <p:ph type="body" sz="quarter" idx="3"/>
          </p:nvPr>
        </p:nvSpPr>
        <p:spPr>
          <a:xfrm>
            <a:off x="679450" y="4778375"/>
            <a:ext cx="5438775" cy="3908425"/>
          </a:xfrm>
          <a:prstGeom prst="rect">
            <a:avLst/>
          </a:prstGeom>
        </p:spPr>
        <p:txBody>
          <a:bodyPr vert="horz" lIns="91440" tIns="45720" rIns="91440" bIns="45720" rtlCol="0"/>
          <a:lstStyle/>
          <a:p>
            <a:pPr lvl="0"/>
            <a:r>
              <a:rPr lang="zh-CN" altLang="en-US" noProof="0"/>
              <a:t>单击此处编辑母版文本样式</a:t>
            </a:r>
          </a:p>
          <a:p>
            <a:pPr lvl="1"/>
            <a:r>
              <a:rPr lang="zh-CN" altLang="en-US" noProof="0"/>
              <a:t>第二级</a:t>
            </a:r>
          </a:p>
          <a:p>
            <a:pPr lvl="2"/>
            <a:r>
              <a:rPr lang="zh-CN" altLang="en-US" noProof="0"/>
              <a:t>第三级</a:t>
            </a:r>
          </a:p>
          <a:p>
            <a:pPr lvl="3"/>
            <a:r>
              <a:rPr lang="zh-CN" altLang="en-US" noProof="0"/>
              <a:t>第四级</a:t>
            </a:r>
          </a:p>
          <a:p>
            <a:pPr lvl="4"/>
            <a:r>
              <a:rPr lang="zh-CN" altLang="en-US" noProof="0"/>
              <a:t>第五级</a:t>
            </a:r>
          </a:p>
        </p:txBody>
      </p:sp>
      <p:sp>
        <p:nvSpPr>
          <p:cNvPr id="6" name="页脚占位符 5"/>
          <p:cNvSpPr>
            <a:spLocks noGrp="1"/>
          </p:cNvSpPr>
          <p:nvPr>
            <p:ph type="ftr" sz="quarter" idx="4"/>
          </p:nvPr>
        </p:nvSpPr>
        <p:spPr>
          <a:xfrm>
            <a:off x="0" y="9429750"/>
            <a:ext cx="2946400" cy="498475"/>
          </a:xfrm>
          <a:prstGeom prst="rect">
            <a:avLst/>
          </a:prstGeom>
        </p:spPr>
        <p:txBody>
          <a:bodyPr vert="horz" lIns="91440" tIns="45720" rIns="91440" bIns="45720" rtlCol="0" anchor="b"/>
          <a:lstStyle>
            <a:lvl1pPr algn="l">
              <a:defRPr sz="1200"/>
            </a:lvl1pPr>
          </a:lstStyle>
          <a:p>
            <a:pPr>
              <a:defRPr/>
            </a:pPr>
            <a:endParaRPr lang="zh-CN" altLang="en-US"/>
          </a:p>
        </p:txBody>
      </p:sp>
      <p:sp>
        <p:nvSpPr>
          <p:cNvPr id="7" name="灯片编号占位符 6"/>
          <p:cNvSpPr>
            <a:spLocks noGrp="1"/>
          </p:cNvSpPr>
          <p:nvPr>
            <p:ph type="sldNum" sz="quarter" idx="5"/>
          </p:nvPr>
        </p:nvSpPr>
        <p:spPr>
          <a:xfrm>
            <a:off x="3849688" y="9429750"/>
            <a:ext cx="2946400" cy="498475"/>
          </a:xfrm>
          <a:prstGeom prst="rect">
            <a:avLst/>
          </a:prstGeom>
        </p:spPr>
        <p:txBody>
          <a:bodyPr vert="horz" lIns="91440" tIns="45720" rIns="91440" bIns="45720" rtlCol="0" anchor="b"/>
          <a:lstStyle>
            <a:lvl1pPr algn="r">
              <a:defRPr sz="1200"/>
            </a:lvl1pPr>
          </a:lstStyle>
          <a:p>
            <a:pPr>
              <a:defRPr/>
            </a:pPr>
            <a:fld id="{4ACC0ED1-A15A-4A3F-8477-BD4711CED9F9}" type="slidenum">
              <a:rPr lang="zh-CN" altLang="en-US"/>
              <a:pPr>
                <a:defRPr/>
              </a:pPr>
              <a:t>‹#›</a:t>
            </a:fld>
            <a:endParaRPr lang="zh-CN" altLang="en-US"/>
          </a:p>
        </p:txBody>
      </p:sp>
    </p:spTree>
    <p:extLst>
      <p:ext uri="{BB962C8B-B14F-4D97-AF65-F5344CB8AC3E}">
        <p14:creationId xmlns:p14="http://schemas.microsoft.com/office/powerpoint/2010/main" val="4007123880"/>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mn-ea"/>
        <a:cs typeface="+mn-cs"/>
      </a:defRPr>
    </a:lvl1pPr>
    <a:lvl2pPr marL="457200" algn="l" rtl="0" eaLnBrk="0" fontAlgn="base" hangingPunct="0">
      <a:spcBef>
        <a:spcPct val="30000"/>
      </a:spcBef>
      <a:spcAft>
        <a:spcPct val="0"/>
      </a:spcAft>
      <a:defRPr sz="1200" kern="1200">
        <a:solidFill>
          <a:schemeClr val="tx1"/>
        </a:solidFill>
        <a:latin typeface="+mn-lt"/>
        <a:ea typeface="+mn-ea"/>
        <a:cs typeface="+mn-cs"/>
      </a:defRPr>
    </a:lvl2pPr>
    <a:lvl3pPr marL="914400" algn="l" rtl="0" eaLnBrk="0" fontAlgn="base" hangingPunct="0">
      <a:spcBef>
        <a:spcPct val="30000"/>
      </a:spcBef>
      <a:spcAft>
        <a:spcPct val="0"/>
      </a:spcAft>
      <a:defRPr sz="1200" kern="1200">
        <a:solidFill>
          <a:schemeClr val="tx1"/>
        </a:solidFill>
        <a:latin typeface="+mn-lt"/>
        <a:ea typeface="+mn-ea"/>
        <a:cs typeface="+mn-cs"/>
      </a:defRPr>
    </a:lvl3pPr>
    <a:lvl4pPr marL="1371600" algn="l" rtl="0" eaLnBrk="0" fontAlgn="base" hangingPunct="0">
      <a:spcBef>
        <a:spcPct val="30000"/>
      </a:spcBef>
      <a:spcAft>
        <a:spcPct val="0"/>
      </a:spcAft>
      <a:defRPr sz="1200" kern="1200">
        <a:solidFill>
          <a:schemeClr val="tx1"/>
        </a:solidFill>
        <a:latin typeface="+mn-lt"/>
        <a:ea typeface="+mn-ea"/>
        <a:cs typeface="+mn-cs"/>
      </a:defRPr>
    </a:lvl4pPr>
    <a:lvl5pPr marL="1828800" algn="l" rtl="0" eaLnBrk="0" fontAlgn="base" hangingPunct="0">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3" name="Rectangle 7">
            <a:extLst>
              <a:ext uri="{FF2B5EF4-FFF2-40B4-BE49-F238E27FC236}">
                <a16:creationId xmlns:a16="http://schemas.microsoft.com/office/drawing/2014/main" id="{E13BFB71-A136-494C-89E4-9E3784FFFD0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C511E94-F618-284F-874F-96C7E2267981}" type="slidenum">
              <a:rPr lang="en-US" altLang="zh-CN" sz="1200">
                <a:latin typeface="Arial" panose="020B0604020202020204" pitchFamily="34" charset="0"/>
              </a:rPr>
              <a:pPr/>
              <a:t>1</a:t>
            </a:fld>
            <a:endParaRPr lang="en-US" altLang="zh-CN" sz="1200">
              <a:latin typeface="Arial" panose="020B0604020202020204" pitchFamily="34" charset="0"/>
            </a:endParaRPr>
          </a:p>
        </p:txBody>
      </p:sp>
      <p:sp>
        <p:nvSpPr>
          <p:cNvPr id="18434" name="Rectangle 2">
            <a:extLst>
              <a:ext uri="{FF2B5EF4-FFF2-40B4-BE49-F238E27FC236}">
                <a16:creationId xmlns:a16="http://schemas.microsoft.com/office/drawing/2014/main" id="{843343ED-FC86-B64A-ABDB-1FB945A4BA29}"/>
              </a:ext>
            </a:extLst>
          </p:cNvPr>
          <p:cNvSpPr>
            <a:spLocks noGrp="1" noRot="1" noChangeAspect="1" noChangeArrowheads="1" noTextEdit="1"/>
          </p:cNvSpPr>
          <p:nvPr>
            <p:ph type="sldImg"/>
          </p:nvPr>
        </p:nvSpPr>
        <p:spPr>
          <a:ln/>
        </p:spPr>
      </p:sp>
      <p:sp>
        <p:nvSpPr>
          <p:cNvPr id="18435" name="Rectangle 3">
            <a:extLst>
              <a:ext uri="{FF2B5EF4-FFF2-40B4-BE49-F238E27FC236}">
                <a16:creationId xmlns:a16="http://schemas.microsoft.com/office/drawing/2014/main" id="{DD28CA2C-BF7B-AF49-9132-7F64792FD6F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88008945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Rectangle 7">
            <a:extLst>
              <a:ext uri="{FF2B5EF4-FFF2-40B4-BE49-F238E27FC236}">
                <a16:creationId xmlns:a16="http://schemas.microsoft.com/office/drawing/2014/main" id="{4586596B-47B0-F24E-AB20-F64B6D212ED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485921F-5559-5D4E-8326-E874985D15B0}" type="slidenum">
              <a:rPr lang="en-US" altLang="zh-CN" sz="1200">
                <a:latin typeface="Arial" panose="020B0604020202020204" pitchFamily="34" charset="0"/>
              </a:rPr>
              <a:pPr/>
              <a:t>2</a:t>
            </a:fld>
            <a:endParaRPr lang="en-US" altLang="zh-CN" sz="1200">
              <a:latin typeface="Arial" panose="020B0604020202020204" pitchFamily="34" charset="0"/>
            </a:endParaRPr>
          </a:p>
        </p:txBody>
      </p:sp>
      <p:sp>
        <p:nvSpPr>
          <p:cNvPr id="20482" name="Rectangle 2">
            <a:extLst>
              <a:ext uri="{FF2B5EF4-FFF2-40B4-BE49-F238E27FC236}">
                <a16:creationId xmlns:a16="http://schemas.microsoft.com/office/drawing/2014/main" id="{B6DFC708-3354-9647-B116-8F6D1F0BA2E1}"/>
              </a:ext>
            </a:extLst>
          </p:cNvPr>
          <p:cNvSpPr>
            <a:spLocks noGrp="1" noRot="1" noChangeAspect="1" noChangeArrowheads="1" noTextEdit="1"/>
          </p:cNvSpPr>
          <p:nvPr>
            <p:ph type="sldImg"/>
          </p:nvPr>
        </p:nvSpPr>
        <p:spPr>
          <a:ln/>
        </p:spPr>
      </p:sp>
      <p:sp>
        <p:nvSpPr>
          <p:cNvPr id="20483" name="Rectangle 3">
            <a:extLst>
              <a:ext uri="{FF2B5EF4-FFF2-40B4-BE49-F238E27FC236}">
                <a16:creationId xmlns:a16="http://schemas.microsoft.com/office/drawing/2014/main" id="{A3849DEF-9DFF-F543-849C-82B0E65E683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53670274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9" name="Rectangle 7">
            <a:extLst>
              <a:ext uri="{FF2B5EF4-FFF2-40B4-BE49-F238E27FC236}">
                <a16:creationId xmlns:a16="http://schemas.microsoft.com/office/drawing/2014/main" id="{C22E23AD-78BE-0047-8F80-2FDEAF0E61D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65F655C1-D435-7141-8221-97A7AEB9AB3D}" type="slidenum">
              <a:rPr lang="en-US" altLang="zh-CN" sz="1200">
                <a:latin typeface="Arial" panose="020B0604020202020204" pitchFamily="34" charset="0"/>
              </a:rPr>
              <a:pPr/>
              <a:t>3</a:t>
            </a:fld>
            <a:endParaRPr lang="en-US" altLang="zh-CN" sz="1200">
              <a:latin typeface="Arial" panose="020B0604020202020204" pitchFamily="34" charset="0"/>
            </a:endParaRPr>
          </a:p>
        </p:txBody>
      </p:sp>
      <p:sp>
        <p:nvSpPr>
          <p:cNvPr id="22530" name="Rectangle 2">
            <a:extLst>
              <a:ext uri="{FF2B5EF4-FFF2-40B4-BE49-F238E27FC236}">
                <a16:creationId xmlns:a16="http://schemas.microsoft.com/office/drawing/2014/main" id="{0552D5C2-99AB-D148-AECC-502AC2F36C87}"/>
              </a:ext>
            </a:extLst>
          </p:cNvPr>
          <p:cNvSpPr>
            <a:spLocks noGrp="1" noRot="1" noChangeAspect="1" noChangeArrowheads="1" noTextEdit="1"/>
          </p:cNvSpPr>
          <p:nvPr>
            <p:ph type="sldImg"/>
          </p:nvPr>
        </p:nvSpPr>
        <p:spPr>
          <a:ln/>
        </p:spPr>
      </p:sp>
      <p:sp>
        <p:nvSpPr>
          <p:cNvPr id="22531" name="Rectangle 3">
            <a:extLst>
              <a:ext uri="{FF2B5EF4-FFF2-40B4-BE49-F238E27FC236}">
                <a16:creationId xmlns:a16="http://schemas.microsoft.com/office/drawing/2014/main" id="{F3C11ADB-8D70-5A46-AB2F-A9BB8908B11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81382762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7" name="Rectangle 7">
            <a:extLst>
              <a:ext uri="{FF2B5EF4-FFF2-40B4-BE49-F238E27FC236}">
                <a16:creationId xmlns:a16="http://schemas.microsoft.com/office/drawing/2014/main" id="{FD3A96A3-A52C-5E43-B617-13869B8D30B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05B8B50-FEE9-C849-AE93-6BF177EF705E}" type="slidenum">
              <a:rPr lang="en-US" altLang="zh-CN" sz="1200">
                <a:latin typeface="Arial" panose="020B0604020202020204" pitchFamily="34" charset="0"/>
              </a:rPr>
              <a:pPr/>
              <a:t>4</a:t>
            </a:fld>
            <a:endParaRPr lang="en-US" altLang="zh-CN" sz="1200">
              <a:latin typeface="Arial" panose="020B0604020202020204" pitchFamily="34" charset="0"/>
            </a:endParaRPr>
          </a:p>
        </p:txBody>
      </p:sp>
      <p:sp>
        <p:nvSpPr>
          <p:cNvPr id="24578" name="Rectangle 2">
            <a:extLst>
              <a:ext uri="{FF2B5EF4-FFF2-40B4-BE49-F238E27FC236}">
                <a16:creationId xmlns:a16="http://schemas.microsoft.com/office/drawing/2014/main" id="{DBA765D1-4836-E743-A850-8246FC9B87A3}"/>
              </a:ext>
            </a:extLst>
          </p:cNvPr>
          <p:cNvSpPr>
            <a:spLocks noGrp="1" noRot="1" noChangeAspect="1" noChangeArrowheads="1" noTextEdit="1"/>
          </p:cNvSpPr>
          <p:nvPr>
            <p:ph type="sldImg"/>
          </p:nvPr>
        </p:nvSpPr>
        <p:spPr>
          <a:ln/>
        </p:spPr>
      </p:sp>
      <p:sp>
        <p:nvSpPr>
          <p:cNvPr id="24579" name="Rectangle 3">
            <a:extLst>
              <a:ext uri="{FF2B5EF4-FFF2-40B4-BE49-F238E27FC236}">
                <a16:creationId xmlns:a16="http://schemas.microsoft.com/office/drawing/2014/main" id="{7F492407-B5C0-0F4F-9D29-1DD64C2B279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69155216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5" name="Rectangle 7">
            <a:extLst>
              <a:ext uri="{FF2B5EF4-FFF2-40B4-BE49-F238E27FC236}">
                <a16:creationId xmlns:a16="http://schemas.microsoft.com/office/drawing/2014/main" id="{FFE5D6E6-DA4D-304E-BDB7-AF3E252A6E7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7980974-5D6F-BF46-9FF8-CF6911238AD3}" type="slidenum">
              <a:rPr lang="en-US" altLang="zh-CN" sz="1200">
                <a:latin typeface="Arial" panose="020B0604020202020204" pitchFamily="34" charset="0"/>
              </a:rPr>
              <a:pPr/>
              <a:t>5</a:t>
            </a:fld>
            <a:endParaRPr lang="en-US" altLang="zh-CN" sz="1200">
              <a:latin typeface="Arial" panose="020B0604020202020204" pitchFamily="34" charset="0"/>
            </a:endParaRPr>
          </a:p>
        </p:txBody>
      </p:sp>
      <p:sp>
        <p:nvSpPr>
          <p:cNvPr id="26626" name="Rectangle 2">
            <a:extLst>
              <a:ext uri="{FF2B5EF4-FFF2-40B4-BE49-F238E27FC236}">
                <a16:creationId xmlns:a16="http://schemas.microsoft.com/office/drawing/2014/main" id="{A76D086D-0D63-9D4C-9A63-2C3364F85794}"/>
              </a:ext>
            </a:extLst>
          </p:cNvPr>
          <p:cNvSpPr>
            <a:spLocks noGrp="1" noRot="1" noChangeAspect="1" noChangeArrowheads="1" noTextEdit="1"/>
          </p:cNvSpPr>
          <p:nvPr>
            <p:ph type="sldImg"/>
          </p:nvPr>
        </p:nvSpPr>
        <p:spPr>
          <a:ln/>
        </p:spPr>
      </p:sp>
      <p:sp>
        <p:nvSpPr>
          <p:cNvPr id="26627" name="Rectangle 3">
            <a:extLst>
              <a:ext uri="{FF2B5EF4-FFF2-40B4-BE49-F238E27FC236}">
                <a16:creationId xmlns:a16="http://schemas.microsoft.com/office/drawing/2014/main" id="{71C272B7-8EF0-7540-A892-602093429246}"/>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3705918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3" name="Rectangle 7">
            <a:extLst>
              <a:ext uri="{FF2B5EF4-FFF2-40B4-BE49-F238E27FC236}">
                <a16:creationId xmlns:a16="http://schemas.microsoft.com/office/drawing/2014/main" id="{452CE29E-2948-0B46-89BE-33C281F046C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BC7D785-93C0-A245-AACD-96E49D9E74DC}" type="slidenum">
              <a:rPr lang="en-US" altLang="zh-CN" sz="1200">
                <a:latin typeface="Arial" panose="020B0604020202020204" pitchFamily="34" charset="0"/>
              </a:rPr>
              <a:pPr/>
              <a:t>6</a:t>
            </a:fld>
            <a:endParaRPr lang="en-US" altLang="zh-CN" sz="1200">
              <a:latin typeface="Arial" panose="020B0604020202020204" pitchFamily="34" charset="0"/>
            </a:endParaRPr>
          </a:p>
        </p:txBody>
      </p:sp>
      <p:sp>
        <p:nvSpPr>
          <p:cNvPr id="28674" name="Rectangle 2">
            <a:extLst>
              <a:ext uri="{FF2B5EF4-FFF2-40B4-BE49-F238E27FC236}">
                <a16:creationId xmlns:a16="http://schemas.microsoft.com/office/drawing/2014/main" id="{0192F229-8EB8-D340-8532-C00A52D1262C}"/>
              </a:ext>
            </a:extLst>
          </p:cNvPr>
          <p:cNvSpPr>
            <a:spLocks noGrp="1" noRot="1" noChangeAspect="1" noChangeArrowheads="1" noTextEdit="1"/>
          </p:cNvSpPr>
          <p:nvPr>
            <p:ph type="sldImg"/>
          </p:nvPr>
        </p:nvSpPr>
        <p:spPr>
          <a:ln/>
        </p:spPr>
      </p:sp>
      <p:sp>
        <p:nvSpPr>
          <p:cNvPr id="28675" name="Rectangle 3">
            <a:extLst>
              <a:ext uri="{FF2B5EF4-FFF2-40B4-BE49-F238E27FC236}">
                <a16:creationId xmlns:a16="http://schemas.microsoft.com/office/drawing/2014/main" id="{AA9568B8-4A1D-5842-AD05-50FAE7FABB5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96056610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1" name="Rectangle 7">
            <a:extLst>
              <a:ext uri="{FF2B5EF4-FFF2-40B4-BE49-F238E27FC236}">
                <a16:creationId xmlns:a16="http://schemas.microsoft.com/office/drawing/2014/main" id="{0094F06D-0717-D140-A842-D7FD189953B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972B392-A68A-0147-90AA-2B5491837B78}" type="slidenum">
              <a:rPr lang="en-US" altLang="zh-CN" sz="1200">
                <a:latin typeface="Arial" panose="020B0604020202020204" pitchFamily="34" charset="0"/>
              </a:rPr>
              <a:pPr/>
              <a:t>7</a:t>
            </a:fld>
            <a:endParaRPr lang="en-US" altLang="zh-CN" sz="1200">
              <a:latin typeface="Arial" panose="020B0604020202020204" pitchFamily="34" charset="0"/>
            </a:endParaRPr>
          </a:p>
        </p:txBody>
      </p:sp>
      <p:sp>
        <p:nvSpPr>
          <p:cNvPr id="30722" name="Rectangle 2">
            <a:extLst>
              <a:ext uri="{FF2B5EF4-FFF2-40B4-BE49-F238E27FC236}">
                <a16:creationId xmlns:a16="http://schemas.microsoft.com/office/drawing/2014/main" id="{6F17783F-19EF-874E-AC60-87F8EFF68512}"/>
              </a:ext>
            </a:extLst>
          </p:cNvPr>
          <p:cNvSpPr>
            <a:spLocks noGrp="1" noRot="1" noChangeAspect="1" noChangeArrowheads="1" noTextEdit="1"/>
          </p:cNvSpPr>
          <p:nvPr>
            <p:ph type="sldImg"/>
          </p:nvPr>
        </p:nvSpPr>
        <p:spPr>
          <a:ln/>
        </p:spPr>
      </p:sp>
      <p:sp>
        <p:nvSpPr>
          <p:cNvPr id="30723" name="Rectangle 3">
            <a:extLst>
              <a:ext uri="{FF2B5EF4-FFF2-40B4-BE49-F238E27FC236}">
                <a16:creationId xmlns:a16="http://schemas.microsoft.com/office/drawing/2014/main" id="{D8667C74-BC2C-F04C-AF6B-CD5254CBB46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52771907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9" name="Rectangle 7">
            <a:extLst>
              <a:ext uri="{FF2B5EF4-FFF2-40B4-BE49-F238E27FC236}">
                <a16:creationId xmlns:a16="http://schemas.microsoft.com/office/drawing/2014/main" id="{0C516A62-FF32-D944-8506-DFC8AF7E90F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48B2700-4930-0749-8A17-291FD7DE089E}" type="slidenum">
              <a:rPr lang="en-US" altLang="zh-CN" sz="1200">
                <a:latin typeface="Arial" panose="020B0604020202020204" pitchFamily="34" charset="0"/>
              </a:rPr>
              <a:pPr/>
              <a:t>8</a:t>
            </a:fld>
            <a:endParaRPr lang="en-US" altLang="zh-CN" sz="1200">
              <a:latin typeface="Arial" panose="020B0604020202020204" pitchFamily="34" charset="0"/>
            </a:endParaRPr>
          </a:p>
        </p:txBody>
      </p:sp>
      <p:sp>
        <p:nvSpPr>
          <p:cNvPr id="32770" name="Rectangle 2">
            <a:extLst>
              <a:ext uri="{FF2B5EF4-FFF2-40B4-BE49-F238E27FC236}">
                <a16:creationId xmlns:a16="http://schemas.microsoft.com/office/drawing/2014/main" id="{4F56FC58-2782-A541-A9BE-F9423B8A3DA2}"/>
              </a:ext>
            </a:extLst>
          </p:cNvPr>
          <p:cNvSpPr>
            <a:spLocks noGrp="1" noRot="1" noChangeAspect="1" noChangeArrowheads="1" noTextEdit="1"/>
          </p:cNvSpPr>
          <p:nvPr>
            <p:ph type="sldImg"/>
          </p:nvPr>
        </p:nvSpPr>
        <p:spPr>
          <a:ln/>
        </p:spPr>
      </p:sp>
      <p:sp>
        <p:nvSpPr>
          <p:cNvPr id="32771" name="Rectangle 3">
            <a:extLst>
              <a:ext uri="{FF2B5EF4-FFF2-40B4-BE49-F238E27FC236}">
                <a16:creationId xmlns:a16="http://schemas.microsoft.com/office/drawing/2014/main" id="{D2B6C07E-D1DB-B240-9CA5-E7D78FB0B3F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72712259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7" name="Rectangle 7">
            <a:extLst>
              <a:ext uri="{FF2B5EF4-FFF2-40B4-BE49-F238E27FC236}">
                <a16:creationId xmlns:a16="http://schemas.microsoft.com/office/drawing/2014/main" id="{5FA19A45-0D57-234A-98D8-96479A3827C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06B7928-2CEE-DE47-A2B0-CEEF412BF8E2}" type="slidenum">
              <a:rPr lang="en-US" altLang="zh-CN" sz="1200">
                <a:latin typeface="Arial" panose="020B0604020202020204" pitchFamily="34" charset="0"/>
              </a:rPr>
              <a:pPr/>
              <a:t>9</a:t>
            </a:fld>
            <a:endParaRPr lang="en-US" altLang="zh-CN" sz="1200">
              <a:latin typeface="Arial" panose="020B0604020202020204" pitchFamily="34" charset="0"/>
            </a:endParaRPr>
          </a:p>
        </p:txBody>
      </p:sp>
      <p:sp>
        <p:nvSpPr>
          <p:cNvPr id="34818" name="Rectangle 2">
            <a:extLst>
              <a:ext uri="{FF2B5EF4-FFF2-40B4-BE49-F238E27FC236}">
                <a16:creationId xmlns:a16="http://schemas.microsoft.com/office/drawing/2014/main" id="{B7A1D672-861B-B24C-8E2A-B5F18086F1C6}"/>
              </a:ext>
            </a:extLst>
          </p:cNvPr>
          <p:cNvSpPr>
            <a:spLocks noGrp="1" noRot="1" noChangeAspect="1" noChangeArrowheads="1" noTextEdit="1"/>
          </p:cNvSpPr>
          <p:nvPr>
            <p:ph type="sldImg"/>
          </p:nvPr>
        </p:nvSpPr>
        <p:spPr>
          <a:ln/>
        </p:spPr>
      </p:sp>
      <p:sp>
        <p:nvSpPr>
          <p:cNvPr id="34819" name="Rectangle 3">
            <a:extLst>
              <a:ext uri="{FF2B5EF4-FFF2-40B4-BE49-F238E27FC236}">
                <a16:creationId xmlns:a16="http://schemas.microsoft.com/office/drawing/2014/main" id="{155C6D4E-C53E-094D-B649-11204EEF6B0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58114737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Rectangle 7">
            <a:extLst>
              <a:ext uri="{FF2B5EF4-FFF2-40B4-BE49-F238E27FC236}">
                <a16:creationId xmlns:a16="http://schemas.microsoft.com/office/drawing/2014/main" id="{7FF08220-2F3F-B849-9689-CB67190B83B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1D512DE-DABC-BB46-A92C-35C2B01E845F}" type="slidenum">
              <a:rPr lang="en-US" altLang="zh-CN" sz="1200">
                <a:latin typeface="Arial" panose="020B0604020202020204" pitchFamily="34" charset="0"/>
              </a:rPr>
              <a:pPr/>
              <a:t>10</a:t>
            </a:fld>
            <a:endParaRPr lang="en-US" altLang="zh-CN" sz="1200">
              <a:latin typeface="Arial" panose="020B0604020202020204" pitchFamily="34" charset="0"/>
            </a:endParaRPr>
          </a:p>
        </p:txBody>
      </p:sp>
      <p:sp>
        <p:nvSpPr>
          <p:cNvPr id="36866" name="Rectangle 2">
            <a:extLst>
              <a:ext uri="{FF2B5EF4-FFF2-40B4-BE49-F238E27FC236}">
                <a16:creationId xmlns:a16="http://schemas.microsoft.com/office/drawing/2014/main" id="{ED0C426F-DF84-1A4B-A422-85B78B2DD351}"/>
              </a:ext>
            </a:extLst>
          </p:cNvPr>
          <p:cNvSpPr>
            <a:spLocks noGrp="1" noRot="1" noChangeAspect="1" noChangeArrowheads="1" noTextEdit="1"/>
          </p:cNvSpPr>
          <p:nvPr>
            <p:ph type="sldImg"/>
          </p:nvPr>
        </p:nvSpPr>
        <p:spPr>
          <a:ln/>
        </p:spPr>
      </p:sp>
      <p:sp>
        <p:nvSpPr>
          <p:cNvPr id="36867" name="Rectangle 3">
            <a:extLst>
              <a:ext uri="{FF2B5EF4-FFF2-40B4-BE49-F238E27FC236}">
                <a16:creationId xmlns:a16="http://schemas.microsoft.com/office/drawing/2014/main" id="{24823C4C-533F-A34D-99ED-696672B6D7E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16538285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3" name="Rectangle 7">
            <a:extLst>
              <a:ext uri="{FF2B5EF4-FFF2-40B4-BE49-F238E27FC236}">
                <a16:creationId xmlns:a16="http://schemas.microsoft.com/office/drawing/2014/main" id="{B2DFD65B-3528-514A-A787-3A6296D3A55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49940AE-ACC7-0F4F-A84A-42010D6E73CE}" type="slidenum">
              <a:rPr lang="en-US" altLang="zh-CN" sz="1200">
                <a:latin typeface="Arial" panose="020B0604020202020204" pitchFamily="34" charset="0"/>
              </a:rPr>
              <a:pPr/>
              <a:t>11</a:t>
            </a:fld>
            <a:endParaRPr lang="en-US" altLang="zh-CN" sz="1200">
              <a:latin typeface="Arial" panose="020B0604020202020204" pitchFamily="34" charset="0"/>
            </a:endParaRPr>
          </a:p>
        </p:txBody>
      </p:sp>
      <p:sp>
        <p:nvSpPr>
          <p:cNvPr id="38914" name="Rectangle 2">
            <a:extLst>
              <a:ext uri="{FF2B5EF4-FFF2-40B4-BE49-F238E27FC236}">
                <a16:creationId xmlns:a16="http://schemas.microsoft.com/office/drawing/2014/main" id="{CCA5F0FA-0C0C-384A-8804-C6D07C8A1BA5}"/>
              </a:ext>
            </a:extLst>
          </p:cNvPr>
          <p:cNvSpPr>
            <a:spLocks noGrp="1" noRot="1" noChangeAspect="1" noChangeArrowheads="1" noTextEdit="1"/>
          </p:cNvSpPr>
          <p:nvPr>
            <p:ph type="sldImg"/>
          </p:nvPr>
        </p:nvSpPr>
        <p:spPr>
          <a:ln/>
        </p:spPr>
      </p:sp>
      <p:sp>
        <p:nvSpPr>
          <p:cNvPr id="38915" name="Rectangle 3">
            <a:extLst>
              <a:ext uri="{FF2B5EF4-FFF2-40B4-BE49-F238E27FC236}">
                <a16:creationId xmlns:a16="http://schemas.microsoft.com/office/drawing/2014/main" id="{8C71598E-FCE7-C64D-BF93-2C966F8A2876}"/>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16768896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1" name="Rectangle 7">
            <a:extLst>
              <a:ext uri="{FF2B5EF4-FFF2-40B4-BE49-F238E27FC236}">
                <a16:creationId xmlns:a16="http://schemas.microsoft.com/office/drawing/2014/main" id="{49C9CF04-DFF1-4347-8FD8-E3150F08EAB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A5BB8FE-0B71-E74F-99F2-12156569CAA3}" type="slidenum">
              <a:rPr lang="en-US" altLang="zh-CN" sz="1200">
                <a:latin typeface="Arial" panose="020B0604020202020204" pitchFamily="34" charset="0"/>
              </a:rPr>
              <a:pPr/>
              <a:t>12</a:t>
            </a:fld>
            <a:endParaRPr lang="en-US" altLang="zh-CN" sz="1200">
              <a:latin typeface="Arial" panose="020B0604020202020204" pitchFamily="34" charset="0"/>
            </a:endParaRPr>
          </a:p>
        </p:txBody>
      </p:sp>
      <p:sp>
        <p:nvSpPr>
          <p:cNvPr id="40962" name="Rectangle 2">
            <a:extLst>
              <a:ext uri="{FF2B5EF4-FFF2-40B4-BE49-F238E27FC236}">
                <a16:creationId xmlns:a16="http://schemas.microsoft.com/office/drawing/2014/main" id="{EB8BADFB-C79B-7A44-B537-326A321E974D}"/>
              </a:ext>
            </a:extLst>
          </p:cNvPr>
          <p:cNvSpPr>
            <a:spLocks noGrp="1" noRot="1" noChangeAspect="1" noChangeArrowheads="1" noTextEdit="1"/>
          </p:cNvSpPr>
          <p:nvPr>
            <p:ph type="sldImg"/>
          </p:nvPr>
        </p:nvSpPr>
        <p:spPr>
          <a:ln/>
        </p:spPr>
      </p:sp>
      <p:sp>
        <p:nvSpPr>
          <p:cNvPr id="40963" name="Rectangle 3">
            <a:extLst>
              <a:ext uri="{FF2B5EF4-FFF2-40B4-BE49-F238E27FC236}">
                <a16:creationId xmlns:a16="http://schemas.microsoft.com/office/drawing/2014/main" id="{03889068-71C1-5F49-A526-ED57453906F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54008280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9" name="Rectangle 7">
            <a:extLst>
              <a:ext uri="{FF2B5EF4-FFF2-40B4-BE49-F238E27FC236}">
                <a16:creationId xmlns:a16="http://schemas.microsoft.com/office/drawing/2014/main" id="{5CA72516-88E5-7942-B4F3-2AB17E45790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C3D4876-4D81-6741-94D5-68B39C72C712}" type="slidenum">
              <a:rPr lang="en-US" altLang="zh-CN" sz="1200">
                <a:latin typeface="Arial" panose="020B0604020202020204" pitchFamily="34" charset="0"/>
              </a:rPr>
              <a:pPr/>
              <a:t>13</a:t>
            </a:fld>
            <a:endParaRPr lang="en-US" altLang="zh-CN" sz="1200">
              <a:latin typeface="Arial" panose="020B0604020202020204" pitchFamily="34" charset="0"/>
            </a:endParaRPr>
          </a:p>
        </p:txBody>
      </p:sp>
      <p:sp>
        <p:nvSpPr>
          <p:cNvPr id="43010" name="Rectangle 2">
            <a:extLst>
              <a:ext uri="{FF2B5EF4-FFF2-40B4-BE49-F238E27FC236}">
                <a16:creationId xmlns:a16="http://schemas.microsoft.com/office/drawing/2014/main" id="{765F74A1-0F5D-CB4E-BC92-B9176417662F}"/>
              </a:ext>
            </a:extLst>
          </p:cNvPr>
          <p:cNvSpPr>
            <a:spLocks noGrp="1" noRot="1" noChangeAspect="1" noChangeArrowheads="1" noTextEdit="1"/>
          </p:cNvSpPr>
          <p:nvPr>
            <p:ph type="sldImg"/>
          </p:nvPr>
        </p:nvSpPr>
        <p:spPr>
          <a:ln/>
        </p:spPr>
      </p:sp>
      <p:sp>
        <p:nvSpPr>
          <p:cNvPr id="43011" name="Rectangle 3">
            <a:extLst>
              <a:ext uri="{FF2B5EF4-FFF2-40B4-BE49-F238E27FC236}">
                <a16:creationId xmlns:a16="http://schemas.microsoft.com/office/drawing/2014/main" id="{31003F4D-2E73-604A-A45F-4B1984415BD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62239947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7" name="Rectangle 7">
            <a:extLst>
              <a:ext uri="{FF2B5EF4-FFF2-40B4-BE49-F238E27FC236}">
                <a16:creationId xmlns:a16="http://schemas.microsoft.com/office/drawing/2014/main" id="{B12057E6-80AB-FE49-874A-97E327F08C4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2ED78E7-5C4C-CF42-BEDA-276C0F0E50AF}" type="slidenum">
              <a:rPr lang="en-US" altLang="zh-CN" sz="1200">
                <a:latin typeface="Arial" panose="020B0604020202020204" pitchFamily="34" charset="0"/>
              </a:rPr>
              <a:pPr/>
              <a:t>14</a:t>
            </a:fld>
            <a:endParaRPr lang="en-US" altLang="zh-CN" sz="1200">
              <a:latin typeface="Arial" panose="020B0604020202020204" pitchFamily="34" charset="0"/>
            </a:endParaRPr>
          </a:p>
        </p:txBody>
      </p:sp>
      <p:sp>
        <p:nvSpPr>
          <p:cNvPr id="45058" name="Rectangle 2">
            <a:extLst>
              <a:ext uri="{FF2B5EF4-FFF2-40B4-BE49-F238E27FC236}">
                <a16:creationId xmlns:a16="http://schemas.microsoft.com/office/drawing/2014/main" id="{579814DE-E14A-C74F-BA2D-1691872B660E}"/>
              </a:ext>
            </a:extLst>
          </p:cNvPr>
          <p:cNvSpPr>
            <a:spLocks noGrp="1" noRot="1" noChangeAspect="1" noChangeArrowheads="1" noTextEdit="1"/>
          </p:cNvSpPr>
          <p:nvPr>
            <p:ph type="sldImg"/>
          </p:nvPr>
        </p:nvSpPr>
        <p:spPr>
          <a:ln/>
        </p:spPr>
      </p:sp>
      <p:sp>
        <p:nvSpPr>
          <p:cNvPr id="45059" name="Rectangle 3">
            <a:extLst>
              <a:ext uri="{FF2B5EF4-FFF2-40B4-BE49-F238E27FC236}">
                <a16:creationId xmlns:a16="http://schemas.microsoft.com/office/drawing/2014/main" id="{A0114924-2D7E-0647-BEE0-6DC38788026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68991626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5" name="Rectangle 7">
            <a:extLst>
              <a:ext uri="{FF2B5EF4-FFF2-40B4-BE49-F238E27FC236}">
                <a16:creationId xmlns:a16="http://schemas.microsoft.com/office/drawing/2014/main" id="{734B42C5-EC36-E744-B09D-73FBAAAE4EF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9E615152-AB56-0644-AABC-F863673D15DB}" type="slidenum">
              <a:rPr lang="en-US" altLang="zh-CN" sz="1200">
                <a:latin typeface="Arial" panose="020B0604020202020204" pitchFamily="34" charset="0"/>
              </a:rPr>
              <a:pPr/>
              <a:t>15</a:t>
            </a:fld>
            <a:endParaRPr lang="en-US" altLang="zh-CN" sz="1200">
              <a:latin typeface="Arial" panose="020B0604020202020204" pitchFamily="34" charset="0"/>
            </a:endParaRPr>
          </a:p>
        </p:txBody>
      </p:sp>
      <p:sp>
        <p:nvSpPr>
          <p:cNvPr id="47106" name="Rectangle 2">
            <a:extLst>
              <a:ext uri="{FF2B5EF4-FFF2-40B4-BE49-F238E27FC236}">
                <a16:creationId xmlns:a16="http://schemas.microsoft.com/office/drawing/2014/main" id="{8981A2F3-B589-0D42-9BCD-718A549B9B67}"/>
              </a:ext>
            </a:extLst>
          </p:cNvPr>
          <p:cNvSpPr>
            <a:spLocks noGrp="1" noRot="1" noChangeAspect="1" noChangeArrowheads="1" noTextEdit="1"/>
          </p:cNvSpPr>
          <p:nvPr>
            <p:ph type="sldImg"/>
          </p:nvPr>
        </p:nvSpPr>
        <p:spPr>
          <a:ln/>
        </p:spPr>
      </p:sp>
      <p:sp>
        <p:nvSpPr>
          <p:cNvPr id="47107" name="Rectangle 3">
            <a:extLst>
              <a:ext uri="{FF2B5EF4-FFF2-40B4-BE49-F238E27FC236}">
                <a16:creationId xmlns:a16="http://schemas.microsoft.com/office/drawing/2014/main" id="{F991EBE9-A0CC-E846-844A-11D775FCCCE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28128855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3" name="Rectangle 7">
            <a:extLst>
              <a:ext uri="{FF2B5EF4-FFF2-40B4-BE49-F238E27FC236}">
                <a16:creationId xmlns:a16="http://schemas.microsoft.com/office/drawing/2014/main" id="{419FEBBF-82BD-B340-9CB4-AD8A575F531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2F26E68-8318-BC49-9DD7-DC6310C56180}" type="slidenum">
              <a:rPr lang="en-US" altLang="zh-CN" sz="1200">
                <a:latin typeface="Arial" panose="020B0604020202020204" pitchFamily="34" charset="0"/>
              </a:rPr>
              <a:pPr/>
              <a:t>16</a:t>
            </a:fld>
            <a:endParaRPr lang="en-US" altLang="zh-CN" sz="1200">
              <a:latin typeface="Arial" panose="020B0604020202020204" pitchFamily="34" charset="0"/>
            </a:endParaRPr>
          </a:p>
        </p:txBody>
      </p:sp>
      <p:sp>
        <p:nvSpPr>
          <p:cNvPr id="49154" name="Rectangle 2">
            <a:extLst>
              <a:ext uri="{FF2B5EF4-FFF2-40B4-BE49-F238E27FC236}">
                <a16:creationId xmlns:a16="http://schemas.microsoft.com/office/drawing/2014/main" id="{CDD513C8-C18F-B545-8630-061AD80D2C84}"/>
              </a:ext>
            </a:extLst>
          </p:cNvPr>
          <p:cNvSpPr>
            <a:spLocks noGrp="1" noRot="1" noChangeAspect="1" noChangeArrowheads="1" noTextEdit="1"/>
          </p:cNvSpPr>
          <p:nvPr>
            <p:ph type="sldImg"/>
          </p:nvPr>
        </p:nvSpPr>
        <p:spPr>
          <a:ln/>
        </p:spPr>
      </p:sp>
      <p:sp>
        <p:nvSpPr>
          <p:cNvPr id="49155" name="Rectangle 3">
            <a:extLst>
              <a:ext uri="{FF2B5EF4-FFF2-40B4-BE49-F238E27FC236}">
                <a16:creationId xmlns:a16="http://schemas.microsoft.com/office/drawing/2014/main" id="{35C6A4E2-0220-0D4A-83BA-BB44B9167A4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73299470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1" name="Rectangle 7">
            <a:extLst>
              <a:ext uri="{FF2B5EF4-FFF2-40B4-BE49-F238E27FC236}">
                <a16:creationId xmlns:a16="http://schemas.microsoft.com/office/drawing/2014/main" id="{664FBB27-2626-704F-B5E1-AABBFC0FDE8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9795B62-5184-9D48-8CD2-67E28B0C1F7C}" type="slidenum">
              <a:rPr lang="en-US" altLang="zh-CN" sz="1200">
                <a:latin typeface="Arial" panose="020B0604020202020204" pitchFamily="34" charset="0"/>
              </a:rPr>
              <a:pPr/>
              <a:t>17</a:t>
            </a:fld>
            <a:endParaRPr lang="en-US" altLang="zh-CN" sz="1200">
              <a:latin typeface="Arial" panose="020B0604020202020204" pitchFamily="34" charset="0"/>
            </a:endParaRPr>
          </a:p>
        </p:txBody>
      </p:sp>
      <p:sp>
        <p:nvSpPr>
          <p:cNvPr id="51202" name="Rectangle 2">
            <a:extLst>
              <a:ext uri="{FF2B5EF4-FFF2-40B4-BE49-F238E27FC236}">
                <a16:creationId xmlns:a16="http://schemas.microsoft.com/office/drawing/2014/main" id="{AC19F61C-3613-254A-B0D0-C83C95125526}"/>
              </a:ext>
            </a:extLst>
          </p:cNvPr>
          <p:cNvSpPr>
            <a:spLocks noGrp="1" noRot="1" noChangeAspect="1" noChangeArrowheads="1" noTextEdit="1"/>
          </p:cNvSpPr>
          <p:nvPr>
            <p:ph type="sldImg"/>
          </p:nvPr>
        </p:nvSpPr>
        <p:spPr>
          <a:ln/>
        </p:spPr>
      </p:sp>
      <p:sp>
        <p:nvSpPr>
          <p:cNvPr id="51203" name="Rectangle 3">
            <a:extLst>
              <a:ext uri="{FF2B5EF4-FFF2-40B4-BE49-F238E27FC236}">
                <a16:creationId xmlns:a16="http://schemas.microsoft.com/office/drawing/2014/main" id="{7AA678BF-D3BC-0942-A17F-48BCE8A1AB3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490807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9" name="Rectangle 7">
            <a:extLst>
              <a:ext uri="{FF2B5EF4-FFF2-40B4-BE49-F238E27FC236}">
                <a16:creationId xmlns:a16="http://schemas.microsoft.com/office/drawing/2014/main" id="{A76C6DFA-3E35-1447-8734-EBE4435D337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61E387E-14CC-944A-A430-661255C43A94}" type="slidenum">
              <a:rPr lang="en-US" altLang="zh-CN" sz="1200">
                <a:latin typeface="Arial" panose="020B0604020202020204" pitchFamily="34" charset="0"/>
              </a:rPr>
              <a:pPr/>
              <a:t>18</a:t>
            </a:fld>
            <a:endParaRPr lang="en-US" altLang="zh-CN" sz="1200">
              <a:latin typeface="Arial" panose="020B0604020202020204" pitchFamily="34" charset="0"/>
            </a:endParaRPr>
          </a:p>
        </p:txBody>
      </p:sp>
      <p:sp>
        <p:nvSpPr>
          <p:cNvPr id="53250" name="Rectangle 2">
            <a:extLst>
              <a:ext uri="{FF2B5EF4-FFF2-40B4-BE49-F238E27FC236}">
                <a16:creationId xmlns:a16="http://schemas.microsoft.com/office/drawing/2014/main" id="{A497FEFC-A379-7144-97BB-710EC9788009}"/>
              </a:ext>
            </a:extLst>
          </p:cNvPr>
          <p:cNvSpPr>
            <a:spLocks noGrp="1" noRot="1" noChangeAspect="1" noChangeArrowheads="1" noTextEdit="1"/>
          </p:cNvSpPr>
          <p:nvPr>
            <p:ph type="sldImg"/>
          </p:nvPr>
        </p:nvSpPr>
        <p:spPr>
          <a:xfrm>
            <a:off x="-141288" y="860425"/>
            <a:ext cx="7631113" cy="4294188"/>
          </a:xfrm>
          <a:ln/>
        </p:spPr>
      </p:sp>
      <p:sp>
        <p:nvSpPr>
          <p:cNvPr id="53251" name="Rectangle 3">
            <a:extLst>
              <a:ext uri="{FF2B5EF4-FFF2-40B4-BE49-F238E27FC236}">
                <a16:creationId xmlns:a16="http://schemas.microsoft.com/office/drawing/2014/main" id="{D8653210-B075-5A44-B67F-F2487947D24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57871149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7" name="Rectangle 7">
            <a:extLst>
              <a:ext uri="{FF2B5EF4-FFF2-40B4-BE49-F238E27FC236}">
                <a16:creationId xmlns:a16="http://schemas.microsoft.com/office/drawing/2014/main" id="{7986C032-31BD-D049-8AAE-79AE863D32F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02D4A20-3BBC-D740-9312-E3EDEF598484}" type="slidenum">
              <a:rPr lang="en-US" altLang="zh-CN" sz="1200">
                <a:latin typeface="Arial" panose="020B0604020202020204" pitchFamily="34" charset="0"/>
              </a:rPr>
              <a:pPr/>
              <a:t>19</a:t>
            </a:fld>
            <a:endParaRPr lang="en-US" altLang="zh-CN" sz="1200">
              <a:latin typeface="Arial" panose="020B0604020202020204" pitchFamily="34" charset="0"/>
            </a:endParaRPr>
          </a:p>
        </p:txBody>
      </p:sp>
      <p:sp>
        <p:nvSpPr>
          <p:cNvPr id="55298" name="Rectangle 2">
            <a:extLst>
              <a:ext uri="{FF2B5EF4-FFF2-40B4-BE49-F238E27FC236}">
                <a16:creationId xmlns:a16="http://schemas.microsoft.com/office/drawing/2014/main" id="{2C94EB7E-77A5-0C49-BA44-5F1A3BB97FE7}"/>
              </a:ext>
            </a:extLst>
          </p:cNvPr>
          <p:cNvSpPr>
            <a:spLocks noGrp="1" noRot="1" noChangeAspect="1" noChangeArrowheads="1" noTextEdit="1"/>
          </p:cNvSpPr>
          <p:nvPr>
            <p:ph type="sldImg"/>
          </p:nvPr>
        </p:nvSpPr>
        <p:spPr>
          <a:xfrm>
            <a:off x="-141288" y="860425"/>
            <a:ext cx="7631113" cy="4294188"/>
          </a:xfrm>
          <a:ln/>
        </p:spPr>
      </p:sp>
      <p:sp>
        <p:nvSpPr>
          <p:cNvPr id="55299" name="Rectangle 3">
            <a:extLst>
              <a:ext uri="{FF2B5EF4-FFF2-40B4-BE49-F238E27FC236}">
                <a16:creationId xmlns:a16="http://schemas.microsoft.com/office/drawing/2014/main" id="{73130B98-683C-4044-B060-2DF196D61BC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16473615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5" name="Rectangle 7">
            <a:extLst>
              <a:ext uri="{FF2B5EF4-FFF2-40B4-BE49-F238E27FC236}">
                <a16:creationId xmlns:a16="http://schemas.microsoft.com/office/drawing/2014/main" id="{A679B7E8-6467-604D-B299-41D3B05B02E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952328A0-532E-2D47-B672-55AC12F90D5D}" type="slidenum">
              <a:rPr lang="en-US" altLang="zh-CN" sz="1200">
                <a:latin typeface="Arial" panose="020B0604020202020204" pitchFamily="34" charset="0"/>
              </a:rPr>
              <a:pPr/>
              <a:t>20</a:t>
            </a:fld>
            <a:endParaRPr lang="en-US" altLang="zh-CN" sz="1200">
              <a:latin typeface="Arial" panose="020B0604020202020204" pitchFamily="34" charset="0"/>
            </a:endParaRPr>
          </a:p>
        </p:txBody>
      </p:sp>
      <p:sp>
        <p:nvSpPr>
          <p:cNvPr id="57346" name="Rectangle 2">
            <a:extLst>
              <a:ext uri="{FF2B5EF4-FFF2-40B4-BE49-F238E27FC236}">
                <a16:creationId xmlns:a16="http://schemas.microsoft.com/office/drawing/2014/main" id="{22E24A79-1E27-A64B-968D-D1731AE5540E}"/>
              </a:ext>
            </a:extLst>
          </p:cNvPr>
          <p:cNvSpPr>
            <a:spLocks noGrp="1" noRot="1" noChangeAspect="1" noChangeArrowheads="1" noTextEdit="1"/>
          </p:cNvSpPr>
          <p:nvPr>
            <p:ph type="sldImg"/>
          </p:nvPr>
        </p:nvSpPr>
        <p:spPr>
          <a:xfrm>
            <a:off x="-141288" y="860425"/>
            <a:ext cx="7631113" cy="4294188"/>
          </a:xfrm>
          <a:ln/>
        </p:spPr>
      </p:sp>
      <p:sp>
        <p:nvSpPr>
          <p:cNvPr id="57347" name="Rectangle 3">
            <a:extLst>
              <a:ext uri="{FF2B5EF4-FFF2-40B4-BE49-F238E27FC236}">
                <a16:creationId xmlns:a16="http://schemas.microsoft.com/office/drawing/2014/main" id="{54C6F74F-0A05-574D-A90B-67BC727B21A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50450268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3" name="Rectangle 7">
            <a:extLst>
              <a:ext uri="{FF2B5EF4-FFF2-40B4-BE49-F238E27FC236}">
                <a16:creationId xmlns:a16="http://schemas.microsoft.com/office/drawing/2014/main" id="{B427E0C7-3311-824B-BE4C-DDB9D16F5D8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6E08BAAF-57F3-A34E-9918-5ED6832F79A8}" type="slidenum">
              <a:rPr lang="en-US" altLang="zh-CN" sz="1200">
                <a:latin typeface="Arial" panose="020B0604020202020204" pitchFamily="34" charset="0"/>
              </a:rPr>
              <a:pPr/>
              <a:t>21</a:t>
            </a:fld>
            <a:endParaRPr lang="en-US" altLang="zh-CN" sz="1200">
              <a:latin typeface="Arial" panose="020B0604020202020204" pitchFamily="34" charset="0"/>
            </a:endParaRPr>
          </a:p>
        </p:txBody>
      </p:sp>
      <p:sp>
        <p:nvSpPr>
          <p:cNvPr id="59394" name="Rectangle 2">
            <a:extLst>
              <a:ext uri="{FF2B5EF4-FFF2-40B4-BE49-F238E27FC236}">
                <a16:creationId xmlns:a16="http://schemas.microsoft.com/office/drawing/2014/main" id="{E72A15FD-8D73-7248-AD4B-4E6A00E3C7C2}"/>
              </a:ext>
            </a:extLst>
          </p:cNvPr>
          <p:cNvSpPr>
            <a:spLocks noGrp="1" noRot="1" noChangeAspect="1" noChangeArrowheads="1" noTextEdit="1"/>
          </p:cNvSpPr>
          <p:nvPr>
            <p:ph type="sldImg"/>
          </p:nvPr>
        </p:nvSpPr>
        <p:spPr>
          <a:xfrm>
            <a:off x="-141288" y="860425"/>
            <a:ext cx="7631113" cy="4294188"/>
          </a:xfrm>
          <a:ln/>
        </p:spPr>
      </p:sp>
      <p:sp>
        <p:nvSpPr>
          <p:cNvPr id="59395" name="Rectangle 3">
            <a:extLst>
              <a:ext uri="{FF2B5EF4-FFF2-40B4-BE49-F238E27FC236}">
                <a16:creationId xmlns:a16="http://schemas.microsoft.com/office/drawing/2014/main" id="{2E94330F-0965-2F41-86FE-78515AF6ED5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94813071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1" name="Rectangle 7">
            <a:extLst>
              <a:ext uri="{FF2B5EF4-FFF2-40B4-BE49-F238E27FC236}">
                <a16:creationId xmlns:a16="http://schemas.microsoft.com/office/drawing/2014/main" id="{8ED57124-B887-AB47-BC20-26AD9605F38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C56D9E6-7199-224C-B315-6D575105B871}" type="slidenum">
              <a:rPr lang="en-US" altLang="zh-CN" sz="1200">
                <a:latin typeface="Arial" panose="020B0604020202020204" pitchFamily="34" charset="0"/>
              </a:rPr>
              <a:pPr/>
              <a:t>22</a:t>
            </a:fld>
            <a:endParaRPr lang="en-US" altLang="zh-CN" sz="1200">
              <a:latin typeface="Arial" panose="020B0604020202020204" pitchFamily="34" charset="0"/>
            </a:endParaRPr>
          </a:p>
        </p:txBody>
      </p:sp>
      <p:sp>
        <p:nvSpPr>
          <p:cNvPr id="61442" name="Rectangle 2">
            <a:extLst>
              <a:ext uri="{FF2B5EF4-FFF2-40B4-BE49-F238E27FC236}">
                <a16:creationId xmlns:a16="http://schemas.microsoft.com/office/drawing/2014/main" id="{25632708-5C25-4D4D-A428-C75F8F5C10FA}"/>
              </a:ext>
            </a:extLst>
          </p:cNvPr>
          <p:cNvSpPr>
            <a:spLocks noGrp="1" noRot="1" noChangeAspect="1" noChangeArrowheads="1" noTextEdit="1"/>
          </p:cNvSpPr>
          <p:nvPr>
            <p:ph type="sldImg"/>
          </p:nvPr>
        </p:nvSpPr>
        <p:spPr>
          <a:xfrm>
            <a:off x="-141288" y="860425"/>
            <a:ext cx="7631113" cy="4294188"/>
          </a:xfrm>
          <a:ln/>
        </p:spPr>
      </p:sp>
      <p:sp>
        <p:nvSpPr>
          <p:cNvPr id="61443" name="Rectangle 3">
            <a:extLst>
              <a:ext uri="{FF2B5EF4-FFF2-40B4-BE49-F238E27FC236}">
                <a16:creationId xmlns:a16="http://schemas.microsoft.com/office/drawing/2014/main" id="{80A1D5A2-C95A-C146-9EFD-C49A7E48115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17017532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89" name="Rectangle 7">
            <a:extLst>
              <a:ext uri="{FF2B5EF4-FFF2-40B4-BE49-F238E27FC236}">
                <a16:creationId xmlns:a16="http://schemas.microsoft.com/office/drawing/2014/main" id="{F95D1FEC-FDB1-124B-8AE2-6DC0B934287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DB5D97F-1040-C043-AF25-9D3B07F4F5CD}" type="slidenum">
              <a:rPr lang="en-US" altLang="zh-CN" sz="1200">
                <a:latin typeface="Arial" panose="020B0604020202020204" pitchFamily="34" charset="0"/>
              </a:rPr>
              <a:pPr/>
              <a:t>23</a:t>
            </a:fld>
            <a:endParaRPr lang="en-US" altLang="zh-CN" sz="1200">
              <a:latin typeface="Arial" panose="020B0604020202020204" pitchFamily="34" charset="0"/>
            </a:endParaRPr>
          </a:p>
        </p:txBody>
      </p:sp>
      <p:sp>
        <p:nvSpPr>
          <p:cNvPr id="63490" name="Rectangle 2">
            <a:extLst>
              <a:ext uri="{FF2B5EF4-FFF2-40B4-BE49-F238E27FC236}">
                <a16:creationId xmlns:a16="http://schemas.microsoft.com/office/drawing/2014/main" id="{BF78EC1C-538B-8042-A4BA-E76DDF779F9E}"/>
              </a:ext>
            </a:extLst>
          </p:cNvPr>
          <p:cNvSpPr>
            <a:spLocks noGrp="1" noRot="1" noChangeAspect="1" noChangeArrowheads="1" noTextEdit="1"/>
          </p:cNvSpPr>
          <p:nvPr>
            <p:ph type="sldImg"/>
          </p:nvPr>
        </p:nvSpPr>
        <p:spPr>
          <a:ln/>
        </p:spPr>
      </p:sp>
      <p:sp>
        <p:nvSpPr>
          <p:cNvPr id="63491" name="Rectangle 3">
            <a:extLst>
              <a:ext uri="{FF2B5EF4-FFF2-40B4-BE49-F238E27FC236}">
                <a16:creationId xmlns:a16="http://schemas.microsoft.com/office/drawing/2014/main" id="{F92B4D46-B02C-7247-AD67-732AF571FE2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76963334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7" name="Rectangle 7">
            <a:extLst>
              <a:ext uri="{FF2B5EF4-FFF2-40B4-BE49-F238E27FC236}">
                <a16:creationId xmlns:a16="http://schemas.microsoft.com/office/drawing/2014/main" id="{3C56EBAC-ADA0-BE4F-95FF-D154E898678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B0A4709-FCCD-5846-BA63-AFF2BE66C270}" type="slidenum">
              <a:rPr lang="en-US" altLang="zh-CN" sz="1200">
                <a:latin typeface="Arial" panose="020B0604020202020204" pitchFamily="34" charset="0"/>
              </a:rPr>
              <a:pPr/>
              <a:t>24</a:t>
            </a:fld>
            <a:endParaRPr lang="en-US" altLang="zh-CN" sz="1200">
              <a:latin typeface="Arial" panose="020B0604020202020204" pitchFamily="34" charset="0"/>
            </a:endParaRPr>
          </a:p>
        </p:txBody>
      </p:sp>
      <p:sp>
        <p:nvSpPr>
          <p:cNvPr id="65538" name="Rectangle 2">
            <a:extLst>
              <a:ext uri="{FF2B5EF4-FFF2-40B4-BE49-F238E27FC236}">
                <a16:creationId xmlns:a16="http://schemas.microsoft.com/office/drawing/2014/main" id="{D3A17121-F6A6-EB43-96DC-55963AD55626}"/>
              </a:ext>
            </a:extLst>
          </p:cNvPr>
          <p:cNvSpPr>
            <a:spLocks noGrp="1" noRot="1" noChangeAspect="1" noChangeArrowheads="1" noTextEdit="1"/>
          </p:cNvSpPr>
          <p:nvPr>
            <p:ph type="sldImg"/>
          </p:nvPr>
        </p:nvSpPr>
        <p:spPr>
          <a:ln/>
        </p:spPr>
      </p:sp>
      <p:sp>
        <p:nvSpPr>
          <p:cNvPr id="65539" name="Rectangle 3">
            <a:extLst>
              <a:ext uri="{FF2B5EF4-FFF2-40B4-BE49-F238E27FC236}">
                <a16:creationId xmlns:a16="http://schemas.microsoft.com/office/drawing/2014/main" id="{F750E51E-EE5A-C248-9555-89AF88E19D0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98294853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5" name="Rectangle 7">
            <a:extLst>
              <a:ext uri="{FF2B5EF4-FFF2-40B4-BE49-F238E27FC236}">
                <a16:creationId xmlns:a16="http://schemas.microsoft.com/office/drawing/2014/main" id="{E18A1300-2F36-0445-BAF4-96C228BF570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62E0852-ED8C-4D4A-99D6-963BF6A0B9FA}" type="slidenum">
              <a:rPr lang="en-US" altLang="zh-CN" sz="1200">
                <a:latin typeface="Arial" panose="020B0604020202020204" pitchFamily="34" charset="0"/>
              </a:rPr>
              <a:pPr/>
              <a:t>25</a:t>
            </a:fld>
            <a:endParaRPr lang="en-US" altLang="zh-CN" sz="1200">
              <a:latin typeface="Arial" panose="020B0604020202020204" pitchFamily="34" charset="0"/>
            </a:endParaRPr>
          </a:p>
        </p:txBody>
      </p:sp>
      <p:sp>
        <p:nvSpPr>
          <p:cNvPr id="67586" name="Rectangle 2">
            <a:extLst>
              <a:ext uri="{FF2B5EF4-FFF2-40B4-BE49-F238E27FC236}">
                <a16:creationId xmlns:a16="http://schemas.microsoft.com/office/drawing/2014/main" id="{B6782024-54FD-B84E-9ADC-68A7B7563985}"/>
              </a:ext>
            </a:extLst>
          </p:cNvPr>
          <p:cNvSpPr>
            <a:spLocks noGrp="1" noRot="1" noChangeAspect="1" noChangeArrowheads="1" noTextEdit="1"/>
          </p:cNvSpPr>
          <p:nvPr>
            <p:ph type="sldImg"/>
          </p:nvPr>
        </p:nvSpPr>
        <p:spPr>
          <a:ln/>
        </p:spPr>
      </p:sp>
      <p:sp>
        <p:nvSpPr>
          <p:cNvPr id="67587" name="Rectangle 3">
            <a:extLst>
              <a:ext uri="{FF2B5EF4-FFF2-40B4-BE49-F238E27FC236}">
                <a16:creationId xmlns:a16="http://schemas.microsoft.com/office/drawing/2014/main" id="{625D2077-FA21-E946-BD93-D2446EEA95C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8779848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3" name="Rectangle 7">
            <a:extLst>
              <a:ext uri="{FF2B5EF4-FFF2-40B4-BE49-F238E27FC236}">
                <a16:creationId xmlns:a16="http://schemas.microsoft.com/office/drawing/2014/main" id="{E84C5890-0BED-624F-A923-64B43A4D3D6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00AA7D0-5330-5F41-A0ED-B9799694B14C}" type="slidenum">
              <a:rPr lang="en-US" altLang="zh-CN" sz="1200">
                <a:latin typeface="Arial" panose="020B0604020202020204" pitchFamily="34" charset="0"/>
              </a:rPr>
              <a:pPr/>
              <a:t>26</a:t>
            </a:fld>
            <a:endParaRPr lang="en-US" altLang="zh-CN" sz="1200">
              <a:latin typeface="Arial" panose="020B0604020202020204" pitchFamily="34" charset="0"/>
            </a:endParaRPr>
          </a:p>
        </p:txBody>
      </p:sp>
      <p:sp>
        <p:nvSpPr>
          <p:cNvPr id="69634" name="Rectangle 2">
            <a:extLst>
              <a:ext uri="{FF2B5EF4-FFF2-40B4-BE49-F238E27FC236}">
                <a16:creationId xmlns:a16="http://schemas.microsoft.com/office/drawing/2014/main" id="{35E21D3E-F2A4-904E-9572-9488E9DE18A9}"/>
              </a:ext>
            </a:extLst>
          </p:cNvPr>
          <p:cNvSpPr>
            <a:spLocks noGrp="1" noRot="1" noChangeAspect="1" noChangeArrowheads="1" noTextEdit="1"/>
          </p:cNvSpPr>
          <p:nvPr>
            <p:ph type="sldImg"/>
          </p:nvPr>
        </p:nvSpPr>
        <p:spPr>
          <a:ln/>
        </p:spPr>
      </p:sp>
      <p:sp>
        <p:nvSpPr>
          <p:cNvPr id="69635" name="Rectangle 3">
            <a:extLst>
              <a:ext uri="{FF2B5EF4-FFF2-40B4-BE49-F238E27FC236}">
                <a16:creationId xmlns:a16="http://schemas.microsoft.com/office/drawing/2014/main" id="{CE5185C7-3062-4D4A-9C5B-B4C683E3B9D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15626701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1" name="Rectangle 7">
            <a:extLst>
              <a:ext uri="{FF2B5EF4-FFF2-40B4-BE49-F238E27FC236}">
                <a16:creationId xmlns:a16="http://schemas.microsoft.com/office/drawing/2014/main" id="{23D055FF-F1FD-9E4A-B5ED-CB5B512838A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60A641B4-6357-6D40-A4F6-E9C5E044E710}" type="slidenum">
              <a:rPr lang="en-US" altLang="zh-CN" sz="1200">
                <a:latin typeface="Arial" panose="020B0604020202020204" pitchFamily="34" charset="0"/>
              </a:rPr>
              <a:pPr/>
              <a:t>27</a:t>
            </a:fld>
            <a:endParaRPr lang="en-US" altLang="zh-CN" sz="1200">
              <a:latin typeface="Arial" panose="020B0604020202020204" pitchFamily="34" charset="0"/>
            </a:endParaRPr>
          </a:p>
        </p:txBody>
      </p:sp>
      <p:sp>
        <p:nvSpPr>
          <p:cNvPr id="71682" name="Rectangle 2">
            <a:extLst>
              <a:ext uri="{FF2B5EF4-FFF2-40B4-BE49-F238E27FC236}">
                <a16:creationId xmlns:a16="http://schemas.microsoft.com/office/drawing/2014/main" id="{EEC42707-F418-584C-9365-EE3FE2B83680}"/>
              </a:ext>
            </a:extLst>
          </p:cNvPr>
          <p:cNvSpPr>
            <a:spLocks noGrp="1" noRot="1" noChangeAspect="1" noChangeArrowheads="1" noTextEdit="1"/>
          </p:cNvSpPr>
          <p:nvPr>
            <p:ph type="sldImg"/>
          </p:nvPr>
        </p:nvSpPr>
        <p:spPr>
          <a:ln/>
        </p:spPr>
      </p:sp>
      <p:sp>
        <p:nvSpPr>
          <p:cNvPr id="71683" name="Rectangle 3">
            <a:extLst>
              <a:ext uri="{FF2B5EF4-FFF2-40B4-BE49-F238E27FC236}">
                <a16:creationId xmlns:a16="http://schemas.microsoft.com/office/drawing/2014/main" id="{CBC448F5-BEAC-C145-A344-E081C277162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8910402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29" name="Rectangle 7">
            <a:extLst>
              <a:ext uri="{FF2B5EF4-FFF2-40B4-BE49-F238E27FC236}">
                <a16:creationId xmlns:a16="http://schemas.microsoft.com/office/drawing/2014/main" id="{26B82FEB-8EB3-7143-BDAB-51C435BE167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C536691-CE0F-584E-B474-1A45FF2EB8CC}" type="slidenum">
              <a:rPr lang="en-US" altLang="zh-CN" sz="1200">
                <a:latin typeface="Arial" panose="020B0604020202020204" pitchFamily="34" charset="0"/>
              </a:rPr>
              <a:pPr/>
              <a:t>28</a:t>
            </a:fld>
            <a:endParaRPr lang="en-US" altLang="zh-CN" sz="1200">
              <a:latin typeface="Arial" panose="020B0604020202020204" pitchFamily="34" charset="0"/>
            </a:endParaRPr>
          </a:p>
        </p:txBody>
      </p:sp>
      <p:sp>
        <p:nvSpPr>
          <p:cNvPr id="73730" name="Rectangle 2">
            <a:extLst>
              <a:ext uri="{FF2B5EF4-FFF2-40B4-BE49-F238E27FC236}">
                <a16:creationId xmlns:a16="http://schemas.microsoft.com/office/drawing/2014/main" id="{84ED6E8E-F2B3-4E46-A9BB-343459C4B3E0}"/>
              </a:ext>
            </a:extLst>
          </p:cNvPr>
          <p:cNvSpPr>
            <a:spLocks noGrp="1" noRot="1" noChangeAspect="1" noChangeArrowheads="1" noTextEdit="1"/>
          </p:cNvSpPr>
          <p:nvPr>
            <p:ph type="sldImg"/>
          </p:nvPr>
        </p:nvSpPr>
        <p:spPr>
          <a:ln/>
        </p:spPr>
      </p:sp>
      <p:sp>
        <p:nvSpPr>
          <p:cNvPr id="73731" name="Rectangle 3">
            <a:extLst>
              <a:ext uri="{FF2B5EF4-FFF2-40B4-BE49-F238E27FC236}">
                <a16:creationId xmlns:a16="http://schemas.microsoft.com/office/drawing/2014/main" id="{F6D0B8D8-A390-E64C-A13A-218B44D6AE4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27860155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Rectangle 7">
            <a:extLst>
              <a:ext uri="{FF2B5EF4-FFF2-40B4-BE49-F238E27FC236}">
                <a16:creationId xmlns:a16="http://schemas.microsoft.com/office/drawing/2014/main" id="{1F2A4262-9C8F-3F47-A319-A132352C872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10AA21E-05B6-B943-8909-0AD1DDA08E1B}" type="slidenum">
              <a:rPr lang="en-US" altLang="zh-CN" sz="1200">
                <a:latin typeface="Arial" panose="020B0604020202020204" pitchFamily="34" charset="0"/>
              </a:rPr>
              <a:pPr/>
              <a:t>29</a:t>
            </a:fld>
            <a:endParaRPr lang="en-US" altLang="zh-CN" sz="1200">
              <a:latin typeface="Arial" panose="020B0604020202020204" pitchFamily="34" charset="0"/>
            </a:endParaRPr>
          </a:p>
        </p:txBody>
      </p:sp>
      <p:sp>
        <p:nvSpPr>
          <p:cNvPr id="75778" name="Rectangle 2">
            <a:extLst>
              <a:ext uri="{FF2B5EF4-FFF2-40B4-BE49-F238E27FC236}">
                <a16:creationId xmlns:a16="http://schemas.microsoft.com/office/drawing/2014/main" id="{3F954439-AC3C-7C49-84E9-EBC2E1C3A694}"/>
              </a:ext>
            </a:extLst>
          </p:cNvPr>
          <p:cNvSpPr>
            <a:spLocks noGrp="1" noRot="1" noChangeAspect="1" noChangeArrowheads="1" noTextEdit="1"/>
          </p:cNvSpPr>
          <p:nvPr>
            <p:ph type="sldImg"/>
          </p:nvPr>
        </p:nvSpPr>
        <p:spPr>
          <a:ln/>
        </p:spPr>
      </p:sp>
      <p:sp>
        <p:nvSpPr>
          <p:cNvPr id="75779" name="Rectangle 3">
            <a:extLst>
              <a:ext uri="{FF2B5EF4-FFF2-40B4-BE49-F238E27FC236}">
                <a16:creationId xmlns:a16="http://schemas.microsoft.com/office/drawing/2014/main" id="{2F4ACC6C-3EFC-5B4A-B459-1E8D2FEE41A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6417132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7">
            <a:extLst>
              <a:ext uri="{FF2B5EF4-FFF2-40B4-BE49-F238E27FC236}">
                <a16:creationId xmlns:a16="http://schemas.microsoft.com/office/drawing/2014/main" id="{392600CC-8F9A-4048-B765-622CBB0213A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BC4A21C-1AF3-214E-B83D-4832AE1B3A22}" type="slidenum">
              <a:rPr lang="en-US" altLang="zh-CN" sz="1200">
                <a:latin typeface="Arial" panose="020B0604020202020204" pitchFamily="34" charset="0"/>
              </a:rPr>
              <a:pPr/>
              <a:t>30</a:t>
            </a:fld>
            <a:endParaRPr lang="en-US" altLang="zh-CN" sz="1200">
              <a:latin typeface="Arial" panose="020B0604020202020204" pitchFamily="34" charset="0"/>
            </a:endParaRPr>
          </a:p>
        </p:txBody>
      </p:sp>
      <p:sp>
        <p:nvSpPr>
          <p:cNvPr id="77826" name="Rectangle 2">
            <a:extLst>
              <a:ext uri="{FF2B5EF4-FFF2-40B4-BE49-F238E27FC236}">
                <a16:creationId xmlns:a16="http://schemas.microsoft.com/office/drawing/2014/main" id="{F94D3290-6879-AC49-B299-D19B9065E4A7}"/>
              </a:ext>
            </a:extLst>
          </p:cNvPr>
          <p:cNvSpPr>
            <a:spLocks noGrp="1" noRot="1" noChangeAspect="1" noChangeArrowheads="1" noTextEdit="1"/>
          </p:cNvSpPr>
          <p:nvPr>
            <p:ph type="sldImg"/>
          </p:nvPr>
        </p:nvSpPr>
        <p:spPr>
          <a:ln/>
        </p:spPr>
      </p:sp>
      <p:sp>
        <p:nvSpPr>
          <p:cNvPr id="77827" name="Rectangle 3">
            <a:extLst>
              <a:ext uri="{FF2B5EF4-FFF2-40B4-BE49-F238E27FC236}">
                <a16:creationId xmlns:a16="http://schemas.microsoft.com/office/drawing/2014/main" id="{0DF5B607-B814-D14A-B5BB-B19D52E6557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19849567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3" name="Rectangle 7">
            <a:extLst>
              <a:ext uri="{FF2B5EF4-FFF2-40B4-BE49-F238E27FC236}">
                <a16:creationId xmlns:a16="http://schemas.microsoft.com/office/drawing/2014/main" id="{407EEAC0-32DB-2540-82D0-44969969031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7A4524B-DC24-4048-91D7-C3F8C8605934}" type="slidenum">
              <a:rPr lang="en-US" altLang="zh-CN" sz="1200">
                <a:latin typeface="Arial" panose="020B0604020202020204" pitchFamily="34" charset="0"/>
              </a:rPr>
              <a:pPr/>
              <a:t>31</a:t>
            </a:fld>
            <a:endParaRPr lang="en-US" altLang="zh-CN" sz="1200">
              <a:latin typeface="Arial" panose="020B0604020202020204" pitchFamily="34" charset="0"/>
            </a:endParaRPr>
          </a:p>
        </p:txBody>
      </p:sp>
      <p:sp>
        <p:nvSpPr>
          <p:cNvPr id="79874" name="Rectangle 2">
            <a:extLst>
              <a:ext uri="{FF2B5EF4-FFF2-40B4-BE49-F238E27FC236}">
                <a16:creationId xmlns:a16="http://schemas.microsoft.com/office/drawing/2014/main" id="{0BF63810-28E3-404E-B179-831D89FD490D}"/>
              </a:ext>
            </a:extLst>
          </p:cNvPr>
          <p:cNvSpPr>
            <a:spLocks noGrp="1" noRot="1" noChangeAspect="1" noChangeArrowheads="1" noTextEdit="1"/>
          </p:cNvSpPr>
          <p:nvPr>
            <p:ph type="sldImg"/>
          </p:nvPr>
        </p:nvSpPr>
        <p:spPr>
          <a:ln/>
        </p:spPr>
      </p:sp>
      <p:sp>
        <p:nvSpPr>
          <p:cNvPr id="79875" name="Rectangle 3">
            <a:extLst>
              <a:ext uri="{FF2B5EF4-FFF2-40B4-BE49-F238E27FC236}">
                <a16:creationId xmlns:a16="http://schemas.microsoft.com/office/drawing/2014/main" id="{DFC77A4D-1D7B-9349-98D0-B405F7CF17F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189254653"/>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1" name="Rectangle 7">
            <a:extLst>
              <a:ext uri="{FF2B5EF4-FFF2-40B4-BE49-F238E27FC236}">
                <a16:creationId xmlns:a16="http://schemas.microsoft.com/office/drawing/2014/main" id="{DFBE4B89-67BD-2B4D-97F6-A4AE11885F0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BFD9315-EC12-C847-9852-D8CC769B742B}" type="slidenum">
              <a:rPr lang="en-US" altLang="zh-CN" sz="1200">
                <a:latin typeface="Arial" panose="020B0604020202020204" pitchFamily="34" charset="0"/>
              </a:rPr>
              <a:pPr/>
              <a:t>32</a:t>
            </a:fld>
            <a:endParaRPr lang="en-US" altLang="zh-CN" sz="1200">
              <a:latin typeface="Arial" panose="020B0604020202020204" pitchFamily="34" charset="0"/>
            </a:endParaRPr>
          </a:p>
        </p:txBody>
      </p:sp>
      <p:sp>
        <p:nvSpPr>
          <p:cNvPr id="81922" name="Rectangle 2">
            <a:extLst>
              <a:ext uri="{FF2B5EF4-FFF2-40B4-BE49-F238E27FC236}">
                <a16:creationId xmlns:a16="http://schemas.microsoft.com/office/drawing/2014/main" id="{E3E37A95-218F-7346-858C-28E23C21874C}"/>
              </a:ext>
            </a:extLst>
          </p:cNvPr>
          <p:cNvSpPr>
            <a:spLocks noGrp="1" noRot="1" noChangeAspect="1" noChangeArrowheads="1" noTextEdit="1"/>
          </p:cNvSpPr>
          <p:nvPr>
            <p:ph type="sldImg"/>
          </p:nvPr>
        </p:nvSpPr>
        <p:spPr>
          <a:ln/>
        </p:spPr>
      </p:sp>
      <p:sp>
        <p:nvSpPr>
          <p:cNvPr id="81923" name="Rectangle 3">
            <a:extLst>
              <a:ext uri="{FF2B5EF4-FFF2-40B4-BE49-F238E27FC236}">
                <a16:creationId xmlns:a16="http://schemas.microsoft.com/office/drawing/2014/main" id="{9C2C7C30-4A55-EB45-8290-D92BA1321A6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4219797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69" name="Rectangle 7">
            <a:extLst>
              <a:ext uri="{FF2B5EF4-FFF2-40B4-BE49-F238E27FC236}">
                <a16:creationId xmlns:a16="http://schemas.microsoft.com/office/drawing/2014/main" id="{BA908D39-78A7-D74A-88E1-073D1C6BE44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A5DEA5B-4710-6D4B-97FE-DD7FF3FE0E11}" type="slidenum">
              <a:rPr lang="en-US" altLang="zh-CN" sz="1200">
                <a:latin typeface="Arial" panose="020B0604020202020204" pitchFamily="34" charset="0"/>
              </a:rPr>
              <a:pPr/>
              <a:t>33</a:t>
            </a:fld>
            <a:endParaRPr lang="en-US" altLang="zh-CN" sz="1200">
              <a:latin typeface="Arial" panose="020B0604020202020204" pitchFamily="34" charset="0"/>
            </a:endParaRPr>
          </a:p>
        </p:txBody>
      </p:sp>
      <p:sp>
        <p:nvSpPr>
          <p:cNvPr id="83970" name="Rectangle 2">
            <a:extLst>
              <a:ext uri="{FF2B5EF4-FFF2-40B4-BE49-F238E27FC236}">
                <a16:creationId xmlns:a16="http://schemas.microsoft.com/office/drawing/2014/main" id="{4790C422-E2C5-E74C-A07F-05F85829DC8A}"/>
              </a:ext>
            </a:extLst>
          </p:cNvPr>
          <p:cNvSpPr>
            <a:spLocks noGrp="1" noRot="1" noChangeAspect="1" noChangeArrowheads="1" noTextEdit="1"/>
          </p:cNvSpPr>
          <p:nvPr>
            <p:ph type="sldImg"/>
          </p:nvPr>
        </p:nvSpPr>
        <p:spPr>
          <a:ln/>
        </p:spPr>
      </p:sp>
      <p:sp>
        <p:nvSpPr>
          <p:cNvPr id="83971" name="Rectangle 3">
            <a:extLst>
              <a:ext uri="{FF2B5EF4-FFF2-40B4-BE49-F238E27FC236}">
                <a16:creationId xmlns:a16="http://schemas.microsoft.com/office/drawing/2014/main" id="{51937968-28FF-2B46-BEB8-14F6734AEA4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27864782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7" name="Rectangle 7">
            <a:extLst>
              <a:ext uri="{FF2B5EF4-FFF2-40B4-BE49-F238E27FC236}">
                <a16:creationId xmlns:a16="http://schemas.microsoft.com/office/drawing/2014/main" id="{5BC65B19-F75E-CF46-9314-5A1BFC0F049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621760C-D281-0E4D-9E42-18B485195F72}" type="slidenum">
              <a:rPr lang="en-US" altLang="zh-CN" sz="1200">
                <a:latin typeface="Arial" panose="020B0604020202020204" pitchFamily="34" charset="0"/>
              </a:rPr>
              <a:pPr/>
              <a:t>34</a:t>
            </a:fld>
            <a:endParaRPr lang="en-US" altLang="zh-CN" sz="1200">
              <a:latin typeface="Arial" panose="020B0604020202020204" pitchFamily="34" charset="0"/>
            </a:endParaRPr>
          </a:p>
        </p:txBody>
      </p:sp>
      <p:sp>
        <p:nvSpPr>
          <p:cNvPr id="86018" name="Rectangle 2">
            <a:extLst>
              <a:ext uri="{FF2B5EF4-FFF2-40B4-BE49-F238E27FC236}">
                <a16:creationId xmlns:a16="http://schemas.microsoft.com/office/drawing/2014/main" id="{F0A983FC-00BB-5E48-92E4-900F1592ED15}"/>
              </a:ext>
            </a:extLst>
          </p:cNvPr>
          <p:cNvSpPr>
            <a:spLocks noGrp="1" noRot="1" noChangeAspect="1" noChangeArrowheads="1" noTextEdit="1"/>
          </p:cNvSpPr>
          <p:nvPr>
            <p:ph type="sldImg"/>
          </p:nvPr>
        </p:nvSpPr>
        <p:spPr>
          <a:ln/>
        </p:spPr>
      </p:sp>
      <p:sp>
        <p:nvSpPr>
          <p:cNvPr id="86019" name="Rectangle 3">
            <a:extLst>
              <a:ext uri="{FF2B5EF4-FFF2-40B4-BE49-F238E27FC236}">
                <a16:creationId xmlns:a16="http://schemas.microsoft.com/office/drawing/2014/main" id="{858F48F3-665F-C845-881F-C0AB944ED2C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4199912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5" name="Rectangle 7">
            <a:extLst>
              <a:ext uri="{FF2B5EF4-FFF2-40B4-BE49-F238E27FC236}">
                <a16:creationId xmlns:a16="http://schemas.microsoft.com/office/drawing/2014/main" id="{ABCB6D70-3299-A949-89A3-E6343F1963D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F933876-536C-1A41-A5CF-AD0298004A46}" type="slidenum">
              <a:rPr lang="en-US" altLang="zh-CN" sz="1200">
                <a:latin typeface="Arial" panose="020B0604020202020204" pitchFamily="34" charset="0"/>
              </a:rPr>
              <a:pPr/>
              <a:t>35</a:t>
            </a:fld>
            <a:endParaRPr lang="en-US" altLang="zh-CN" sz="1200">
              <a:latin typeface="Arial" panose="020B0604020202020204" pitchFamily="34" charset="0"/>
            </a:endParaRPr>
          </a:p>
        </p:txBody>
      </p:sp>
      <p:sp>
        <p:nvSpPr>
          <p:cNvPr id="88066" name="Rectangle 2">
            <a:extLst>
              <a:ext uri="{FF2B5EF4-FFF2-40B4-BE49-F238E27FC236}">
                <a16:creationId xmlns:a16="http://schemas.microsoft.com/office/drawing/2014/main" id="{0556756F-4D7D-DA44-90D2-90154B50C13A}"/>
              </a:ext>
            </a:extLst>
          </p:cNvPr>
          <p:cNvSpPr>
            <a:spLocks noGrp="1" noRot="1" noChangeAspect="1" noChangeArrowheads="1" noTextEdit="1"/>
          </p:cNvSpPr>
          <p:nvPr>
            <p:ph type="sldImg"/>
          </p:nvPr>
        </p:nvSpPr>
        <p:spPr>
          <a:ln/>
        </p:spPr>
      </p:sp>
      <p:sp>
        <p:nvSpPr>
          <p:cNvPr id="88067" name="Rectangle 3">
            <a:extLst>
              <a:ext uri="{FF2B5EF4-FFF2-40B4-BE49-F238E27FC236}">
                <a16:creationId xmlns:a16="http://schemas.microsoft.com/office/drawing/2014/main" id="{E6A2FB7E-0A1B-B842-95A3-83A7F8D088A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71055657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3" name="Rectangle 7">
            <a:extLst>
              <a:ext uri="{FF2B5EF4-FFF2-40B4-BE49-F238E27FC236}">
                <a16:creationId xmlns:a16="http://schemas.microsoft.com/office/drawing/2014/main" id="{4FE8C2DA-806D-F54E-B37E-752686AEF0D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B965CE6-198A-CB42-AD85-BEBB3ED2E932}" type="slidenum">
              <a:rPr lang="en-US" altLang="zh-CN" sz="1200">
                <a:latin typeface="Arial" panose="020B0604020202020204" pitchFamily="34" charset="0"/>
              </a:rPr>
              <a:pPr/>
              <a:t>36</a:t>
            </a:fld>
            <a:endParaRPr lang="en-US" altLang="zh-CN" sz="1200">
              <a:latin typeface="Arial" panose="020B0604020202020204" pitchFamily="34" charset="0"/>
            </a:endParaRPr>
          </a:p>
        </p:txBody>
      </p:sp>
      <p:sp>
        <p:nvSpPr>
          <p:cNvPr id="90114" name="Rectangle 2">
            <a:extLst>
              <a:ext uri="{FF2B5EF4-FFF2-40B4-BE49-F238E27FC236}">
                <a16:creationId xmlns:a16="http://schemas.microsoft.com/office/drawing/2014/main" id="{8F8FA0C1-B1B0-0D48-9296-B6FB31F3CE3C}"/>
              </a:ext>
            </a:extLst>
          </p:cNvPr>
          <p:cNvSpPr>
            <a:spLocks noGrp="1" noRot="1" noChangeAspect="1" noChangeArrowheads="1" noTextEdit="1"/>
          </p:cNvSpPr>
          <p:nvPr>
            <p:ph type="sldImg"/>
          </p:nvPr>
        </p:nvSpPr>
        <p:spPr>
          <a:ln/>
        </p:spPr>
      </p:sp>
      <p:sp>
        <p:nvSpPr>
          <p:cNvPr id="90115" name="Rectangle 3">
            <a:extLst>
              <a:ext uri="{FF2B5EF4-FFF2-40B4-BE49-F238E27FC236}">
                <a16:creationId xmlns:a16="http://schemas.microsoft.com/office/drawing/2014/main" id="{D1C00BDC-A6A9-2E48-846C-4D165A2713C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9322684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1" name="Rectangle 7">
            <a:extLst>
              <a:ext uri="{FF2B5EF4-FFF2-40B4-BE49-F238E27FC236}">
                <a16:creationId xmlns:a16="http://schemas.microsoft.com/office/drawing/2014/main" id="{DEB4E78B-352B-DB44-B579-D05503ECEDE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D1FEDD0-9009-B243-A12E-C8D9D11DBF7F}" type="slidenum">
              <a:rPr lang="en-US" altLang="zh-CN" sz="1200">
                <a:latin typeface="Arial" panose="020B0604020202020204" pitchFamily="34" charset="0"/>
              </a:rPr>
              <a:pPr/>
              <a:t>37</a:t>
            </a:fld>
            <a:endParaRPr lang="en-US" altLang="zh-CN" sz="1200">
              <a:latin typeface="Arial" panose="020B0604020202020204" pitchFamily="34" charset="0"/>
            </a:endParaRPr>
          </a:p>
        </p:txBody>
      </p:sp>
      <p:sp>
        <p:nvSpPr>
          <p:cNvPr id="92162" name="Rectangle 2">
            <a:extLst>
              <a:ext uri="{FF2B5EF4-FFF2-40B4-BE49-F238E27FC236}">
                <a16:creationId xmlns:a16="http://schemas.microsoft.com/office/drawing/2014/main" id="{E53E21EB-2363-9943-91ED-095791C7087C}"/>
              </a:ext>
            </a:extLst>
          </p:cNvPr>
          <p:cNvSpPr>
            <a:spLocks noGrp="1" noRot="1" noChangeAspect="1" noChangeArrowheads="1" noTextEdit="1"/>
          </p:cNvSpPr>
          <p:nvPr>
            <p:ph type="sldImg"/>
          </p:nvPr>
        </p:nvSpPr>
        <p:spPr>
          <a:ln/>
        </p:spPr>
      </p:sp>
      <p:sp>
        <p:nvSpPr>
          <p:cNvPr id="92163" name="Rectangle 3">
            <a:extLst>
              <a:ext uri="{FF2B5EF4-FFF2-40B4-BE49-F238E27FC236}">
                <a16:creationId xmlns:a16="http://schemas.microsoft.com/office/drawing/2014/main" id="{B1914B54-87A9-4F4B-BEEA-79669006D15F}"/>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2844648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09" name="Rectangle 7">
            <a:extLst>
              <a:ext uri="{FF2B5EF4-FFF2-40B4-BE49-F238E27FC236}">
                <a16:creationId xmlns:a16="http://schemas.microsoft.com/office/drawing/2014/main" id="{1CBD2766-C242-E145-960F-154B9491A54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FFD6BCE-3101-9A4E-BAE1-FEB98D7945D9}" type="slidenum">
              <a:rPr lang="en-US" altLang="zh-CN" sz="1200">
                <a:latin typeface="Arial" panose="020B0604020202020204" pitchFamily="34" charset="0"/>
              </a:rPr>
              <a:pPr/>
              <a:t>38</a:t>
            </a:fld>
            <a:endParaRPr lang="en-US" altLang="zh-CN" sz="1200">
              <a:latin typeface="Arial" panose="020B0604020202020204" pitchFamily="34" charset="0"/>
            </a:endParaRPr>
          </a:p>
        </p:txBody>
      </p:sp>
      <p:sp>
        <p:nvSpPr>
          <p:cNvPr id="94210" name="Rectangle 2">
            <a:extLst>
              <a:ext uri="{FF2B5EF4-FFF2-40B4-BE49-F238E27FC236}">
                <a16:creationId xmlns:a16="http://schemas.microsoft.com/office/drawing/2014/main" id="{5C228D17-692E-6941-B9A6-DE8E20C7E502}"/>
              </a:ext>
            </a:extLst>
          </p:cNvPr>
          <p:cNvSpPr>
            <a:spLocks noGrp="1" noRot="1" noChangeAspect="1" noChangeArrowheads="1" noTextEdit="1"/>
          </p:cNvSpPr>
          <p:nvPr>
            <p:ph type="sldImg"/>
          </p:nvPr>
        </p:nvSpPr>
        <p:spPr>
          <a:ln/>
        </p:spPr>
      </p:sp>
      <p:sp>
        <p:nvSpPr>
          <p:cNvPr id="94211" name="Rectangle 3">
            <a:extLst>
              <a:ext uri="{FF2B5EF4-FFF2-40B4-BE49-F238E27FC236}">
                <a16:creationId xmlns:a16="http://schemas.microsoft.com/office/drawing/2014/main" id="{D0E4ECA1-2DD2-1B49-87DE-EA971CD3218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84903978"/>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7" name="Rectangle 7">
            <a:extLst>
              <a:ext uri="{FF2B5EF4-FFF2-40B4-BE49-F238E27FC236}">
                <a16:creationId xmlns:a16="http://schemas.microsoft.com/office/drawing/2014/main" id="{91FC2E0B-7831-AC41-9712-EF4046C6004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3CC489F-545B-9C41-B2C2-9C914192F4A0}" type="slidenum">
              <a:rPr lang="en-US" altLang="zh-CN" sz="1200">
                <a:latin typeface="Arial" panose="020B0604020202020204" pitchFamily="34" charset="0"/>
              </a:rPr>
              <a:pPr/>
              <a:t>39</a:t>
            </a:fld>
            <a:endParaRPr lang="en-US" altLang="zh-CN" sz="1200">
              <a:latin typeface="Arial" panose="020B0604020202020204" pitchFamily="34" charset="0"/>
            </a:endParaRPr>
          </a:p>
        </p:txBody>
      </p:sp>
      <p:sp>
        <p:nvSpPr>
          <p:cNvPr id="96258" name="Rectangle 2">
            <a:extLst>
              <a:ext uri="{FF2B5EF4-FFF2-40B4-BE49-F238E27FC236}">
                <a16:creationId xmlns:a16="http://schemas.microsoft.com/office/drawing/2014/main" id="{25826116-6238-4641-8EA8-93419EC29E9F}"/>
              </a:ext>
            </a:extLst>
          </p:cNvPr>
          <p:cNvSpPr>
            <a:spLocks noGrp="1" noRot="1" noChangeAspect="1" noChangeArrowheads="1" noTextEdit="1"/>
          </p:cNvSpPr>
          <p:nvPr>
            <p:ph type="sldImg"/>
          </p:nvPr>
        </p:nvSpPr>
        <p:spPr>
          <a:ln/>
        </p:spPr>
      </p:sp>
      <p:sp>
        <p:nvSpPr>
          <p:cNvPr id="96259" name="Rectangle 3">
            <a:extLst>
              <a:ext uri="{FF2B5EF4-FFF2-40B4-BE49-F238E27FC236}">
                <a16:creationId xmlns:a16="http://schemas.microsoft.com/office/drawing/2014/main" id="{F50A6940-E978-B648-ACC2-145EE6820C1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84085963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5" name="Rectangle 7">
            <a:extLst>
              <a:ext uri="{FF2B5EF4-FFF2-40B4-BE49-F238E27FC236}">
                <a16:creationId xmlns:a16="http://schemas.microsoft.com/office/drawing/2014/main" id="{CB84D2E3-FD0F-3A4E-85D1-CAC60784D63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6AB3B71-5A46-6D40-9DA8-E9A967AA6B4C}" type="slidenum">
              <a:rPr lang="en-US" altLang="zh-CN" sz="1200">
                <a:latin typeface="Arial" panose="020B0604020202020204" pitchFamily="34" charset="0"/>
              </a:rPr>
              <a:pPr/>
              <a:t>40</a:t>
            </a:fld>
            <a:endParaRPr lang="en-US" altLang="zh-CN" sz="1200">
              <a:latin typeface="Arial" panose="020B0604020202020204" pitchFamily="34" charset="0"/>
            </a:endParaRPr>
          </a:p>
        </p:txBody>
      </p:sp>
      <p:sp>
        <p:nvSpPr>
          <p:cNvPr id="98306" name="Rectangle 2">
            <a:extLst>
              <a:ext uri="{FF2B5EF4-FFF2-40B4-BE49-F238E27FC236}">
                <a16:creationId xmlns:a16="http://schemas.microsoft.com/office/drawing/2014/main" id="{85D3ECF5-3306-4449-8278-3A21479F129D}"/>
              </a:ext>
            </a:extLst>
          </p:cNvPr>
          <p:cNvSpPr>
            <a:spLocks noGrp="1" noRot="1" noChangeAspect="1" noChangeArrowheads="1" noTextEdit="1"/>
          </p:cNvSpPr>
          <p:nvPr>
            <p:ph type="sldImg"/>
          </p:nvPr>
        </p:nvSpPr>
        <p:spPr>
          <a:ln/>
        </p:spPr>
      </p:sp>
      <p:sp>
        <p:nvSpPr>
          <p:cNvPr id="98307" name="Rectangle 3">
            <a:extLst>
              <a:ext uri="{FF2B5EF4-FFF2-40B4-BE49-F238E27FC236}">
                <a16:creationId xmlns:a16="http://schemas.microsoft.com/office/drawing/2014/main" id="{3002304A-84F8-5A4C-BC4E-6C7E5D1EF8A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zh-CN">
                <a:latin typeface="Arial" panose="020B0604020202020204" pitchFamily="34" charset="0"/>
                <a:ea typeface="宋体" panose="02010600030101010101" pitchFamily="2" charset="-122"/>
              </a:rPr>
              <a:t>127</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01111111</a:t>
            </a:r>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09369298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Rectangle 7">
            <a:extLst>
              <a:ext uri="{FF2B5EF4-FFF2-40B4-BE49-F238E27FC236}">
                <a16:creationId xmlns:a16="http://schemas.microsoft.com/office/drawing/2014/main" id="{F4CC89BA-F0A4-B246-8F69-F565707BD3A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2E169E8-69C8-C14B-8D7B-04C08FB8D900}" type="slidenum">
              <a:rPr lang="en-US" altLang="zh-CN" sz="1200">
                <a:latin typeface="Arial" panose="020B0604020202020204" pitchFamily="34" charset="0"/>
              </a:rPr>
              <a:pPr/>
              <a:t>41</a:t>
            </a:fld>
            <a:endParaRPr lang="en-US" altLang="zh-CN" sz="1200">
              <a:latin typeface="Arial" panose="020B0604020202020204" pitchFamily="34" charset="0"/>
            </a:endParaRPr>
          </a:p>
        </p:txBody>
      </p:sp>
      <p:sp>
        <p:nvSpPr>
          <p:cNvPr id="100354" name="Rectangle 2">
            <a:extLst>
              <a:ext uri="{FF2B5EF4-FFF2-40B4-BE49-F238E27FC236}">
                <a16:creationId xmlns:a16="http://schemas.microsoft.com/office/drawing/2014/main" id="{29ADAE13-BEFD-DE48-BC84-63CB21827E12}"/>
              </a:ext>
            </a:extLst>
          </p:cNvPr>
          <p:cNvSpPr>
            <a:spLocks noGrp="1" noRot="1" noChangeAspect="1" noChangeArrowheads="1" noTextEdit="1"/>
          </p:cNvSpPr>
          <p:nvPr>
            <p:ph type="sldImg"/>
          </p:nvPr>
        </p:nvSpPr>
        <p:spPr>
          <a:ln/>
        </p:spPr>
      </p:sp>
      <p:sp>
        <p:nvSpPr>
          <p:cNvPr id="100355" name="Rectangle 3">
            <a:extLst>
              <a:ext uri="{FF2B5EF4-FFF2-40B4-BE49-F238E27FC236}">
                <a16:creationId xmlns:a16="http://schemas.microsoft.com/office/drawing/2014/main" id="{46DF7100-6469-6E4A-9A30-4DDCFECD375F}"/>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680406203"/>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1" name="Rectangle 7">
            <a:extLst>
              <a:ext uri="{FF2B5EF4-FFF2-40B4-BE49-F238E27FC236}">
                <a16:creationId xmlns:a16="http://schemas.microsoft.com/office/drawing/2014/main" id="{FC119DE0-C0B0-D644-9397-4D3224E6756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00E6FF4-57E1-7846-A87D-E84F52E6DB91}" type="slidenum">
              <a:rPr lang="en-US" altLang="zh-CN" sz="1200">
                <a:latin typeface="Arial" panose="020B0604020202020204" pitchFamily="34" charset="0"/>
              </a:rPr>
              <a:pPr/>
              <a:t>42</a:t>
            </a:fld>
            <a:endParaRPr lang="en-US" altLang="zh-CN" sz="1200">
              <a:latin typeface="Arial" panose="020B0604020202020204" pitchFamily="34" charset="0"/>
            </a:endParaRPr>
          </a:p>
        </p:txBody>
      </p:sp>
      <p:sp>
        <p:nvSpPr>
          <p:cNvPr id="102402" name="Rectangle 2">
            <a:extLst>
              <a:ext uri="{FF2B5EF4-FFF2-40B4-BE49-F238E27FC236}">
                <a16:creationId xmlns:a16="http://schemas.microsoft.com/office/drawing/2014/main" id="{A6461A4C-C3BC-3446-8ECD-CA6557195535}"/>
              </a:ext>
            </a:extLst>
          </p:cNvPr>
          <p:cNvSpPr>
            <a:spLocks noGrp="1" noRot="1" noChangeAspect="1" noChangeArrowheads="1" noTextEdit="1"/>
          </p:cNvSpPr>
          <p:nvPr>
            <p:ph type="sldImg"/>
          </p:nvPr>
        </p:nvSpPr>
        <p:spPr>
          <a:ln/>
        </p:spPr>
      </p:sp>
      <p:sp>
        <p:nvSpPr>
          <p:cNvPr id="102403" name="Rectangle 3">
            <a:extLst>
              <a:ext uri="{FF2B5EF4-FFF2-40B4-BE49-F238E27FC236}">
                <a16:creationId xmlns:a16="http://schemas.microsoft.com/office/drawing/2014/main" id="{C3ED2313-B6E8-B64E-BE26-F83A662A883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04560262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49" name="Rectangle 7">
            <a:extLst>
              <a:ext uri="{FF2B5EF4-FFF2-40B4-BE49-F238E27FC236}">
                <a16:creationId xmlns:a16="http://schemas.microsoft.com/office/drawing/2014/main" id="{9AE6E8BC-1A3B-904A-9D6C-F3AB38628C2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77C0CB0-F10B-1048-9D6E-C7AD78D14188}" type="slidenum">
              <a:rPr lang="en-US" altLang="zh-CN" sz="1200">
                <a:latin typeface="Arial" panose="020B0604020202020204" pitchFamily="34" charset="0"/>
              </a:rPr>
              <a:pPr/>
              <a:t>43</a:t>
            </a:fld>
            <a:endParaRPr lang="en-US" altLang="zh-CN" sz="1200">
              <a:latin typeface="Arial" panose="020B0604020202020204" pitchFamily="34" charset="0"/>
            </a:endParaRPr>
          </a:p>
        </p:txBody>
      </p:sp>
      <p:sp>
        <p:nvSpPr>
          <p:cNvPr id="104450" name="Rectangle 2">
            <a:extLst>
              <a:ext uri="{FF2B5EF4-FFF2-40B4-BE49-F238E27FC236}">
                <a16:creationId xmlns:a16="http://schemas.microsoft.com/office/drawing/2014/main" id="{56CE0795-1385-8148-8DC6-026CFDD2CFBE}"/>
              </a:ext>
            </a:extLst>
          </p:cNvPr>
          <p:cNvSpPr>
            <a:spLocks noGrp="1" noRot="1" noChangeAspect="1" noChangeArrowheads="1" noTextEdit="1"/>
          </p:cNvSpPr>
          <p:nvPr>
            <p:ph type="sldImg"/>
          </p:nvPr>
        </p:nvSpPr>
        <p:spPr>
          <a:ln/>
        </p:spPr>
      </p:sp>
      <p:sp>
        <p:nvSpPr>
          <p:cNvPr id="104451" name="Rectangle 3">
            <a:extLst>
              <a:ext uri="{FF2B5EF4-FFF2-40B4-BE49-F238E27FC236}">
                <a16:creationId xmlns:a16="http://schemas.microsoft.com/office/drawing/2014/main" id="{2AFFE31A-E131-5B48-9B95-F78B819F313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840152218"/>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7" name="Rectangle 7">
            <a:extLst>
              <a:ext uri="{FF2B5EF4-FFF2-40B4-BE49-F238E27FC236}">
                <a16:creationId xmlns:a16="http://schemas.microsoft.com/office/drawing/2014/main" id="{D2367FA9-C4E4-BA40-AA8F-083887DE2B5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26DD8E3-86FF-A04F-9CA3-54A49D12B452}" type="slidenum">
              <a:rPr lang="en-US" altLang="zh-CN" sz="1200">
                <a:latin typeface="Arial" panose="020B0604020202020204" pitchFamily="34" charset="0"/>
              </a:rPr>
              <a:pPr/>
              <a:t>44</a:t>
            </a:fld>
            <a:endParaRPr lang="en-US" altLang="zh-CN" sz="1200">
              <a:latin typeface="Arial" panose="020B0604020202020204" pitchFamily="34" charset="0"/>
            </a:endParaRPr>
          </a:p>
        </p:txBody>
      </p:sp>
      <p:sp>
        <p:nvSpPr>
          <p:cNvPr id="106498" name="Rectangle 2">
            <a:extLst>
              <a:ext uri="{FF2B5EF4-FFF2-40B4-BE49-F238E27FC236}">
                <a16:creationId xmlns:a16="http://schemas.microsoft.com/office/drawing/2014/main" id="{31CB87F8-7F63-AB4B-8CEF-B2AC92F6AEEF}"/>
              </a:ext>
            </a:extLst>
          </p:cNvPr>
          <p:cNvSpPr>
            <a:spLocks noGrp="1" noRot="1" noChangeAspect="1" noChangeArrowheads="1" noTextEdit="1"/>
          </p:cNvSpPr>
          <p:nvPr>
            <p:ph type="sldImg"/>
          </p:nvPr>
        </p:nvSpPr>
        <p:spPr>
          <a:ln/>
        </p:spPr>
      </p:sp>
      <p:sp>
        <p:nvSpPr>
          <p:cNvPr id="106499" name="Rectangle 3">
            <a:extLst>
              <a:ext uri="{FF2B5EF4-FFF2-40B4-BE49-F238E27FC236}">
                <a16:creationId xmlns:a16="http://schemas.microsoft.com/office/drawing/2014/main" id="{CDA31A6B-A3BF-544C-B8E5-5335469787D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766692109"/>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5" name="Rectangle 7">
            <a:extLst>
              <a:ext uri="{FF2B5EF4-FFF2-40B4-BE49-F238E27FC236}">
                <a16:creationId xmlns:a16="http://schemas.microsoft.com/office/drawing/2014/main" id="{DF6A4D70-A172-914A-9F25-70FAB7DBD56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9A2B461-61F9-0A49-B29B-C579ED217CCA}" type="slidenum">
              <a:rPr lang="en-US" altLang="zh-CN" sz="1200">
                <a:latin typeface="Arial" panose="020B0604020202020204" pitchFamily="34" charset="0"/>
              </a:rPr>
              <a:pPr/>
              <a:t>45</a:t>
            </a:fld>
            <a:endParaRPr lang="en-US" altLang="zh-CN" sz="1200">
              <a:latin typeface="Arial" panose="020B0604020202020204" pitchFamily="34" charset="0"/>
            </a:endParaRPr>
          </a:p>
        </p:txBody>
      </p:sp>
      <p:sp>
        <p:nvSpPr>
          <p:cNvPr id="108546" name="Rectangle 2">
            <a:extLst>
              <a:ext uri="{FF2B5EF4-FFF2-40B4-BE49-F238E27FC236}">
                <a16:creationId xmlns:a16="http://schemas.microsoft.com/office/drawing/2014/main" id="{0B6D3CA4-D038-2B49-A2DA-83DD8E775ABF}"/>
              </a:ext>
            </a:extLst>
          </p:cNvPr>
          <p:cNvSpPr>
            <a:spLocks noGrp="1" noRot="1" noChangeAspect="1" noChangeArrowheads="1" noTextEdit="1"/>
          </p:cNvSpPr>
          <p:nvPr>
            <p:ph type="sldImg"/>
          </p:nvPr>
        </p:nvSpPr>
        <p:spPr>
          <a:ln/>
        </p:spPr>
      </p:sp>
      <p:sp>
        <p:nvSpPr>
          <p:cNvPr id="108547" name="Rectangle 3">
            <a:extLst>
              <a:ext uri="{FF2B5EF4-FFF2-40B4-BE49-F238E27FC236}">
                <a16:creationId xmlns:a16="http://schemas.microsoft.com/office/drawing/2014/main" id="{39EB1E39-2DDA-5C40-9E6F-D6AA1C789DE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67656111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3" name="Rectangle 7">
            <a:extLst>
              <a:ext uri="{FF2B5EF4-FFF2-40B4-BE49-F238E27FC236}">
                <a16:creationId xmlns:a16="http://schemas.microsoft.com/office/drawing/2014/main" id="{21C12C9F-F44B-874F-BC1C-7CD5F26F0EC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65FA028-3DE0-5341-AABE-2AE4C2EF93B1}" type="slidenum">
              <a:rPr lang="en-US" altLang="zh-CN" sz="1200">
                <a:latin typeface="Arial" panose="020B0604020202020204" pitchFamily="34" charset="0"/>
              </a:rPr>
              <a:pPr/>
              <a:t>46</a:t>
            </a:fld>
            <a:endParaRPr lang="en-US" altLang="zh-CN" sz="1200">
              <a:latin typeface="Arial" panose="020B0604020202020204" pitchFamily="34" charset="0"/>
            </a:endParaRPr>
          </a:p>
        </p:txBody>
      </p:sp>
      <p:sp>
        <p:nvSpPr>
          <p:cNvPr id="110594" name="Rectangle 2">
            <a:extLst>
              <a:ext uri="{FF2B5EF4-FFF2-40B4-BE49-F238E27FC236}">
                <a16:creationId xmlns:a16="http://schemas.microsoft.com/office/drawing/2014/main" id="{346C2DF7-B124-B043-954A-C8EB373F6AF3}"/>
              </a:ext>
            </a:extLst>
          </p:cNvPr>
          <p:cNvSpPr>
            <a:spLocks noGrp="1" noRot="1" noChangeAspect="1" noChangeArrowheads="1" noTextEdit="1"/>
          </p:cNvSpPr>
          <p:nvPr>
            <p:ph type="sldImg"/>
          </p:nvPr>
        </p:nvSpPr>
        <p:spPr>
          <a:ln/>
        </p:spPr>
      </p:sp>
      <p:sp>
        <p:nvSpPr>
          <p:cNvPr id="110595" name="Rectangle 3">
            <a:extLst>
              <a:ext uri="{FF2B5EF4-FFF2-40B4-BE49-F238E27FC236}">
                <a16:creationId xmlns:a16="http://schemas.microsoft.com/office/drawing/2014/main" id="{33AE55C3-AD04-5349-A560-F5114DF8A23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775513931"/>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1" name="Rectangle 7">
            <a:extLst>
              <a:ext uri="{FF2B5EF4-FFF2-40B4-BE49-F238E27FC236}">
                <a16:creationId xmlns:a16="http://schemas.microsoft.com/office/drawing/2014/main" id="{1BC23213-B42A-204B-97D9-5D28BC94003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3EA9741-33EB-4745-95B1-2B88DA4C8C68}" type="slidenum">
              <a:rPr lang="en-US" altLang="zh-CN" sz="1200">
                <a:latin typeface="Arial" panose="020B0604020202020204" pitchFamily="34" charset="0"/>
              </a:rPr>
              <a:pPr/>
              <a:t>47</a:t>
            </a:fld>
            <a:endParaRPr lang="en-US" altLang="zh-CN" sz="1200">
              <a:latin typeface="Arial" panose="020B0604020202020204" pitchFamily="34" charset="0"/>
            </a:endParaRPr>
          </a:p>
        </p:txBody>
      </p:sp>
      <p:sp>
        <p:nvSpPr>
          <p:cNvPr id="112642" name="Rectangle 2">
            <a:extLst>
              <a:ext uri="{FF2B5EF4-FFF2-40B4-BE49-F238E27FC236}">
                <a16:creationId xmlns:a16="http://schemas.microsoft.com/office/drawing/2014/main" id="{1D45A39D-D393-EF44-9688-C4D0FCF5F1F3}"/>
              </a:ext>
            </a:extLst>
          </p:cNvPr>
          <p:cNvSpPr>
            <a:spLocks noGrp="1" noRot="1" noChangeAspect="1" noChangeArrowheads="1" noTextEdit="1"/>
          </p:cNvSpPr>
          <p:nvPr>
            <p:ph type="sldImg"/>
          </p:nvPr>
        </p:nvSpPr>
        <p:spPr>
          <a:ln/>
        </p:spPr>
      </p:sp>
      <p:sp>
        <p:nvSpPr>
          <p:cNvPr id="112643" name="Rectangle 3">
            <a:extLst>
              <a:ext uri="{FF2B5EF4-FFF2-40B4-BE49-F238E27FC236}">
                <a16:creationId xmlns:a16="http://schemas.microsoft.com/office/drawing/2014/main" id="{A8F81BF7-882D-BC43-B894-FDBE1D0E941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55493945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89" name="Rectangle 7">
            <a:extLst>
              <a:ext uri="{FF2B5EF4-FFF2-40B4-BE49-F238E27FC236}">
                <a16:creationId xmlns:a16="http://schemas.microsoft.com/office/drawing/2014/main" id="{72404A6B-FCDF-E44E-A3AC-E16B706540B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19E5BDD-C921-9F41-947C-FA13BB07BA2A}" type="slidenum">
              <a:rPr lang="en-US" altLang="zh-CN" sz="1200">
                <a:latin typeface="Arial" panose="020B0604020202020204" pitchFamily="34" charset="0"/>
              </a:rPr>
              <a:pPr/>
              <a:t>48</a:t>
            </a:fld>
            <a:endParaRPr lang="en-US" altLang="zh-CN" sz="1200">
              <a:latin typeface="Arial" panose="020B0604020202020204" pitchFamily="34" charset="0"/>
            </a:endParaRPr>
          </a:p>
        </p:txBody>
      </p:sp>
      <p:sp>
        <p:nvSpPr>
          <p:cNvPr id="114690" name="Rectangle 2">
            <a:extLst>
              <a:ext uri="{FF2B5EF4-FFF2-40B4-BE49-F238E27FC236}">
                <a16:creationId xmlns:a16="http://schemas.microsoft.com/office/drawing/2014/main" id="{FB61EB17-CC42-0C4D-B395-A4394FD127B3}"/>
              </a:ext>
            </a:extLst>
          </p:cNvPr>
          <p:cNvSpPr>
            <a:spLocks noGrp="1" noRot="1" noChangeAspect="1" noChangeArrowheads="1" noTextEdit="1"/>
          </p:cNvSpPr>
          <p:nvPr>
            <p:ph type="sldImg"/>
          </p:nvPr>
        </p:nvSpPr>
        <p:spPr>
          <a:ln/>
        </p:spPr>
      </p:sp>
      <p:sp>
        <p:nvSpPr>
          <p:cNvPr id="114691" name="Rectangle 3">
            <a:extLst>
              <a:ext uri="{FF2B5EF4-FFF2-40B4-BE49-F238E27FC236}">
                <a16:creationId xmlns:a16="http://schemas.microsoft.com/office/drawing/2014/main" id="{3AB52162-CEAA-DB4A-B18A-B02A276AC16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788437942"/>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7" name="Rectangle 7">
            <a:extLst>
              <a:ext uri="{FF2B5EF4-FFF2-40B4-BE49-F238E27FC236}">
                <a16:creationId xmlns:a16="http://schemas.microsoft.com/office/drawing/2014/main" id="{5BEF9C07-10A4-E04D-B4A5-C7112C66706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6D8BE8D4-35B1-544D-B17A-95B806E89EB0}" type="slidenum">
              <a:rPr lang="en-US" altLang="zh-CN" sz="1200">
                <a:latin typeface="Arial" panose="020B0604020202020204" pitchFamily="34" charset="0"/>
              </a:rPr>
              <a:pPr/>
              <a:t>49</a:t>
            </a:fld>
            <a:endParaRPr lang="en-US" altLang="zh-CN" sz="1200">
              <a:latin typeface="Arial" panose="020B0604020202020204" pitchFamily="34" charset="0"/>
            </a:endParaRPr>
          </a:p>
        </p:txBody>
      </p:sp>
      <p:sp>
        <p:nvSpPr>
          <p:cNvPr id="116738" name="Rectangle 2">
            <a:extLst>
              <a:ext uri="{FF2B5EF4-FFF2-40B4-BE49-F238E27FC236}">
                <a16:creationId xmlns:a16="http://schemas.microsoft.com/office/drawing/2014/main" id="{1E5EFEEA-624C-EE40-9F83-4B9533330424}"/>
              </a:ext>
            </a:extLst>
          </p:cNvPr>
          <p:cNvSpPr>
            <a:spLocks noGrp="1" noRot="1" noChangeAspect="1" noChangeArrowheads="1" noTextEdit="1"/>
          </p:cNvSpPr>
          <p:nvPr>
            <p:ph type="sldImg"/>
          </p:nvPr>
        </p:nvSpPr>
        <p:spPr>
          <a:ln/>
        </p:spPr>
      </p:sp>
      <p:sp>
        <p:nvSpPr>
          <p:cNvPr id="116739" name="Rectangle 3">
            <a:extLst>
              <a:ext uri="{FF2B5EF4-FFF2-40B4-BE49-F238E27FC236}">
                <a16:creationId xmlns:a16="http://schemas.microsoft.com/office/drawing/2014/main" id="{72B0479E-812E-094B-B968-EBA24CC619F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98565175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5" name="Rectangle 7">
            <a:extLst>
              <a:ext uri="{FF2B5EF4-FFF2-40B4-BE49-F238E27FC236}">
                <a16:creationId xmlns:a16="http://schemas.microsoft.com/office/drawing/2014/main" id="{921856EF-8CF2-6340-9348-D4A18E37F13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2AFFEAD-0F1E-8C4F-BF0F-AAAE4A456AE1}" type="slidenum">
              <a:rPr lang="en-US" altLang="zh-CN" sz="1200">
                <a:latin typeface="Arial" panose="020B0604020202020204" pitchFamily="34" charset="0"/>
              </a:rPr>
              <a:pPr/>
              <a:t>50</a:t>
            </a:fld>
            <a:endParaRPr lang="en-US" altLang="zh-CN" sz="1200">
              <a:latin typeface="Arial" panose="020B0604020202020204" pitchFamily="34" charset="0"/>
            </a:endParaRPr>
          </a:p>
        </p:txBody>
      </p:sp>
      <p:sp>
        <p:nvSpPr>
          <p:cNvPr id="118786" name="Rectangle 2">
            <a:extLst>
              <a:ext uri="{FF2B5EF4-FFF2-40B4-BE49-F238E27FC236}">
                <a16:creationId xmlns:a16="http://schemas.microsoft.com/office/drawing/2014/main" id="{8BE1DE1B-0524-B346-AD76-546EE43B22CC}"/>
              </a:ext>
            </a:extLst>
          </p:cNvPr>
          <p:cNvSpPr>
            <a:spLocks noGrp="1" noRot="1" noChangeAspect="1" noChangeArrowheads="1" noTextEdit="1"/>
          </p:cNvSpPr>
          <p:nvPr>
            <p:ph type="sldImg"/>
          </p:nvPr>
        </p:nvSpPr>
        <p:spPr>
          <a:ln/>
        </p:spPr>
      </p:sp>
      <p:sp>
        <p:nvSpPr>
          <p:cNvPr id="118787" name="Rectangle 3">
            <a:extLst>
              <a:ext uri="{FF2B5EF4-FFF2-40B4-BE49-F238E27FC236}">
                <a16:creationId xmlns:a16="http://schemas.microsoft.com/office/drawing/2014/main" id="{FBAC4EC3-83C0-464F-8DB9-D619AAB295C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272172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Rectangle 7">
            <a:extLst>
              <a:ext uri="{FF2B5EF4-FFF2-40B4-BE49-F238E27FC236}">
                <a16:creationId xmlns:a16="http://schemas.microsoft.com/office/drawing/2014/main" id="{F4CBFE65-E6F7-9048-BECA-CE4984AF78F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486D079-377B-E442-B803-9E858D633F0E}" type="slidenum">
              <a:rPr lang="en-US" altLang="zh-CN" sz="1200">
                <a:latin typeface="Arial" panose="020B0604020202020204" pitchFamily="34" charset="0"/>
              </a:rPr>
              <a:pPr/>
              <a:t>51</a:t>
            </a:fld>
            <a:endParaRPr lang="en-US" altLang="zh-CN" sz="1200">
              <a:latin typeface="Arial" panose="020B0604020202020204" pitchFamily="34" charset="0"/>
            </a:endParaRPr>
          </a:p>
        </p:txBody>
      </p:sp>
      <p:sp>
        <p:nvSpPr>
          <p:cNvPr id="120834" name="Rectangle 2">
            <a:extLst>
              <a:ext uri="{FF2B5EF4-FFF2-40B4-BE49-F238E27FC236}">
                <a16:creationId xmlns:a16="http://schemas.microsoft.com/office/drawing/2014/main" id="{4D9DE958-621A-9B4F-B520-CE29B207D68A}"/>
              </a:ext>
            </a:extLst>
          </p:cNvPr>
          <p:cNvSpPr>
            <a:spLocks noGrp="1" noRot="1" noChangeAspect="1" noChangeArrowheads="1" noTextEdit="1"/>
          </p:cNvSpPr>
          <p:nvPr>
            <p:ph type="sldImg"/>
          </p:nvPr>
        </p:nvSpPr>
        <p:spPr>
          <a:ln/>
        </p:spPr>
      </p:sp>
      <p:sp>
        <p:nvSpPr>
          <p:cNvPr id="120835" name="Rectangle 3">
            <a:extLst>
              <a:ext uri="{FF2B5EF4-FFF2-40B4-BE49-F238E27FC236}">
                <a16:creationId xmlns:a16="http://schemas.microsoft.com/office/drawing/2014/main" id="{A0489414-A9FF-4F43-846B-583FE807E74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675309169"/>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1" name="幻灯片图像占位符 1">
            <a:extLst>
              <a:ext uri="{FF2B5EF4-FFF2-40B4-BE49-F238E27FC236}">
                <a16:creationId xmlns:a16="http://schemas.microsoft.com/office/drawing/2014/main" id="{B293E8F2-BDA9-5845-8F08-FD270EA748CD}"/>
              </a:ext>
            </a:extLst>
          </p:cNvPr>
          <p:cNvSpPr>
            <a:spLocks noGrp="1" noRot="1" noChangeAspect="1" noChangeArrowheads="1" noTextEdit="1"/>
          </p:cNvSpPr>
          <p:nvPr>
            <p:ph type="sldImg"/>
          </p:nvPr>
        </p:nvSpPr>
        <p:spPr>
          <a:ln/>
        </p:spPr>
      </p:sp>
      <p:sp>
        <p:nvSpPr>
          <p:cNvPr id="122882" name="备注占位符 2">
            <a:extLst>
              <a:ext uri="{FF2B5EF4-FFF2-40B4-BE49-F238E27FC236}">
                <a16:creationId xmlns:a16="http://schemas.microsoft.com/office/drawing/2014/main" id="{A760BA8F-3706-C642-9A95-01FC1F643E7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zh-CN">
                <a:latin typeface="Arial" panose="020B0604020202020204" pitchFamily="34" charset="0"/>
                <a:ea typeface="宋体" panose="02010600030101010101" pitchFamily="2" charset="-122"/>
              </a:rPr>
              <a:t>127.0.0.1</a:t>
            </a:r>
            <a:r>
              <a:rPr lang="zh-CN" altLang="en-US">
                <a:latin typeface="Arial" panose="020B0604020202020204" pitchFamily="34" charset="0"/>
                <a:ea typeface="宋体" panose="02010600030101010101" pitchFamily="2" charset="-122"/>
              </a:rPr>
              <a:t>，通常被称为本地回环地址</a:t>
            </a:r>
            <a:r>
              <a:rPr lang="en-US" altLang="zh-CN">
                <a:latin typeface="Arial" panose="020B0604020202020204" pitchFamily="34" charset="0"/>
                <a:ea typeface="宋体" panose="02010600030101010101" pitchFamily="2" charset="-122"/>
              </a:rPr>
              <a:t>(Loop back address)</a:t>
            </a:r>
            <a:r>
              <a:rPr lang="zh-CN" altLang="en-US">
                <a:latin typeface="Arial" panose="020B0604020202020204" pitchFamily="34" charset="0"/>
                <a:ea typeface="宋体" panose="02010600030101010101" pitchFamily="2" charset="-122"/>
              </a:rPr>
              <a:t>，不属于任何一个有类别地址类。它代表设备的本地虚拟接口，所以默认被看作是永远不会宕掉的接口。在</a:t>
            </a:r>
            <a:r>
              <a:rPr lang="en-US" altLang="zh-CN">
                <a:latin typeface="Arial" panose="020B0604020202020204" pitchFamily="34" charset="0"/>
                <a:ea typeface="宋体" panose="02010600030101010101" pitchFamily="2" charset="-122"/>
              </a:rPr>
              <a:t>windows</a:t>
            </a:r>
            <a:r>
              <a:rPr lang="zh-CN" altLang="en-US">
                <a:latin typeface="Arial" panose="020B0604020202020204" pitchFamily="34" charset="0"/>
                <a:ea typeface="宋体" panose="02010600030101010101" pitchFamily="2" charset="-122"/>
              </a:rPr>
              <a:t>操作系统中也有相似的定义，所以通常在不安装网卡前就可以</a:t>
            </a:r>
            <a:r>
              <a:rPr lang="en-US" altLang="zh-CN">
                <a:latin typeface="Arial" panose="020B0604020202020204" pitchFamily="34" charset="0"/>
                <a:ea typeface="宋体" panose="02010600030101010101" pitchFamily="2" charset="-122"/>
              </a:rPr>
              <a:t>ping</a:t>
            </a:r>
            <a:r>
              <a:rPr lang="zh-CN" altLang="en-US">
                <a:latin typeface="Arial" panose="020B0604020202020204" pitchFamily="34" charset="0"/>
                <a:ea typeface="宋体" panose="02010600030101010101" pitchFamily="2" charset="-122"/>
              </a:rPr>
              <a:t>通这个本地回环地址。一般都会用来检查本地网络协议、基本数据接口等是否正常的。</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主要作用有两个：一是测试本机的网络配置，能</a:t>
            </a:r>
            <a:r>
              <a:rPr lang="en-US" altLang="zh-CN">
                <a:latin typeface="Arial" panose="020B0604020202020204" pitchFamily="34" charset="0"/>
                <a:ea typeface="宋体" panose="02010600030101010101" pitchFamily="2" charset="-122"/>
              </a:rPr>
              <a:t>PING</a:t>
            </a:r>
            <a:r>
              <a:rPr lang="zh-CN" altLang="en-US">
                <a:latin typeface="Arial" panose="020B0604020202020204" pitchFamily="34" charset="0"/>
                <a:ea typeface="宋体" panose="02010600030101010101" pitchFamily="2" charset="-122"/>
              </a:rPr>
              <a:t>通</a:t>
            </a:r>
            <a:r>
              <a:rPr lang="en-US" altLang="zh-CN">
                <a:latin typeface="Arial" panose="020B0604020202020204" pitchFamily="34" charset="0"/>
                <a:ea typeface="宋体" panose="02010600030101010101" pitchFamily="2" charset="-122"/>
              </a:rPr>
              <a:t>127.0.0.1</a:t>
            </a:r>
            <a:r>
              <a:rPr lang="zh-CN" altLang="en-US">
                <a:latin typeface="Arial" panose="020B0604020202020204" pitchFamily="34" charset="0"/>
                <a:ea typeface="宋体" panose="02010600030101010101" pitchFamily="2" charset="-122"/>
              </a:rPr>
              <a:t>说明本机的网卡和</a:t>
            </a:r>
            <a:r>
              <a:rPr lang="en-US" altLang="zh-CN">
                <a:latin typeface="Arial" panose="020B0604020202020204" pitchFamily="34" charset="0"/>
                <a:ea typeface="宋体" panose="02010600030101010101" pitchFamily="2" charset="-122"/>
              </a:rPr>
              <a:t>IP</a:t>
            </a:r>
            <a:r>
              <a:rPr lang="zh-CN" altLang="en-US">
                <a:latin typeface="Arial" panose="020B0604020202020204" pitchFamily="34" charset="0"/>
                <a:ea typeface="宋体" panose="02010600030101010101" pitchFamily="2" charset="-122"/>
              </a:rPr>
              <a:t>协议安装都没有问题；另一个作用是某些</a:t>
            </a:r>
            <a:r>
              <a:rPr lang="en-US" altLang="zh-CN">
                <a:latin typeface="Arial" panose="020B0604020202020204" pitchFamily="34" charset="0"/>
                <a:ea typeface="宋体" panose="02010600030101010101" pitchFamily="2" charset="-122"/>
              </a:rPr>
              <a:t>SERVER/CLIENT</a:t>
            </a:r>
            <a:r>
              <a:rPr lang="zh-CN" altLang="en-US">
                <a:latin typeface="Arial" panose="020B0604020202020204" pitchFamily="34" charset="0"/>
                <a:ea typeface="宋体" panose="02010600030101010101" pitchFamily="2" charset="-122"/>
              </a:rPr>
              <a:t>的应用程序在运行时需调用服务器上的资源，一般要指定</a:t>
            </a:r>
            <a:r>
              <a:rPr lang="en-US" altLang="zh-CN">
                <a:latin typeface="Arial" panose="020B0604020202020204" pitchFamily="34" charset="0"/>
                <a:ea typeface="宋体" panose="02010600030101010101" pitchFamily="2" charset="-122"/>
              </a:rPr>
              <a:t>SERVER</a:t>
            </a:r>
            <a:r>
              <a:rPr lang="zh-CN" altLang="en-US">
                <a:latin typeface="Arial" panose="020B0604020202020204" pitchFamily="34" charset="0"/>
                <a:ea typeface="宋体" panose="02010600030101010101" pitchFamily="2" charset="-122"/>
              </a:rPr>
              <a:t>的</a:t>
            </a:r>
            <a:r>
              <a:rPr lang="en-US" altLang="zh-CN">
                <a:latin typeface="Arial" panose="020B0604020202020204" pitchFamily="34" charset="0"/>
                <a:ea typeface="宋体" panose="02010600030101010101" pitchFamily="2" charset="-122"/>
              </a:rPr>
              <a:t>IP</a:t>
            </a:r>
            <a:r>
              <a:rPr lang="zh-CN" altLang="en-US">
                <a:latin typeface="Arial" panose="020B0604020202020204" pitchFamily="34" charset="0"/>
                <a:ea typeface="宋体" panose="02010600030101010101" pitchFamily="2" charset="-122"/>
              </a:rPr>
              <a:t>地址，但当该程序要在同一台机器上运行而没有别的</a:t>
            </a:r>
            <a:r>
              <a:rPr lang="en-US" altLang="zh-CN">
                <a:latin typeface="Arial" panose="020B0604020202020204" pitchFamily="34" charset="0"/>
                <a:ea typeface="宋体" panose="02010600030101010101" pitchFamily="2" charset="-122"/>
              </a:rPr>
              <a:t>SERVER</a:t>
            </a:r>
            <a:r>
              <a:rPr lang="zh-CN" altLang="en-US">
                <a:latin typeface="Arial" panose="020B0604020202020204" pitchFamily="34" charset="0"/>
                <a:ea typeface="宋体" panose="02010600030101010101" pitchFamily="2" charset="-122"/>
              </a:rPr>
              <a:t>时就可以把</a:t>
            </a:r>
            <a:r>
              <a:rPr lang="en-US" altLang="zh-CN">
                <a:latin typeface="Arial" panose="020B0604020202020204" pitchFamily="34" charset="0"/>
                <a:ea typeface="宋体" panose="02010600030101010101" pitchFamily="2" charset="-122"/>
              </a:rPr>
              <a:t>SERVER</a:t>
            </a:r>
            <a:r>
              <a:rPr lang="zh-CN" altLang="en-US">
                <a:latin typeface="Arial" panose="020B0604020202020204" pitchFamily="34" charset="0"/>
                <a:ea typeface="宋体" panose="02010600030101010101" pitchFamily="2" charset="-122"/>
              </a:rPr>
              <a:t>的资源装在本机，</a:t>
            </a:r>
            <a:r>
              <a:rPr lang="en-US" altLang="zh-CN">
                <a:latin typeface="Arial" panose="020B0604020202020204" pitchFamily="34" charset="0"/>
                <a:ea typeface="宋体" panose="02010600030101010101" pitchFamily="2" charset="-122"/>
              </a:rPr>
              <a:t>SERVER</a:t>
            </a:r>
            <a:r>
              <a:rPr lang="zh-CN" altLang="en-US">
                <a:latin typeface="Arial" panose="020B0604020202020204" pitchFamily="34" charset="0"/>
                <a:ea typeface="宋体" panose="02010600030101010101" pitchFamily="2" charset="-122"/>
              </a:rPr>
              <a:t>的</a:t>
            </a:r>
            <a:r>
              <a:rPr lang="en-US" altLang="zh-CN">
                <a:latin typeface="Arial" panose="020B0604020202020204" pitchFamily="34" charset="0"/>
                <a:ea typeface="宋体" panose="02010600030101010101" pitchFamily="2" charset="-122"/>
              </a:rPr>
              <a:t>IP</a:t>
            </a:r>
            <a:r>
              <a:rPr lang="zh-CN" altLang="en-US">
                <a:latin typeface="Arial" panose="020B0604020202020204" pitchFamily="34" charset="0"/>
                <a:ea typeface="宋体" panose="02010600030101010101" pitchFamily="2" charset="-122"/>
              </a:rPr>
              <a:t>地址设为</a:t>
            </a:r>
            <a:r>
              <a:rPr lang="en-US" altLang="zh-CN">
                <a:latin typeface="Arial" panose="020B0604020202020204" pitchFamily="34" charset="0"/>
                <a:ea typeface="宋体" panose="02010600030101010101" pitchFamily="2" charset="-122"/>
              </a:rPr>
              <a:t>127.0.0.1</a:t>
            </a:r>
            <a:r>
              <a:rPr lang="zh-CN" altLang="en-US">
                <a:latin typeface="Arial" panose="020B0604020202020204" pitchFamily="34" charset="0"/>
                <a:ea typeface="宋体" panose="02010600030101010101" pitchFamily="2" charset="-122"/>
              </a:rPr>
              <a:t>也同样可以运行。</a:t>
            </a:r>
            <a:endParaRPr kumimoji="1" lang="zh-CN" altLang="en-US">
              <a:latin typeface="Arial" panose="020B0604020202020204" pitchFamily="34" charset="0"/>
              <a:ea typeface="宋体" panose="02010600030101010101" pitchFamily="2" charset="-122"/>
            </a:endParaRPr>
          </a:p>
        </p:txBody>
      </p:sp>
      <p:sp>
        <p:nvSpPr>
          <p:cNvPr id="122883" name="幻灯片编号占位符 3">
            <a:extLst>
              <a:ext uri="{FF2B5EF4-FFF2-40B4-BE49-F238E27FC236}">
                <a16:creationId xmlns:a16="http://schemas.microsoft.com/office/drawing/2014/main" id="{1EDD58AC-ADE1-784D-8F7C-2A208461484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921201E-865F-0846-9C2E-8C81EC4983E4}" type="slidenum">
              <a:rPr lang="en-US" altLang="zh-CN" sz="1200">
                <a:latin typeface="Arial" panose="020B0604020202020204" pitchFamily="34" charset="0"/>
              </a:rPr>
              <a:pPr/>
              <a:t>52</a:t>
            </a:fld>
            <a:endParaRPr lang="en-US" altLang="zh-CN" sz="1200">
              <a:latin typeface="Arial" panose="020B0604020202020204" pitchFamily="34" charset="0"/>
            </a:endParaRPr>
          </a:p>
        </p:txBody>
      </p:sp>
    </p:spTree>
    <p:extLst>
      <p:ext uri="{BB962C8B-B14F-4D97-AF65-F5344CB8AC3E}">
        <p14:creationId xmlns:p14="http://schemas.microsoft.com/office/powerpoint/2010/main" val="31437661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29" name="Rectangle 7">
            <a:extLst>
              <a:ext uri="{FF2B5EF4-FFF2-40B4-BE49-F238E27FC236}">
                <a16:creationId xmlns:a16="http://schemas.microsoft.com/office/drawing/2014/main" id="{7B339738-65A1-334B-B26F-C9E0DF01965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6C03225-CED5-7842-8DC8-5CFCC58B833E}" type="slidenum">
              <a:rPr lang="en-US" altLang="zh-CN" sz="1200">
                <a:latin typeface="Arial" panose="020B0604020202020204" pitchFamily="34" charset="0"/>
              </a:rPr>
              <a:pPr/>
              <a:t>53</a:t>
            </a:fld>
            <a:endParaRPr lang="en-US" altLang="zh-CN" sz="1200">
              <a:latin typeface="Arial" panose="020B0604020202020204" pitchFamily="34" charset="0"/>
            </a:endParaRPr>
          </a:p>
        </p:txBody>
      </p:sp>
      <p:sp>
        <p:nvSpPr>
          <p:cNvPr id="124930" name="Rectangle 2">
            <a:extLst>
              <a:ext uri="{FF2B5EF4-FFF2-40B4-BE49-F238E27FC236}">
                <a16:creationId xmlns:a16="http://schemas.microsoft.com/office/drawing/2014/main" id="{26D82971-A6DB-1548-B6B2-96DC69E53DF3}"/>
              </a:ext>
            </a:extLst>
          </p:cNvPr>
          <p:cNvSpPr>
            <a:spLocks noGrp="1" noRot="1" noChangeAspect="1" noChangeArrowheads="1" noTextEdit="1"/>
          </p:cNvSpPr>
          <p:nvPr>
            <p:ph type="sldImg"/>
          </p:nvPr>
        </p:nvSpPr>
        <p:spPr>
          <a:ln/>
        </p:spPr>
      </p:sp>
      <p:sp>
        <p:nvSpPr>
          <p:cNvPr id="124931" name="Rectangle 3">
            <a:extLst>
              <a:ext uri="{FF2B5EF4-FFF2-40B4-BE49-F238E27FC236}">
                <a16:creationId xmlns:a16="http://schemas.microsoft.com/office/drawing/2014/main" id="{B888F9F3-DDA0-4249-88C1-3FEF1C91AE6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992974652"/>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7" name="Rectangle 7">
            <a:extLst>
              <a:ext uri="{FF2B5EF4-FFF2-40B4-BE49-F238E27FC236}">
                <a16:creationId xmlns:a16="http://schemas.microsoft.com/office/drawing/2014/main" id="{EEC45681-83FB-D34A-84A8-8C78A2A83F0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250A975-8BF7-A04F-B791-EED1AEB37972}" type="slidenum">
              <a:rPr lang="en-US" altLang="zh-CN" sz="1200">
                <a:latin typeface="Arial" panose="020B0604020202020204" pitchFamily="34" charset="0"/>
              </a:rPr>
              <a:pPr/>
              <a:t>54</a:t>
            </a:fld>
            <a:endParaRPr lang="en-US" altLang="zh-CN" sz="1200">
              <a:latin typeface="Arial" panose="020B0604020202020204" pitchFamily="34" charset="0"/>
            </a:endParaRPr>
          </a:p>
        </p:txBody>
      </p:sp>
      <p:sp>
        <p:nvSpPr>
          <p:cNvPr id="126978" name="Rectangle 2">
            <a:extLst>
              <a:ext uri="{FF2B5EF4-FFF2-40B4-BE49-F238E27FC236}">
                <a16:creationId xmlns:a16="http://schemas.microsoft.com/office/drawing/2014/main" id="{AB5815CD-DFA4-284F-AD50-341297727B84}"/>
              </a:ext>
            </a:extLst>
          </p:cNvPr>
          <p:cNvSpPr>
            <a:spLocks noGrp="1" noRot="1" noChangeAspect="1" noChangeArrowheads="1" noTextEdit="1"/>
          </p:cNvSpPr>
          <p:nvPr>
            <p:ph type="sldImg"/>
          </p:nvPr>
        </p:nvSpPr>
        <p:spPr>
          <a:ln/>
        </p:spPr>
      </p:sp>
      <p:sp>
        <p:nvSpPr>
          <p:cNvPr id="126979" name="Rectangle 3">
            <a:extLst>
              <a:ext uri="{FF2B5EF4-FFF2-40B4-BE49-F238E27FC236}">
                <a16:creationId xmlns:a16="http://schemas.microsoft.com/office/drawing/2014/main" id="{C514A797-0F0E-8942-8B8A-0EF6510981F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492141685"/>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5" name="Rectangle 7">
            <a:extLst>
              <a:ext uri="{FF2B5EF4-FFF2-40B4-BE49-F238E27FC236}">
                <a16:creationId xmlns:a16="http://schemas.microsoft.com/office/drawing/2014/main" id="{8C8DE6DA-FA09-3645-9060-76C14142D7A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A3FB917-1849-B846-8EB8-E1D45C927CA6}" type="slidenum">
              <a:rPr lang="en-US" altLang="zh-CN" sz="1200">
                <a:latin typeface="Arial" panose="020B0604020202020204" pitchFamily="34" charset="0"/>
              </a:rPr>
              <a:pPr/>
              <a:t>55</a:t>
            </a:fld>
            <a:endParaRPr lang="en-US" altLang="zh-CN" sz="1200">
              <a:latin typeface="Arial" panose="020B0604020202020204" pitchFamily="34" charset="0"/>
            </a:endParaRPr>
          </a:p>
        </p:txBody>
      </p:sp>
      <p:sp>
        <p:nvSpPr>
          <p:cNvPr id="129026" name="Rectangle 2">
            <a:extLst>
              <a:ext uri="{FF2B5EF4-FFF2-40B4-BE49-F238E27FC236}">
                <a16:creationId xmlns:a16="http://schemas.microsoft.com/office/drawing/2014/main" id="{2DBA62D3-DC1B-2D4D-A841-29D2F7743EF6}"/>
              </a:ext>
            </a:extLst>
          </p:cNvPr>
          <p:cNvSpPr>
            <a:spLocks noGrp="1" noRot="1" noChangeAspect="1" noChangeArrowheads="1" noTextEdit="1"/>
          </p:cNvSpPr>
          <p:nvPr>
            <p:ph type="sldImg"/>
          </p:nvPr>
        </p:nvSpPr>
        <p:spPr>
          <a:ln/>
        </p:spPr>
      </p:sp>
      <p:sp>
        <p:nvSpPr>
          <p:cNvPr id="129027" name="Rectangle 3">
            <a:extLst>
              <a:ext uri="{FF2B5EF4-FFF2-40B4-BE49-F238E27FC236}">
                <a16:creationId xmlns:a16="http://schemas.microsoft.com/office/drawing/2014/main" id="{05AFF07F-AEAE-D640-8555-28845339D06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858295494"/>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3" name="Rectangle 7">
            <a:extLst>
              <a:ext uri="{FF2B5EF4-FFF2-40B4-BE49-F238E27FC236}">
                <a16:creationId xmlns:a16="http://schemas.microsoft.com/office/drawing/2014/main" id="{DF15E436-E08D-F54C-91F7-414FF63F0DE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CD6C0E5-9A86-FA4C-98B3-CB6F09BFFCF5}" type="slidenum">
              <a:rPr lang="en-US" altLang="zh-CN" sz="1200">
                <a:latin typeface="Arial" panose="020B0604020202020204" pitchFamily="34" charset="0"/>
              </a:rPr>
              <a:pPr/>
              <a:t>56</a:t>
            </a:fld>
            <a:endParaRPr lang="en-US" altLang="zh-CN" sz="1200">
              <a:latin typeface="Arial" panose="020B0604020202020204" pitchFamily="34" charset="0"/>
            </a:endParaRPr>
          </a:p>
        </p:txBody>
      </p:sp>
      <p:sp>
        <p:nvSpPr>
          <p:cNvPr id="131074" name="Rectangle 2">
            <a:extLst>
              <a:ext uri="{FF2B5EF4-FFF2-40B4-BE49-F238E27FC236}">
                <a16:creationId xmlns:a16="http://schemas.microsoft.com/office/drawing/2014/main" id="{11BFE971-254A-1248-BEAE-8F5B5714818D}"/>
              </a:ext>
            </a:extLst>
          </p:cNvPr>
          <p:cNvSpPr>
            <a:spLocks noGrp="1" noRot="1" noChangeAspect="1" noChangeArrowheads="1" noTextEdit="1"/>
          </p:cNvSpPr>
          <p:nvPr>
            <p:ph type="sldImg"/>
          </p:nvPr>
        </p:nvSpPr>
        <p:spPr>
          <a:ln/>
        </p:spPr>
      </p:sp>
      <p:sp>
        <p:nvSpPr>
          <p:cNvPr id="131075" name="Rectangle 3">
            <a:extLst>
              <a:ext uri="{FF2B5EF4-FFF2-40B4-BE49-F238E27FC236}">
                <a16:creationId xmlns:a16="http://schemas.microsoft.com/office/drawing/2014/main" id="{1837B1BD-C2DA-E14C-B15C-8D38D73771C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898274604"/>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1" name="Rectangle 7">
            <a:extLst>
              <a:ext uri="{FF2B5EF4-FFF2-40B4-BE49-F238E27FC236}">
                <a16:creationId xmlns:a16="http://schemas.microsoft.com/office/drawing/2014/main" id="{E81E3E24-8ECA-C245-949C-A5A98295B88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A5E23A2-65F6-4B40-8893-43306EE6F092}" type="slidenum">
              <a:rPr lang="en-US" altLang="zh-CN" sz="1200">
                <a:latin typeface="Arial" panose="020B0604020202020204" pitchFamily="34" charset="0"/>
              </a:rPr>
              <a:pPr/>
              <a:t>57</a:t>
            </a:fld>
            <a:endParaRPr lang="en-US" altLang="zh-CN" sz="1200">
              <a:latin typeface="Arial" panose="020B0604020202020204" pitchFamily="34" charset="0"/>
            </a:endParaRPr>
          </a:p>
        </p:txBody>
      </p:sp>
      <p:sp>
        <p:nvSpPr>
          <p:cNvPr id="133122" name="Rectangle 2">
            <a:extLst>
              <a:ext uri="{FF2B5EF4-FFF2-40B4-BE49-F238E27FC236}">
                <a16:creationId xmlns:a16="http://schemas.microsoft.com/office/drawing/2014/main" id="{3E3B3DCD-2433-E14C-9535-B99D093D9F7B}"/>
              </a:ext>
            </a:extLst>
          </p:cNvPr>
          <p:cNvSpPr>
            <a:spLocks noGrp="1" noRot="1" noChangeAspect="1" noChangeArrowheads="1" noTextEdit="1"/>
          </p:cNvSpPr>
          <p:nvPr>
            <p:ph type="sldImg"/>
          </p:nvPr>
        </p:nvSpPr>
        <p:spPr>
          <a:ln/>
        </p:spPr>
      </p:sp>
      <p:sp>
        <p:nvSpPr>
          <p:cNvPr id="133123" name="Rectangle 3">
            <a:extLst>
              <a:ext uri="{FF2B5EF4-FFF2-40B4-BE49-F238E27FC236}">
                <a16:creationId xmlns:a16="http://schemas.microsoft.com/office/drawing/2014/main" id="{0E9E18E0-DB8F-A24A-B959-9BA1F79D1DE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731946118"/>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69" name="Rectangle 7">
            <a:extLst>
              <a:ext uri="{FF2B5EF4-FFF2-40B4-BE49-F238E27FC236}">
                <a16:creationId xmlns:a16="http://schemas.microsoft.com/office/drawing/2014/main" id="{ED29B967-C17B-F349-BDCA-1E9C1562F98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3CCE5B3-0C03-2C4A-95B1-D2F701FE6C8C}" type="slidenum">
              <a:rPr lang="en-US" altLang="zh-CN" sz="1200">
                <a:latin typeface="Arial" panose="020B0604020202020204" pitchFamily="34" charset="0"/>
              </a:rPr>
              <a:pPr/>
              <a:t>58</a:t>
            </a:fld>
            <a:endParaRPr lang="en-US" altLang="zh-CN" sz="1200">
              <a:latin typeface="Arial" panose="020B0604020202020204" pitchFamily="34" charset="0"/>
            </a:endParaRPr>
          </a:p>
        </p:txBody>
      </p:sp>
      <p:sp>
        <p:nvSpPr>
          <p:cNvPr id="135170" name="Rectangle 2">
            <a:extLst>
              <a:ext uri="{FF2B5EF4-FFF2-40B4-BE49-F238E27FC236}">
                <a16:creationId xmlns:a16="http://schemas.microsoft.com/office/drawing/2014/main" id="{938268AD-F95F-6F4D-AD51-B095990EC303}"/>
              </a:ext>
            </a:extLst>
          </p:cNvPr>
          <p:cNvSpPr>
            <a:spLocks noGrp="1" noRot="1" noChangeAspect="1" noChangeArrowheads="1" noTextEdit="1"/>
          </p:cNvSpPr>
          <p:nvPr>
            <p:ph type="sldImg"/>
          </p:nvPr>
        </p:nvSpPr>
        <p:spPr>
          <a:ln/>
        </p:spPr>
      </p:sp>
      <p:sp>
        <p:nvSpPr>
          <p:cNvPr id="135171" name="Rectangle 3">
            <a:extLst>
              <a:ext uri="{FF2B5EF4-FFF2-40B4-BE49-F238E27FC236}">
                <a16:creationId xmlns:a16="http://schemas.microsoft.com/office/drawing/2014/main" id="{7BF102A1-74C0-A84C-AB59-92B540DCD09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619587722"/>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7" name="Rectangle 7">
            <a:extLst>
              <a:ext uri="{FF2B5EF4-FFF2-40B4-BE49-F238E27FC236}">
                <a16:creationId xmlns:a16="http://schemas.microsoft.com/office/drawing/2014/main" id="{D4C26B36-697E-4E4A-8002-7CAB759FACDC}"/>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A6695F5-F15C-3B42-9FE2-76FB60B5800E}" type="slidenum">
              <a:rPr lang="en-US" altLang="zh-CN" sz="1200">
                <a:latin typeface="Arial" panose="020B0604020202020204" pitchFamily="34" charset="0"/>
              </a:rPr>
              <a:pPr/>
              <a:t>59</a:t>
            </a:fld>
            <a:endParaRPr lang="en-US" altLang="zh-CN" sz="1200">
              <a:latin typeface="Arial" panose="020B0604020202020204" pitchFamily="34" charset="0"/>
            </a:endParaRPr>
          </a:p>
        </p:txBody>
      </p:sp>
      <p:sp>
        <p:nvSpPr>
          <p:cNvPr id="137218" name="Rectangle 2">
            <a:extLst>
              <a:ext uri="{FF2B5EF4-FFF2-40B4-BE49-F238E27FC236}">
                <a16:creationId xmlns:a16="http://schemas.microsoft.com/office/drawing/2014/main" id="{6AE5E683-98C4-8E42-8605-D06995D068A8}"/>
              </a:ext>
            </a:extLst>
          </p:cNvPr>
          <p:cNvSpPr>
            <a:spLocks noGrp="1" noRot="1" noChangeAspect="1" noChangeArrowheads="1" noTextEdit="1"/>
          </p:cNvSpPr>
          <p:nvPr>
            <p:ph type="sldImg"/>
          </p:nvPr>
        </p:nvSpPr>
        <p:spPr>
          <a:ln/>
        </p:spPr>
      </p:sp>
      <p:sp>
        <p:nvSpPr>
          <p:cNvPr id="137219" name="Rectangle 3">
            <a:extLst>
              <a:ext uri="{FF2B5EF4-FFF2-40B4-BE49-F238E27FC236}">
                <a16:creationId xmlns:a16="http://schemas.microsoft.com/office/drawing/2014/main" id="{4B2365F5-F852-0445-8A85-6E812172508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65137409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5" name="Rectangle 7">
            <a:extLst>
              <a:ext uri="{FF2B5EF4-FFF2-40B4-BE49-F238E27FC236}">
                <a16:creationId xmlns:a16="http://schemas.microsoft.com/office/drawing/2014/main" id="{A19D1D4A-7F59-2046-B2A0-2160483809D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9E5DFA6-B507-6C4C-BA73-8E6D941D468C}" type="slidenum">
              <a:rPr lang="en-US" altLang="zh-CN" sz="1200">
                <a:latin typeface="Arial" panose="020B0604020202020204" pitchFamily="34" charset="0"/>
              </a:rPr>
              <a:pPr/>
              <a:t>60</a:t>
            </a:fld>
            <a:endParaRPr lang="en-US" altLang="zh-CN" sz="1200">
              <a:latin typeface="Arial" panose="020B0604020202020204" pitchFamily="34" charset="0"/>
            </a:endParaRPr>
          </a:p>
        </p:txBody>
      </p:sp>
      <p:sp>
        <p:nvSpPr>
          <p:cNvPr id="139266" name="Rectangle 2">
            <a:extLst>
              <a:ext uri="{FF2B5EF4-FFF2-40B4-BE49-F238E27FC236}">
                <a16:creationId xmlns:a16="http://schemas.microsoft.com/office/drawing/2014/main" id="{E2F1AD51-0882-BA46-84F6-9E820B1BB008}"/>
              </a:ext>
            </a:extLst>
          </p:cNvPr>
          <p:cNvSpPr>
            <a:spLocks noGrp="1" noRot="1" noChangeAspect="1" noChangeArrowheads="1" noTextEdit="1"/>
          </p:cNvSpPr>
          <p:nvPr>
            <p:ph type="sldImg"/>
          </p:nvPr>
        </p:nvSpPr>
        <p:spPr>
          <a:ln/>
        </p:spPr>
      </p:sp>
      <p:sp>
        <p:nvSpPr>
          <p:cNvPr id="139267" name="Rectangle 3">
            <a:extLst>
              <a:ext uri="{FF2B5EF4-FFF2-40B4-BE49-F238E27FC236}">
                <a16:creationId xmlns:a16="http://schemas.microsoft.com/office/drawing/2014/main" id="{12C74641-2D82-1E43-965C-0E9E1176D96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737196896"/>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3" name="Rectangle 7">
            <a:extLst>
              <a:ext uri="{FF2B5EF4-FFF2-40B4-BE49-F238E27FC236}">
                <a16:creationId xmlns:a16="http://schemas.microsoft.com/office/drawing/2014/main" id="{D1E9D3A0-F71A-E043-9A91-ACB374B6D4A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55B12C3-7275-8B46-A38F-CC9BBC81F3D8}" type="slidenum">
              <a:rPr lang="en-US" altLang="zh-CN" sz="1200">
                <a:latin typeface="Arial" panose="020B0604020202020204" pitchFamily="34" charset="0"/>
              </a:rPr>
              <a:pPr/>
              <a:t>61</a:t>
            </a:fld>
            <a:endParaRPr lang="en-US" altLang="zh-CN" sz="1200">
              <a:latin typeface="Arial" panose="020B0604020202020204" pitchFamily="34" charset="0"/>
            </a:endParaRPr>
          </a:p>
        </p:txBody>
      </p:sp>
      <p:sp>
        <p:nvSpPr>
          <p:cNvPr id="141314" name="Rectangle 2">
            <a:extLst>
              <a:ext uri="{FF2B5EF4-FFF2-40B4-BE49-F238E27FC236}">
                <a16:creationId xmlns:a16="http://schemas.microsoft.com/office/drawing/2014/main" id="{E421F718-01D0-9C45-8FEE-D540614C80F2}"/>
              </a:ext>
            </a:extLst>
          </p:cNvPr>
          <p:cNvSpPr>
            <a:spLocks noGrp="1" noRot="1" noChangeAspect="1" noChangeArrowheads="1" noTextEdit="1"/>
          </p:cNvSpPr>
          <p:nvPr>
            <p:ph type="sldImg"/>
          </p:nvPr>
        </p:nvSpPr>
        <p:spPr>
          <a:ln/>
        </p:spPr>
      </p:sp>
      <p:sp>
        <p:nvSpPr>
          <p:cNvPr id="141315" name="Rectangle 3">
            <a:extLst>
              <a:ext uri="{FF2B5EF4-FFF2-40B4-BE49-F238E27FC236}">
                <a16:creationId xmlns:a16="http://schemas.microsoft.com/office/drawing/2014/main" id="{CE6D66EB-0929-B74C-A046-6E094C829EB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2045947"/>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1" name="Rectangle 7">
            <a:extLst>
              <a:ext uri="{FF2B5EF4-FFF2-40B4-BE49-F238E27FC236}">
                <a16:creationId xmlns:a16="http://schemas.microsoft.com/office/drawing/2014/main" id="{CC43D6AB-ED41-3749-9418-6F66051A3BC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AF34C3E-20D9-C547-8345-4E55B3731DEA}" type="slidenum">
              <a:rPr lang="en-US" altLang="zh-CN" sz="1200">
                <a:latin typeface="Arial" panose="020B0604020202020204" pitchFamily="34" charset="0"/>
              </a:rPr>
              <a:pPr/>
              <a:t>62</a:t>
            </a:fld>
            <a:endParaRPr lang="en-US" altLang="zh-CN" sz="1200">
              <a:latin typeface="Arial" panose="020B0604020202020204" pitchFamily="34" charset="0"/>
            </a:endParaRPr>
          </a:p>
        </p:txBody>
      </p:sp>
      <p:sp>
        <p:nvSpPr>
          <p:cNvPr id="143362" name="Rectangle 2">
            <a:extLst>
              <a:ext uri="{FF2B5EF4-FFF2-40B4-BE49-F238E27FC236}">
                <a16:creationId xmlns:a16="http://schemas.microsoft.com/office/drawing/2014/main" id="{04939C26-FB8D-864E-8277-E718C9C53FAB}"/>
              </a:ext>
            </a:extLst>
          </p:cNvPr>
          <p:cNvSpPr>
            <a:spLocks noGrp="1" noRot="1" noChangeAspect="1" noChangeArrowheads="1" noTextEdit="1"/>
          </p:cNvSpPr>
          <p:nvPr>
            <p:ph type="sldImg"/>
          </p:nvPr>
        </p:nvSpPr>
        <p:spPr>
          <a:ln/>
        </p:spPr>
      </p:sp>
      <p:sp>
        <p:nvSpPr>
          <p:cNvPr id="143363" name="Rectangle 3">
            <a:extLst>
              <a:ext uri="{FF2B5EF4-FFF2-40B4-BE49-F238E27FC236}">
                <a16:creationId xmlns:a16="http://schemas.microsoft.com/office/drawing/2014/main" id="{7F7B444B-7763-304A-9B23-64CB5995BBB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5988108"/>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09" name="Rectangle 7">
            <a:extLst>
              <a:ext uri="{FF2B5EF4-FFF2-40B4-BE49-F238E27FC236}">
                <a16:creationId xmlns:a16="http://schemas.microsoft.com/office/drawing/2014/main" id="{966F2C61-6B98-0A4C-8FD5-84AE14A881B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E16039A-D4C6-2940-B7C2-0A3EDFC23AF7}" type="slidenum">
              <a:rPr lang="en-US" altLang="zh-CN" sz="1200">
                <a:latin typeface="Arial" panose="020B0604020202020204" pitchFamily="34" charset="0"/>
              </a:rPr>
              <a:pPr/>
              <a:t>63</a:t>
            </a:fld>
            <a:endParaRPr lang="en-US" altLang="zh-CN" sz="1200">
              <a:latin typeface="Arial" panose="020B0604020202020204" pitchFamily="34" charset="0"/>
            </a:endParaRPr>
          </a:p>
        </p:txBody>
      </p:sp>
      <p:sp>
        <p:nvSpPr>
          <p:cNvPr id="145410" name="Rectangle 2">
            <a:extLst>
              <a:ext uri="{FF2B5EF4-FFF2-40B4-BE49-F238E27FC236}">
                <a16:creationId xmlns:a16="http://schemas.microsoft.com/office/drawing/2014/main" id="{B45F1F86-9F63-9C43-B8E7-0F36FDE27D07}"/>
              </a:ext>
            </a:extLst>
          </p:cNvPr>
          <p:cNvSpPr>
            <a:spLocks noGrp="1" noRot="1" noChangeAspect="1" noChangeArrowheads="1" noTextEdit="1"/>
          </p:cNvSpPr>
          <p:nvPr>
            <p:ph type="sldImg"/>
          </p:nvPr>
        </p:nvSpPr>
        <p:spPr>
          <a:ln/>
        </p:spPr>
      </p:sp>
      <p:sp>
        <p:nvSpPr>
          <p:cNvPr id="145411" name="Rectangle 3">
            <a:extLst>
              <a:ext uri="{FF2B5EF4-FFF2-40B4-BE49-F238E27FC236}">
                <a16:creationId xmlns:a16="http://schemas.microsoft.com/office/drawing/2014/main" id="{151219DF-1D0D-E44D-B533-D3B258813E9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356663724"/>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7" name="Rectangle 7">
            <a:extLst>
              <a:ext uri="{FF2B5EF4-FFF2-40B4-BE49-F238E27FC236}">
                <a16:creationId xmlns:a16="http://schemas.microsoft.com/office/drawing/2014/main" id="{A54C0298-5270-2943-B24D-8874E63A111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5C2840E-392F-9140-BC8C-E7B2D0FDC32B}" type="slidenum">
              <a:rPr lang="en-US" altLang="zh-CN" sz="1200">
                <a:latin typeface="Arial" panose="020B0604020202020204" pitchFamily="34" charset="0"/>
              </a:rPr>
              <a:pPr/>
              <a:t>64</a:t>
            </a:fld>
            <a:endParaRPr lang="en-US" altLang="zh-CN" sz="1200">
              <a:latin typeface="Arial" panose="020B0604020202020204" pitchFamily="34" charset="0"/>
            </a:endParaRPr>
          </a:p>
        </p:txBody>
      </p:sp>
      <p:sp>
        <p:nvSpPr>
          <p:cNvPr id="147458" name="Rectangle 2">
            <a:extLst>
              <a:ext uri="{FF2B5EF4-FFF2-40B4-BE49-F238E27FC236}">
                <a16:creationId xmlns:a16="http://schemas.microsoft.com/office/drawing/2014/main" id="{57E228F7-9649-A04B-B56D-46A56AFD730B}"/>
              </a:ext>
            </a:extLst>
          </p:cNvPr>
          <p:cNvSpPr>
            <a:spLocks noGrp="1" noRot="1" noChangeAspect="1" noChangeArrowheads="1" noTextEdit="1"/>
          </p:cNvSpPr>
          <p:nvPr>
            <p:ph type="sldImg"/>
          </p:nvPr>
        </p:nvSpPr>
        <p:spPr>
          <a:ln/>
        </p:spPr>
      </p:sp>
      <p:sp>
        <p:nvSpPr>
          <p:cNvPr id="147459" name="Rectangle 3">
            <a:extLst>
              <a:ext uri="{FF2B5EF4-FFF2-40B4-BE49-F238E27FC236}">
                <a16:creationId xmlns:a16="http://schemas.microsoft.com/office/drawing/2014/main" id="{FFEFA693-DCD7-AD44-B0EF-829E38A322C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85450524"/>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5" name="Rectangle 7">
            <a:extLst>
              <a:ext uri="{FF2B5EF4-FFF2-40B4-BE49-F238E27FC236}">
                <a16:creationId xmlns:a16="http://schemas.microsoft.com/office/drawing/2014/main" id="{3FF90F7C-1CA0-B946-A3FF-9E29FCCDAEE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403D938-F3ED-FB48-8713-8AF9F2FF3E65}" type="slidenum">
              <a:rPr lang="en-US" altLang="zh-CN" sz="1200">
                <a:latin typeface="Arial" panose="020B0604020202020204" pitchFamily="34" charset="0"/>
              </a:rPr>
              <a:pPr/>
              <a:t>65</a:t>
            </a:fld>
            <a:endParaRPr lang="en-US" altLang="zh-CN" sz="1200">
              <a:latin typeface="Arial" panose="020B0604020202020204" pitchFamily="34" charset="0"/>
            </a:endParaRPr>
          </a:p>
        </p:txBody>
      </p:sp>
      <p:sp>
        <p:nvSpPr>
          <p:cNvPr id="149506" name="Rectangle 2">
            <a:extLst>
              <a:ext uri="{FF2B5EF4-FFF2-40B4-BE49-F238E27FC236}">
                <a16:creationId xmlns:a16="http://schemas.microsoft.com/office/drawing/2014/main" id="{B7BA5FE5-1299-884E-A5BC-85F4FDF62979}"/>
              </a:ext>
            </a:extLst>
          </p:cNvPr>
          <p:cNvSpPr>
            <a:spLocks noGrp="1" noRot="1" noChangeAspect="1" noChangeArrowheads="1" noTextEdit="1"/>
          </p:cNvSpPr>
          <p:nvPr>
            <p:ph type="sldImg"/>
          </p:nvPr>
        </p:nvSpPr>
        <p:spPr>
          <a:ln/>
        </p:spPr>
      </p:sp>
      <p:sp>
        <p:nvSpPr>
          <p:cNvPr id="149507" name="Rectangle 3">
            <a:extLst>
              <a:ext uri="{FF2B5EF4-FFF2-40B4-BE49-F238E27FC236}">
                <a16:creationId xmlns:a16="http://schemas.microsoft.com/office/drawing/2014/main" id="{B223D618-E24F-8544-9AFA-6BDA46E26AC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70212756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3" name="Rectangle 7">
            <a:extLst>
              <a:ext uri="{FF2B5EF4-FFF2-40B4-BE49-F238E27FC236}">
                <a16:creationId xmlns:a16="http://schemas.microsoft.com/office/drawing/2014/main" id="{851A65F9-C32B-E348-8848-71A7EAF7E49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DD6F337-6FDC-0E48-A76D-4B91EB9FDBD9}" type="slidenum">
              <a:rPr lang="en-US" altLang="zh-CN" sz="1200">
                <a:latin typeface="Arial" panose="020B0604020202020204" pitchFamily="34" charset="0"/>
              </a:rPr>
              <a:pPr/>
              <a:t>66</a:t>
            </a:fld>
            <a:endParaRPr lang="en-US" altLang="zh-CN" sz="1200">
              <a:latin typeface="Arial" panose="020B0604020202020204" pitchFamily="34" charset="0"/>
            </a:endParaRPr>
          </a:p>
        </p:txBody>
      </p:sp>
      <p:sp>
        <p:nvSpPr>
          <p:cNvPr id="151554" name="Rectangle 2">
            <a:extLst>
              <a:ext uri="{FF2B5EF4-FFF2-40B4-BE49-F238E27FC236}">
                <a16:creationId xmlns:a16="http://schemas.microsoft.com/office/drawing/2014/main" id="{2675C569-0306-5649-A023-CA276D1C8F8A}"/>
              </a:ext>
            </a:extLst>
          </p:cNvPr>
          <p:cNvSpPr>
            <a:spLocks noGrp="1" noRot="1" noChangeAspect="1" noChangeArrowheads="1" noTextEdit="1"/>
          </p:cNvSpPr>
          <p:nvPr>
            <p:ph type="sldImg"/>
          </p:nvPr>
        </p:nvSpPr>
        <p:spPr>
          <a:ln/>
        </p:spPr>
      </p:sp>
      <p:sp>
        <p:nvSpPr>
          <p:cNvPr id="151555" name="Rectangle 3">
            <a:extLst>
              <a:ext uri="{FF2B5EF4-FFF2-40B4-BE49-F238E27FC236}">
                <a16:creationId xmlns:a16="http://schemas.microsoft.com/office/drawing/2014/main" id="{AFF5B402-B591-8847-9507-5C1B9F98247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049191943"/>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1" name="Rectangle 7">
            <a:extLst>
              <a:ext uri="{FF2B5EF4-FFF2-40B4-BE49-F238E27FC236}">
                <a16:creationId xmlns:a16="http://schemas.microsoft.com/office/drawing/2014/main" id="{6D3945BE-575B-0F45-BC15-8BCCC819D31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DA6D8BE-2D17-4D4B-B35C-4D35062D36C7}" type="slidenum">
              <a:rPr lang="en-US" altLang="zh-CN" sz="1200">
                <a:latin typeface="Arial" panose="020B0604020202020204" pitchFamily="34" charset="0"/>
              </a:rPr>
              <a:pPr/>
              <a:t>67</a:t>
            </a:fld>
            <a:endParaRPr lang="en-US" altLang="zh-CN" sz="1200">
              <a:latin typeface="Arial" panose="020B0604020202020204" pitchFamily="34" charset="0"/>
            </a:endParaRPr>
          </a:p>
        </p:txBody>
      </p:sp>
      <p:sp>
        <p:nvSpPr>
          <p:cNvPr id="153602" name="Rectangle 2">
            <a:extLst>
              <a:ext uri="{FF2B5EF4-FFF2-40B4-BE49-F238E27FC236}">
                <a16:creationId xmlns:a16="http://schemas.microsoft.com/office/drawing/2014/main" id="{FED84A80-1461-5946-BF6C-48714327C565}"/>
              </a:ext>
            </a:extLst>
          </p:cNvPr>
          <p:cNvSpPr>
            <a:spLocks noGrp="1" noRot="1" noChangeAspect="1" noChangeArrowheads="1" noTextEdit="1"/>
          </p:cNvSpPr>
          <p:nvPr>
            <p:ph type="sldImg"/>
          </p:nvPr>
        </p:nvSpPr>
        <p:spPr>
          <a:ln/>
        </p:spPr>
      </p:sp>
      <p:sp>
        <p:nvSpPr>
          <p:cNvPr id="153603" name="Rectangle 3">
            <a:extLst>
              <a:ext uri="{FF2B5EF4-FFF2-40B4-BE49-F238E27FC236}">
                <a16:creationId xmlns:a16="http://schemas.microsoft.com/office/drawing/2014/main" id="{5F5061E1-3FC5-1E4F-8426-2C73A9D4DCA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259785678"/>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7" name="Rectangle 7">
            <a:extLst>
              <a:ext uri="{FF2B5EF4-FFF2-40B4-BE49-F238E27FC236}">
                <a16:creationId xmlns:a16="http://schemas.microsoft.com/office/drawing/2014/main" id="{2688E01F-F3EC-C545-8BAA-7F33DFD573B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331B54F-7142-144D-962D-50EFFBE4A150}" type="slidenum">
              <a:rPr lang="en-US" altLang="zh-CN" sz="1200">
                <a:latin typeface="Arial" panose="020B0604020202020204" pitchFamily="34" charset="0"/>
              </a:rPr>
              <a:pPr/>
              <a:t>68</a:t>
            </a:fld>
            <a:endParaRPr lang="en-US" altLang="zh-CN" sz="1200">
              <a:latin typeface="Arial" panose="020B0604020202020204" pitchFamily="34" charset="0"/>
            </a:endParaRPr>
          </a:p>
        </p:txBody>
      </p:sp>
      <p:sp>
        <p:nvSpPr>
          <p:cNvPr id="157698" name="Rectangle 2">
            <a:extLst>
              <a:ext uri="{FF2B5EF4-FFF2-40B4-BE49-F238E27FC236}">
                <a16:creationId xmlns:a16="http://schemas.microsoft.com/office/drawing/2014/main" id="{885B79EB-724F-AE49-9CB2-6B1047EE0F2E}"/>
              </a:ext>
            </a:extLst>
          </p:cNvPr>
          <p:cNvSpPr>
            <a:spLocks noGrp="1" noRot="1" noChangeAspect="1" noChangeArrowheads="1" noTextEdit="1"/>
          </p:cNvSpPr>
          <p:nvPr>
            <p:ph type="sldImg"/>
          </p:nvPr>
        </p:nvSpPr>
        <p:spPr>
          <a:ln/>
        </p:spPr>
      </p:sp>
      <p:sp>
        <p:nvSpPr>
          <p:cNvPr id="157699" name="Rectangle 3">
            <a:extLst>
              <a:ext uri="{FF2B5EF4-FFF2-40B4-BE49-F238E27FC236}">
                <a16:creationId xmlns:a16="http://schemas.microsoft.com/office/drawing/2014/main" id="{F1406940-1A9A-E546-B077-736F006132D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173689417"/>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5" name="Rectangle 7">
            <a:extLst>
              <a:ext uri="{FF2B5EF4-FFF2-40B4-BE49-F238E27FC236}">
                <a16:creationId xmlns:a16="http://schemas.microsoft.com/office/drawing/2014/main" id="{568A08C7-2FA5-E442-95C2-2ED0CF7E74B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C56338B-B3D5-0646-96FB-BE7AC30B456D}" type="slidenum">
              <a:rPr lang="en-US" altLang="zh-CN" sz="1200">
                <a:latin typeface="Arial" panose="020B0604020202020204" pitchFamily="34" charset="0"/>
              </a:rPr>
              <a:pPr/>
              <a:t>69</a:t>
            </a:fld>
            <a:endParaRPr lang="en-US" altLang="zh-CN" sz="1200">
              <a:latin typeface="Arial" panose="020B0604020202020204" pitchFamily="34" charset="0"/>
            </a:endParaRPr>
          </a:p>
        </p:txBody>
      </p:sp>
      <p:sp>
        <p:nvSpPr>
          <p:cNvPr id="159746" name="Rectangle 2">
            <a:extLst>
              <a:ext uri="{FF2B5EF4-FFF2-40B4-BE49-F238E27FC236}">
                <a16:creationId xmlns:a16="http://schemas.microsoft.com/office/drawing/2014/main" id="{3C494385-1C1F-DC41-9F9F-B137A81B0E04}"/>
              </a:ext>
            </a:extLst>
          </p:cNvPr>
          <p:cNvSpPr>
            <a:spLocks noGrp="1" noRot="1" noChangeAspect="1" noChangeArrowheads="1" noTextEdit="1"/>
          </p:cNvSpPr>
          <p:nvPr>
            <p:ph type="sldImg"/>
          </p:nvPr>
        </p:nvSpPr>
        <p:spPr>
          <a:ln/>
        </p:spPr>
      </p:sp>
      <p:sp>
        <p:nvSpPr>
          <p:cNvPr id="159747" name="Rectangle 3">
            <a:extLst>
              <a:ext uri="{FF2B5EF4-FFF2-40B4-BE49-F238E27FC236}">
                <a16:creationId xmlns:a16="http://schemas.microsoft.com/office/drawing/2014/main" id="{DACE3EDF-A7ED-B847-BFC4-23C85755184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683484470"/>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3" name="Rectangle 7">
            <a:extLst>
              <a:ext uri="{FF2B5EF4-FFF2-40B4-BE49-F238E27FC236}">
                <a16:creationId xmlns:a16="http://schemas.microsoft.com/office/drawing/2014/main" id="{0A4E3CAF-BBA5-2448-B43B-D8C8B993249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787DA34-04A3-934A-A13A-68D343C77024}" type="slidenum">
              <a:rPr lang="en-US" altLang="zh-CN" sz="1200">
                <a:latin typeface="Arial" panose="020B0604020202020204" pitchFamily="34" charset="0"/>
              </a:rPr>
              <a:pPr/>
              <a:t>70</a:t>
            </a:fld>
            <a:endParaRPr lang="en-US" altLang="zh-CN" sz="1200">
              <a:latin typeface="Arial" panose="020B0604020202020204" pitchFamily="34" charset="0"/>
            </a:endParaRPr>
          </a:p>
        </p:txBody>
      </p:sp>
      <p:sp>
        <p:nvSpPr>
          <p:cNvPr id="161794" name="Rectangle 2">
            <a:extLst>
              <a:ext uri="{FF2B5EF4-FFF2-40B4-BE49-F238E27FC236}">
                <a16:creationId xmlns:a16="http://schemas.microsoft.com/office/drawing/2014/main" id="{1D92DDD3-7508-EE45-97C6-EB4CAF666F1E}"/>
              </a:ext>
            </a:extLst>
          </p:cNvPr>
          <p:cNvSpPr>
            <a:spLocks noGrp="1" noRot="1" noChangeAspect="1" noChangeArrowheads="1" noTextEdit="1"/>
          </p:cNvSpPr>
          <p:nvPr>
            <p:ph type="sldImg"/>
          </p:nvPr>
        </p:nvSpPr>
        <p:spPr>
          <a:ln/>
        </p:spPr>
      </p:sp>
      <p:sp>
        <p:nvSpPr>
          <p:cNvPr id="161795" name="Rectangle 3">
            <a:extLst>
              <a:ext uri="{FF2B5EF4-FFF2-40B4-BE49-F238E27FC236}">
                <a16:creationId xmlns:a16="http://schemas.microsoft.com/office/drawing/2014/main" id="{189B877C-4F26-A54F-87C9-D3C20600B3C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505109758"/>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1" name="Rectangle 7">
            <a:extLst>
              <a:ext uri="{FF2B5EF4-FFF2-40B4-BE49-F238E27FC236}">
                <a16:creationId xmlns:a16="http://schemas.microsoft.com/office/drawing/2014/main" id="{0081E96C-3945-F241-A926-55EC2724D87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A487A5D-157D-734A-879D-D1099D8C7724}" type="slidenum">
              <a:rPr lang="en-US" altLang="zh-CN" sz="1200">
                <a:latin typeface="Arial" panose="020B0604020202020204" pitchFamily="34" charset="0"/>
              </a:rPr>
              <a:pPr/>
              <a:t>71</a:t>
            </a:fld>
            <a:endParaRPr lang="en-US" altLang="zh-CN" sz="1200">
              <a:latin typeface="Arial" panose="020B0604020202020204" pitchFamily="34" charset="0"/>
            </a:endParaRPr>
          </a:p>
        </p:txBody>
      </p:sp>
      <p:sp>
        <p:nvSpPr>
          <p:cNvPr id="163842" name="Rectangle 2">
            <a:extLst>
              <a:ext uri="{FF2B5EF4-FFF2-40B4-BE49-F238E27FC236}">
                <a16:creationId xmlns:a16="http://schemas.microsoft.com/office/drawing/2014/main" id="{D9DD08BB-8D84-5F4E-BFE3-F02A606188E6}"/>
              </a:ext>
            </a:extLst>
          </p:cNvPr>
          <p:cNvSpPr>
            <a:spLocks noGrp="1" noRot="1" noChangeAspect="1" noChangeArrowheads="1" noTextEdit="1"/>
          </p:cNvSpPr>
          <p:nvPr>
            <p:ph type="sldImg"/>
          </p:nvPr>
        </p:nvSpPr>
        <p:spPr>
          <a:ln/>
        </p:spPr>
      </p:sp>
      <p:sp>
        <p:nvSpPr>
          <p:cNvPr id="163843" name="Rectangle 3">
            <a:extLst>
              <a:ext uri="{FF2B5EF4-FFF2-40B4-BE49-F238E27FC236}">
                <a16:creationId xmlns:a16="http://schemas.microsoft.com/office/drawing/2014/main" id="{9BEDE421-BBEC-B947-B751-599C6F58D24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800277332"/>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89" name="Rectangle 7">
            <a:extLst>
              <a:ext uri="{FF2B5EF4-FFF2-40B4-BE49-F238E27FC236}">
                <a16:creationId xmlns:a16="http://schemas.microsoft.com/office/drawing/2014/main" id="{034F56BC-78FB-BB49-8CEB-E66C77A965B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55CCC22-F1F5-2848-BFDB-6E88A3522F75}" type="slidenum">
              <a:rPr lang="en-US" altLang="zh-CN" sz="1200">
                <a:latin typeface="Arial" panose="020B0604020202020204" pitchFamily="34" charset="0"/>
              </a:rPr>
              <a:pPr/>
              <a:t>72</a:t>
            </a:fld>
            <a:endParaRPr lang="en-US" altLang="zh-CN" sz="1200">
              <a:latin typeface="Arial" panose="020B0604020202020204" pitchFamily="34" charset="0"/>
            </a:endParaRPr>
          </a:p>
        </p:txBody>
      </p:sp>
      <p:sp>
        <p:nvSpPr>
          <p:cNvPr id="165890" name="Rectangle 2">
            <a:extLst>
              <a:ext uri="{FF2B5EF4-FFF2-40B4-BE49-F238E27FC236}">
                <a16:creationId xmlns:a16="http://schemas.microsoft.com/office/drawing/2014/main" id="{10314110-0CBB-5F41-B34F-841E0710F911}"/>
              </a:ext>
            </a:extLst>
          </p:cNvPr>
          <p:cNvSpPr>
            <a:spLocks noGrp="1" noRot="1" noChangeAspect="1" noChangeArrowheads="1" noTextEdit="1"/>
          </p:cNvSpPr>
          <p:nvPr>
            <p:ph type="sldImg"/>
          </p:nvPr>
        </p:nvSpPr>
        <p:spPr>
          <a:ln/>
        </p:spPr>
      </p:sp>
      <p:sp>
        <p:nvSpPr>
          <p:cNvPr id="165891" name="Rectangle 3">
            <a:extLst>
              <a:ext uri="{FF2B5EF4-FFF2-40B4-BE49-F238E27FC236}">
                <a16:creationId xmlns:a16="http://schemas.microsoft.com/office/drawing/2014/main" id="{5482B642-84EC-8C42-8E23-257194EFBB4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634611446"/>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7" name="Rectangle 7">
            <a:extLst>
              <a:ext uri="{FF2B5EF4-FFF2-40B4-BE49-F238E27FC236}">
                <a16:creationId xmlns:a16="http://schemas.microsoft.com/office/drawing/2014/main" id="{AC034AC9-29A6-864C-85FB-7CD32021090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C4929ED-68AA-5840-969E-FDE3731F14C0}" type="slidenum">
              <a:rPr lang="en-US" altLang="zh-CN" sz="1200">
                <a:latin typeface="Arial" panose="020B0604020202020204" pitchFamily="34" charset="0"/>
              </a:rPr>
              <a:pPr/>
              <a:t>73</a:t>
            </a:fld>
            <a:endParaRPr lang="en-US" altLang="zh-CN" sz="1200">
              <a:latin typeface="Arial" panose="020B0604020202020204" pitchFamily="34" charset="0"/>
            </a:endParaRPr>
          </a:p>
        </p:txBody>
      </p:sp>
      <p:sp>
        <p:nvSpPr>
          <p:cNvPr id="167938" name="Rectangle 2">
            <a:extLst>
              <a:ext uri="{FF2B5EF4-FFF2-40B4-BE49-F238E27FC236}">
                <a16:creationId xmlns:a16="http://schemas.microsoft.com/office/drawing/2014/main" id="{6440F539-4447-5A44-BE4F-54C320CED607}"/>
              </a:ext>
            </a:extLst>
          </p:cNvPr>
          <p:cNvSpPr>
            <a:spLocks noGrp="1" noRot="1" noChangeAspect="1" noChangeArrowheads="1" noTextEdit="1"/>
          </p:cNvSpPr>
          <p:nvPr>
            <p:ph type="sldImg"/>
          </p:nvPr>
        </p:nvSpPr>
        <p:spPr>
          <a:ln/>
        </p:spPr>
      </p:sp>
      <p:sp>
        <p:nvSpPr>
          <p:cNvPr id="167939" name="Rectangle 3">
            <a:extLst>
              <a:ext uri="{FF2B5EF4-FFF2-40B4-BE49-F238E27FC236}">
                <a16:creationId xmlns:a16="http://schemas.microsoft.com/office/drawing/2014/main" id="{B8D97DD1-89C1-AF48-9876-7B7E9458997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562896023"/>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5" name="Rectangle 7">
            <a:extLst>
              <a:ext uri="{FF2B5EF4-FFF2-40B4-BE49-F238E27FC236}">
                <a16:creationId xmlns:a16="http://schemas.microsoft.com/office/drawing/2014/main" id="{D8EAC909-EB2F-C248-9EC6-BF2A218D5BBC}"/>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CF1D895-5EC1-AF4E-B1F8-373978A1B28E}" type="slidenum">
              <a:rPr lang="en-US" altLang="zh-CN" sz="1200">
                <a:latin typeface="Arial" panose="020B0604020202020204" pitchFamily="34" charset="0"/>
              </a:rPr>
              <a:pPr/>
              <a:t>74</a:t>
            </a:fld>
            <a:endParaRPr lang="en-US" altLang="zh-CN" sz="1200">
              <a:latin typeface="Arial" panose="020B0604020202020204" pitchFamily="34" charset="0"/>
            </a:endParaRPr>
          </a:p>
        </p:txBody>
      </p:sp>
      <p:sp>
        <p:nvSpPr>
          <p:cNvPr id="169986" name="Rectangle 2">
            <a:extLst>
              <a:ext uri="{FF2B5EF4-FFF2-40B4-BE49-F238E27FC236}">
                <a16:creationId xmlns:a16="http://schemas.microsoft.com/office/drawing/2014/main" id="{B01886A9-4EED-5A4F-B52C-3348422648D8}"/>
              </a:ext>
            </a:extLst>
          </p:cNvPr>
          <p:cNvSpPr>
            <a:spLocks noGrp="1" noRot="1" noChangeAspect="1" noChangeArrowheads="1" noTextEdit="1"/>
          </p:cNvSpPr>
          <p:nvPr>
            <p:ph type="sldImg"/>
          </p:nvPr>
        </p:nvSpPr>
        <p:spPr>
          <a:ln/>
        </p:spPr>
      </p:sp>
      <p:sp>
        <p:nvSpPr>
          <p:cNvPr id="169987" name="Rectangle 3">
            <a:extLst>
              <a:ext uri="{FF2B5EF4-FFF2-40B4-BE49-F238E27FC236}">
                <a16:creationId xmlns:a16="http://schemas.microsoft.com/office/drawing/2014/main" id="{47E2A93B-2214-F843-A52F-2AF3929A2FF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754714329"/>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3" name="Rectangle 7">
            <a:extLst>
              <a:ext uri="{FF2B5EF4-FFF2-40B4-BE49-F238E27FC236}">
                <a16:creationId xmlns:a16="http://schemas.microsoft.com/office/drawing/2014/main" id="{2A024A50-BA76-014F-9F17-D5549627D6E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BA510CF-C57D-1F48-81D6-132115C96684}" type="slidenum">
              <a:rPr lang="en-US" altLang="zh-CN" sz="1200">
                <a:latin typeface="Arial" panose="020B0604020202020204" pitchFamily="34" charset="0"/>
              </a:rPr>
              <a:pPr/>
              <a:t>75</a:t>
            </a:fld>
            <a:endParaRPr lang="en-US" altLang="zh-CN" sz="1200">
              <a:latin typeface="Arial" panose="020B0604020202020204" pitchFamily="34" charset="0"/>
            </a:endParaRPr>
          </a:p>
        </p:txBody>
      </p:sp>
      <p:sp>
        <p:nvSpPr>
          <p:cNvPr id="172034" name="Rectangle 2">
            <a:extLst>
              <a:ext uri="{FF2B5EF4-FFF2-40B4-BE49-F238E27FC236}">
                <a16:creationId xmlns:a16="http://schemas.microsoft.com/office/drawing/2014/main" id="{B85985C9-7A57-C243-9B8F-584357491435}"/>
              </a:ext>
            </a:extLst>
          </p:cNvPr>
          <p:cNvSpPr>
            <a:spLocks noGrp="1" noRot="1" noChangeAspect="1" noChangeArrowheads="1" noTextEdit="1"/>
          </p:cNvSpPr>
          <p:nvPr>
            <p:ph type="sldImg"/>
          </p:nvPr>
        </p:nvSpPr>
        <p:spPr>
          <a:ln/>
        </p:spPr>
      </p:sp>
      <p:sp>
        <p:nvSpPr>
          <p:cNvPr id="172035" name="Rectangle 3">
            <a:extLst>
              <a:ext uri="{FF2B5EF4-FFF2-40B4-BE49-F238E27FC236}">
                <a16:creationId xmlns:a16="http://schemas.microsoft.com/office/drawing/2014/main" id="{37481906-8BD9-C642-8015-59DEBFBC5DF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037129349"/>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1" name="Rectangle 7">
            <a:extLst>
              <a:ext uri="{FF2B5EF4-FFF2-40B4-BE49-F238E27FC236}">
                <a16:creationId xmlns:a16="http://schemas.microsoft.com/office/drawing/2014/main" id="{2E0D98DA-0625-AA4E-AC26-9EBA26B43C2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11C3BE9-30BD-8746-AE83-69A9D4FAA1F1}" type="slidenum">
              <a:rPr lang="en-US" altLang="zh-CN" sz="1200">
                <a:latin typeface="Arial" panose="020B0604020202020204" pitchFamily="34" charset="0"/>
              </a:rPr>
              <a:pPr/>
              <a:t>76</a:t>
            </a:fld>
            <a:endParaRPr lang="en-US" altLang="zh-CN" sz="1200">
              <a:latin typeface="Arial" panose="020B0604020202020204" pitchFamily="34" charset="0"/>
            </a:endParaRPr>
          </a:p>
        </p:txBody>
      </p:sp>
      <p:sp>
        <p:nvSpPr>
          <p:cNvPr id="174082" name="Rectangle 2">
            <a:extLst>
              <a:ext uri="{FF2B5EF4-FFF2-40B4-BE49-F238E27FC236}">
                <a16:creationId xmlns:a16="http://schemas.microsoft.com/office/drawing/2014/main" id="{E8754604-D2EC-5245-A190-C2F17CE7758D}"/>
              </a:ext>
            </a:extLst>
          </p:cNvPr>
          <p:cNvSpPr>
            <a:spLocks noGrp="1" noRot="1" noChangeAspect="1" noChangeArrowheads="1" noTextEdit="1"/>
          </p:cNvSpPr>
          <p:nvPr>
            <p:ph type="sldImg"/>
          </p:nvPr>
        </p:nvSpPr>
        <p:spPr>
          <a:ln/>
        </p:spPr>
      </p:sp>
      <p:sp>
        <p:nvSpPr>
          <p:cNvPr id="174083" name="Rectangle 3">
            <a:extLst>
              <a:ext uri="{FF2B5EF4-FFF2-40B4-BE49-F238E27FC236}">
                <a16:creationId xmlns:a16="http://schemas.microsoft.com/office/drawing/2014/main" id="{6C9C88E9-1A52-DF4D-929B-D6B53C6E8776}"/>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125733846"/>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29" name="Rectangle 7">
            <a:extLst>
              <a:ext uri="{FF2B5EF4-FFF2-40B4-BE49-F238E27FC236}">
                <a16:creationId xmlns:a16="http://schemas.microsoft.com/office/drawing/2014/main" id="{41CE5062-E33A-194E-B7F6-171E249F641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76460D5-9EFD-2045-A111-74FA718B50E8}" type="slidenum">
              <a:rPr lang="en-US" altLang="zh-CN" sz="1200">
                <a:latin typeface="Arial" panose="020B0604020202020204" pitchFamily="34" charset="0"/>
              </a:rPr>
              <a:pPr/>
              <a:t>77</a:t>
            </a:fld>
            <a:endParaRPr lang="en-US" altLang="zh-CN" sz="1200">
              <a:latin typeface="Arial" panose="020B0604020202020204" pitchFamily="34" charset="0"/>
            </a:endParaRPr>
          </a:p>
        </p:txBody>
      </p:sp>
      <p:sp>
        <p:nvSpPr>
          <p:cNvPr id="176130" name="Rectangle 2">
            <a:extLst>
              <a:ext uri="{FF2B5EF4-FFF2-40B4-BE49-F238E27FC236}">
                <a16:creationId xmlns:a16="http://schemas.microsoft.com/office/drawing/2014/main" id="{E14D0F07-167D-744F-9368-5D97846ADD50}"/>
              </a:ext>
            </a:extLst>
          </p:cNvPr>
          <p:cNvSpPr>
            <a:spLocks noGrp="1" noRot="1" noChangeAspect="1" noChangeArrowheads="1" noTextEdit="1"/>
          </p:cNvSpPr>
          <p:nvPr>
            <p:ph type="sldImg"/>
          </p:nvPr>
        </p:nvSpPr>
        <p:spPr>
          <a:ln/>
        </p:spPr>
      </p:sp>
      <p:sp>
        <p:nvSpPr>
          <p:cNvPr id="176131" name="Rectangle 3">
            <a:extLst>
              <a:ext uri="{FF2B5EF4-FFF2-40B4-BE49-F238E27FC236}">
                <a16:creationId xmlns:a16="http://schemas.microsoft.com/office/drawing/2014/main" id="{8EE60C0F-7411-5D4B-A33A-35823BB8816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761731150"/>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7" name="Rectangle 7">
            <a:extLst>
              <a:ext uri="{FF2B5EF4-FFF2-40B4-BE49-F238E27FC236}">
                <a16:creationId xmlns:a16="http://schemas.microsoft.com/office/drawing/2014/main" id="{F8972A42-FDA8-E140-BA55-CCFD69CF40C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76A36A0-47C4-B84E-A907-D4D23606D67E}" type="slidenum">
              <a:rPr lang="en-US" altLang="zh-CN" sz="1200">
                <a:latin typeface="Arial" panose="020B0604020202020204" pitchFamily="34" charset="0"/>
              </a:rPr>
              <a:pPr/>
              <a:t>78</a:t>
            </a:fld>
            <a:endParaRPr lang="en-US" altLang="zh-CN" sz="1200">
              <a:latin typeface="Arial" panose="020B0604020202020204" pitchFamily="34" charset="0"/>
            </a:endParaRPr>
          </a:p>
        </p:txBody>
      </p:sp>
      <p:sp>
        <p:nvSpPr>
          <p:cNvPr id="178178" name="Rectangle 2">
            <a:extLst>
              <a:ext uri="{FF2B5EF4-FFF2-40B4-BE49-F238E27FC236}">
                <a16:creationId xmlns:a16="http://schemas.microsoft.com/office/drawing/2014/main" id="{6FEF5549-6D0E-6A46-8AEC-84124B78D9CB}"/>
              </a:ext>
            </a:extLst>
          </p:cNvPr>
          <p:cNvSpPr>
            <a:spLocks noGrp="1" noRot="1" noChangeAspect="1" noChangeArrowheads="1" noTextEdit="1"/>
          </p:cNvSpPr>
          <p:nvPr>
            <p:ph type="sldImg"/>
          </p:nvPr>
        </p:nvSpPr>
        <p:spPr>
          <a:ln/>
        </p:spPr>
      </p:sp>
      <p:sp>
        <p:nvSpPr>
          <p:cNvPr id="178179" name="Rectangle 3">
            <a:extLst>
              <a:ext uri="{FF2B5EF4-FFF2-40B4-BE49-F238E27FC236}">
                <a16:creationId xmlns:a16="http://schemas.microsoft.com/office/drawing/2014/main" id="{FA66821A-EE9B-8E40-93DD-83736A8D0C4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511267444"/>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225" name="Rectangle 7">
            <a:extLst>
              <a:ext uri="{FF2B5EF4-FFF2-40B4-BE49-F238E27FC236}">
                <a16:creationId xmlns:a16="http://schemas.microsoft.com/office/drawing/2014/main" id="{3FD0C7DB-9D49-C74E-A2B8-435AE9B21F4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A304EDC-4FFC-3A41-BA40-59FE4744E7BB}" type="slidenum">
              <a:rPr lang="en-US" altLang="zh-CN" sz="1200">
                <a:latin typeface="Arial" panose="020B0604020202020204" pitchFamily="34" charset="0"/>
              </a:rPr>
              <a:pPr/>
              <a:t>79</a:t>
            </a:fld>
            <a:endParaRPr lang="en-US" altLang="zh-CN" sz="1200">
              <a:latin typeface="Arial" panose="020B0604020202020204" pitchFamily="34" charset="0"/>
            </a:endParaRPr>
          </a:p>
        </p:txBody>
      </p:sp>
      <p:sp>
        <p:nvSpPr>
          <p:cNvPr id="180226" name="Rectangle 2">
            <a:extLst>
              <a:ext uri="{FF2B5EF4-FFF2-40B4-BE49-F238E27FC236}">
                <a16:creationId xmlns:a16="http://schemas.microsoft.com/office/drawing/2014/main" id="{9F6FBDD9-69AD-D848-9A5D-87EEF266C063}"/>
              </a:ext>
            </a:extLst>
          </p:cNvPr>
          <p:cNvSpPr>
            <a:spLocks noGrp="1" noRot="1" noChangeAspect="1" noChangeArrowheads="1" noTextEdit="1"/>
          </p:cNvSpPr>
          <p:nvPr>
            <p:ph type="sldImg"/>
          </p:nvPr>
        </p:nvSpPr>
        <p:spPr>
          <a:ln/>
        </p:spPr>
      </p:sp>
      <p:sp>
        <p:nvSpPr>
          <p:cNvPr id="180227" name="Rectangle 3">
            <a:extLst>
              <a:ext uri="{FF2B5EF4-FFF2-40B4-BE49-F238E27FC236}">
                <a16:creationId xmlns:a16="http://schemas.microsoft.com/office/drawing/2014/main" id="{21679534-1595-1446-8A65-D008F9987F0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881386889"/>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3" name="Rectangle 7">
            <a:extLst>
              <a:ext uri="{FF2B5EF4-FFF2-40B4-BE49-F238E27FC236}">
                <a16:creationId xmlns:a16="http://schemas.microsoft.com/office/drawing/2014/main" id="{6510F1A6-C5AA-9F48-8BB3-7753AF49F51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BC55F72-11FF-0440-BC01-84A1B97A5115}" type="slidenum">
              <a:rPr lang="en-US" altLang="zh-CN" sz="1200">
                <a:latin typeface="Arial" panose="020B0604020202020204" pitchFamily="34" charset="0"/>
              </a:rPr>
              <a:pPr/>
              <a:t>80</a:t>
            </a:fld>
            <a:endParaRPr lang="en-US" altLang="zh-CN" sz="1200">
              <a:latin typeface="Arial" panose="020B0604020202020204" pitchFamily="34" charset="0"/>
            </a:endParaRPr>
          </a:p>
        </p:txBody>
      </p:sp>
      <p:sp>
        <p:nvSpPr>
          <p:cNvPr id="182274" name="Rectangle 2">
            <a:extLst>
              <a:ext uri="{FF2B5EF4-FFF2-40B4-BE49-F238E27FC236}">
                <a16:creationId xmlns:a16="http://schemas.microsoft.com/office/drawing/2014/main" id="{984C0A12-9438-CF4A-8B40-42A8EEFEEC85}"/>
              </a:ext>
            </a:extLst>
          </p:cNvPr>
          <p:cNvSpPr>
            <a:spLocks noGrp="1" noRot="1" noChangeAspect="1" noChangeArrowheads="1" noTextEdit="1"/>
          </p:cNvSpPr>
          <p:nvPr>
            <p:ph type="sldImg"/>
          </p:nvPr>
        </p:nvSpPr>
        <p:spPr>
          <a:ln/>
        </p:spPr>
      </p:sp>
      <p:sp>
        <p:nvSpPr>
          <p:cNvPr id="182275" name="Rectangle 3">
            <a:extLst>
              <a:ext uri="{FF2B5EF4-FFF2-40B4-BE49-F238E27FC236}">
                <a16:creationId xmlns:a16="http://schemas.microsoft.com/office/drawing/2014/main" id="{7888990D-6F84-BF46-B72A-903E7A68BD4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981862486"/>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1" name="Rectangle 7">
            <a:extLst>
              <a:ext uri="{FF2B5EF4-FFF2-40B4-BE49-F238E27FC236}">
                <a16:creationId xmlns:a16="http://schemas.microsoft.com/office/drawing/2014/main" id="{D7DF4825-84F3-5F48-8CAA-A25CF438000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993F5AD-F1AF-A647-A636-C77560382082}" type="slidenum">
              <a:rPr lang="en-US" altLang="zh-CN" sz="1200">
                <a:latin typeface="Arial" panose="020B0604020202020204" pitchFamily="34" charset="0"/>
              </a:rPr>
              <a:pPr/>
              <a:t>81</a:t>
            </a:fld>
            <a:endParaRPr lang="en-US" altLang="zh-CN" sz="1200">
              <a:latin typeface="Arial" panose="020B0604020202020204" pitchFamily="34" charset="0"/>
            </a:endParaRPr>
          </a:p>
        </p:txBody>
      </p:sp>
      <p:sp>
        <p:nvSpPr>
          <p:cNvPr id="184322" name="Rectangle 2">
            <a:extLst>
              <a:ext uri="{FF2B5EF4-FFF2-40B4-BE49-F238E27FC236}">
                <a16:creationId xmlns:a16="http://schemas.microsoft.com/office/drawing/2014/main" id="{B0E145BD-FA2D-F847-A2DF-267FB60975BD}"/>
              </a:ext>
            </a:extLst>
          </p:cNvPr>
          <p:cNvSpPr>
            <a:spLocks noGrp="1" noRot="1" noChangeAspect="1" noChangeArrowheads="1" noTextEdit="1"/>
          </p:cNvSpPr>
          <p:nvPr>
            <p:ph type="sldImg"/>
          </p:nvPr>
        </p:nvSpPr>
        <p:spPr>
          <a:ln/>
        </p:spPr>
      </p:sp>
      <p:sp>
        <p:nvSpPr>
          <p:cNvPr id="184323" name="Rectangle 3">
            <a:extLst>
              <a:ext uri="{FF2B5EF4-FFF2-40B4-BE49-F238E27FC236}">
                <a16:creationId xmlns:a16="http://schemas.microsoft.com/office/drawing/2014/main" id="{CE94FB70-3C69-DD4E-A5F0-86EDD804D53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022718009"/>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69" name="Rectangle 7">
            <a:extLst>
              <a:ext uri="{FF2B5EF4-FFF2-40B4-BE49-F238E27FC236}">
                <a16:creationId xmlns:a16="http://schemas.microsoft.com/office/drawing/2014/main" id="{6332CE83-E9BA-5041-8616-63BAA681D35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1C36804-FF45-5240-A11A-8BE29D660B95}" type="slidenum">
              <a:rPr lang="en-US" altLang="zh-CN" sz="1200">
                <a:latin typeface="Arial" panose="020B0604020202020204" pitchFamily="34" charset="0"/>
              </a:rPr>
              <a:pPr/>
              <a:t>82</a:t>
            </a:fld>
            <a:endParaRPr lang="en-US" altLang="zh-CN" sz="1200">
              <a:latin typeface="Arial" panose="020B0604020202020204" pitchFamily="34" charset="0"/>
            </a:endParaRPr>
          </a:p>
        </p:txBody>
      </p:sp>
      <p:sp>
        <p:nvSpPr>
          <p:cNvPr id="186370" name="Rectangle 2">
            <a:extLst>
              <a:ext uri="{FF2B5EF4-FFF2-40B4-BE49-F238E27FC236}">
                <a16:creationId xmlns:a16="http://schemas.microsoft.com/office/drawing/2014/main" id="{AA552A7E-A63A-D64C-B18E-FA080BD16CFB}"/>
              </a:ext>
            </a:extLst>
          </p:cNvPr>
          <p:cNvSpPr>
            <a:spLocks noGrp="1" noRot="1" noChangeAspect="1" noChangeArrowheads="1" noTextEdit="1"/>
          </p:cNvSpPr>
          <p:nvPr>
            <p:ph type="sldImg"/>
          </p:nvPr>
        </p:nvSpPr>
        <p:spPr>
          <a:ln/>
        </p:spPr>
      </p:sp>
      <p:sp>
        <p:nvSpPr>
          <p:cNvPr id="186371" name="Rectangle 3">
            <a:extLst>
              <a:ext uri="{FF2B5EF4-FFF2-40B4-BE49-F238E27FC236}">
                <a16:creationId xmlns:a16="http://schemas.microsoft.com/office/drawing/2014/main" id="{99DE9788-C6C5-5246-A7E7-554F9CD8DA6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319669613"/>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417" name="Rectangle 7">
            <a:extLst>
              <a:ext uri="{FF2B5EF4-FFF2-40B4-BE49-F238E27FC236}">
                <a16:creationId xmlns:a16="http://schemas.microsoft.com/office/drawing/2014/main" id="{B837A107-BAB9-404C-BE05-0A05785CFF7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14EDE9B-C4A9-E44A-9EBF-6EC88B468214}" type="slidenum">
              <a:rPr lang="en-US" altLang="zh-CN" sz="1200">
                <a:latin typeface="Arial" panose="020B0604020202020204" pitchFamily="34" charset="0"/>
              </a:rPr>
              <a:pPr/>
              <a:t>83</a:t>
            </a:fld>
            <a:endParaRPr lang="en-US" altLang="zh-CN" sz="1200">
              <a:latin typeface="Arial" panose="020B0604020202020204" pitchFamily="34" charset="0"/>
            </a:endParaRPr>
          </a:p>
        </p:txBody>
      </p:sp>
      <p:sp>
        <p:nvSpPr>
          <p:cNvPr id="188418" name="Rectangle 2">
            <a:extLst>
              <a:ext uri="{FF2B5EF4-FFF2-40B4-BE49-F238E27FC236}">
                <a16:creationId xmlns:a16="http://schemas.microsoft.com/office/drawing/2014/main" id="{19934C20-B706-3142-9B36-A9C5651D2297}"/>
              </a:ext>
            </a:extLst>
          </p:cNvPr>
          <p:cNvSpPr>
            <a:spLocks noGrp="1" noRot="1" noChangeAspect="1" noChangeArrowheads="1" noTextEdit="1"/>
          </p:cNvSpPr>
          <p:nvPr>
            <p:ph type="sldImg"/>
          </p:nvPr>
        </p:nvSpPr>
        <p:spPr>
          <a:ln/>
        </p:spPr>
      </p:sp>
      <p:sp>
        <p:nvSpPr>
          <p:cNvPr id="188419" name="Rectangle 3">
            <a:extLst>
              <a:ext uri="{FF2B5EF4-FFF2-40B4-BE49-F238E27FC236}">
                <a16:creationId xmlns:a16="http://schemas.microsoft.com/office/drawing/2014/main" id="{0188BA11-D978-FC41-BD39-0E13330FBE9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394694567"/>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5" name="Rectangle 7">
            <a:extLst>
              <a:ext uri="{FF2B5EF4-FFF2-40B4-BE49-F238E27FC236}">
                <a16:creationId xmlns:a16="http://schemas.microsoft.com/office/drawing/2014/main" id="{E73DD05F-D949-3B42-91C8-C92AB3B23C7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916BCC7A-245E-AA4A-8F17-7D8CF3BBD2F2}" type="slidenum">
              <a:rPr lang="en-US" altLang="zh-CN" sz="1200">
                <a:latin typeface="Arial" panose="020B0604020202020204" pitchFamily="34" charset="0"/>
              </a:rPr>
              <a:pPr/>
              <a:t>84</a:t>
            </a:fld>
            <a:endParaRPr lang="en-US" altLang="zh-CN" sz="1200">
              <a:latin typeface="Arial" panose="020B0604020202020204" pitchFamily="34" charset="0"/>
            </a:endParaRPr>
          </a:p>
        </p:txBody>
      </p:sp>
      <p:sp>
        <p:nvSpPr>
          <p:cNvPr id="190466" name="Rectangle 2">
            <a:extLst>
              <a:ext uri="{FF2B5EF4-FFF2-40B4-BE49-F238E27FC236}">
                <a16:creationId xmlns:a16="http://schemas.microsoft.com/office/drawing/2014/main" id="{869F5953-0C2E-3B45-BDCE-6AFE6DF688D3}"/>
              </a:ext>
            </a:extLst>
          </p:cNvPr>
          <p:cNvSpPr>
            <a:spLocks noGrp="1" noRot="1" noChangeAspect="1" noChangeArrowheads="1" noTextEdit="1"/>
          </p:cNvSpPr>
          <p:nvPr>
            <p:ph type="sldImg"/>
          </p:nvPr>
        </p:nvSpPr>
        <p:spPr>
          <a:ln/>
        </p:spPr>
      </p:sp>
      <p:sp>
        <p:nvSpPr>
          <p:cNvPr id="190467" name="Rectangle 3">
            <a:extLst>
              <a:ext uri="{FF2B5EF4-FFF2-40B4-BE49-F238E27FC236}">
                <a16:creationId xmlns:a16="http://schemas.microsoft.com/office/drawing/2014/main" id="{B5CF8E2B-4A26-E645-AA0F-F39DAFDF97E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491997483"/>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3" name="Rectangle 7">
            <a:extLst>
              <a:ext uri="{FF2B5EF4-FFF2-40B4-BE49-F238E27FC236}">
                <a16:creationId xmlns:a16="http://schemas.microsoft.com/office/drawing/2014/main" id="{4BD552A0-A097-A440-9A2E-AF2EEAF00F8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08E699D-879F-3E48-90F5-10DAC5F7F983}" type="slidenum">
              <a:rPr lang="en-US" altLang="zh-CN" sz="1200">
                <a:latin typeface="Arial" panose="020B0604020202020204" pitchFamily="34" charset="0"/>
              </a:rPr>
              <a:pPr/>
              <a:t>85</a:t>
            </a:fld>
            <a:endParaRPr lang="en-US" altLang="zh-CN" sz="1200">
              <a:latin typeface="Arial" panose="020B0604020202020204" pitchFamily="34" charset="0"/>
            </a:endParaRPr>
          </a:p>
        </p:txBody>
      </p:sp>
      <p:sp>
        <p:nvSpPr>
          <p:cNvPr id="192514" name="Rectangle 2">
            <a:extLst>
              <a:ext uri="{FF2B5EF4-FFF2-40B4-BE49-F238E27FC236}">
                <a16:creationId xmlns:a16="http://schemas.microsoft.com/office/drawing/2014/main" id="{D47C44C8-CBD8-144E-845B-BD00C54768FF}"/>
              </a:ext>
            </a:extLst>
          </p:cNvPr>
          <p:cNvSpPr>
            <a:spLocks noGrp="1" noRot="1" noChangeAspect="1" noChangeArrowheads="1" noTextEdit="1"/>
          </p:cNvSpPr>
          <p:nvPr>
            <p:ph type="sldImg"/>
          </p:nvPr>
        </p:nvSpPr>
        <p:spPr>
          <a:ln/>
        </p:spPr>
      </p:sp>
      <p:sp>
        <p:nvSpPr>
          <p:cNvPr id="192515" name="Rectangle 3">
            <a:extLst>
              <a:ext uri="{FF2B5EF4-FFF2-40B4-BE49-F238E27FC236}">
                <a16:creationId xmlns:a16="http://schemas.microsoft.com/office/drawing/2014/main" id="{28CFD634-621E-6342-9E85-1ADE2A02626F}"/>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023274940"/>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1" name="Rectangle 7">
            <a:extLst>
              <a:ext uri="{FF2B5EF4-FFF2-40B4-BE49-F238E27FC236}">
                <a16:creationId xmlns:a16="http://schemas.microsoft.com/office/drawing/2014/main" id="{D5CE0A1E-70DB-B44D-89F6-CC013801E56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3746CEC-82AC-054D-A064-6BF574F5CF22}" type="slidenum">
              <a:rPr lang="en-US" altLang="zh-CN" sz="1200">
                <a:latin typeface="Arial" panose="020B0604020202020204" pitchFamily="34" charset="0"/>
              </a:rPr>
              <a:pPr/>
              <a:t>86</a:t>
            </a:fld>
            <a:endParaRPr lang="en-US" altLang="zh-CN" sz="1200">
              <a:latin typeface="Arial" panose="020B0604020202020204" pitchFamily="34" charset="0"/>
            </a:endParaRPr>
          </a:p>
        </p:txBody>
      </p:sp>
      <p:sp>
        <p:nvSpPr>
          <p:cNvPr id="194562" name="Rectangle 2">
            <a:extLst>
              <a:ext uri="{FF2B5EF4-FFF2-40B4-BE49-F238E27FC236}">
                <a16:creationId xmlns:a16="http://schemas.microsoft.com/office/drawing/2014/main" id="{53BE9D1A-9AA7-4546-B489-A46B41C1D930}"/>
              </a:ext>
            </a:extLst>
          </p:cNvPr>
          <p:cNvSpPr>
            <a:spLocks noGrp="1" noRot="1" noChangeAspect="1" noChangeArrowheads="1" noTextEdit="1"/>
          </p:cNvSpPr>
          <p:nvPr>
            <p:ph type="sldImg"/>
          </p:nvPr>
        </p:nvSpPr>
        <p:spPr>
          <a:ln/>
        </p:spPr>
      </p:sp>
      <p:sp>
        <p:nvSpPr>
          <p:cNvPr id="194563" name="Rectangle 3">
            <a:extLst>
              <a:ext uri="{FF2B5EF4-FFF2-40B4-BE49-F238E27FC236}">
                <a16:creationId xmlns:a16="http://schemas.microsoft.com/office/drawing/2014/main" id="{10AF914A-D27C-FE4B-A658-91BE4A9097C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083137990"/>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09" name="Rectangle 7">
            <a:extLst>
              <a:ext uri="{FF2B5EF4-FFF2-40B4-BE49-F238E27FC236}">
                <a16:creationId xmlns:a16="http://schemas.microsoft.com/office/drawing/2014/main" id="{97A71AC9-6208-EB40-BE32-C2367B74088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66C7C30-AEF1-AA4D-ABB2-206A420C75BB}" type="slidenum">
              <a:rPr lang="en-US" altLang="zh-CN" sz="1200">
                <a:latin typeface="Arial" panose="020B0604020202020204" pitchFamily="34" charset="0"/>
              </a:rPr>
              <a:pPr/>
              <a:t>87</a:t>
            </a:fld>
            <a:endParaRPr lang="en-US" altLang="zh-CN" sz="1200">
              <a:latin typeface="Arial" panose="020B0604020202020204" pitchFamily="34" charset="0"/>
            </a:endParaRPr>
          </a:p>
        </p:txBody>
      </p:sp>
      <p:sp>
        <p:nvSpPr>
          <p:cNvPr id="196610" name="Rectangle 2">
            <a:extLst>
              <a:ext uri="{FF2B5EF4-FFF2-40B4-BE49-F238E27FC236}">
                <a16:creationId xmlns:a16="http://schemas.microsoft.com/office/drawing/2014/main" id="{E35D4C22-3F06-FF47-A252-95F7D1EF563C}"/>
              </a:ext>
            </a:extLst>
          </p:cNvPr>
          <p:cNvSpPr>
            <a:spLocks noGrp="1" noRot="1" noChangeAspect="1" noChangeArrowheads="1" noTextEdit="1"/>
          </p:cNvSpPr>
          <p:nvPr>
            <p:ph type="sldImg"/>
          </p:nvPr>
        </p:nvSpPr>
        <p:spPr>
          <a:ln/>
        </p:spPr>
      </p:sp>
      <p:sp>
        <p:nvSpPr>
          <p:cNvPr id="196611" name="Rectangle 3">
            <a:extLst>
              <a:ext uri="{FF2B5EF4-FFF2-40B4-BE49-F238E27FC236}">
                <a16:creationId xmlns:a16="http://schemas.microsoft.com/office/drawing/2014/main" id="{CF75C804-9A48-2849-98C9-5724EC5F8BA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116319316"/>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7" name="Rectangle 7">
            <a:extLst>
              <a:ext uri="{FF2B5EF4-FFF2-40B4-BE49-F238E27FC236}">
                <a16:creationId xmlns:a16="http://schemas.microsoft.com/office/drawing/2014/main" id="{1A3E06EE-35B1-7843-902A-9294E49B79D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7ECC170-63D6-5B43-9F94-5B2C44813366}" type="slidenum">
              <a:rPr lang="en-US" altLang="zh-CN" sz="1200">
                <a:latin typeface="Arial" panose="020B0604020202020204" pitchFamily="34" charset="0"/>
              </a:rPr>
              <a:pPr/>
              <a:t>88</a:t>
            </a:fld>
            <a:endParaRPr lang="en-US" altLang="zh-CN" sz="1200">
              <a:latin typeface="Arial" panose="020B0604020202020204" pitchFamily="34" charset="0"/>
            </a:endParaRPr>
          </a:p>
        </p:txBody>
      </p:sp>
      <p:sp>
        <p:nvSpPr>
          <p:cNvPr id="198658" name="Rectangle 2">
            <a:extLst>
              <a:ext uri="{FF2B5EF4-FFF2-40B4-BE49-F238E27FC236}">
                <a16:creationId xmlns:a16="http://schemas.microsoft.com/office/drawing/2014/main" id="{0A32A967-442C-DE4D-B4AF-9B988AD85FD5}"/>
              </a:ext>
            </a:extLst>
          </p:cNvPr>
          <p:cNvSpPr>
            <a:spLocks noGrp="1" noRot="1" noChangeAspect="1" noChangeArrowheads="1" noTextEdit="1"/>
          </p:cNvSpPr>
          <p:nvPr>
            <p:ph type="sldImg"/>
          </p:nvPr>
        </p:nvSpPr>
        <p:spPr>
          <a:ln/>
        </p:spPr>
      </p:sp>
      <p:sp>
        <p:nvSpPr>
          <p:cNvPr id="198659" name="Rectangle 3">
            <a:extLst>
              <a:ext uri="{FF2B5EF4-FFF2-40B4-BE49-F238E27FC236}">
                <a16:creationId xmlns:a16="http://schemas.microsoft.com/office/drawing/2014/main" id="{32B007DC-A289-B945-B814-BE0BC872AA9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628228312"/>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5" name="Rectangle 7">
            <a:extLst>
              <a:ext uri="{FF2B5EF4-FFF2-40B4-BE49-F238E27FC236}">
                <a16:creationId xmlns:a16="http://schemas.microsoft.com/office/drawing/2014/main" id="{E92B045C-0324-BF4C-86BC-5AACD48A8EB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1F6E06B-C775-564D-91DA-448119C189CA}" type="slidenum">
              <a:rPr lang="en-US" altLang="zh-CN" sz="1200">
                <a:latin typeface="Arial" panose="020B0604020202020204" pitchFamily="34" charset="0"/>
              </a:rPr>
              <a:pPr/>
              <a:t>89</a:t>
            </a:fld>
            <a:endParaRPr lang="en-US" altLang="zh-CN" sz="1200">
              <a:latin typeface="Arial" panose="020B0604020202020204" pitchFamily="34" charset="0"/>
            </a:endParaRPr>
          </a:p>
        </p:txBody>
      </p:sp>
      <p:sp>
        <p:nvSpPr>
          <p:cNvPr id="200706" name="Rectangle 2">
            <a:extLst>
              <a:ext uri="{FF2B5EF4-FFF2-40B4-BE49-F238E27FC236}">
                <a16:creationId xmlns:a16="http://schemas.microsoft.com/office/drawing/2014/main" id="{2D51D4E4-BE3A-0C43-B08B-2413992B4D85}"/>
              </a:ext>
            </a:extLst>
          </p:cNvPr>
          <p:cNvSpPr>
            <a:spLocks noGrp="1" noRot="1" noChangeAspect="1" noChangeArrowheads="1" noTextEdit="1"/>
          </p:cNvSpPr>
          <p:nvPr>
            <p:ph type="sldImg"/>
          </p:nvPr>
        </p:nvSpPr>
        <p:spPr>
          <a:ln/>
        </p:spPr>
      </p:sp>
      <p:sp>
        <p:nvSpPr>
          <p:cNvPr id="200707" name="Rectangle 3">
            <a:extLst>
              <a:ext uri="{FF2B5EF4-FFF2-40B4-BE49-F238E27FC236}">
                <a16:creationId xmlns:a16="http://schemas.microsoft.com/office/drawing/2014/main" id="{19008905-15A4-3442-886F-AC77AD6D6B6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13167784"/>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3" name="Rectangle 7">
            <a:extLst>
              <a:ext uri="{FF2B5EF4-FFF2-40B4-BE49-F238E27FC236}">
                <a16:creationId xmlns:a16="http://schemas.microsoft.com/office/drawing/2014/main" id="{87645E42-BEBB-6140-B597-E4DA2E8F36F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6A0757F-DF1D-974A-AC81-2EAE2434BFC3}" type="slidenum">
              <a:rPr lang="en-US" altLang="zh-CN" sz="1200">
                <a:latin typeface="Arial" panose="020B0604020202020204" pitchFamily="34" charset="0"/>
              </a:rPr>
              <a:pPr/>
              <a:t>90</a:t>
            </a:fld>
            <a:endParaRPr lang="en-US" altLang="zh-CN" sz="1200">
              <a:latin typeface="Arial" panose="020B0604020202020204" pitchFamily="34" charset="0"/>
            </a:endParaRPr>
          </a:p>
        </p:txBody>
      </p:sp>
      <p:sp>
        <p:nvSpPr>
          <p:cNvPr id="202754" name="Rectangle 2">
            <a:extLst>
              <a:ext uri="{FF2B5EF4-FFF2-40B4-BE49-F238E27FC236}">
                <a16:creationId xmlns:a16="http://schemas.microsoft.com/office/drawing/2014/main" id="{6010EF88-724F-0E4F-9823-1364639CF83E}"/>
              </a:ext>
            </a:extLst>
          </p:cNvPr>
          <p:cNvSpPr>
            <a:spLocks noGrp="1" noRot="1" noChangeAspect="1" noChangeArrowheads="1" noTextEdit="1"/>
          </p:cNvSpPr>
          <p:nvPr>
            <p:ph type="sldImg"/>
          </p:nvPr>
        </p:nvSpPr>
        <p:spPr>
          <a:ln/>
        </p:spPr>
      </p:sp>
      <p:sp>
        <p:nvSpPr>
          <p:cNvPr id="202755" name="Rectangle 3">
            <a:extLst>
              <a:ext uri="{FF2B5EF4-FFF2-40B4-BE49-F238E27FC236}">
                <a16:creationId xmlns:a16="http://schemas.microsoft.com/office/drawing/2014/main" id="{510C6593-A1DF-F140-B589-C36476532DD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04485443"/>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1" name="Rectangle 7">
            <a:extLst>
              <a:ext uri="{FF2B5EF4-FFF2-40B4-BE49-F238E27FC236}">
                <a16:creationId xmlns:a16="http://schemas.microsoft.com/office/drawing/2014/main" id="{FBB3F2D9-948E-7C4E-B8CE-8B71A9229CB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B8CDD23-FE21-464A-8CB3-D13038BEA404}" type="slidenum">
              <a:rPr lang="en-US" altLang="zh-CN" sz="1200">
                <a:latin typeface="Arial" panose="020B0604020202020204" pitchFamily="34" charset="0"/>
              </a:rPr>
              <a:pPr/>
              <a:t>91</a:t>
            </a:fld>
            <a:endParaRPr lang="en-US" altLang="zh-CN" sz="1200">
              <a:latin typeface="Arial" panose="020B0604020202020204" pitchFamily="34" charset="0"/>
            </a:endParaRPr>
          </a:p>
        </p:txBody>
      </p:sp>
      <p:sp>
        <p:nvSpPr>
          <p:cNvPr id="204802" name="Rectangle 2">
            <a:extLst>
              <a:ext uri="{FF2B5EF4-FFF2-40B4-BE49-F238E27FC236}">
                <a16:creationId xmlns:a16="http://schemas.microsoft.com/office/drawing/2014/main" id="{7D7D06E5-874C-D54B-8370-8E7BA32DDA20}"/>
              </a:ext>
            </a:extLst>
          </p:cNvPr>
          <p:cNvSpPr>
            <a:spLocks noGrp="1" noRot="1" noChangeAspect="1" noChangeArrowheads="1" noTextEdit="1"/>
          </p:cNvSpPr>
          <p:nvPr>
            <p:ph type="sldImg"/>
          </p:nvPr>
        </p:nvSpPr>
        <p:spPr>
          <a:ln/>
        </p:spPr>
      </p:sp>
      <p:sp>
        <p:nvSpPr>
          <p:cNvPr id="204803" name="Rectangle 3">
            <a:extLst>
              <a:ext uri="{FF2B5EF4-FFF2-40B4-BE49-F238E27FC236}">
                <a16:creationId xmlns:a16="http://schemas.microsoft.com/office/drawing/2014/main" id="{E1D00A97-080E-F24A-87A2-BEE2FC63A18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042812894"/>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49" name="Rectangle 7">
            <a:extLst>
              <a:ext uri="{FF2B5EF4-FFF2-40B4-BE49-F238E27FC236}">
                <a16:creationId xmlns:a16="http://schemas.microsoft.com/office/drawing/2014/main" id="{36976992-B314-5942-A819-1ACB53122F5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3D127EA-28EB-0645-BA92-40B15AAC46A4}" type="slidenum">
              <a:rPr lang="en-US" altLang="zh-CN" sz="1200">
                <a:latin typeface="Arial" panose="020B0604020202020204" pitchFamily="34" charset="0"/>
              </a:rPr>
              <a:pPr/>
              <a:t>92</a:t>
            </a:fld>
            <a:endParaRPr lang="en-US" altLang="zh-CN" sz="1200">
              <a:latin typeface="Arial" panose="020B0604020202020204" pitchFamily="34" charset="0"/>
            </a:endParaRPr>
          </a:p>
        </p:txBody>
      </p:sp>
      <p:sp>
        <p:nvSpPr>
          <p:cNvPr id="206850" name="Rectangle 2">
            <a:extLst>
              <a:ext uri="{FF2B5EF4-FFF2-40B4-BE49-F238E27FC236}">
                <a16:creationId xmlns:a16="http://schemas.microsoft.com/office/drawing/2014/main" id="{49A76F39-8F28-D84A-B313-30D10FB56414}"/>
              </a:ext>
            </a:extLst>
          </p:cNvPr>
          <p:cNvSpPr>
            <a:spLocks noGrp="1" noRot="1" noChangeAspect="1" noChangeArrowheads="1" noTextEdit="1"/>
          </p:cNvSpPr>
          <p:nvPr>
            <p:ph type="sldImg"/>
          </p:nvPr>
        </p:nvSpPr>
        <p:spPr>
          <a:ln/>
        </p:spPr>
      </p:sp>
      <p:sp>
        <p:nvSpPr>
          <p:cNvPr id="206851" name="Rectangle 3">
            <a:extLst>
              <a:ext uri="{FF2B5EF4-FFF2-40B4-BE49-F238E27FC236}">
                <a16:creationId xmlns:a16="http://schemas.microsoft.com/office/drawing/2014/main" id="{FC899119-2142-8241-8AB3-C91F75BC6CB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798610427"/>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7" name="Rectangle 7">
            <a:extLst>
              <a:ext uri="{FF2B5EF4-FFF2-40B4-BE49-F238E27FC236}">
                <a16:creationId xmlns:a16="http://schemas.microsoft.com/office/drawing/2014/main" id="{9A8702D1-ACBB-C146-A14A-2BBCC469B47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0B0DF60-2B87-F841-864B-B58D31053ED2}" type="slidenum">
              <a:rPr lang="en-US" altLang="zh-CN" sz="1200">
                <a:latin typeface="Arial" panose="020B0604020202020204" pitchFamily="34" charset="0"/>
              </a:rPr>
              <a:pPr/>
              <a:t>93</a:t>
            </a:fld>
            <a:endParaRPr lang="en-US" altLang="zh-CN" sz="1200">
              <a:latin typeface="Arial" panose="020B0604020202020204" pitchFamily="34" charset="0"/>
            </a:endParaRPr>
          </a:p>
        </p:txBody>
      </p:sp>
      <p:sp>
        <p:nvSpPr>
          <p:cNvPr id="208898" name="Rectangle 2">
            <a:extLst>
              <a:ext uri="{FF2B5EF4-FFF2-40B4-BE49-F238E27FC236}">
                <a16:creationId xmlns:a16="http://schemas.microsoft.com/office/drawing/2014/main" id="{81E50CBC-95FE-6A4A-A66C-188F6AEAE496}"/>
              </a:ext>
            </a:extLst>
          </p:cNvPr>
          <p:cNvSpPr>
            <a:spLocks noGrp="1" noRot="1" noChangeAspect="1" noChangeArrowheads="1" noTextEdit="1"/>
          </p:cNvSpPr>
          <p:nvPr>
            <p:ph type="sldImg"/>
          </p:nvPr>
        </p:nvSpPr>
        <p:spPr>
          <a:ln/>
        </p:spPr>
      </p:sp>
      <p:sp>
        <p:nvSpPr>
          <p:cNvPr id="208899" name="Rectangle 3">
            <a:extLst>
              <a:ext uri="{FF2B5EF4-FFF2-40B4-BE49-F238E27FC236}">
                <a16:creationId xmlns:a16="http://schemas.microsoft.com/office/drawing/2014/main" id="{C074E7DE-6C3A-734F-A73A-46EDE2AF4566}"/>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267285842"/>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5" name="Rectangle 7">
            <a:extLst>
              <a:ext uri="{FF2B5EF4-FFF2-40B4-BE49-F238E27FC236}">
                <a16:creationId xmlns:a16="http://schemas.microsoft.com/office/drawing/2014/main" id="{119C556E-1169-324D-B963-A660CCCBD7C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9601A28C-329E-0046-8C08-D28CC7640BBA}" type="slidenum">
              <a:rPr lang="en-US" altLang="zh-CN" sz="1200">
                <a:latin typeface="Arial" panose="020B0604020202020204" pitchFamily="34" charset="0"/>
              </a:rPr>
              <a:pPr/>
              <a:t>94</a:t>
            </a:fld>
            <a:endParaRPr lang="en-US" altLang="zh-CN" sz="1200">
              <a:latin typeface="Arial" panose="020B0604020202020204" pitchFamily="34" charset="0"/>
            </a:endParaRPr>
          </a:p>
        </p:txBody>
      </p:sp>
      <p:sp>
        <p:nvSpPr>
          <p:cNvPr id="210946" name="Rectangle 2">
            <a:extLst>
              <a:ext uri="{FF2B5EF4-FFF2-40B4-BE49-F238E27FC236}">
                <a16:creationId xmlns:a16="http://schemas.microsoft.com/office/drawing/2014/main" id="{9D4E5562-8422-1248-89E5-5553E8929DD2}"/>
              </a:ext>
            </a:extLst>
          </p:cNvPr>
          <p:cNvSpPr>
            <a:spLocks noGrp="1" noRot="1" noChangeAspect="1" noChangeArrowheads="1" noTextEdit="1"/>
          </p:cNvSpPr>
          <p:nvPr>
            <p:ph type="sldImg"/>
          </p:nvPr>
        </p:nvSpPr>
        <p:spPr>
          <a:ln/>
        </p:spPr>
      </p:sp>
      <p:sp>
        <p:nvSpPr>
          <p:cNvPr id="210947" name="Rectangle 3">
            <a:extLst>
              <a:ext uri="{FF2B5EF4-FFF2-40B4-BE49-F238E27FC236}">
                <a16:creationId xmlns:a16="http://schemas.microsoft.com/office/drawing/2014/main" id="{F582DE46-926F-244A-AEDB-00983771E4B6}"/>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361680330"/>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Rectangle 7">
            <a:extLst>
              <a:ext uri="{FF2B5EF4-FFF2-40B4-BE49-F238E27FC236}">
                <a16:creationId xmlns:a16="http://schemas.microsoft.com/office/drawing/2014/main" id="{97DA2E1B-CEBF-7B40-B3A6-8C90A213E7C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D7BB377-2552-BE47-B516-7955EA9793F9}" type="slidenum">
              <a:rPr lang="en-US" altLang="zh-CN" sz="1200">
                <a:latin typeface="Arial" panose="020B0604020202020204" pitchFamily="34" charset="0"/>
              </a:rPr>
              <a:pPr/>
              <a:t>95</a:t>
            </a:fld>
            <a:endParaRPr lang="en-US" altLang="zh-CN" sz="1200">
              <a:latin typeface="Arial" panose="020B0604020202020204" pitchFamily="34" charset="0"/>
            </a:endParaRPr>
          </a:p>
        </p:txBody>
      </p:sp>
      <p:sp>
        <p:nvSpPr>
          <p:cNvPr id="212994" name="Rectangle 2">
            <a:extLst>
              <a:ext uri="{FF2B5EF4-FFF2-40B4-BE49-F238E27FC236}">
                <a16:creationId xmlns:a16="http://schemas.microsoft.com/office/drawing/2014/main" id="{7E18934F-E260-8C43-A8E3-A9758D5933A6}"/>
              </a:ext>
            </a:extLst>
          </p:cNvPr>
          <p:cNvSpPr>
            <a:spLocks noGrp="1" noRot="1" noChangeAspect="1" noChangeArrowheads="1" noTextEdit="1"/>
          </p:cNvSpPr>
          <p:nvPr>
            <p:ph type="sldImg"/>
          </p:nvPr>
        </p:nvSpPr>
        <p:spPr>
          <a:ln/>
        </p:spPr>
      </p:sp>
      <p:sp>
        <p:nvSpPr>
          <p:cNvPr id="212995" name="Rectangle 3">
            <a:extLst>
              <a:ext uri="{FF2B5EF4-FFF2-40B4-BE49-F238E27FC236}">
                <a16:creationId xmlns:a16="http://schemas.microsoft.com/office/drawing/2014/main" id="{B2237799-EACB-154E-9256-E189E521472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425947400"/>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Rectangle 7">
            <a:extLst>
              <a:ext uri="{FF2B5EF4-FFF2-40B4-BE49-F238E27FC236}">
                <a16:creationId xmlns:a16="http://schemas.microsoft.com/office/drawing/2014/main" id="{D904CEFA-0124-8E47-B62C-42B8C7C7307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FD20887-BD42-2142-90EB-98813CE7A3F2}" type="slidenum">
              <a:rPr lang="en-US" altLang="zh-CN" sz="1200">
                <a:latin typeface="Arial" panose="020B0604020202020204" pitchFamily="34" charset="0"/>
              </a:rPr>
              <a:pPr/>
              <a:t>96</a:t>
            </a:fld>
            <a:endParaRPr lang="en-US" altLang="zh-CN" sz="1200">
              <a:latin typeface="Arial" panose="020B0604020202020204" pitchFamily="34" charset="0"/>
            </a:endParaRPr>
          </a:p>
        </p:txBody>
      </p:sp>
      <p:sp>
        <p:nvSpPr>
          <p:cNvPr id="215042" name="Rectangle 2">
            <a:extLst>
              <a:ext uri="{FF2B5EF4-FFF2-40B4-BE49-F238E27FC236}">
                <a16:creationId xmlns:a16="http://schemas.microsoft.com/office/drawing/2014/main" id="{D3FDB580-050D-7E43-A9AF-4D3A1A132B73}"/>
              </a:ext>
            </a:extLst>
          </p:cNvPr>
          <p:cNvSpPr>
            <a:spLocks noGrp="1" noRot="1" noChangeAspect="1" noChangeArrowheads="1" noTextEdit="1"/>
          </p:cNvSpPr>
          <p:nvPr>
            <p:ph type="sldImg"/>
          </p:nvPr>
        </p:nvSpPr>
        <p:spPr>
          <a:ln/>
        </p:spPr>
      </p:sp>
      <p:sp>
        <p:nvSpPr>
          <p:cNvPr id="215043" name="Rectangle 3">
            <a:extLst>
              <a:ext uri="{FF2B5EF4-FFF2-40B4-BE49-F238E27FC236}">
                <a16:creationId xmlns:a16="http://schemas.microsoft.com/office/drawing/2014/main" id="{0FDF16DB-7886-794C-AA17-14F0A2CE9F8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683650188"/>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89" name="Rectangle 7">
            <a:extLst>
              <a:ext uri="{FF2B5EF4-FFF2-40B4-BE49-F238E27FC236}">
                <a16:creationId xmlns:a16="http://schemas.microsoft.com/office/drawing/2014/main" id="{31CA1B32-EE3B-7E42-8E7D-1A51EAC1E1A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25F89A7-1239-F948-87CC-A59D41AB74CF}" type="slidenum">
              <a:rPr lang="en-US" altLang="zh-CN" sz="1200">
                <a:latin typeface="Arial" panose="020B0604020202020204" pitchFamily="34" charset="0"/>
              </a:rPr>
              <a:pPr/>
              <a:t>97</a:t>
            </a:fld>
            <a:endParaRPr lang="en-US" altLang="zh-CN" sz="1200">
              <a:latin typeface="Arial" panose="020B0604020202020204" pitchFamily="34" charset="0"/>
            </a:endParaRPr>
          </a:p>
        </p:txBody>
      </p:sp>
      <p:sp>
        <p:nvSpPr>
          <p:cNvPr id="217090" name="Rectangle 2">
            <a:extLst>
              <a:ext uri="{FF2B5EF4-FFF2-40B4-BE49-F238E27FC236}">
                <a16:creationId xmlns:a16="http://schemas.microsoft.com/office/drawing/2014/main" id="{99468AC4-85EC-EB41-BE60-6A303A59E947}"/>
              </a:ext>
            </a:extLst>
          </p:cNvPr>
          <p:cNvSpPr>
            <a:spLocks noGrp="1" noRot="1" noChangeAspect="1" noChangeArrowheads="1" noTextEdit="1"/>
          </p:cNvSpPr>
          <p:nvPr>
            <p:ph type="sldImg"/>
          </p:nvPr>
        </p:nvSpPr>
        <p:spPr>
          <a:ln/>
        </p:spPr>
      </p:sp>
      <p:sp>
        <p:nvSpPr>
          <p:cNvPr id="217091" name="Rectangle 3">
            <a:extLst>
              <a:ext uri="{FF2B5EF4-FFF2-40B4-BE49-F238E27FC236}">
                <a16:creationId xmlns:a16="http://schemas.microsoft.com/office/drawing/2014/main" id="{5F386E4C-4CF3-2047-B564-5C884821AC6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770935585"/>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7" name="Rectangle 7">
            <a:extLst>
              <a:ext uri="{FF2B5EF4-FFF2-40B4-BE49-F238E27FC236}">
                <a16:creationId xmlns:a16="http://schemas.microsoft.com/office/drawing/2014/main" id="{0C66A42F-FDD5-8A44-9029-619791E0A80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BB1732F-6C98-EC41-A8B4-0FD7CCC4ADA5}" type="slidenum">
              <a:rPr lang="en-US" altLang="zh-CN" sz="1200">
                <a:latin typeface="Arial" panose="020B0604020202020204" pitchFamily="34" charset="0"/>
              </a:rPr>
              <a:pPr/>
              <a:t>98</a:t>
            </a:fld>
            <a:endParaRPr lang="en-US" altLang="zh-CN" sz="1200">
              <a:latin typeface="Arial" panose="020B0604020202020204" pitchFamily="34" charset="0"/>
            </a:endParaRPr>
          </a:p>
        </p:txBody>
      </p:sp>
      <p:sp>
        <p:nvSpPr>
          <p:cNvPr id="219138" name="Rectangle 2">
            <a:extLst>
              <a:ext uri="{FF2B5EF4-FFF2-40B4-BE49-F238E27FC236}">
                <a16:creationId xmlns:a16="http://schemas.microsoft.com/office/drawing/2014/main" id="{31A448E0-FCDB-9D4D-972F-59AA0902DBB7}"/>
              </a:ext>
            </a:extLst>
          </p:cNvPr>
          <p:cNvSpPr>
            <a:spLocks noGrp="1" noRot="1" noChangeAspect="1" noChangeArrowheads="1" noTextEdit="1"/>
          </p:cNvSpPr>
          <p:nvPr>
            <p:ph type="sldImg"/>
          </p:nvPr>
        </p:nvSpPr>
        <p:spPr>
          <a:ln/>
        </p:spPr>
      </p:sp>
      <p:sp>
        <p:nvSpPr>
          <p:cNvPr id="219139" name="Rectangle 3">
            <a:extLst>
              <a:ext uri="{FF2B5EF4-FFF2-40B4-BE49-F238E27FC236}">
                <a16:creationId xmlns:a16="http://schemas.microsoft.com/office/drawing/2014/main" id="{8A39D9DA-A63A-1D43-A621-B8B31F2E0D2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380187799"/>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5" name="Rectangle 7">
            <a:extLst>
              <a:ext uri="{FF2B5EF4-FFF2-40B4-BE49-F238E27FC236}">
                <a16:creationId xmlns:a16="http://schemas.microsoft.com/office/drawing/2014/main" id="{F11BB4E3-9C5B-0241-BD0A-5FDFDDC50A4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C024C0A-279A-1A44-905E-3857EEB739D4}" type="slidenum">
              <a:rPr lang="en-US" altLang="zh-CN" sz="1200">
                <a:latin typeface="Arial" panose="020B0604020202020204" pitchFamily="34" charset="0"/>
              </a:rPr>
              <a:pPr/>
              <a:t>99</a:t>
            </a:fld>
            <a:endParaRPr lang="en-US" altLang="zh-CN" sz="1200">
              <a:latin typeface="Arial" panose="020B0604020202020204" pitchFamily="34" charset="0"/>
            </a:endParaRPr>
          </a:p>
        </p:txBody>
      </p:sp>
      <p:sp>
        <p:nvSpPr>
          <p:cNvPr id="221186" name="Rectangle 2">
            <a:extLst>
              <a:ext uri="{FF2B5EF4-FFF2-40B4-BE49-F238E27FC236}">
                <a16:creationId xmlns:a16="http://schemas.microsoft.com/office/drawing/2014/main" id="{AD527408-6AEE-D24E-AF01-10366A5F0E02}"/>
              </a:ext>
            </a:extLst>
          </p:cNvPr>
          <p:cNvSpPr>
            <a:spLocks noGrp="1" noRot="1" noChangeAspect="1" noChangeArrowheads="1" noTextEdit="1"/>
          </p:cNvSpPr>
          <p:nvPr>
            <p:ph type="sldImg"/>
          </p:nvPr>
        </p:nvSpPr>
        <p:spPr>
          <a:ln/>
        </p:spPr>
      </p:sp>
      <p:sp>
        <p:nvSpPr>
          <p:cNvPr id="221187" name="Rectangle 3">
            <a:extLst>
              <a:ext uri="{FF2B5EF4-FFF2-40B4-BE49-F238E27FC236}">
                <a16:creationId xmlns:a16="http://schemas.microsoft.com/office/drawing/2014/main" id="{2D097232-2045-594E-9214-033CEFB01D9F}"/>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889630123"/>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3" name="Rectangle 7">
            <a:extLst>
              <a:ext uri="{FF2B5EF4-FFF2-40B4-BE49-F238E27FC236}">
                <a16:creationId xmlns:a16="http://schemas.microsoft.com/office/drawing/2014/main" id="{CE81E132-3971-A040-8232-8D3552FFD00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9A050E2-4CED-8147-ABC4-9515F5737DDA}" type="slidenum">
              <a:rPr lang="en-US" altLang="zh-CN" sz="1200">
                <a:latin typeface="Arial" panose="020B0604020202020204" pitchFamily="34" charset="0"/>
              </a:rPr>
              <a:pPr/>
              <a:t>100</a:t>
            </a:fld>
            <a:endParaRPr lang="en-US" altLang="zh-CN" sz="1200">
              <a:latin typeface="Arial" panose="020B0604020202020204" pitchFamily="34" charset="0"/>
            </a:endParaRPr>
          </a:p>
        </p:txBody>
      </p:sp>
      <p:sp>
        <p:nvSpPr>
          <p:cNvPr id="223234" name="Rectangle 2">
            <a:extLst>
              <a:ext uri="{FF2B5EF4-FFF2-40B4-BE49-F238E27FC236}">
                <a16:creationId xmlns:a16="http://schemas.microsoft.com/office/drawing/2014/main" id="{207FE91A-E6B0-B546-BE4D-BDB7F3972398}"/>
              </a:ext>
            </a:extLst>
          </p:cNvPr>
          <p:cNvSpPr>
            <a:spLocks noGrp="1" noRot="1" noChangeAspect="1" noChangeArrowheads="1" noTextEdit="1"/>
          </p:cNvSpPr>
          <p:nvPr>
            <p:ph type="sldImg"/>
          </p:nvPr>
        </p:nvSpPr>
        <p:spPr>
          <a:ln/>
        </p:spPr>
      </p:sp>
      <p:sp>
        <p:nvSpPr>
          <p:cNvPr id="223235" name="Rectangle 3">
            <a:extLst>
              <a:ext uri="{FF2B5EF4-FFF2-40B4-BE49-F238E27FC236}">
                <a16:creationId xmlns:a16="http://schemas.microsoft.com/office/drawing/2014/main" id="{FF6665B1-3B63-B04D-AC98-FFC064AF87E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532341326"/>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1" name="Rectangle 7">
            <a:extLst>
              <a:ext uri="{FF2B5EF4-FFF2-40B4-BE49-F238E27FC236}">
                <a16:creationId xmlns:a16="http://schemas.microsoft.com/office/drawing/2014/main" id="{062B8621-0422-2C4B-9D1C-C5A02F3FEF1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DC089E9-1759-164A-AA4B-B6D3C5FFD92C}" type="slidenum">
              <a:rPr lang="en-US" altLang="zh-CN" sz="1200">
                <a:latin typeface="Arial" panose="020B0604020202020204" pitchFamily="34" charset="0"/>
              </a:rPr>
              <a:pPr/>
              <a:t>101</a:t>
            </a:fld>
            <a:endParaRPr lang="en-US" altLang="zh-CN" sz="1200">
              <a:latin typeface="Arial" panose="020B0604020202020204" pitchFamily="34" charset="0"/>
            </a:endParaRPr>
          </a:p>
        </p:txBody>
      </p:sp>
      <p:sp>
        <p:nvSpPr>
          <p:cNvPr id="225282" name="Rectangle 2">
            <a:extLst>
              <a:ext uri="{FF2B5EF4-FFF2-40B4-BE49-F238E27FC236}">
                <a16:creationId xmlns:a16="http://schemas.microsoft.com/office/drawing/2014/main" id="{4A50CDEA-4C3D-5D4A-8EC9-39D819077347}"/>
              </a:ext>
            </a:extLst>
          </p:cNvPr>
          <p:cNvSpPr>
            <a:spLocks noGrp="1" noRot="1" noChangeAspect="1" noChangeArrowheads="1" noTextEdit="1"/>
          </p:cNvSpPr>
          <p:nvPr>
            <p:ph type="sldImg"/>
          </p:nvPr>
        </p:nvSpPr>
        <p:spPr>
          <a:ln/>
        </p:spPr>
      </p:sp>
      <p:sp>
        <p:nvSpPr>
          <p:cNvPr id="225283" name="Rectangle 3">
            <a:extLst>
              <a:ext uri="{FF2B5EF4-FFF2-40B4-BE49-F238E27FC236}">
                <a16:creationId xmlns:a16="http://schemas.microsoft.com/office/drawing/2014/main" id="{40FA8BAC-8200-4241-9097-F245DF63901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756073686"/>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29" name="Rectangle 7">
            <a:extLst>
              <a:ext uri="{FF2B5EF4-FFF2-40B4-BE49-F238E27FC236}">
                <a16:creationId xmlns:a16="http://schemas.microsoft.com/office/drawing/2014/main" id="{D833031A-CB7F-524E-A24B-8151031B389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D899BF9-824E-2B47-8786-A5BA65227A5E}" type="slidenum">
              <a:rPr lang="en-US" altLang="zh-CN" sz="1200">
                <a:latin typeface="Arial" panose="020B0604020202020204" pitchFamily="34" charset="0"/>
              </a:rPr>
              <a:pPr/>
              <a:t>102</a:t>
            </a:fld>
            <a:endParaRPr lang="en-US" altLang="zh-CN" sz="1200">
              <a:latin typeface="Arial" panose="020B0604020202020204" pitchFamily="34" charset="0"/>
            </a:endParaRPr>
          </a:p>
        </p:txBody>
      </p:sp>
      <p:sp>
        <p:nvSpPr>
          <p:cNvPr id="227330" name="Rectangle 2">
            <a:extLst>
              <a:ext uri="{FF2B5EF4-FFF2-40B4-BE49-F238E27FC236}">
                <a16:creationId xmlns:a16="http://schemas.microsoft.com/office/drawing/2014/main" id="{DD7166E1-0E25-214D-912F-6A2157556BEA}"/>
              </a:ext>
            </a:extLst>
          </p:cNvPr>
          <p:cNvSpPr>
            <a:spLocks noGrp="1" noRot="1" noChangeAspect="1" noChangeArrowheads="1" noTextEdit="1"/>
          </p:cNvSpPr>
          <p:nvPr>
            <p:ph type="sldImg"/>
          </p:nvPr>
        </p:nvSpPr>
        <p:spPr>
          <a:ln/>
        </p:spPr>
      </p:sp>
      <p:sp>
        <p:nvSpPr>
          <p:cNvPr id="227331" name="Rectangle 3">
            <a:extLst>
              <a:ext uri="{FF2B5EF4-FFF2-40B4-BE49-F238E27FC236}">
                <a16:creationId xmlns:a16="http://schemas.microsoft.com/office/drawing/2014/main" id="{B74218B3-9D44-1A45-A1D2-F92FB58D9BD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297739139"/>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7" name="Rectangle 7">
            <a:extLst>
              <a:ext uri="{FF2B5EF4-FFF2-40B4-BE49-F238E27FC236}">
                <a16:creationId xmlns:a16="http://schemas.microsoft.com/office/drawing/2014/main" id="{7F6452EA-000C-044E-A49E-D0FE869F790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65BDEB8-5FA9-3A43-AD9A-070AAC86D3D1}" type="slidenum">
              <a:rPr lang="en-US" altLang="zh-CN" sz="1200">
                <a:latin typeface="Arial" panose="020B0604020202020204" pitchFamily="34" charset="0"/>
              </a:rPr>
              <a:pPr/>
              <a:t>103</a:t>
            </a:fld>
            <a:endParaRPr lang="en-US" altLang="zh-CN" sz="1200">
              <a:latin typeface="Arial" panose="020B0604020202020204" pitchFamily="34" charset="0"/>
            </a:endParaRPr>
          </a:p>
        </p:txBody>
      </p:sp>
      <p:sp>
        <p:nvSpPr>
          <p:cNvPr id="229378" name="Rectangle 2">
            <a:extLst>
              <a:ext uri="{FF2B5EF4-FFF2-40B4-BE49-F238E27FC236}">
                <a16:creationId xmlns:a16="http://schemas.microsoft.com/office/drawing/2014/main" id="{77B1CE14-15EF-F341-A781-047A21B3853C}"/>
              </a:ext>
            </a:extLst>
          </p:cNvPr>
          <p:cNvSpPr>
            <a:spLocks noGrp="1" noRot="1" noChangeAspect="1" noChangeArrowheads="1" noTextEdit="1"/>
          </p:cNvSpPr>
          <p:nvPr>
            <p:ph type="sldImg"/>
          </p:nvPr>
        </p:nvSpPr>
        <p:spPr>
          <a:ln/>
        </p:spPr>
      </p:sp>
      <p:sp>
        <p:nvSpPr>
          <p:cNvPr id="229379" name="Rectangle 3">
            <a:extLst>
              <a:ext uri="{FF2B5EF4-FFF2-40B4-BE49-F238E27FC236}">
                <a16:creationId xmlns:a16="http://schemas.microsoft.com/office/drawing/2014/main" id="{8F8C37BF-7386-224E-93BA-0A8E4628D9A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809720095"/>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5" name="Rectangle 7">
            <a:extLst>
              <a:ext uri="{FF2B5EF4-FFF2-40B4-BE49-F238E27FC236}">
                <a16:creationId xmlns:a16="http://schemas.microsoft.com/office/drawing/2014/main" id="{3F26E87E-C6CC-6444-AC0F-79AFA88659F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7B019D5-8A60-A043-8193-CEEC29724C4B}" type="slidenum">
              <a:rPr lang="en-US" altLang="zh-CN" sz="1200">
                <a:latin typeface="Arial" panose="020B0604020202020204" pitchFamily="34" charset="0"/>
              </a:rPr>
              <a:pPr/>
              <a:t>104</a:t>
            </a:fld>
            <a:endParaRPr lang="en-US" altLang="zh-CN" sz="1200">
              <a:latin typeface="Arial" panose="020B0604020202020204" pitchFamily="34" charset="0"/>
            </a:endParaRPr>
          </a:p>
        </p:txBody>
      </p:sp>
      <p:sp>
        <p:nvSpPr>
          <p:cNvPr id="231426" name="Rectangle 2">
            <a:extLst>
              <a:ext uri="{FF2B5EF4-FFF2-40B4-BE49-F238E27FC236}">
                <a16:creationId xmlns:a16="http://schemas.microsoft.com/office/drawing/2014/main" id="{0DDD8534-6F6E-814C-B9CB-7E532B880C7A}"/>
              </a:ext>
            </a:extLst>
          </p:cNvPr>
          <p:cNvSpPr>
            <a:spLocks noGrp="1" noRot="1" noChangeAspect="1" noChangeArrowheads="1" noTextEdit="1"/>
          </p:cNvSpPr>
          <p:nvPr>
            <p:ph type="sldImg"/>
          </p:nvPr>
        </p:nvSpPr>
        <p:spPr>
          <a:ln/>
        </p:spPr>
      </p:sp>
      <p:sp>
        <p:nvSpPr>
          <p:cNvPr id="231427" name="Rectangle 3">
            <a:extLst>
              <a:ext uri="{FF2B5EF4-FFF2-40B4-BE49-F238E27FC236}">
                <a16:creationId xmlns:a16="http://schemas.microsoft.com/office/drawing/2014/main" id="{C61DFA1C-3DB4-1A47-910F-3E8025DF8C3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951497370"/>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3" name="Rectangle 7">
            <a:extLst>
              <a:ext uri="{FF2B5EF4-FFF2-40B4-BE49-F238E27FC236}">
                <a16:creationId xmlns:a16="http://schemas.microsoft.com/office/drawing/2014/main" id="{E0896969-46CA-AC44-B35C-8D90C1064EF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913E7B1-C0A0-7045-B362-930BC1208A83}" type="slidenum">
              <a:rPr lang="en-US" altLang="zh-CN" sz="1200">
                <a:latin typeface="Arial" panose="020B0604020202020204" pitchFamily="34" charset="0"/>
              </a:rPr>
              <a:pPr/>
              <a:t>105</a:t>
            </a:fld>
            <a:endParaRPr lang="en-US" altLang="zh-CN" sz="1200">
              <a:latin typeface="Arial" panose="020B0604020202020204" pitchFamily="34" charset="0"/>
            </a:endParaRPr>
          </a:p>
        </p:txBody>
      </p:sp>
      <p:sp>
        <p:nvSpPr>
          <p:cNvPr id="233474" name="Rectangle 2">
            <a:extLst>
              <a:ext uri="{FF2B5EF4-FFF2-40B4-BE49-F238E27FC236}">
                <a16:creationId xmlns:a16="http://schemas.microsoft.com/office/drawing/2014/main" id="{FD3D0240-0137-B74F-BEC4-B3831E0B3BE4}"/>
              </a:ext>
            </a:extLst>
          </p:cNvPr>
          <p:cNvSpPr>
            <a:spLocks noGrp="1" noRot="1" noChangeAspect="1" noChangeArrowheads="1" noTextEdit="1"/>
          </p:cNvSpPr>
          <p:nvPr>
            <p:ph type="sldImg"/>
          </p:nvPr>
        </p:nvSpPr>
        <p:spPr>
          <a:ln/>
        </p:spPr>
      </p:sp>
      <p:sp>
        <p:nvSpPr>
          <p:cNvPr id="233475" name="Rectangle 3">
            <a:extLst>
              <a:ext uri="{FF2B5EF4-FFF2-40B4-BE49-F238E27FC236}">
                <a16:creationId xmlns:a16="http://schemas.microsoft.com/office/drawing/2014/main" id="{AAF93A77-4196-0B44-B4E7-7047ED5E531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35631874"/>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1" name="Rectangle 7">
            <a:extLst>
              <a:ext uri="{FF2B5EF4-FFF2-40B4-BE49-F238E27FC236}">
                <a16:creationId xmlns:a16="http://schemas.microsoft.com/office/drawing/2014/main" id="{C88AD7E4-5143-AE4A-8611-1551C817F66C}"/>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8CAAF47-3F2E-9F42-B93A-7A8E07A45F0B}" type="slidenum">
              <a:rPr lang="en-US" altLang="zh-CN" sz="1200">
                <a:latin typeface="Arial" panose="020B0604020202020204" pitchFamily="34" charset="0"/>
              </a:rPr>
              <a:pPr/>
              <a:t>106</a:t>
            </a:fld>
            <a:endParaRPr lang="en-US" altLang="zh-CN" sz="1200">
              <a:latin typeface="Arial" panose="020B0604020202020204" pitchFamily="34" charset="0"/>
            </a:endParaRPr>
          </a:p>
        </p:txBody>
      </p:sp>
      <p:sp>
        <p:nvSpPr>
          <p:cNvPr id="235522" name="Rectangle 2">
            <a:extLst>
              <a:ext uri="{FF2B5EF4-FFF2-40B4-BE49-F238E27FC236}">
                <a16:creationId xmlns:a16="http://schemas.microsoft.com/office/drawing/2014/main" id="{6C9419D1-9F9D-8D4E-879F-D8DE99641D67}"/>
              </a:ext>
            </a:extLst>
          </p:cNvPr>
          <p:cNvSpPr>
            <a:spLocks noGrp="1" noRot="1" noChangeAspect="1" noChangeArrowheads="1" noTextEdit="1"/>
          </p:cNvSpPr>
          <p:nvPr>
            <p:ph type="sldImg"/>
          </p:nvPr>
        </p:nvSpPr>
        <p:spPr>
          <a:ln/>
        </p:spPr>
      </p:sp>
      <p:sp>
        <p:nvSpPr>
          <p:cNvPr id="235523" name="Rectangle 3">
            <a:extLst>
              <a:ext uri="{FF2B5EF4-FFF2-40B4-BE49-F238E27FC236}">
                <a16:creationId xmlns:a16="http://schemas.microsoft.com/office/drawing/2014/main" id="{BCC252C6-CF25-974A-9ECC-A8E9C6D1FDA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708592243"/>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69" name="Rectangle 7">
            <a:extLst>
              <a:ext uri="{FF2B5EF4-FFF2-40B4-BE49-F238E27FC236}">
                <a16:creationId xmlns:a16="http://schemas.microsoft.com/office/drawing/2014/main" id="{65AE354C-B406-7C41-9AB1-2311173FB5C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DF4E57F-E7ED-3447-AE4E-87A4577A9CF2}" type="slidenum">
              <a:rPr lang="en-US" altLang="zh-CN" sz="1200">
                <a:latin typeface="Arial" panose="020B0604020202020204" pitchFamily="34" charset="0"/>
              </a:rPr>
              <a:pPr/>
              <a:t>107</a:t>
            </a:fld>
            <a:endParaRPr lang="en-US" altLang="zh-CN" sz="1200">
              <a:latin typeface="Arial" panose="020B0604020202020204" pitchFamily="34" charset="0"/>
            </a:endParaRPr>
          </a:p>
        </p:txBody>
      </p:sp>
      <p:sp>
        <p:nvSpPr>
          <p:cNvPr id="237570" name="Rectangle 2">
            <a:extLst>
              <a:ext uri="{FF2B5EF4-FFF2-40B4-BE49-F238E27FC236}">
                <a16:creationId xmlns:a16="http://schemas.microsoft.com/office/drawing/2014/main" id="{73AE5335-E9B2-D343-9B69-8E81D3400B4E}"/>
              </a:ext>
            </a:extLst>
          </p:cNvPr>
          <p:cNvSpPr>
            <a:spLocks noGrp="1" noRot="1" noChangeAspect="1" noChangeArrowheads="1" noTextEdit="1"/>
          </p:cNvSpPr>
          <p:nvPr>
            <p:ph type="sldImg"/>
          </p:nvPr>
        </p:nvSpPr>
        <p:spPr>
          <a:ln/>
        </p:spPr>
      </p:sp>
      <p:sp>
        <p:nvSpPr>
          <p:cNvPr id="237571" name="Rectangle 3">
            <a:extLst>
              <a:ext uri="{FF2B5EF4-FFF2-40B4-BE49-F238E27FC236}">
                <a16:creationId xmlns:a16="http://schemas.microsoft.com/office/drawing/2014/main" id="{813B3B7E-E7FF-DA46-B991-B7619009C6A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923709429"/>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17" name="Rectangle 7">
            <a:extLst>
              <a:ext uri="{FF2B5EF4-FFF2-40B4-BE49-F238E27FC236}">
                <a16:creationId xmlns:a16="http://schemas.microsoft.com/office/drawing/2014/main" id="{063B63D2-108C-DE4C-A0CA-7708726E028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1BC1838-C574-3243-B60D-48818FE0DCF4}" type="slidenum">
              <a:rPr lang="en-US" altLang="zh-CN" sz="1200">
                <a:latin typeface="Arial" panose="020B0604020202020204" pitchFamily="34" charset="0"/>
              </a:rPr>
              <a:pPr/>
              <a:t>108</a:t>
            </a:fld>
            <a:endParaRPr lang="en-US" altLang="zh-CN" sz="1200">
              <a:latin typeface="Arial" panose="020B0604020202020204" pitchFamily="34" charset="0"/>
            </a:endParaRPr>
          </a:p>
        </p:txBody>
      </p:sp>
      <p:sp>
        <p:nvSpPr>
          <p:cNvPr id="239618" name="Rectangle 2">
            <a:extLst>
              <a:ext uri="{FF2B5EF4-FFF2-40B4-BE49-F238E27FC236}">
                <a16:creationId xmlns:a16="http://schemas.microsoft.com/office/drawing/2014/main" id="{B0EB6F57-1498-9B4E-8350-6ECBAF9B1014}"/>
              </a:ext>
            </a:extLst>
          </p:cNvPr>
          <p:cNvSpPr>
            <a:spLocks noGrp="1" noRot="1" noChangeAspect="1" noChangeArrowheads="1" noTextEdit="1"/>
          </p:cNvSpPr>
          <p:nvPr>
            <p:ph type="sldImg"/>
          </p:nvPr>
        </p:nvSpPr>
        <p:spPr>
          <a:ln/>
        </p:spPr>
      </p:sp>
      <p:sp>
        <p:nvSpPr>
          <p:cNvPr id="239619" name="Rectangle 3">
            <a:extLst>
              <a:ext uri="{FF2B5EF4-FFF2-40B4-BE49-F238E27FC236}">
                <a16:creationId xmlns:a16="http://schemas.microsoft.com/office/drawing/2014/main" id="{95BFA432-950A-E54D-B51D-E8E0B9F133C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285837673"/>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5" name="Rectangle 7">
            <a:extLst>
              <a:ext uri="{FF2B5EF4-FFF2-40B4-BE49-F238E27FC236}">
                <a16:creationId xmlns:a16="http://schemas.microsoft.com/office/drawing/2014/main" id="{2A60C7E0-756E-C045-B1EB-54332782148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67694AF6-896A-B849-85CC-AD0D28BB7E5D}" type="slidenum">
              <a:rPr lang="en-US" altLang="zh-CN" sz="1200">
                <a:latin typeface="Arial" panose="020B0604020202020204" pitchFamily="34" charset="0"/>
              </a:rPr>
              <a:pPr/>
              <a:t>109</a:t>
            </a:fld>
            <a:endParaRPr lang="en-US" altLang="zh-CN" sz="1200">
              <a:latin typeface="Arial" panose="020B0604020202020204" pitchFamily="34" charset="0"/>
            </a:endParaRPr>
          </a:p>
        </p:txBody>
      </p:sp>
      <p:sp>
        <p:nvSpPr>
          <p:cNvPr id="241666" name="Rectangle 2">
            <a:extLst>
              <a:ext uri="{FF2B5EF4-FFF2-40B4-BE49-F238E27FC236}">
                <a16:creationId xmlns:a16="http://schemas.microsoft.com/office/drawing/2014/main" id="{20DF3534-09AB-7E40-AE8D-96666DD09F75}"/>
              </a:ext>
            </a:extLst>
          </p:cNvPr>
          <p:cNvSpPr>
            <a:spLocks noGrp="1" noRot="1" noChangeAspect="1" noChangeArrowheads="1" noTextEdit="1"/>
          </p:cNvSpPr>
          <p:nvPr>
            <p:ph type="sldImg"/>
          </p:nvPr>
        </p:nvSpPr>
        <p:spPr>
          <a:ln/>
        </p:spPr>
      </p:sp>
      <p:sp>
        <p:nvSpPr>
          <p:cNvPr id="241667" name="Rectangle 3">
            <a:extLst>
              <a:ext uri="{FF2B5EF4-FFF2-40B4-BE49-F238E27FC236}">
                <a16:creationId xmlns:a16="http://schemas.microsoft.com/office/drawing/2014/main" id="{826B1A6D-CCFA-4444-8270-6A1E17F1697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685466028"/>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3" name="Rectangle 7">
            <a:extLst>
              <a:ext uri="{FF2B5EF4-FFF2-40B4-BE49-F238E27FC236}">
                <a16:creationId xmlns:a16="http://schemas.microsoft.com/office/drawing/2014/main" id="{14AA7186-28DA-AF48-A54B-0E9448C3B48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660CADF-776C-DC45-AF65-C7036B2EA4F1}" type="slidenum">
              <a:rPr lang="en-US" altLang="zh-CN" sz="1200">
                <a:latin typeface="Arial" panose="020B0604020202020204" pitchFamily="34" charset="0"/>
              </a:rPr>
              <a:pPr/>
              <a:t>110</a:t>
            </a:fld>
            <a:endParaRPr lang="en-US" altLang="zh-CN" sz="1200">
              <a:latin typeface="Arial" panose="020B0604020202020204" pitchFamily="34" charset="0"/>
            </a:endParaRPr>
          </a:p>
        </p:txBody>
      </p:sp>
      <p:sp>
        <p:nvSpPr>
          <p:cNvPr id="243714" name="Rectangle 2">
            <a:extLst>
              <a:ext uri="{FF2B5EF4-FFF2-40B4-BE49-F238E27FC236}">
                <a16:creationId xmlns:a16="http://schemas.microsoft.com/office/drawing/2014/main" id="{D6038504-C961-3941-9E62-989939734618}"/>
              </a:ext>
            </a:extLst>
          </p:cNvPr>
          <p:cNvSpPr>
            <a:spLocks noGrp="1" noRot="1" noChangeAspect="1" noChangeArrowheads="1" noTextEdit="1"/>
          </p:cNvSpPr>
          <p:nvPr>
            <p:ph type="sldImg"/>
          </p:nvPr>
        </p:nvSpPr>
        <p:spPr>
          <a:ln/>
        </p:spPr>
      </p:sp>
      <p:sp>
        <p:nvSpPr>
          <p:cNvPr id="243715" name="Rectangle 3">
            <a:extLst>
              <a:ext uri="{FF2B5EF4-FFF2-40B4-BE49-F238E27FC236}">
                <a16:creationId xmlns:a16="http://schemas.microsoft.com/office/drawing/2014/main" id="{9764ABEF-2215-774B-997D-9129DDFAA41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892900107"/>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61" name="Rectangle 7">
            <a:extLst>
              <a:ext uri="{FF2B5EF4-FFF2-40B4-BE49-F238E27FC236}">
                <a16:creationId xmlns:a16="http://schemas.microsoft.com/office/drawing/2014/main" id="{2EE23585-D68C-B547-AA58-564B2476C1F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9451516B-6B42-D849-BF5D-E981380B2176}" type="slidenum">
              <a:rPr lang="en-US" altLang="zh-CN" sz="1200">
                <a:latin typeface="Arial" panose="020B0604020202020204" pitchFamily="34" charset="0"/>
              </a:rPr>
              <a:pPr/>
              <a:t>111</a:t>
            </a:fld>
            <a:endParaRPr lang="en-US" altLang="zh-CN" sz="1200">
              <a:latin typeface="Arial" panose="020B0604020202020204" pitchFamily="34" charset="0"/>
            </a:endParaRPr>
          </a:p>
        </p:txBody>
      </p:sp>
      <p:sp>
        <p:nvSpPr>
          <p:cNvPr id="245762" name="Rectangle 2">
            <a:extLst>
              <a:ext uri="{FF2B5EF4-FFF2-40B4-BE49-F238E27FC236}">
                <a16:creationId xmlns:a16="http://schemas.microsoft.com/office/drawing/2014/main" id="{D109F5A1-1C7D-2849-8F0B-AE5B24705913}"/>
              </a:ext>
            </a:extLst>
          </p:cNvPr>
          <p:cNvSpPr>
            <a:spLocks noGrp="1" noRot="1" noChangeAspect="1" noChangeArrowheads="1" noTextEdit="1"/>
          </p:cNvSpPr>
          <p:nvPr>
            <p:ph type="sldImg"/>
          </p:nvPr>
        </p:nvSpPr>
        <p:spPr>
          <a:ln/>
        </p:spPr>
      </p:sp>
      <p:sp>
        <p:nvSpPr>
          <p:cNvPr id="245763" name="Rectangle 3">
            <a:extLst>
              <a:ext uri="{FF2B5EF4-FFF2-40B4-BE49-F238E27FC236}">
                <a16:creationId xmlns:a16="http://schemas.microsoft.com/office/drawing/2014/main" id="{095F41B2-83BC-A548-8AA0-1B4739FF91D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581580950"/>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09" name="Rectangle 7">
            <a:extLst>
              <a:ext uri="{FF2B5EF4-FFF2-40B4-BE49-F238E27FC236}">
                <a16:creationId xmlns:a16="http://schemas.microsoft.com/office/drawing/2014/main" id="{9B6158D9-0E65-BF4C-8A0A-0EB4508CB21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3CDF0EB-0525-F644-9D97-FD782ED93784}" type="slidenum">
              <a:rPr lang="en-US" altLang="zh-CN" sz="1200">
                <a:latin typeface="Arial" panose="020B0604020202020204" pitchFamily="34" charset="0"/>
              </a:rPr>
              <a:pPr/>
              <a:t>112</a:t>
            </a:fld>
            <a:endParaRPr lang="en-US" altLang="zh-CN" sz="1200">
              <a:latin typeface="Arial" panose="020B0604020202020204" pitchFamily="34" charset="0"/>
            </a:endParaRPr>
          </a:p>
        </p:txBody>
      </p:sp>
      <p:sp>
        <p:nvSpPr>
          <p:cNvPr id="247810" name="Rectangle 2">
            <a:extLst>
              <a:ext uri="{FF2B5EF4-FFF2-40B4-BE49-F238E27FC236}">
                <a16:creationId xmlns:a16="http://schemas.microsoft.com/office/drawing/2014/main" id="{1DB52CED-2941-1348-BA1B-A95BEC376CAD}"/>
              </a:ext>
            </a:extLst>
          </p:cNvPr>
          <p:cNvSpPr>
            <a:spLocks noGrp="1" noRot="1" noChangeAspect="1" noChangeArrowheads="1" noTextEdit="1"/>
          </p:cNvSpPr>
          <p:nvPr>
            <p:ph type="sldImg"/>
          </p:nvPr>
        </p:nvSpPr>
        <p:spPr>
          <a:ln/>
        </p:spPr>
      </p:sp>
      <p:sp>
        <p:nvSpPr>
          <p:cNvPr id="247811" name="Rectangle 3">
            <a:extLst>
              <a:ext uri="{FF2B5EF4-FFF2-40B4-BE49-F238E27FC236}">
                <a16:creationId xmlns:a16="http://schemas.microsoft.com/office/drawing/2014/main" id="{F42D4BB2-CCE4-1746-83B1-8465DCA9537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825779851"/>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857" name="Rectangle 7">
            <a:extLst>
              <a:ext uri="{FF2B5EF4-FFF2-40B4-BE49-F238E27FC236}">
                <a16:creationId xmlns:a16="http://schemas.microsoft.com/office/drawing/2014/main" id="{33237D3E-6F59-0F44-BAED-377253C63E3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78CA08C-1E8C-2B4C-ADAB-0415B05F5AE5}" type="slidenum">
              <a:rPr lang="en-US" altLang="zh-CN" sz="1200">
                <a:latin typeface="Arial" panose="020B0604020202020204" pitchFamily="34" charset="0"/>
              </a:rPr>
              <a:pPr/>
              <a:t>113</a:t>
            </a:fld>
            <a:endParaRPr lang="en-US" altLang="zh-CN" sz="1200">
              <a:latin typeface="Arial" panose="020B0604020202020204" pitchFamily="34" charset="0"/>
            </a:endParaRPr>
          </a:p>
        </p:txBody>
      </p:sp>
      <p:sp>
        <p:nvSpPr>
          <p:cNvPr id="249858" name="Rectangle 2">
            <a:extLst>
              <a:ext uri="{FF2B5EF4-FFF2-40B4-BE49-F238E27FC236}">
                <a16:creationId xmlns:a16="http://schemas.microsoft.com/office/drawing/2014/main" id="{69FD473E-CE9B-BB40-BC96-16BFE3185684}"/>
              </a:ext>
            </a:extLst>
          </p:cNvPr>
          <p:cNvSpPr>
            <a:spLocks noGrp="1" noRot="1" noChangeAspect="1" noChangeArrowheads="1" noTextEdit="1"/>
          </p:cNvSpPr>
          <p:nvPr>
            <p:ph type="sldImg"/>
          </p:nvPr>
        </p:nvSpPr>
        <p:spPr>
          <a:ln/>
        </p:spPr>
      </p:sp>
      <p:sp>
        <p:nvSpPr>
          <p:cNvPr id="249859" name="Rectangle 3">
            <a:extLst>
              <a:ext uri="{FF2B5EF4-FFF2-40B4-BE49-F238E27FC236}">
                <a16:creationId xmlns:a16="http://schemas.microsoft.com/office/drawing/2014/main" id="{506169EA-38EE-F44B-894C-BEAAF999534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828869228"/>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905" name="Rectangle 7">
            <a:extLst>
              <a:ext uri="{FF2B5EF4-FFF2-40B4-BE49-F238E27FC236}">
                <a16:creationId xmlns:a16="http://schemas.microsoft.com/office/drawing/2014/main" id="{36715C05-0C2F-4643-BB2F-6B8EDED9A73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A3712D9-7ADA-DF40-AD5C-536A4F99CA9A}" type="slidenum">
              <a:rPr lang="en-US" altLang="zh-CN" sz="1200">
                <a:latin typeface="Arial" panose="020B0604020202020204" pitchFamily="34" charset="0"/>
              </a:rPr>
              <a:pPr/>
              <a:t>114</a:t>
            </a:fld>
            <a:endParaRPr lang="en-US" altLang="zh-CN" sz="1200">
              <a:latin typeface="Arial" panose="020B0604020202020204" pitchFamily="34" charset="0"/>
            </a:endParaRPr>
          </a:p>
        </p:txBody>
      </p:sp>
      <p:sp>
        <p:nvSpPr>
          <p:cNvPr id="251906" name="Rectangle 2">
            <a:extLst>
              <a:ext uri="{FF2B5EF4-FFF2-40B4-BE49-F238E27FC236}">
                <a16:creationId xmlns:a16="http://schemas.microsoft.com/office/drawing/2014/main" id="{6879DA8D-9147-8E44-A272-E9F8D6060462}"/>
              </a:ext>
            </a:extLst>
          </p:cNvPr>
          <p:cNvSpPr>
            <a:spLocks noGrp="1" noRot="1" noChangeAspect="1" noChangeArrowheads="1" noTextEdit="1"/>
          </p:cNvSpPr>
          <p:nvPr>
            <p:ph type="sldImg"/>
          </p:nvPr>
        </p:nvSpPr>
        <p:spPr>
          <a:ln/>
        </p:spPr>
      </p:sp>
      <p:sp>
        <p:nvSpPr>
          <p:cNvPr id="251907" name="Rectangle 3">
            <a:extLst>
              <a:ext uri="{FF2B5EF4-FFF2-40B4-BE49-F238E27FC236}">
                <a16:creationId xmlns:a16="http://schemas.microsoft.com/office/drawing/2014/main" id="{F533B7C2-B112-1D45-A4B0-8C0979FDB66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655054730"/>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3" name="Rectangle 7">
            <a:extLst>
              <a:ext uri="{FF2B5EF4-FFF2-40B4-BE49-F238E27FC236}">
                <a16:creationId xmlns:a16="http://schemas.microsoft.com/office/drawing/2014/main" id="{BBE5E028-5A1C-8143-B194-364B079523E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A4FADE2-CF66-A44A-B9FC-91D49D47541A}" type="slidenum">
              <a:rPr lang="en-US" altLang="zh-CN" sz="1200">
                <a:latin typeface="Arial" panose="020B0604020202020204" pitchFamily="34" charset="0"/>
              </a:rPr>
              <a:pPr/>
              <a:t>115</a:t>
            </a:fld>
            <a:endParaRPr lang="en-US" altLang="zh-CN" sz="1200">
              <a:latin typeface="Arial" panose="020B0604020202020204" pitchFamily="34" charset="0"/>
            </a:endParaRPr>
          </a:p>
        </p:txBody>
      </p:sp>
      <p:sp>
        <p:nvSpPr>
          <p:cNvPr id="253954" name="Rectangle 2">
            <a:extLst>
              <a:ext uri="{FF2B5EF4-FFF2-40B4-BE49-F238E27FC236}">
                <a16:creationId xmlns:a16="http://schemas.microsoft.com/office/drawing/2014/main" id="{FE685508-BACA-1C4D-B253-40C5ACFEE8B0}"/>
              </a:ext>
            </a:extLst>
          </p:cNvPr>
          <p:cNvSpPr>
            <a:spLocks noGrp="1" noRot="1" noChangeAspect="1" noChangeArrowheads="1" noTextEdit="1"/>
          </p:cNvSpPr>
          <p:nvPr>
            <p:ph type="sldImg"/>
          </p:nvPr>
        </p:nvSpPr>
        <p:spPr>
          <a:ln/>
        </p:spPr>
      </p:sp>
      <p:sp>
        <p:nvSpPr>
          <p:cNvPr id="253955" name="Rectangle 3">
            <a:extLst>
              <a:ext uri="{FF2B5EF4-FFF2-40B4-BE49-F238E27FC236}">
                <a16:creationId xmlns:a16="http://schemas.microsoft.com/office/drawing/2014/main" id="{D0C8A04B-ADED-8F42-830B-F91114179B4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249636878"/>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Rectangle 7">
            <a:extLst>
              <a:ext uri="{FF2B5EF4-FFF2-40B4-BE49-F238E27FC236}">
                <a16:creationId xmlns:a16="http://schemas.microsoft.com/office/drawing/2014/main" id="{3F05E3B7-0F44-BD42-8E08-479C6278ED2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6E02FBD-E40C-D74A-BF2F-7732BA3D33B3}" type="slidenum">
              <a:rPr lang="en-US" altLang="zh-CN" sz="1200">
                <a:latin typeface="Arial" panose="020B0604020202020204" pitchFamily="34" charset="0"/>
              </a:rPr>
              <a:pPr/>
              <a:t>116</a:t>
            </a:fld>
            <a:endParaRPr lang="en-US" altLang="zh-CN" sz="1200">
              <a:latin typeface="Arial" panose="020B0604020202020204" pitchFamily="34" charset="0"/>
            </a:endParaRPr>
          </a:p>
        </p:txBody>
      </p:sp>
      <p:sp>
        <p:nvSpPr>
          <p:cNvPr id="256002" name="Rectangle 2">
            <a:extLst>
              <a:ext uri="{FF2B5EF4-FFF2-40B4-BE49-F238E27FC236}">
                <a16:creationId xmlns:a16="http://schemas.microsoft.com/office/drawing/2014/main" id="{F29A8FAB-8EE8-E640-896B-01705BF4310F}"/>
              </a:ext>
            </a:extLst>
          </p:cNvPr>
          <p:cNvSpPr>
            <a:spLocks noGrp="1" noRot="1" noChangeAspect="1" noChangeArrowheads="1" noTextEdit="1"/>
          </p:cNvSpPr>
          <p:nvPr>
            <p:ph type="sldImg"/>
          </p:nvPr>
        </p:nvSpPr>
        <p:spPr>
          <a:ln/>
        </p:spPr>
      </p:sp>
      <p:sp>
        <p:nvSpPr>
          <p:cNvPr id="256003" name="Rectangle 3">
            <a:extLst>
              <a:ext uri="{FF2B5EF4-FFF2-40B4-BE49-F238E27FC236}">
                <a16:creationId xmlns:a16="http://schemas.microsoft.com/office/drawing/2014/main" id="{EAF1F8D0-2CEE-E04F-9470-0168F1FF2C4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870609207"/>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49" name="Rectangle 7">
            <a:extLst>
              <a:ext uri="{FF2B5EF4-FFF2-40B4-BE49-F238E27FC236}">
                <a16:creationId xmlns:a16="http://schemas.microsoft.com/office/drawing/2014/main" id="{20153595-7C4B-8D4A-AFE9-3C576B459A0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42FD9C1-747F-3D44-981A-8C8A340673CC}" type="slidenum">
              <a:rPr lang="en-US" altLang="zh-CN" sz="1200">
                <a:latin typeface="Arial" panose="020B0604020202020204" pitchFamily="34" charset="0"/>
              </a:rPr>
              <a:pPr/>
              <a:t>117</a:t>
            </a:fld>
            <a:endParaRPr lang="en-US" altLang="zh-CN" sz="1200">
              <a:latin typeface="Arial" panose="020B0604020202020204" pitchFamily="34" charset="0"/>
            </a:endParaRPr>
          </a:p>
        </p:txBody>
      </p:sp>
      <p:sp>
        <p:nvSpPr>
          <p:cNvPr id="258050" name="Rectangle 2">
            <a:extLst>
              <a:ext uri="{FF2B5EF4-FFF2-40B4-BE49-F238E27FC236}">
                <a16:creationId xmlns:a16="http://schemas.microsoft.com/office/drawing/2014/main" id="{C03E4EAB-170E-1C48-94CB-03427035302E}"/>
              </a:ext>
            </a:extLst>
          </p:cNvPr>
          <p:cNvSpPr>
            <a:spLocks noGrp="1" noRot="1" noChangeAspect="1" noChangeArrowheads="1" noTextEdit="1"/>
          </p:cNvSpPr>
          <p:nvPr>
            <p:ph type="sldImg"/>
          </p:nvPr>
        </p:nvSpPr>
        <p:spPr>
          <a:ln/>
        </p:spPr>
      </p:sp>
      <p:sp>
        <p:nvSpPr>
          <p:cNvPr id="258051" name="Rectangle 3">
            <a:extLst>
              <a:ext uri="{FF2B5EF4-FFF2-40B4-BE49-F238E27FC236}">
                <a16:creationId xmlns:a16="http://schemas.microsoft.com/office/drawing/2014/main" id="{3452FF37-AE9F-FD41-A6A9-7A878ACDA30F}"/>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504247544"/>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1" name="幻灯片图像占位符 1">
            <a:extLst>
              <a:ext uri="{FF2B5EF4-FFF2-40B4-BE49-F238E27FC236}">
                <a16:creationId xmlns:a16="http://schemas.microsoft.com/office/drawing/2014/main" id="{5DB0D717-35B1-DC4D-9ED4-010921A43B2F}"/>
              </a:ext>
            </a:extLst>
          </p:cNvPr>
          <p:cNvSpPr>
            <a:spLocks noGrp="1" noRot="1" noChangeAspect="1" noChangeArrowheads="1" noTextEdit="1"/>
          </p:cNvSpPr>
          <p:nvPr>
            <p:ph type="sldImg"/>
          </p:nvPr>
        </p:nvSpPr>
        <p:spPr>
          <a:ln/>
        </p:spPr>
      </p:sp>
      <p:sp>
        <p:nvSpPr>
          <p:cNvPr id="261122" name="备注占位符 2">
            <a:extLst>
              <a:ext uri="{FF2B5EF4-FFF2-40B4-BE49-F238E27FC236}">
                <a16:creationId xmlns:a16="http://schemas.microsoft.com/office/drawing/2014/main" id="{4BD4D591-C454-CD4D-87B1-E84FA1A5461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kumimoji="1" lang="zh-CN" altLang="en-US" dirty="0">
              <a:latin typeface="Arial" panose="020B0604020202020204" pitchFamily="34" charset="0"/>
              <a:ea typeface="宋体" panose="02010600030101010101" pitchFamily="2" charset="-122"/>
            </a:endParaRPr>
          </a:p>
        </p:txBody>
      </p:sp>
      <p:sp>
        <p:nvSpPr>
          <p:cNvPr id="261123" name="幻灯片编号占位符 3">
            <a:extLst>
              <a:ext uri="{FF2B5EF4-FFF2-40B4-BE49-F238E27FC236}">
                <a16:creationId xmlns:a16="http://schemas.microsoft.com/office/drawing/2014/main" id="{E5C296B3-2018-9242-B257-185052B58A8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4ED0C46-CD80-CC43-870F-62A663D008AC}" type="slidenum">
              <a:rPr lang="en-US" altLang="zh-CN" sz="1200">
                <a:latin typeface="Arial" panose="020B0604020202020204" pitchFamily="34" charset="0"/>
              </a:rPr>
              <a:pPr/>
              <a:t>119</a:t>
            </a:fld>
            <a:endParaRPr lang="en-US" altLang="zh-CN" sz="1200">
              <a:latin typeface="Arial" panose="020B0604020202020204" pitchFamily="34" charset="0"/>
            </a:endParaRPr>
          </a:p>
        </p:txBody>
      </p:sp>
    </p:spTree>
    <p:extLst>
      <p:ext uri="{BB962C8B-B14F-4D97-AF65-F5344CB8AC3E}">
        <p14:creationId xmlns:p14="http://schemas.microsoft.com/office/powerpoint/2010/main" val="3507965316"/>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69" name="幻灯片图像占位符 1">
            <a:extLst>
              <a:ext uri="{FF2B5EF4-FFF2-40B4-BE49-F238E27FC236}">
                <a16:creationId xmlns:a16="http://schemas.microsoft.com/office/drawing/2014/main" id="{ED16EFD4-8A39-2B4A-B97F-2CE3990B477D}"/>
              </a:ext>
            </a:extLst>
          </p:cNvPr>
          <p:cNvSpPr>
            <a:spLocks noGrp="1" noRot="1" noChangeAspect="1" noChangeArrowheads="1" noTextEdit="1"/>
          </p:cNvSpPr>
          <p:nvPr>
            <p:ph type="sldImg"/>
          </p:nvPr>
        </p:nvSpPr>
        <p:spPr>
          <a:xfrm>
            <a:off x="139700" y="768350"/>
            <a:ext cx="6819900" cy="3836988"/>
          </a:xfrm>
          <a:ln/>
        </p:spPr>
      </p:sp>
      <p:sp>
        <p:nvSpPr>
          <p:cNvPr id="263170" name="备注占位符 2">
            <a:extLst>
              <a:ext uri="{FF2B5EF4-FFF2-40B4-BE49-F238E27FC236}">
                <a16:creationId xmlns:a16="http://schemas.microsoft.com/office/drawing/2014/main" id="{ADA2B9F6-2F3D-4546-8A86-F3D8F21E76A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latin typeface="Arial" panose="020B0604020202020204" pitchFamily="34" charset="0"/>
              <a:ea typeface="宋体" panose="02010600030101010101" pitchFamily="2" charset="-122"/>
            </a:endParaRPr>
          </a:p>
        </p:txBody>
      </p:sp>
      <p:sp>
        <p:nvSpPr>
          <p:cNvPr id="263171" name="幻灯片编号占位符 3">
            <a:extLst>
              <a:ext uri="{FF2B5EF4-FFF2-40B4-BE49-F238E27FC236}">
                <a16:creationId xmlns:a16="http://schemas.microsoft.com/office/drawing/2014/main" id="{78A49CE2-9E5F-2D4E-8A5F-251D5F77985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686C65C9-7B85-9740-8388-A0C1BDD29460}" type="slidenum">
              <a:rPr lang="en-US" altLang="zh-CN" sz="1200">
                <a:latin typeface="Arial" panose="020B0604020202020204" pitchFamily="34" charset="0"/>
              </a:rPr>
              <a:pPr/>
              <a:t>120</a:t>
            </a:fld>
            <a:endParaRPr lang="en-US" altLang="zh-CN" sz="1200">
              <a:latin typeface="Arial" panose="020B0604020202020204" pitchFamily="34" charset="0"/>
            </a:endParaRPr>
          </a:p>
        </p:txBody>
      </p:sp>
    </p:spTree>
    <p:extLst>
      <p:ext uri="{BB962C8B-B14F-4D97-AF65-F5344CB8AC3E}">
        <p14:creationId xmlns:p14="http://schemas.microsoft.com/office/powerpoint/2010/main" val="1750419559"/>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7" name="幻灯片图像占位符 1">
            <a:extLst>
              <a:ext uri="{FF2B5EF4-FFF2-40B4-BE49-F238E27FC236}">
                <a16:creationId xmlns:a16="http://schemas.microsoft.com/office/drawing/2014/main" id="{226387E1-AF74-C143-87DD-6B42C83D4CDD}"/>
              </a:ext>
            </a:extLst>
          </p:cNvPr>
          <p:cNvSpPr>
            <a:spLocks noGrp="1" noRot="1" noChangeAspect="1" noChangeArrowheads="1" noTextEdit="1"/>
          </p:cNvSpPr>
          <p:nvPr>
            <p:ph type="sldImg"/>
          </p:nvPr>
        </p:nvSpPr>
        <p:spPr>
          <a:xfrm>
            <a:off x="139700" y="768350"/>
            <a:ext cx="6819900" cy="3836988"/>
          </a:xfrm>
          <a:ln/>
        </p:spPr>
      </p:sp>
      <p:sp>
        <p:nvSpPr>
          <p:cNvPr id="265218" name="备注占位符 2">
            <a:extLst>
              <a:ext uri="{FF2B5EF4-FFF2-40B4-BE49-F238E27FC236}">
                <a16:creationId xmlns:a16="http://schemas.microsoft.com/office/drawing/2014/main" id="{18DECACE-1423-8B46-8F21-E47668E83DE3}"/>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Arial" panose="020B0604020202020204" pitchFamily="34" charset="0"/>
              <a:ea typeface="宋体" panose="02010600030101010101" pitchFamily="2" charset="-122"/>
            </a:endParaRPr>
          </a:p>
        </p:txBody>
      </p:sp>
      <p:sp>
        <p:nvSpPr>
          <p:cNvPr id="265219" name="幻灯片编号占位符 3">
            <a:extLst>
              <a:ext uri="{FF2B5EF4-FFF2-40B4-BE49-F238E27FC236}">
                <a16:creationId xmlns:a16="http://schemas.microsoft.com/office/drawing/2014/main" id="{4F6E33FD-9D46-EF41-A408-20F04E053029}"/>
              </a:ext>
            </a:extLst>
          </p:cNvPr>
          <p:cNvSpPr>
            <a:spLocks noGrp="1"/>
          </p:cNvSpPr>
          <p:nvPr>
            <p:ph type="sldNum" sz="quarter" idx="5"/>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90AA97E4-14A4-AA42-8DFE-DCE63FB4F431}" type="slidenum">
              <a:rPr lang="en-US" altLang="zh-CN" sz="1200">
                <a:latin typeface="Arial" panose="020B0604020202020204" pitchFamily="34" charset="0"/>
              </a:rPr>
              <a:pPr/>
              <a:t>121</a:t>
            </a:fld>
            <a:endParaRPr lang="en-US" altLang="zh-CN" sz="1200">
              <a:latin typeface="Arial" panose="020B0604020202020204" pitchFamily="34" charset="0"/>
            </a:endParaRPr>
          </a:p>
        </p:txBody>
      </p:sp>
    </p:spTree>
    <p:extLst>
      <p:ext uri="{BB962C8B-B14F-4D97-AF65-F5344CB8AC3E}">
        <p14:creationId xmlns:p14="http://schemas.microsoft.com/office/powerpoint/2010/main" val="3230461625"/>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5" name="幻灯片图像占位符 1">
            <a:extLst>
              <a:ext uri="{FF2B5EF4-FFF2-40B4-BE49-F238E27FC236}">
                <a16:creationId xmlns:a16="http://schemas.microsoft.com/office/drawing/2014/main" id="{3D794249-DCF1-8E4E-BFEB-D6B53680C770}"/>
              </a:ext>
            </a:extLst>
          </p:cNvPr>
          <p:cNvSpPr>
            <a:spLocks noGrp="1" noRot="1" noChangeAspect="1" noChangeArrowheads="1" noTextEdit="1"/>
          </p:cNvSpPr>
          <p:nvPr>
            <p:ph type="sldImg"/>
          </p:nvPr>
        </p:nvSpPr>
        <p:spPr>
          <a:xfrm>
            <a:off x="139700" y="768350"/>
            <a:ext cx="6819900" cy="3836988"/>
          </a:xfrm>
          <a:ln/>
        </p:spPr>
      </p:sp>
      <p:sp>
        <p:nvSpPr>
          <p:cNvPr id="267266" name="备注占位符 2">
            <a:extLst>
              <a:ext uri="{FF2B5EF4-FFF2-40B4-BE49-F238E27FC236}">
                <a16:creationId xmlns:a16="http://schemas.microsoft.com/office/drawing/2014/main" id="{D6526663-BCAD-4740-868F-E94C37DAC76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latin typeface="Arial" panose="020B0604020202020204" pitchFamily="34" charset="0"/>
              <a:ea typeface="宋体" panose="02010600030101010101" pitchFamily="2" charset="-122"/>
            </a:endParaRPr>
          </a:p>
        </p:txBody>
      </p:sp>
      <p:sp>
        <p:nvSpPr>
          <p:cNvPr id="267267" name="幻灯片编号占位符 3">
            <a:extLst>
              <a:ext uri="{FF2B5EF4-FFF2-40B4-BE49-F238E27FC236}">
                <a16:creationId xmlns:a16="http://schemas.microsoft.com/office/drawing/2014/main" id="{21231079-FC06-4C43-A85C-C7850DCB212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180E101-1AD7-8A43-8ED2-749DDCD628AD}" type="slidenum">
              <a:rPr lang="en-US" altLang="zh-CN" sz="1200">
                <a:latin typeface="Arial" panose="020B0604020202020204" pitchFamily="34" charset="0"/>
              </a:rPr>
              <a:pPr/>
              <a:t>122</a:t>
            </a:fld>
            <a:endParaRPr lang="en-US" altLang="zh-CN" sz="1200">
              <a:latin typeface="Arial" panose="020B0604020202020204" pitchFamily="34" charset="0"/>
            </a:endParaRPr>
          </a:p>
        </p:txBody>
      </p:sp>
    </p:spTree>
    <p:extLst>
      <p:ext uri="{BB962C8B-B14F-4D97-AF65-F5344CB8AC3E}">
        <p14:creationId xmlns:p14="http://schemas.microsoft.com/office/powerpoint/2010/main" val="747860993"/>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3" name="幻灯片图像占位符 1">
            <a:extLst>
              <a:ext uri="{FF2B5EF4-FFF2-40B4-BE49-F238E27FC236}">
                <a16:creationId xmlns:a16="http://schemas.microsoft.com/office/drawing/2014/main" id="{299A3977-8916-DE45-BFB4-3F60F512B147}"/>
              </a:ext>
            </a:extLst>
          </p:cNvPr>
          <p:cNvSpPr>
            <a:spLocks noGrp="1" noRot="1" noChangeAspect="1" noChangeArrowheads="1" noTextEdit="1"/>
          </p:cNvSpPr>
          <p:nvPr>
            <p:ph type="sldImg"/>
          </p:nvPr>
        </p:nvSpPr>
        <p:spPr>
          <a:xfrm>
            <a:off x="139700" y="768350"/>
            <a:ext cx="6819900" cy="3836988"/>
          </a:xfrm>
          <a:ln/>
        </p:spPr>
      </p:sp>
      <p:sp>
        <p:nvSpPr>
          <p:cNvPr id="269314" name="备注占位符 2">
            <a:extLst>
              <a:ext uri="{FF2B5EF4-FFF2-40B4-BE49-F238E27FC236}">
                <a16:creationId xmlns:a16="http://schemas.microsoft.com/office/drawing/2014/main" id="{6B9D44D4-6DF8-A646-AB1A-393A181EA89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latin typeface="Arial" panose="020B0604020202020204" pitchFamily="34" charset="0"/>
              <a:ea typeface="宋体" panose="02010600030101010101" pitchFamily="2" charset="-122"/>
            </a:endParaRPr>
          </a:p>
        </p:txBody>
      </p:sp>
      <p:sp>
        <p:nvSpPr>
          <p:cNvPr id="269315" name="幻灯片编号占位符 3">
            <a:extLst>
              <a:ext uri="{FF2B5EF4-FFF2-40B4-BE49-F238E27FC236}">
                <a16:creationId xmlns:a16="http://schemas.microsoft.com/office/drawing/2014/main" id="{F9D3A001-A860-BE48-9C25-2F39763D388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D0768B9-779D-E245-A7F9-F4B856482010}" type="slidenum">
              <a:rPr lang="en-US" altLang="zh-CN" sz="1200">
                <a:latin typeface="Arial" panose="020B0604020202020204" pitchFamily="34" charset="0"/>
              </a:rPr>
              <a:pPr/>
              <a:t>123</a:t>
            </a:fld>
            <a:endParaRPr lang="en-US" altLang="zh-CN" sz="1200">
              <a:latin typeface="Arial" panose="020B0604020202020204" pitchFamily="34" charset="0"/>
            </a:endParaRPr>
          </a:p>
        </p:txBody>
      </p:sp>
    </p:spTree>
    <p:extLst>
      <p:ext uri="{BB962C8B-B14F-4D97-AF65-F5344CB8AC3E}">
        <p14:creationId xmlns:p14="http://schemas.microsoft.com/office/powerpoint/2010/main" val="481247403"/>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1" name="Rectangle 7">
            <a:extLst>
              <a:ext uri="{FF2B5EF4-FFF2-40B4-BE49-F238E27FC236}">
                <a16:creationId xmlns:a16="http://schemas.microsoft.com/office/drawing/2014/main" id="{BB2E20DA-C8B4-6048-A045-F30D743823E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0DFD944-386D-804A-8607-1FDD0F0C905A}" type="slidenum">
              <a:rPr lang="en-US" altLang="zh-CN" sz="1200">
                <a:latin typeface="Arial" panose="020B0604020202020204" pitchFamily="34" charset="0"/>
              </a:rPr>
              <a:pPr/>
              <a:t>124</a:t>
            </a:fld>
            <a:endParaRPr lang="en-US" altLang="zh-CN" sz="1200">
              <a:latin typeface="Arial" panose="020B0604020202020204" pitchFamily="34" charset="0"/>
            </a:endParaRPr>
          </a:p>
        </p:txBody>
      </p:sp>
      <p:sp>
        <p:nvSpPr>
          <p:cNvPr id="271362" name="Rectangle 2">
            <a:extLst>
              <a:ext uri="{FF2B5EF4-FFF2-40B4-BE49-F238E27FC236}">
                <a16:creationId xmlns:a16="http://schemas.microsoft.com/office/drawing/2014/main" id="{ABC29DFC-09D0-ED4B-B3CD-FED4A31BCBF0}"/>
              </a:ext>
            </a:extLst>
          </p:cNvPr>
          <p:cNvSpPr>
            <a:spLocks noGrp="1" noRot="1" noChangeAspect="1" noChangeArrowheads="1" noTextEdit="1"/>
          </p:cNvSpPr>
          <p:nvPr>
            <p:ph type="sldImg"/>
          </p:nvPr>
        </p:nvSpPr>
        <p:spPr>
          <a:ln/>
        </p:spPr>
      </p:sp>
      <p:sp>
        <p:nvSpPr>
          <p:cNvPr id="271363" name="Rectangle 3">
            <a:extLst>
              <a:ext uri="{FF2B5EF4-FFF2-40B4-BE49-F238E27FC236}">
                <a16:creationId xmlns:a16="http://schemas.microsoft.com/office/drawing/2014/main" id="{504CC3E6-20B3-174C-AB7B-DB0C4900544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39746918"/>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09" name="Rectangle 7">
            <a:extLst>
              <a:ext uri="{FF2B5EF4-FFF2-40B4-BE49-F238E27FC236}">
                <a16:creationId xmlns:a16="http://schemas.microsoft.com/office/drawing/2014/main" id="{BF454E40-860E-144D-8D2A-CF19BA7277F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5C73826-E4BD-734F-9093-F24D3852AB7C}" type="slidenum">
              <a:rPr lang="en-US" altLang="zh-CN" sz="1200">
                <a:latin typeface="Arial" panose="020B0604020202020204" pitchFamily="34" charset="0"/>
              </a:rPr>
              <a:pPr/>
              <a:t>125</a:t>
            </a:fld>
            <a:endParaRPr lang="en-US" altLang="zh-CN" sz="1200">
              <a:latin typeface="Arial" panose="020B0604020202020204" pitchFamily="34" charset="0"/>
            </a:endParaRPr>
          </a:p>
        </p:txBody>
      </p:sp>
      <p:sp>
        <p:nvSpPr>
          <p:cNvPr id="273410" name="Rectangle 2">
            <a:extLst>
              <a:ext uri="{FF2B5EF4-FFF2-40B4-BE49-F238E27FC236}">
                <a16:creationId xmlns:a16="http://schemas.microsoft.com/office/drawing/2014/main" id="{81487208-6EBB-5C41-B18C-CE20003E14C5}"/>
              </a:ext>
            </a:extLst>
          </p:cNvPr>
          <p:cNvSpPr>
            <a:spLocks noGrp="1" noRot="1" noChangeAspect="1" noChangeArrowheads="1" noTextEdit="1"/>
          </p:cNvSpPr>
          <p:nvPr>
            <p:ph type="sldImg"/>
          </p:nvPr>
        </p:nvSpPr>
        <p:spPr>
          <a:ln/>
        </p:spPr>
      </p:sp>
      <p:sp>
        <p:nvSpPr>
          <p:cNvPr id="273411" name="Rectangle 3">
            <a:extLst>
              <a:ext uri="{FF2B5EF4-FFF2-40B4-BE49-F238E27FC236}">
                <a16:creationId xmlns:a16="http://schemas.microsoft.com/office/drawing/2014/main" id="{7657FB88-FE5B-6847-9CD2-2BCB394A7A5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457216668"/>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7" name="Rectangle 7">
            <a:extLst>
              <a:ext uri="{FF2B5EF4-FFF2-40B4-BE49-F238E27FC236}">
                <a16:creationId xmlns:a16="http://schemas.microsoft.com/office/drawing/2014/main" id="{06D3EEE7-959C-4647-8493-65574621D75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02DFC4A-3BD3-8348-B91F-C5021E92723B}" type="slidenum">
              <a:rPr lang="en-US" altLang="zh-CN" sz="1200">
                <a:latin typeface="Arial" panose="020B0604020202020204" pitchFamily="34" charset="0"/>
              </a:rPr>
              <a:pPr/>
              <a:t>126</a:t>
            </a:fld>
            <a:endParaRPr lang="en-US" altLang="zh-CN" sz="1200">
              <a:latin typeface="Arial" panose="020B0604020202020204" pitchFamily="34" charset="0"/>
            </a:endParaRPr>
          </a:p>
        </p:txBody>
      </p:sp>
      <p:sp>
        <p:nvSpPr>
          <p:cNvPr id="275458" name="Rectangle 2">
            <a:extLst>
              <a:ext uri="{FF2B5EF4-FFF2-40B4-BE49-F238E27FC236}">
                <a16:creationId xmlns:a16="http://schemas.microsoft.com/office/drawing/2014/main" id="{D5F446A7-0D8F-B246-95C2-3AE11B3182A4}"/>
              </a:ext>
            </a:extLst>
          </p:cNvPr>
          <p:cNvSpPr>
            <a:spLocks noGrp="1" noRot="1" noChangeAspect="1" noChangeArrowheads="1" noTextEdit="1"/>
          </p:cNvSpPr>
          <p:nvPr>
            <p:ph type="sldImg"/>
          </p:nvPr>
        </p:nvSpPr>
        <p:spPr>
          <a:ln/>
        </p:spPr>
      </p:sp>
      <p:sp>
        <p:nvSpPr>
          <p:cNvPr id="275459" name="Rectangle 3">
            <a:extLst>
              <a:ext uri="{FF2B5EF4-FFF2-40B4-BE49-F238E27FC236}">
                <a16:creationId xmlns:a16="http://schemas.microsoft.com/office/drawing/2014/main" id="{6A2A75A4-D593-8147-B2B7-CA8D2D2CBCA6}"/>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273435690"/>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5" name="Rectangle 7">
            <a:extLst>
              <a:ext uri="{FF2B5EF4-FFF2-40B4-BE49-F238E27FC236}">
                <a16:creationId xmlns:a16="http://schemas.microsoft.com/office/drawing/2014/main" id="{14670368-64D8-F44F-AE0A-BB46D642245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947E913E-461C-8746-9C9F-62CDA6C86942}" type="slidenum">
              <a:rPr lang="en-US" altLang="zh-CN" sz="1200">
                <a:latin typeface="Arial" panose="020B0604020202020204" pitchFamily="34" charset="0"/>
              </a:rPr>
              <a:pPr/>
              <a:t>127</a:t>
            </a:fld>
            <a:endParaRPr lang="en-US" altLang="zh-CN" sz="1200">
              <a:latin typeface="Arial" panose="020B0604020202020204" pitchFamily="34" charset="0"/>
            </a:endParaRPr>
          </a:p>
        </p:txBody>
      </p:sp>
      <p:sp>
        <p:nvSpPr>
          <p:cNvPr id="277506" name="Rectangle 2">
            <a:extLst>
              <a:ext uri="{FF2B5EF4-FFF2-40B4-BE49-F238E27FC236}">
                <a16:creationId xmlns:a16="http://schemas.microsoft.com/office/drawing/2014/main" id="{A712B9FA-DFBC-C449-9E12-1A9FD37377DA}"/>
              </a:ext>
            </a:extLst>
          </p:cNvPr>
          <p:cNvSpPr>
            <a:spLocks noGrp="1" noRot="1" noChangeAspect="1" noChangeArrowheads="1" noTextEdit="1"/>
          </p:cNvSpPr>
          <p:nvPr>
            <p:ph type="sldImg"/>
          </p:nvPr>
        </p:nvSpPr>
        <p:spPr>
          <a:ln/>
        </p:spPr>
      </p:sp>
      <p:sp>
        <p:nvSpPr>
          <p:cNvPr id="277507" name="Rectangle 3">
            <a:extLst>
              <a:ext uri="{FF2B5EF4-FFF2-40B4-BE49-F238E27FC236}">
                <a16:creationId xmlns:a16="http://schemas.microsoft.com/office/drawing/2014/main" id="{129600F5-610C-684B-B419-2E4448AC342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099966720"/>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553" name="Rectangle 7">
            <a:extLst>
              <a:ext uri="{FF2B5EF4-FFF2-40B4-BE49-F238E27FC236}">
                <a16:creationId xmlns:a16="http://schemas.microsoft.com/office/drawing/2014/main" id="{2AA806F2-5277-F747-BEAF-244BDAE4B21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006FE37-A55B-D444-9FD4-1C047D9F9DD6}" type="slidenum">
              <a:rPr lang="en-US" altLang="zh-CN" sz="1200">
                <a:latin typeface="Arial" panose="020B0604020202020204" pitchFamily="34" charset="0"/>
              </a:rPr>
              <a:pPr/>
              <a:t>128</a:t>
            </a:fld>
            <a:endParaRPr lang="en-US" altLang="zh-CN" sz="1200">
              <a:latin typeface="Arial" panose="020B0604020202020204" pitchFamily="34" charset="0"/>
            </a:endParaRPr>
          </a:p>
        </p:txBody>
      </p:sp>
      <p:sp>
        <p:nvSpPr>
          <p:cNvPr id="279554" name="Rectangle 2">
            <a:extLst>
              <a:ext uri="{FF2B5EF4-FFF2-40B4-BE49-F238E27FC236}">
                <a16:creationId xmlns:a16="http://schemas.microsoft.com/office/drawing/2014/main" id="{AF671CA4-6EF2-074A-9EE3-BEEDE7880745}"/>
              </a:ext>
            </a:extLst>
          </p:cNvPr>
          <p:cNvSpPr>
            <a:spLocks noGrp="1" noRot="1" noChangeAspect="1" noChangeArrowheads="1" noTextEdit="1"/>
          </p:cNvSpPr>
          <p:nvPr>
            <p:ph type="sldImg"/>
          </p:nvPr>
        </p:nvSpPr>
        <p:spPr>
          <a:xfrm>
            <a:off x="992188" y="768350"/>
            <a:ext cx="5114925" cy="3836988"/>
          </a:xfrm>
          <a:ln/>
        </p:spPr>
      </p:sp>
      <p:sp>
        <p:nvSpPr>
          <p:cNvPr id="279555" name="Rectangle 3">
            <a:extLst>
              <a:ext uri="{FF2B5EF4-FFF2-40B4-BE49-F238E27FC236}">
                <a16:creationId xmlns:a16="http://schemas.microsoft.com/office/drawing/2014/main" id="{A2ECB628-148E-7444-B8F5-56BCCCA392FF}"/>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128486143"/>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1" name="Rectangle 7">
            <a:extLst>
              <a:ext uri="{FF2B5EF4-FFF2-40B4-BE49-F238E27FC236}">
                <a16:creationId xmlns:a16="http://schemas.microsoft.com/office/drawing/2014/main" id="{EFD3E495-B864-A240-BF9C-AA9415687F9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75F5CD9-6328-8448-9F09-2764F648A944}" type="slidenum">
              <a:rPr lang="en-US" altLang="zh-CN" sz="1200">
                <a:latin typeface="Arial" panose="020B0604020202020204" pitchFamily="34" charset="0"/>
              </a:rPr>
              <a:pPr/>
              <a:t>129</a:t>
            </a:fld>
            <a:endParaRPr lang="en-US" altLang="zh-CN" sz="1200">
              <a:latin typeface="Arial" panose="020B0604020202020204" pitchFamily="34" charset="0"/>
            </a:endParaRPr>
          </a:p>
        </p:txBody>
      </p:sp>
      <p:sp>
        <p:nvSpPr>
          <p:cNvPr id="281602" name="Rectangle 2">
            <a:extLst>
              <a:ext uri="{FF2B5EF4-FFF2-40B4-BE49-F238E27FC236}">
                <a16:creationId xmlns:a16="http://schemas.microsoft.com/office/drawing/2014/main" id="{68CD976A-B0DC-B54A-954D-9DD9D5542A8F}"/>
              </a:ext>
            </a:extLst>
          </p:cNvPr>
          <p:cNvSpPr>
            <a:spLocks noGrp="1" noRot="1" noChangeAspect="1" noChangeArrowheads="1" noTextEdit="1"/>
          </p:cNvSpPr>
          <p:nvPr>
            <p:ph type="sldImg"/>
          </p:nvPr>
        </p:nvSpPr>
        <p:spPr>
          <a:xfrm>
            <a:off x="992188" y="768350"/>
            <a:ext cx="5114925" cy="3836988"/>
          </a:xfrm>
          <a:ln/>
        </p:spPr>
      </p:sp>
      <p:sp>
        <p:nvSpPr>
          <p:cNvPr id="281603" name="Rectangle 3">
            <a:extLst>
              <a:ext uri="{FF2B5EF4-FFF2-40B4-BE49-F238E27FC236}">
                <a16:creationId xmlns:a16="http://schemas.microsoft.com/office/drawing/2014/main" id="{ECC2DF6A-32BC-3E46-B61C-DF1AB91F781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9448962"/>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49" name="Rectangle 7">
            <a:extLst>
              <a:ext uri="{FF2B5EF4-FFF2-40B4-BE49-F238E27FC236}">
                <a16:creationId xmlns:a16="http://schemas.microsoft.com/office/drawing/2014/main" id="{409158D0-5A7B-584D-A59C-BF06D8D4C58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7EA0F0D-53ED-6341-88B0-C776B81CEC2E}" type="slidenum">
              <a:rPr lang="en-US" altLang="zh-CN" sz="1200">
                <a:latin typeface="Arial" panose="020B0604020202020204" pitchFamily="34" charset="0"/>
              </a:rPr>
              <a:pPr/>
              <a:t>130</a:t>
            </a:fld>
            <a:endParaRPr lang="en-US" altLang="zh-CN" sz="1200">
              <a:latin typeface="Arial" panose="020B0604020202020204" pitchFamily="34" charset="0"/>
            </a:endParaRPr>
          </a:p>
        </p:txBody>
      </p:sp>
      <p:sp>
        <p:nvSpPr>
          <p:cNvPr id="283650" name="Rectangle 2">
            <a:extLst>
              <a:ext uri="{FF2B5EF4-FFF2-40B4-BE49-F238E27FC236}">
                <a16:creationId xmlns:a16="http://schemas.microsoft.com/office/drawing/2014/main" id="{F683B065-0290-F54D-BD5D-6B494103934D}"/>
              </a:ext>
            </a:extLst>
          </p:cNvPr>
          <p:cNvSpPr>
            <a:spLocks noGrp="1" noRot="1" noChangeAspect="1" noChangeArrowheads="1" noTextEdit="1"/>
          </p:cNvSpPr>
          <p:nvPr>
            <p:ph type="sldImg"/>
          </p:nvPr>
        </p:nvSpPr>
        <p:spPr>
          <a:xfrm>
            <a:off x="139700" y="768350"/>
            <a:ext cx="6819900" cy="3836988"/>
          </a:xfrm>
          <a:ln/>
        </p:spPr>
      </p:sp>
      <p:sp>
        <p:nvSpPr>
          <p:cNvPr id="283651" name="Rectangle 3">
            <a:extLst>
              <a:ext uri="{FF2B5EF4-FFF2-40B4-BE49-F238E27FC236}">
                <a16:creationId xmlns:a16="http://schemas.microsoft.com/office/drawing/2014/main" id="{7D1E16EA-30F7-C94C-A5FB-A03AAC97B00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554279555"/>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7" name="Rectangle 7">
            <a:extLst>
              <a:ext uri="{FF2B5EF4-FFF2-40B4-BE49-F238E27FC236}">
                <a16:creationId xmlns:a16="http://schemas.microsoft.com/office/drawing/2014/main" id="{2FB98628-4539-0645-B76D-F52AE638E9C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59728D5-033D-7049-A103-F3DB5211E7D9}" type="slidenum">
              <a:rPr lang="en-US" altLang="zh-CN" sz="1200">
                <a:latin typeface="Arial" panose="020B0604020202020204" pitchFamily="34" charset="0"/>
              </a:rPr>
              <a:pPr/>
              <a:t>131</a:t>
            </a:fld>
            <a:endParaRPr lang="en-US" altLang="zh-CN" sz="1200">
              <a:latin typeface="Arial" panose="020B0604020202020204" pitchFamily="34" charset="0"/>
            </a:endParaRPr>
          </a:p>
        </p:txBody>
      </p:sp>
      <p:sp>
        <p:nvSpPr>
          <p:cNvPr id="285698" name="Rectangle 2">
            <a:extLst>
              <a:ext uri="{FF2B5EF4-FFF2-40B4-BE49-F238E27FC236}">
                <a16:creationId xmlns:a16="http://schemas.microsoft.com/office/drawing/2014/main" id="{2FB4B0D8-6290-3744-9F7E-842708D05A1F}"/>
              </a:ext>
            </a:extLst>
          </p:cNvPr>
          <p:cNvSpPr>
            <a:spLocks noGrp="1" noRot="1" noChangeAspect="1" noChangeArrowheads="1" noTextEdit="1"/>
          </p:cNvSpPr>
          <p:nvPr>
            <p:ph type="sldImg"/>
          </p:nvPr>
        </p:nvSpPr>
        <p:spPr>
          <a:xfrm>
            <a:off x="139700" y="768350"/>
            <a:ext cx="6819900" cy="3836988"/>
          </a:xfrm>
          <a:ln/>
        </p:spPr>
      </p:sp>
      <p:sp>
        <p:nvSpPr>
          <p:cNvPr id="285699" name="Rectangle 3">
            <a:extLst>
              <a:ext uri="{FF2B5EF4-FFF2-40B4-BE49-F238E27FC236}">
                <a16:creationId xmlns:a16="http://schemas.microsoft.com/office/drawing/2014/main" id="{9B393C6B-4D37-C645-A1AC-1F102E9E215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5400117"/>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69" name="Rectangle 7">
            <a:extLst>
              <a:ext uri="{FF2B5EF4-FFF2-40B4-BE49-F238E27FC236}">
                <a16:creationId xmlns:a16="http://schemas.microsoft.com/office/drawing/2014/main" id="{0A3E603E-E107-494F-B288-76B99BFCC3A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4FF7713-CC20-D74B-B71D-B7BDDA0FEF83}" type="slidenum">
              <a:rPr lang="en-US" altLang="zh-CN" sz="1200">
                <a:latin typeface="Arial" panose="020B0604020202020204" pitchFamily="34" charset="0"/>
              </a:rPr>
              <a:pPr/>
              <a:t>133</a:t>
            </a:fld>
            <a:endParaRPr lang="en-US" altLang="zh-CN" sz="1200">
              <a:latin typeface="Arial" panose="020B0604020202020204" pitchFamily="34" charset="0"/>
            </a:endParaRPr>
          </a:p>
        </p:txBody>
      </p:sp>
      <p:sp>
        <p:nvSpPr>
          <p:cNvPr id="288770" name="Rectangle 2">
            <a:extLst>
              <a:ext uri="{FF2B5EF4-FFF2-40B4-BE49-F238E27FC236}">
                <a16:creationId xmlns:a16="http://schemas.microsoft.com/office/drawing/2014/main" id="{D0F11F44-75CA-014C-980D-E7A420E86D2E}"/>
              </a:ext>
            </a:extLst>
          </p:cNvPr>
          <p:cNvSpPr>
            <a:spLocks noGrp="1" noRot="1" noChangeAspect="1" noChangeArrowheads="1" noTextEdit="1"/>
          </p:cNvSpPr>
          <p:nvPr>
            <p:ph type="sldImg"/>
          </p:nvPr>
        </p:nvSpPr>
        <p:spPr>
          <a:xfrm>
            <a:off x="139700" y="768350"/>
            <a:ext cx="6819900" cy="3836988"/>
          </a:xfrm>
          <a:ln/>
        </p:spPr>
      </p:sp>
      <p:sp>
        <p:nvSpPr>
          <p:cNvPr id="288771" name="Rectangle 3">
            <a:extLst>
              <a:ext uri="{FF2B5EF4-FFF2-40B4-BE49-F238E27FC236}">
                <a16:creationId xmlns:a16="http://schemas.microsoft.com/office/drawing/2014/main" id="{4BF8D4DA-80C5-0E44-BA50-D83C002EFAB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376225334"/>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7" name="幻灯片图像占位符 1">
            <a:extLst>
              <a:ext uri="{FF2B5EF4-FFF2-40B4-BE49-F238E27FC236}">
                <a16:creationId xmlns:a16="http://schemas.microsoft.com/office/drawing/2014/main" id="{92C75973-E30C-5C42-A9CA-88185166FE4E}"/>
              </a:ext>
            </a:extLst>
          </p:cNvPr>
          <p:cNvSpPr>
            <a:spLocks noGrp="1" noRot="1" noChangeAspect="1" noChangeArrowheads="1" noTextEdit="1"/>
          </p:cNvSpPr>
          <p:nvPr>
            <p:ph type="sldImg"/>
          </p:nvPr>
        </p:nvSpPr>
        <p:spPr>
          <a:xfrm>
            <a:off x="139700" y="768350"/>
            <a:ext cx="6819900" cy="3836988"/>
          </a:xfrm>
          <a:ln/>
        </p:spPr>
      </p:sp>
      <p:sp>
        <p:nvSpPr>
          <p:cNvPr id="290818" name="备注占位符 2">
            <a:extLst>
              <a:ext uri="{FF2B5EF4-FFF2-40B4-BE49-F238E27FC236}">
                <a16:creationId xmlns:a16="http://schemas.microsoft.com/office/drawing/2014/main" id="{375E883C-B66F-D940-B75E-79C6C1D5176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latin typeface="Arial" panose="020B0604020202020204" pitchFamily="34" charset="0"/>
              <a:ea typeface="宋体" panose="02010600030101010101" pitchFamily="2" charset="-122"/>
            </a:endParaRPr>
          </a:p>
        </p:txBody>
      </p:sp>
      <p:sp>
        <p:nvSpPr>
          <p:cNvPr id="290819" name="幻灯片编号占位符 3">
            <a:extLst>
              <a:ext uri="{FF2B5EF4-FFF2-40B4-BE49-F238E27FC236}">
                <a16:creationId xmlns:a16="http://schemas.microsoft.com/office/drawing/2014/main" id="{11162236-B3C5-F343-AB24-60F40A58B22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0E3796D-495C-F447-9DC5-3CB718286025}" type="slidenum">
              <a:rPr lang="en-US" altLang="zh-CN" sz="1200">
                <a:latin typeface="Arial" panose="020B0604020202020204" pitchFamily="34" charset="0"/>
              </a:rPr>
              <a:pPr/>
              <a:t>134</a:t>
            </a:fld>
            <a:endParaRPr lang="en-US" altLang="zh-CN" sz="1200">
              <a:latin typeface="Arial" panose="020B0604020202020204" pitchFamily="34" charset="0"/>
            </a:endParaRPr>
          </a:p>
        </p:txBody>
      </p:sp>
    </p:spTree>
    <p:extLst>
      <p:ext uri="{BB962C8B-B14F-4D97-AF65-F5344CB8AC3E}">
        <p14:creationId xmlns:p14="http://schemas.microsoft.com/office/powerpoint/2010/main" val="3583239804"/>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889" name="Rectangle 7">
            <a:extLst>
              <a:ext uri="{FF2B5EF4-FFF2-40B4-BE49-F238E27FC236}">
                <a16:creationId xmlns:a16="http://schemas.microsoft.com/office/drawing/2014/main" id="{646BB920-5D0A-644C-9139-970095A701A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EE7B816-2A13-8547-9993-1ECFA754668A}" type="slidenum">
              <a:rPr lang="en-US" altLang="zh-CN" sz="1200">
                <a:latin typeface="Arial" panose="020B0604020202020204" pitchFamily="34" charset="0"/>
              </a:rPr>
              <a:pPr/>
              <a:t>136</a:t>
            </a:fld>
            <a:endParaRPr lang="en-US" altLang="zh-CN" sz="1200">
              <a:latin typeface="Arial" panose="020B0604020202020204" pitchFamily="34" charset="0"/>
            </a:endParaRPr>
          </a:p>
        </p:txBody>
      </p:sp>
      <p:sp>
        <p:nvSpPr>
          <p:cNvPr id="293890" name="Rectangle 2">
            <a:extLst>
              <a:ext uri="{FF2B5EF4-FFF2-40B4-BE49-F238E27FC236}">
                <a16:creationId xmlns:a16="http://schemas.microsoft.com/office/drawing/2014/main" id="{2FA5A964-6DCE-6343-9DE5-82DB2335C62B}"/>
              </a:ext>
            </a:extLst>
          </p:cNvPr>
          <p:cNvSpPr>
            <a:spLocks noGrp="1" noRot="1" noChangeAspect="1" noChangeArrowheads="1" noTextEdit="1"/>
          </p:cNvSpPr>
          <p:nvPr>
            <p:ph type="sldImg"/>
          </p:nvPr>
        </p:nvSpPr>
        <p:spPr>
          <a:ln/>
        </p:spPr>
      </p:sp>
      <p:sp>
        <p:nvSpPr>
          <p:cNvPr id="293891" name="Rectangle 3">
            <a:extLst>
              <a:ext uri="{FF2B5EF4-FFF2-40B4-BE49-F238E27FC236}">
                <a16:creationId xmlns:a16="http://schemas.microsoft.com/office/drawing/2014/main" id="{F393A000-1CAB-004D-B416-3B4961F8BAA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676869233"/>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37" name="Rectangle 7">
            <a:extLst>
              <a:ext uri="{FF2B5EF4-FFF2-40B4-BE49-F238E27FC236}">
                <a16:creationId xmlns:a16="http://schemas.microsoft.com/office/drawing/2014/main" id="{84CE5BC9-5145-5940-9ACB-86882170C09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AFA114C-DBBA-2746-96D3-D2E085DC34D7}" type="slidenum">
              <a:rPr lang="en-US" altLang="zh-CN" sz="1200">
                <a:latin typeface="Arial" panose="020B0604020202020204" pitchFamily="34" charset="0"/>
              </a:rPr>
              <a:pPr/>
              <a:t>137</a:t>
            </a:fld>
            <a:endParaRPr lang="en-US" altLang="zh-CN" sz="1200">
              <a:latin typeface="Arial" panose="020B0604020202020204" pitchFamily="34" charset="0"/>
            </a:endParaRPr>
          </a:p>
        </p:txBody>
      </p:sp>
      <p:sp>
        <p:nvSpPr>
          <p:cNvPr id="295938" name="Rectangle 2">
            <a:extLst>
              <a:ext uri="{FF2B5EF4-FFF2-40B4-BE49-F238E27FC236}">
                <a16:creationId xmlns:a16="http://schemas.microsoft.com/office/drawing/2014/main" id="{B161E11C-2887-C04C-8498-197F23EE2161}"/>
              </a:ext>
            </a:extLst>
          </p:cNvPr>
          <p:cNvSpPr>
            <a:spLocks noGrp="1" noRot="1" noChangeAspect="1" noChangeArrowheads="1" noTextEdit="1"/>
          </p:cNvSpPr>
          <p:nvPr>
            <p:ph type="sldImg"/>
          </p:nvPr>
        </p:nvSpPr>
        <p:spPr>
          <a:ln/>
        </p:spPr>
      </p:sp>
      <p:sp>
        <p:nvSpPr>
          <p:cNvPr id="295939" name="Rectangle 3">
            <a:extLst>
              <a:ext uri="{FF2B5EF4-FFF2-40B4-BE49-F238E27FC236}">
                <a16:creationId xmlns:a16="http://schemas.microsoft.com/office/drawing/2014/main" id="{2D371EF6-BFF8-E148-B900-87377F26C20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141800377"/>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985" name="Rectangle 7">
            <a:extLst>
              <a:ext uri="{FF2B5EF4-FFF2-40B4-BE49-F238E27FC236}">
                <a16:creationId xmlns:a16="http://schemas.microsoft.com/office/drawing/2014/main" id="{9B10CE9E-90FC-4B47-B93C-524B2368541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94AA2FA3-375F-7D4D-8C6A-818AAD4241DF}" type="slidenum">
              <a:rPr lang="en-US" altLang="zh-CN" sz="1200">
                <a:latin typeface="Arial" panose="020B0604020202020204" pitchFamily="34" charset="0"/>
              </a:rPr>
              <a:pPr/>
              <a:t>138</a:t>
            </a:fld>
            <a:endParaRPr lang="en-US" altLang="zh-CN" sz="1200">
              <a:latin typeface="Arial" panose="020B0604020202020204" pitchFamily="34" charset="0"/>
            </a:endParaRPr>
          </a:p>
        </p:txBody>
      </p:sp>
      <p:sp>
        <p:nvSpPr>
          <p:cNvPr id="297986" name="Rectangle 2">
            <a:extLst>
              <a:ext uri="{FF2B5EF4-FFF2-40B4-BE49-F238E27FC236}">
                <a16:creationId xmlns:a16="http://schemas.microsoft.com/office/drawing/2014/main" id="{5A3A58DB-39C8-7640-9594-5B4305463002}"/>
              </a:ext>
            </a:extLst>
          </p:cNvPr>
          <p:cNvSpPr>
            <a:spLocks noGrp="1" noRot="1" noChangeAspect="1" noChangeArrowheads="1" noTextEdit="1"/>
          </p:cNvSpPr>
          <p:nvPr>
            <p:ph type="sldImg"/>
          </p:nvPr>
        </p:nvSpPr>
        <p:spPr>
          <a:ln/>
        </p:spPr>
      </p:sp>
      <p:sp>
        <p:nvSpPr>
          <p:cNvPr id="297987" name="Rectangle 3">
            <a:extLst>
              <a:ext uri="{FF2B5EF4-FFF2-40B4-BE49-F238E27FC236}">
                <a16:creationId xmlns:a16="http://schemas.microsoft.com/office/drawing/2014/main" id="{0A8F06D5-8CA7-5148-A5FD-E159A8378D4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259221459"/>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3" name="Rectangle 7">
            <a:extLst>
              <a:ext uri="{FF2B5EF4-FFF2-40B4-BE49-F238E27FC236}">
                <a16:creationId xmlns:a16="http://schemas.microsoft.com/office/drawing/2014/main" id="{3142B172-1990-5148-AD7B-884F128F07B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61DAFAAD-61A0-3044-8429-66D49E92F546}" type="slidenum">
              <a:rPr lang="en-US" altLang="zh-CN" sz="1200">
                <a:latin typeface="Arial" panose="020B0604020202020204" pitchFamily="34" charset="0"/>
              </a:rPr>
              <a:pPr/>
              <a:t>139</a:t>
            </a:fld>
            <a:endParaRPr lang="en-US" altLang="zh-CN" sz="1200">
              <a:latin typeface="Arial" panose="020B0604020202020204" pitchFamily="34" charset="0"/>
            </a:endParaRPr>
          </a:p>
        </p:txBody>
      </p:sp>
      <p:sp>
        <p:nvSpPr>
          <p:cNvPr id="300034" name="Rectangle 2">
            <a:extLst>
              <a:ext uri="{FF2B5EF4-FFF2-40B4-BE49-F238E27FC236}">
                <a16:creationId xmlns:a16="http://schemas.microsoft.com/office/drawing/2014/main" id="{257B370E-226D-2F4A-890E-4D4FEABCC172}"/>
              </a:ext>
            </a:extLst>
          </p:cNvPr>
          <p:cNvSpPr>
            <a:spLocks noGrp="1" noRot="1" noChangeAspect="1" noChangeArrowheads="1" noTextEdit="1"/>
          </p:cNvSpPr>
          <p:nvPr>
            <p:ph type="sldImg"/>
          </p:nvPr>
        </p:nvSpPr>
        <p:spPr>
          <a:ln/>
        </p:spPr>
      </p:sp>
      <p:sp>
        <p:nvSpPr>
          <p:cNvPr id="300035" name="Rectangle 3">
            <a:extLst>
              <a:ext uri="{FF2B5EF4-FFF2-40B4-BE49-F238E27FC236}">
                <a16:creationId xmlns:a16="http://schemas.microsoft.com/office/drawing/2014/main" id="{CE2AF119-6426-4746-A272-728B642CD37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562903342"/>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081" name="Rectangle 7">
            <a:extLst>
              <a:ext uri="{FF2B5EF4-FFF2-40B4-BE49-F238E27FC236}">
                <a16:creationId xmlns:a16="http://schemas.microsoft.com/office/drawing/2014/main" id="{DBBB145B-0105-6246-AB7B-1D4B315F2AB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BCDA875-BCD2-CD47-8937-240867DA9427}" type="slidenum">
              <a:rPr lang="en-US" altLang="zh-CN" sz="1200">
                <a:latin typeface="Arial" panose="020B0604020202020204" pitchFamily="34" charset="0"/>
              </a:rPr>
              <a:pPr/>
              <a:t>140</a:t>
            </a:fld>
            <a:endParaRPr lang="en-US" altLang="zh-CN" sz="1200">
              <a:latin typeface="Arial" panose="020B0604020202020204" pitchFamily="34" charset="0"/>
            </a:endParaRPr>
          </a:p>
        </p:txBody>
      </p:sp>
      <p:sp>
        <p:nvSpPr>
          <p:cNvPr id="302082" name="Rectangle 2">
            <a:extLst>
              <a:ext uri="{FF2B5EF4-FFF2-40B4-BE49-F238E27FC236}">
                <a16:creationId xmlns:a16="http://schemas.microsoft.com/office/drawing/2014/main" id="{6F5D79AE-9013-0F40-B8BA-E7E25D1E7066}"/>
              </a:ext>
            </a:extLst>
          </p:cNvPr>
          <p:cNvSpPr>
            <a:spLocks noGrp="1" noRot="1" noChangeAspect="1" noChangeArrowheads="1" noTextEdit="1"/>
          </p:cNvSpPr>
          <p:nvPr>
            <p:ph type="sldImg"/>
          </p:nvPr>
        </p:nvSpPr>
        <p:spPr>
          <a:ln/>
        </p:spPr>
      </p:sp>
      <p:sp>
        <p:nvSpPr>
          <p:cNvPr id="302083" name="Rectangle 3">
            <a:extLst>
              <a:ext uri="{FF2B5EF4-FFF2-40B4-BE49-F238E27FC236}">
                <a16:creationId xmlns:a16="http://schemas.microsoft.com/office/drawing/2014/main" id="{C63AB96A-EF1F-5749-B107-A9570FF6231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4560555"/>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129" name="Rectangle 7">
            <a:extLst>
              <a:ext uri="{FF2B5EF4-FFF2-40B4-BE49-F238E27FC236}">
                <a16:creationId xmlns:a16="http://schemas.microsoft.com/office/drawing/2014/main" id="{A73C0AFF-3556-E14D-A419-0E1E39B006F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964FAB7-35B0-6E48-AFE1-C5E3533F5D60}" type="slidenum">
              <a:rPr lang="en-US" altLang="zh-CN" sz="1200">
                <a:latin typeface="Arial" panose="020B0604020202020204" pitchFamily="34" charset="0"/>
              </a:rPr>
              <a:pPr/>
              <a:t>141</a:t>
            </a:fld>
            <a:endParaRPr lang="en-US" altLang="zh-CN" sz="1200">
              <a:latin typeface="Arial" panose="020B0604020202020204" pitchFamily="34" charset="0"/>
            </a:endParaRPr>
          </a:p>
        </p:txBody>
      </p:sp>
      <p:sp>
        <p:nvSpPr>
          <p:cNvPr id="304130" name="Rectangle 2">
            <a:extLst>
              <a:ext uri="{FF2B5EF4-FFF2-40B4-BE49-F238E27FC236}">
                <a16:creationId xmlns:a16="http://schemas.microsoft.com/office/drawing/2014/main" id="{2A1FEC9C-40E1-D043-8B0E-B1ABF7E67000}"/>
              </a:ext>
            </a:extLst>
          </p:cNvPr>
          <p:cNvSpPr>
            <a:spLocks noGrp="1" noRot="1" noChangeAspect="1" noChangeArrowheads="1" noTextEdit="1"/>
          </p:cNvSpPr>
          <p:nvPr>
            <p:ph type="sldImg"/>
          </p:nvPr>
        </p:nvSpPr>
        <p:spPr>
          <a:ln/>
        </p:spPr>
      </p:sp>
      <p:sp>
        <p:nvSpPr>
          <p:cNvPr id="304131" name="Rectangle 3">
            <a:extLst>
              <a:ext uri="{FF2B5EF4-FFF2-40B4-BE49-F238E27FC236}">
                <a16:creationId xmlns:a16="http://schemas.microsoft.com/office/drawing/2014/main" id="{06CC72F9-C356-F64B-9605-719970905AD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920901230"/>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7" name="Rectangle 7">
            <a:extLst>
              <a:ext uri="{FF2B5EF4-FFF2-40B4-BE49-F238E27FC236}">
                <a16:creationId xmlns:a16="http://schemas.microsoft.com/office/drawing/2014/main" id="{3DE2215F-426D-BB40-B0AC-2C87C3F3061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99BBF7C-1360-3640-8445-2673DFF22220}" type="slidenum">
              <a:rPr lang="en-US" altLang="zh-CN" sz="1200">
                <a:latin typeface="Arial" panose="020B0604020202020204" pitchFamily="34" charset="0"/>
              </a:rPr>
              <a:pPr/>
              <a:t>142</a:t>
            </a:fld>
            <a:endParaRPr lang="en-US" altLang="zh-CN" sz="1200">
              <a:latin typeface="Arial" panose="020B0604020202020204" pitchFamily="34" charset="0"/>
            </a:endParaRPr>
          </a:p>
        </p:txBody>
      </p:sp>
      <p:sp>
        <p:nvSpPr>
          <p:cNvPr id="306178" name="Rectangle 2">
            <a:extLst>
              <a:ext uri="{FF2B5EF4-FFF2-40B4-BE49-F238E27FC236}">
                <a16:creationId xmlns:a16="http://schemas.microsoft.com/office/drawing/2014/main" id="{29829CC4-1E14-D746-B63A-22D366A1364B}"/>
              </a:ext>
            </a:extLst>
          </p:cNvPr>
          <p:cNvSpPr>
            <a:spLocks noGrp="1" noRot="1" noChangeAspect="1" noChangeArrowheads="1" noTextEdit="1"/>
          </p:cNvSpPr>
          <p:nvPr>
            <p:ph type="sldImg"/>
          </p:nvPr>
        </p:nvSpPr>
        <p:spPr>
          <a:ln/>
        </p:spPr>
      </p:sp>
      <p:sp>
        <p:nvSpPr>
          <p:cNvPr id="306179" name="Rectangle 3">
            <a:extLst>
              <a:ext uri="{FF2B5EF4-FFF2-40B4-BE49-F238E27FC236}">
                <a16:creationId xmlns:a16="http://schemas.microsoft.com/office/drawing/2014/main" id="{3889B4CF-3950-2445-A7B8-94377E443256}"/>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879727082"/>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225" name="Rectangle 7">
            <a:extLst>
              <a:ext uri="{FF2B5EF4-FFF2-40B4-BE49-F238E27FC236}">
                <a16:creationId xmlns:a16="http://schemas.microsoft.com/office/drawing/2014/main" id="{1E76FAE6-CFE2-7744-B95F-F9E1E3177FB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2FC69B5-EB4A-6E43-885A-9E0C755F648A}" type="slidenum">
              <a:rPr lang="en-US" altLang="zh-CN" sz="1200">
                <a:latin typeface="Arial" panose="020B0604020202020204" pitchFamily="34" charset="0"/>
              </a:rPr>
              <a:pPr/>
              <a:t>143</a:t>
            </a:fld>
            <a:endParaRPr lang="en-US" altLang="zh-CN" sz="1200">
              <a:latin typeface="Arial" panose="020B0604020202020204" pitchFamily="34" charset="0"/>
            </a:endParaRPr>
          </a:p>
        </p:txBody>
      </p:sp>
      <p:sp>
        <p:nvSpPr>
          <p:cNvPr id="308226" name="Rectangle 2">
            <a:extLst>
              <a:ext uri="{FF2B5EF4-FFF2-40B4-BE49-F238E27FC236}">
                <a16:creationId xmlns:a16="http://schemas.microsoft.com/office/drawing/2014/main" id="{FCB570F3-92E5-A041-BC56-0BE2ED857C00}"/>
              </a:ext>
            </a:extLst>
          </p:cNvPr>
          <p:cNvSpPr>
            <a:spLocks noGrp="1" noRot="1" noChangeAspect="1" noChangeArrowheads="1" noTextEdit="1"/>
          </p:cNvSpPr>
          <p:nvPr>
            <p:ph type="sldImg"/>
          </p:nvPr>
        </p:nvSpPr>
        <p:spPr>
          <a:ln/>
        </p:spPr>
      </p:sp>
      <p:sp>
        <p:nvSpPr>
          <p:cNvPr id="308227" name="Rectangle 3">
            <a:extLst>
              <a:ext uri="{FF2B5EF4-FFF2-40B4-BE49-F238E27FC236}">
                <a16:creationId xmlns:a16="http://schemas.microsoft.com/office/drawing/2014/main" id="{098D4F25-2AE7-1443-AD22-E789825082F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128045134"/>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3" name="Rectangle 7">
            <a:extLst>
              <a:ext uri="{FF2B5EF4-FFF2-40B4-BE49-F238E27FC236}">
                <a16:creationId xmlns:a16="http://schemas.microsoft.com/office/drawing/2014/main" id="{1D0E371A-8128-764C-AF7F-287FE656142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7806842-011A-3A42-B573-441F274B25D0}" type="slidenum">
              <a:rPr lang="en-US" altLang="zh-CN" sz="1200">
                <a:latin typeface="Arial" panose="020B0604020202020204" pitchFamily="34" charset="0"/>
              </a:rPr>
              <a:pPr/>
              <a:t>144</a:t>
            </a:fld>
            <a:endParaRPr lang="en-US" altLang="zh-CN" sz="1200">
              <a:latin typeface="Arial" panose="020B0604020202020204" pitchFamily="34" charset="0"/>
            </a:endParaRPr>
          </a:p>
        </p:txBody>
      </p:sp>
      <p:sp>
        <p:nvSpPr>
          <p:cNvPr id="310274" name="Rectangle 2">
            <a:extLst>
              <a:ext uri="{FF2B5EF4-FFF2-40B4-BE49-F238E27FC236}">
                <a16:creationId xmlns:a16="http://schemas.microsoft.com/office/drawing/2014/main" id="{1CE07349-B371-2B48-9429-5710CE6D9BE1}"/>
              </a:ext>
            </a:extLst>
          </p:cNvPr>
          <p:cNvSpPr>
            <a:spLocks noGrp="1" noRot="1" noChangeAspect="1" noChangeArrowheads="1" noTextEdit="1"/>
          </p:cNvSpPr>
          <p:nvPr>
            <p:ph type="sldImg"/>
          </p:nvPr>
        </p:nvSpPr>
        <p:spPr>
          <a:ln/>
        </p:spPr>
      </p:sp>
      <p:sp>
        <p:nvSpPr>
          <p:cNvPr id="310275" name="Rectangle 3">
            <a:extLst>
              <a:ext uri="{FF2B5EF4-FFF2-40B4-BE49-F238E27FC236}">
                <a16:creationId xmlns:a16="http://schemas.microsoft.com/office/drawing/2014/main" id="{462B9FD3-C393-0C4E-8745-05BF5916883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938743517"/>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1" name="Rectangle 7">
            <a:extLst>
              <a:ext uri="{FF2B5EF4-FFF2-40B4-BE49-F238E27FC236}">
                <a16:creationId xmlns:a16="http://schemas.microsoft.com/office/drawing/2014/main" id="{57908586-742A-E749-B211-EC3ADC3E2FD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78BB616-F2D2-6442-AC4D-BE71D2BA21A8}" type="slidenum">
              <a:rPr lang="en-US" altLang="zh-CN" sz="1200">
                <a:latin typeface="Arial" panose="020B0604020202020204" pitchFamily="34" charset="0"/>
              </a:rPr>
              <a:pPr/>
              <a:t>145</a:t>
            </a:fld>
            <a:endParaRPr lang="en-US" altLang="zh-CN" sz="1200">
              <a:latin typeface="Arial" panose="020B0604020202020204" pitchFamily="34" charset="0"/>
            </a:endParaRPr>
          </a:p>
        </p:txBody>
      </p:sp>
      <p:sp>
        <p:nvSpPr>
          <p:cNvPr id="312322" name="Rectangle 2">
            <a:extLst>
              <a:ext uri="{FF2B5EF4-FFF2-40B4-BE49-F238E27FC236}">
                <a16:creationId xmlns:a16="http://schemas.microsoft.com/office/drawing/2014/main" id="{126D7A75-810C-A44E-A1AC-522130B8B22A}"/>
              </a:ext>
            </a:extLst>
          </p:cNvPr>
          <p:cNvSpPr>
            <a:spLocks noGrp="1" noRot="1" noChangeAspect="1" noChangeArrowheads="1" noTextEdit="1"/>
          </p:cNvSpPr>
          <p:nvPr>
            <p:ph type="sldImg"/>
          </p:nvPr>
        </p:nvSpPr>
        <p:spPr>
          <a:ln/>
        </p:spPr>
      </p:sp>
      <p:sp>
        <p:nvSpPr>
          <p:cNvPr id="312323" name="Rectangle 3">
            <a:extLst>
              <a:ext uri="{FF2B5EF4-FFF2-40B4-BE49-F238E27FC236}">
                <a16:creationId xmlns:a16="http://schemas.microsoft.com/office/drawing/2014/main" id="{3EA24D24-13AC-BA40-BB48-A6D0A3EB330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694011490"/>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465" name="Rectangle 7">
            <a:extLst>
              <a:ext uri="{FF2B5EF4-FFF2-40B4-BE49-F238E27FC236}">
                <a16:creationId xmlns:a16="http://schemas.microsoft.com/office/drawing/2014/main" id="{7F61608C-2B98-D944-9FDC-90D4E80A63A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1002408-606F-A847-828E-967B17724855}" type="slidenum">
              <a:rPr lang="en-US" altLang="zh-CN" sz="1200">
                <a:latin typeface="Arial" panose="020B0604020202020204" pitchFamily="34" charset="0"/>
              </a:rPr>
              <a:pPr/>
              <a:t>146</a:t>
            </a:fld>
            <a:endParaRPr lang="en-US" altLang="zh-CN" sz="1200">
              <a:latin typeface="Arial" panose="020B0604020202020204" pitchFamily="34" charset="0"/>
            </a:endParaRPr>
          </a:p>
        </p:txBody>
      </p:sp>
      <p:sp>
        <p:nvSpPr>
          <p:cNvPr id="318466" name="Rectangle 2">
            <a:extLst>
              <a:ext uri="{FF2B5EF4-FFF2-40B4-BE49-F238E27FC236}">
                <a16:creationId xmlns:a16="http://schemas.microsoft.com/office/drawing/2014/main" id="{FCDA69BE-A75D-034E-AC9C-DF76F22E7266}"/>
              </a:ext>
            </a:extLst>
          </p:cNvPr>
          <p:cNvSpPr>
            <a:spLocks noGrp="1" noRot="1" noChangeAspect="1" noChangeArrowheads="1" noTextEdit="1"/>
          </p:cNvSpPr>
          <p:nvPr>
            <p:ph type="sldImg"/>
          </p:nvPr>
        </p:nvSpPr>
        <p:spPr>
          <a:ln/>
        </p:spPr>
      </p:sp>
      <p:sp>
        <p:nvSpPr>
          <p:cNvPr id="318467" name="Rectangle 3">
            <a:extLst>
              <a:ext uri="{FF2B5EF4-FFF2-40B4-BE49-F238E27FC236}">
                <a16:creationId xmlns:a16="http://schemas.microsoft.com/office/drawing/2014/main" id="{77E8D4A4-B3F9-F744-96D8-BDC8B57869B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256381359"/>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513" name="Rectangle 7">
            <a:extLst>
              <a:ext uri="{FF2B5EF4-FFF2-40B4-BE49-F238E27FC236}">
                <a16:creationId xmlns:a16="http://schemas.microsoft.com/office/drawing/2014/main" id="{08AC7364-2966-0C4B-9081-6997E0B3471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6C12BA0C-1E44-D449-BCF1-767A4488AFCD}" type="slidenum">
              <a:rPr lang="en-US" altLang="zh-CN" sz="1200">
                <a:latin typeface="Arial" panose="020B0604020202020204" pitchFamily="34" charset="0"/>
              </a:rPr>
              <a:pPr/>
              <a:t>147</a:t>
            </a:fld>
            <a:endParaRPr lang="en-US" altLang="zh-CN" sz="1200">
              <a:latin typeface="Arial" panose="020B0604020202020204" pitchFamily="34" charset="0"/>
            </a:endParaRPr>
          </a:p>
        </p:txBody>
      </p:sp>
      <p:sp>
        <p:nvSpPr>
          <p:cNvPr id="320514" name="Rectangle 2">
            <a:extLst>
              <a:ext uri="{FF2B5EF4-FFF2-40B4-BE49-F238E27FC236}">
                <a16:creationId xmlns:a16="http://schemas.microsoft.com/office/drawing/2014/main" id="{0DE13948-9A5B-5642-A3BE-78A85D3C8B6B}"/>
              </a:ext>
            </a:extLst>
          </p:cNvPr>
          <p:cNvSpPr>
            <a:spLocks noGrp="1" noRot="1" noChangeAspect="1" noChangeArrowheads="1" noTextEdit="1"/>
          </p:cNvSpPr>
          <p:nvPr>
            <p:ph type="sldImg"/>
          </p:nvPr>
        </p:nvSpPr>
        <p:spPr>
          <a:ln/>
        </p:spPr>
      </p:sp>
      <p:sp>
        <p:nvSpPr>
          <p:cNvPr id="320515" name="Rectangle 3">
            <a:extLst>
              <a:ext uri="{FF2B5EF4-FFF2-40B4-BE49-F238E27FC236}">
                <a16:creationId xmlns:a16="http://schemas.microsoft.com/office/drawing/2014/main" id="{3A0D5B8B-6557-404B-870E-9F2D708C90E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108671527"/>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561" name="Rectangle 7">
            <a:extLst>
              <a:ext uri="{FF2B5EF4-FFF2-40B4-BE49-F238E27FC236}">
                <a16:creationId xmlns:a16="http://schemas.microsoft.com/office/drawing/2014/main" id="{A23AF1D3-A931-DD4C-9EE0-BAECF15DEEC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2285B69-F2CA-7940-8E0A-AC9C1AEFC93D}" type="slidenum">
              <a:rPr lang="en-US" altLang="zh-CN" sz="1200">
                <a:latin typeface="Arial" panose="020B0604020202020204" pitchFamily="34" charset="0"/>
              </a:rPr>
              <a:pPr/>
              <a:t>148</a:t>
            </a:fld>
            <a:endParaRPr lang="en-US" altLang="zh-CN" sz="1200">
              <a:latin typeface="Arial" panose="020B0604020202020204" pitchFamily="34" charset="0"/>
            </a:endParaRPr>
          </a:p>
        </p:txBody>
      </p:sp>
      <p:sp>
        <p:nvSpPr>
          <p:cNvPr id="322562" name="Rectangle 2">
            <a:extLst>
              <a:ext uri="{FF2B5EF4-FFF2-40B4-BE49-F238E27FC236}">
                <a16:creationId xmlns:a16="http://schemas.microsoft.com/office/drawing/2014/main" id="{1B702DF7-105D-9B4A-8F0D-0AAEEDD92723}"/>
              </a:ext>
            </a:extLst>
          </p:cNvPr>
          <p:cNvSpPr>
            <a:spLocks noGrp="1" noRot="1" noChangeAspect="1" noChangeArrowheads="1" noTextEdit="1"/>
          </p:cNvSpPr>
          <p:nvPr>
            <p:ph type="sldImg"/>
          </p:nvPr>
        </p:nvSpPr>
        <p:spPr>
          <a:ln/>
        </p:spPr>
      </p:sp>
      <p:sp>
        <p:nvSpPr>
          <p:cNvPr id="322563" name="Rectangle 3">
            <a:extLst>
              <a:ext uri="{FF2B5EF4-FFF2-40B4-BE49-F238E27FC236}">
                <a16:creationId xmlns:a16="http://schemas.microsoft.com/office/drawing/2014/main" id="{5BEE414D-3D69-0247-A8E8-20DCE19307A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62717515"/>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609" name="Rectangle 7">
            <a:extLst>
              <a:ext uri="{FF2B5EF4-FFF2-40B4-BE49-F238E27FC236}">
                <a16:creationId xmlns:a16="http://schemas.microsoft.com/office/drawing/2014/main" id="{ADCC7720-796E-1645-B9B3-500B903E903C}"/>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8168DFF-2A01-FC4C-A53A-1CF0211AEF80}" type="slidenum">
              <a:rPr lang="en-US" altLang="zh-CN" sz="1200">
                <a:latin typeface="Arial" panose="020B0604020202020204" pitchFamily="34" charset="0"/>
              </a:rPr>
              <a:pPr/>
              <a:t>149</a:t>
            </a:fld>
            <a:endParaRPr lang="en-US" altLang="zh-CN" sz="1200">
              <a:latin typeface="Arial" panose="020B0604020202020204" pitchFamily="34" charset="0"/>
            </a:endParaRPr>
          </a:p>
        </p:txBody>
      </p:sp>
      <p:sp>
        <p:nvSpPr>
          <p:cNvPr id="324610" name="Rectangle 2">
            <a:extLst>
              <a:ext uri="{FF2B5EF4-FFF2-40B4-BE49-F238E27FC236}">
                <a16:creationId xmlns:a16="http://schemas.microsoft.com/office/drawing/2014/main" id="{B8CBE343-6617-3244-B923-7E8737A3334C}"/>
              </a:ext>
            </a:extLst>
          </p:cNvPr>
          <p:cNvSpPr>
            <a:spLocks noGrp="1" noRot="1" noChangeAspect="1" noChangeArrowheads="1" noTextEdit="1"/>
          </p:cNvSpPr>
          <p:nvPr>
            <p:ph type="sldImg"/>
          </p:nvPr>
        </p:nvSpPr>
        <p:spPr>
          <a:ln/>
        </p:spPr>
      </p:sp>
      <p:sp>
        <p:nvSpPr>
          <p:cNvPr id="324611" name="Rectangle 3">
            <a:extLst>
              <a:ext uri="{FF2B5EF4-FFF2-40B4-BE49-F238E27FC236}">
                <a16:creationId xmlns:a16="http://schemas.microsoft.com/office/drawing/2014/main" id="{45EA1E63-7B26-7348-9339-482B09F0D69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767902973"/>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657" name="Rectangle 7">
            <a:extLst>
              <a:ext uri="{FF2B5EF4-FFF2-40B4-BE49-F238E27FC236}">
                <a16:creationId xmlns:a16="http://schemas.microsoft.com/office/drawing/2014/main" id="{077E88CF-89A3-C44C-A109-F2A41540A91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F3CFEBE-6EB4-7B40-B21C-59251748DB63}" type="slidenum">
              <a:rPr lang="en-US" altLang="zh-CN" sz="1200">
                <a:latin typeface="Arial" panose="020B0604020202020204" pitchFamily="34" charset="0"/>
              </a:rPr>
              <a:pPr/>
              <a:t>150</a:t>
            </a:fld>
            <a:endParaRPr lang="en-US" altLang="zh-CN" sz="1200">
              <a:latin typeface="Arial" panose="020B0604020202020204" pitchFamily="34" charset="0"/>
            </a:endParaRPr>
          </a:p>
        </p:txBody>
      </p:sp>
      <p:sp>
        <p:nvSpPr>
          <p:cNvPr id="326658" name="Rectangle 2">
            <a:extLst>
              <a:ext uri="{FF2B5EF4-FFF2-40B4-BE49-F238E27FC236}">
                <a16:creationId xmlns:a16="http://schemas.microsoft.com/office/drawing/2014/main" id="{9AAB6956-D819-7C47-A242-5BA094832F12}"/>
              </a:ext>
            </a:extLst>
          </p:cNvPr>
          <p:cNvSpPr>
            <a:spLocks noGrp="1" noRot="1" noChangeAspect="1" noChangeArrowheads="1" noTextEdit="1"/>
          </p:cNvSpPr>
          <p:nvPr>
            <p:ph type="sldImg"/>
          </p:nvPr>
        </p:nvSpPr>
        <p:spPr>
          <a:ln/>
        </p:spPr>
      </p:sp>
      <p:sp>
        <p:nvSpPr>
          <p:cNvPr id="326659" name="Rectangle 3">
            <a:extLst>
              <a:ext uri="{FF2B5EF4-FFF2-40B4-BE49-F238E27FC236}">
                <a16:creationId xmlns:a16="http://schemas.microsoft.com/office/drawing/2014/main" id="{FFB7ED2C-F226-604C-B5E2-268CF09D25C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705471349"/>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705" name="Rectangle 7">
            <a:extLst>
              <a:ext uri="{FF2B5EF4-FFF2-40B4-BE49-F238E27FC236}">
                <a16:creationId xmlns:a16="http://schemas.microsoft.com/office/drawing/2014/main" id="{CEE3CA38-5262-684D-8A49-3FB1DB764F1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412C858-5D58-4843-AA0D-0B74D206C51B}" type="slidenum">
              <a:rPr lang="en-US" altLang="zh-CN" sz="1200">
                <a:latin typeface="Arial" panose="020B0604020202020204" pitchFamily="34" charset="0"/>
              </a:rPr>
              <a:pPr/>
              <a:t>151</a:t>
            </a:fld>
            <a:endParaRPr lang="en-US" altLang="zh-CN" sz="1200">
              <a:latin typeface="Arial" panose="020B0604020202020204" pitchFamily="34" charset="0"/>
            </a:endParaRPr>
          </a:p>
        </p:txBody>
      </p:sp>
      <p:sp>
        <p:nvSpPr>
          <p:cNvPr id="328706" name="Rectangle 2">
            <a:extLst>
              <a:ext uri="{FF2B5EF4-FFF2-40B4-BE49-F238E27FC236}">
                <a16:creationId xmlns:a16="http://schemas.microsoft.com/office/drawing/2014/main" id="{AA62DDDD-86A0-B746-894C-40ADAA009FBA}"/>
              </a:ext>
            </a:extLst>
          </p:cNvPr>
          <p:cNvSpPr>
            <a:spLocks noGrp="1" noRot="1" noChangeAspect="1" noChangeArrowheads="1" noTextEdit="1"/>
          </p:cNvSpPr>
          <p:nvPr>
            <p:ph type="sldImg"/>
          </p:nvPr>
        </p:nvSpPr>
        <p:spPr>
          <a:ln/>
        </p:spPr>
      </p:sp>
      <p:sp>
        <p:nvSpPr>
          <p:cNvPr id="328707" name="Rectangle 3">
            <a:extLst>
              <a:ext uri="{FF2B5EF4-FFF2-40B4-BE49-F238E27FC236}">
                <a16:creationId xmlns:a16="http://schemas.microsoft.com/office/drawing/2014/main" id="{D64E4A09-4EC2-654B-A4C6-ECCC24B7FF6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345482976"/>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3" name="Rectangle 7">
            <a:extLst>
              <a:ext uri="{FF2B5EF4-FFF2-40B4-BE49-F238E27FC236}">
                <a16:creationId xmlns:a16="http://schemas.microsoft.com/office/drawing/2014/main" id="{2673C69F-9259-884A-BED2-E8F98DA9AE2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C60C8DD-4F9B-CB49-8AA2-BA563E7A5691}" type="slidenum">
              <a:rPr lang="en-US" altLang="zh-CN" sz="1200">
                <a:latin typeface="Arial" panose="020B0604020202020204" pitchFamily="34" charset="0"/>
              </a:rPr>
              <a:pPr/>
              <a:t>152</a:t>
            </a:fld>
            <a:endParaRPr lang="en-US" altLang="zh-CN" sz="1200">
              <a:latin typeface="Arial" panose="020B0604020202020204" pitchFamily="34" charset="0"/>
            </a:endParaRPr>
          </a:p>
        </p:txBody>
      </p:sp>
      <p:sp>
        <p:nvSpPr>
          <p:cNvPr id="330754" name="Rectangle 2">
            <a:extLst>
              <a:ext uri="{FF2B5EF4-FFF2-40B4-BE49-F238E27FC236}">
                <a16:creationId xmlns:a16="http://schemas.microsoft.com/office/drawing/2014/main" id="{1C17A9CF-C110-DD41-913D-5A9CA55B5BC9}"/>
              </a:ext>
            </a:extLst>
          </p:cNvPr>
          <p:cNvSpPr>
            <a:spLocks noGrp="1" noRot="1" noChangeAspect="1" noChangeArrowheads="1" noTextEdit="1"/>
          </p:cNvSpPr>
          <p:nvPr>
            <p:ph type="sldImg"/>
          </p:nvPr>
        </p:nvSpPr>
        <p:spPr>
          <a:ln/>
        </p:spPr>
      </p:sp>
      <p:sp>
        <p:nvSpPr>
          <p:cNvPr id="330755" name="Rectangle 3">
            <a:extLst>
              <a:ext uri="{FF2B5EF4-FFF2-40B4-BE49-F238E27FC236}">
                <a16:creationId xmlns:a16="http://schemas.microsoft.com/office/drawing/2014/main" id="{6ED00E1A-6EB4-374A-B476-33B15E44EC6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991034083"/>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849" name="Rectangle 7">
            <a:extLst>
              <a:ext uri="{FF2B5EF4-FFF2-40B4-BE49-F238E27FC236}">
                <a16:creationId xmlns:a16="http://schemas.microsoft.com/office/drawing/2014/main" id="{9B50E052-BA48-5741-9D0B-B6F1FB0535A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7DD600A-B876-7B46-B0AE-BD912B3E6ACD}" type="slidenum">
              <a:rPr lang="en-US" altLang="zh-CN" sz="1200">
                <a:latin typeface="Arial" panose="020B0604020202020204" pitchFamily="34" charset="0"/>
              </a:rPr>
              <a:pPr/>
              <a:t>153</a:t>
            </a:fld>
            <a:endParaRPr lang="en-US" altLang="zh-CN" sz="1200">
              <a:latin typeface="Arial" panose="020B0604020202020204" pitchFamily="34" charset="0"/>
            </a:endParaRPr>
          </a:p>
        </p:txBody>
      </p:sp>
      <p:sp>
        <p:nvSpPr>
          <p:cNvPr id="334850" name="Rectangle 2">
            <a:extLst>
              <a:ext uri="{FF2B5EF4-FFF2-40B4-BE49-F238E27FC236}">
                <a16:creationId xmlns:a16="http://schemas.microsoft.com/office/drawing/2014/main" id="{86702279-78E2-6943-A5C4-3DA252A4DD5D}"/>
              </a:ext>
            </a:extLst>
          </p:cNvPr>
          <p:cNvSpPr>
            <a:spLocks noGrp="1" noRot="1" noChangeAspect="1" noChangeArrowheads="1" noTextEdit="1"/>
          </p:cNvSpPr>
          <p:nvPr>
            <p:ph type="sldImg"/>
          </p:nvPr>
        </p:nvSpPr>
        <p:spPr>
          <a:ln/>
        </p:spPr>
      </p:sp>
      <p:sp>
        <p:nvSpPr>
          <p:cNvPr id="334851" name="Rectangle 3">
            <a:extLst>
              <a:ext uri="{FF2B5EF4-FFF2-40B4-BE49-F238E27FC236}">
                <a16:creationId xmlns:a16="http://schemas.microsoft.com/office/drawing/2014/main" id="{09A4A6C5-2132-7446-A3DF-AA720794265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053546002"/>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7" name="Rectangle 7">
            <a:extLst>
              <a:ext uri="{FF2B5EF4-FFF2-40B4-BE49-F238E27FC236}">
                <a16:creationId xmlns:a16="http://schemas.microsoft.com/office/drawing/2014/main" id="{682EB665-0F36-FB4C-81DE-49FAD39FD56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C5B8208-C8B5-3B42-8E88-08388E500D79}" type="slidenum">
              <a:rPr lang="en-US" altLang="zh-CN" sz="1200">
                <a:latin typeface="Arial" panose="020B0604020202020204" pitchFamily="34" charset="0"/>
              </a:rPr>
              <a:pPr/>
              <a:t>154</a:t>
            </a:fld>
            <a:endParaRPr lang="en-US" altLang="zh-CN" sz="1200">
              <a:latin typeface="Arial" panose="020B0604020202020204" pitchFamily="34" charset="0"/>
            </a:endParaRPr>
          </a:p>
        </p:txBody>
      </p:sp>
      <p:sp>
        <p:nvSpPr>
          <p:cNvPr id="336898" name="Rectangle 2">
            <a:extLst>
              <a:ext uri="{FF2B5EF4-FFF2-40B4-BE49-F238E27FC236}">
                <a16:creationId xmlns:a16="http://schemas.microsoft.com/office/drawing/2014/main" id="{58BF30BF-5761-964B-B175-FBB6858CFB27}"/>
              </a:ext>
            </a:extLst>
          </p:cNvPr>
          <p:cNvSpPr>
            <a:spLocks noGrp="1" noRot="1" noChangeAspect="1" noChangeArrowheads="1" noTextEdit="1"/>
          </p:cNvSpPr>
          <p:nvPr>
            <p:ph type="sldImg"/>
          </p:nvPr>
        </p:nvSpPr>
        <p:spPr>
          <a:ln/>
        </p:spPr>
      </p:sp>
      <p:sp>
        <p:nvSpPr>
          <p:cNvPr id="336899" name="Rectangle 3">
            <a:extLst>
              <a:ext uri="{FF2B5EF4-FFF2-40B4-BE49-F238E27FC236}">
                <a16:creationId xmlns:a16="http://schemas.microsoft.com/office/drawing/2014/main" id="{86A43CCC-D091-E044-B384-A10F5C46BFB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14317290"/>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945" name="Rectangle 7">
            <a:extLst>
              <a:ext uri="{FF2B5EF4-FFF2-40B4-BE49-F238E27FC236}">
                <a16:creationId xmlns:a16="http://schemas.microsoft.com/office/drawing/2014/main" id="{5AF4DA2F-0E4B-6048-BB54-B1C4B0A902B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A75105B-C4E5-3B49-A4B0-8803C271CCE0}" type="slidenum">
              <a:rPr lang="en-US" altLang="zh-CN" sz="1200">
                <a:latin typeface="Arial" panose="020B0604020202020204" pitchFamily="34" charset="0"/>
              </a:rPr>
              <a:pPr/>
              <a:t>155</a:t>
            </a:fld>
            <a:endParaRPr lang="en-US" altLang="zh-CN" sz="1200">
              <a:latin typeface="Arial" panose="020B0604020202020204" pitchFamily="34" charset="0"/>
            </a:endParaRPr>
          </a:p>
        </p:txBody>
      </p:sp>
      <p:sp>
        <p:nvSpPr>
          <p:cNvPr id="338946" name="Rectangle 2">
            <a:extLst>
              <a:ext uri="{FF2B5EF4-FFF2-40B4-BE49-F238E27FC236}">
                <a16:creationId xmlns:a16="http://schemas.microsoft.com/office/drawing/2014/main" id="{BB6DEDCC-5851-B24E-B889-B7B74C06DCF2}"/>
              </a:ext>
            </a:extLst>
          </p:cNvPr>
          <p:cNvSpPr>
            <a:spLocks noGrp="1" noRot="1" noChangeAspect="1" noChangeArrowheads="1" noTextEdit="1"/>
          </p:cNvSpPr>
          <p:nvPr>
            <p:ph type="sldImg"/>
          </p:nvPr>
        </p:nvSpPr>
        <p:spPr>
          <a:ln/>
        </p:spPr>
      </p:sp>
      <p:sp>
        <p:nvSpPr>
          <p:cNvPr id="338947" name="Rectangle 3">
            <a:extLst>
              <a:ext uri="{FF2B5EF4-FFF2-40B4-BE49-F238E27FC236}">
                <a16:creationId xmlns:a16="http://schemas.microsoft.com/office/drawing/2014/main" id="{73DC0CF3-A36E-7A47-9099-DC111885DD66}"/>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676903314"/>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993" name="Rectangle 7">
            <a:extLst>
              <a:ext uri="{FF2B5EF4-FFF2-40B4-BE49-F238E27FC236}">
                <a16:creationId xmlns:a16="http://schemas.microsoft.com/office/drawing/2014/main" id="{ADF5AD72-D63C-1741-BEF6-2CB6D2FA0AF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8902C91-8B69-7447-8024-E72ED7A92F9C}" type="slidenum">
              <a:rPr lang="en-US" altLang="zh-CN" sz="1200">
                <a:latin typeface="Arial" panose="020B0604020202020204" pitchFamily="34" charset="0"/>
              </a:rPr>
              <a:pPr/>
              <a:t>156</a:t>
            </a:fld>
            <a:endParaRPr lang="en-US" altLang="zh-CN" sz="1200">
              <a:latin typeface="Arial" panose="020B0604020202020204" pitchFamily="34" charset="0"/>
            </a:endParaRPr>
          </a:p>
        </p:txBody>
      </p:sp>
      <p:sp>
        <p:nvSpPr>
          <p:cNvPr id="340994" name="Rectangle 2">
            <a:extLst>
              <a:ext uri="{FF2B5EF4-FFF2-40B4-BE49-F238E27FC236}">
                <a16:creationId xmlns:a16="http://schemas.microsoft.com/office/drawing/2014/main" id="{FA081CAC-D25E-C74C-AD50-414BCF954792}"/>
              </a:ext>
            </a:extLst>
          </p:cNvPr>
          <p:cNvSpPr>
            <a:spLocks noGrp="1" noRot="1" noChangeAspect="1" noChangeArrowheads="1" noTextEdit="1"/>
          </p:cNvSpPr>
          <p:nvPr>
            <p:ph type="sldImg"/>
          </p:nvPr>
        </p:nvSpPr>
        <p:spPr>
          <a:ln/>
        </p:spPr>
      </p:sp>
      <p:sp>
        <p:nvSpPr>
          <p:cNvPr id="340995" name="Rectangle 3">
            <a:extLst>
              <a:ext uri="{FF2B5EF4-FFF2-40B4-BE49-F238E27FC236}">
                <a16:creationId xmlns:a16="http://schemas.microsoft.com/office/drawing/2014/main" id="{3826EC2E-6FBD-E54D-B41E-072CCC5ABE9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783600437"/>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041" name="Rectangle 7">
            <a:extLst>
              <a:ext uri="{FF2B5EF4-FFF2-40B4-BE49-F238E27FC236}">
                <a16:creationId xmlns:a16="http://schemas.microsoft.com/office/drawing/2014/main" id="{591635E8-34EB-244A-B63F-56F0AEBB718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7411DA2-2DA1-E44B-B336-32E80BCCFBDE}" type="slidenum">
              <a:rPr lang="en-US" altLang="zh-CN" sz="1200">
                <a:latin typeface="Arial" panose="020B0604020202020204" pitchFamily="34" charset="0"/>
              </a:rPr>
              <a:pPr/>
              <a:t>157</a:t>
            </a:fld>
            <a:endParaRPr lang="en-US" altLang="zh-CN" sz="1200">
              <a:latin typeface="Arial" panose="020B0604020202020204" pitchFamily="34" charset="0"/>
            </a:endParaRPr>
          </a:p>
        </p:txBody>
      </p:sp>
      <p:sp>
        <p:nvSpPr>
          <p:cNvPr id="343042" name="Rectangle 2">
            <a:extLst>
              <a:ext uri="{FF2B5EF4-FFF2-40B4-BE49-F238E27FC236}">
                <a16:creationId xmlns:a16="http://schemas.microsoft.com/office/drawing/2014/main" id="{3AF2B7AD-9980-724C-9C18-94865B49BA67}"/>
              </a:ext>
            </a:extLst>
          </p:cNvPr>
          <p:cNvSpPr>
            <a:spLocks noGrp="1" noRot="1" noChangeAspect="1" noChangeArrowheads="1" noTextEdit="1"/>
          </p:cNvSpPr>
          <p:nvPr>
            <p:ph type="sldImg"/>
          </p:nvPr>
        </p:nvSpPr>
        <p:spPr>
          <a:ln/>
        </p:spPr>
      </p:sp>
      <p:sp>
        <p:nvSpPr>
          <p:cNvPr id="343043" name="Rectangle 3">
            <a:extLst>
              <a:ext uri="{FF2B5EF4-FFF2-40B4-BE49-F238E27FC236}">
                <a16:creationId xmlns:a16="http://schemas.microsoft.com/office/drawing/2014/main" id="{DBE34C19-957F-C944-AD55-7A36FDA7C91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41950663"/>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89" name="Rectangle 7">
            <a:extLst>
              <a:ext uri="{FF2B5EF4-FFF2-40B4-BE49-F238E27FC236}">
                <a16:creationId xmlns:a16="http://schemas.microsoft.com/office/drawing/2014/main" id="{2604B91F-F097-0548-9E90-571A5B3FF5A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86E1F33-6BAE-B949-BA53-56FE60FE8A01}" type="slidenum">
              <a:rPr lang="en-US" altLang="zh-CN" sz="1200">
                <a:latin typeface="Arial" panose="020B0604020202020204" pitchFamily="34" charset="0"/>
              </a:rPr>
              <a:pPr/>
              <a:t>158</a:t>
            </a:fld>
            <a:endParaRPr lang="en-US" altLang="zh-CN" sz="1200">
              <a:latin typeface="Arial" panose="020B0604020202020204" pitchFamily="34" charset="0"/>
            </a:endParaRPr>
          </a:p>
        </p:txBody>
      </p:sp>
      <p:sp>
        <p:nvSpPr>
          <p:cNvPr id="345090" name="Rectangle 2">
            <a:extLst>
              <a:ext uri="{FF2B5EF4-FFF2-40B4-BE49-F238E27FC236}">
                <a16:creationId xmlns:a16="http://schemas.microsoft.com/office/drawing/2014/main" id="{D395FE13-C71F-5540-AC24-029ED7BAD259}"/>
              </a:ext>
            </a:extLst>
          </p:cNvPr>
          <p:cNvSpPr>
            <a:spLocks noGrp="1" noRot="1" noChangeAspect="1" noChangeArrowheads="1" noTextEdit="1"/>
          </p:cNvSpPr>
          <p:nvPr>
            <p:ph type="sldImg"/>
          </p:nvPr>
        </p:nvSpPr>
        <p:spPr>
          <a:ln/>
        </p:spPr>
      </p:sp>
      <p:sp>
        <p:nvSpPr>
          <p:cNvPr id="345091" name="Rectangle 3">
            <a:extLst>
              <a:ext uri="{FF2B5EF4-FFF2-40B4-BE49-F238E27FC236}">
                <a16:creationId xmlns:a16="http://schemas.microsoft.com/office/drawing/2014/main" id="{2CAD31C5-1591-A248-988B-FEA3E039FAE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852700664"/>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7" name="Rectangle 7">
            <a:extLst>
              <a:ext uri="{FF2B5EF4-FFF2-40B4-BE49-F238E27FC236}">
                <a16:creationId xmlns:a16="http://schemas.microsoft.com/office/drawing/2014/main" id="{CC125636-03BB-CE42-BA8C-C882D738BAE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91903D91-4130-D045-A1C9-A9E44AF67718}" type="slidenum">
              <a:rPr lang="en-US" altLang="zh-CN" sz="1200">
                <a:latin typeface="Arial" panose="020B0604020202020204" pitchFamily="34" charset="0"/>
              </a:rPr>
              <a:pPr/>
              <a:t>159</a:t>
            </a:fld>
            <a:endParaRPr lang="en-US" altLang="zh-CN" sz="1200">
              <a:latin typeface="Arial" panose="020B0604020202020204" pitchFamily="34" charset="0"/>
            </a:endParaRPr>
          </a:p>
        </p:txBody>
      </p:sp>
      <p:sp>
        <p:nvSpPr>
          <p:cNvPr id="347138" name="Rectangle 2">
            <a:extLst>
              <a:ext uri="{FF2B5EF4-FFF2-40B4-BE49-F238E27FC236}">
                <a16:creationId xmlns:a16="http://schemas.microsoft.com/office/drawing/2014/main" id="{CFC71CB9-04DF-4746-8621-33A18D0D4FFA}"/>
              </a:ext>
            </a:extLst>
          </p:cNvPr>
          <p:cNvSpPr>
            <a:spLocks noGrp="1" noRot="1" noChangeAspect="1" noChangeArrowheads="1" noTextEdit="1"/>
          </p:cNvSpPr>
          <p:nvPr>
            <p:ph type="sldImg"/>
          </p:nvPr>
        </p:nvSpPr>
        <p:spPr>
          <a:ln/>
        </p:spPr>
      </p:sp>
      <p:sp>
        <p:nvSpPr>
          <p:cNvPr id="347139" name="Rectangle 3">
            <a:extLst>
              <a:ext uri="{FF2B5EF4-FFF2-40B4-BE49-F238E27FC236}">
                <a16:creationId xmlns:a16="http://schemas.microsoft.com/office/drawing/2014/main" id="{CA1280A6-9A5D-A14B-BC7C-496E7BE6106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402215312"/>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85" name="Rectangle 7">
            <a:extLst>
              <a:ext uri="{FF2B5EF4-FFF2-40B4-BE49-F238E27FC236}">
                <a16:creationId xmlns:a16="http://schemas.microsoft.com/office/drawing/2014/main" id="{F70F513E-4969-8F49-BA5D-ECD33E0314A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374EBAE-5F5C-5842-AC5D-6CC095BFD633}" type="slidenum">
              <a:rPr lang="en-US" altLang="zh-CN" sz="1200">
                <a:latin typeface="Arial" panose="020B0604020202020204" pitchFamily="34" charset="0"/>
              </a:rPr>
              <a:pPr/>
              <a:t>160</a:t>
            </a:fld>
            <a:endParaRPr lang="en-US" altLang="zh-CN" sz="1200">
              <a:latin typeface="Arial" panose="020B0604020202020204" pitchFamily="34" charset="0"/>
            </a:endParaRPr>
          </a:p>
        </p:txBody>
      </p:sp>
      <p:sp>
        <p:nvSpPr>
          <p:cNvPr id="349186" name="Rectangle 2">
            <a:extLst>
              <a:ext uri="{FF2B5EF4-FFF2-40B4-BE49-F238E27FC236}">
                <a16:creationId xmlns:a16="http://schemas.microsoft.com/office/drawing/2014/main" id="{59D12B9D-F2B8-C244-8902-B3F95010F55E}"/>
              </a:ext>
            </a:extLst>
          </p:cNvPr>
          <p:cNvSpPr>
            <a:spLocks noGrp="1" noRot="1" noChangeAspect="1" noChangeArrowheads="1" noTextEdit="1"/>
          </p:cNvSpPr>
          <p:nvPr>
            <p:ph type="sldImg"/>
          </p:nvPr>
        </p:nvSpPr>
        <p:spPr>
          <a:ln/>
        </p:spPr>
      </p:sp>
      <p:sp>
        <p:nvSpPr>
          <p:cNvPr id="349187" name="Rectangle 3">
            <a:extLst>
              <a:ext uri="{FF2B5EF4-FFF2-40B4-BE49-F238E27FC236}">
                <a16:creationId xmlns:a16="http://schemas.microsoft.com/office/drawing/2014/main" id="{2EE6D33E-5FED-C741-9696-6364EC62B27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819718617"/>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3" name="幻灯片图像占位符 1">
            <a:extLst>
              <a:ext uri="{FF2B5EF4-FFF2-40B4-BE49-F238E27FC236}">
                <a16:creationId xmlns:a16="http://schemas.microsoft.com/office/drawing/2014/main" id="{4B4ABEB6-43D9-C84A-8BF1-1C40FE5E9DD7}"/>
              </a:ext>
            </a:extLst>
          </p:cNvPr>
          <p:cNvSpPr>
            <a:spLocks noGrp="1" noRot="1" noChangeAspect="1" noChangeArrowheads="1" noTextEdit="1"/>
          </p:cNvSpPr>
          <p:nvPr>
            <p:ph type="sldImg"/>
          </p:nvPr>
        </p:nvSpPr>
        <p:spPr>
          <a:xfrm>
            <a:off x="139700" y="768350"/>
            <a:ext cx="6819900" cy="3836988"/>
          </a:xfrm>
          <a:ln/>
        </p:spPr>
      </p:sp>
      <p:sp>
        <p:nvSpPr>
          <p:cNvPr id="351234" name="备注占位符 2">
            <a:extLst>
              <a:ext uri="{FF2B5EF4-FFF2-40B4-BE49-F238E27FC236}">
                <a16:creationId xmlns:a16="http://schemas.microsoft.com/office/drawing/2014/main" id="{E11217F4-AF9A-BF43-B7F3-BE44FE1F4D7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dirty="0">
                <a:latin typeface="Arial" panose="020B0604020202020204" pitchFamily="34" charset="0"/>
                <a:ea typeface="宋体" panose="02010600030101010101" pitchFamily="2" charset="-122"/>
              </a:rPr>
              <a:t>这种更新过程如图所示。（</a:t>
            </a:r>
            <a:r>
              <a:rPr lang="en-US" altLang="zh-CN" dirty="0">
                <a:latin typeface="Arial" panose="020B0604020202020204" pitchFamily="34" charset="0"/>
                <a:ea typeface="宋体" panose="02010600030101010101" pitchFamily="2" charset="-122"/>
              </a:rPr>
              <a:t>a</a:t>
            </a:r>
            <a:r>
              <a:rPr lang="zh-CN" altLang="en-US" dirty="0">
                <a:latin typeface="Arial" panose="020B0604020202020204" pitchFamily="34" charset="0"/>
                <a:ea typeface="宋体" panose="02010600030101010101" pitchFamily="2" charset="-122"/>
              </a:rPr>
              <a:t>）部分表示一个子网。（</a:t>
            </a:r>
            <a:r>
              <a:rPr lang="en-US" altLang="zh-CN" dirty="0">
                <a:latin typeface="Arial" panose="020B0604020202020204" pitchFamily="34" charset="0"/>
                <a:ea typeface="宋体" panose="02010600030101010101" pitchFamily="2" charset="-122"/>
              </a:rPr>
              <a:t>b</a:t>
            </a:r>
            <a:r>
              <a:rPr lang="zh-CN" altLang="en-US" dirty="0">
                <a:latin typeface="Arial" panose="020B0604020202020204" pitchFamily="34" charset="0"/>
                <a:ea typeface="宋体" panose="02010600030101010101" pitchFamily="2" charset="-122"/>
              </a:rPr>
              <a:t>）部分的前</a:t>
            </a:r>
            <a:r>
              <a:rPr lang="en-US" altLang="zh-CN" dirty="0">
                <a:latin typeface="Arial" panose="020B0604020202020204" pitchFamily="34" charset="0"/>
                <a:ea typeface="宋体" panose="02010600030101010101" pitchFamily="2" charset="-122"/>
              </a:rPr>
              <a:t>4</a:t>
            </a:r>
            <a:r>
              <a:rPr lang="zh-CN" altLang="en-US" dirty="0">
                <a:latin typeface="Arial" panose="020B0604020202020204" pitchFamily="34" charset="0"/>
                <a:ea typeface="宋体" panose="02010600030101010101" pitchFamily="2" charset="-122"/>
              </a:rPr>
              <a:t>列表示路由器</a:t>
            </a:r>
            <a:r>
              <a:rPr lang="en-US" altLang="zh-CN" dirty="0">
                <a:latin typeface="Arial" panose="020B0604020202020204" pitchFamily="34" charset="0"/>
                <a:ea typeface="宋体" panose="02010600030101010101" pitchFamily="2" charset="-122"/>
              </a:rPr>
              <a:t>J</a:t>
            </a:r>
            <a:r>
              <a:rPr lang="zh-CN" altLang="en-US" dirty="0">
                <a:latin typeface="Arial" panose="020B0604020202020204" pitchFamily="34" charset="0"/>
                <a:ea typeface="宋体" panose="02010600030101010101" pitchFamily="2" charset="-122"/>
              </a:rPr>
              <a:t>从相邻节点收到的时间延迟矢量。</a:t>
            </a:r>
            <a:r>
              <a:rPr lang="en-US" altLang="zh-CN" dirty="0">
                <a:latin typeface="Arial" panose="020B0604020202020204" pitchFamily="34" charset="0"/>
                <a:ea typeface="宋体" panose="02010600030101010101" pitchFamily="2" charset="-122"/>
              </a:rPr>
              <a:t>A</a:t>
            </a:r>
            <a:r>
              <a:rPr lang="zh-CN" altLang="en-US" dirty="0">
                <a:latin typeface="Arial" panose="020B0604020202020204" pitchFamily="34" charset="0"/>
                <a:ea typeface="宋体" panose="02010600030101010101" pitchFamily="2" charset="-122"/>
              </a:rPr>
              <a:t>认为到</a:t>
            </a:r>
            <a:r>
              <a:rPr lang="en-US" altLang="zh-CN" dirty="0">
                <a:latin typeface="Arial" panose="020B0604020202020204" pitchFamily="34" charset="0"/>
                <a:ea typeface="宋体" panose="02010600030101010101" pitchFamily="2" charset="-122"/>
              </a:rPr>
              <a:t>B</a:t>
            </a:r>
            <a:r>
              <a:rPr lang="zh-CN" altLang="en-US" dirty="0">
                <a:latin typeface="Arial" panose="020B0604020202020204" pitchFamily="34" charset="0"/>
                <a:ea typeface="宋体" panose="02010600030101010101" pitchFamily="2" charset="-122"/>
              </a:rPr>
              <a:t>的延迟为</a:t>
            </a:r>
            <a:r>
              <a:rPr lang="en-US" altLang="zh-CN" dirty="0">
                <a:latin typeface="Arial" panose="020B0604020202020204" pitchFamily="34" charset="0"/>
                <a:ea typeface="宋体" panose="02010600030101010101" pitchFamily="2" charset="-122"/>
              </a:rPr>
              <a:t>12ms</a:t>
            </a:r>
            <a:r>
              <a:rPr lang="zh-CN" altLang="en-US" dirty="0">
                <a:latin typeface="Arial" panose="020B0604020202020204" pitchFamily="34" charset="0"/>
                <a:ea typeface="宋体" panose="02010600030101010101" pitchFamily="2" charset="-122"/>
              </a:rPr>
              <a:t>，到</a:t>
            </a:r>
            <a:r>
              <a:rPr lang="en-US" altLang="zh-CN" dirty="0">
                <a:latin typeface="Arial" panose="020B0604020202020204" pitchFamily="34" charset="0"/>
                <a:ea typeface="宋体" panose="02010600030101010101" pitchFamily="2" charset="-122"/>
              </a:rPr>
              <a:t>C</a:t>
            </a:r>
            <a:r>
              <a:rPr lang="zh-CN" altLang="en-US" dirty="0">
                <a:latin typeface="Arial" panose="020B0604020202020204" pitchFamily="34" charset="0"/>
                <a:ea typeface="宋体" panose="02010600030101010101" pitchFamily="2" charset="-122"/>
              </a:rPr>
              <a:t>的延迟为</a:t>
            </a:r>
            <a:r>
              <a:rPr lang="en-US" altLang="zh-CN" dirty="0">
                <a:latin typeface="Arial" panose="020B0604020202020204" pitchFamily="34" charset="0"/>
                <a:ea typeface="宋体" panose="02010600030101010101" pitchFamily="2" charset="-122"/>
              </a:rPr>
              <a:t>25ms</a:t>
            </a:r>
            <a:r>
              <a:rPr lang="zh-CN" altLang="en-US" dirty="0">
                <a:latin typeface="Arial" panose="020B0604020202020204" pitchFamily="34" charset="0"/>
                <a:ea typeface="宋体" panose="02010600030101010101" pitchFamily="2" charset="-122"/>
              </a:rPr>
              <a:t>， 到</a:t>
            </a:r>
            <a:r>
              <a:rPr lang="en-US" altLang="zh-CN" dirty="0">
                <a:latin typeface="Arial" panose="020B0604020202020204" pitchFamily="34" charset="0"/>
                <a:ea typeface="宋体" panose="02010600030101010101" pitchFamily="2" charset="-122"/>
              </a:rPr>
              <a:t>D</a:t>
            </a:r>
            <a:r>
              <a:rPr lang="zh-CN" altLang="en-US" dirty="0">
                <a:latin typeface="Arial" panose="020B0604020202020204" pitchFamily="34" charset="0"/>
                <a:ea typeface="宋体" panose="02010600030101010101" pitchFamily="2" charset="-122"/>
              </a:rPr>
              <a:t>的延迟为</a:t>
            </a:r>
            <a:r>
              <a:rPr lang="en-US" altLang="zh-CN" dirty="0">
                <a:latin typeface="Arial" panose="020B0604020202020204" pitchFamily="34" charset="0"/>
                <a:ea typeface="宋体" panose="02010600030101010101" pitchFamily="2" charset="-122"/>
              </a:rPr>
              <a:t>40ms</a:t>
            </a:r>
            <a:r>
              <a:rPr lang="zh-CN" altLang="en-US" dirty="0">
                <a:latin typeface="Arial" panose="020B0604020202020204" pitchFamily="34" charset="0"/>
                <a:ea typeface="宋体" panose="02010600030101010101" pitchFamily="2" charset="-122"/>
              </a:rPr>
              <a:t>等。假定</a:t>
            </a:r>
            <a:r>
              <a:rPr lang="en-US" altLang="zh-CN" dirty="0">
                <a:latin typeface="Arial" panose="020B0604020202020204" pitchFamily="34" charset="0"/>
                <a:ea typeface="宋体" panose="02010600030101010101" pitchFamily="2" charset="-122"/>
              </a:rPr>
              <a:t>J</a:t>
            </a:r>
            <a:r>
              <a:rPr lang="zh-CN" altLang="en-US" dirty="0">
                <a:latin typeface="Arial" panose="020B0604020202020204" pitchFamily="34" charset="0"/>
                <a:ea typeface="宋体" panose="02010600030101010101" pitchFamily="2" charset="-122"/>
              </a:rPr>
              <a:t>巳测量或预计它到相邻节点</a:t>
            </a:r>
            <a:r>
              <a:rPr lang="en-US" altLang="zh-CN" dirty="0">
                <a:latin typeface="Arial" panose="020B0604020202020204" pitchFamily="34" charset="0"/>
                <a:ea typeface="宋体" panose="02010600030101010101" pitchFamily="2" charset="-122"/>
              </a:rPr>
              <a:t>A</a:t>
            </a:r>
            <a:r>
              <a:rPr lang="zh-CN" altLang="en-US" dirty="0">
                <a:latin typeface="Arial" panose="020B0604020202020204" pitchFamily="34" charset="0"/>
                <a:ea typeface="宋体" panose="02010600030101010101" pitchFamily="2" charset="-122"/>
              </a:rPr>
              <a:t>、</a:t>
            </a:r>
            <a:r>
              <a:rPr lang="en-US" altLang="zh-CN" dirty="0">
                <a:latin typeface="Arial" panose="020B0604020202020204" pitchFamily="34" charset="0"/>
                <a:ea typeface="宋体" panose="02010600030101010101" pitchFamily="2" charset="-122"/>
              </a:rPr>
              <a:t>I</a:t>
            </a:r>
            <a:r>
              <a:rPr lang="zh-CN" altLang="en-US" dirty="0">
                <a:latin typeface="Arial" panose="020B0604020202020204" pitchFamily="34" charset="0"/>
                <a:ea typeface="宋体" panose="02010600030101010101" pitchFamily="2" charset="-122"/>
              </a:rPr>
              <a:t>、</a:t>
            </a:r>
            <a:r>
              <a:rPr lang="en-US" altLang="zh-CN" dirty="0">
                <a:latin typeface="Arial" panose="020B0604020202020204" pitchFamily="34" charset="0"/>
                <a:ea typeface="宋体" panose="02010600030101010101" pitchFamily="2" charset="-122"/>
              </a:rPr>
              <a:t>H</a:t>
            </a:r>
            <a:r>
              <a:rPr lang="zh-CN" altLang="en-US" dirty="0">
                <a:latin typeface="Arial" panose="020B0604020202020204" pitchFamily="34" charset="0"/>
                <a:ea typeface="宋体" panose="02010600030101010101" pitchFamily="2" charset="-122"/>
              </a:rPr>
              <a:t>和</a:t>
            </a:r>
            <a:r>
              <a:rPr lang="en-US" altLang="zh-CN" dirty="0">
                <a:latin typeface="Arial" panose="020B0604020202020204" pitchFamily="34" charset="0"/>
                <a:ea typeface="宋体" panose="02010600030101010101" pitchFamily="2" charset="-122"/>
              </a:rPr>
              <a:t>K</a:t>
            </a:r>
            <a:r>
              <a:rPr lang="zh-CN" altLang="en-US" dirty="0">
                <a:latin typeface="Arial" panose="020B0604020202020204" pitchFamily="34" charset="0"/>
                <a:ea typeface="宋体" panose="02010600030101010101" pitchFamily="2" charset="-122"/>
              </a:rPr>
              <a:t>的延迟分别为</a:t>
            </a:r>
            <a:r>
              <a:rPr lang="en-US" altLang="zh-CN" dirty="0">
                <a:latin typeface="Arial" panose="020B0604020202020204" pitchFamily="34" charset="0"/>
                <a:ea typeface="宋体" panose="02010600030101010101" pitchFamily="2" charset="-122"/>
              </a:rPr>
              <a:t>8ms</a:t>
            </a:r>
            <a:r>
              <a:rPr lang="zh-CN" altLang="en-US" dirty="0">
                <a:latin typeface="Arial" panose="020B0604020202020204" pitchFamily="34" charset="0"/>
                <a:ea typeface="宋体" panose="02010600030101010101" pitchFamily="2" charset="-122"/>
              </a:rPr>
              <a:t>、</a:t>
            </a:r>
            <a:r>
              <a:rPr lang="en-US" altLang="zh-CN" dirty="0">
                <a:latin typeface="Arial" panose="020B0604020202020204" pitchFamily="34" charset="0"/>
                <a:ea typeface="宋体" panose="02010600030101010101" pitchFamily="2" charset="-122"/>
              </a:rPr>
              <a:t>10ms</a:t>
            </a:r>
            <a:r>
              <a:rPr lang="zh-CN" altLang="en-US" dirty="0">
                <a:latin typeface="Arial" panose="020B0604020202020204" pitchFamily="34" charset="0"/>
                <a:ea typeface="宋体" panose="02010600030101010101" pitchFamily="2" charset="-122"/>
              </a:rPr>
              <a:t>、</a:t>
            </a:r>
            <a:r>
              <a:rPr lang="en-US" altLang="zh-CN" dirty="0">
                <a:latin typeface="Arial" panose="020B0604020202020204" pitchFamily="34" charset="0"/>
                <a:ea typeface="宋体" panose="02010600030101010101" pitchFamily="2" charset="-122"/>
              </a:rPr>
              <a:t>12ms</a:t>
            </a:r>
            <a:r>
              <a:rPr lang="zh-CN" altLang="en-US" dirty="0">
                <a:latin typeface="Arial" panose="020B0604020202020204" pitchFamily="34" charset="0"/>
                <a:ea typeface="宋体" panose="02010600030101010101" pitchFamily="2" charset="-122"/>
              </a:rPr>
              <a:t>和</a:t>
            </a:r>
            <a:r>
              <a:rPr lang="en-US" altLang="zh-CN" dirty="0">
                <a:latin typeface="Arial" panose="020B0604020202020204" pitchFamily="34" charset="0"/>
                <a:ea typeface="宋体" panose="02010600030101010101" pitchFamily="2" charset="-122"/>
              </a:rPr>
              <a:t>6ms</a:t>
            </a:r>
            <a:r>
              <a:rPr lang="zh-CN" altLang="en-US" dirty="0">
                <a:latin typeface="Arial" panose="020B0604020202020204" pitchFamily="34" charset="0"/>
                <a:ea typeface="宋体" panose="02010600030101010101" pitchFamily="2" charset="-122"/>
              </a:rPr>
              <a:t>。</a:t>
            </a:r>
            <a:br>
              <a:rPr lang="zh-CN" altLang="en-US" dirty="0">
                <a:latin typeface="Arial" panose="020B0604020202020204" pitchFamily="34" charset="0"/>
                <a:ea typeface="宋体" panose="02010600030101010101" pitchFamily="2" charset="-122"/>
              </a:rPr>
            </a:br>
            <a:r>
              <a:rPr lang="zh-CN" altLang="en-US" dirty="0">
                <a:latin typeface="Arial" panose="020B0604020202020204" pitchFamily="34" charset="0"/>
                <a:ea typeface="宋体" panose="02010600030101010101" pitchFamily="2" charset="-122"/>
              </a:rPr>
              <a:t>考察一下怎样计算到路由器</a:t>
            </a:r>
            <a:r>
              <a:rPr lang="en-US" altLang="zh-CN" dirty="0">
                <a:latin typeface="Arial" panose="020B0604020202020204" pitchFamily="34" charset="0"/>
                <a:ea typeface="宋体" panose="02010600030101010101" pitchFamily="2" charset="-122"/>
              </a:rPr>
              <a:t>G</a:t>
            </a:r>
            <a:r>
              <a:rPr lang="zh-CN" altLang="en-US" dirty="0">
                <a:latin typeface="Arial" panose="020B0604020202020204" pitchFamily="34" charset="0"/>
                <a:ea typeface="宋体" panose="02010600030101010101" pitchFamily="2" charset="-122"/>
              </a:rPr>
              <a:t>的新路由。它知道如果经</a:t>
            </a:r>
            <a:r>
              <a:rPr lang="en-US" altLang="zh-CN" dirty="0">
                <a:latin typeface="Arial" panose="020B0604020202020204" pitchFamily="34" charset="0"/>
                <a:ea typeface="宋体" panose="02010600030101010101" pitchFamily="2" charset="-122"/>
              </a:rPr>
              <a:t>A</a:t>
            </a:r>
            <a:r>
              <a:rPr lang="zh-CN" altLang="en-US" dirty="0">
                <a:latin typeface="Arial" panose="020B0604020202020204" pitchFamily="34" charset="0"/>
                <a:ea typeface="宋体" panose="02010600030101010101" pitchFamily="2" charset="-122"/>
              </a:rPr>
              <a:t>转发分组到</a:t>
            </a:r>
            <a:r>
              <a:rPr lang="en-US" altLang="zh-CN" dirty="0">
                <a:latin typeface="Arial" panose="020B0604020202020204" pitchFamily="34" charset="0"/>
                <a:ea typeface="宋体" panose="02010600030101010101" pitchFamily="2" charset="-122"/>
              </a:rPr>
              <a:t>G</a:t>
            </a:r>
            <a:r>
              <a:rPr lang="zh-CN" altLang="en-US" dirty="0">
                <a:latin typeface="Arial" panose="020B0604020202020204" pitchFamily="34" charset="0"/>
                <a:ea typeface="宋体" panose="02010600030101010101" pitchFamily="2" charset="-122"/>
              </a:rPr>
              <a:t>的话，需要</a:t>
            </a:r>
            <a:r>
              <a:rPr lang="en-US" altLang="zh-CN" dirty="0">
                <a:latin typeface="Arial" panose="020B0604020202020204" pitchFamily="34" charset="0"/>
                <a:ea typeface="宋体" panose="02010600030101010101" pitchFamily="2" charset="-122"/>
              </a:rPr>
              <a:t>26ms</a:t>
            </a:r>
            <a:r>
              <a:rPr lang="zh-CN" altLang="en-US" dirty="0">
                <a:latin typeface="Arial" panose="020B0604020202020204" pitchFamily="34" charset="0"/>
                <a:ea typeface="宋体" panose="02010600030101010101" pitchFamily="2" charset="-122"/>
              </a:rPr>
              <a:t>。类似地，它能计算出经</a:t>
            </a:r>
            <a:r>
              <a:rPr lang="en-US" altLang="zh-CN" dirty="0">
                <a:latin typeface="Arial" panose="020B0604020202020204" pitchFamily="34" charset="0"/>
                <a:ea typeface="宋体" panose="02010600030101010101" pitchFamily="2" charset="-122"/>
              </a:rPr>
              <a:t>I</a:t>
            </a:r>
            <a:r>
              <a:rPr lang="zh-CN" altLang="en-US" dirty="0">
                <a:latin typeface="Arial" panose="020B0604020202020204" pitchFamily="34" charset="0"/>
                <a:ea typeface="宋体" panose="02010600030101010101" pitchFamily="2" charset="-122"/>
              </a:rPr>
              <a:t>，</a:t>
            </a:r>
            <a:r>
              <a:rPr lang="en-US" altLang="zh-CN" dirty="0">
                <a:latin typeface="Arial" panose="020B0604020202020204" pitchFamily="34" charset="0"/>
                <a:ea typeface="宋体" panose="02010600030101010101" pitchFamily="2" charset="-122"/>
              </a:rPr>
              <a:t>H</a:t>
            </a:r>
            <a:r>
              <a:rPr lang="zh-CN" altLang="en-US" dirty="0">
                <a:latin typeface="Arial" panose="020B0604020202020204" pitchFamily="34" charset="0"/>
                <a:ea typeface="宋体" panose="02010600030101010101" pitchFamily="2" charset="-122"/>
              </a:rPr>
              <a:t>， 和</a:t>
            </a:r>
            <a:r>
              <a:rPr lang="en-US" altLang="zh-CN" dirty="0">
                <a:latin typeface="Arial" panose="020B0604020202020204" pitchFamily="34" charset="0"/>
                <a:ea typeface="宋体" panose="02010600030101010101" pitchFamily="2" charset="-122"/>
              </a:rPr>
              <a:t>K</a:t>
            </a:r>
            <a:r>
              <a:rPr lang="zh-CN" altLang="en-US" dirty="0">
                <a:latin typeface="Arial" panose="020B0604020202020204" pitchFamily="34" charset="0"/>
                <a:ea typeface="宋体" panose="02010600030101010101" pitchFamily="2" charset="-122"/>
              </a:rPr>
              <a:t>到</a:t>
            </a:r>
            <a:r>
              <a:rPr lang="en-US" altLang="zh-CN" dirty="0">
                <a:latin typeface="Arial" panose="020B0604020202020204" pitchFamily="34" charset="0"/>
                <a:ea typeface="宋体" panose="02010600030101010101" pitchFamily="2" charset="-122"/>
              </a:rPr>
              <a:t>G</a:t>
            </a:r>
            <a:r>
              <a:rPr lang="zh-CN" altLang="en-US" dirty="0">
                <a:latin typeface="Arial" panose="020B0604020202020204" pitchFamily="34" charset="0"/>
                <a:ea typeface="宋体" panose="02010600030101010101" pitchFamily="2" charset="-122"/>
              </a:rPr>
              <a:t>分别各需</a:t>
            </a:r>
            <a:r>
              <a:rPr lang="en-US" altLang="zh-CN" dirty="0">
                <a:latin typeface="Arial" panose="020B0604020202020204" pitchFamily="34" charset="0"/>
                <a:ea typeface="宋体" panose="02010600030101010101" pitchFamily="2" charset="-122"/>
              </a:rPr>
              <a:t>41</a:t>
            </a:r>
            <a:r>
              <a:rPr lang="zh-CN" altLang="en-US" dirty="0">
                <a:latin typeface="Arial" panose="020B0604020202020204" pitchFamily="34" charset="0"/>
                <a:ea typeface="宋体" panose="02010600030101010101" pitchFamily="2" charset="-122"/>
              </a:rPr>
              <a:t>（</a:t>
            </a:r>
            <a:r>
              <a:rPr lang="en-US" altLang="zh-CN" dirty="0">
                <a:latin typeface="Arial" panose="020B0604020202020204" pitchFamily="34" charset="0"/>
                <a:ea typeface="宋体" panose="02010600030101010101" pitchFamily="2" charset="-122"/>
              </a:rPr>
              <a:t>31+10</a:t>
            </a:r>
            <a:r>
              <a:rPr lang="zh-CN" altLang="en-US" dirty="0">
                <a:latin typeface="Arial" panose="020B0604020202020204" pitchFamily="34" charset="0"/>
                <a:ea typeface="宋体" panose="02010600030101010101" pitchFamily="2" charset="-122"/>
              </a:rPr>
              <a:t>）</a:t>
            </a:r>
            <a:r>
              <a:rPr lang="en-US" altLang="zh-CN" dirty="0" err="1">
                <a:latin typeface="Arial" panose="020B0604020202020204" pitchFamily="34" charset="0"/>
                <a:ea typeface="宋体" panose="02010600030101010101" pitchFamily="2" charset="-122"/>
              </a:rPr>
              <a:t>ms</a:t>
            </a:r>
            <a:r>
              <a:rPr lang="zh-CN" altLang="en-US" dirty="0">
                <a:latin typeface="Arial" panose="020B0604020202020204" pitchFamily="34" charset="0"/>
                <a:ea typeface="宋体" panose="02010600030101010101" pitchFamily="2" charset="-122"/>
              </a:rPr>
              <a:t>，</a:t>
            </a:r>
            <a:r>
              <a:rPr lang="en-US" altLang="zh-CN" dirty="0">
                <a:latin typeface="Arial" panose="020B0604020202020204" pitchFamily="34" charset="0"/>
                <a:ea typeface="宋体" panose="02010600030101010101" pitchFamily="2" charset="-122"/>
              </a:rPr>
              <a:t>18</a:t>
            </a:r>
            <a:r>
              <a:rPr lang="zh-CN" altLang="en-US" dirty="0">
                <a:latin typeface="Arial" panose="020B0604020202020204" pitchFamily="34" charset="0"/>
                <a:ea typeface="宋体" panose="02010600030101010101" pitchFamily="2" charset="-122"/>
              </a:rPr>
              <a:t>（</a:t>
            </a:r>
            <a:r>
              <a:rPr lang="en-US" altLang="zh-CN" dirty="0">
                <a:latin typeface="Arial" panose="020B0604020202020204" pitchFamily="34" charset="0"/>
                <a:ea typeface="宋体" panose="02010600030101010101" pitchFamily="2" charset="-122"/>
              </a:rPr>
              <a:t>6+2</a:t>
            </a:r>
            <a:r>
              <a:rPr lang="zh-CN" altLang="en-US" dirty="0">
                <a:latin typeface="Arial" panose="020B0604020202020204" pitchFamily="34" charset="0"/>
                <a:ea typeface="宋体" panose="02010600030101010101" pitchFamily="2" charset="-122"/>
              </a:rPr>
              <a:t>）</a:t>
            </a:r>
            <a:r>
              <a:rPr lang="en-US" altLang="zh-CN" dirty="0" err="1">
                <a:latin typeface="Arial" panose="020B0604020202020204" pitchFamily="34" charset="0"/>
                <a:ea typeface="宋体" panose="02010600030101010101" pitchFamily="2" charset="-122"/>
              </a:rPr>
              <a:t>ms</a:t>
            </a:r>
            <a:r>
              <a:rPr lang="zh-CN" altLang="en-US" dirty="0">
                <a:latin typeface="Arial" panose="020B0604020202020204" pitchFamily="34" charset="0"/>
                <a:ea typeface="宋体" panose="02010600030101010101" pitchFamily="2" charset="-122"/>
              </a:rPr>
              <a:t>和</a:t>
            </a:r>
            <a:r>
              <a:rPr lang="en-US" altLang="zh-CN" dirty="0">
                <a:latin typeface="Arial" panose="020B0604020202020204" pitchFamily="34" charset="0"/>
                <a:ea typeface="宋体" panose="02010600030101010101" pitchFamily="2" charset="-122"/>
              </a:rPr>
              <a:t>37</a:t>
            </a:r>
            <a:r>
              <a:rPr lang="zh-CN" altLang="en-US" dirty="0">
                <a:latin typeface="Arial" panose="020B0604020202020204" pitchFamily="34" charset="0"/>
                <a:ea typeface="宋体" panose="02010600030101010101" pitchFamily="2" charset="-122"/>
              </a:rPr>
              <a:t>（</a:t>
            </a:r>
            <a:r>
              <a:rPr lang="en-US" altLang="zh-CN" dirty="0">
                <a:latin typeface="Arial" panose="020B0604020202020204" pitchFamily="34" charset="0"/>
                <a:ea typeface="宋体" panose="02010600030101010101" pitchFamily="2" charset="-122"/>
              </a:rPr>
              <a:t>31+6</a:t>
            </a:r>
            <a:r>
              <a:rPr lang="zh-CN" altLang="en-US" dirty="0">
                <a:latin typeface="Arial" panose="020B0604020202020204" pitchFamily="34" charset="0"/>
                <a:ea typeface="宋体" panose="02010600030101010101" pitchFamily="2" charset="-122"/>
              </a:rPr>
              <a:t>）</a:t>
            </a:r>
            <a:r>
              <a:rPr lang="en-US" altLang="zh-CN" dirty="0" err="1">
                <a:latin typeface="Arial" panose="020B0604020202020204" pitchFamily="34" charset="0"/>
                <a:ea typeface="宋体" panose="02010600030101010101" pitchFamily="2" charset="-122"/>
              </a:rPr>
              <a:t>ms</a:t>
            </a:r>
            <a:r>
              <a:rPr lang="zh-CN" altLang="en-US" dirty="0">
                <a:latin typeface="Arial" panose="020B0604020202020204" pitchFamily="34" charset="0"/>
                <a:ea typeface="宋体" panose="02010600030101010101" pitchFamily="2" charset="-122"/>
              </a:rPr>
              <a:t>。这些值中最好的是</a:t>
            </a:r>
            <a:r>
              <a:rPr lang="en-US" altLang="zh-CN" dirty="0">
                <a:latin typeface="Arial" panose="020B0604020202020204" pitchFamily="34" charset="0"/>
                <a:ea typeface="宋体" panose="02010600030101010101" pitchFamily="2" charset="-122"/>
              </a:rPr>
              <a:t>18</a:t>
            </a:r>
            <a:r>
              <a:rPr lang="zh-CN" altLang="en-US" dirty="0">
                <a:latin typeface="Arial" panose="020B0604020202020204" pitchFamily="34" charset="0"/>
                <a:ea typeface="宋体" panose="02010600030101010101" pitchFamily="2" charset="-122"/>
              </a:rPr>
              <a:t>，因此，它就在路由选择表中填上到</a:t>
            </a:r>
            <a:r>
              <a:rPr lang="en-US" altLang="zh-CN" dirty="0">
                <a:latin typeface="Arial" panose="020B0604020202020204" pitchFamily="34" charset="0"/>
                <a:ea typeface="宋体" panose="02010600030101010101" pitchFamily="2" charset="-122"/>
              </a:rPr>
              <a:t>G</a:t>
            </a:r>
            <a:r>
              <a:rPr lang="zh-CN" altLang="en-US" dirty="0">
                <a:latin typeface="Arial" panose="020B0604020202020204" pitchFamily="34" charset="0"/>
                <a:ea typeface="宋体" panose="02010600030101010101" pitchFamily="2" charset="-122"/>
              </a:rPr>
              <a:t>的延迟为</a:t>
            </a:r>
            <a:r>
              <a:rPr lang="en-US" altLang="zh-CN" dirty="0">
                <a:latin typeface="Arial" panose="020B0604020202020204" pitchFamily="34" charset="0"/>
                <a:ea typeface="宋体" panose="02010600030101010101" pitchFamily="2" charset="-122"/>
              </a:rPr>
              <a:t>18ms</a:t>
            </a:r>
            <a:r>
              <a:rPr lang="zh-CN" altLang="en-US" dirty="0">
                <a:latin typeface="Arial" panose="020B0604020202020204" pitchFamily="34" charset="0"/>
                <a:ea typeface="宋体" panose="02010600030101010101" pitchFamily="2" charset="-122"/>
              </a:rPr>
              <a:t>， 所用的路由经由</a:t>
            </a:r>
            <a:r>
              <a:rPr lang="en-US" altLang="zh-CN" dirty="0">
                <a:latin typeface="Arial" panose="020B0604020202020204" pitchFamily="34" charset="0"/>
                <a:ea typeface="宋体" panose="02010600030101010101" pitchFamily="2" charset="-122"/>
              </a:rPr>
              <a:t>H</a:t>
            </a:r>
            <a:r>
              <a:rPr lang="zh-CN" altLang="en-US" dirty="0">
                <a:latin typeface="Arial" panose="020B0604020202020204" pitchFamily="34" charset="0"/>
                <a:ea typeface="宋体" panose="02010600030101010101" pitchFamily="2" charset="-122"/>
              </a:rPr>
              <a:t>。对所有其他目的地作相同的计算， 得到的路由选择表如图中最后一列所示。</a:t>
            </a:r>
            <a:br>
              <a:rPr lang="zh-CN" altLang="en-US" dirty="0">
                <a:latin typeface="Arial" panose="020B0604020202020204" pitchFamily="34" charset="0"/>
                <a:ea typeface="宋体" panose="02010600030101010101" pitchFamily="2" charset="-122"/>
              </a:rPr>
            </a:br>
            <a:endParaRPr lang="zh-CN" altLang="en-US" dirty="0">
              <a:latin typeface="Arial" panose="020B0604020202020204" pitchFamily="34" charset="0"/>
              <a:ea typeface="宋体" panose="02010600030101010101" pitchFamily="2" charset="-122"/>
            </a:endParaRPr>
          </a:p>
        </p:txBody>
      </p:sp>
      <p:sp>
        <p:nvSpPr>
          <p:cNvPr id="351235" name="幻灯片编号占位符 3">
            <a:extLst>
              <a:ext uri="{FF2B5EF4-FFF2-40B4-BE49-F238E27FC236}">
                <a16:creationId xmlns:a16="http://schemas.microsoft.com/office/drawing/2014/main" id="{7FFE2FB2-F83D-DB4C-AF0D-C35E056E747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CDEFD7D-D95D-EB43-8CD4-F29FDE9D3B05}" type="slidenum">
              <a:rPr lang="en-US" altLang="zh-CN" sz="1200">
                <a:latin typeface="Arial" panose="020B0604020202020204" pitchFamily="34" charset="0"/>
              </a:rPr>
              <a:pPr/>
              <a:t>161</a:t>
            </a:fld>
            <a:endParaRPr lang="en-US" altLang="zh-CN" sz="1200">
              <a:latin typeface="Arial" panose="020B0604020202020204" pitchFamily="34" charset="0"/>
            </a:endParaRPr>
          </a:p>
        </p:txBody>
      </p:sp>
    </p:spTree>
    <p:extLst>
      <p:ext uri="{BB962C8B-B14F-4D97-AF65-F5344CB8AC3E}">
        <p14:creationId xmlns:p14="http://schemas.microsoft.com/office/powerpoint/2010/main" val="3690336151"/>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281" name="Rectangle 7">
            <a:extLst>
              <a:ext uri="{FF2B5EF4-FFF2-40B4-BE49-F238E27FC236}">
                <a16:creationId xmlns:a16="http://schemas.microsoft.com/office/drawing/2014/main" id="{677EE67A-05F9-2345-97A7-8DC607BD4C4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D2C7C7D-385A-6240-9466-163D449B4CB5}" type="slidenum">
              <a:rPr lang="en-US" altLang="zh-CN" sz="1200">
                <a:latin typeface="Arial" panose="020B0604020202020204" pitchFamily="34" charset="0"/>
              </a:rPr>
              <a:pPr/>
              <a:t>162</a:t>
            </a:fld>
            <a:endParaRPr lang="en-US" altLang="zh-CN" sz="1200">
              <a:latin typeface="Arial" panose="020B0604020202020204" pitchFamily="34" charset="0"/>
            </a:endParaRPr>
          </a:p>
        </p:txBody>
      </p:sp>
      <p:sp>
        <p:nvSpPr>
          <p:cNvPr id="353282" name="Rectangle 2">
            <a:extLst>
              <a:ext uri="{FF2B5EF4-FFF2-40B4-BE49-F238E27FC236}">
                <a16:creationId xmlns:a16="http://schemas.microsoft.com/office/drawing/2014/main" id="{7F1EC4E3-102E-AD4B-B0E1-0E53FE339994}"/>
              </a:ext>
            </a:extLst>
          </p:cNvPr>
          <p:cNvSpPr>
            <a:spLocks noGrp="1" noRot="1" noChangeAspect="1" noChangeArrowheads="1" noTextEdit="1"/>
          </p:cNvSpPr>
          <p:nvPr>
            <p:ph type="sldImg"/>
          </p:nvPr>
        </p:nvSpPr>
        <p:spPr>
          <a:ln/>
        </p:spPr>
      </p:sp>
      <p:sp>
        <p:nvSpPr>
          <p:cNvPr id="353283" name="Rectangle 3">
            <a:extLst>
              <a:ext uri="{FF2B5EF4-FFF2-40B4-BE49-F238E27FC236}">
                <a16:creationId xmlns:a16="http://schemas.microsoft.com/office/drawing/2014/main" id="{D57D51D5-08D3-0044-BD3F-37E7D0B2F98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54848624"/>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5329" name="Rectangle 7">
            <a:extLst>
              <a:ext uri="{FF2B5EF4-FFF2-40B4-BE49-F238E27FC236}">
                <a16:creationId xmlns:a16="http://schemas.microsoft.com/office/drawing/2014/main" id="{B0F43A2A-0A4B-0B42-88BA-11B031BB4A8C}"/>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D965B04-7867-914D-A22C-5B2E5177B002}" type="slidenum">
              <a:rPr lang="en-US" altLang="zh-CN" sz="1200">
                <a:latin typeface="Arial" panose="020B0604020202020204" pitchFamily="34" charset="0"/>
              </a:rPr>
              <a:pPr/>
              <a:t>163</a:t>
            </a:fld>
            <a:endParaRPr lang="en-US" altLang="zh-CN" sz="1200">
              <a:latin typeface="Arial" panose="020B0604020202020204" pitchFamily="34" charset="0"/>
            </a:endParaRPr>
          </a:p>
        </p:txBody>
      </p:sp>
      <p:sp>
        <p:nvSpPr>
          <p:cNvPr id="355330" name="Rectangle 2">
            <a:extLst>
              <a:ext uri="{FF2B5EF4-FFF2-40B4-BE49-F238E27FC236}">
                <a16:creationId xmlns:a16="http://schemas.microsoft.com/office/drawing/2014/main" id="{5EFA3145-F00E-E048-B46B-F3E51BFFE99A}"/>
              </a:ext>
            </a:extLst>
          </p:cNvPr>
          <p:cNvSpPr>
            <a:spLocks noGrp="1" noRot="1" noChangeAspect="1" noChangeArrowheads="1" noTextEdit="1"/>
          </p:cNvSpPr>
          <p:nvPr>
            <p:ph type="sldImg"/>
          </p:nvPr>
        </p:nvSpPr>
        <p:spPr>
          <a:ln/>
        </p:spPr>
      </p:sp>
      <p:sp>
        <p:nvSpPr>
          <p:cNvPr id="355331" name="Rectangle 3">
            <a:extLst>
              <a:ext uri="{FF2B5EF4-FFF2-40B4-BE49-F238E27FC236}">
                <a16:creationId xmlns:a16="http://schemas.microsoft.com/office/drawing/2014/main" id="{858C6527-0AF1-3643-B8E2-F762932FB18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945514943"/>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377" name="Rectangle 7">
            <a:extLst>
              <a:ext uri="{FF2B5EF4-FFF2-40B4-BE49-F238E27FC236}">
                <a16:creationId xmlns:a16="http://schemas.microsoft.com/office/drawing/2014/main" id="{5C17D213-193E-2E41-B917-E6BF04C60E6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76C40CB-347F-734C-8287-43239082A20E}" type="slidenum">
              <a:rPr lang="en-US" altLang="zh-CN" sz="1200">
                <a:latin typeface="Arial" panose="020B0604020202020204" pitchFamily="34" charset="0"/>
              </a:rPr>
              <a:pPr/>
              <a:t>164</a:t>
            </a:fld>
            <a:endParaRPr lang="en-US" altLang="zh-CN" sz="1200">
              <a:latin typeface="Arial" panose="020B0604020202020204" pitchFamily="34" charset="0"/>
            </a:endParaRPr>
          </a:p>
        </p:txBody>
      </p:sp>
      <p:sp>
        <p:nvSpPr>
          <p:cNvPr id="357378" name="Rectangle 2">
            <a:extLst>
              <a:ext uri="{FF2B5EF4-FFF2-40B4-BE49-F238E27FC236}">
                <a16:creationId xmlns:a16="http://schemas.microsoft.com/office/drawing/2014/main" id="{43284D53-0D40-DA4E-B47F-65C9041A37E1}"/>
              </a:ext>
            </a:extLst>
          </p:cNvPr>
          <p:cNvSpPr>
            <a:spLocks noGrp="1" noRot="1" noChangeAspect="1" noChangeArrowheads="1" noTextEdit="1"/>
          </p:cNvSpPr>
          <p:nvPr>
            <p:ph type="sldImg"/>
          </p:nvPr>
        </p:nvSpPr>
        <p:spPr>
          <a:ln/>
        </p:spPr>
      </p:sp>
      <p:sp>
        <p:nvSpPr>
          <p:cNvPr id="357379" name="Rectangle 3">
            <a:extLst>
              <a:ext uri="{FF2B5EF4-FFF2-40B4-BE49-F238E27FC236}">
                <a16:creationId xmlns:a16="http://schemas.microsoft.com/office/drawing/2014/main" id="{81C9DAC5-6988-DD48-BE73-56F28F58E94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98444251"/>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737" name="幻灯片图像占位符 1">
            <a:extLst>
              <a:ext uri="{FF2B5EF4-FFF2-40B4-BE49-F238E27FC236}">
                <a16:creationId xmlns:a16="http://schemas.microsoft.com/office/drawing/2014/main" id="{E612A327-B09A-B745-AB13-0160A7E99922}"/>
              </a:ext>
            </a:extLst>
          </p:cNvPr>
          <p:cNvSpPr>
            <a:spLocks noGrp="1" noRot="1" noChangeAspect="1" noChangeArrowheads="1" noTextEdit="1"/>
          </p:cNvSpPr>
          <p:nvPr>
            <p:ph type="sldImg"/>
          </p:nvPr>
        </p:nvSpPr>
        <p:spPr>
          <a:xfrm>
            <a:off x="139700" y="768350"/>
            <a:ext cx="6819900" cy="3836988"/>
          </a:xfrm>
          <a:ln/>
        </p:spPr>
      </p:sp>
      <p:sp>
        <p:nvSpPr>
          <p:cNvPr id="372738" name="备注占位符 2">
            <a:extLst>
              <a:ext uri="{FF2B5EF4-FFF2-40B4-BE49-F238E27FC236}">
                <a16:creationId xmlns:a16="http://schemas.microsoft.com/office/drawing/2014/main" id="{765B9229-4AD1-3A47-982E-4F5B55F2DF6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a:latin typeface="Arial" panose="020B0604020202020204" pitchFamily="34" charset="0"/>
                <a:ea typeface="宋体" panose="02010600030101010101" pitchFamily="2" charset="-122"/>
              </a:rPr>
              <a:t>理论上已提出多种解决无穷计算问题的完美办法。但这些办法一个比一个复杂，一个比一个更不实用。这里，我们将只介绍其中的一种方法，并谈一谈其失败之处。 现在，让我们看看</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下网后的情况。在第一次交换时，</a:t>
            </a:r>
            <a:r>
              <a:rPr lang="en-US" altLang="zh-CN">
                <a:latin typeface="Arial" panose="020B0604020202020204" pitchFamily="34" charset="0"/>
                <a:ea typeface="宋体" panose="02010600030101010101" pitchFamily="2" charset="-122"/>
              </a:rPr>
              <a:t>B</a:t>
            </a:r>
            <a:r>
              <a:rPr lang="zh-CN" altLang="en-US">
                <a:latin typeface="Arial" panose="020B0604020202020204" pitchFamily="34" charset="0"/>
                <a:ea typeface="宋体" panose="02010600030101010101" pitchFamily="2" charset="-122"/>
              </a:rPr>
              <a:t>发现直达路径已没有了，而</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也报告说到</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的距离为无穷大，因为两个邻居都到不了</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B</a:t>
            </a:r>
            <a:r>
              <a:rPr lang="zh-CN" altLang="en-US">
                <a:latin typeface="Arial" panose="020B0604020202020204" pitchFamily="34" charset="0"/>
                <a:ea typeface="宋体" panose="02010600030101010101" pitchFamily="2" charset="-122"/>
              </a:rPr>
              <a:t>便将它到</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的距离也设为无穷大。第二次交换时，</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发现从它的两个邻居节点都不能到达</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，它也将</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标为不可到达。使用水平分裂法，坏消息以每交换一次一个节点的速度传播，这比不用水平分裂方法要好得多。</a:t>
            </a:r>
          </a:p>
        </p:txBody>
      </p:sp>
      <p:sp>
        <p:nvSpPr>
          <p:cNvPr id="372739" name="幻灯片编号占位符 3">
            <a:extLst>
              <a:ext uri="{FF2B5EF4-FFF2-40B4-BE49-F238E27FC236}">
                <a16:creationId xmlns:a16="http://schemas.microsoft.com/office/drawing/2014/main" id="{0BA97C49-823C-5F40-A507-C531E3C7EF4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CBF9099-8FEC-0248-B42D-37F61D871318}" type="slidenum">
              <a:rPr lang="en-US" altLang="zh-CN" sz="1200">
                <a:latin typeface="Arial" panose="020B0604020202020204" pitchFamily="34" charset="0"/>
              </a:rPr>
              <a:pPr/>
              <a:t>166</a:t>
            </a:fld>
            <a:endParaRPr lang="en-US" altLang="zh-CN" sz="1200">
              <a:latin typeface="Arial" panose="020B0604020202020204" pitchFamily="34" charset="0"/>
            </a:endParaRPr>
          </a:p>
        </p:txBody>
      </p:sp>
    </p:spTree>
    <p:extLst>
      <p:ext uri="{BB962C8B-B14F-4D97-AF65-F5344CB8AC3E}">
        <p14:creationId xmlns:p14="http://schemas.microsoft.com/office/powerpoint/2010/main" val="3941836117"/>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4785" name="Rectangle 7">
            <a:extLst>
              <a:ext uri="{FF2B5EF4-FFF2-40B4-BE49-F238E27FC236}">
                <a16:creationId xmlns:a16="http://schemas.microsoft.com/office/drawing/2014/main" id="{9B4954FF-CAAA-E945-B65E-A77856916AD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8443B76-7518-C344-BFFD-4DB9A34E62AF}" type="slidenum">
              <a:rPr lang="en-US" altLang="zh-CN" sz="1200">
                <a:latin typeface="Arial" panose="020B0604020202020204" pitchFamily="34" charset="0"/>
              </a:rPr>
              <a:pPr/>
              <a:t>167</a:t>
            </a:fld>
            <a:endParaRPr lang="en-US" altLang="zh-CN" sz="1200">
              <a:latin typeface="Arial" panose="020B0604020202020204" pitchFamily="34" charset="0"/>
            </a:endParaRPr>
          </a:p>
        </p:txBody>
      </p:sp>
      <p:sp>
        <p:nvSpPr>
          <p:cNvPr id="374786" name="Rectangle 2">
            <a:extLst>
              <a:ext uri="{FF2B5EF4-FFF2-40B4-BE49-F238E27FC236}">
                <a16:creationId xmlns:a16="http://schemas.microsoft.com/office/drawing/2014/main" id="{97D95BDE-DC92-3642-8917-A2763C4D47DA}"/>
              </a:ext>
            </a:extLst>
          </p:cNvPr>
          <p:cNvSpPr>
            <a:spLocks noGrp="1" noRot="1" noChangeAspect="1" noChangeArrowheads="1" noTextEdit="1"/>
          </p:cNvSpPr>
          <p:nvPr>
            <p:ph type="sldImg"/>
          </p:nvPr>
        </p:nvSpPr>
        <p:spPr>
          <a:ln/>
        </p:spPr>
      </p:sp>
      <p:sp>
        <p:nvSpPr>
          <p:cNvPr id="374787" name="Rectangle 3">
            <a:extLst>
              <a:ext uri="{FF2B5EF4-FFF2-40B4-BE49-F238E27FC236}">
                <a16:creationId xmlns:a16="http://schemas.microsoft.com/office/drawing/2014/main" id="{0E057ED1-5630-4D41-8647-31FCE977606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601941144"/>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6833" name="Rectangle 7">
            <a:extLst>
              <a:ext uri="{FF2B5EF4-FFF2-40B4-BE49-F238E27FC236}">
                <a16:creationId xmlns:a16="http://schemas.microsoft.com/office/drawing/2014/main" id="{29B4F3BE-A69B-E14A-A981-B9E00AE14A1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FF08FC2-B578-B447-B20C-EAB1803B776C}" type="slidenum">
              <a:rPr lang="en-US" altLang="zh-CN" sz="1200">
                <a:latin typeface="Arial" panose="020B0604020202020204" pitchFamily="34" charset="0"/>
              </a:rPr>
              <a:pPr/>
              <a:t>168</a:t>
            </a:fld>
            <a:endParaRPr lang="en-US" altLang="zh-CN" sz="1200">
              <a:latin typeface="Arial" panose="020B0604020202020204" pitchFamily="34" charset="0"/>
            </a:endParaRPr>
          </a:p>
        </p:txBody>
      </p:sp>
      <p:sp>
        <p:nvSpPr>
          <p:cNvPr id="376834" name="Rectangle 2">
            <a:extLst>
              <a:ext uri="{FF2B5EF4-FFF2-40B4-BE49-F238E27FC236}">
                <a16:creationId xmlns:a16="http://schemas.microsoft.com/office/drawing/2014/main" id="{0053D51C-479F-A64C-B234-00F55B0C1B09}"/>
              </a:ext>
            </a:extLst>
          </p:cNvPr>
          <p:cNvSpPr>
            <a:spLocks noGrp="1" noRot="1" noChangeAspect="1" noChangeArrowheads="1" noTextEdit="1"/>
          </p:cNvSpPr>
          <p:nvPr>
            <p:ph type="sldImg"/>
          </p:nvPr>
        </p:nvSpPr>
        <p:spPr>
          <a:ln/>
        </p:spPr>
      </p:sp>
      <p:sp>
        <p:nvSpPr>
          <p:cNvPr id="376835" name="Rectangle 3">
            <a:extLst>
              <a:ext uri="{FF2B5EF4-FFF2-40B4-BE49-F238E27FC236}">
                <a16:creationId xmlns:a16="http://schemas.microsoft.com/office/drawing/2014/main" id="{5ACA1115-AE32-734F-B12C-73780A42308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707540184"/>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1" name="Rectangle 7">
            <a:extLst>
              <a:ext uri="{FF2B5EF4-FFF2-40B4-BE49-F238E27FC236}">
                <a16:creationId xmlns:a16="http://schemas.microsoft.com/office/drawing/2014/main" id="{A7FD1CA6-74B1-ED47-81F8-83C3B22D011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D53B0D9-2B52-AC42-81FF-3934BA83A3DD}" type="slidenum">
              <a:rPr lang="en-US" altLang="zh-CN" sz="1200">
                <a:latin typeface="Arial" panose="020B0604020202020204" pitchFamily="34" charset="0"/>
              </a:rPr>
              <a:pPr/>
              <a:t>169</a:t>
            </a:fld>
            <a:endParaRPr lang="en-US" altLang="zh-CN" sz="1200">
              <a:latin typeface="Arial" panose="020B0604020202020204" pitchFamily="34" charset="0"/>
            </a:endParaRPr>
          </a:p>
        </p:txBody>
      </p:sp>
      <p:sp>
        <p:nvSpPr>
          <p:cNvPr id="378882" name="Rectangle 2">
            <a:extLst>
              <a:ext uri="{FF2B5EF4-FFF2-40B4-BE49-F238E27FC236}">
                <a16:creationId xmlns:a16="http://schemas.microsoft.com/office/drawing/2014/main" id="{A2EBAF32-6243-1247-8BCD-FA5C10D7E7D2}"/>
              </a:ext>
            </a:extLst>
          </p:cNvPr>
          <p:cNvSpPr>
            <a:spLocks noGrp="1" noRot="1" noChangeAspect="1" noChangeArrowheads="1" noTextEdit="1"/>
          </p:cNvSpPr>
          <p:nvPr>
            <p:ph type="sldImg"/>
          </p:nvPr>
        </p:nvSpPr>
        <p:spPr>
          <a:ln/>
        </p:spPr>
      </p:sp>
      <p:sp>
        <p:nvSpPr>
          <p:cNvPr id="378883" name="Rectangle 3">
            <a:extLst>
              <a:ext uri="{FF2B5EF4-FFF2-40B4-BE49-F238E27FC236}">
                <a16:creationId xmlns:a16="http://schemas.microsoft.com/office/drawing/2014/main" id="{FC425B6A-8DEC-A544-9047-D8A3707D70F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010054106"/>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929" name="幻灯片图像占位符 1">
            <a:extLst>
              <a:ext uri="{FF2B5EF4-FFF2-40B4-BE49-F238E27FC236}">
                <a16:creationId xmlns:a16="http://schemas.microsoft.com/office/drawing/2014/main" id="{54B6603D-D754-0D4D-9A98-7B35B10B5442}"/>
              </a:ext>
            </a:extLst>
          </p:cNvPr>
          <p:cNvSpPr>
            <a:spLocks noGrp="1" noRot="1" noChangeAspect="1" noChangeArrowheads="1" noTextEdit="1"/>
          </p:cNvSpPr>
          <p:nvPr>
            <p:ph type="sldImg"/>
          </p:nvPr>
        </p:nvSpPr>
        <p:spPr>
          <a:xfrm>
            <a:off x="139700" y="768350"/>
            <a:ext cx="6819900" cy="3836988"/>
          </a:xfrm>
          <a:ln/>
        </p:spPr>
      </p:sp>
      <p:sp>
        <p:nvSpPr>
          <p:cNvPr id="380930" name="备注占位符 2">
            <a:extLst>
              <a:ext uri="{FF2B5EF4-FFF2-40B4-BE49-F238E27FC236}">
                <a16:creationId xmlns:a16="http://schemas.microsoft.com/office/drawing/2014/main" id="{90DFFC93-AE5E-804C-A4CD-FA98FBBC7A4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a:latin typeface="Arial" panose="020B0604020202020204" pitchFamily="34" charset="0"/>
                <a:ea typeface="宋体" panose="02010600030101010101" pitchFamily="2" charset="-122"/>
              </a:rPr>
              <a:t>直到</a:t>
            </a:r>
            <a:r>
              <a:rPr lang="en-US" altLang="zh-CN">
                <a:latin typeface="Arial" panose="020B0604020202020204" pitchFamily="34" charset="0"/>
                <a:ea typeface="宋体" panose="02010600030101010101" pitchFamily="2" charset="-122"/>
              </a:rPr>
              <a:t>1979</a:t>
            </a:r>
            <a:r>
              <a:rPr lang="zh-CN" altLang="en-US">
                <a:latin typeface="Arial" panose="020B0604020202020204" pitchFamily="34" charset="0"/>
                <a:ea typeface="宋体" panose="02010600030101010101" pitchFamily="2" charset="-122"/>
              </a:rPr>
              <a:t>年， </a:t>
            </a:r>
            <a:r>
              <a:rPr lang="en-US" altLang="zh-CN">
                <a:latin typeface="Arial" panose="020B0604020202020204" pitchFamily="34" charset="0"/>
                <a:ea typeface="宋体" panose="02010600030101010101" pitchFamily="2" charset="-122"/>
              </a:rPr>
              <a:t>ARPANET</a:t>
            </a:r>
            <a:r>
              <a:rPr lang="zh-CN" altLang="en-US">
                <a:latin typeface="Arial" panose="020B0604020202020204" pitchFamily="34" charset="0"/>
                <a:ea typeface="宋体" panose="02010600030101010101" pitchFamily="2" charset="-122"/>
              </a:rPr>
              <a:t>都用的是距离矢量路由选择，之后变为由链路状态路由选择所代替。两个主要问题导致了距离矢量路由选择算法的消亡。第一，因为延迟度量是队列长度，在选择路由时，并没有将线路的带宽考虑进去。 开始，所有的线路都是</a:t>
            </a:r>
            <a:r>
              <a:rPr lang="en-US" altLang="zh-CN">
                <a:latin typeface="Arial" panose="020B0604020202020204" pitchFamily="34" charset="0"/>
                <a:ea typeface="宋体" panose="02010600030101010101" pitchFamily="2" charset="-122"/>
              </a:rPr>
              <a:t>56Kb</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s</a:t>
            </a:r>
            <a:r>
              <a:rPr lang="zh-CN" altLang="en-US">
                <a:latin typeface="Arial" panose="020B0604020202020204" pitchFamily="34" charset="0"/>
                <a:ea typeface="宋体" panose="02010600030101010101" pitchFamily="2" charset="-122"/>
              </a:rPr>
              <a:t>，因此线路带宽并不是待考虑的因素。但当有些线路升级为</a:t>
            </a:r>
            <a:r>
              <a:rPr lang="en-US" altLang="zh-CN">
                <a:latin typeface="Arial" panose="020B0604020202020204" pitchFamily="34" charset="0"/>
                <a:ea typeface="宋体" panose="02010600030101010101" pitchFamily="2" charset="-122"/>
              </a:rPr>
              <a:t>230Kb</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s</a:t>
            </a:r>
            <a:r>
              <a:rPr lang="zh-CN" altLang="en-US">
                <a:latin typeface="Arial" panose="020B0604020202020204" pitchFamily="34" charset="0"/>
                <a:ea typeface="宋体" panose="02010600030101010101" pitchFamily="2" charset="-122"/>
              </a:rPr>
              <a:t>，乃至</a:t>
            </a:r>
            <a:r>
              <a:rPr lang="en-US" altLang="zh-CN">
                <a:latin typeface="Arial" panose="020B0604020202020204" pitchFamily="34" charset="0"/>
                <a:ea typeface="宋体" panose="02010600030101010101" pitchFamily="2" charset="-122"/>
              </a:rPr>
              <a:t>1.544Mb</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s</a:t>
            </a:r>
            <a:r>
              <a:rPr lang="zh-CN" altLang="en-US">
                <a:latin typeface="Arial" panose="020B0604020202020204" pitchFamily="34" charset="0"/>
                <a:ea typeface="宋体" panose="02010600030101010101" pitchFamily="2" charset="-122"/>
              </a:rPr>
              <a:t>后，不考虑带宽因素就很成问题了。当然，也可以在延时变量中加入线路带宽因子。但第二个问题依然存在，也就是算法往往耗去过多时间用于记录信息，即使使用了像水平分离这样的技术。因此，它被一种全新的算法，现在叫作链路状态路由选择（</a:t>
            </a:r>
            <a:r>
              <a:rPr lang="en-US" altLang="zh-CN">
                <a:latin typeface="Arial" panose="020B0604020202020204" pitchFamily="34" charset="0"/>
                <a:ea typeface="宋体" panose="02010600030101010101" pitchFamily="2" charset="-122"/>
              </a:rPr>
              <a:t>link state routing</a:t>
            </a:r>
            <a:r>
              <a:rPr lang="zh-CN" altLang="en-US">
                <a:latin typeface="Arial" panose="020B0604020202020204" pitchFamily="34" charset="0"/>
                <a:ea typeface="宋体" panose="02010600030101010101" pitchFamily="2" charset="-122"/>
              </a:rPr>
              <a:t>）算法所替代。 现在各种各样的链路状态路由选择算法得到了广泛的应用。</a:t>
            </a:r>
          </a:p>
        </p:txBody>
      </p:sp>
      <p:sp>
        <p:nvSpPr>
          <p:cNvPr id="380931" name="幻灯片编号占位符 3">
            <a:extLst>
              <a:ext uri="{FF2B5EF4-FFF2-40B4-BE49-F238E27FC236}">
                <a16:creationId xmlns:a16="http://schemas.microsoft.com/office/drawing/2014/main" id="{3BA22BF7-46F9-6641-BD00-448FFA2455A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8FDD28D-83C4-5E43-BCB5-06B1A16CDECB}" type="slidenum">
              <a:rPr lang="en-US" altLang="zh-CN" sz="1200">
                <a:latin typeface="Arial" panose="020B0604020202020204" pitchFamily="34" charset="0"/>
              </a:rPr>
              <a:pPr/>
              <a:t>170</a:t>
            </a:fld>
            <a:endParaRPr lang="en-US" altLang="zh-CN" sz="1200">
              <a:latin typeface="Arial" panose="020B0604020202020204" pitchFamily="34" charset="0"/>
            </a:endParaRPr>
          </a:p>
        </p:txBody>
      </p:sp>
    </p:spTree>
    <p:extLst>
      <p:ext uri="{BB962C8B-B14F-4D97-AF65-F5344CB8AC3E}">
        <p14:creationId xmlns:p14="http://schemas.microsoft.com/office/powerpoint/2010/main" val="578192924"/>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2977" name="幻灯片图像占位符 1">
            <a:extLst>
              <a:ext uri="{FF2B5EF4-FFF2-40B4-BE49-F238E27FC236}">
                <a16:creationId xmlns:a16="http://schemas.microsoft.com/office/drawing/2014/main" id="{520E93F5-E2AF-5B4C-93EF-3B1F35161603}"/>
              </a:ext>
            </a:extLst>
          </p:cNvPr>
          <p:cNvSpPr>
            <a:spLocks noGrp="1" noRot="1" noChangeAspect="1" noChangeArrowheads="1" noTextEdit="1"/>
          </p:cNvSpPr>
          <p:nvPr>
            <p:ph type="sldImg"/>
          </p:nvPr>
        </p:nvSpPr>
        <p:spPr>
          <a:xfrm>
            <a:off x="139700" y="768350"/>
            <a:ext cx="6819900" cy="3836988"/>
          </a:xfrm>
          <a:ln/>
        </p:spPr>
      </p:sp>
      <p:sp>
        <p:nvSpPr>
          <p:cNvPr id="382978" name="备注占位符 2">
            <a:extLst>
              <a:ext uri="{FF2B5EF4-FFF2-40B4-BE49-F238E27FC236}">
                <a16:creationId xmlns:a16="http://schemas.microsoft.com/office/drawing/2014/main" id="{CAFE5494-222D-724C-BA3F-22588D087D3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a:latin typeface="Arial" panose="020B0604020202020204" pitchFamily="34" charset="0"/>
                <a:ea typeface="宋体" panose="02010600030101010101" pitchFamily="2" charset="-122"/>
              </a:rPr>
              <a:t>当一个路由器启动以后，它的第一个任务就是要知道谁是它的邻居， 这是通过向每条点到点线路发送特殊的</a:t>
            </a:r>
            <a:r>
              <a:rPr lang="en-US" altLang="zh-CN">
                <a:latin typeface="Arial" panose="020B0604020202020204" pitchFamily="34" charset="0"/>
                <a:ea typeface="宋体" panose="02010600030101010101" pitchFamily="2" charset="-122"/>
              </a:rPr>
              <a:t>HELLO</a:t>
            </a:r>
            <a:r>
              <a:rPr lang="zh-CN" altLang="en-US">
                <a:latin typeface="Arial" panose="020B0604020202020204" pitchFamily="34" charset="0"/>
                <a:ea typeface="宋体" panose="02010600030101010101" pitchFamily="2" charset="-122"/>
              </a:rPr>
              <a:t>分组来实现的。在另一端的路由器应发送回来一个应答来说明它是谁。这个名字必须是全局惟一的，因为当一个远端路由器得知有</a:t>
            </a:r>
            <a:r>
              <a:rPr lang="en-US" altLang="zh-CN">
                <a:latin typeface="Arial" panose="020B0604020202020204" pitchFamily="34" charset="0"/>
                <a:ea typeface="宋体" panose="02010600030101010101" pitchFamily="2" charset="-122"/>
              </a:rPr>
              <a:t>3</a:t>
            </a:r>
            <a:r>
              <a:rPr lang="zh-CN" altLang="en-US">
                <a:latin typeface="Arial" panose="020B0604020202020204" pitchFamily="34" charset="0"/>
                <a:ea typeface="宋体" panose="02010600030101010101" pitchFamily="2" charset="-122"/>
              </a:rPr>
              <a:t>个路由器都连在</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时，它得弄清是否这</a:t>
            </a:r>
            <a:r>
              <a:rPr lang="en-US" altLang="zh-CN">
                <a:latin typeface="Arial" panose="020B0604020202020204" pitchFamily="34" charset="0"/>
                <a:ea typeface="宋体" panose="02010600030101010101" pitchFamily="2" charset="-122"/>
              </a:rPr>
              <a:t>3</a:t>
            </a:r>
            <a:r>
              <a:rPr lang="zh-CN" altLang="en-US">
                <a:latin typeface="Arial" panose="020B0604020202020204" pitchFamily="34" charset="0"/>
                <a:ea typeface="宋体" panose="02010600030101010101" pitchFamily="2" charset="-122"/>
              </a:rPr>
              <a:t>个路由器指的是同一个</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当两个或多个路由器由一个</a:t>
            </a:r>
            <a:r>
              <a:rPr lang="en-US" altLang="zh-CN">
                <a:latin typeface="Arial" panose="020B0604020202020204" pitchFamily="34" charset="0"/>
                <a:ea typeface="宋体" panose="02010600030101010101" pitchFamily="2" charset="-122"/>
              </a:rPr>
              <a:t>LAN</a:t>
            </a:r>
            <a:r>
              <a:rPr lang="zh-CN" altLang="en-US">
                <a:latin typeface="Arial" panose="020B0604020202020204" pitchFamily="34" charset="0"/>
                <a:ea typeface="宋体" panose="02010600030101010101" pitchFamily="2" charset="-122"/>
              </a:rPr>
              <a:t>连接起来时， 情况就更复杂了一点。 如图</a:t>
            </a:r>
            <a:r>
              <a:rPr lang="en-US" altLang="zh-CN">
                <a:latin typeface="Arial" panose="020B0604020202020204" pitchFamily="34" charset="0"/>
                <a:ea typeface="宋体" panose="02010600030101010101" pitchFamily="2" charset="-122"/>
              </a:rPr>
              <a:t>5-13</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）所示， 一个</a:t>
            </a:r>
            <a:r>
              <a:rPr lang="en-US" altLang="zh-CN">
                <a:latin typeface="Arial" panose="020B0604020202020204" pitchFamily="34" charset="0"/>
                <a:ea typeface="宋体" panose="02010600030101010101" pitchFamily="2" charset="-122"/>
              </a:rPr>
              <a:t>LAN</a:t>
            </a:r>
            <a:r>
              <a:rPr lang="zh-CN" altLang="en-US">
                <a:latin typeface="Arial" panose="020B0604020202020204" pitchFamily="34" charset="0"/>
                <a:ea typeface="宋体" panose="02010600030101010101" pitchFamily="2" charset="-122"/>
              </a:rPr>
              <a:t>将</a:t>
            </a:r>
            <a:r>
              <a:rPr lang="en-US" altLang="zh-CN">
                <a:latin typeface="Arial" panose="020B0604020202020204" pitchFamily="34" charset="0"/>
                <a:ea typeface="宋体" panose="02010600030101010101" pitchFamily="2" charset="-122"/>
              </a:rPr>
              <a:t>3</a:t>
            </a:r>
            <a:r>
              <a:rPr lang="zh-CN" altLang="en-US">
                <a:latin typeface="Arial" panose="020B0604020202020204" pitchFamily="34" charset="0"/>
                <a:ea typeface="宋体" panose="02010600030101010101" pitchFamily="2" charset="-122"/>
              </a:rPr>
              <a:t>个路由器</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和</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直接连接起来。每个路由器都是与其他的路由器相连。</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一种模型化</a:t>
            </a:r>
            <a:r>
              <a:rPr lang="en-US" altLang="zh-CN">
                <a:latin typeface="Arial" panose="020B0604020202020204" pitchFamily="34" charset="0"/>
                <a:ea typeface="宋体" panose="02010600030101010101" pitchFamily="2" charset="-122"/>
              </a:rPr>
              <a:t>LAN</a:t>
            </a:r>
            <a:r>
              <a:rPr lang="zh-CN" altLang="en-US">
                <a:latin typeface="Arial" panose="020B0604020202020204" pitchFamily="34" charset="0"/>
                <a:ea typeface="宋体" panose="02010600030101010101" pitchFamily="2" charset="-122"/>
              </a:rPr>
              <a:t>的方法是将它本身当作一个节点，如图</a:t>
            </a:r>
            <a:r>
              <a:rPr lang="en-US" altLang="zh-CN">
                <a:latin typeface="Arial" panose="020B0604020202020204" pitchFamily="34" charset="0"/>
                <a:ea typeface="宋体" panose="02010600030101010101" pitchFamily="2" charset="-122"/>
              </a:rPr>
              <a:t>5-13</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b</a:t>
            </a:r>
            <a:r>
              <a:rPr lang="zh-CN" altLang="en-US">
                <a:latin typeface="Arial" panose="020B0604020202020204" pitchFamily="34" charset="0"/>
                <a:ea typeface="宋体" panose="02010600030101010101" pitchFamily="2" charset="-122"/>
              </a:rPr>
              <a:t>）所示。 这里，我们引入了一个新的人工节点</a:t>
            </a:r>
            <a:r>
              <a:rPr lang="en-US" altLang="zh-CN">
                <a:latin typeface="Arial" panose="020B0604020202020204" pitchFamily="34" charset="0"/>
                <a:ea typeface="宋体" panose="02010600030101010101" pitchFamily="2" charset="-122"/>
              </a:rPr>
              <a:t>N</a:t>
            </a:r>
            <a:r>
              <a:rPr lang="zh-CN" altLang="en-US">
                <a:latin typeface="Arial" panose="020B0604020202020204" pitchFamily="34" charset="0"/>
                <a:ea typeface="宋体" panose="02010600030101010101" pitchFamily="2" charset="-122"/>
              </a:rPr>
              <a:t>，与</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和</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相连。从</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经</a:t>
            </a:r>
            <a:r>
              <a:rPr lang="en-US" altLang="zh-CN">
                <a:latin typeface="Arial" panose="020B0604020202020204" pitchFamily="34" charset="0"/>
                <a:ea typeface="宋体" panose="02010600030101010101" pitchFamily="2" charset="-122"/>
              </a:rPr>
              <a:t>LAN</a:t>
            </a:r>
            <a:r>
              <a:rPr lang="zh-CN" altLang="en-US">
                <a:latin typeface="Arial" panose="020B0604020202020204" pitchFamily="34" charset="0"/>
                <a:ea typeface="宋体" panose="02010600030101010101" pitchFamily="2" charset="-122"/>
              </a:rPr>
              <a:t>到</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的路径在这里表示为路径</a:t>
            </a:r>
            <a:r>
              <a:rPr lang="en-US" altLang="zh-CN">
                <a:latin typeface="Arial" panose="020B0604020202020204" pitchFamily="34" charset="0"/>
                <a:ea typeface="宋体" panose="02010600030101010101" pitchFamily="2" charset="-122"/>
              </a:rPr>
              <a:t>ANC</a:t>
            </a:r>
            <a:r>
              <a:rPr lang="zh-CN" altLang="en-US">
                <a:latin typeface="Arial" panose="020B0604020202020204" pitchFamily="34" charset="0"/>
                <a:ea typeface="宋体" panose="02010600030101010101" pitchFamily="2" charset="-122"/>
              </a:rPr>
              <a:t>。</a:t>
            </a:r>
          </a:p>
        </p:txBody>
      </p:sp>
      <p:sp>
        <p:nvSpPr>
          <p:cNvPr id="382979" name="幻灯片编号占位符 3">
            <a:extLst>
              <a:ext uri="{FF2B5EF4-FFF2-40B4-BE49-F238E27FC236}">
                <a16:creationId xmlns:a16="http://schemas.microsoft.com/office/drawing/2014/main" id="{441724A6-F2FD-9F48-92F8-DD4592E055F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AE91A6B-9657-314B-B22E-8C6E4129ED0C}" type="slidenum">
              <a:rPr lang="en-US" altLang="zh-CN" sz="1200">
                <a:latin typeface="Arial" panose="020B0604020202020204" pitchFamily="34" charset="0"/>
              </a:rPr>
              <a:pPr/>
              <a:t>171</a:t>
            </a:fld>
            <a:endParaRPr lang="en-US" altLang="zh-CN" sz="1200">
              <a:latin typeface="Arial" panose="020B0604020202020204" pitchFamily="34" charset="0"/>
            </a:endParaRPr>
          </a:p>
        </p:txBody>
      </p:sp>
    </p:spTree>
    <p:extLst>
      <p:ext uri="{BB962C8B-B14F-4D97-AF65-F5344CB8AC3E}">
        <p14:creationId xmlns:p14="http://schemas.microsoft.com/office/powerpoint/2010/main" val="940001466"/>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5025" name="幻灯片图像占位符 1">
            <a:extLst>
              <a:ext uri="{FF2B5EF4-FFF2-40B4-BE49-F238E27FC236}">
                <a16:creationId xmlns:a16="http://schemas.microsoft.com/office/drawing/2014/main" id="{C9B339F7-8505-7B48-95A9-19E246ED99AB}"/>
              </a:ext>
            </a:extLst>
          </p:cNvPr>
          <p:cNvSpPr>
            <a:spLocks noGrp="1" noRot="1" noChangeAspect="1" noChangeArrowheads="1" noTextEdit="1"/>
          </p:cNvSpPr>
          <p:nvPr>
            <p:ph type="sldImg"/>
          </p:nvPr>
        </p:nvSpPr>
        <p:spPr>
          <a:xfrm>
            <a:off x="139700" y="768350"/>
            <a:ext cx="6819900" cy="3836988"/>
          </a:xfrm>
          <a:ln/>
        </p:spPr>
      </p:sp>
      <p:sp>
        <p:nvSpPr>
          <p:cNvPr id="385026" name="备注占位符 2">
            <a:extLst>
              <a:ext uri="{FF2B5EF4-FFF2-40B4-BE49-F238E27FC236}">
                <a16:creationId xmlns:a16="http://schemas.microsoft.com/office/drawing/2014/main" id="{EF5FFD5D-B9B2-EC4A-8AB7-B54AB1BBB42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a:latin typeface="Arial" panose="020B0604020202020204" pitchFamily="34" charset="0"/>
                <a:ea typeface="宋体" panose="02010600030101010101" pitchFamily="2" charset="-122"/>
              </a:rPr>
              <a:t>链路状态路由选择需要每个路由器知道它到邻居节点的延迟，至少得有个可信的估计值。取得延迟时间的最直接方式就是发送一个要求对方立即响应的特殊的</a:t>
            </a:r>
            <a:r>
              <a:rPr lang="en-US" altLang="zh-CN">
                <a:latin typeface="Arial" panose="020B0604020202020204" pitchFamily="34" charset="0"/>
                <a:ea typeface="宋体" panose="02010600030101010101" pitchFamily="2" charset="-122"/>
              </a:rPr>
              <a:t>ECHO</a:t>
            </a:r>
            <a:r>
              <a:rPr lang="zh-CN" altLang="en-US">
                <a:latin typeface="Arial" panose="020B0604020202020204" pitchFamily="34" charset="0"/>
                <a:ea typeface="宋体" panose="02010600030101010101" pitchFamily="2" charset="-122"/>
              </a:rPr>
              <a:t>分组。通过测量一个来回的时间再除以</a:t>
            </a:r>
            <a:r>
              <a:rPr lang="en-US" altLang="zh-CN">
                <a:latin typeface="Arial" panose="020B0604020202020204" pitchFamily="34" charset="0"/>
                <a:ea typeface="宋体" panose="02010600030101010101" pitchFamily="2" charset="-122"/>
              </a:rPr>
              <a:t>2</a:t>
            </a:r>
            <a:r>
              <a:rPr lang="zh-CN" altLang="en-US">
                <a:latin typeface="Arial" panose="020B0604020202020204" pitchFamily="34" charset="0"/>
                <a:ea typeface="宋体" panose="02010600030101010101" pitchFamily="2" charset="-122"/>
              </a:rPr>
              <a:t>，发送方路由器就可以得到一个可靠的延迟估计值。想要更精确些，可以重复这一过程多次。再取平均值。</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其中一个有趣的话题是，在测量延迟时是否将载荷考虑进去。如果要考虑载荷因素，往返时间应该从</a:t>
            </a:r>
            <a:r>
              <a:rPr lang="en-US" altLang="zh-CN">
                <a:latin typeface="Arial" panose="020B0604020202020204" pitchFamily="34" charset="0"/>
                <a:ea typeface="宋体" panose="02010600030101010101" pitchFamily="2" charset="-122"/>
              </a:rPr>
              <a:t>ECHO</a:t>
            </a:r>
            <a:r>
              <a:rPr lang="zh-CN" altLang="en-US">
                <a:latin typeface="Arial" panose="020B0604020202020204" pitchFamily="34" charset="0"/>
                <a:ea typeface="宋体" panose="02010600030101010101" pitchFamily="2" charset="-122"/>
              </a:rPr>
              <a:t>分组进入队列时开始计时；如果忽略载荷，计时器就得从</a:t>
            </a:r>
            <a:r>
              <a:rPr lang="en-US" altLang="zh-CN">
                <a:latin typeface="Arial" panose="020B0604020202020204" pitchFamily="34" charset="0"/>
                <a:ea typeface="宋体" panose="02010600030101010101" pitchFamily="2" charset="-122"/>
              </a:rPr>
              <a:t>ECHO</a:t>
            </a:r>
            <a:r>
              <a:rPr lang="zh-CN" altLang="en-US">
                <a:latin typeface="Arial" panose="020B0604020202020204" pitchFamily="34" charset="0"/>
                <a:ea typeface="宋体" panose="02010600030101010101" pitchFamily="2" charset="-122"/>
              </a:rPr>
              <a:t>分组排列队列第一位时开始计时。</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两种方法都会有争议。在延时测量中引入流量因素意味着当一个路由器在两条具个相同带宽的线路间进行选择时，如果一条线路总是很繁忙。刚另一条相比要好得多，那么后者将被认为是一条更短的路径。这种选样能导致良好的性能。</a:t>
            </a:r>
            <a:endParaRPr lang="en-US" altLang="zh-CN">
              <a:latin typeface="Arial" panose="020B0604020202020204" pitchFamily="34" charset="0"/>
              <a:ea typeface="宋体" panose="02010600030101010101" pitchFamily="2" charset="-122"/>
            </a:endParaRPr>
          </a:p>
          <a:p>
            <a:endParaRPr lang="en-US" altLang="zh-CN">
              <a:latin typeface="Arial" panose="020B0604020202020204" pitchFamily="34" charset="0"/>
              <a:ea typeface="宋体" panose="02010600030101010101" pitchFamily="2" charset="-122"/>
            </a:endParaRPr>
          </a:p>
        </p:txBody>
      </p:sp>
      <p:sp>
        <p:nvSpPr>
          <p:cNvPr id="385027" name="幻灯片编号占位符 3">
            <a:extLst>
              <a:ext uri="{FF2B5EF4-FFF2-40B4-BE49-F238E27FC236}">
                <a16:creationId xmlns:a16="http://schemas.microsoft.com/office/drawing/2014/main" id="{64FFFB6B-D025-BF48-9A84-24A0D827FE0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BE74DAA-46B5-CF44-B9AD-2593AFECC72E}" type="slidenum">
              <a:rPr lang="en-US" altLang="zh-CN" sz="1200">
                <a:latin typeface="Arial" panose="020B0604020202020204" pitchFamily="34" charset="0"/>
              </a:rPr>
              <a:pPr/>
              <a:t>172</a:t>
            </a:fld>
            <a:endParaRPr lang="en-US" altLang="zh-CN" sz="1200">
              <a:latin typeface="Arial" panose="020B0604020202020204" pitchFamily="34" charset="0"/>
            </a:endParaRPr>
          </a:p>
        </p:txBody>
      </p:sp>
    </p:spTree>
    <p:extLst>
      <p:ext uri="{BB962C8B-B14F-4D97-AF65-F5344CB8AC3E}">
        <p14:creationId xmlns:p14="http://schemas.microsoft.com/office/powerpoint/2010/main" val="2143983471"/>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7073" name="幻灯片图像占位符 1">
            <a:extLst>
              <a:ext uri="{FF2B5EF4-FFF2-40B4-BE49-F238E27FC236}">
                <a16:creationId xmlns:a16="http://schemas.microsoft.com/office/drawing/2014/main" id="{936966F7-ACC5-5546-8438-96793AAD87CA}"/>
              </a:ext>
            </a:extLst>
          </p:cNvPr>
          <p:cNvSpPr>
            <a:spLocks noGrp="1" noRot="1" noChangeAspect="1" noChangeArrowheads="1" noTextEdit="1"/>
          </p:cNvSpPr>
          <p:nvPr>
            <p:ph type="sldImg"/>
          </p:nvPr>
        </p:nvSpPr>
        <p:spPr>
          <a:xfrm>
            <a:off x="139700" y="768350"/>
            <a:ext cx="6819900" cy="3836988"/>
          </a:xfrm>
          <a:ln/>
        </p:spPr>
      </p:sp>
      <p:sp>
        <p:nvSpPr>
          <p:cNvPr id="387074" name="备注占位符 2">
            <a:extLst>
              <a:ext uri="{FF2B5EF4-FFF2-40B4-BE49-F238E27FC236}">
                <a16:creationId xmlns:a16="http://schemas.microsoft.com/office/drawing/2014/main" id="{C808F422-2BD0-AB40-B60F-ACC09165B70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a:latin typeface="Arial" panose="020B0604020202020204" pitchFamily="34" charset="0"/>
                <a:ea typeface="宋体" panose="02010600030101010101" pitchFamily="2" charset="-122"/>
              </a:rPr>
              <a:t>一旦用于交换的信息收集起来，下一步就是构造一个包含所有数据的分组。 该分组以发送者的标志符开头， 紧跟着是顺序号和年龄（后面再介绍），和一个邻居节点列表，对于每个邻居节点，都给出了到它们的延迟。图</a:t>
            </a:r>
            <a:r>
              <a:rPr lang="en-US" altLang="zh-CN">
                <a:latin typeface="Arial" panose="020B0604020202020204" pitchFamily="34" charset="0"/>
                <a:ea typeface="宋体" panose="02010600030101010101" pitchFamily="2" charset="-122"/>
              </a:rPr>
              <a:t>5-15</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）给出了一个示例子网， 其延时标在线路上，相应的</a:t>
            </a:r>
            <a:r>
              <a:rPr lang="en-US" altLang="zh-CN">
                <a:latin typeface="Arial" panose="020B0604020202020204" pitchFamily="34" charset="0"/>
                <a:ea typeface="宋体" panose="02010600030101010101" pitchFamily="2" charset="-122"/>
              </a:rPr>
              <a:t>6</a:t>
            </a:r>
            <a:r>
              <a:rPr lang="zh-CN" altLang="en-US">
                <a:latin typeface="Arial" panose="020B0604020202020204" pitchFamily="34" charset="0"/>
                <a:ea typeface="宋体" panose="02010600030101010101" pitchFamily="2" charset="-122"/>
              </a:rPr>
              <a:t>个链路状态分组见图</a:t>
            </a:r>
            <a:r>
              <a:rPr lang="en-US" altLang="zh-CN">
                <a:latin typeface="Arial" panose="020B0604020202020204" pitchFamily="34" charset="0"/>
                <a:ea typeface="宋体" panose="02010600030101010101" pitchFamily="2" charset="-122"/>
              </a:rPr>
              <a:t>5-15</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b</a:t>
            </a:r>
            <a:r>
              <a:rPr lang="zh-CN" altLang="en-US">
                <a:latin typeface="Arial" panose="020B0604020202020204" pitchFamily="34" charset="0"/>
                <a:ea typeface="宋体" panose="02010600030101010101" pitchFamily="2" charset="-122"/>
              </a:rPr>
              <a:t>）。</a:t>
            </a:r>
            <a:endParaRPr lang="en-US" altLang="zh-CN">
              <a:latin typeface="Arial" panose="020B0604020202020204" pitchFamily="34" charset="0"/>
              <a:ea typeface="宋体" panose="02010600030101010101" pitchFamily="2" charset="-122"/>
            </a:endParaRPr>
          </a:p>
          <a:p>
            <a:r>
              <a:rPr lang="zh-CN" altLang="en-US">
                <a:latin typeface="Arial" panose="020B0604020202020204" pitchFamily="34" charset="0"/>
                <a:ea typeface="宋体" panose="02010600030101010101" pitchFamily="2" charset="-122"/>
              </a:rPr>
              <a:t>创建路接状态分组很容易，难的是决定何时创建分组，一种可能性是定期创建，即每隔一定时间间隔就创建一次，另一种可能性是当出现重大事件时（像线路或邻居节点的增删，或它的特征值的明显改变时）再创建。</a:t>
            </a:r>
          </a:p>
          <a:p>
            <a:endParaRPr lang="zh-CN" altLang="en-US">
              <a:latin typeface="Arial" panose="020B0604020202020204" pitchFamily="34" charset="0"/>
              <a:ea typeface="宋体" panose="02010600030101010101" pitchFamily="2" charset="-122"/>
            </a:endParaRPr>
          </a:p>
        </p:txBody>
      </p:sp>
      <p:sp>
        <p:nvSpPr>
          <p:cNvPr id="387075" name="幻灯片编号占位符 3">
            <a:extLst>
              <a:ext uri="{FF2B5EF4-FFF2-40B4-BE49-F238E27FC236}">
                <a16:creationId xmlns:a16="http://schemas.microsoft.com/office/drawing/2014/main" id="{418141CD-A64D-7D4C-9C6B-0B88A829A51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29F7A56-ABFA-3441-8476-4457CC91865E}" type="slidenum">
              <a:rPr lang="en-US" altLang="zh-CN" sz="1200">
                <a:latin typeface="Arial" panose="020B0604020202020204" pitchFamily="34" charset="0"/>
              </a:rPr>
              <a:pPr/>
              <a:t>173</a:t>
            </a:fld>
            <a:endParaRPr lang="en-US" altLang="zh-CN" sz="1200">
              <a:latin typeface="Arial" panose="020B0604020202020204" pitchFamily="34" charset="0"/>
            </a:endParaRPr>
          </a:p>
        </p:txBody>
      </p:sp>
    </p:spTree>
    <p:extLst>
      <p:ext uri="{BB962C8B-B14F-4D97-AF65-F5344CB8AC3E}">
        <p14:creationId xmlns:p14="http://schemas.microsoft.com/office/powerpoint/2010/main" val="4210303505"/>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21" name="幻灯片图像占位符 1">
            <a:extLst>
              <a:ext uri="{FF2B5EF4-FFF2-40B4-BE49-F238E27FC236}">
                <a16:creationId xmlns:a16="http://schemas.microsoft.com/office/drawing/2014/main" id="{16BE2DBD-9EDB-304C-BBE6-DFBED0EF168D}"/>
              </a:ext>
            </a:extLst>
          </p:cNvPr>
          <p:cNvSpPr>
            <a:spLocks noGrp="1" noRot="1" noChangeAspect="1" noChangeArrowheads="1" noTextEdit="1"/>
          </p:cNvSpPr>
          <p:nvPr>
            <p:ph type="sldImg"/>
          </p:nvPr>
        </p:nvSpPr>
        <p:spPr>
          <a:xfrm>
            <a:off x="139700" y="768350"/>
            <a:ext cx="6819900" cy="3836988"/>
          </a:xfrm>
          <a:ln/>
        </p:spPr>
      </p:sp>
      <p:sp>
        <p:nvSpPr>
          <p:cNvPr id="389122" name="备注占位符 2">
            <a:extLst>
              <a:ext uri="{FF2B5EF4-FFF2-40B4-BE49-F238E27FC236}">
                <a16:creationId xmlns:a16="http://schemas.microsoft.com/office/drawing/2014/main" id="{FCA39B37-72D0-2D42-B50B-C64CF3DD6B8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a:latin typeface="Arial" panose="020B0604020202020204" pitchFamily="34" charset="0"/>
                <a:ea typeface="宋体" panose="02010600030101010101" pitchFamily="2" charset="-122"/>
              </a:rPr>
              <a:t>为了控制扩散，每个分组包含一个顺序号。该顺序号在每次发送新分组时加</a:t>
            </a:r>
            <a:r>
              <a:rPr lang="en-US" altLang="zh-CN">
                <a:latin typeface="Arial" panose="020B0604020202020204" pitchFamily="34" charset="0"/>
                <a:ea typeface="宋体" panose="02010600030101010101" pitchFamily="2" charset="-122"/>
              </a:rPr>
              <a:t>1</a:t>
            </a:r>
            <a:r>
              <a:rPr lang="zh-CN" altLang="en-US">
                <a:latin typeface="Arial" panose="020B0604020202020204" pitchFamily="34" charset="0"/>
                <a:ea typeface="宋体" panose="02010600030101010101" pitchFamily="2" charset="-122"/>
              </a:rPr>
              <a:t>。 路由器记下它所见过的所有信息对（源路由器，顺序号）。当一个新的链路状态分组到达时，它先查看一下该分组是否已收到过。如果是新的，把它再向除了进入线路之外的所有线路发布； 如果是重复的， 则丢弃它。如果一个分组的顺序号比目前为止已到达的最大的顺序号还小，则被认为己过时而拒绝。</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这个算法有一点问题，但这些问题是可以控制的。首先，如果顺序号循环使用，就会发生冲突。解决办法是使用</a:t>
            </a:r>
            <a:r>
              <a:rPr lang="en-US" altLang="zh-CN">
                <a:latin typeface="Arial" panose="020B0604020202020204" pitchFamily="34" charset="0"/>
                <a:ea typeface="宋体" panose="02010600030101010101" pitchFamily="2" charset="-122"/>
              </a:rPr>
              <a:t>32</a:t>
            </a:r>
            <a:r>
              <a:rPr lang="zh-CN" altLang="en-US">
                <a:latin typeface="Arial" panose="020B0604020202020204" pitchFamily="34" charset="0"/>
                <a:ea typeface="宋体" panose="02010600030101010101" pitchFamily="2" charset="-122"/>
              </a:rPr>
              <a:t>位的顺序号；如果每秒钟发送一个链路状态分组， 就得花</a:t>
            </a:r>
            <a:r>
              <a:rPr lang="en-US" altLang="zh-CN">
                <a:latin typeface="Arial" panose="020B0604020202020204" pitchFamily="34" charset="0"/>
                <a:ea typeface="宋体" panose="02010600030101010101" pitchFamily="2" charset="-122"/>
              </a:rPr>
              <a:t>137</a:t>
            </a:r>
            <a:r>
              <a:rPr lang="zh-CN" altLang="en-US">
                <a:latin typeface="Arial" panose="020B0604020202020204" pitchFamily="34" charset="0"/>
                <a:ea typeface="宋体" panose="02010600030101010101" pitchFamily="2" charset="-122"/>
              </a:rPr>
              <a:t>年才能使计数循环回来，所以避免了发生冲突的可能性。</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其次，如果一个路由器崩溃了，它将丢失其顺序号。如果它再从</a:t>
            </a:r>
            <a:r>
              <a:rPr lang="en-US" altLang="zh-CN">
                <a:latin typeface="Arial" panose="020B0604020202020204" pitchFamily="34" charset="0"/>
                <a:ea typeface="宋体" panose="02010600030101010101" pitchFamily="2" charset="-122"/>
              </a:rPr>
              <a:t>0</a:t>
            </a:r>
            <a:r>
              <a:rPr lang="zh-CN" altLang="en-US">
                <a:latin typeface="Arial" panose="020B0604020202020204" pitchFamily="34" charset="0"/>
                <a:ea typeface="宋体" panose="02010600030101010101" pitchFamily="2" charset="-122"/>
              </a:rPr>
              <a:t>开始，那么后面的分组可能会被当作重复分组而被拒绝。</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第三，如果顺序号传送后出现错误，</a:t>
            </a:r>
            <a:r>
              <a:rPr lang="en-US" altLang="zh-CN">
                <a:latin typeface="Arial" panose="020B0604020202020204" pitchFamily="34" charset="0"/>
                <a:ea typeface="宋体" panose="02010600030101010101" pitchFamily="2" charset="-122"/>
              </a:rPr>
              <a:t>4</a:t>
            </a:r>
            <a:r>
              <a:rPr lang="zh-CN" altLang="en-US">
                <a:latin typeface="Arial" panose="020B0604020202020204" pitchFamily="34" charset="0"/>
                <a:ea typeface="宋体" panose="02010600030101010101" pitchFamily="2" charset="-122"/>
              </a:rPr>
              <a:t>被错看成</a:t>
            </a:r>
            <a:r>
              <a:rPr lang="en-US" altLang="zh-CN">
                <a:latin typeface="Arial" panose="020B0604020202020204" pitchFamily="34" charset="0"/>
                <a:ea typeface="宋体" panose="02010600030101010101" pitchFamily="2" charset="-122"/>
              </a:rPr>
              <a:t>65540</a:t>
            </a:r>
            <a:r>
              <a:rPr lang="zh-CN" altLang="en-US">
                <a:latin typeface="Arial" panose="020B0604020202020204" pitchFamily="34" charset="0"/>
                <a:ea typeface="宋体" panose="02010600030101010101" pitchFamily="2" charset="-122"/>
              </a:rPr>
              <a:t>（一个位错误），分组</a:t>
            </a:r>
            <a:r>
              <a:rPr lang="en-US" altLang="zh-CN">
                <a:latin typeface="Arial" panose="020B0604020202020204" pitchFamily="34" charset="0"/>
                <a:ea typeface="宋体" panose="02010600030101010101" pitchFamily="2" charset="-122"/>
              </a:rPr>
              <a:t>5</a:t>
            </a:r>
            <a:r>
              <a:rPr lang="zh-CN" altLang="en-US">
                <a:latin typeface="Arial" panose="020B0604020202020204" pitchFamily="34" charset="0"/>
                <a:ea typeface="宋体" panose="02010600030101010101" pitchFamily="2" charset="-122"/>
              </a:rPr>
              <a:t>到</a:t>
            </a:r>
            <a:r>
              <a:rPr lang="en-US" altLang="zh-CN">
                <a:latin typeface="Arial" panose="020B0604020202020204" pitchFamily="34" charset="0"/>
                <a:ea typeface="宋体" panose="02010600030101010101" pitchFamily="2" charset="-122"/>
              </a:rPr>
              <a:t>65540</a:t>
            </a:r>
            <a:r>
              <a:rPr lang="zh-CN" altLang="en-US">
                <a:latin typeface="Arial" panose="020B0604020202020204" pitchFamily="34" charset="0"/>
                <a:ea typeface="宋体" panose="02010600030101010101" pitchFamily="2" charset="-122"/>
              </a:rPr>
              <a:t>都会被当成过时分组而遭拒绝，因为当前顺序号被认为是</a:t>
            </a:r>
            <a:r>
              <a:rPr lang="en-US" altLang="zh-CN">
                <a:latin typeface="Arial" panose="020B0604020202020204" pitchFamily="34" charset="0"/>
                <a:ea typeface="宋体" panose="02010600030101010101" pitchFamily="2" charset="-122"/>
              </a:rPr>
              <a:t>65540</a:t>
            </a:r>
            <a:r>
              <a:rPr lang="zh-CN" altLang="en-US">
                <a:latin typeface="Arial" panose="020B0604020202020204" pitchFamily="34" charset="0"/>
                <a:ea typeface="宋体" panose="02010600030101010101" pitchFamily="2" charset="-122"/>
              </a:rPr>
              <a:t>。</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解决这些问题的办法是，在每个分组的顺序号之后再加上年龄字段（</a:t>
            </a:r>
            <a:r>
              <a:rPr lang="en-US" altLang="zh-CN">
                <a:latin typeface="Arial" panose="020B0604020202020204" pitchFamily="34" charset="0"/>
                <a:ea typeface="宋体" panose="02010600030101010101" pitchFamily="2" charset="-122"/>
              </a:rPr>
              <a:t>age</a:t>
            </a:r>
            <a:r>
              <a:rPr lang="zh-CN" altLang="en-US">
                <a:latin typeface="Arial" panose="020B0604020202020204" pitchFamily="34" charset="0"/>
                <a:ea typeface="宋体" panose="02010600030101010101" pitchFamily="2" charset="-122"/>
              </a:rPr>
              <a:t>），每秒钟将年龄递减</a:t>
            </a:r>
            <a:r>
              <a:rPr lang="en-US" altLang="zh-CN">
                <a:latin typeface="Arial" panose="020B0604020202020204" pitchFamily="34" charset="0"/>
                <a:ea typeface="宋体" panose="02010600030101010101" pitchFamily="2" charset="-122"/>
              </a:rPr>
              <a:t>1</a:t>
            </a:r>
            <a:r>
              <a:rPr lang="zh-CN" altLang="en-US">
                <a:latin typeface="Arial" panose="020B0604020202020204" pitchFamily="34" charset="0"/>
                <a:ea typeface="宋体" panose="02010600030101010101" pitchFamily="2" charset="-122"/>
              </a:rPr>
              <a:t>，当年龄变成零时，来自于那个路由器的信息就被丢弃掉。 比如说，通常每</a:t>
            </a:r>
            <a:r>
              <a:rPr lang="en-US" altLang="zh-CN">
                <a:latin typeface="Arial" panose="020B0604020202020204" pitchFamily="34" charset="0"/>
                <a:ea typeface="宋体" panose="02010600030101010101" pitchFamily="2" charset="-122"/>
              </a:rPr>
              <a:t>10</a:t>
            </a:r>
            <a:r>
              <a:rPr lang="zh-CN" altLang="en-US">
                <a:latin typeface="Arial" panose="020B0604020202020204" pitchFamily="34" charset="0"/>
                <a:ea typeface="宋体" panose="02010600030101010101" pitchFamily="2" charset="-122"/>
              </a:rPr>
              <a:t>秒进入一个新分组，因此当路由器关掉后， 路由器的信息便会过时（或者</a:t>
            </a:r>
            <a:r>
              <a:rPr lang="en-US" altLang="zh-CN">
                <a:latin typeface="Arial" panose="020B0604020202020204" pitchFamily="34" charset="0"/>
                <a:ea typeface="宋体" panose="02010600030101010101" pitchFamily="2" charset="-122"/>
              </a:rPr>
              <a:t>6</a:t>
            </a:r>
            <a:r>
              <a:rPr lang="zh-CN" altLang="en-US">
                <a:latin typeface="Arial" panose="020B0604020202020204" pitchFamily="34" charset="0"/>
                <a:ea typeface="宋体" panose="02010600030101010101" pitchFamily="2" charset="-122"/>
              </a:rPr>
              <a:t>个连续的分组都被丢失，不太可能发生）。 在初始化扩散过程中， 年龄字段也一样递减，以保证没有任何分组会丢失并无限长地存活下去（一个年龄为零的分组将被丢弃）。</a:t>
            </a:r>
            <a:br>
              <a:rPr lang="zh-CN" altLang="en-US">
                <a:latin typeface="Arial" panose="020B0604020202020204" pitchFamily="34" charset="0"/>
                <a:ea typeface="宋体" panose="02010600030101010101" pitchFamily="2" charset="-122"/>
              </a:rPr>
            </a:br>
            <a:endParaRPr lang="zh-CN" altLang="en-US">
              <a:latin typeface="Arial" panose="020B0604020202020204" pitchFamily="34" charset="0"/>
              <a:ea typeface="宋体" panose="02010600030101010101" pitchFamily="2" charset="-122"/>
            </a:endParaRPr>
          </a:p>
        </p:txBody>
      </p:sp>
      <p:sp>
        <p:nvSpPr>
          <p:cNvPr id="389123" name="幻灯片编号占位符 3">
            <a:extLst>
              <a:ext uri="{FF2B5EF4-FFF2-40B4-BE49-F238E27FC236}">
                <a16:creationId xmlns:a16="http://schemas.microsoft.com/office/drawing/2014/main" id="{2DA5F97E-7829-F54D-8C91-83813FA4312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CBCD09B-9B44-B04B-9029-F7619E958FE3}" type="slidenum">
              <a:rPr lang="en-US" altLang="zh-CN" sz="1200">
                <a:latin typeface="Arial" panose="020B0604020202020204" pitchFamily="34" charset="0"/>
              </a:rPr>
              <a:pPr/>
              <a:t>174</a:t>
            </a:fld>
            <a:endParaRPr lang="en-US" altLang="zh-CN" sz="1200">
              <a:latin typeface="Arial" panose="020B0604020202020204" pitchFamily="34" charset="0"/>
            </a:endParaRPr>
          </a:p>
        </p:txBody>
      </p:sp>
    </p:spTree>
    <p:extLst>
      <p:ext uri="{BB962C8B-B14F-4D97-AF65-F5344CB8AC3E}">
        <p14:creationId xmlns:p14="http://schemas.microsoft.com/office/powerpoint/2010/main" val="744219143"/>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3217" name="幻灯片图像占位符 1">
            <a:extLst>
              <a:ext uri="{FF2B5EF4-FFF2-40B4-BE49-F238E27FC236}">
                <a16:creationId xmlns:a16="http://schemas.microsoft.com/office/drawing/2014/main" id="{CA126281-6EEC-0F41-9FE2-0D917DD1DF2D}"/>
              </a:ext>
            </a:extLst>
          </p:cNvPr>
          <p:cNvSpPr>
            <a:spLocks noGrp="1" noRot="1" noChangeAspect="1" noChangeArrowheads="1" noTextEdit="1"/>
          </p:cNvSpPr>
          <p:nvPr>
            <p:ph type="sldImg"/>
          </p:nvPr>
        </p:nvSpPr>
        <p:spPr>
          <a:xfrm>
            <a:off x="139700" y="768350"/>
            <a:ext cx="6819900" cy="3836988"/>
          </a:xfrm>
          <a:ln/>
        </p:spPr>
      </p:sp>
      <p:sp>
        <p:nvSpPr>
          <p:cNvPr id="393218" name="备注占位符 2">
            <a:extLst>
              <a:ext uri="{FF2B5EF4-FFF2-40B4-BE49-F238E27FC236}">
                <a16:creationId xmlns:a16="http://schemas.microsoft.com/office/drawing/2014/main" id="{0FFACEDB-F6E5-2D4D-A679-B458501AEC9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a:latin typeface="Arial" panose="020B0604020202020204" pitchFamily="34" charset="0"/>
                <a:ea typeface="宋体" panose="02010600030101010101" pitchFamily="2" charset="-122"/>
              </a:rPr>
              <a:t>对该算法的一些细化会使之更健壮。当一个链路状态分组扩散到一个路由器时，它并不立即排队等待传送。相反，它先被送到一个保持区中等待一小会儿。如果已有来自同一路由器的其他链路状态分组先行到达，则比较一下它们的顺序号。 如果相等， 重复分组就被丢弃。如果不相等，老的分组就被丢弃。为了防止路由器至路由器线路出问题，所有的链路状态分组都要应答。一旦线路空闲，保持区就会循环扫描以选择发送一个分组或应答。</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如图</a:t>
            </a:r>
            <a:r>
              <a:rPr lang="en-US" altLang="zh-CN">
                <a:latin typeface="Arial" panose="020B0604020202020204" pitchFamily="34" charset="0"/>
                <a:ea typeface="宋体" panose="02010600030101010101" pitchFamily="2" charset="-122"/>
              </a:rPr>
              <a:t>5-12</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）所示子网中，路由器</a:t>
            </a:r>
            <a:r>
              <a:rPr lang="en-US" altLang="zh-CN">
                <a:latin typeface="Arial" panose="020B0604020202020204" pitchFamily="34" charset="0"/>
                <a:ea typeface="宋体" panose="02010600030101010101" pitchFamily="2" charset="-122"/>
              </a:rPr>
              <a:t>B</a:t>
            </a:r>
            <a:r>
              <a:rPr lang="zh-CN" altLang="en-US">
                <a:latin typeface="Arial" panose="020B0604020202020204" pitchFamily="34" charset="0"/>
                <a:ea typeface="宋体" panose="02010600030101010101" pitchFamily="2" charset="-122"/>
              </a:rPr>
              <a:t>所用的数据结构如图</a:t>
            </a:r>
            <a:r>
              <a:rPr lang="en-US" altLang="zh-CN">
                <a:latin typeface="Arial" panose="020B0604020202020204" pitchFamily="34" charset="0"/>
                <a:ea typeface="宋体" panose="02010600030101010101" pitchFamily="2" charset="-122"/>
              </a:rPr>
              <a:t>5-13</a:t>
            </a:r>
            <a:r>
              <a:rPr lang="zh-CN" altLang="en-US">
                <a:latin typeface="Arial" panose="020B0604020202020204" pitchFamily="34" charset="0"/>
                <a:ea typeface="宋体" panose="02010600030101010101" pitchFamily="2" charset="-122"/>
              </a:rPr>
              <a:t>所示。这里的每一行对应于一个新近到达，但还未安全处理完毕的链路状态分组。 这张表记录了分组来自何处， 它的顺序号和年龄以及状态数据。另外，对应于</a:t>
            </a:r>
            <a:r>
              <a:rPr lang="en-US" altLang="zh-CN">
                <a:latin typeface="Arial" panose="020B0604020202020204" pitchFamily="34" charset="0"/>
                <a:ea typeface="宋体" panose="02010600030101010101" pitchFamily="2" charset="-122"/>
              </a:rPr>
              <a:t>B</a:t>
            </a:r>
            <a:r>
              <a:rPr lang="zh-CN" altLang="en-US">
                <a:latin typeface="Arial" panose="020B0604020202020204" pitchFamily="34" charset="0"/>
                <a:ea typeface="宋体" panose="02010600030101010101" pitchFamily="2" charset="-122"/>
              </a:rPr>
              <a:t>的每条输出线（到</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和</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）各有一个传送和应答标志位。传送标志位表示分组必须发向所指示的线路，应答标志位表示应向哪儿发送应答。如果重复分组在原外组未出缓冲区时到达，标志位就得进行一下修改。例如， 在第四个分组还未被处理完之前，又有一个</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的状态拷贝从</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到达，那么标志位就应改为</a:t>
            </a:r>
            <a:r>
              <a:rPr lang="en-US" altLang="zh-CN">
                <a:latin typeface="Arial" panose="020B0604020202020204" pitchFamily="34" charset="0"/>
                <a:ea typeface="宋体" panose="02010600030101010101" pitchFamily="2" charset="-122"/>
              </a:rPr>
              <a:t>100011</a:t>
            </a:r>
            <a:r>
              <a:rPr lang="zh-CN" altLang="en-US">
                <a:latin typeface="Arial" panose="020B0604020202020204" pitchFamily="34" charset="0"/>
                <a:ea typeface="宋体" panose="02010600030101010101" pitchFamily="2" charset="-122"/>
              </a:rPr>
              <a:t>，表示应向</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发应答，而不必再发向那儿。</a:t>
            </a:r>
            <a:br>
              <a:rPr lang="zh-CN" altLang="en-US">
                <a:latin typeface="Arial" panose="020B0604020202020204" pitchFamily="34" charset="0"/>
                <a:ea typeface="宋体" panose="02010600030101010101" pitchFamily="2" charset="-122"/>
              </a:rPr>
            </a:br>
            <a:endParaRPr lang="zh-CN" altLang="en-US">
              <a:latin typeface="Arial" panose="020B0604020202020204" pitchFamily="34" charset="0"/>
              <a:ea typeface="宋体" panose="02010600030101010101" pitchFamily="2" charset="-122"/>
            </a:endParaRPr>
          </a:p>
        </p:txBody>
      </p:sp>
      <p:sp>
        <p:nvSpPr>
          <p:cNvPr id="393219" name="幻灯片编号占位符 3">
            <a:extLst>
              <a:ext uri="{FF2B5EF4-FFF2-40B4-BE49-F238E27FC236}">
                <a16:creationId xmlns:a16="http://schemas.microsoft.com/office/drawing/2014/main" id="{235568EF-2C5B-2549-B8C7-0E1F51D6E33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0B80602-8FCE-D840-BB0C-CCD8B1A64935}" type="slidenum">
              <a:rPr lang="en-US" altLang="zh-CN" sz="1200">
                <a:latin typeface="Arial" panose="020B0604020202020204" pitchFamily="34" charset="0"/>
              </a:rPr>
              <a:pPr/>
              <a:t>176</a:t>
            </a:fld>
            <a:endParaRPr lang="en-US" altLang="zh-CN" sz="1200">
              <a:latin typeface="Arial" panose="020B0604020202020204" pitchFamily="34" charset="0"/>
            </a:endParaRPr>
          </a:p>
        </p:txBody>
      </p:sp>
    </p:spTree>
    <p:extLst>
      <p:ext uri="{BB962C8B-B14F-4D97-AF65-F5344CB8AC3E}">
        <p14:creationId xmlns:p14="http://schemas.microsoft.com/office/powerpoint/2010/main" val="1092445192"/>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265" name="幻灯片图像占位符 1">
            <a:extLst>
              <a:ext uri="{FF2B5EF4-FFF2-40B4-BE49-F238E27FC236}">
                <a16:creationId xmlns:a16="http://schemas.microsoft.com/office/drawing/2014/main" id="{54DE1FCB-E23E-BD45-951F-1A9BD922AA5F}"/>
              </a:ext>
            </a:extLst>
          </p:cNvPr>
          <p:cNvSpPr>
            <a:spLocks noGrp="1" noRot="1" noChangeAspect="1" noChangeArrowheads="1" noTextEdit="1"/>
          </p:cNvSpPr>
          <p:nvPr>
            <p:ph type="sldImg"/>
          </p:nvPr>
        </p:nvSpPr>
        <p:spPr>
          <a:xfrm>
            <a:off x="139700" y="768350"/>
            <a:ext cx="6819900" cy="3836988"/>
          </a:xfrm>
          <a:ln/>
        </p:spPr>
      </p:sp>
      <p:sp>
        <p:nvSpPr>
          <p:cNvPr id="395266" name="备注占位符 2">
            <a:extLst>
              <a:ext uri="{FF2B5EF4-FFF2-40B4-BE49-F238E27FC236}">
                <a16:creationId xmlns:a16="http://schemas.microsoft.com/office/drawing/2014/main" id="{69B14718-F59C-8B4B-A025-421496106FB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a:latin typeface="Arial" panose="020B0604020202020204" pitchFamily="34" charset="0"/>
                <a:ea typeface="宋体" panose="02010600030101010101" pitchFamily="2" charset="-122"/>
              </a:rPr>
              <a:t>在图中， 从</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来的链路状态分组可直接到达，所以它必须被发送给</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和</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，并且给</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发应答，如标志位所示。类似地，从</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来的分组必须发向</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和</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，并向</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发应答。仍是， 第三个来自</a:t>
            </a:r>
            <a:r>
              <a:rPr lang="en-US" altLang="zh-CN">
                <a:latin typeface="Arial" panose="020B0604020202020204" pitchFamily="34" charset="0"/>
                <a:ea typeface="宋体" panose="02010600030101010101" pitchFamily="2" charset="-122"/>
              </a:rPr>
              <a:t>E</a:t>
            </a:r>
            <a:r>
              <a:rPr lang="zh-CN" altLang="en-US">
                <a:latin typeface="Arial" panose="020B0604020202020204" pitchFamily="34" charset="0"/>
                <a:ea typeface="宋体" panose="02010600030101010101" pitchFamily="2" charset="-122"/>
              </a:rPr>
              <a:t>的分组就有所不同，它有两次到达，一次经过</a:t>
            </a:r>
            <a:r>
              <a:rPr lang="en-US" altLang="zh-CN">
                <a:latin typeface="Arial" panose="020B0604020202020204" pitchFamily="34" charset="0"/>
                <a:ea typeface="宋体" panose="02010600030101010101" pitchFamily="2" charset="-122"/>
              </a:rPr>
              <a:t>EAB</a:t>
            </a:r>
            <a:r>
              <a:rPr lang="zh-CN" altLang="en-US">
                <a:latin typeface="Arial" panose="020B0604020202020204" pitchFamily="34" charset="0"/>
                <a:ea typeface="宋体" panose="02010600030101010101" pitchFamily="2" charset="-122"/>
              </a:rPr>
              <a:t>，一次经过</a:t>
            </a:r>
            <a:r>
              <a:rPr lang="en-US" altLang="zh-CN">
                <a:latin typeface="Arial" panose="020B0604020202020204" pitchFamily="34" charset="0"/>
                <a:ea typeface="宋体" panose="02010600030101010101" pitchFamily="2" charset="-122"/>
              </a:rPr>
              <a:t>EFB</a:t>
            </a:r>
            <a:r>
              <a:rPr lang="zh-CN" altLang="en-US">
                <a:latin typeface="Arial" panose="020B0604020202020204" pitchFamily="34" charset="0"/>
                <a:ea typeface="宋体" panose="02010600030101010101" pitchFamily="2" charset="-122"/>
              </a:rPr>
              <a:t>，因此，它只需发往</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，但要向</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和</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发应答，如标志位所示。</a:t>
            </a:r>
          </a:p>
        </p:txBody>
      </p:sp>
      <p:sp>
        <p:nvSpPr>
          <p:cNvPr id="395267" name="幻灯片编号占位符 3">
            <a:extLst>
              <a:ext uri="{FF2B5EF4-FFF2-40B4-BE49-F238E27FC236}">
                <a16:creationId xmlns:a16="http://schemas.microsoft.com/office/drawing/2014/main" id="{8B5B6443-76DD-E146-B0A6-55A1FD53133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DCE94CF-04D4-F544-9B52-BEF494D6E2E3}" type="slidenum">
              <a:rPr lang="en-US" altLang="zh-CN" sz="1200">
                <a:latin typeface="Arial" panose="020B0604020202020204" pitchFamily="34" charset="0"/>
              </a:rPr>
              <a:pPr/>
              <a:t>177</a:t>
            </a:fld>
            <a:endParaRPr lang="en-US" altLang="zh-CN" sz="1200">
              <a:latin typeface="Arial" panose="020B0604020202020204" pitchFamily="34" charset="0"/>
            </a:endParaRPr>
          </a:p>
        </p:txBody>
      </p:sp>
    </p:spTree>
    <p:extLst>
      <p:ext uri="{BB962C8B-B14F-4D97-AF65-F5344CB8AC3E}">
        <p14:creationId xmlns:p14="http://schemas.microsoft.com/office/powerpoint/2010/main" val="2974986797"/>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7313" name="幻灯片图像占位符 1">
            <a:extLst>
              <a:ext uri="{FF2B5EF4-FFF2-40B4-BE49-F238E27FC236}">
                <a16:creationId xmlns:a16="http://schemas.microsoft.com/office/drawing/2014/main" id="{EC04E174-CEB7-F344-A3CD-0BBC048638A4}"/>
              </a:ext>
            </a:extLst>
          </p:cNvPr>
          <p:cNvSpPr>
            <a:spLocks noGrp="1" noRot="1" noChangeAspect="1" noChangeArrowheads="1" noTextEdit="1"/>
          </p:cNvSpPr>
          <p:nvPr>
            <p:ph type="sldImg"/>
          </p:nvPr>
        </p:nvSpPr>
        <p:spPr>
          <a:xfrm>
            <a:off x="139700" y="768350"/>
            <a:ext cx="6819900" cy="3836988"/>
          </a:xfrm>
          <a:ln/>
        </p:spPr>
      </p:sp>
      <p:sp>
        <p:nvSpPr>
          <p:cNvPr id="397314" name="备注占位符 2">
            <a:extLst>
              <a:ext uri="{FF2B5EF4-FFF2-40B4-BE49-F238E27FC236}">
                <a16:creationId xmlns:a16="http://schemas.microsoft.com/office/drawing/2014/main" id="{4F862543-A0EB-4841-B2C7-43BBBF7C5B8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a:latin typeface="Arial" panose="020B0604020202020204" pitchFamily="34" charset="0"/>
                <a:ea typeface="宋体" panose="02010600030101010101" pitchFamily="2" charset="-122"/>
              </a:rPr>
              <a:t>一旦一个路由器积累了一整套的链路状态分组，它便可以重组整个子网结构，因为每条线路出现过了。实际上，链条线路都出现了两次，两个方向各出现一次。两个值可以取平均，也可以分开用。</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现在</a:t>
            </a:r>
            <a:r>
              <a:rPr lang="en-US" altLang="zh-CN">
                <a:latin typeface="Arial" panose="020B0604020202020204" pitchFamily="34" charset="0"/>
                <a:ea typeface="宋体" panose="02010600030101010101" pitchFamily="2" charset="-122"/>
              </a:rPr>
              <a:t>Dijstra</a:t>
            </a:r>
            <a:r>
              <a:rPr lang="zh-CN" altLang="en-US">
                <a:latin typeface="Arial" panose="020B0604020202020204" pitchFamily="34" charset="0"/>
                <a:ea typeface="宋体" panose="02010600030101010101" pitchFamily="2" charset="-122"/>
              </a:rPr>
              <a:t>的算法就可以在内部运行， 以确定到所有可能目的地的最短路径。此算法的结果可以安装在路由选择表中，并且通常通过操作恢复。对于一个有</a:t>
            </a:r>
            <a:r>
              <a:rPr lang="en-US" altLang="zh-CN">
                <a:latin typeface="Arial" panose="020B0604020202020204" pitchFamily="34" charset="0"/>
                <a:ea typeface="宋体" panose="02010600030101010101" pitchFamily="2" charset="-122"/>
              </a:rPr>
              <a:t>n</a:t>
            </a:r>
            <a:r>
              <a:rPr lang="zh-CN" altLang="en-US">
                <a:latin typeface="Arial" panose="020B0604020202020204" pitchFamily="34" charset="0"/>
                <a:ea typeface="宋体" panose="02010600030101010101" pitchFamily="2" charset="-122"/>
              </a:rPr>
              <a:t>个路由器，每个路由器有</a:t>
            </a:r>
            <a:r>
              <a:rPr lang="en-US" altLang="zh-CN">
                <a:latin typeface="Arial" panose="020B0604020202020204" pitchFamily="34" charset="0"/>
                <a:ea typeface="宋体" panose="02010600030101010101" pitchFamily="2" charset="-122"/>
              </a:rPr>
              <a:t>k</a:t>
            </a:r>
            <a:r>
              <a:rPr lang="zh-CN" altLang="en-US">
                <a:latin typeface="Arial" panose="020B0604020202020204" pitchFamily="34" charset="0"/>
                <a:ea typeface="宋体" panose="02010600030101010101" pitchFamily="2" charset="-122"/>
              </a:rPr>
              <a:t>个邻居节点的子网来说，所需的存储输入数据的空间为</a:t>
            </a:r>
            <a:r>
              <a:rPr lang="en-US" altLang="zh-CN">
                <a:latin typeface="Arial" panose="020B0604020202020204" pitchFamily="34" charset="0"/>
                <a:ea typeface="宋体" panose="02010600030101010101" pitchFamily="2" charset="-122"/>
              </a:rPr>
              <a:t>kn</a:t>
            </a:r>
            <a:r>
              <a:rPr lang="zh-CN" altLang="en-US">
                <a:latin typeface="Arial" panose="020B0604020202020204" pitchFamily="34" charset="0"/>
                <a:ea typeface="宋体" panose="02010600030101010101" pitchFamily="2" charset="-122"/>
              </a:rPr>
              <a:t>的倍数。对于大的子网，这可能还是个问题。而且，计算时间也可能成为一个问题，然而，在很多实际应用中，链路状态路由选择算法工作得很好。</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但是， 硬件或软件问题也能破坏该算法 （对于其他算法也一样）。例如，如果一个路由器声明它拥有一条其实并不存在的线路，或忘记了一条确实存在的线路，子网图将会是不正确的。如果路由器不能正常地向前传递分组，或在向前传递时将分组破坏了，也会出现麻烦。 最后， 如果它的存储空间溢出或路由计算出错，也会导致错误。当子网逐渐增加到成百上干或上万个节点时，某些路由器崩溃的可能性就变得个不忽视了。解决这个问题的技巧是，在不可避免地发生连续事故后，尽量将破坏限制在最小的范围之内。</a:t>
            </a:r>
          </a:p>
        </p:txBody>
      </p:sp>
      <p:sp>
        <p:nvSpPr>
          <p:cNvPr id="397315" name="幻灯片编号占位符 3">
            <a:extLst>
              <a:ext uri="{FF2B5EF4-FFF2-40B4-BE49-F238E27FC236}">
                <a16:creationId xmlns:a16="http://schemas.microsoft.com/office/drawing/2014/main" id="{BA3EAA83-171C-0141-893A-80828B9F112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9BF9C93-D90E-3C44-9885-2ABB6D833301}" type="slidenum">
              <a:rPr lang="en-US" altLang="zh-CN" sz="1200">
                <a:latin typeface="Arial" panose="020B0604020202020204" pitchFamily="34" charset="0"/>
              </a:rPr>
              <a:pPr/>
              <a:t>178</a:t>
            </a:fld>
            <a:endParaRPr lang="en-US" altLang="zh-CN" sz="1200">
              <a:latin typeface="Arial" panose="020B0604020202020204" pitchFamily="34" charset="0"/>
            </a:endParaRPr>
          </a:p>
        </p:txBody>
      </p:sp>
    </p:spTree>
    <p:extLst>
      <p:ext uri="{BB962C8B-B14F-4D97-AF65-F5344CB8AC3E}">
        <p14:creationId xmlns:p14="http://schemas.microsoft.com/office/powerpoint/2010/main" val="2610190130"/>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5" name="Rectangle 7">
            <a:extLst>
              <a:ext uri="{FF2B5EF4-FFF2-40B4-BE49-F238E27FC236}">
                <a16:creationId xmlns:a16="http://schemas.microsoft.com/office/drawing/2014/main" id="{3CBDC585-7D55-5147-BCE2-C1BD8DAADCA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9D9E880-67DD-6044-B337-C5F15D5768AF}" type="slidenum">
              <a:rPr lang="en-US" altLang="zh-CN" sz="1200">
                <a:latin typeface="Arial" panose="020B0604020202020204" pitchFamily="34" charset="0"/>
              </a:rPr>
              <a:pPr/>
              <a:t>179</a:t>
            </a:fld>
            <a:endParaRPr lang="en-US" altLang="zh-CN" sz="1200">
              <a:latin typeface="Arial" panose="020B0604020202020204" pitchFamily="34" charset="0"/>
            </a:endParaRPr>
          </a:p>
        </p:txBody>
      </p:sp>
      <p:sp>
        <p:nvSpPr>
          <p:cNvPr id="400386" name="Rectangle 2">
            <a:extLst>
              <a:ext uri="{FF2B5EF4-FFF2-40B4-BE49-F238E27FC236}">
                <a16:creationId xmlns:a16="http://schemas.microsoft.com/office/drawing/2014/main" id="{4FFA8868-A81B-804F-B45F-0328380E41DD}"/>
              </a:ext>
            </a:extLst>
          </p:cNvPr>
          <p:cNvSpPr>
            <a:spLocks noGrp="1" noRot="1" noChangeAspect="1" noChangeArrowheads="1" noTextEdit="1"/>
          </p:cNvSpPr>
          <p:nvPr>
            <p:ph type="sldImg"/>
          </p:nvPr>
        </p:nvSpPr>
        <p:spPr>
          <a:ln/>
        </p:spPr>
      </p:sp>
      <p:sp>
        <p:nvSpPr>
          <p:cNvPr id="400387" name="Rectangle 3">
            <a:extLst>
              <a:ext uri="{FF2B5EF4-FFF2-40B4-BE49-F238E27FC236}">
                <a16:creationId xmlns:a16="http://schemas.microsoft.com/office/drawing/2014/main" id="{E2BB5AB6-BDB2-744B-8D84-30615912456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184718076"/>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4961" name="Rectangle 7">
            <a:extLst>
              <a:ext uri="{FF2B5EF4-FFF2-40B4-BE49-F238E27FC236}">
                <a16:creationId xmlns:a16="http://schemas.microsoft.com/office/drawing/2014/main" id="{F9D45511-9F24-EB4C-888D-EE78954FAF8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0141EF1-AB6A-1B47-968A-68B20C1C4546}" type="slidenum">
              <a:rPr lang="en-US" altLang="zh-CN" sz="1200">
                <a:latin typeface="Arial" panose="020B0604020202020204" pitchFamily="34" charset="0"/>
              </a:rPr>
              <a:pPr/>
              <a:t>180</a:t>
            </a:fld>
            <a:endParaRPr lang="en-US" altLang="zh-CN" sz="1200">
              <a:latin typeface="Arial" panose="020B0604020202020204" pitchFamily="34" charset="0"/>
            </a:endParaRPr>
          </a:p>
        </p:txBody>
      </p:sp>
      <p:sp>
        <p:nvSpPr>
          <p:cNvPr id="424962" name="Rectangle 2">
            <a:extLst>
              <a:ext uri="{FF2B5EF4-FFF2-40B4-BE49-F238E27FC236}">
                <a16:creationId xmlns:a16="http://schemas.microsoft.com/office/drawing/2014/main" id="{329EBD8B-80E1-F14A-9D84-FDBBD3349754}"/>
              </a:ext>
            </a:extLst>
          </p:cNvPr>
          <p:cNvSpPr>
            <a:spLocks noGrp="1" noRot="1" noChangeAspect="1" noChangeArrowheads="1" noTextEdit="1"/>
          </p:cNvSpPr>
          <p:nvPr>
            <p:ph type="sldImg"/>
          </p:nvPr>
        </p:nvSpPr>
        <p:spPr>
          <a:ln/>
        </p:spPr>
      </p:sp>
      <p:sp>
        <p:nvSpPr>
          <p:cNvPr id="424963" name="Rectangle 3">
            <a:extLst>
              <a:ext uri="{FF2B5EF4-FFF2-40B4-BE49-F238E27FC236}">
                <a16:creationId xmlns:a16="http://schemas.microsoft.com/office/drawing/2014/main" id="{42A2ED12-6140-BC4E-A1A9-A033ED25722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41103420"/>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7009" name="Rectangle 7">
            <a:extLst>
              <a:ext uri="{FF2B5EF4-FFF2-40B4-BE49-F238E27FC236}">
                <a16:creationId xmlns:a16="http://schemas.microsoft.com/office/drawing/2014/main" id="{CC9083EC-A108-B24D-BC08-96D390060CB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71107A5-B048-0241-9B83-7AB3A39B7FB9}" type="slidenum">
              <a:rPr lang="en-US" altLang="zh-CN" sz="1200">
                <a:latin typeface="Arial" panose="020B0604020202020204" pitchFamily="34" charset="0"/>
              </a:rPr>
              <a:pPr/>
              <a:t>181</a:t>
            </a:fld>
            <a:endParaRPr lang="en-US" altLang="zh-CN" sz="1200">
              <a:latin typeface="Arial" panose="020B0604020202020204" pitchFamily="34" charset="0"/>
            </a:endParaRPr>
          </a:p>
        </p:txBody>
      </p:sp>
      <p:sp>
        <p:nvSpPr>
          <p:cNvPr id="427010" name="Rectangle 2">
            <a:extLst>
              <a:ext uri="{FF2B5EF4-FFF2-40B4-BE49-F238E27FC236}">
                <a16:creationId xmlns:a16="http://schemas.microsoft.com/office/drawing/2014/main" id="{128F1657-6FC5-2A4E-9866-B3A81447326B}"/>
              </a:ext>
            </a:extLst>
          </p:cNvPr>
          <p:cNvSpPr>
            <a:spLocks noGrp="1" noRot="1" noChangeAspect="1" noChangeArrowheads="1" noTextEdit="1"/>
          </p:cNvSpPr>
          <p:nvPr>
            <p:ph type="sldImg"/>
          </p:nvPr>
        </p:nvSpPr>
        <p:spPr>
          <a:ln/>
        </p:spPr>
      </p:sp>
      <p:sp>
        <p:nvSpPr>
          <p:cNvPr id="427011" name="Rectangle 3">
            <a:extLst>
              <a:ext uri="{FF2B5EF4-FFF2-40B4-BE49-F238E27FC236}">
                <a16:creationId xmlns:a16="http://schemas.microsoft.com/office/drawing/2014/main" id="{62B1C2E0-2E21-B84A-A8D2-61385C281CA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456712132"/>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9057" name="Rectangle 7">
            <a:extLst>
              <a:ext uri="{FF2B5EF4-FFF2-40B4-BE49-F238E27FC236}">
                <a16:creationId xmlns:a16="http://schemas.microsoft.com/office/drawing/2014/main" id="{9E0FA723-0672-E445-ADE5-1E896B2525F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4C3791A-DBCA-CE44-B159-5A8FB4977226}" type="slidenum">
              <a:rPr lang="en-US" altLang="zh-CN" sz="1200">
                <a:latin typeface="Arial" panose="020B0604020202020204" pitchFamily="34" charset="0"/>
              </a:rPr>
              <a:pPr/>
              <a:t>182</a:t>
            </a:fld>
            <a:endParaRPr lang="en-US" altLang="zh-CN" sz="1200">
              <a:latin typeface="Arial" panose="020B0604020202020204" pitchFamily="34" charset="0"/>
            </a:endParaRPr>
          </a:p>
        </p:txBody>
      </p:sp>
      <p:sp>
        <p:nvSpPr>
          <p:cNvPr id="429058" name="Rectangle 2">
            <a:extLst>
              <a:ext uri="{FF2B5EF4-FFF2-40B4-BE49-F238E27FC236}">
                <a16:creationId xmlns:a16="http://schemas.microsoft.com/office/drawing/2014/main" id="{F6256E20-9B1C-0F47-895B-0841137B095A}"/>
              </a:ext>
            </a:extLst>
          </p:cNvPr>
          <p:cNvSpPr>
            <a:spLocks noGrp="1" noRot="1" noChangeAspect="1" noChangeArrowheads="1" noTextEdit="1"/>
          </p:cNvSpPr>
          <p:nvPr>
            <p:ph type="sldImg"/>
          </p:nvPr>
        </p:nvSpPr>
        <p:spPr>
          <a:ln/>
        </p:spPr>
      </p:sp>
      <p:sp>
        <p:nvSpPr>
          <p:cNvPr id="429059" name="Rectangle 3">
            <a:extLst>
              <a:ext uri="{FF2B5EF4-FFF2-40B4-BE49-F238E27FC236}">
                <a16:creationId xmlns:a16="http://schemas.microsoft.com/office/drawing/2014/main" id="{42AE6411-95AC-534A-BDBB-D42B2481AAB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73764552"/>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1105" name="Rectangle 7">
            <a:extLst>
              <a:ext uri="{FF2B5EF4-FFF2-40B4-BE49-F238E27FC236}">
                <a16:creationId xmlns:a16="http://schemas.microsoft.com/office/drawing/2014/main" id="{D37CCEC4-93D4-454F-9930-5F7BBE6F529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DB1624F-2371-B94C-9337-09A91ADEF07A}" type="slidenum">
              <a:rPr lang="en-US" altLang="zh-CN" sz="1200">
                <a:latin typeface="Arial" panose="020B0604020202020204" pitchFamily="34" charset="0"/>
              </a:rPr>
              <a:pPr/>
              <a:t>183</a:t>
            </a:fld>
            <a:endParaRPr lang="en-US" altLang="zh-CN" sz="1200">
              <a:latin typeface="Arial" panose="020B0604020202020204" pitchFamily="34" charset="0"/>
            </a:endParaRPr>
          </a:p>
        </p:txBody>
      </p:sp>
      <p:sp>
        <p:nvSpPr>
          <p:cNvPr id="431106" name="Rectangle 2">
            <a:extLst>
              <a:ext uri="{FF2B5EF4-FFF2-40B4-BE49-F238E27FC236}">
                <a16:creationId xmlns:a16="http://schemas.microsoft.com/office/drawing/2014/main" id="{E0470009-CC30-1A41-9E1B-2D90437B2F74}"/>
              </a:ext>
            </a:extLst>
          </p:cNvPr>
          <p:cNvSpPr>
            <a:spLocks noGrp="1" noRot="1" noChangeAspect="1" noChangeArrowheads="1" noTextEdit="1"/>
          </p:cNvSpPr>
          <p:nvPr>
            <p:ph type="sldImg"/>
          </p:nvPr>
        </p:nvSpPr>
        <p:spPr>
          <a:ln/>
        </p:spPr>
      </p:sp>
      <p:sp>
        <p:nvSpPr>
          <p:cNvPr id="431107" name="Rectangle 3">
            <a:extLst>
              <a:ext uri="{FF2B5EF4-FFF2-40B4-BE49-F238E27FC236}">
                <a16:creationId xmlns:a16="http://schemas.microsoft.com/office/drawing/2014/main" id="{2C9C3B7D-C439-E543-81A2-D4AB3D7F2AC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849555449"/>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3153" name="Rectangle 7">
            <a:extLst>
              <a:ext uri="{FF2B5EF4-FFF2-40B4-BE49-F238E27FC236}">
                <a16:creationId xmlns:a16="http://schemas.microsoft.com/office/drawing/2014/main" id="{A2DD29DE-DD2B-384C-A378-A883533C6D9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8BB54FE-0E3F-824D-A164-BF63A808A56B}" type="slidenum">
              <a:rPr lang="en-US" altLang="zh-CN" sz="1200">
                <a:latin typeface="Arial" panose="020B0604020202020204" pitchFamily="34" charset="0"/>
              </a:rPr>
              <a:pPr/>
              <a:t>184</a:t>
            </a:fld>
            <a:endParaRPr lang="en-US" altLang="zh-CN" sz="1200">
              <a:latin typeface="Arial" panose="020B0604020202020204" pitchFamily="34" charset="0"/>
            </a:endParaRPr>
          </a:p>
        </p:txBody>
      </p:sp>
      <p:sp>
        <p:nvSpPr>
          <p:cNvPr id="433154" name="Rectangle 2">
            <a:extLst>
              <a:ext uri="{FF2B5EF4-FFF2-40B4-BE49-F238E27FC236}">
                <a16:creationId xmlns:a16="http://schemas.microsoft.com/office/drawing/2014/main" id="{EFDDB2E0-7072-EC4F-8E24-B86D20EE1AC6}"/>
              </a:ext>
            </a:extLst>
          </p:cNvPr>
          <p:cNvSpPr>
            <a:spLocks noGrp="1" noRot="1" noChangeAspect="1" noChangeArrowheads="1" noTextEdit="1"/>
          </p:cNvSpPr>
          <p:nvPr>
            <p:ph type="sldImg"/>
          </p:nvPr>
        </p:nvSpPr>
        <p:spPr>
          <a:ln/>
        </p:spPr>
      </p:sp>
      <p:sp>
        <p:nvSpPr>
          <p:cNvPr id="433155" name="Rectangle 3">
            <a:extLst>
              <a:ext uri="{FF2B5EF4-FFF2-40B4-BE49-F238E27FC236}">
                <a16:creationId xmlns:a16="http://schemas.microsoft.com/office/drawing/2014/main" id="{F0A3A393-8905-FC41-AB91-2E04F2AAEA5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308529987"/>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3393" name="Rectangle 7">
            <a:extLst>
              <a:ext uri="{FF2B5EF4-FFF2-40B4-BE49-F238E27FC236}">
                <a16:creationId xmlns:a16="http://schemas.microsoft.com/office/drawing/2014/main" id="{68129C4C-8474-844B-B7B7-09FB77F060C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C3C825F-0EBD-DF43-A4FE-D50B6AB60FDD}" type="slidenum">
              <a:rPr lang="en-US" altLang="zh-CN" sz="1200">
                <a:latin typeface="Arial" panose="020B0604020202020204" pitchFamily="34" charset="0"/>
              </a:rPr>
              <a:pPr/>
              <a:t>185</a:t>
            </a:fld>
            <a:endParaRPr lang="en-US" altLang="zh-CN" sz="1200">
              <a:latin typeface="Arial" panose="020B0604020202020204" pitchFamily="34" charset="0"/>
            </a:endParaRPr>
          </a:p>
        </p:txBody>
      </p:sp>
      <p:sp>
        <p:nvSpPr>
          <p:cNvPr id="443394" name="Rectangle 2">
            <a:extLst>
              <a:ext uri="{FF2B5EF4-FFF2-40B4-BE49-F238E27FC236}">
                <a16:creationId xmlns:a16="http://schemas.microsoft.com/office/drawing/2014/main" id="{9A7D255F-EEB9-5245-BD5B-E0C8BE8A9864}"/>
              </a:ext>
            </a:extLst>
          </p:cNvPr>
          <p:cNvSpPr>
            <a:spLocks noGrp="1" noRot="1" noChangeAspect="1" noChangeArrowheads="1" noTextEdit="1"/>
          </p:cNvSpPr>
          <p:nvPr>
            <p:ph type="sldImg"/>
          </p:nvPr>
        </p:nvSpPr>
        <p:spPr>
          <a:ln/>
        </p:spPr>
      </p:sp>
      <p:sp>
        <p:nvSpPr>
          <p:cNvPr id="443395" name="Rectangle 3">
            <a:extLst>
              <a:ext uri="{FF2B5EF4-FFF2-40B4-BE49-F238E27FC236}">
                <a16:creationId xmlns:a16="http://schemas.microsoft.com/office/drawing/2014/main" id="{D93E2FDA-E4A3-2F48-8E16-45184D7DDEF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563791339"/>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5441" name="Rectangle 7">
            <a:extLst>
              <a:ext uri="{FF2B5EF4-FFF2-40B4-BE49-F238E27FC236}">
                <a16:creationId xmlns:a16="http://schemas.microsoft.com/office/drawing/2014/main" id="{818C1E73-9EF5-C14A-A625-052C8F59AD3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08918D6-B413-9C4D-A798-91E1D883AA6A}" type="slidenum">
              <a:rPr lang="en-US" altLang="zh-CN" sz="1200">
                <a:latin typeface="Arial" panose="020B0604020202020204" pitchFamily="34" charset="0"/>
              </a:rPr>
              <a:pPr/>
              <a:t>186</a:t>
            </a:fld>
            <a:endParaRPr lang="en-US" altLang="zh-CN" sz="1200">
              <a:latin typeface="Arial" panose="020B0604020202020204" pitchFamily="34" charset="0"/>
            </a:endParaRPr>
          </a:p>
        </p:txBody>
      </p:sp>
      <p:sp>
        <p:nvSpPr>
          <p:cNvPr id="445442" name="Rectangle 2">
            <a:extLst>
              <a:ext uri="{FF2B5EF4-FFF2-40B4-BE49-F238E27FC236}">
                <a16:creationId xmlns:a16="http://schemas.microsoft.com/office/drawing/2014/main" id="{19AFB8A3-BE94-CB4F-BAFE-3694E79512EF}"/>
              </a:ext>
            </a:extLst>
          </p:cNvPr>
          <p:cNvSpPr>
            <a:spLocks noGrp="1" noRot="1" noChangeAspect="1" noChangeArrowheads="1" noTextEdit="1"/>
          </p:cNvSpPr>
          <p:nvPr>
            <p:ph type="sldImg"/>
          </p:nvPr>
        </p:nvSpPr>
        <p:spPr>
          <a:ln/>
        </p:spPr>
      </p:sp>
      <p:sp>
        <p:nvSpPr>
          <p:cNvPr id="445443" name="Rectangle 3">
            <a:extLst>
              <a:ext uri="{FF2B5EF4-FFF2-40B4-BE49-F238E27FC236}">
                <a16:creationId xmlns:a16="http://schemas.microsoft.com/office/drawing/2014/main" id="{3DC54CB1-839D-0445-90DF-FBBF61ADE47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281627976"/>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3633" name="Rectangle 7">
            <a:extLst>
              <a:ext uri="{FF2B5EF4-FFF2-40B4-BE49-F238E27FC236}">
                <a16:creationId xmlns:a16="http://schemas.microsoft.com/office/drawing/2014/main" id="{8F1A65B0-5044-184C-AF00-7BFF0E630C4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85C4268-EE72-9441-B37B-B4235EA73E65}" type="slidenum">
              <a:rPr lang="en-US" altLang="zh-CN" sz="1200">
                <a:latin typeface="Arial" panose="020B0604020202020204" pitchFamily="34" charset="0"/>
              </a:rPr>
              <a:pPr/>
              <a:t>187</a:t>
            </a:fld>
            <a:endParaRPr lang="en-US" altLang="zh-CN" sz="1200">
              <a:latin typeface="Arial" panose="020B0604020202020204" pitchFamily="34" charset="0"/>
            </a:endParaRPr>
          </a:p>
        </p:txBody>
      </p:sp>
      <p:sp>
        <p:nvSpPr>
          <p:cNvPr id="453634" name="Rectangle 2">
            <a:extLst>
              <a:ext uri="{FF2B5EF4-FFF2-40B4-BE49-F238E27FC236}">
                <a16:creationId xmlns:a16="http://schemas.microsoft.com/office/drawing/2014/main" id="{11282799-8523-3C43-AA1A-2B84D5422C60}"/>
              </a:ext>
            </a:extLst>
          </p:cNvPr>
          <p:cNvSpPr>
            <a:spLocks noGrp="1" noRot="1" noChangeAspect="1" noChangeArrowheads="1" noTextEdit="1"/>
          </p:cNvSpPr>
          <p:nvPr>
            <p:ph type="sldImg"/>
          </p:nvPr>
        </p:nvSpPr>
        <p:spPr>
          <a:ln/>
        </p:spPr>
      </p:sp>
      <p:sp>
        <p:nvSpPr>
          <p:cNvPr id="453635" name="Rectangle 3">
            <a:extLst>
              <a:ext uri="{FF2B5EF4-FFF2-40B4-BE49-F238E27FC236}">
                <a16:creationId xmlns:a16="http://schemas.microsoft.com/office/drawing/2014/main" id="{E7FCDD10-1C96-5344-8212-31C8A41F2D0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62080562"/>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5681" name="Rectangle 7">
            <a:extLst>
              <a:ext uri="{FF2B5EF4-FFF2-40B4-BE49-F238E27FC236}">
                <a16:creationId xmlns:a16="http://schemas.microsoft.com/office/drawing/2014/main" id="{D9231BCE-3BE5-7148-ACBB-DAC91363CF2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9273313-20FB-634E-AA14-75EAA1A185B1}" type="slidenum">
              <a:rPr lang="en-US" altLang="zh-CN" sz="1200">
                <a:latin typeface="Arial" panose="020B0604020202020204" pitchFamily="34" charset="0"/>
              </a:rPr>
              <a:pPr/>
              <a:t>188</a:t>
            </a:fld>
            <a:endParaRPr lang="en-US" altLang="zh-CN" sz="1200">
              <a:latin typeface="Arial" panose="020B0604020202020204" pitchFamily="34" charset="0"/>
            </a:endParaRPr>
          </a:p>
        </p:txBody>
      </p:sp>
      <p:sp>
        <p:nvSpPr>
          <p:cNvPr id="455682" name="Rectangle 2">
            <a:extLst>
              <a:ext uri="{FF2B5EF4-FFF2-40B4-BE49-F238E27FC236}">
                <a16:creationId xmlns:a16="http://schemas.microsoft.com/office/drawing/2014/main" id="{C1C2CBDD-8B3C-C841-8A90-2EB3FBB899C4}"/>
              </a:ext>
            </a:extLst>
          </p:cNvPr>
          <p:cNvSpPr>
            <a:spLocks noGrp="1" noRot="1" noChangeAspect="1" noChangeArrowheads="1" noTextEdit="1"/>
          </p:cNvSpPr>
          <p:nvPr>
            <p:ph type="sldImg"/>
          </p:nvPr>
        </p:nvSpPr>
        <p:spPr>
          <a:ln/>
        </p:spPr>
      </p:sp>
      <p:sp>
        <p:nvSpPr>
          <p:cNvPr id="455683" name="Rectangle 3">
            <a:extLst>
              <a:ext uri="{FF2B5EF4-FFF2-40B4-BE49-F238E27FC236}">
                <a16:creationId xmlns:a16="http://schemas.microsoft.com/office/drawing/2014/main" id="{C6344763-5895-8943-884C-D12DC5EABC1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686953906"/>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7729" name="Rectangle 7">
            <a:extLst>
              <a:ext uri="{FF2B5EF4-FFF2-40B4-BE49-F238E27FC236}">
                <a16:creationId xmlns:a16="http://schemas.microsoft.com/office/drawing/2014/main" id="{C454BB49-7EF6-A149-82B3-D25D7C12F5A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20598DD-CC62-524C-8391-783B44B8079E}" type="slidenum">
              <a:rPr lang="en-US" altLang="zh-CN" sz="1200">
                <a:latin typeface="Arial" panose="020B0604020202020204" pitchFamily="34" charset="0"/>
              </a:rPr>
              <a:pPr/>
              <a:t>189</a:t>
            </a:fld>
            <a:endParaRPr lang="en-US" altLang="zh-CN" sz="1200">
              <a:latin typeface="Arial" panose="020B0604020202020204" pitchFamily="34" charset="0"/>
            </a:endParaRPr>
          </a:p>
        </p:txBody>
      </p:sp>
      <p:sp>
        <p:nvSpPr>
          <p:cNvPr id="457730" name="Rectangle 2">
            <a:extLst>
              <a:ext uri="{FF2B5EF4-FFF2-40B4-BE49-F238E27FC236}">
                <a16:creationId xmlns:a16="http://schemas.microsoft.com/office/drawing/2014/main" id="{8F08B058-88A1-404D-90FD-8BB50A130BA4}"/>
              </a:ext>
            </a:extLst>
          </p:cNvPr>
          <p:cNvSpPr>
            <a:spLocks noGrp="1" noRot="1" noChangeAspect="1" noChangeArrowheads="1" noTextEdit="1"/>
          </p:cNvSpPr>
          <p:nvPr>
            <p:ph type="sldImg"/>
          </p:nvPr>
        </p:nvSpPr>
        <p:spPr>
          <a:ln/>
        </p:spPr>
      </p:sp>
      <p:sp>
        <p:nvSpPr>
          <p:cNvPr id="457731" name="Rectangle 3">
            <a:extLst>
              <a:ext uri="{FF2B5EF4-FFF2-40B4-BE49-F238E27FC236}">
                <a16:creationId xmlns:a16="http://schemas.microsoft.com/office/drawing/2014/main" id="{05F3CD42-C0C8-4C45-A4ED-21D015D4A37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635083866"/>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9777" name="Rectangle 7">
            <a:extLst>
              <a:ext uri="{FF2B5EF4-FFF2-40B4-BE49-F238E27FC236}">
                <a16:creationId xmlns:a16="http://schemas.microsoft.com/office/drawing/2014/main" id="{17A501BC-70CF-D747-8335-1D1A1A9DFC2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0F6A8CA-CD0D-7F4F-A196-8AD32524B72F}" type="slidenum">
              <a:rPr lang="en-US" altLang="zh-CN" sz="1200">
                <a:latin typeface="Arial" panose="020B0604020202020204" pitchFamily="34" charset="0"/>
              </a:rPr>
              <a:pPr/>
              <a:t>190</a:t>
            </a:fld>
            <a:endParaRPr lang="en-US" altLang="zh-CN" sz="1200">
              <a:latin typeface="Arial" panose="020B0604020202020204" pitchFamily="34" charset="0"/>
            </a:endParaRPr>
          </a:p>
        </p:txBody>
      </p:sp>
      <p:sp>
        <p:nvSpPr>
          <p:cNvPr id="459778" name="Rectangle 2">
            <a:extLst>
              <a:ext uri="{FF2B5EF4-FFF2-40B4-BE49-F238E27FC236}">
                <a16:creationId xmlns:a16="http://schemas.microsoft.com/office/drawing/2014/main" id="{6290D4AD-775B-CF42-8D50-4CBFC8E509E4}"/>
              </a:ext>
            </a:extLst>
          </p:cNvPr>
          <p:cNvSpPr>
            <a:spLocks noGrp="1" noRot="1" noChangeAspect="1" noChangeArrowheads="1" noTextEdit="1"/>
          </p:cNvSpPr>
          <p:nvPr>
            <p:ph type="sldImg"/>
          </p:nvPr>
        </p:nvSpPr>
        <p:spPr>
          <a:ln/>
        </p:spPr>
      </p:sp>
      <p:sp>
        <p:nvSpPr>
          <p:cNvPr id="459779" name="Rectangle 3">
            <a:extLst>
              <a:ext uri="{FF2B5EF4-FFF2-40B4-BE49-F238E27FC236}">
                <a16:creationId xmlns:a16="http://schemas.microsoft.com/office/drawing/2014/main" id="{EDCEF7CB-5925-654D-8B04-22B1A331B28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373566324"/>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5" name="Rectangle 7">
            <a:extLst>
              <a:ext uri="{FF2B5EF4-FFF2-40B4-BE49-F238E27FC236}">
                <a16:creationId xmlns:a16="http://schemas.microsoft.com/office/drawing/2014/main" id="{67C01CB1-B89F-CC4A-AC6D-C0C4B9D3514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563C8C2-61EE-B241-ACC9-8D2EB41AC75C}" type="slidenum">
              <a:rPr lang="en-US" altLang="zh-CN" sz="1200">
                <a:latin typeface="Arial" panose="020B0604020202020204" pitchFamily="34" charset="0"/>
              </a:rPr>
              <a:pPr/>
              <a:t>191</a:t>
            </a:fld>
            <a:endParaRPr lang="en-US" altLang="zh-CN" sz="1200">
              <a:latin typeface="Arial" panose="020B0604020202020204" pitchFamily="34" charset="0"/>
            </a:endParaRPr>
          </a:p>
        </p:txBody>
      </p:sp>
      <p:sp>
        <p:nvSpPr>
          <p:cNvPr id="461826" name="Rectangle 2">
            <a:extLst>
              <a:ext uri="{FF2B5EF4-FFF2-40B4-BE49-F238E27FC236}">
                <a16:creationId xmlns:a16="http://schemas.microsoft.com/office/drawing/2014/main" id="{6DF0B8C6-89DF-D445-9493-B97A8E055CE6}"/>
              </a:ext>
            </a:extLst>
          </p:cNvPr>
          <p:cNvSpPr>
            <a:spLocks noGrp="1" noRot="1" noChangeAspect="1" noChangeArrowheads="1" noTextEdit="1"/>
          </p:cNvSpPr>
          <p:nvPr>
            <p:ph type="sldImg"/>
          </p:nvPr>
        </p:nvSpPr>
        <p:spPr>
          <a:ln/>
        </p:spPr>
      </p:sp>
      <p:sp>
        <p:nvSpPr>
          <p:cNvPr id="461827" name="Rectangle 3">
            <a:extLst>
              <a:ext uri="{FF2B5EF4-FFF2-40B4-BE49-F238E27FC236}">
                <a16:creationId xmlns:a16="http://schemas.microsoft.com/office/drawing/2014/main" id="{20F7769A-D618-A84A-9A57-2F3B01518BB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62371719"/>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4897" name="Rectangle 7">
            <a:extLst>
              <a:ext uri="{FF2B5EF4-FFF2-40B4-BE49-F238E27FC236}">
                <a16:creationId xmlns:a16="http://schemas.microsoft.com/office/drawing/2014/main" id="{825649D3-218A-C642-98CD-AD421994B38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AFC786F-1A2A-E94E-9BDC-A953B8FE8C5F}" type="slidenum">
              <a:rPr lang="en-US" altLang="zh-CN" sz="1200">
                <a:latin typeface="Arial" panose="020B0604020202020204" pitchFamily="34" charset="0"/>
              </a:rPr>
              <a:pPr/>
              <a:t>193</a:t>
            </a:fld>
            <a:endParaRPr lang="en-US" altLang="zh-CN" sz="1200">
              <a:latin typeface="Arial" panose="020B0604020202020204" pitchFamily="34" charset="0"/>
            </a:endParaRPr>
          </a:p>
        </p:txBody>
      </p:sp>
      <p:sp>
        <p:nvSpPr>
          <p:cNvPr id="464898" name="Rectangle 2">
            <a:extLst>
              <a:ext uri="{FF2B5EF4-FFF2-40B4-BE49-F238E27FC236}">
                <a16:creationId xmlns:a16="http://schemas.microsoft.com/office/drawing/2014/main" id="{C2B2F830-8550-7B41-BEFD-2CBE8F0457B9}"/>
              </a:ext>
            </a:extLst>
          </p:cNvPr>
          <p:cNvSpPr>
            <a:spLocks noGrp="1" noRot="1" noChangeAspect="1" noChangeArrowheads="1" noTextEdit="1"/>
          </p:cNvSpPr>
          <p:nvPr>
            <p:ph type="sldImg"/>
          </p:nvPr>
        </p:nvSpPr>
        <p:spPr>
          <a:xfrm>
            <a:off x="139700" y="768350"/>
            <a:ext cx="6819900" cy="3836988"/>
          </a:xfrm>
          <a:ln/>
        </p:spPr>
      </p:sp>
      <p:sp>
        <p:nvSpPr>
          <p:cNvPr id="464899" name="Rectangle 3">
            <a:extLst>
              <a:ext uri="{FF2B5EF4-FFF2-40B4-BE49-F238E27FC236}">
                <a16:creationId xmlns:a16="http://schemas.microsoft.com/office/drawing/2014/main" id="{A6B493A3-46B8-F742-9267-866FC086579F}"/>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889383880"/>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945" name="Rectangle 7">
            <a:extLst>
              <a:ext uri="{FF2B5EF4-FFF2-40B4-BE49-F238E27FC236}">
                <a16:creationId xmlns:a16="http://schemas.microsoft.com/office/drawing/2014/main" id="{BBB1EC68-3895-E542-80D6-58F174023EB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5A9050A-6B31-C84E-98F1-217EDFDC88EC}" type="slidenum">
              <a:rPr lang="en-US" altLang="zh-CN" sz="1200">
                <a:latin typeface="Arial" panose="020B0604020202020204" pitchFamily="34" charset="0"/>
              </a:rPr>
              <a:pPr/>
              <a:t>194</a:t>
            </a:fld>
            <a:endParaRPr lang="en-US" altLang="zh-CN" sz="1200">
              <a:latin typeface="Arial" panose="020B0604020202020204" pitchFamily="34" charset="0"/>
            </a:endParaRPr>
          </a:p>
        </p:txBody>
      </p:sp>
      <p:sp>
        <p:nvSpPr>
          <p:cNvPr id="466946" name="Rectangle 2">
            <a:extLst>
              <a:ext uri="{FF2B5EF4-FFF2-40B4-BE49-F238E27FC236}">
                <a16:creationId xmlns:a16="http://schemas.microsoft.com/office/drawing/2014/main" id="{A11FFA4C-D274-CE42-8AC4-EAA6901A46A1}"/>
              </a:ext>
            </a:extLst>
          </p:cNvPr>
          <p:cNvSpPr>
            <a:spLocks noGrp="1" noRot="1" noChangeAspect="1" noChangeArrowheads="1" noTextEdit="1"/>
          </p:cNvSpPr>
          <p:nvPr>
            <p:ph type="sldImg"/>
          </p:nvPr>
        </p:nvSpPr>
        <p:spPr>
          <a:xfrm>
            <a:off x="992188" y="768350"/>
            <a:ext cx="5114925" cy="3836988"/>
          </a:xfrm>
          <a:ln/>
        </p:spPr>
      </p:sp>
      <p:sp>
        <p:nvSpPr>
          <p:cNvPr id="466947" name="Rectangle 3">
            <a:extLst>
              <a:ext uri="{FF2B5EF4-FFF2-40B4-BE49-F238E27FC236}">
                <a16:creationId xmlns:a16="http://schemas.microsoft.com/office/drawing/2014/main" id="{CECC9109-BC3C-514D-A9D3-9F44508EFF4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66053464"/>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0017" name="Rectangle 7">
            <a:extLst>
              <a:ext uri="{FF2B5EF4-FFF2-40B4-BE49-F238E27FC236}">
                <a16:creationId xmlns:a16="http://schemas.microsoft.com/office/drawing/2014/main" id="{5D29F060-971A-6B48-9FF3-740567AC910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A95358A-9706-DD46-AA5A-B4481A81CDD9}" type="slidenum">
              <a:rPr lang="en-US" altLang="zh-CN" sz="1200">
                <a:latin typeface="Arial" panose="020B0604020202020204" pitchFamily="34" charset="0"/>
              </a:rPr>
              <a:pPr/>
              <a:t>196</a:t>
            </a:fld>
            <a:endParaRPr lang="en-US" altLang="zh-CN" sz="1200">
              <a:latin typeface="Arial" panose="020B0604020202020204" pitchFamily="34" charset="0"/>
            </a:endParaRPr>
          </a:p>
        </p:txBody>
      </p:sp>
      <p:sp>
        <p:nvSpPr>
          <p:cNvPr id="470018" name="Rectangle 2">
            <a:extLst>
              <a:ext uri="{FF2B5EF4-FFF2-40B4-BE49-F238E27FC236}">
                <a16:creationId xmlns:a16="http://schemas.microsoft.com/office/drawing/2014/main" id="{719848C0-5699-874B-95A8-25A5C2736B5D}"/>
              </a:ext>
            </a:extLst>
          </p:cNvPr>
          <p:cNvSpPr>
            <a:spLocks noGrp="1" noRot="1" noChangeAspect="1" noChangeArrowheads="1" noTextEdit="1"/>
          </p:cNvSpPr>
          <p:nvPr>
            <p:ph type="sldImg"/>
          </p:nvPr>
        </p:nvSpPr>
        <p:spPr>
          <a:xfrm>
            <a:off x="139700" y="768350"/>
            <a:ext cx="6819900" cy="3836988"/>
          </a:xfrm>
          <a:ln/>
        </p:spPr>
      </p:sp>
      <p:sp>
        <p:nvSpPr>
          <p:cNvPr id="470019" name="Rectangle 3">
            <a:extLst>
              <a:ext uri="{FF2B5EF4-FFF2-40B4-BE49-F238E27FC236}">
                <a16:creationId xmlns:a16="http://schemas.microsoft.com/office/drawing/2014/main" id="{DD420592-7508-3646-938B-387E24698F7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141629645"/>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5" name="Rectangle 7">
            <a:extLst>
              <a:ext uri="{FF2B5EF4-FFF2-40B4-BE49-F238E27FC236}">
                <a16:creationId xmlns:a16="http://schemas.microsoft.com/office/drawing/2014/main" id="{154539AF-454E-DD45-B6EB-9B7AEB0A47B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9B00D4D-8D54-BC4F-A0A1-A71C8B3CB85E}" type="slidenum">
              <a:rPr lang="en-US" altLang="zh-CN" sz="1200">
                <a:latin typeface="Arial" panose="020B0604020202020204" pitchFamily="34" charset="0"/>
              </a:rPr>
              <a:pPr/>
              <a:t>197</a:t>
            </a:fld>
            <a:endParaRPr lang="en-US" altLang="zh-CN" sz="1200">
              <a:latin typeface="Arial" panose="020B0604020202020204" pitchFamily="34" charset="0"/>
            </a:endParaRPr>
          </a:p>
        </p:txBody>
      </p:sp>
      <p:sp>
        <p:nvSpPr>
          <p:cNvPr id="472066" name="Rectangle 2">
            <a:extLst>
              <a:ext uri="{FF2B5EF4-FFF2-40B4-BE49-F238E27FC236}">
                <a16:creationId xmlns:a16="http://schemas.microsoft.com/office/drawing/2014/main" id="{73B190DD-A207-3649-9867-F232EF5F87C8}"/>
              </a:ext>
            </a:extLst>
          </p:cNvPr>
          <p:cNvSpPr>
            <a:spLocks noGrp="1" noRot="1" noChangeAspect="1" noChangeArrowheads="1" noTextEdit="1"/>
          </p:cNvSpPr>
          <p:nvPr>
            <p:ph type="sldImg"/>
          </p:nvPr>
        </p:nvSpPr>
        <p:spPr>
          <a:xfrm>
            <a:off x="992188" y="768350"/>
            <a:ext cx="5114925" cy="3836988"/>
          </a:xfrm>
          <a:ln/>
        </p:spPr>
      </p:sp>
      <p:sp>
        <p:nvSpPr>
          <p:cNvPr id="472067" name="Rectangle 3">
            <a:extLst>
              <a:ext uri="{FF2B5EF4-FFF2-40B4-BE49-F238E27FC236}">
                <a16:creationId xmlns:a16="http://schemas.microsoft.com/office/drawing/2014/main" id="{2D2B500E-129B-7042-8E6C-120A3411585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377305313"/>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4113" name="Rectangle 7">
            <a:extLst>
              <a:ext uri="{FF2B5EF4-FFF2-40B4-BE49-F238E27FC236}">
                <a16:creationId xmlns:a16="http://schemas.microsoft.com/office/drawing/2014/main" id="{DDA2DB15-6B43-304F-A6DF-042A06248FE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978FC87-E950-F843-9201-61210EC3E58A}" type="slidenum">
              <a:rPr lang="en-US" altLang="zh-CN" sz="1200">
                <a:latin typeface="Arial" panose="020B0604020202020204" pitchFamily="34" charset="0"/>
              </a:rPr>
              <a:pPr/>
              <a:t>198</a:t>
            </a:fld>
            <a:endParaRPr lang="en-US" altLang="zh-CN" sz="1200">
              <a:latin typeface="Arial" panose="020B0604020202020204" pitchFamily="34" charset="0"/>
            </a:endParaRPr>
          </a:p>
        </p:txBody>
      </p:sp>
      <p:sp>
        <p:nvSpPr>
          <p:cNvPr id="474114" name="Rectangle 2">
            <a:extLst>
              <a:ext uri="{FF2B5EF4-FFF2-40B4-BE49-F238E27FC236}">
                <a16:creationId xmlns:a16="http://schemas.microsoft.com/office/drawing/2014/main" id="{3AB34743-BBE7-6744-928E-F9CBA2798D04}"/>
              </a:ext>
            </a:extLst>
          </p:cNvPr>
          <p:cNvSpPr>
            <a:spLocks noGrp="1" noRot="1" noChangeAspect="1" noChangeArrowheads="1" noTextEdit="1"/>
          </p:cNvSpPr>
          <p:nvPr>
            <p:ph type="sldImg"/>
          </p:nvPr>
        </p:nvSpPr>
        <p:spPr>
          <a:xfrm>
            <a:off x="992188" y="768350"/>
            <a:ext cx="5114925" cy="3836988"/>
          </a:xfrm>
          <a:ln/>
        </p:spPr>
      </p:sp>
      <p:sp>
        <p:nvSpPr>
          <p:cNvPr id="474115" name="Rectangle 3">
            <a:extLst>
              <a:ext uri="{FF2B5EF4-FFF2-40B4-BE49-F238E27FC236}">
                <a16:creationId xmlns:a16="http://schemas.microsoft.com/office/drawing/2014/main" id="{4D2EBF75-C3FC-FE49-B2A1-CAEAD9793EB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225499596"/>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7185" name="Rectangle 7">
            <a:extLst>
              <a:ext uri="{FF2B5EF4-FFF2-40B4-BE49-F238E27FC236}">
                <a16:creationId xmlns:a16="http://schemas.microsoft.com/office/drawing/2014/main" id="{A8D3DA7F-C3B5-B245-A02C-45A373A8205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A1FEE62-7342-F447-B61D-70BCC4ADAB86}" type="slidenum">
              <a:rPr lang="en-US" altLang="zh-CN" sz="1200">
                <a:latin typeface="Arial" panose="020B0604020202020204" pitchFamily="34" charset="0"/>
              </a:rPr>
              <a:pPr/>
              <a:t>200</a:t>
            </a:fld>
            <a:endParaRPr lang="en-US" altLang="zh-CN" sz="1200">
              <a:latin typeface="Arial" panose="020B0604020202020204" pitchFamily="34" charset="0"/>
            </a:endParaRPr>
          </a:p>
        </p:txBody>
      </p:sp>
      <p:sp>
        <p:nvSpPr>
          <p:cNvPr id="477186" name="Rectangle 2">
            <a:extLst>
              <a:ext uri="{FF2B5EF4-FFF2-40B4-BE49-F238E27FC236}">
                <a16:creationId xmlns:a16="http://schemas.microsoft.com/office/drawing/2014/main" id="{46D991FA-458A-C142-A29D-A712B8E2073A}"/>
              </a:ext>
            </a:extLst>
          </p:cNvPr>
          <p:cNvSpPr>
            <a:spLocks noGrp="1" noRot="1" noChangeAspect="1" noChangeArrowheads="1" noTextEdit="1"/>
          </p:cNvSpPr>
          <p:nvPr>
            <p:ph type="sldImg"/>
          </p:nvPr>
        </p:nvSpPr>
        <p:spPr>
          <a:xfrm>
            <a:off x="992188" y="768350"/>
            <a:ext cx="5114925" cy="3836988"/>
          </a:xfrm>
          <a:ln/>
        </p:spPr>
      </p:sp>
      <p:sp>
        <p:nvSpPr>
          <p:cNvPr id="477187" name="Rectangle 3">
            <a:extLst>
              <a:ext uri="{FF2B5EF4-FFF2-40B4-BE49-F238E27FC236}">
                <a16:creationId xmlns:a16="http://schemas.microsoft.com/office/drawing/2014/main" id="{5824C810-7004-9A40-A1C6-3089D5BAAB9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68580494"/>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9233" name="Rectangle 7">
            <a:extLst>
              <a:ext uri="{FF2B5EF4-FFF2-40B4-BE49-F238E27FC236}">
                <a16:creationId xmlns:a16="http://schemas.microsoft.com/office/drawing/2014/main" id="{038BC777-2D5B-3149-90DF-23581743D09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54D8CCA-AEDC-2C47-AD23-2B5739866887}" type="slidenum">
              <a:rPr lang="en-US" altLang="zh-CN" sz="1200">
                <a:latin typeface="Arial" panose="020B0604020202020204" pitchFamily="34" charset="0"/>
              </a:rPr>
              <a:pPr/>
              <a:t>201</a:t>
            </a:fld>
            <a:endParaRPr lang="en-US" altLang="zh-CN" sz="1200">
              <a:latin typeface="Arial" panose="020B0604020202020204" pitchFamily="34" charset="0"/>
            </a:endParaRPr>
          </a:p>
        </p:txBody>
      </p:sp>
      <p:sp>
        <p:nvSpPr>
          <p:cNvPr id="479234" name="Rectangle 2">
            <a:extLst>
              <a:ext uri="{FF2B5EF4-FFF2-40B4-BE49-F238E27FC236}">
                <a16:creationId xmlns:a16="http://schemas.microsoft.com/office/drawing/2014/main" id="{526AFC54-ACA4-B34E-B6C9-5FF89092321F}"/>
              </a:ext>
            </a:extLst>
          </p:cNvPr>
          <p:cNvSpPr>
            <a:spLocks noGrp="1" noRot="1" noChangeAspect="1" noChangeArrowheads="1" noTextEdit="1"/>
          </p:cNvSpPr>
          <p:nvPr>
            <p:ph type="sldImg"/>
          </p:nvPr>
        </p:nvSpPr>
        <p:spPr>
          <a:xfrm>
            <a:off x="992188" y="768350"/>
            <a:ext cx="5114925" cy="3836988"/>
          </a:xfrm>
          <a:ln/>
        </p:spPr>
      </p:sp>
      <p:sp>
        <p:nvSpPr>
          <p:cNvPr id="479235" name="Rectangle 3">
            <a:extLst>
              <a:ext uri="{FF2B5EF4-FFF2-40B4-BE49-F238E27FC236}">
                <a16:creationId xmlns:a16="http://schemas.microsoft.com/office/drawing/2014/main" id="{4D7C6649-368F-C44A-8987-E347A7664BD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341907135"/>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4353" name="Rectangle 7">
            <a:extLst>
              <a:ext uri="{FF2B5EF4-FFF2-40B4-BE49-F238E27FC236}">
                <a16:creationId xmlns:a16="http://schemas.microsoft.com/office/drawing/2014/main" id="{D5F075BA-EA53-C949-8351-70008FF5011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E904692-A99D-C444-AB6C-3F829980CFD4}" type="slidenum">
              <a:rPr lang="en-US" altLang="zh-CN" sz="1200">
                <a:latin typeface="Arial" panose="020B0604020202020204" pitchFamily="34" charset="0"/>
              </a:rPr>
              <a:pPr/>
              <a:t>205</a:t>
            </a:fld>
            <a:endParaRPr lang="en-US" altLang="zh-CN" sz="1200">
              <a:latin typeface="Arial" panose="020B0604020202020204" pitchFamily="34" charset="0"/>
            </a:endParaRPr>
          </a:p>
        </p:txBody>
      </p:sp>
      <p:sp>
        <p:nvSpPr>
          <p:cNvPr id="484354" name="Rectangle 2">
            <a:extLst>
              <a:ext uri="{FF2B5EF4-FFF2-40B4-BE49-F238E27FC236}">
                <a16:creationId xmlns:a16="http://schemas.microsoft.com/office/drawing/2014/main" id="{5BAEFE66-766C-F54B-8F23-E75CAFDB68B5}"/>
              </a:ext>
            </a:extLst>
          </p:cNvPr>
          <p:cNvSpPr>
            <a:spLocks noGrp="1" noRot="1" noChangeAspect="1" noChangeArrowheads="1" noTextEdit="1"/>
          </p:cNvSpPr>
          <p:nvPr>
            <p:ph type="sldImg"/>
          </p:nvPr>
        </p:nvSpPr>
        <p:spPr>
          <a:xfrm>
            <a:off x="139700" y="768350"/>
            <a:ext cx="6819900" cy="3836988"/>
          </a:xfrm>
          <a:ln/>
        </p:spPr>
      </p:sp>
      <p:sp>
        <p:nvSpPr>
          <p:cNvPr id="484355" name="Rectangle 3">
            <a:extLst>
              <a:ext uri="{FF2B5EF4-FFF2-40B4-BE49-F238E27FC236}">
                <a16:creationId xmlns:a16="http://schemas.microsoft.com/office/drawing/2014/main" id="{A02B3004-6449-8A41-AD89-4DA4B243331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754889927"/>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5617" name="Rectangle 7">
            <a:extLst>
              <a:ext uri="{FF2B5EF4-FFF2-40B4-BE49-F238E27FC236}">
                <a16:creationId xmlns:a16="http://schemas.microsoft.com/office/drawing/2014/main" id="{100A537E-3011-BA40-94C4-6140A1D743E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EA19D15-9062-3C43-91CF-29A6081D81E5}" type="slidenum">
              <a:rPr lang="en-US" altLang="zh-CN" sz="1200">
                <a:latin typeface="Arial" panose="020B0604020202020204" pitchFamily="34" charset="0"/>
              </a:rPr>
              <a:pPr/>
              <a:t>215</a:t>
            </a:fld>
            <a:endParaRPr lang="en-US" altLang="zh-CN" sz="1200">
              <a:latin typeface="Arial" panose="020B0604020202020204" pitchFamily="34" charset="0"/>
            </a:endParaRPr>
          </a:p>
        </p:txBody>
      </p:sp>
      <p:sp>
        <p:nvSpPr>
          <p:cNvPr id="495618" name="Rectangle 2">
            <a:extLst>
              <a:ext uri="{FF2B5EF4-FFF2-40B4-BE49-F238E27FC236}">
                <a16:creationId xmlns:a16="http://schemas.microsoft.com/office/drawing/2014/main" id="{D4AF56CC-9F49-4145-BBE8-E29D58B2F32E}"/>
              </a:ext>
            </a:extLst>
          </p:cNvPr>
          <p:cNvSpPr>
            <a:spLocks noGrp="1" noRot="1" noChangeAspect="1" noChangeArrowheads="1" noTextEdit="1"/>
          </p:cNvSpPr>
          <p:nvPr>
            <p:ph type="sldImg"/>
          </p:nvPr>
        </p:nvSpPr>
        <p:spPr>
          <a:xfrm>
            <a:off x="992188" y="768350"/>
            <a:ext cx="5114925" cy="3836988"/>
          </a:xfrm>
          <a:ln/>
        </p:spPr>
      </p:sp>
      <p:sp>
        <p:nvSpPr>
          <p:cNvPr id="495619" name="Rectangle 3">
            <a:extLst>
              <a:ext uri="{FF2B5EF4-FFF2-40B4-BE49-F238E27FC236}">
                <a16:creationId xmlns:a16="http://schemas.microsoft.com/office/drawing/2014/main" id="{C357CD29-1AE4-A845-BA38-8D16DB2654C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69600814"/>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665" name="Rectangle 7">
            <a:extLst>
              <a:ext uri="{FF2B5EF4-FFF2-40B4-BE49-F238E27FC236}">
                <a16:creationId xmlns:a16="http://schemas.microsoft.com/office/drawing/2014/main" id="{EC888599-16E4-6644-8E93-1517614D7C5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6E3825C-3E4A-6D4C-86C5-B8494D12CFD1}" type="slidenum">
              <a:rPr lang="en-US" altLang="zh-CN" sz="1200">
                <a:latin typeface="Arial" panose="020B0604020202020204" pitchFamily="34" charset="0"/>
              </a:rPr>
              <a:pPr/>
              <a:t>216</a:t>
            </a:fld>
            <a:endParaRPr lang="en-US" altLang="zh-CN" sz="1200">
              <a:latin typeface="Arial" panose="020B0604020202020204" pitchFamily="34" charset="0"/>
            </a:endParaRPr>
          </a:p>
        </p:txBody>
      </p:sp>
      <p:sp>
        <p:nvSpPr>
          <p:cNvPr id="497666" name="Rectangle 2">
            <a:extLst>
              <a:ext uri="{FF2B5EF4-FFF2-40B4-BE49-F238E27FC236}">
                <a16:creationId xmlns:a16="http://schemas.microsoft.com/office/drawing/2014/main" id="{9A776049-D46E-3648-AA08-721AD1EFFBE4}"/>
              </a:ext>
            </a:extLst>
          </p:cNvPr>
          <p:cNvSpPr>
            <a:spLocks noGrp="1" noRot="1" noChangeAspect="1" noChangeArrowheads="1" noTextEdit="1"/>
          </p:cNvSpPr>
          <p:nvPr>
            <p:ph type="sldImg"/>
          </p:nvPr>
        </p:nvSpPr>
        <p:spPr>
          <a:xfrm>
            <a:off x="992188" y="768350"/>
            <a:ext cx="5114925" cy="3836988"/>
          </a:xfrm>
          <a:ln/>
        </p:spPr>
      </p:sp>
      <p:sp>
        <p:nvSpPr>
          <p:cNvPr id="497667" name="Rectangle 3">
            <a:extLst>
              <a:ext uri="{FF2B5EF4-FFF2-40B4-BE49-F238E27FC236}">
                <a16:creationId xmlns:a16="http://schemas.microsoft.com/office/drawing/2014/main" id="{E85E80B9-65C4-2541-A53F-9216EB06A9C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77447941"/>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0737" name="Rectangle 7">
            <a:extLst>
              <a:ext uri="{FF2B5EF4-FFF2-40B4-BE49-F238E27FC236}">
                <a16:creationId xmlns:a16="http://schemas.microsoft.com/office/drawing/2014/main" id="{E4B3047E-5BBB-804C-A28A-7BA4A65C109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323DF04-F4EF-5742-9E0B-BEE8E3F0E0DF}" type="slidenum">
              <a:rPr lang="en-US" altLang="zh-CN" sz="1200">
                <a:latin typeface="Arial" panose="020B0604020202020204" pitchFamily="34" charset="0"/>
              </a:rPr>
              <a:pPr/>
              <a:t>218</a:t>
            </a:fld>
            <a:endParaRPr lang="en-US" altLang="zh-CN" sz="1200">
              <a:latin typeface="Arial" panose="020B0604020202020204" pitchFamily="34" charset="0"/>
            </a:endParaRPr>
          </a:p>
        </p:txBody>
      </p:sp>
      <p:sp>
        <p:nvSpPr>
          <p:cNvPr id="500738" name="Rectangle 2">
            <a:extLst>
              <a:ext uri="{FF2B5EF4-FFF2-40B4-BE49-F238E27FC236}">
                <a16:creationId xmlns:a16="http://schemas.microsoft.com/office/drawing/2014/main" id="{D4AD9C12-5194-FE4E-9F92-B9D4D0980135}"/>
              </a:ext>
            </a:extLst>
          </p:cNvPr>
          <p:cNvSpPr>
            <a:spLocks noGrp="1" noRot="1" noChangeAspect="1" noChangeArrowheads="1" noTextEdit="1"/>
          </p:cNvSpPr>
          <p:nvPr>
            <p:ph type="sldImg"/>
          </p:nvPr>
        </p:nvSpPr>
        <p:spPr>
          <a:xfrm>
            <a:off x="992188" y="768350"/>
            <a:ext cx="5114925" cy="3836988"/>
          </a:xfrm>
          <a:ln/>
        </p:spPr>
      </p:sp>
      <p:sp>
        <p:nvSpPr>
          <p:cNvPr id="500739" name="Rectangle 3">
            <a:extLst>
              <a:ext uri="{FF2B5EF4-FFF2-40B4-BE49-F238E27FC236}">
                <a16:creationId xmlns:a16="http://schemas.microsoft.com/office/drawing/2014/main" id="{FB5284D2-F9C1-E140-9DF3-E4FC6BFFE5E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00819673"/>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785" name="Rectangle 7">
            <a:extLst>
              <a:ext uri="{FF2B5EF4-FFF2-40B4-BE49-F238E27FC236}">
                <a16:creationId xmlns:a16="http://schemas.microsoft.com/office/drawing/2014/main" id="{1B169699-5B57-6647-A38C-EF718DF6D22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5304DB5-2954-DB49-8B69-5E705890A24F}" type="slidenum">
              <a:rPr lang="en-US" altLang="zh-CN" sz="1200">
                <a:latin typeface="Arial" panose="020B0604020202020204" pitchFamily="34" charset="0"/>
              </a:rPr>
              <a:pPr/>
              <a:t>219</a:t>
            </a:fld>
            <a:endParaRPr lang="en-US" altLang="zh-CN" sz="1200">
              <a:latin typeface="Arial" panose="020B0604020202020204" pitchFamily="34" charset="0"/>
            </a:endParaRPr>
          </a:p>
        </p:txBody>
      </p:sp>
      <p:sp>
        <p:nvSpPr>
          <p:cNvPr id="502786" name="Rectangle 2">
            <a:extLst>
              <a:ext uri="{FF2B5EF4-FFF2-40B4-BE49-F238E27FC236}">
                <a16:creationId xmlns:a16="http://schemas.microsoft.com/office/drawing/2014/main" id="{13E46B58-FD03-0943-947A-65950A28D08E}"/>
              </a:ext>
            </a:extLst>
          </p:cNvPr>
          <p:cNvSpPr>
            <a:spLocks noGrp="1" noRot="1" noChangeAspect="1" noChangeArrowheads="1" noTextEdit="1"/>
          </p:cNvSpPr>
          <p:nvPr>
            <p:ph type="sldImg"/>
          </p:nvPr>
        </p:nvSpPr>
        <p:spPr>
          <a:xfrm>
            <a:off x="992188" y="768350"/>
            <a:ext cx="5114925" cy="3836988"/>
          </a:xfrm>
          <a:ln/>
        </p:spPr>
      </p:sp>
      <p:sp>
        <p:nvSpPr>
          <p:cNvPr id="502787" name="Rectangle 3">
            <a:extLst>
              <a:ext uri="{FF2B5EF4-FFF2-40B4-BE49-F238E27FC236}">
                <a16:creationId xmlns:a16="http://schemas.microsoft.com/office/drawing/2014/main" id="{C1A5AFB2-E0CD-784C-B14F-70FF7A475B1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615620655"/>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4833" name="Rectangle 7">
            <a:extLst>
              <a:ext uri="{FF2B5EF4-FFF2-40B4-BE49-F238E27FC236}">
                <a16:creationId xmlns:a16="http://schemas.microsoft.com/office/drawing/2014/main" id="{7B9FD5E7-A65C-5D42-810E-DD1D1ABD9BC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2EDD918-4D28-DF4E-9DC1-B92FC13150C8}" type="slidenum">
              <a:rPr lang="en-US" altLang="zh-CN" sz="1200">
                <a:latin typeface="Arial" panose="020B0604020202020204" pitchFamily="34" charset="0"/>
              </a:rPr>
              <a:pPr/>
              <a:t>220</a:t>
            </a:fld>
            <a:endParaRPr lang="en-US" altLang="zh-CN" sz="1200">
              <a:latin typeface="Arial" panose="020B0604020202020204" pitchFamily="34" charset="0"/>
            </a:endParaRPr>
          </a:p>
        </p:txBody>
      </p:sp>
      <p:sp>
        <p:nvSpPr>
          <p:cNvPr id="504834" name="Rectangle 2">
            <a:extLst>
              <a:ext uri="{FF2B5EF4-FFF2-40B4-BE49-F238E27FC236}">
                <a16:creationId xmlns:a16="http://schemas.microsoft.com/office/drawing/2014/main" id="{D5191EE9-3D96-9D4D-B07F-00E891B89E3B}"/>
              </a:ext>
            </a:extLst>
          </p:cNvPr>
          <p:cNvSpPr>
            <a:spLocks noGrp="1" noRot="1" noChangeAspect="1" noChangeArrowheads="1" noTextEdit="1"/>
          </p:cNvSpPr>
          <p:nvPr>
            <p:ph type="sldImg"/>
          </p:nvPr>
        </p:nvSpPr>
        <p:spPr>
          <a:xfrm>
            <a:off x="992188" y="768350"/>
            <a:ext cx="5114925" cy="3836988"/>
          </a:xfrm>
          <a:ln/>
        </p:spPr>
      </p:sp>
      <p:sp>
        <p:nvSpPr>
          <p:cNvPr id="504835" name="Rectangle 3">
            <a:extLst>
              <a:ext uri="{FF2B5EF4-FFF2-40B4-BE49-F238E27FC236}">
                <a16:creationId xmlns:a16="http://schemas.microsoft.com/office/drawing/2014/main" id="{32C4631F-0804-8C4B-A659-378478656C6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1581182"/>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6881" name="Rectangle 7">
            <a:extLst>
              <a:ext uri="{FF2B5EF4-FFF2-40B4-BE49-F238E27FC236}">
                <a16:creationId xmlns:a16="http://schemas.microsoft.com/office/drawing/2014/main" id="{81EC5A07-DFC9-5844-9860-06FD6D7A61A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37E79F8-EC14-434E-BC22-2CA92DB0FAA1}" type="slidenum">
              <a:rPr lang="en-US" altLang="zh-CN" sz="1200">
                <a:latin typeface="Arial" panose="020B0604020202020204" pitchFamily="34" charset="0"/>
              </a:rPr>
              <a:pPr/>
              <a:t>221</a:t>
            </a:fld>
            <a:endParaRPr lang="en-US" altLang="zh-CN" sz="1200">
              <a:latin typeface="Arial" panose="020B0604020202020204" pitchFamily="34" charset="0"/>
            </a:endParaRPr>
          </a:p>
        </p:txBody>
      </p:sp>
      <p:sp>
        <p:nvSpPr>
          <p:cNvPr id="506882" name="Rectangle 2">
            <a:extLst>
              <a:ext uri="{FF2B5EF4-FFF2-40B4-BE49-F238E27FC236}">
                <a16:creationId xmlns:a16="http://schemas.microsoft.com/office/drawing/2014/main" id="{54253913-1ED9-3C4F-8A0E-32FD1F09B415}"/>
              </a:ext>
            </a:extLst>
          </p:cNvPr>
          <p:cNvSpPr>
            <a:spLocks noGrp="1" noRot="1" noChangeAspect="1" noChangeArrowheads="1" noTextEdit="1"/>
          </p:cNvSpPr>
          <p:nvPr>
            <p:ph type="sldImg"/>
          </p:nvPr>
        </p:nvSpPr>
        <p:spPr>
          <a:xfrm>
            <a:off x="992188" y="768350"/>
            <a:ext cx="5114925" cy="3836988"/>
          </a:xfrm>
          <a:ln/>
        </p:spPr>
      </p:sp>
      <p:sp>
        <p:nvSpPr>
          <p:cNvPr id="506883" name="Rectangle 3">
            <a:extLst>
              <a:ext uri="{FF2B5EF4-FFF2-40B4-BE49-F238E27FC236}">
                <a16:creationId xmlns:a16="http://schemas.microsoft.com/office/drawing/2014/main" id="{95D9D7E1-1378-3040-A91E-8BB8F01AE11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06385185"/>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8929" name="Rectangle 7">
            <a:extLst>
              <a:ext uri="{FF2B5EF4-FFF2-40B4-BE49-F238E27FC236}">
                <a16:creationId xmlns:a16="http://schemas.microsoft.com/office/drawing/2014/main" id="{74943389-2A91-2541-8027-D6B389A43D7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20EBBF0-86BE-8E45-9B15-663A377781FB}" type="slidenum">
              <a:rPr lang="en-US" altLang="zh-CN" sz="1200">
                <a:latin typeface="Arial" panose="020B0604020202020204" pitchFamily="34" charset="0"/>
              </a:rPr>
              <a:pPr/>
              <a:t>222</a:t>
            </a:fld>
            <a:endParaRPr lang="en-US" altLang="zh-CN" sz="1200">
              <a:latin typeface="Arial" panose="020B0604020202020204" pitchFamily="34" charset="0"/>
            </a:endParaRPr>
          </a:p>
        </p:txBody>
      </p:sp>
      <p:sp>
        <p:nvSpPr>
          <p:cNvPr id="508930" name="Rectangle 2">
            <a:extLst>
              <a:ext uri="{FF2B5EF4-FFF2-40B4-BE49-F238E27FC236}">
                <a16:creationId xmlns:a16="http://schemas.microsoft.com/office/drawing/2014/main" id="{37CD1FEF-BAF3-A742-9E7B-412A30064ED5}"/>
              </a:ext>
            </a:extLst>
          </p:cNvPr>
          <p:cNvSpPr>
            <a:spLocks noGrp="1" noRot="1" noChangeAspect="1" noChangeArrowheads="1" noTextEdit="1"/>
          </p:cNvSpPr>
          <p:nvPr>
            <p:ph type="sldImg"/>
          </p:nvPr>
        </p:nvSpPr>
        <p:spPr>
          <a:xfrm>
            <a:off x="139700" y="768350"/>
            <a:ext cx="6819900" cy="3836988"/>
          </a:xfrm>
          <a:ln/>
        </p:spPr>
      </p:sp>
      <p:sp>
        <p:nvSpPr>
          <p:cNvPr id="508931" name="Rectangle 3">
            <a:extLst>
              <a:ext uri="{FF2B5EF4-FFF2-40B4-BE49-F238E27FC236}">
                <a16:creationId xmlns:a16="http://schemas.microsoft.com/office/drawing/2014/main" id="{22E45A84-0BA9-3749-90B6-E7E5D73C62E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017737003"/>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0977" name="Rectangle 7">
            <a:extLst>
              <a:ext uri="{FF2B5EF4-FFF2-40B4-BE49-F238E27FC236}">
                <a16:creationId xmlns:a16="http://schemas.microsoft.com/office/drawing/2014/main" id="{B705183B-9722-0241-BF06-F1039268C11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AABE59F-B87B-D346-8298-803FED73A468}" type="slidenum">
              <a:rPr lang="en-US" altLang="zh-CN" sz="1200">
                <a:latin typeface="Arial" panose="020B0604020202020204" pitchFamily="34" charset="0"/>
              </a:rPr>
              <a:pPr/>
              <a:t>223</a:t>
            </a:fld>
            <a:endParaRPr lang="en-US" altLang="zh-CN" sz="1200">
              <a:latin typeface="Arial" panose="020B0604020202020204" pitchFamily="34" charset="0"/>
            </a:endParaRPr>
          </a:p>
        </p:txBody>
      </p:sp>
      <p:sp>
        <p:nvSpPr>
          <p:cNvPr id="510978" name="Rectangle 2">
            <a:extLst>
              <a:ext uri="{FF2B5EF4-FFF2-40B4-BE49-F238E27FC236}">
                <a16:creationId xmlns:a16="http://schemas.microsoft.com/office/drawing/2014/main" id="{817CC5F9-ECC4-CC46-928B-21711D8A37F6}"/>
              </a:ext>
            </a:extLst>
          </p:cNvPr>
          <p:cNvSpPr>
            <a:spLocks noGrp="1" noRot="1" noChangeAspect="1" noChangeArrowheads="1" noTextEdit="1"/>
          </p:cNvSpPr>
          <p:nvPr>
            <p:ph type="sldImg"/>
          </p:nvPr>
        </p:nvSpPr>
        <p:spPr>
          <a:xfrm>
            <a:off x="139700" y="768350"/>
            <a:ext cx="6819900" cy="3836988"/>
          </a:xfrm>
          <a:ln/>
        </p:spPr>
      </p:sp>
      <p:sp>
        <p:nvSpPr>
          <p:cNvPr id="510979" name="Rectangle 3">
            <a:extLst>
              <a:ext uri="{FF2B5EF4-FFF2-40B4-BE49-F238E27FC236}">
                <a16:creationId xmlns:a16="http://schemas.microsoft.com/office/drawing/2014/main" id="{1DC6BB14-D8CA-CB45-8632-F02D2EFD236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zh-CN">
                <a:latin typeface="Arial" panose="020B0604020202020204" pitchFamily="34" charset="0"/>
                <a:ea typeface="宋体" panose="02010600030101010101" pitchFamily="2" charset="-122"/>
              </a:rPr>
              <a:t>B</a:t>
            </a:r>
            <a:r>
              <a:rPr lang="zh-CN" altLang="en-US">
                <a:latin typeface="Arial" panose="020B0604020202020204" pitchFamily="34" charset="0"/>
                <a:ea typeface="宋体" panose="02010600030101010101" pitchFamily="2" charset="-122"/>
              </a:rPr>
              <a:t>到</a:t>
            </a:r>
            <a:r>
              <a:rPr lang="en-US" altLang="zh-CN">
                <a:latin typeface="Arial" panose="020B0604020202020204" pitchFamily="34" charset="0"/>
                <a:ea typeface="宋体" panose="02010600030101010101" pitchFamily="2" charset="-122"/>
              </a:rPr>
              <a:t>E</a:t>
            </a:r>
            <a:r>
              <a:rPr lang="zh-CN" altLang="en-US">
                <a:latin typeface="Arial" panose="020B0604020202020204" pitchFamily="34" charset="0"/>
                <a:ea typeface="宋体" panose="02010600030101010101" pitchFamily="2" charset="-122"/>
              </a:rPr>
              <a:t>这段路径是</a:t>
            </a:r>
            <a:r>
              <a:rPr lang="en-US" altLang="zh-CN">
                <a:latin typeface="Arial" panose="020B0604020202020204" pitchFamily="34" charset="0"/>
                <a:ea typeface="宋体" panose="02010600030101010101" pitchFamily="2" charset="-122"/>
              </a:rPr>
              <a:t>IPV4</a:t>
            </a:r>
            <a:r>
              <a:rPr lang="zh-CN" altLang="en-US">
                <a:latin typeface="Arial" panose="020B0604020202020204" pitchFamily="34" charset="0"/>
                <a:ea typeface="宋体" panose="02010600030101010101" pitchFamily="2" charset="-122"/>
              </a:rPr>
              <a:t>网络，因此，路由器</a:t>
            </a:r>
            <a:r>
              <a:rPr lang="en-US" altLang="zh-CN">
                <a:latin typeface="Arial" panose="020B0604020202020204" pitchFamily="34" charset="0"/>
                <a:ea typeface="宋体" panose="02010600030101010101" pitchFamily="2" charset="-122"/>
              </a:rPr>
              <a:t>B</a:t>
            </a:r>
            <a:r>
              <a:rPr lang="zh-CN" altLang="en-US">
                <a:latin typeface="Arial" panose="020B0604020202020204" pitchFamily="34" charset="0"/>
                <a:ea typeface="宋体" panose="02010600030101010101" pitchFamily="2" charset="-122"/>
              </a:rPr>
              <a:t>不能向</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转发</a:t>
            </a:r>
            <a:r>
              <a:rPr lang="en-US" altLang="zh-CN">
                <a:latin typeface="Arial" panose="020B0604020202020204" pitchFamily="34" charset="0"/>
                <a:ea typeface="宋体" panose="02010600030101010101" pitchFamily="2" charset="-122"/>
              </a:rPr>
              <a:t>IPV6</a:t>
            </a:r>
            <a:r>
              <a:rPr lang="zh-CN" altLang="en-US">
                <a:latin typeface="Arial" panose="020B0604020202020204" pitchFamily="34" charset="0"/>
                <a:ea typeface="宋体" panose="02010600030101010101" pitchFamily="2" charset="-122"/>
              </a:rPr>
              <a:t>分组，因为</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只使用</a:t>
            </a:r>
            <a:r>
              <a:rPr lang="en-US" altLang="zh-CN">
                <a:latin typeface="Arial" panose="020B0604020202020204" pitchFamily="34" charset="0"/>
                <a:ea typeface="宋体" panose="02010600030101010101" pitchFamily="2" charset="-122"/>
              </a:rPr>
              <a:t>IPV4</a:t>
            </a:r>
            <a:r>
              <a:rPr lang="zh-CN" altLang="en-US">
                <a:latin typeface="Arial" panose="020B0604020202020204" pitchFamily="34" charset="0"/>
                <a:ea typeface="宋体" panose="02010600030101010101" pitchFamily="2" charset="-122"/>
              </a:rPr>
              <a:t>协议。路由器</a:t>
            </a:r>
            <a:r>
              <a:rPr lang="en-US" altLang="zh-CN">
                <a:latin typeface="Arial" panose="020B0604020202020204" pitchFamily="34" charset="0"/>
                <a:ea typeface="宋体" panose="02010600030101010101" pitchFamily="2" charset="-122"/>
              </a:rPr>
              <a:t>B</a:t>
            </a:r>
            <a:r>
              <a:rPr lang="zh-CN" altLang="en-US">
                <a:latin typeface="Arial" panose="020B0604020202020204" pitchFamily="34" charset="0"/>
                <a:ea typeface="宋体" panose="02010600030101010101" pitchFamily="2" charset="-122"/>
              </a:rPr>
              <a:t>把</a:t>
            </a:r>
            <a:r>
              <a:rPr lang="en-US" altLang="zh-CN">
                <a:latin typeface="Arial" panose="020B0604020202020204" pitchFamily="34" charset="0"/>
                <a:ea typeface="宋体" panose="02010600030101010101" pitchFamily="2" charset="-122"/>
              </a:rPr>
              <a:t>IPv6</a:t>
            </a:r>
            <a:r>
              <a:rPr lang="zh-CN" altLang="en-US">
                <a:latin typeface="Arial" panose="020B0604020202020204" pitchFamily="34" charset="0"/>
                <a:ea typeface="宋体" panose="02010600030101010101" pitchFamily="2" charset="-122"/>
              </a:rPr>
              <a:t>分组首部转换为</a:t>
            </a:r>
            <a:r>
              <a:rPr lang="en-US" altLang="zh-CN">
                <a:latin typeface="Arial" panose="020B0604020202020204" pitchFamily="34" charset="0"/>
                <a:ea typeface="宋体" panose="02010600030101010101" pitchFamily="2" charset="-122"/>
              </a:rPr>
              <a:t>IPv4</a:t>
            </a:r>
            <a:r>
              <a:rPr lang="zh-CN" altLang="en-US">
                <a:latin typeface="Arial" panose="020B0604020202020204" pitchFamily="34" charset="0"/>
                <a:ea typeface="宋体" panose="02010600030101010101" pitchFamily="2" charset="-122"/>
              </a:rPr>
              <a:t>分组首部后发送给</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。等到</a:t>
            </a:r>
            <a:r>
              <a:rPr lang="en-US" altLang="zh-CN">
                <a:latin typeface="Arial" panose="020B0604020202020204" pitchFamily="34" charset="0"/>
                <a:ea typeface="宋体" panose="02010600030101010101" pitchFamily="2" charset="-122"/>
              </a:rPr>
              <a:t>IPv4</a:t>
            </a:r>
            <a:r>
              <a:rPr lang="zh-CN" altLang="en-US">
                <a:latin typeface="Arial" panose="020B0604020202020204" pitchFamily="34" charset="0"/>
                <a:ea typeface="宋体" panose="02010600030101010101" pitchFamily="2" charset="-122"/>
              </a:rPr>
              <a:t>分组到达</a:t>
            </a:r>
            <a:r>
              <a:rPr lang="en-US" altLang="zh-CN">
                <a:latin typeface="Arial" panose="020B0604020202020204" pitchFamily="34" charset="0"/>
                <a:ea typeface="宋体" panose="02010600030101010101" pitchFamily="2" charset="-122"/>
              </a:rPr>
              <a:t>IPv4</a:t>
            </a:r>
            <a:r>
              <a:rPr lang="zh-CN" altLang="en-US">
                <a:latin typeface="Arial" panose="020B0604020202020204" pitchFamily="34" charset="0"/>
                <a:ea typeface="宋体" panose="02010600030101010101" pitchFamily="2" charset="-122"/>
              </a:rPr>
              <a:t>出口路由器</a:t>
            </a:r>
            <a:r>
              <a:rPr lang="en-US" altLang="zh-CN">
                <a:latin typeface="Arial" panose="020B0604020202020204" pitchFamily="34" charset="0"/>
                <a:ea typeface="宋体" panose="02010600030101010101" pitchFamily="2" charset="-122"/>
              </a:rPr>
              <a:t>E</a:t>
            </a:r>
            <a:r>
              <a:rPr lang="zh-CN" altLang="en-US">
                <a:latin typeface="Arial" panose="020B0604020202020204" pitchFamily="34" charset="0"/>
                <a:ea typeface="宋体" panose="02010600030101010101" pitchFamily="2" charset="-122"/>
              </a:rPr>
              <a:t>室，再恢复成原来的</a:t>
            </a:r>
            <a:r>
              <a:rPr lang="en-US" altLang="zh-CN">
                <a:latin typeface="Arial" panose="020B0604020202020204" pitchFamily="34" charset="0"/>
                <a:ea typeface="宋体" panose="02010600030101010101" pitchFamily="2" charset="-122"/>
              </a:rPr>
              <a:t>IPv6</a:t>
            </a:r>
            <a:r>
              <a:rPr lang="zh-CN" altLang="en-US">
                <a:latin typeface="Arial" panose="020B0604020202020204" pitchFamily="34" charset="0"/>
                <a:ea typeface="宋体" panose="02010600030101010101" pitchFamily="2" charset="-122"/>
              </a:rPr>
              <a:t>分组。需要注意的是，</a:t>
            </a:r>
            <a:r>
              <a:rPr lang="en-US" altLang="zh-CN">
                <a:latin typeface="Arial" panose="020B0604020202020204" pitchFamily="34" charset="0"/>
                <a:ea typeface="宋体" panose="02010600030101010101" pitchFamily="2" charset="-122"/>
              </a:rPr>
              <a:t>IPv6</a:t>
            </a:r>
            <a:r>
              <a:rPr lang="zh-CN" altLang="en-US">
                <a:latin typeface="Arial" panose="020B0604020202020204" pitchFamily="34" charset="0"/>
                <a:ea typeface="宋体" panose="02010600030101010101" pitchFamily="2" charset="-122"/>
              </a:rPr>
              <a:t>分组首部中的某些字段无法恢复，变为空缺，这种损失是不可避免的。</a:t>
            </a:r>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578727988"/>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4049" name="Rectangle 7">
            <a:extLst>
              <a:ext uri="{FF2B5EF4-FFF2-40B4-BE49-F238E27FC236}">
                <a16:creationId xmlns:a16="http://schemas.microsoft.com/office/drawing/2014/main" id="{F6AF0D36-6828-4145-AE37-49B5AB0E318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E91C144-21D2-D041-B4E0-8508FF9893AB}" type="slidenum">
              <a:rPr lang="en-US" altLang="zh-CN" sz="1200">
                <a:latin typeface="Arial" panose="020B0604020202020204" pitchFamily="34" charset="0"/>
              </a:rPr>
              <a:pPr/>
              <a:t>225</a:t>
            </a:fld>
            <a:endParaRPr lang="en-US" altLang="zh-CN" sz="1200">
              <a:latin typeface="Arial" panose="020B0604020202020204" pitchFamily="34" charset="0"/>
            </a:endParaRPr>
          </a:p>
        </p:txBody>
      </p:sp>
      <p:sp>
        <p:nvSpPr>
          <p:cNvPr id="514050" name="Rectangle 2">
            <a:extLst>
              <a:ext uri="{FF2B5EF4-FFF2-40B4-BE49-F238E27FC236}">
                <a16:creationId xmlns:a16="http://schemas.microsoft.com/office/drawing/2014/main" id="{D85D9803-5CFA-DB40-A9A4-73DB761EA416}"/>
              </a:ext>
            </a:extLst>
          </p:cNvPr>
          <p:cNvSpPr>
            <a:spLocks noGrp="1" noRot="1" noChangeAspect="1" noChangeArrowheads="1" noTextEdit="1"/>
          </p:cNvSpPr>
          <p:nvPr>
            <p:ph type="sldImg"/>
          </p:nvPr>
        </p:nvSpPr>
        <p:spPr>
          <a:xfrm>
            <a:off x="139700" y="768350"/>
            <a:ext cx="6819900" cy="3836988"/>
          </a:xfrm>
          <a:ln/>
        </p:spPr>
      </p:sp>
      <p:sp>
        <p:nvSpPr>
          <p:cNvPr id="514051" name="Rectangle 3">
            <a:extLst>
              <a:ext uri="{FF2B5EF4-FFF2-40B4-BE49-F238E27FC236}">
                <a16:creationId xmlns:a16="http://schemas.microsoft.com/office/drawing/2014/main" id="{361373D5-59BA-A04B-B735-161BA67EB09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633632078"/>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6097" name="Rectangle 7">
            <a:extLst>
              <a:ext uri="{FF2B5EF4-FFF2-40B4-BE49-F238E27FC236}">
                <a16:creationId xmlns:a16="http://schemas.microsoft.com/office/drawing/2014/main" id="{7951845A-29B5-EB45-AED4-105BEFBB8C1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C33F77A-D604-1749-B123-88A7A413703F}" type="slidenum">
              <a:rPr lang="en-US" altLang="zh-CN" sz="1200">
                <a:latin typeface="Arial" panose="020B0604020202020204" pitchFamily="34" charset="0"/>
              </a:rPr>
              <a:pPr/>
              <a:t>226</a:t>
            </a:fld>
            <a:endParaRPr lang="en-US" altLang="zh-CN" sz="1200">
              <a:latin typeface="Arial" panose="020B0604020202020204" pitchFamily="34" charset="0"/>
            </a:endParaRPr>
          </a:p>
        </p:txBody>
      </p:sp>
      <p:sp>
        <p:nvSpPr>
          <p:cNvPr id="516098" name="Rectangle 2">
            <a:extLst>
              <a:ext uri="{FF2B5EF4-FFF2-40B4-BE49-F238E27FC236}">
                <a16:creationId xmlns:a16="http://schemas.microsoft.com/office/drawing/2014/main" id="{BC51108A-78F3-BF47-81FC-D820BC32681A}"/>
              </a:ext>
            </a:extLst>
          </p:cNvPr>
          <p:cNvSpPr>
            <a:spLocks noGrp="1" noRot="1" noChangeAspect="1" noChangeArrowheads="1" noTextEdit="1"/>
          </p:cNvSpPr>
          <p:nvPr>
            <p:ph type="sldImg"/>
          </p:nvPr>
        </p:nvSpPr>
        <p:spPr>
          <a:xfrm>
            <a:off x="139700" y="768350"/>
            <a:ext cx="6819900" cy="3836988"/>
          </a:xfrm>
          <a:ln/>
        </p:spPr>
      </p:sp>
      <p:sp>
        <p:nvSpPr>
          <p:cNvPr id="516099" name="Rectangle 3">
            <a:extLst>
              <a:ext uri="{FF2B5EF4-FFF2-40B4-BE49-F238E27FC236}">
                <a16:creationId xmlns:a16="http://schemas.microsoft.com/office/drawing/2014/main" id="{0162134E-C611-D248-B93A-A5E5660C15F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25538358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1597819"/>
            <a:ext cx="7772400" cy="1102519"/>
          </a:xfrm>
        </p:spPr>
        <p:txBody>
          <a:bodyPr/>
          <a:lstStyle/>
          <a:p>
            <a:r>
              <a:rPr lang="zh-CN" altLang="en-US"/>
              <a:t>单击此处编辑母版标题样式</a:t>
            </a:r>
          </a:p>
        </p:txBody>
      </p:sp>
      <p:sp>
        <p:nvSpPr>
          <p:cNvPr id="3" name="副标题 2"/>
          <p:cNvSpPr>
            <a:spLocks noGrp="1"/>
          </p:cNvSpPr>
          <p:nvPr>
            <p:ph type="subTitle" idx="1"/>
          </p:nvPr>
        </p:nvSpPr>
        <p:spPr>
          <a:xfrm>
            <a:off x="1371600" y="2914650"/>
            <a:ext cx="6400800" cy="1314450"/>
          </a:xfrm>
        </p:spPr>
        <p:txBody>
          <a:bodyPr/>
          <a:lstStyle>
            <a:lvl1pPr marL="0" indent="0" algn="ctr">
              <a:buNone/>
              <a:defRPr/>
            </a:lvl1pPr>
            <a:lvl2pPr marL="342900" indent="0" algn="ctr">
              <a:buNone/>
              <a:defRPr/>
            </a:lvl2pPr>
            <a:lvl3pPr marL="685800" indent="0" algn="ctr">
              <a:buNone/>
              <a:defRPr/>
            </a:lvl3pPr>
            <a:lvl4pPr marL="1028700" indent="0" algn="ctr">
              <a:buNone/>
              <a:defRPr/>
            </a:lvl4pPr>
            <a:lvl5pPr marL="1371600" indent="0" algn="ctr">
              <a:buNone/>
              <a:defRPr/>
            </a:lvl5pPr>
            <a:lvl6pPr marL="1714500" indent="0" algn="ctr">
              <a:buNone/>
              <a:defRPr/>
            </a:lvl6pPr>
            <a:lvl7pPr marL="2057400" indent="0" algn="ctr">
              <a:buNone/>
              <a:defRPr/>
            </a:lvl7pPr>
            <a:lvl8pPr marL="2400300" indent="0" algn="ctr">
              <a:buNone/>
              <a:defRPr/>
            </a:lvl8pPr>
            <a:lvl9pPr marL="2743200" indent="0" algn="ctr">
              <a:buNone/>
              <a:defRPr/>
            </a:lvl9pPr>
          </a:lstStyle>
          <a:p>
            <a:r>
              <a:rPr lang="zh-CN" altLang="en-US"/>
              <a:t>单击此处编辑母版副标题样式</a:t>
            </a:r>
          </a:p>
        </p:txBody>
      </p:sp>
      <p:sp>
        <p:nvSpPr>
          <p:cNvPr id="4"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5"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6"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D5C0BC42-EF27-463F-9615-4680CD467AA5}" type="slidenum">
              <a:rPr lang="zh-CN" altLang="en-US"/>
              <a:pPr>
                <a:defRPr/>
              </a:pPr>
              <a:t>‹#›</a:t>
            </a:fld>
            <a:endParaRPr lang="zh-CN" altLang="en-US" sz="1400"/>
          </a:p>
        </p:txBody>
      </p:sp>
    </p:spTree>
    <p:extLst>
      <p:ext uri="{BB962C8B-B14F-4D97-AF65-F5344CB8AC3E}">
        <p14:creationId xmlns:p14="http://schemas.microsoft.com/office/powerpoint/2010/main" val="29503172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grpSp>
        <p:nvGrpSpPr>
          <p:cNvPr id="4" name="组合 10"/>
          <p:cNvGrpSpPr>
            <a:grpSpLocks/>
          </p:cNvGrpSpPr>
          <p:nvPr userDrawn="1"/>
        </p:nvGrpSpPr>
        <p:grpSpPr bwMode="auto">
          <a:xfrm>
            <a:off x="8077200" y="247650"/>
            <a:ext cx="642938" cy="571500"/>
            <a:chOff x="8086750" y="247634"/>
            <a:chExt cx="642942" cy="571504"/>
          </a:xfrm>
        </p:grpSpPr>
        <p:sp>
          <p:nvSpPr>
            <p:cNvPr id="5" name="矩形 4"/>
            <p:cNvSpPr/>
            <p:nvPr userDrawn="1"/>
          </p:nvSpPr>
          <p:spPr>
            <a:xfrm>
              <a:off x="8543953" y="247634"/>
              <a:ext cx="171451" cy="17145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sp>
          <p:nvSpPr>
            <p:cNvPr id="6" name="矩形 5"/>
            <p:cNvSpPr/>
            <p:nvPr userDrawn="1"/>
          </p:nvSpPr>
          <p:spPr>
            <a:xfrm>
              <a:off x="8229626" y="247634"/>
              <a:ext cx="142876" cy="14287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sp>
          <p:nvSpPr>
            <p:cNvPr id="7" name="矩形 6"/>
            <p:cNvSpPr/>
            <p:nvPr userDrawn="1"/>
          </p:nvSpPr>
          <p:spPr>
            <a:xfrm>
              <a:off x="8586816" y="533386"/>
              <a:ext cx="142876" cy="14287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sp>
          <p:nvSpPr>
            <p:cNvPr id="8" name="矩形 7"/>
            <p:cNvSpPr/>
            <p:nvPr userDrawn="1"/>
          </p:nvSpPr>
          <p:spPr>
            <a:xfrm>
              <a:off x="8301064" y="461949"/>
              <a:ext cx="142876" cy="14287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sp>
          <p:nvSpPr>
            <p:cNvPr id="9" name="矩形 8"/>
            <p:cNvSpPr/>
            <p:nvPr userDrawn="1"/>
          </p:nvSpPr>
          <p:spPr>
            <a:xfrm>
              <a:off x="8086750" y="676262"/>
              <a:ext cx="142876" cy="14287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grpSp>
      <p:grpSp>
        <p:nvGrpSpPr>
          <p:cNvPr id="10" name="组合 1"/>
          <p:cNvGrpSpPr>
            <a:grpSpLocks/>
          </p:cNvGrpSpPr>
          <p:nvPr userDrawn="1"/>
        </p:nvGrpSpPr>
        <p:grpSpPr bwMode="auto">
          <a:xfrm>
            <a:off x="160255" y="872395"/>
            <a:ext cx="8803047" cy="82961"/>
            <a:chOff x="0" y="0"/>
            <a:chExt cx="10080625" cy="103239"/>
          </a:xfrm>
        </p:grpSpPr>
        <p:sp>
          <p:nvSpPr>
            <p:cNvPr id="11" name="矩形 2"/>
            <p:cNvSpPr>
              <a:spLocks noChangeArrowheads="1"/>
            </p:cNvSpPr>
            <p:nvPr/>
          </p:nvSpPr>
          <p:spPr bwMode="auto">
            <a:xfrm>
              <a:off x="0" y="0"/>
              <a:ext cx="1983524" cy="103239"/>
            </a:xfrm>
            <a:prstGeom prst="rect">
              <a:avLst/>
            </a:prstGeom>
            <a:solidFill>
              <a:srgbClr val="3F762A"/>
            </a:solidFill>
            <a:ln>
              <a:noFill/>
            </a:ln>
            <a:extLst>
              <a:ext uri="{91240B29-F687-4F45-9708-019B960494DF}">
                <a14:hiddenLine xmlns:a14="http://schemas.microsoft.com/office/drawing/2010/main" w="12700">
                  <a:solidFill>
                    <a:srgbClr val="000000"/>
                  </a:solidFill>
                  <a:bevel/>
                  <a:headEnd/>
                  <a:tailEnd/>
                </a14:hiddenLine>
              </a:ext>
            </a:extLst>
          </p:spPr>
          <p:txBody>
            <a:bodyPr anchor="ctr"/>
            <a:lstStyle/>
            <a:p>
              <a:pPr algn="ctr" eaLnBrk="1" hangingPunct="1">
                <a:buFont typeface="Arial" panose="020B0604020202020204" pitchFamily="34" charset="0"/>
                <a:buNone/>
              </a:pPr>
              <a:endParaRPr lang="zh-CN" altLang="zh-CN">
                <a:solidFill>
                  <a:srgbClr val="FFFFFF"/>
                </a:solidFill>
                <a:latin typeface="宋体" panose="02010600030101010101" pitchFamily="2" charset="-122"/>
                <a:sym typeface="宋体" panose="02010600030101010101" pitchFamily="2" charset="-122"/>
              </a:endParaRPr>
            </a:p>
          </p:txBody>
        </p:sp>
        <p:sp>
          <p:nvSpPr>
            <p:cNvPr id="12" name="直接连接符 3"/>
            <p:cNvSpPr>
              <a:spLocks noChangeShapeType="1"/>
            </p:cNvSpPr>
            <p:nvPr/>
          </p:nvSpPr>
          <p:spPr bwMode="auto">
            <a:xfrm flipV="1">
              <a:off x="1983524" y="77429"/>
              <a:ext cx="8097101" cy="0"/>
            </a:xfrm>
            <a:prstGeom prst="line">
              <a:avLst/>
            </a:prstGeom>
            <a:noFill/>
            <a:ln w="25400">
              <a:solidFill>
                <a:schemeClr val="accent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 name="内容占位符 2"/>
          <p:cNvSpPr>
            <a:spLocks noGrp="1"/>
          </p:cNvSpPr>
          <p:nvPr>
            <p:ph idx="1"/>
          </p:nvPr>
        </p:nvSpPr>
        <p:spPr>
          <a:xfrm>
            <a:off x="133563" y="1104900"/>
            <a:ext cx="8804953" cy="3708326"/>
          </a:xfrm>
        </p:spPr>
        <p:txBody>
          <a:bodyPr/>
          <a:lstStyle>
            <a:lvl1pPr marL="273050" indent="-273050">
              <a:lnSpc>
                <a:spcPct val="100000"/>
              </a:lnSpc>
              <a:buFont typeface="Wingdings" pitchFamily="2" charset="2"/>
              <a:buChar char="l"/>
              <a:tabLst/>
              <a:defRPr sz="2400" baseline="0">
                <a:latin typeface="Times New Roman" panose="02020603050405020304" pitchFamily="18" charset="0"/>
                <a:ea typeface="微软雅黑" panose="020B0503020204020204" pitchFamily="34" charset="-122"/>
              </a:defRPr>
            </a:lvl1pPr>
            <a:lvl2pPr marL="538163" indent="-254000">
              <a:lnSpc>
                <a:spcPct val="100000"/>
              </a:lnSpc>
              <a:buClr>
                <a:srgbClr val="C00000"/>
              </a:buClr>
              <a:buFont typeface="Wingdings" pitchFamily="2" charset="2"/>
              <a:buChar char="Ø"/>
              <a:tabLst/>
              <a:defRPr sz="2000" baseline="0">
                <a:solidFill>
                  <a:srgbClr val="C00000"/>
                </a:solidFill>
                <a:latin typeface="Times New Roman" panose="02020603050405020304" pitchFamily="18" charset="0"/>
                <a:ea typeface="微软雅黑" panose="020B0503020204020204" pitchFamily="34" charset="-122"/>
              </a:defRPr>
            </a:lvl2pPr>
            <a:lvl3pPr marL="893763" indent="-265113">
              <a:lnSpc>
                <a:spcPct val="100000"/>
              </a:lnSpc>
              <a:buClr>
                <a:srgbClr val="002060"/>
              </a:buClr>
              <a:buFont typeface="Wingdings" pitchFamily="2" charset="2"/>
              <a:buChar char="u"/>
              <a:tabLst/>
              <a:defRPr sz="1800" baseline="0">
                <a:solidFill>
                  <a:srgbClr val="002060"/>
                </a:solidFill>
                <a:latin typeface="Times New Roman" panose="02020603050405020304" pitchFamily="18" charset="0"/>
                <a:ea typeface="微软雅黑" panose="020B0503020204020204" pitchFamily="34" charset="-122"/>
              </a:defRPr>
            </a:lvl3pPr>
            <a:lvl4pPr marL="1208088" indent="-263525">
              <a:lnSpc>
                <a:spcPct val="100000"/>
              </a:lnSpc>
              <a:buFont typeface="Wingdings" pitchFamily="2" charset="2"/>
              <a:buChar char="ü"/>
              <a:tabLst/>
              <a:defRPr sz="1800" baseline="0">
                <a:solidFill>
                  <a:srgbClr val="00B050"/>
                </a:solidFill>
                <a:latin typeface="Times New Roman" panose="02020603050405020304" pitchFamily="18" charset="0"/>
                <a:ea typeface="微软雅黑" panose="020B0503020204020204" pitchFamily="34" charset="-122"/>
              </a:defRPr>
            </a:lvl4pPr>
            <a:lvl5pPr marL="1512888" indent="-233363">
              <a:lnSpc>
                <a:spcPct val="100000"/>
              </a:lnSpc>
              <a:tabLst/>
              <a:defRPr sz="1800" baseline="0">
                <a:latin typeface="Times New Roman" panose="02020603050405020304" pitchFamily="18" charset="0"/>
                <a:ea typeface="微软雅黑" panose="020B0503020204020204"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13" name="灯片编号占位符 5"/>
          <p:cNvSpPr>
            <a:spLocks noGrp="1" noChangeArrowheads="1"/>
          </p:cNvSpPr>
          <p:nvPr>
            <p:ph type="sldNum" sz="quarter" idx="10"/>
          </p:nvPr>
        </p:nvSpPr>
        <p:spPr>
          <a:xfrm>
            <a:off x="8577262" y="4868863"/>
            <a:ext cx="528637" cy="274637"/>
          </a:xfrm>
        </p:spPr>
        <p:txBody>
          <a:bodyPr/>
          <a:lstStyle>
            <a:lvl1pPr algn="r" eaLnBrk="1" hangingPunct="1">
              <a:buFont typeface="Arial" panose="020B0604020202020204" pitchFamily="34" charset="0"/>
              <a:buNone/>
              <a:defRPr/>
            </a:lvl1pPr>
          </a:lstStyle>
          <a:p>
            <a:pPr>
              <a:defRPr/>
            </a:pPr>
            <a:fld id="{C50E9340-F481-4835-BB46-3567A1160972}" type="slidenum">
              <a:rPr lang="zh-CN" altLang="en-US"/>
              <a:pPr>
                <a:defRPr/>
              </a:pPr>
              <a:t>‹#›</a:t>
            </a:fld>
            <a:endParaRPr lang="zh-CN" altLang="en-US" sz="1400" dirty="0"/>
          </a:p>
        </p:txBody>
      </p:sp>
      <p:sp>
        <p:nvSpPr>
          <p:cNvPr id="15" name="标题 14"/>
          <p:cNvSpPr>
            <a:spLocks noGrp="1"/>
          </p:cNvSpPr>
          <p:nvPr>
            <p:ph type="title"/>
          </p:nvPr>
        </p:nvSpPr>
        <p:spPr>
          <a:xfrm>
            <a:off x="133563" y="254319"/>
            <a:ext cx="8804953" cy="647700"/>
          </a:xfrm>
        </p:spPr>
        <p:txBody>
          <a:bodyPr/>
          <a:lstStyle>
            <a:lvl1pPr>
              <a:defRPr sz="3200" b="0" baseline="0">
                <a:latin typeface="Times New Roman" panose="02020603050405020304" pitchFamily="18" charset="0"/>
                <a:ea typeface="微软雅黑" panose="020B0503020204020204" pitchFamily="34" charset="-122"/>
              </a:defRPr>
            </a:lvl1pPr>
          </a:lstStyle>
          <a:p>
            <a:r>
              <a:rPr lang="zh-CN" altLang="en-US" dirty="0"/>
              <a:t>单击此处编辑母版标题样式</a:t>
            </a:r>
          </a:p>
        </p:txBody>
      </p:sp>
    </p:spTree>
    <p:extLst>
      <p:ext uri="{BB962C8B-B14F-4D97-AF65-F5344CB8AC3E}">
        <p14:creationId xmlns:p14="http://schemas.microsoft.com/office/powerpoint/2010/main" val="326098038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grpSp>
        <p:nvGrpSpPr>
          <p:cNvPr id="5" name="组合 10"/>
          <p:cNvGrpSpPr>
            <a:grpSpLocks/>
          </p:cNvGrpSpPr>
          <p:nvPr userDrawn="1"/>
        </p:nvGrpSpPr>
        <p:grpSpPr bwMode="auto">
          <a:xfrm>
            <a:off x="8077200" y="247650"/>
            <a:ext cx="642938" cy="571500"/>
            <a:chOff x="8086750" y="247634"/>
            <a:chExt cx="642942" cy="571504"/>
          </a:xfrm>
        </p:grpSpPr>
        <p:sp>
          <p:nvSpPr>
            <p:cNvPr id="6" name="矩形 5"/>
            <p:cNvSpPr/>
            <p:nvPr userDrawn="1"/>
          </p:nvSpPr>
          <p:spPr>
            <a:xfrm>
              <a:off x="8543953" y="247634"/>
              <a:ext cx="171451" cy="17145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sp>
          <p:nvSpPr>
            <p:cNvPr id="7" name="矩形 6"/>
            <p:cNvSpPr/>
            <p:nvPr userDrawn="1"/>
          </p:nvSpPr>
          <p:spPr>
            <a:xfrm>
              <a:off x="8229626" y="247634"/>
              <a:ext cx="142876" cy="14287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sp>
          <p:nvSpPr>
            <p:cNvPr id="8" name="矩形 7"/>
            <p:cNvSpPr/>
            <p:nvPr userDrawn="1"/>
          </p:nvSpPr>
          <p:spPr>
            <a:xfrm>
              <a:off x="8586816" y="533386"/>
              <a:ext cx="142876" cy="14287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sp>
          <p:nvSpPr>
            <p:cNvPr id="9" name="矩形 8"/>
            <p:cNvSpPr/>
            <p:nvPr userDrawn="1"/>
          </p:nvSpPr>
          <p:spPr>
            <a:xfrm>
              <a:off x="8301064" y="461949"/>
              <a:ext cx="142876" cy="14287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sp>
          <p:nvSpPr>
            <p:cNvPr id="10" name="矩形 9"/>
            <p:cNvSpPr/>
            <p:nvPr userDrawn="1"/>
          </p:nvSpPr>
          <p:spPr>
            <a:xfrm>
              <a:off x="8086750" y="676262"/>
              <a:ext cx="142876" cy="14287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grpSp>
      <p:grpSp>
        <p:nvGrpSpPr>
          <p:cNvPr id="11" name="组合 1"/>
          <p:cNvGrpSpPr>
            <a:grpSpLocks/>
          </p:cNvGrpSpPr>
          <p:nvPr userDrawn="1"/>
        </p:nvGrpSpPr>
        <p:grpSpPr bwMode="auto">
          <a:xfrm>
            <a:off x="216819" y="864992"/>
            <a:ext cx="8464960" cy="65089"/>
            <a:chOff x="0" y="0"/>
            <a:chExt cx="10080625" cy="103239"/>
          </a:xfrm>
        </p:grpSpPr>
        <p:sp>
          <p:nvSpPr>
            <p:cNvPr id="12" name="矩形 2"/>
            <p:cNvSpPr>
              <a:spLocks noChangeArrowheads="1"/>
            </p:cNvSpPr>
            <p:nvPr/>
          </p:nvSpPr>
          <p:spPr bwMode="auto">
            <a:xfrm>
              <a:off x="0" y="0"/>
              <a:ext cx="1983524" cy="103239"/>
            </a:xfrm>
            <a:prstGeom prst="rect">
              <a:avLst/>
            </a:prstGeom>
            <a:solidFill>
              <a:srgbClr val="3F762A"/>
            </a:solidFill>
            <a:ln>
              <a:noFill/>
            </a:ln>
            <a:extLst>
              <a:ext uri="{91240B29-F687-4F45-9708-019B960494DF}">
                <a14:hiddenLine xmlns:a14="http://schemas.microsoft.com/office/drawing/2010/main" w="12700">
                  <a:solidFill>
                    <a:srgbClr val="000000"/>
                  </a:solidFill>
                  <a:bevel/>
                  <a:headEnd/>
                  <a:tailEnd/>
                </a14:hiddenLine>
              </a:ext>
            </a:extLst>
          </p:spPr>
          <p:txBody>
            <a:bodyPr anchor="ctr"/>
            <a:lstStyle/>
            <a:p>
              <a:pPr algn="ctr" eaLnBrk="1" hangingPunct="1">
                <a:buFont typeface="Arial" panose="020B0604020202020204" pitchFamily="34" charset="0"/>
                <a:buNone/>
              </a:pPr>
              <a:endParaRPr lang="zh-CN" altLang="zh-CN">
                <a:solidFill>
                  <a:srgbClr val="FFFFFF"/>
                </a:solidFill>
                <a:latin typeface="宋体" panose="02010600030101010101" pitchFamily="2" charset="-122"/>
                <a:sym typeface="宋体" panose="02010600030101010101" pitchFamily="2" charset="-122"/>
              </a:endParaRPr>
            </a:p>
          </p:txBody>
        </p:sp>
        <p:sp>
          <p:nvSpPr>
            <p:cNvPr id="13" name="直接连接符 3"/>
            <p:cNvSpPr>
              <a:spLocks noChangeShapeType="1"/>
            </p:cNvSpPr>
            <p:nvPr/>
          </p:nvSpPr>
          <p:spPr bwMode="auto">
            <a:xfrm flipV="1">
              <a:off x="1983524" y="77429"/>
              <a:ext cx="8097101" cy="0"/>
            </a:xfrm>
            <a:prstGeom prst="line">
              <a:avLst/>
            </a:prstGeom>
            <a:noFill/>
            <a:ln w="25400">
              <a:solidFill>
                <a:schemeClr val="accent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2" name="标题 1"/>
          <p:cNvSpPr>
            <a:spLocks noGrp="1"/>
          </p:cNvSpPr>
          <p:nvPr>
            <p:ph type="title"/>
          </p:nvPr>
        </p:nvSpPr>
        <p:spPr>
          <a:xfrm>
            <a:off x="113122" y="274638"/>
            <a:ext cx="8607016" cy="609601"/>
          </a:xfrm>
        </p:spPr>
        <p:txBody>
          <a:bodyPr/>
          <a:lstStyle>
            <a:lvl1pPr>
              <a:defRPr sz="2800" b="0"/>
            </a:lvl1pPr>
          </a:lstStyle>
          <a:p>
            <a:r>
              <a:rPr lang="zh-CN" altLang="en-US" dirty="0"/>
              <a:t>单击此处编辑母版标题样式</a:t>
            </a:r>
          </a:p>
        </p:txBody>
      </p:sp>
      <p:sp>
        <p:nvSpPr>
          <p:cNvPr id="3" name="内容占位符 2"/>
          <p:cNvSpPr>
            <a:spLocks noGrp="1"/>
          </p:cNvSpPr>
          <p:nvPr>
            <p:ph sz="half" idx="1"/>
          </p:nvPr>
        </p:nvSpPr>
        <p:spPr>
          <a:xfrm>
            <a:off x="113122" y="1028700"/>
            <a:ext cx="4401728" cy="3863340"/>
          </a:xfrm>
        </p:spPr>
        <p:txBody>
          <a:bodyPr/>
          <a:lstStyle>
            <a:lvl1pPr marL="342900" indent="-342900">
              <a:lnSpc>
                <a:spcPct val="100000"/>
              </a:lnSpc>
              <a:buFont typeface="Wingdings" pitchFamily="2" charset="2"/>
              <a:buChar char="l"/>
              <a:defRPr sz="2100"/>
            </a:lvl1pPr>
            <a:lvl2pPr marL="685800" indent="-342900">
              <a:lnSpc>
                <a:spcPct val="100000"/>
              </a:lnSpc>
              <a:buClr>
                <a:srgbClr val="C00000"/>
              </a:buClr>
              <a:buFont typeface="Wingdings" pitchFamily="2" charset="2"/>
              <a:buChar char="Ø"/>
              <a:defRPr sz="1800">
                <a:solidFill>
                  <a:srgbClr val="C00000"/>
                </a:solidFill>
              </a:defRPr>
            </a:lvl2pPr>
            <a:lvl3pPr marL="1028700" indent="-342900">
              <a:lnSpc>
                <a:spcPct val="100000"/>
              </a:lnSpc>
              <a:buClr>
                <a:srgbClr val="0070C0"/>
              </a:buClr>
              <a:buFont typeface="Wingdings" pitchFamily="2" charset="2"/>
              <a:buChar char="u"/>
              <a:defRPr sz="1500">
                <a:solidFill>
                  <a:srgbClr val="0070C0"/>
                </a:solidFill>
              </a:defRPr>
            </a:lvl3pPr>
            <a:lvl4pPr marL="1371600" indent="-342900">
              <a:lnSpc>
                <a:spcPct val="100000"/>
              </a:lnSpc>
              <a:buFont typeface="Wingdings" pitchFamily="2" charset="2"/>
              <a:buChar char="ü"/>
              <a:defRPr sz="1400">
                <a:solidFill>
                  <a:schemeClr val="accent1"/>
                </a:solidFill>
              </a:defRPr>
            </a:lvl4pPr>
            <a:lvl5pPr marL="1714500" indent="-342900">
              <a:lnSpc>
                <a:spcPct val="100000"/>
              </a:lnSpc>
              <a:buFont typeface="Wingdings" pitchFamily="2" charset="2"/>
              <a:buChar char="p"/>
              <a:defRPr sz="1400"/>
            </a:lvl5pPr>
            <a:lvl6pPr>
              <a:defRPr sz="1400"/>
            </a:lvl6pPr>
            <a:lvl7pPr>
              <a:defRPr sz="1400"/>
            </a:lvl7pPr>
            <a:lvl8pPr>
              <a:defRPr sz="1400"/>
            </a:lvl8pPr>
            <a:lvl9pPr>
              <a:defRPr sz="14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29149" y="1028700"/>
            <a:ext cx="4269753" cy="3863340"/>
          </a:xfrm>
        </p:spPr>
        <p:txBody>
          <a:bodyPr/>
          <a:lstStyle>
            <a:lvl1pPr marL="342900" indent="-342900" algn="l" rtl="0" eaLnBrk="0" fontAlgn="base" hangingPunct="0">
              <a:lnSpc>
                <a:spcPct val="100000"/>
              </a:lnSpc>
              <a:spcAft>
                <a:spcPct val="0"/>
              </a:spcAft>
              <a:buFont typeface="Wingdings" pitchFamily="2" charset="2"/>
              <a:defRPr lang="zh-CN" altLang="en-US" sz="2100" dirty="0">
                <a:solidFill>
                  <a:schemeClr val="tx1"/>
                </a:solidFill>
                <a:latin typeface="+mn-ea"/>
                <a:ea typeface="+mn-ea"/>
                <a:cs typeface="+mn-cs"/>
                <a:sym typeface="Calibri" panose="020F0502020204030204" pitchFamily="34" charset="0"/>
              </a:defRPr>
            </a:lvl1pPr>
            <a:lvl2pPr marL="685800" indent="-342900" algn="l" rtl="0" eaLnBrk="0" fontAlgn="base" hangingPunct="0">
              <a:lnSpc>
                <a:spcPct val="100000"/>
              </a:lnSpc>
              <a:spcAft>
                <a:spcPct val="0"/>
              </a:spcAft>
              <a:buFont typeface="Wingdings" pitchFamily="2" charset="2"/>
              <a:defRPr lang="zh-CN" altLang="en-US" sz="1800" dirty="0">
                <a:solidFill>
                  <a:srgbClr val="C00000"/>
                </a:solidFill>
                <a:latin typeface="+mn-ea"/>
                <a:ea typeface="+mn-ea"/>
                <a:sym typeface="Calibri" panose="020F0502020204030204" pitchFamily="34" charset="0"/>
              </a:defRPr>
            </a:lvl2pPr>
            <a:lvl3pPr marL="1028700" indent="-342900" algn="l" rtl="0" eaLnBrk="0" fontAlgn="base" hangingPunct="0">
              <a:lnSpc>
                <a:spcPct val="100000"/>
              </a:lnSpc>
              <a:spcAft>
                <a:spcPct val="0"/>
              </a:spcAft>
              <a:buFont typeface="Wingdings" pitchFamily="2" charset="2"/>
              <a:defRPr lang="zh-CN" altLang="en-US" sz="1500" dirty="0">
                <a:solidFill>
                  <a:srgbClr val="0070C0"/>
                </a:solidFill>
                <a:latin typeface="+mn-ea"/>
                <a:ea typeface="+mn-ea"/>
                <a:sym typeface="Calibri" panose="020F0502020204030204" pitchFamily="34" charset="0"/>
              </a:defRPr>
            </a:lvl3pPr>
            <a:lvl4pPr marL="1371600" indent="-342900" algn="l" rtl="0" eaLnBrk="0" fontAlgn="base" hangingPunct="0">
              <a:lnSpc>
                <a:spcPct val="100000"/>
              </a:lnSpc>
              <a:spcAft>
                <a:spcPct val="0"/>
              </a:spcAft>
              <a:buFont typeface="Wingdings" pitchFamily="2" charset="2"/>
              <a:defRPr lang="zh-CN" altLang="en-US" sz="1400" dirty="0">
                <a:solidFill>
                  <a:schemeClr val="accent1"/>
                </a:solidFill>
                <a:latin typeface="+mn-ea"/>
                <a:ea typeface="+mn-ea"/>
                <a:sym typeface="Calibri" panose="020F0502020204030204" pitchFamily="34" charset="0"/>
              </a:defRPr>
            </a:lvl4pPr>
            <a:lvl5pPr marL="1714500" indent="-342900" algn="l" rtl="0" eaLnBrk="0" fontAlgn="base" hangingPunct="0">
              <a:lnSpc>
                <a:spcPct val="100000"/>
              </a:lnSpc>
              <a:spcAft>
                <a:spcPct val="0"/>
              </a:spcAft>
              <a:buFont typeface="Wingdings" pitchFamily="2" charset="2"/>
              <a:defRPr lang="zh-CN" altLang="en-US" sz="1400" dirty="0">
                <a:solidFill>
                  <a:schemeClr val="tx1"/>
                </a:solidFill>
                <a:latin typeface="+mn-ea"/>
                <a:ea typeface="+mn-ea"/>
                <a:sym typeface="Calibri" panose="020F0502020204030204" pitchFamily="34" charset="0"/>
              </a:defRPr>
            </a:lvl5pPr>
            <a:lvl6pPr>
              <a:defRPr sz="1400"/>
            </a:lvl6pPr>
            <a:lvl7pPr>
              <a:defRPr sz="1400"/>
            </a:lvl7pPr>
            <a:lvl8pPr>
              <a:defRPr sz="1400"/>
            </a:lvl8pPr>
            <a:lvl9pPr>
              <a:defRPr sz="1400"/>
            </a:lvl9pPr>
          </a:lstStyle>
          <a:p>
            <a:pPr marL="342900" lvl="0" indent="-342900" algn="l" rtl="0" eaLnBrk="0" fontAlgn="base" hangingPunct="0">
              <a:lnSpc>
                <a:spcPct val="100000"/>
              </a:lnSpc>
              <a:spcBef>
                <a:spcPts val="750"/>
              </a:spcBef>
              <a:spcAft>
                <a:spcPct val="0"/>
              </a:spcAft>
              <a:buClr>
                <a:srgbClr val="3F762B"/>
              </a:buClr>
              <a:buFont typeface="Wingdings" pitchFamily="2" charset="2"/>
              <a:buChar char="l"/>
            </a:pPr>
            <a:r>
              <a:rPr lang="zh-CN" altLang="en-US" dirty="0"/>
              <a:t>单击此处编辑母版文本样式</a:t>
            </a:r>
          </a:p>
          <a:p>
            <a:pPr marL="685800" lvl="1" indent="-342900" algn="l" rtl="0" eaLnBrk="0" fontAlgn="base" hangingPunct="0">
              <a:lnSpc>
                <a:spcPct val="100000"/>
              </a:lnSpc>
              <a:spcBef>
                <a:spcPts val="375"/>
              </a:spcBef>
              <a:spcAft>
                <a:spcPct val="0"/>
              </a:spcAft>
              <a:buClr>
                <a:srgbClr val="C00000"/>
              </a:buClr>
              <a:buFont typeface="Wingdings" pitchFamily="2" charset="2"/>
              <a:buChar char="Ø"/>
            </a:pPr>
            <a:r>
              <a:rPr lang="zh-CN" altLang="en-US" dirty="0"/>
              <a:t>第二级</a:t>
            </a:r>
          </a:p>
          <a:p>
            <a:pPr marL="1028700" lvl="2" indent="-342900" algn="l" rtl="0" eaLnBrk="0" fontAlgn="base" hangingPunct="0">
              <a:lnSpc>
                <a:spcPct val="100000"/>
              </a:lnSpc>
              <a:spcBef>
                <a:spcPts val="375"/>
              </a:spcBef>
              <a:spcAft>
                <a:spcPct val="0"/>
              </a:spcAft>
              <a:buClr>
                <a:srgbClr val="0070C0"/>
              </a:buClr>
              <a:buFont typeface="Wingdings" pitchFamily="2" charset="2"/>
              <a:buChar char="u"/>
            </a:pPr>
            <a:r>
              <a:rPr lang="zh-CN" altLang="en-US" dirty="0"/>
              <a:t>第三级</a:t>
            </a:r>
          </a:p>
          <a:p>
            <a:pPr marL="1371600" lvl="3" indent="-342900" algn="l" rtl="0" eaLnBrk="0" fontAlgn="base" hangingPunct="0">
              <a:lnSpc>
                <a:spcPct val="100000"/>
              </a:lnSpc>
              <a:spcBef>
                <a:spcPts val="375"/>
              </a:spcBef>
              <a:spcAft>
                <a:spcPct val="0"/>
              </a:spcAft>
              <a:buClr>
                <a:srgbClr val="3F762B"/>
              </a:buClr>
              <a:buFont typeface="Wingdings" pitchFamily="2" charset="2"/>
              <a:buChar char="ü"/>
            </a:pPr>
            <a:r>
              <a:rPr lang="zh-CN" altLang="en-US" dirty="0"/>
              <a:t>第四级</a:t>
            </a:r>
          </a:p>
          <a:p>
            <a:pPr marL="1714500" lvl="4" indent="-342900" algn="l" rtl="0" eaLnBrk="0" fontAlgn="base" hangingPunct="0">
              <a:lnSpc>
                <a:spcPct val="100000"/>
              </a:lnSpc>
              <a:spcBef>
                <a:spcPts val="375"/>
              </a:spcBef>
              <a:spcAft>
                <a:spcPct val="0"/>
              </a:spcAft>
              <a:buClr>
                <a:srgbClr val="3F762B"/>
              </a:buClr>
              <a:buFont typeface="Wingdings" pitchFamily="2" charset="2"/>
              <a:buChar char="p"/>
            </a:pPr>
            <a:r>
              <a:rPr lang="zh-CN" altLang="en-US" dirty="0"/>
              <a:t>第五级</a:t>
            </a:r>
          </a:p>
        </p:txBody>
      </p:sp>
      <p:sp>
        <p:nvSpPr>
          <p:cNvPr id="14" name="灯片编号占位符 5"/>
          <p:cNvSpPr>
            <a:spLocks noGrp="1" noChangeArrowheads="1"/>
          </p:cNvSpPr>
          <p:nvPr>
            <p:ph type="sldNum" sz="quarter" idx="10"/>
          </p:nvPr>
        </p:nvSpPr>
        <p:spPr>
          <a:xfrm>
            <a:off x="8681778" y="4868863"/>
            <a:ext cx="424121" cy="274637"/>
          </a:xfrm>
        </p:spPr>
        <p:txBody>
          <a:bodyPr/>
          <a:lstStyle>
            <a:lvl1pPr algn="r" eaLnBrk="1" hangingPunct="1">
              <a:buFont typeface="Arial" panose="020B0604020202020204" pitchFamily="34" charset="0"/>
              <a:buNone/>
              <a:defRPr/>
            </a:lvl1pPr>
          </a:lstStyle>
          <a:p>
            <a:pPr>
              <a:defRPr/>
            </a:pPr>
            <a:fld id="{AA8417A7-6640-4A8D-B5CB-4C6531206FA7}" type="slidenum">
              <a:rPr lang="zh-CN" altLang="en-US"/>
              <a:pPr>
                <a:defRPr/>
              </a:pPr>
              <a:t>‹#›</a:t>
            </a:fld>
            <a:endParaRPr lang="zh-CN" altLang="en-US" sz="1400" dirty="0"/>
          </a:p>
        </p:txBody>
      </p:sp>
    </p:spTree>
    <p:extLst>
      <p:ext uri="{BB962C8B-B14F-4D97-AF65-F5344CB8AC3E}">
        <p14:creationId xmlns:p14="http://schemas.microsoft.com/office/powerpoint/2010/main" val="257538167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710" y="3305176"/>
            <a:ext cx="7772400" cy="1021556"/>
          </a:xfrm>
        </p:spPr>
        <p:txBody>
          <a:bodyPr anchor="t"/>
          <a:lstStyle>
            <a:lvl1pPr algn="l">
              <a:defRPr sz="3000" b="1" cap="all"/>
            </a:lvl1pPr>
          </a:lstStyle>
          <a:p>
            <a:r>
              <a:rPr lang="zh-CN" altLang="en-US"/>
              <a:t>单击此处编辑母版标题样式</a:t>
            </a:r>
          </a:p>
        </p:txBody>
      </p:sp>
      <p:sp>
        <p:nvSpPr>
          <p:cNvPr id="3" name="文本占位符 2"/>
          <p:cNvSpPr>
            <a:spLocks noGrp="1"/>
          </p:cNvSpPr>
          <p:nvPr>
            <p:ph type="body" idx="1"/>
          </p:nvPr>
        </p:nvSpPr>
        <p:spPr>
          <a:xfrm>
            <a:off x="722710" y="2180035"/>
            <a:ext cx="7772400" cy="1125140"/>
          </a:xfrm>
        </p:spPr>
        <p:txBody>
          <a:bodyPr anchor="b"/>
          <a:lstStyle>
            <a:lvl1pPr marL="0" indent="0">
              <a:buNone/>
              <a:defRPr sz="1500"/>
            </a:lvl1pPr>
            <a:lvl2pPr marL="342900" indent="0">
              <a:buNone/>
              <a:defRPr sz="1400"/>
            </a:lvl2pPr>
            <a:lvl3pPr marL="685800" indent="0">
              <a:buNone/>
              <a:defRPr sz="1200"/>
            </a:lvl3pPr>
            <a:lvl4pPr marL="1028700" indent="0">
              <a:buNone/>
              <a:defRPr sz="1100"/>
            </a:lvl4pPr>
            <a:lvl5pPr marL="1371600" indent="0">
              <a:buNone/>
              <a:defRPr sz="1100"/>
            </a:lvl5pPr>
            <a:lvl6pPr marL="1714500" indent="0">
              <a:buNone/>
              <a:defRPr sz="1100"/>
            </a:lvl6pPr>
            <a:lvl7pPr marL="2057400" indent="0">
              <a:buNone/>
              <a:defRPr sz="1100"/>
            </a:lvl7pPr>
            <a:lvl8pPr marL="2400300" indent="0">
              <a:buNone/>
              <a:defRPr sz="1100"/>
            </a:lvl8pPr>
            <a:lvl9pPr marL="2743200" indent="0">
              <a:buNone/>
              <a:defRPr sz="1100"/>
            </a:lvl9pPr>
          </a:lstStyle>
          <a:p>
            <a:pPr lvl="0"/>
            <a:r>
              <a:rPr lang="zh-CN" altLang="en-US"/>
              <a:t>单击此处编辑母版文本样式</a:t>
            </a:r>
          </a:p>
        </p:txBody>
      </p:sp>
      <p:sp>
        <p:nvSpPr>
          <p:cNvPr id="4"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5"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6"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25A64131-0B9F-4DFD-BA54-781528EAC636}" type="slidenum">
              <a:rPr lang="zh-CN" altLang="en-US"/>
              <a:pPr>
                <a:defRPr/>
              </a:pPr>
              <a:t>‹#›</a:t>
            </a:fld>
            <a:endParaRPr lang="zh-CN" altLang="en-US" sz="1400" dirty="0"/>
          </a:p>
        </p:txBody>
      </p:sp>
    </p:spTree>
    <p:extLst>
      <p:ext uri="{BB962C8B-B14F-4D97-AF65-F5344CB8AC3E}">
        <p14:creationId xmlns:p14="http://schemas.microsoft.com/office/powerpoint/2010/main" val="215724341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151335"/>
            <a:ext cx="4039791" cy="479822"/>
          </a:xfrm>
        </p:spPr>
        <p:txBody>
          <a:bodyPr anchor="b"/>
          <a:lstStyle>
            <a:lvl1pPr marL="0" indent="0">
              <a:buNone/>
              <a:defRPr sz="1800" b="1"/>
            </a:lvl1pPr>
            <a:lvl2pPr marL="342900" indent="0">
              <a:buNone/>
              <a:defRPr sz="1500" b="1"/>
            </a:lvl2pPr>
            <a:lvl3pPr marL="685800" indent="0">
              <a:buNone/>
              <a:defRPr sz="140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a:t>单击此处编辑母版文本样式</a:t>
            </a:r>
          </a:p>
        </p:txBody>
      </p:sp>
      <p:sp>
        <p:nvSpPr>
          <p:cNvPr id="4" name="内容占位符 3"/>
          <p:cNvSpPr>
            <a:spLocks noGrp="1"/>
          </p:cNvSpPr>
          <p:nvPr>
            <p:ph sz="half" idx="2"/>
          </p:nvPr>
        </p:nvSpPr>
        <p:spPr>
          <a:xfrm>
            <a:off x="457200" y="1631156"/>
            <a:ext cx="4039791" cy="2963466"/>
          </a:xfrm>
        </p:spPr>
        <p:txBody>
          <a:bodyPr/>
          <a:lstStyle>
            <a:lvl1pPr>
              <a:defRPr sz="1800"/>
            </a:lvl1pPr>
            <a:lvl2pPr>
              <a:defRPr sz="1500"/>
            </a:lvl2pPr>
            <a:lvl3pPr>
              <a:defRPr sz="1400"/>
            </a:lvl3pPr>
            <a:lvl4pPr>
              <a:defRPr sz="1200"/>
            </a:lvl4pPr>
            <a:lvl5pPr>
              <a:defRPr sz="1200"/>
            </a:lvl5pPr>
            <a:lvl6pPr>
              <a:defRPr sz="1200"/>
            </a:lvl6pPr>
            <a:lvl7pPr>
              <a:defRPr sz="1200"/>
            </a:lvl7pPr>
            <a:lvl8pPr>
              <a:defRPr sz="1200"/>
            </a:lvl8pPr>
            <a:lvl9pPr>
              <a:defRPr sz="12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4628" y="1151335"/>
            <a:ext cx="4042172" cy="479822"/>
          </a:xfrm>
        </p:spPr>
        <p:txBody>
          <a:bodyPr anchor="b"/>
          <a:lstStyle>
            <a:lvl1pPr marL="0" indent="0">
              <a:buNone/>
              <a:defRPr sz="1800" b="1"/>
            </a:lvl1pPr>
            <a:lvl2pPr marL="342900" indent="0">
              <a:buNone/>
              <a:defRPr sz="1500" b="1"/>
            </a:lvl2pPr>
            <a:lvl3pPr marL="685800" indent="0">
              <a:buNone/>
              <a:defRPr sz="140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a:t>单击此处编辑母版文本样式</a:t>
            </a:r>
          </a:p>
        </p:txBody>
      </p:sp>
      <p:sp>
        <p:nvSpPr>
          <p:cNvPr id="6" name="内容占位符 5"/>
          <p:cNvSpPr>
            <a:spLocks noGrp="1"/>
          </p:cNvSpPr>
          <p:nvPr>
            <p:ph sz="quarter" idx="4"/>
          </p:nvPr>
        </p:nvSpPr>
        <p:spPr>
          <a:xfrm>
            <a:off x="4644628" y="1631156"/>
            <a:ext cx="4042172" cy="2963466"/>
          </a:xfrm>
        </p:spPr>
        <p:txBody>
          <a:bodyPr/>
          <a:lstStyle>
            <a:lvl1pPr>
              <a:defRPr sz="1800"/>
            </a:lvl1pPr>
            <a:lvl2pPr>
              <a:defRPr sz="1500"/>
            </a:lvl2pPr>
            <a:lvl3pPr>
              <a:defRPr sz="1400"/>
            </a:lvl3pPr>
            <a:lvl4pPr>
              <a:defRPr sz="1200"/>
            </a:lvl4pPr>
            <a:lvl5pPr>
              <a:defRPr sz="1200"/>
            </a:lvl5pPr>
            <a:lvl6pPr>
              <a:defRPr sz="1200"/>
            </a:lvl6pPr>
            <a:lvl7pPr>
              <a:defRPr sz="1200"/>
            </a:lvl7pPr>
            <a:lvl8pPr>
              <a:defRPr sz="1200"/>
            </a:lvl8pPr>
            <a:lvl9pPr>
              <a:defRPr sz="12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8"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9"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90AA2B5F-D50E-471C-818F-E555865E9438}" type="slidenum">
              <a:rPr lang="zh-CN" altLang="en-US"/>
              <a:pPr>
                <a:defRPr/>
              </a:pPr>
              <a:t>‹#›</a:t>
            </a:fld>
            <a:endParaRPr lang="zh-CN" altLang="en-US" sz="1400"/>
          </a:p>
        </p:txBody>
      </p:sp>
    </p:spTree>
    <p:extLst>
      <p:ext uri="{BB962C8B-B14F-4D97-AF65-F5344CB8AC3E}">
        <p14:creationId xmlns:p14="http://schemas.microsoft.com/office/powerpoint/2010/main" val="104730533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4"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5"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414EEDC2-B28F-4732-A1A2-D191721D09FE}" type="slidenum">
              <a:rPr lang="zh-CN" altLang="en-US"/>
              <a:pPr>
                <a:defRPr/>
              </a:pPr>
              <a:t>‹#›</a:t>
            </a:fld>
            <a:endParaRPr lang="zh-CN" altLang="en-US" sz="1400"/>
          </a:p>
        </p:txBody>
      </p:sp>
    </p:spTree>
    <p:extLst>
      <p:ext uri="{BB962C8B-B14F-4D97-AF65-F5344CB8AC3E}">
        <p14:creationId xmlns:p14="http://schemas.microsoft.com/office/powerpoint/2010/main" val="3333492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3"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4"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A5789380-00E9-4AE5-AB7C-F2ED5ABAC363}" type="slidenum">
              <a:rPr lang="zh-CN" altLang="en-US"/>
              <a:pPr>
                <a:defRPr/>
              </a:pPr>
              <a:t>‹#›</a:t>
            </a:fld>
            <a:endParaRPr lang="zh-CN" altLang="en-US" sz="1400"/>
          </a:p>
        </p:txBody>
      </p:sp>
    </p:spTree>
    <p:extLst>
      <p:ext uri="{BB962C8B-B14F-4D97-AF65-F5344CB8AC3E}">
        <p14:creationId xmlns:p14="http://schemas.microsoft.com/office/powerpoint/2010/main" val="2502411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04787"/>
            <a:ext cx="3008710" cy="871538"/>
          </a:xfrm>
        </p:spPr>
        <p:txBody>
          <a:bodyPr anchor="b"/>
          <a:lstStyle>
            <a:lvl1pPr algn="l">
              <a:defRPr sz="1500" b="1"/>
            </a:lvl1pPr>
          </a:lstStyle>
          <a:p>
            <a:r>
              <a:rPr lang="zh-CN" altLang="en-US"/>
              <a:t>单击此处编辑母版标题样式</a:t>
            </a:r>
          </a:p>
        </p:txBody>
      </p:sp>
      <p:sp>
        <p:nvSpPr>
          <p:cNvPr id="3" name="内容占位符 2"/>
          <p:cNvSpPr>
            <a:spLocks noGrp="1"/>
          </p:cNvSpPr>
          <p:nvPr>
            <p:ph idx="1"/>
          </p:nvPr>
        </p:nvSpPr>
        <p:spPr>
          <a:xfrm>
            <a:off x="3575448" y="204788"/>
            <a:ext cx="5111353"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076326"/>
            <a:ext cx="3008710" cy="3518297"/>
          </a:xfrm>
        </p:spPr>
        <p:txBody>
          <a:bodyPr/>
          <a:lstStyle>
            <a:lvl1pPr marL="0" indent="0">
              <a:buNone/>
              <a:defRPr sz="1100"/>
            </a:lvl1pPr>
            <a:lvl2pPr marL="342900" indent="0">
              <a:buNone/>
              <a:defRPr sz="900"/>
            </a:lvl2pPr>
            <a:lvl3pPr marL="685800" indent="0">
              <a:buNone/>
              <a:defRPr sz="800"/>
            </a:lvl3pPr>
            <a:lvl4pPr marL="1028700" indent="0">
              <a:buNone/>
              <a:defRPr sz="700"/>
            </a:lvl4pPr>
            <a:lvl5pPr marL="1371600" indent="0">
              <a:buNone/>
              <a:defRPr sz="700"/>
            </a:lvl5pPr>
            <a:lvl6pPr marL="1714500" indent="0">
              <a:buNone/>
              <a:defRPr sz="700"/>
            </a:lvl6pPr>
            <a:lvl7pPr marL="2057400" indent="0">
              <a:buNone/>
              <a:defRPr sz="700"/>
            </a:lvl7pPr>
            <a:lvl8pPr marL="2400300" indent="0">
              <a:buNone/>
              <a:defRPr sz="700"/>
            </a:lvl8pPr>
            <a:lvl9pPr marL="2743200" indent="0">
              <a:buNone/>
              <a:defRPr sz="700"/>
            </a:lvl9pPr>
          </a:lstStyle>
          <a:p>
            <a:pPr lvl="0"/>
            <a:r>
              <a:rPr lang="zh-CN" altLang="en-US"/>
              <a:t>单击此处编辑母版文本样式</a:t>
            </a:r>
          </a:p>
        </p:txBody>
      </p:sp>
      <p:sp>
        <p:nvSpPr>
          <p:cNvPr id="5"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6"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7"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CBD04581-45B2-4FB5-88F5-FC7C0857ADB2}" type="slidenum">
              <a:rPr lang="zh-CN" altLang="en-US"/>
              <a:pPr>
                <a:defRPr/>
              </a:pPr>
              <a:t>‹#›</a:t>
            </a:fld>
            <a:endParaRPr lang="zh-CN" altLang="en-US" sz="1400"/>
          </a:p>
        </p:txBody>
      </p:sp>
    </p:spTree>
    <p:extLst>
      <p:ext uri="{BB962C8B-B14F-4D97-AF65-F5344CB8AC3E}">
        <p14:creationId xmlns:p14="http://schemas.microsoft.com/office/powerpoint/2010/main" val="177394881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1891" y="3600450"/>
            <a:ext cx="5486400" cy="425054"/>
          </a:xfrm>
        </p:spPr>
        <p:txBody>
          <a:bodyPr anchor="b"/>
          <a:lstStyle>
            <a:lvl1pPr algn="l">
              <a:defRPr sz="1500" b="1"/>
            </a:lvl1pPr>
          </a:lstStyle>
          <a:p>
            <a:r>
              <a:rPr lang="zh-CN" altLang="en-US"/>
              <a:t>单击此处编辑母版标题样式</a:t>
            </a:r>
          </a:p>
        </p:txBody>
      </p:sp>
      <p:sp>
        <p:nvSpPr>
          <p:cNvPr id="3" name="图片占位符 2"/>
          <p:cNvSpPr>
            <a:spLocks noGrp="1"/>
          </p:cNvSpPr>
          <p:nvPr>
            <p:ph type="pic" idx="1"/>
          </p:nvPr>
        </p:nvSpPr>
        <p:spPr>
          <a:xfrm>
            <a:off x="1791891"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endParaRPr lang="zh-CN" altLang="en-US" noProof="0">
              <a:sym typeface="Calibri" pitchFamily="34" charset="0"/>
            </a:endParaRPr>
          </a:p>
        </p:txBody>
      </p:sp>
      <p:sp>
        <p:nvSpPr>
          <p:cNvPr id="4" name="文本占位符 3"/>
          <p:cNvSpPr>
            <a:spLocks noGrp="1"/>
          </p:cNvSpPr>
          <p:nvPr>
            <p:ph type="body" sz="half" idx="2"/>
          </p:nvPr>
        </p:nvSpPr>
        <p:spPr>
          <a:xfrm>
            <a:off x="1791891" y="4025503"/>
            <a:ext cx="5486400" cy="603647"/>
          </a:xfrm>
        </p:spPr>
        <p:txBody>
          <a:bodyPr/>
          <a:lstStyle>
            <a:lvl1pPr marL="0" indent="0">
              <a:buNone/>
              <a:defRPr sz="1100"/>
            </a:lvl1pPr>
            <a:lvl2pPr marL="342900" indent="0">
              <a:buNone/>
              <a:defRPr sz="900"/>
            </a:lvl2pPr>
            <a:lvl3pPr marL="685800" indent="0">
              <a:buNone/>
              <a:defRPr sz="800"/>
            </a:lvl3pPr>
            <a:lvl4pPr marL="1028700" indent="0">
              <a:buNone/>
              <a:defRPr sz="700"/>
            </a:lvl4pPr>
            <a:lvl5pPr marL="1371600" indent="0">
              <a:buNone/>
              <a:defRPr sz="700"/>
            </a:lvl5pPr>
            <a:lvl6pPr marL="1714500" indent="0">
              <a:buNone/>
              <a:defRPr sz="700"/>
            </a:lvl6pPr>
            <a:lvl7pPr marL="2057400" indent="0">
              <a:buNone/>
              <a:defRPr sz="700"/>
            </a:lvl7pPr>
            <a:lvl8pPr marL="2400300" indent="0">
              <a:buNone/>
              <a:defRPr sz="700"/>
            </a:lvl8pPr>
            <a:lvl9pPr marL="2743200" indent="0">
              <a:buNone/>
              <a:defRPr sz="700"/>
            </a:lvl9pPr>
          </a:lstStyle>
          <a:p>
            <a:pPr lvl="0"/>
            <a:r>
              <a:rPr lang="zh-CN" altLang="en-US"/>
              <a:t>单击此处编辑母版文本样式</a:t>
            </a:r>
          </a:p>
        </p:txBody>
      </p:sp>
      <p:sp>
        <p:nvSpPr>
          <p:cNvPr id="5"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6"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7"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87E5BF29-83EB-4F5A-B881-8F89B5025731}" type="slidenum">
              <a:rPr lang="zh-CN" altLang="en-US"/>
              <a:pPr>
                <a:defRPr/>
              </a:pPr>
              <a:t>‹#›</a:t>
            </a:fld>
            <a:endParaRPr lang="zh-CN" altLang="en-US" sz="1400"/>
          </a:p>
        </p:txBody>
      </p:sp>
    </p:spTree>
    <p:extLst>
      <p:ext uri="{BB962C8B-B14F-4D97-AF65-F5344CB8AC3E}">
        <p14:creationId xmlns:p14="http://schemas.microsoft.com/office/powerpoint/2010/main" val="424009466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5"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6"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7DC13C36-27F2-455C-9692-68C09D675194}" type="slidenum">
              <a:rPr lang="zh-CN" altLang="en-US"/>
              <a:pPr>
                <a:defRPr/>
              </a:pPr>
              <a:t>‹#›</a:t>
            </a:fld>
            <a:endParaRPr lang="zh-CN" altLang="en-US" sz="1400"/>
          </a:p>
        </p:txBody>
      </p:sp>
    </p:spTree>
    <p:extLst>
      <p:ext uri="{BB962C8B-B14F-4D97-AF65-F5344CB8AC3E}">
        <p14:creationId xmlns:p14="http://schemas.microsoft.com/office/powerpoint/2010/main" val="5350210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543675" y="273844"/>
            <a:ext cx="1971675" cy="4358879"/>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628650" y="273844"/>
            <a:ext cx="5800725" cy="4358879"/>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5"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6"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90B9ABE1-3756-4DC5-A8E7-A897F4F6505B}" type="slidenum">
              <a:rPr lang="zh-CN" altLang="en-US"/>
              <a:pPr>
                <a:defRPr/>
              </a:pPr>
              <a:t>‹#›</a:t>
            </a:fld>
            <a:endParaRPr lang="zh-CN" altLang="en-US" sz="1400"/>
          </a:p>
        </p:txBody>
      </p:sp>
    </p:spTree>
    <p:extLst>
      <p:ext uri="{BB962C8B-B14F-4D97-AF65-F5344CB8AC3E}">
        <p14:creationId xmlns:p14="http://schemas.microsoft.com/office/powerpoint/2010/main" val="315325562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自定义版式">
    <p:spTree>
      <p:nvGrpSpPr>
        <p:cNvPr id="1" name=""/>
        <p:cNvGrpSpPr/>
        <p:nvPr/>
      </p:nvGrpSpPr>
      <p:grpSpPr>
        <a:xfrm>
          <a:off x="0" y="0"/>
          <a:ext cx="0" cy="0"/>
          <a:chOff x="0" y="0"/>
          <a:chExt cx="0" cy="0"/>
        </a:xfrm>
      </p:grpSpPr>
      <p:sp>
        <p:nvSpPr>
          <p:cNvPr id="2" name="标题 1"/>
          <p:cNvSpPr>
            <a:spLocks noGrp="1"/>
          </p:cNvSpPr>
          <p:nvPr>
            <p:ph type="title"/>
          </p:nvPr>
        </p:nvSpPr>
        <p:spPr>
          <a:xfrm>
            <a:off x="628650" y="273844"/>
            <a:ext cx="7886700" cy="994172"/>
          </a:xfrm>
        </p:spPr>
        <p:txBody>
          <a:bodyPr/>
          <a:lstStyle/>
          <a:p>
            <a:r>
              <a:rPr lang="zh-CN" altLang="en-US"/>
              <a:t>单击此处编辑母版标题样式</a:t>
            </a:r>
          </a:p>
        </p:txBody>
      </p:sp>
      <p:sp>
        <p:nvSpPr>
          <p:cNvPr id="3"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4"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5"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1BED966B-A667-4019-92AC-739406FFC366}" type="slidenum">
              <a:rPr lang="zh-CN" altLang="en-US"/>
              <a:pPr>
                <a:defRPr/>
              </a:pPr>
              <a:t>‹#›</a:t>
            </a:fld>
            <a:endParaRPr lang="zh-CN" altLang="en-US" sz="1400"/>
          </a:p>
        </p:txBody>
      </p:sp>
    </p:spTree>
    <p:extLst>
      <p:ext uri="{BB962C8B-B14F-4D97-AF65-F5344CB8AC3E}">
        <p14:creationId xmlns:p14="http://schemas.microsoft.com/office/powerpoint/2010/main" val="3192279945"/>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endParaRPr lang="en-US" dirty="0"/>
          </a:p>
        </p:txBody>
      </p:sp>
      <p:sp>
        <p:nvSpPr>
          <p:cNvPr id="4" name="Slide Number Placeholder 3"/>
          <p:cNvSpPr>
            <a:spLocks noGrp="1"/>
          </p:cNvSpPr>
          <p:nvPr>
            <p:ph type="sldNum" sz="quarter" idx="11"/>
          </p:nvPr>
        </p:nvSpPr>
        <p:spPr/>
        <p:txBody>
          <a:bodyPr/>
          <a:lstStyle/>
          <a:p>
            <a:fld id="{E7CA9478-788D-42C7-BC35-88005760C6DD}" type="slidenum">
              <a:rPr lang="en-US" smtClean="0"/>
              <a:t>‹#›</a:t>
            </a:fld>
            <a:endParaRPr lang="en-US"/>
          </a:p>
        </p:txBody>
      </p:sp>
      <p:sp>
        <p:nvSpPr>
          <p:cNvPr id="5" name="Title 4"/>
          <p:cNvSpPr>
            <a:spLocks noGrp="1"/>
          </p:cNvSpPr>
          <p:nvPr>
            <p:ph type="title"/>
          </p:nvPr>
        </p:nvSpPr>
        <p:spPr/>
        <p:txBody>
          <a:bodyPr/>
          <a:lstStyle/>
          <a:p>
            <a:r>
              <a:rPr lang="en-US" dirty="0"/>
              <a:t>Click to edit Master title style</a:t>
            </a:r>
          </a:p>
        </p:txBody>
      </p:sp>
      <p:sp>
        <p:nvSpPr>
          <p:cNvPr id="7" name="Text Placeholder 6"/>
          <p:cNvSpPr>
            <a:spLocks noGrp="1"/>
          </p:cNvSpPr>
          <p:nvPr>
            <p:ph type="body" sz="quarter" idx="12"/>
          </p:nvPr>
        </p:nvSpPr>
        <p:spPr>
          <a:xfrm>
            <a:off x="228600" y="1047750"/>
            <a:ext cx="5715000" cy="3581400"/>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9" name="Rectangle 8"/>
          <p:cNvSpPr>
            <a:spLocks/>
          </p:cNvSpPr>
          <p:nvPr userDrawn="1"/>
        </p:nvSpPr>
        <p:spPr>
          <a:xfrm>
            <a:off x="5943600" y="1755340"/>
            <a:ext cx="2743200" cy="2057400"/>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60455332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2_Custom Layout">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endParaRPr lang="en-US" dirty="0"/>
          </a:p>
        </p:txBody>
      </p:sp>
      <p:sp>
        <p:nvSpPr>
          <p:cNvPr id="4" name="Slide Number Placeholder 3"/>
          <p:cNvSpPr>
            <a:spLocks noGrp="1"/>
          </p:cNvSpPr>
          <p:nvPr>
            <p:ph type="sldNum" sz="quarter" idx="11"/>
          </p:nvPr>
        </p:nvSpPr>
        <p:spPr/>
        <p:txBody>
          <a:bodyPr/>
          <a:lstStyle/>
          <a:p>
            <a:fld id="{E7CA9478-788D-42C7-BC35-88005760C6DD}" type="slidenum">
              <a:rPr lang="en-US" smtClean="0"/>
              <a:t>‹#›</a:t>
            </a:fld>
            <a:endParaRPr lang="en-US"/>
          </a:p>
        </p:txBody>
      </p:sp>
      <p:sp>
        <p:nvSpPr>
          <p:cNvPr id="5" name="Title 4"/>
          <p:cNvSpPr>
            <a:spLocks noGrp="1"/>
          </p:cNvSpPr>
          <p:nvPr>
            <p:ph type="title"/>
          </p:nvPr>
        </p:nvSpPr>
        <p:spPr/>
        <p:txBody>
          <a:bodyPr/>
          <a:lstStyle/>
          <a:p>
            <a:r>
              <a:rPr lang="en-US" dirty="0"/>
              <a:t>Click to edit Master title style</a:t>
            </a:r>
          </a:p>
        </p:txBody>
      </p:sp>
      <p:sp>
        <p:nvSpPr>
          <p:cNvPr id="7" name="Text Placeholder 6"/>
          <p:cNvSpPr>
            <a:spLocks noGrp="1"/>
          </p:cNvSpPr>
          <p:nvPr>
            <p:ph type="body" sz="quarter" idx="12"/>
          </p:nvPr>
        </p:nvSpPr>
        <p:spPr>
          <a:xfrm>
            <a:off x="228600" y="1276350"/>
            <a:ext cx="5715000" cy="3352800"/>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9" name="Rectangle 8"/>
          <p:cNvSpPr>
            <a:spLocks/>
          </p:cNvSpPr>
          <p:nvPr userDrawn="1"/>
        </p:nvSpPr>
        <p:spPr>
          <a:xfrm>
            <a:off x="5943600" y="1755340"/>
            <a:ext cx="2743200" cy="2057400"/>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7532302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E7CA9478-788D-42C7-BC35-88005760C6DD}" type="slidenum">
              <a:rPr lang="en-US" smtClean="0"/>
              <a:t>‹#›</a:t>
            </a:fld>
            <a:endParaRPr lang="en-US"/>
          </a:p>
        </p:txBody>
      </p:sp>
    </p:spTree>
    <p:extLst>
      <p:ext uri="{BB962C8B-B14F-4D97-AF65-F5344CB8AC3E}">
        <p14:creationId xmlns:p14="http://schemas.microsoft.com/office/powerpoint/2010/main" val="1333829225"/>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xOverObj">
  <p:cSld name="标题和文本在内容之上">
    <p:spTree>
      <p:nvGrpSpPr>
        <p:cNvPr id="1" name=""/>
        <p:cNvGrpSpPr/>
        <p:nvPr/>
      </p:nvGrpSpPr>
      <p:grpSpPr>
        <a:xfrm>
          <a:off x="0" y="0"/>
          <a:ext cx="0" cy="0"/>
          <a:chOff x="0" y="0"/>
          <a:chExt cx="0" cy="0"/>
        </a:xfrm>
      </p:grpSpPr>
      <p:sp>
        <p:nvSpPr>
          <p:cNvPr id="2" name="标题 1"/>
          <p:cNvSpPr>
            <a:spLocks noGrp="1"/>
          </p:cNvSpPr>
          <p:nvPr>
            <p:ph type="title"/>
          </p:nvPr>
        </p:nvSpPr>
        <p:spPr>
          <a:xfrm>
            <a:off x="685800" y="226219"/>
            <a:ext cx="7772400" cy="1096566"/>
          </a:xfrm>
        </p:spPr>
        <p:txBody>
          <a:bodyPr/>
          <a:lstStyle/>
          <a:p>
            <a:r>
              <a:rPr lang="zh-CN" altLang="en-US"/>
              <a:t>单击此处编辑母版标题样式</a:t>
            </a:r>
          </a:p>
        </p:txBody>
      </p:sp>
      <p:sp>
        <p:nvSpPr>
          <p:cNvPr id="3" name="文本占位符 2"/>
          <p:cNvSpPr>
            <a:spLocks noGrp="1"/>
          </p:cNvSpPr>
          <p:nvPr>
            <p:ph type="body" sz="half" idx="1"/>
          </p:nvPr>
        </p:nvSpPr>
        <p:spPr>
          <a:xfrm>
            <a:off x="685800" y="1485900"/>
            <a:ext cx="7772400" cy="1485900"/>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685800" y="3086100"/>
            <a:ext cx="7772400" cy="1485900"/>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Rectangle 139">
            <a:extLst>
              <a:ext uri="{FF2B5EF4-FFF2-40B4-BE49-F238E27FC236}">
                <a16:creationId xmlns:a16="http://schemas.microsoft.com/office/drawing/2014/main" id="{B96255E1-C439-AD48-B245-D57659CDB86C}"/>
              </a:ext>
            </a:extLst>
          </p:cNvPr>
          <p:cNvSpPr>
            <a:spLocks noGrp="1" noChangeArrowheads="1"/>
          </p:cNvSpPr>
          <p:nvPr>
            <p:ph type="dt" sz="half" idx="10"/>
          </p:nvPr>
        </p:nvSpPr>
        <p:spPr>
          <a:xfrm>
            <a:off x="685800" y="4686300"/>
            <a:ext cx="1905000" cy="342900"/>
          </a:xfrm>
          <a:prstGeom prst="rect">
            <a:avLst/>
          </a:prstGeom>
        </p:spPr>
        <p:txBody>
          <a:bodyPr vert="horz" wrap="square" lIns="91440" tIns="45720" rIns="91440" bIns="45720" numCol="1" anchor="t" anchorCtr="0" compatLnSpc="1">
            <a:prstTxWarp prst="textNoShape">
              <a:avLst/>
            </a:prstTxWarp>
          </a:bodyPr>
          <a:lstStyle>
            <a:lvl1pPr>
              <a:defRPr/>
            </a:lvl1pPr>
          </a:lstStyle>
          <a:p>
            <a:endParaRPr lang="en-US" altLang="zh-CN"/>
          </a:p>
        </p:txBody>
      </p:sp>
      <p:sp>
        <p:nvSpPr>
          <p:cNvPr id="6" name="Rectangle 140">
            <a:extLst>
              <a:ext uri="{FF2B5EF4-FFF2-40B4-BE49-F238E27FC236}">
                <a16:creationId xmlns:a16="http://schemas.microsoft.com/office/drawing/2014/main" id="{92E0AF3A-844E-8540-9275-6B27B90A1B60}"/>
              </a:ext>
            </a:extLst>
          </p:cNvPr>
          <p:cNvSpPr>
            <a:spLocks noGrp="1" noChangeArrowheads="1"/>
          </p:cNvSpPr>
          <p:nvPr>
            <p:ph type="ftr" sz="quarter" idx="11"/>
          </p:nvPr>
        </p:nvSpPr>
        <p:spPr>
          <a:xfrm>
            <a:off x="3124200" y="4686300"/>
            <a:ext cx="2895600" cy="342900"/>
          </a:xfrm>
          <a:prstGeom prst="rect">
            <a:avLst/>
          </a:prstGeom>
        </p:spPr>
        <p:txBody>
          <a:bodyPr vert="horz" wrap="square" lIns="91440" tIns="45720" rIns="91440" bIns="45720" numCol="1" anchor="t" anchorCtr="0" compatLnSpc="1">
            <a:prstTxWarp prst="textNoShape">
              <a:avLst/>
            </a:prstTxWarp>
          </a:bodyPr>
          <a:lstStyle>
            <a:lvl1pPr>
              <a:defRPr/>
            </a:lvl1pPr>
          </a:lstStyle>
          <a:p>
            <a:endParaRPr lang="en-US" altLang="zh-CN"/>
          </a:p>
        </p:txBody>
      </p:sp>
      <p:sp>
        <p:nvSpPr>
          <p:cNvPr id="7" name="Rectangle 141">
            <a:extLst>
              <a:ext uri="{FF2B5EF4-FFF2-40B4-BE49-F238E27FC236}">
                <a16:creationId xmlns:a16="http://schemas.microsoft.com/office/drawing/2014/main" id="{4BA5CA2B-D2DD-1248-A343-5AC0523C6348}"/>
              </a:ext>
            </a:extLst>
          </p:cNvPr>
          <p:cNvSpPr>
            <a:spLocks noGrp="1" noChangeArrowheads="1"/>
          </p:cNvSpPr>
          <p:nvPr>
            <p:ph type="sldNum" sz="quarter" idx="12"/>
          </p:nvPr>
        </p:nvSpPr>
        <p:spPr/>
        <p:txBody>
          <a:bodyPr/>
          <a:lstStyle>
            <a:lvl1pPr>
              <a:defRPr/>
            </a:lvl1pPr>
          </a:lstStyle>
          <a:p>
            <a:fld id="{4987DDEE-BECE-1940-9968-0367E45BAD15}" type="slidenum">
              <a:rPr lang="en-US" altLang="zh-CN"/>
              <a:pPr/>
              <a:t>‹#›</a:t>
            </a:fld>
            <a:endParaRPr lang="en-US" altLang="zh-CN"/>
          </a:p>
        </p:txBody>
      </p:sp>
    </p:spTree>
    <p:extLst>
      <p:ext uri="{BB962C8B-B14F-4D97-AF65-F5344CB8AC3E}">
        <p14:creationId xmlns:p14="http://schemas.microsoft.com/office/powerpoint/2010/main" val="22592510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xAndObj">
  <p:cSld name="标题，文本与内容">
    <p:spTree>
      <p:nvGrpSpPr>
        <p:cNvPr id="1" name=""/>
        <p:cNvGrpSpPr/>
        <p:nvPr/>
      </p:nvGrpSpPr>
      <p:grpSpPr>
        <a:xfrm>
          <a:off x="0" y="0"/>
          <a:ext cx="0" cy="0"/>
          <a:chOff x="0" y="0"/>
          <a:chExt cx="0" cy="0"/>
        </a:xfrm>
      </p:grpSpPr>
      <p:sp>
        <p:nvSpPr>
          <p:cNvPr id="2" name="标题 1"/>
          <p:cNvSpPr>
            <a:spLocks noGrp="1"/>
          </p:cNvSpPr>
          <p:nvPr>
            <p:ph type="title"/>
          </p:nvPr>
        </p:nvSpPr>
        <p:spPr>
          <a:xfrm>
            <a:off x="685800" y="226219"/>
            <a:ext cx="7772400" cy="1096566"/>
          </a:xfrm>
        </p:spPr>
        <p:txBody>
          <a:bodyPr/>
          <a:lstStyle/>
          <a:p>
            <a:r>
              <a:rPr lang="zh-CN" altLang="en-US"/>
              <a:t>单击此处编辑母版标题样式</a:t>
            </a:r>
          </a:p>
        </p:txBody>
      </p:sp>
      <p:sp>
        <p:nvSpPr>
          <p:cNvPr id="3" name="文本占位符 2"/>
          <p:cNvSpPr>
            <a:spLocks noGrp="1"/>
          </p:cNvSpPr>
          <p:nvPr>
            <p:ph type="body" sz="half" idx="1"/>
          </p:nvPr>
        </p:nvSpPr>
        <p:spPr>
          <a:xfrm>
            <a:off x="685800" y="1485900"/>
            <a:ext cx="3810000" cy="3086100"/>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1485900"/>
            <a:ext cx="3810000" cy="3086100"/>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Rectangle 139">
            <a:extLst>
              <a:ext uri="{FF2B5EF4-FFF2-40B4-BE49-F238E27FC236}">
                <a16:creationId xmlns:a16="http://schemas.microsoft.com/office/drawing/2014/main" id="{936FB545-A91F-8D44-B2D4-1B63479F163D}"/>
              </a:ext>
            </a:extLst>
          </p:cNvPr>
          <p:cNvSpPr>
            <a:spLocks noGrp="1" noChangeArrowheads="1"/>
          </p:cNvSpPr>
          <p:nvPr>
            <p:ph type="dt" sz="half" idx="10"/>
          </p:nvPr>
        </p:nvSpPr>
        <p:spPr>
          <a:xfrm>
            <a:off x="685800" y="4686300"/>
            <a:ext cx="1905000" cy="342900"/>
          </a:xfrm>
          <a:prstGeom prst="rect">
            <a:avLst/>
          </a:prstGeom>
        </p:spPr>
        <p:txBody>
          <a:bodyPr vert="horz" wrap="square" lIns="91440" tIns="45720" rIns="91440" bIns="45720" numCol="1" anchor="t" anchorCtr="0" compatLnSpc="1">
            <a:prstTxWarp prst="textNoShape">
              <a:avLst/>
            </a:prstTxWarp>
          </a:bodyPr>
          <a:lstStyle>
            <a:lvl1pPr>
              <a:defRPr/>
            </a:lvl1pPr>
          </a:lstStyle>
          <a:p>
            <a:endParaRPr lang="en-US" altLang="zh-CN"/>
          </a:p>
        </p:txBody>
      </p:sp>
      <p:sp>
        <p:nvSpPr>
          <p:cNvPr id="6" name="Rectangle 140">
            <a:extLst>
              <a:ext uri="{FF2B5EF4-FFF2-40B4-BE49-F238E27FC236}">
                <a16:creationId xmlns:a16="http://schemas.microsoft.com/office/drawing/2014/main" id="{6ABFDF7C-AA2D-9343-BAD5-3569A8843A78}"/>
              </a:ext>
            </a:extLst>
          </p:cNvPr>
          <p:cNvSpPr>
            <a:spLocks noGrp="1" noChangeArrowheads="1"/>
          </p:cNvSpPr>
          <p:nvPr>
            <p:ph type="ftr" sz="quarter" idx="11"/>
          </p:nvPr>
        </p:nvSpPr>
        <p:spPr>
          <a:xfrm>
            <a:off x="3124200" y="4686300"/>
            <a:ext cx="2895600" cy="342900"/>
          </a:xfrm>
          <a:prstGeom prst="rect">
            <a:avLst/>
          </a:prstGeom>
        </p:spPr>
        <p:txBody>
          <a:bodyPr vert="horz" wrap="square" lIns="91440" tIns="45720" rIns="91440" bIns="45720" numCol="1" anchor="t" anchorCtr="0" compatLnSpc="1">
            <a:prstTxWarp prst="textNoShape">
              <a:avLst/>
            </a:prstTxWarp>
          </a:bodyPr>
          <a:lstStyle>
            <a:lvl1pPr>
              <a:defRPr/>
            </a:lvl1pPr>
          </a:lstStyle>
          <a:p>
            <a:endParaRPr lang="en-US" altLang="zh-CN"/>
          </a:p>
        </p:txBody>
      </p:sp>
      <p:sp>
        <p:nvSpPr>
          <p:cNvPr id="7" name="Rectangle 141">
            <a:extLst>
              <a:ext uri="{FF2B5EF4-FFF2-40B4-BE49-F238E27FC236}">
                <a16:creationId xmlns:a16="http://schemas.microsoft.com/office/drawing/2014/main" id="{E9B92F7C-EDA8-7545-9947-887E2A0DB4CA}"/>
              </a:ext>
            </a:extLst>
          </p:cNvPr>
          <p:cNvSpPr>
            <a:spLocks noGrp="1" noChangeArrowheads="1"/>
          </p:cNvSpPr>
          <p:nvPr>
            <p:ph type="sldNum" sz="quarter" idx="12"/>
          </p:nvPr>
        </p:nvSpPr>
        <p:spPr/>
        <p:txBody>
          <a:bodyPr/>
          <a:lstStyle>
            <a:lvl1pPr>
              <a:defRPr/>
            </a:lvl1pPr>
          </a:lstStyle>
          <a:p>
            <a:fld id="{2354AB2B-AA2E-D543-8A52-C819C151DFE5}" type="slidenum">
              <a:rPr lang="en-US" altLang="zh-CN"/>
              <a:pPr/>
              <a:t>‹#›</a:t>
            </a:fld>
            <a:endParaRPr lang="en-US" altLang="zh-CN"/>
          </a:p>
        </p:txBody>
      </p:sp>
    </p:spTree>
    <p:extLst>
      <p:ext uri="{BB962C8B-B14F-4D97-AF65-F5344CB8AC3E}">
        <p14:creationId xmlns:p14="http://schemas.microsoft.com/office/powerpoint/2010/main" val="316146529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1026" name="标题占位符 1"/>
          <p:cNvSpPr>
            <a:spLocks noGrp="1" noChangeArrowheads="1"/>
          </p:cNvSpPr>
          <p:nvPr>
            <p:ph type="title" idx="4294967295"/>
          </p:nvPr>
        </p:nvSpPr>
        <p:spPr bwMode="auto">
          <a:xfrm>
            <a:off x="628650" y="274638"/>
            <a:ext cx="7886700" cy="99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ctr" anchorCtr="0" compatLnSpc="1">
            <a:prstTxWarp prst="textNoShape">
              <a:avLst/>
            </a:prstTxWarp>
          </a:bodyPr>
          <a:lstStyle/>
          <a:p>
            <a:pPr lvl="0"/>
            <a:r>
              <a:rPr lang="zh-CN" altLang="zh-CN">
                <a:sym typeface="Calibri Light" panose="020F0302020204030204" pitchFamily="34" charset="0"/>
              </a:rPr>
              <a:t>单击此处编辑母版标题样式</a:t>
            </a:r>
          </a:p>
        </p:txBody>
      </p:sp>
      <p:sp>
        <p:nvSpPr>
          <p:cNvPr id="1027" name="文本占位符 2"/>
          <p:cNvSpPr>
            <a:spLocks noGrp="1" noChangeArrowheads="1"/>
          </p:cNvSpPr>
          <p:nvPr>
            <p:ph type="body" idx="1"/>
          </p:nvPr>
        </p:nvSpPr>
        <p:spPr bwMode="auto">
          <a:xfrm>
            <a:off x="628650" y="1370013"/>
            <a:ext cx="7886700" cy="3262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lvl="0"/>
            <a:r>
              <a:rPr lang="zh-CN" altLang="zh-CN">
                <a:sym typeface="Calibri" panose="020F0502020204030204" pitchFamily="34" charset="0"/>
              </a:rPr>
              <a:t>单击此处编辑母版文本样式</a:t>
            </a:r>
          </a:p>
          <a:p>
            <a:pPr lvl="1"/>
            <a:r>
              <a:rPr lang="zh-CN" altLang="zh-CN">
                <a:sym typeface="Calibri" panose="020F0502020204030204" pitchFamily="34" charset="0"/>
              </a:rPr>
              <a:t>第二级</a:t>
            </a:r>
          </a:p>
          <a:p>
            <a:pPr lvl="2"/>
            <a:r>
              <a:rPr lang="zh-CN" altLang="zh-CN">
                <a:sym typeface="Calibri" panose="020F0502020204030204" pitchFamily="34" charset="0"/>
              </a:rPr>
              <a:t>第三级</a:t>
            </a:r>
          </a:p>
          <a:p>
            <a:pPr lvl="3"/>
            <a:r>
              <a:rPr lang="zh-CN" altLang="zh-CN">
                <a:sym typeface="Calibri" panose="020F0502020204030204" pitchFamily="34" charset="0"/>
              </a:rPr>
              <a:t>第四级</a:t>
            </a:r>
          </a:p>
          <a:p>
            <a:pPr lvl="4"/>
            <a:r>
              <a:rPr lang="zh-CN" altLang="zh-CN">
                <a:sym typeface="Calibri" panose="020F0502020204030204" pitchFamily="34" charset="0"/>
              </a:rPr>
              <a:t>第五级</a:t>
            </a:r>
          </a:p>
        </p:txBody>
      </p:sp>
      <p:sp>
        <p:nvSpPr>
          <p:cNvPr id="4" name="灯片编号占位符 5"/>
          <p:cNvSpPr>
            <a:spLocks noGrp="1" noChangeArrowheads="1"/>
          </p:cNvSpPr>
          <p:nvPr>
            <p:ph type="sldNum" sz="quarter" idx="4"/>
          </p:nvPr>
        </p:nvSpPr>
        <p:spPr>
          <a:xfrm>
            <a:off x="6994525" y="4868863"/>
            <a:ext cx="2057400" cy="274637"/>
          </a:xfrm>
          <a:prstGeom prst="rect">
            <a:avLst/>
          </a:prstGeom>
        </p:spPr>
        <p:txBody>
          <a:bodyPr vert="horz" wrap="square" lIns="91440" tIns="45720" rIns="91440" bIns="45720" numCol="1" anchor="t" anchorCtr="0" compatLnSpc="1">
            <a:prstTxWarp prst="textNoShape">
              <a:avLst/>
            </a:prstTxWarp>
          </a:bodyPr>
          <a:lstStyle>
            <a:lvl1pPr algn="r" eaLnBrk="1" hangingPunct="1">
              <a:buFont typeface="Arial" panose="020B0604020202020204" pitchFamily="34" charset="0"/>
              <a:buNone/>
              <a:defRPr sz="1200"/>
            </a:lvl1pPr>
          </a:lstStyle>
          <a:p>
            <a:pPr>
              <a:defRPr/>
            </a:pPr>
            <a:fld id="{9B2D4FF2-4AC7-41C9-A20C-4C4B558FB8A5}" type="slidenum">
              <a:rPr lang="zh-CN" altLang="en-US"/>
              <a:pPr>
                <a:defRPr/>
              </a:pPr>
              <a:t>‹#›</a:t>
            </a:fld>
            <a:endParaRPr lang="zh-CN" altLang="en-US" sz="1050" dirty="0"/>
          </a:p>
        </p:txBody>
      </p:sp>
    </p:spTree>
  </p:cSld>
  <p:clrMap bg1="lt1" tx1="dk1" bg2="lt2" tx2="dk2" accent1="accent1" accent2="accent2" accent3="accent3" accent4="accent4" accent5="accent5" accent6="accent6" hlink="hlink" folHlink="folHlink"/>
  <p:sldLayoutIdLst>
    <p:sldLayoutId id="2147483973" r:id="rId1"/>
    <p:sldLayoutId id="2147483974" r:id="rId2"/>
    <p:sldLayoutId id="2147483975" r:id="rId3"/>
    <p:sldLayoutId id="2147483976" r:id="rId4"/>
    <p:sldLayoutId id="2147483977" r:id="rId5"/>
    <p:sldLayoutId id="2147483978" r:id="rId6"/>
    <p:sldLayoutId id="2147483979" r:id="rId7"/>
    <p:sldLayoutId id="2147483980" r:id="rId8"/>
    <p:sldLayoutId id="2147483981" r:id="rId9"/>
    <p:sldLayoutId id="2147483982" r:id="rId10"/>
    <p:sldLayoutId id="2147483983" r:id="rId11"/>
    <p:sldLayoutId id="2147483984" r:id="rId12"/>
    <p:sldLayoutId id="2147483985" r:id="rId13"/>
    <p:sldLayoutId id="2147483986" r:id="rId14"/>
    <p:sldLayoutId id="2147483987" r:id="rId15"/>
    <p:sldLayoutId id="2147483988" r:id="rId16"/>
    <p:sldLayoutId id="2147483989" r:id="rId17"/>
  </p:sldLayoutIdLst>
  <p:hf hdr="0" ftr="0" dt="0"/>
  <p:txStyles>
    <p:titleStyle>
      <a:lvl1pPr marL="685800" indent="-685800" algn="l" rtl="0" eaLnBrk="0" fontAlgn="base" hangingPunct="0">
        <a:lnSpc>
          <a:spcPct val="90000"/>
        </a:lnSpc>
        <a:spcBef>
          <a:spcPct val="0"/>
        </a:spcBef>
        <a:spcAft>
          <a:spcPct val="0"/>
        </a:spcAft>
        <a:defRPr sz="2400" b="1">
          <a:solidFill>
            <a:schemeClr val="tx1"/>
          </a:solidFill>
          <a:latin typeface="+mj-ea"/>
          <a:ea typeface="+mj-ea"/>
          <a:cs typeface="+mj-cs"/>
          <a:sym typeface="Calibri Light" panose="020F0302020204030204" pitchFamily="34" charset="0"/>
        </a:defRPr>
      </a:lvl1pPr>
      <a:lvl2pPr marL="685800" indent="-685800" algn="l" rtl="0" eaLnBrk="0" fontAlgn="base" hangingPunct="0">
        <a:lnSpc>
          <a:spcPct val="90000"/>
        </a:lnSpc>
        <a:spcBef>
          <a:spcPct val="0"/>
        </a:spcBef>
        <a:spcAft>
          <a:spcPct val="0"/>
        </a:spcAft>
        <a:defRPr sz="2400" b="1">
          <a:solidFill>
            <a:schemeClr val="tx1"/>
          </a:solidFill>
          <a:latin typeface="微软雅黑" pitchFamily="34" charset="-122"/>
          <a:ea typeface="微软雅黑" pitchFamily="34" charset="-122"/>
          <a:sym typeface="Calibri Light" panose="020F0302020204030204" pitchFamily="34" charset="0"/>
        </a:defRPr>
      </a:lvl2pPr>
      <a:lvl3pPr marL="685800" indent="-685800" algn="l" rtl="0" eaLnBrk="0" fontAlgn="base" hangingPunct="0">
        <a:lnSpc>
          <a:spcPct val="90000"/>
        </a:lnSpc>
        <a:spcBef>
          <a:spcPct val="0"/>
        </a:spcBef>
        <a:spcAft>
          <a:spcPct val="0"/>
        </a:spcAft>
        <a:defRPr sz="2400" b="1">
          <a:solidFill>
            <a:schemeClr val="tx1"/>
          </a:solidFill>
          <a:latin typeface="微软雅黑" pitchFamily="34" charset="-122"/>
          <a:ea typeface="微软雅黑" pitchFamily="34" charset="-122"/>
          <a:sym typeface="Calibri Light" panose="020F0302020204030204" pitchFamily="34" charset="0"/>
        </a:defRPr>
      </a:lvl3pPr>
      <a:lvl4pPr marL="685800" indent="-685800" algn="l" rtl="0" eaLnBrk="0" fontAlgn="base" hangingPunct="0">
        <a:lnSpc>
          <a:spcPct val="90000"/>
        </a:lnSpc>
        <a:spcBef>
          <a:spcPct val="0"/>
        </a:spcBef>
        <a:spcAft>
          <a:spcPct val="0"/>
        </a:spcAft>
        <a:defRPr sz="2400" b="1">
          <a:solidFill>
            <a:schemeClr val="tx1"/>
          </a:solidFill>
          <a:latin typeface="微软雅黑" pitchFamily="34" charset="-122"/>
          <a:ea typeface="微软雅黑" pitchFamily="34" charset="-122"/>
          <a:sym typeface="Calibri Light" panose="020F0302020204030204" pitchFamily="34" charset="0"/>
        </a:defRPr>
      </a:lvl4pPr>
      <a:lvl5pPr marL="685800" indent="-685800" algn="l" rtl="0" eaLnBrk="0" fontAlgn="base" hangingPunct="0">
        <a:lnSpc>
          <a:spcPct val="90000"/>
        </a:lnSpc>
        <a:spcBef>
          <a:spcPct val="0"/>
        </a:spcBef>
        <a:spcAft>
          <a:spcPct val="0"/>
        </a:spcAft>
        <a:defRPr sz="2400" b="1">
          <a:solidFill>
            <a:schemeClr val="tx1"/>
          </a:solidFill>
          <a:latin typeface="微软雅黑" pitchFamily="34" charset="-122"/>
          <a:ea typeface="微软雅黑" pitchFamily="34" charset="-122"/>
          <a:sym typeface="Calibri Light" panose="020F0302020204030204" pitchFamily="34" charset="0"/>
        </a:defRPr>
      </a:lvl5pPr>
      <a:lvl6pPr marL="1028700" indent="-685800" algn="l" rtl="0" fontAlgn="base">
        <a:lnSpc>
          <a:spcPct val="90000"/>
        </a:lnSpc>
        <a:spcBef>
          <a:spcPct val="0"/>
        </a:spcBef>
        <a:spcAft>
          <a:spcPct val="0"/>
        </a:spcAft>
        <a:defRPr sz="3300">
          <a:solidFill>
            <a:schemeClr val="tx1"/>
          </a:solidFill>
          <a:latin typeface="Calibri Light" charset="0"/>
          <a:ea typeface="宋体" pitchFamily="2" charset="-122"/>
          <a:sym typeface="Calibri Light" charset="0"/>
        </a:defRPr>
      </a:lvl6pPr>
      <a:lvl7pPr marL="1371600" indent="-685800" algn="l" rtl="0" fontAlgn="base">
        <a:lnSpc>
          <a:spcPct val="90000"/>
        </a:lnSpc>
        <a:spcBef>
          <a:spcPct val="0"/>
        </a:spcBef>
        <a:spcAft>
          <a:spcPct val="0"/>
        </a:spcAft>
        <a:defRPr sz="3300">
          <a:solidFill>
            <a:schemeClr val="tx1"/>
          </a:solidFill>
          <a:latin typeface="Calibri Light" charset="0"/>
          <a:ea typeface="宋体" pitchFamily="2" charset="-122"/>
          <a:sym typeface="Calibri Light" charset="0"/>
        </a:defRPr>
      </a:lvl7pPr>
      <a:lvl8pPr marL="1714500" indent="-685800" algn="l" rtl="0" fontAlgn="base">
        <a:lnSpc>
          <a:spcPct val="90000"/>
        </a:lnSpc>
        <a:spcBef>
          <a:spcPct val="0"/>
        </a:spcBef>
        <a:spcAft>
          <a:spcPct val="0"/>
        </a:spcAft>
        <a:defRPr sz="3300">
          <a:solidFill>
            <a:schemeClr val="tx1"/>
          </a:solidFill>
          <a:latin typeface="Calibri Light" charset="0"/>
          <a:ea typeface="宋体" pitchFamily="2" charset="-122"/>
          <a:sym typeface="Calibri Light" charset="0"/>
        </a:defRPr>
      </a:lvl8pPr>
      <a:lvl9pPr marL="2057400" indent="-685800" algn="l" rtl="0" fontAlgn="base">
        <a:lnSpc>
          <a:spcPct val="90000"/>
        </a:lnSpc>
        <a:spcBef>
          <a:spcPct val="0"/>
        </a:spcBef>
        <a:spcAft>
          <a:spcPct val="0"/>
        </a:spcAft>
        <a:defRPr sz="3300">
          <a:solidFill>
            <a:schemeClr val="tx1"/>
          </a:solidFill>
          <a:latin typeface="Calibri Light" charset="0"/>
          <a:ea typeface="宋体" pitchFamily="2" charset="-122"/>
          <a:sym typeface="Calibri Light" charset="0"/>
        </a:defRPr>
      </a:lvl9pPr>
    </p:titleStyle>
    <p:bodyStyle>
      <a:lvl1pPr marL="342900" indent="-342900" algn="l" rtl="0" eaLnBrk="0" fontAlgn="base" hangingPunct="0">
        <a:lnSpc>
          <a:spcPct val="150000"/>
        </a:lnSpc>
        <a:spcBef>
          <a:spcPts val="750"/>
        </a:spcBef>
        <a:spcAft>
          <a:spcPct val="0"/>
        </a:spcAft>
        <a:buClr>
          <a:srgbClr val="3F762B"/>
        </a:buClr>
        <a:buFont typeface="Wingdings" panose="05000000000000000000" pitchFamily="2" charset="2"/>
        <a:buChar char="n"/>
        <a:defRPr sz="3200">
          <a:solidFill>
            <a:schemeClr val="tx1"/>
          </a:solidFill>
          <a:latin typeface="+mn-ea"/>
          <a:ea typeface="+mn-ea"/>
          <a:cs typeface="+mn-cs"/>
          <a:sym typeface="Calibri" panose="020F0502020204030204" pitchFamily="34" charset="0"/>
        </a:defRPr>
      </a:lvl1pPr>
      <a:lvl2pPr marL="685800" indent="-342900" algn="l" rtl="0" eaLnBrk="0" fontAlgn="base" hangingPunct="0">
        <a:lnSpc>
          <a:spcPct val="150000"/>
        </a:lnSpc>
        <a:spcBef>
          <a:spcPts val="375"/>
        </a:spcBef>
        <a:spcAft>
          <a:spcPct val="0"/>
        </a:spcAft>
        <a:buClr>
          <a:srgbClr val="3F762B"/>
        </a:buClr>
        <a:buFont typeface="Wingdings" panose="05000000000000000000" pitchFamily="2" charset="2"/>
        <a:buChar char="n"/>
        <a:defRPr sz="2800">
          <a:solidFill>
            <a:schemeClr val="tx1"/>
          </a:solidFill>
          <a:latin typeface="+mn-ea"/>
          <a:ea typeface="+mn-ea"/>
          <a:sym typeface="Calibri" panose="020F0502020204030204" pitchFamily="34" charset="0"/>
        </a:defRPr>
      </a:lvl2pPr>
      <a:lvl3pPr marL="1028700" indent="-342900" algn="l" rtl="0" eaLnBrk="0" fontAlgn="base" hangingPunct="0">
        <a:lnSpc>
          <a:spcPct val="150000"/>
        </a:lnSpc>
        <a:spcBef>
          <a:spcPts val="375"/>
        </a:spcBef>
        <a:spcAft>
          <a:spcPct val="0"/>
        </a:spcAft>
        <a:buClr>
          <a:srgbClr val="3F762B"/>
        </a:buClr>
        <a:buFont typeface="Wingdings" panose="05000000000000000000" pitchFamily="2" charset="2"/>
        <a:buChar char="n"/>
        <a:defRPr sz="2400">
          <a:solidFill>
            <a:schemeClr val="tx1"/>
          </a:solidFill>
          <a:latin typeface="+mn-ea"/>
          <a:ea typeface="+mn-ea"/>
          <a:sym typeface="Calibri" panose="020F0502020204030204" pitchFamily="34" charset="0"/>
        </a:defRPr>
      </a:lvl3pPr>
      <a:lvl4pPr marL="1371600" indent="-342900" algn="l" rtl="0" eaLnBrk="0" fontAlgn="base" hangingPunct="0">
        <a:lnSpc>
          <a:spcPct val="150000"/>
        </a:lnSpc>
        <a:spcBef>
          <a:spcPts val="375"/>
        </a:spcBef>
        <a:spcAft>
          <a:spcPct val="0"/>
        </a:spcAft>
        <a:buClr>
          <a:srgbClr val="3F762B"/>
        </a:buClr>
        <a:buFont typeface="Wingdings" panose="05000000000000000000" pitchFamily="2" charset="2"/>
        <a:buChar char="n"/>
        <a:defRPr sz="2000">
          <a:solidFill>
            <a:schemeClr val="tx1"/>
          </a:solidFill>
          <a:latin typeface="+mn-ea"/>
          <a:ea typeface="+mn-ea"/>
          <a:sym typeface="Calibri" panose="020F0502020204030204" pitchFamily="34" charset="0"/>
        </a:defRPr>
      </a:lvl4pPr>
      <a:lvl5pPr marL="1714500" indent="-342900" algn="l" rtl="0" eaLnBrk="0" fontAlgn="base" hangingPunct="0">
        <a:lnSpc>
          <a:spcPct val="150000"/>
        </a:lnSpc>
        <a:spcBef>
          <a:spcPts val="375"/>
        </a:spcBef>
        <a:spcAft>
          <a:spcPct val="0"/>
        </a:spcAft>
        <a:buClr>
          <a:srgbClr val="3F762B"/>
        </a:buClr>
        <a:buFont typeface="Wingdings" panose="05000000000000000000" pitchFamily="2" charset="2"/>
        <a:buChar char="n"/>
        <a:defRPr sz="2000">
          <a:solidFill>
            <a:schemeClr val="tx1"/>
          </a:solidFill>
          <a:latin typeface="+mn-ea"/>
          <a:ea typeface="+mn-ea"/>
          <a:sym typeface="Calibri" panose="020F0502020204030204" pitchFamily="34" charset="0"/>
        </a:defRPr>
      </a:lvl5pPr>
      <a:lvl6pPr marL="1885950" indent="-171450" algn="l" rtl="0" fontAlgn="base">
        <a:lnSpc>
          <a:spcPct val="90000"/>
        </a:lnSpc>
        <a:spcBef>
          <a:spcPts val="375"/>
        </a:spcBef>
        <a:spcAft>
          <a:spcPct val="0"/>
        </a:spcAft>
        <a:buFont typeface="Arial" pitchFamily="34" charset="0"/>
        <a:buChar char="•"/>
        <a:defRPr>
          <a:solidFill>
            <a:schemeClr val="tx1"/>
          </a:solidFill>
          <a:latin typeface="+mn-lt"/>
          <a:ea typeface="+mn-ea"/>
          <a:sym typeface="Calibri" pitchFamily="34" charset="0"/>
        </a:defRPr>
      </a:lvl6pPr>
      <a:lvl7pPr marL="2228850" indent="-171450" algn="l" rtl="0" fontAlgn="base">
        <a:lnSpc>
          <a:spcPct val="90000"/>
        </a:lnSpc>
        <a:spcBef>
          <a:spcPts val="375"/>
        </a:spcBef>
        <a:spcAft>
          <a:spcPct val="0"/>
        </a:spcAft>
        <a:buFont typeface="Arial" pitchFamily="34" charset="0"/>
        <a:buChar char="•"/>
        <a:defRPr>
          <a:solidFill>
            <a:schemeClr val="tx1"/>
          </a:solidFill>
          <a:latin typeface="+mn-lt"/>
          <a:ea typeface="+mn-ea"/>
          <a:sym typeface="Calibri" pitchFamily="34" charset="0"/>
        </a:defRPr>
      </a:lvl7pPr>
      <a:lvl8pPr marL="2571750" indent="-171450" algn="l" rtl="0" fontAlgn="base">
        <a:lnSpc>
          <a:spcPct val="90000"/>
        </a:lnSpc>
        <a:spcBef>
          <a:spcPts val="375"/>
        </a:spcBef>
        <a:spcAft>
          <a:spcPct val="0"/>
        </a:spcAft>
        <a:buFont typeface="Arial" pitchFamily="34" charset="0"/>
        <a:buChar char="•"/>
        <a:defRPr>
          <a:solidFill>
            <a:schemeClr val="tx1"/>
          </a:solidFill>
          <a:latin typeface="+mn-lt"/>
          <a:ea typeface="+mn-ea"/>
          <a:sym typeface="Calibri" pitchFamily="34" charset="0"/>
        </a:defRPr>
      </a:lvl8pPr>
      <a:lvl9pPr marL="2914650" indent="-171450" algn="l" rtl="0" fontAlgn="base">
        <a:lnSpc>
          <a:spcPct val="90000"/>
        </a:lnSpc>
        <a:spcBef>
          <a:spcPts val="375"/>
        </a:spcBef>
        <a:spcAft>
          <a:spcPct val="0"/>
        </a:spcAft>
        <a:buFont typeface="Arial" pitchFamily="34" charset="0"/>
        <a:buChar char="•"/>
        <a:defRPr>
          <a:solidFill>
            <a:schemeClr val="tx1"/>
          </a:solidFill>
          <a:latin typeface="+mn-lt"/>
          <a:ea typeface="+mn-ea"/>
          <a:sym typeface="Calibri" pitchFamily="34" charset="0"/>
        </a:defRPr>
      </a:lvl9pPr>
    </p:bodyStyle>
    <p:otherStyle>
      <a:defPPr>
        <a:defRPr lang="zh-CN"/>
      </a:defPPr>
      <a:lvl1pPr marL="0" algn="l" defTabSz="685800" rtl="0" eaLnBrk="1" latinLnBrk="0" hangingPunct="1">
        <a:defRPr sz="1400" kern="1200">
          <a:solidFill>
            <a:schemeClr val="tx1"/>
          </a:solidFill>
          <a:latin typeface="+mn-lt"/>
          <a:ea typeface="+mn-ea"/>
          <a:cs typeface="+mn-cs"/>
        </a:defRPr>
      </a:lvl1pPr>
      <a:lvl2pPr marL="342900" algn="l" defTabSz="685800" rtl="0" eaLnBrk="1" latinLnBrk="0" hangingPunct="1">
        <a:defRPr sz="1400" kern="1200">
          <a:solidFill>
            <a:schemeClr val="tx1"/>
          </a:solidFill>
          <a:latin typeface="+mn-lt"/>
          <a:ea typeface="+mn-ea"/>
          <a:cs typeface="+mn-cs"/>
        </a:defRPr>
      </a:lvl2pPr>
      <a:lvl3pPr marL="685800" algn="l" defTabSz="685800" rtl="0" eaLnBrk="1" latinLnBrk="0" hangingPunct="1">
        <a:defRPr sz="1400" kern="1200">
          <a:solidFill>
            <a:schemeClr val="tx1"/>
          </a:solidFill>
          <a:latin typeface="+mn-lt"/>
          <a:ea typeface="+mn-ea"/>
          <a:cs typeface="+mn-cs"/>
        </a:defRPr>
      </a:lvl3pPr>
      <a:lvl4pPr marL="1028700" algn="l" defTabSz="685800" rtl="0" eaLnBrk="1" latinLnBrk="0" hangingPunct="1">
        <a:defRPr sz="1400" kern="1200">
          <a:solidFill>
            <a:schemeClr val="tx1"/>
          </a:solidFill>
          <a:latin typeface="+mn-lt"/>
          <a:ea typeface="+mn-ea"/>
          <a:cs typeface="+mn-cs"/>
        </a:defRPr>
      </a:lvl4pPr>
      <a:lvl5pPr marL="1371600" algn="l" defTabSz="685800" rtl="0" eaLnBrk="1" latinLnBrk="0" hangingPunct="1">
        <a:defRPr sz="1400" kern="1200">
          <a:solidFill>
            <a:schemeClr val="tx1"/>
          </a:solidFill>
          <a:latin typeface="+mn-lt"/>
          <a:ea typeface="+mn-ea"/>
          <a:cs typeface="+mn-cs"/>
        </a:defRPr>
      </a:lvl5pPr>
      <a:lvl6pPr marL="1714500" algn="l" defTabSz="685800" rtl="0" eaLnBrk="1" latinLnBrk="0" hangingPunct="1">
        <a:defRPr sz="1400" kern="1200">
          <a:solidFill>
            <a:schemeClr val="tx1"/>
          </a:solidFill>
          <a:latin typeface="+mn-lt"/>
          <a:ea typeface="+mn-ea"/>
          <a:cs typeface="+mn-cs"/>
        </a:defRPr>
      </a:lvl6pPr>
      <a:lvl7pPr marL="2057400" algn="l" defTabSz="685800" rtl="0" eaLnBrk="1" latinLnBrk="0" hangingPunct="1">
        <a:defRPr sz="1400" kern="1200">
          <a:solidFill>
            <a:schemeClr val="tx1"/>
          </a:solidFill>
          <a:latin typeface="+mn-lt"/>
          <a:ea typeface="+mn-ea"/>
          <a:cs typeface="+mn-cs"/>
        </a:defRPr>
      </a:lvl7pPr>
      <a:lvl8pPr marL="2400300" algn="l" defTabSz="685800" rtl="0" eaLnBrk="1" latinLnBrk="0" hangingPunct="1">
        <a:defRPr sz="1400" kern="1200">
          <a:solidFill>
            <a:schemeClr val="tx1"/>
          </a:solidFill>
          <a:latin typeface="+mn-lt"/>
          <a:ea typeface="+mn-ea"/>
          <a:cs typeface="+mn-cs"/>
        </a:defRPr>
      </a:lvl8pPr>
      <a:lvl9pPr marL="2743200" algn="l" defTabSz="685800" rtl="0" eaLnBrk="1" latinLnBrk="0" hangingPunct="1">
        <a:defRPr sz="14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2.emf"/></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1.xml"/><Relationship Id="rId1" Type="http://schemas.openxmlformats.org/officeDocument/2006/relationships/slideLayout" Target="../slideLayouts/slideLayout2.xml"/><Relationship Id="rId4" Type="http://schemas.openxmlformats.org/officeDocument/2006/relationships/image" Target="../media/image2.emf"/></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notesSlide" Target="../notesSlides/notesSlide19.xml"/><Relationship Id="rId1" Type="http://schemas.openxmlformats.org/officeDocument/2006/relationships/slideLayout" Target="../slideLayouts/slideLayout2.xml"/><Relationship Id="rId4" Type="http://schemas.openxmlformats.org/officeDocument/2006/relationships/image" Target="../media/image4.emf"/></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23.xml"/><Relationship Id="rId1" Type="http://schemas.openxmlformats.org/officeDocument/2006/relationships/slideLayout" Target="../slideLayouts/slideLayout2.xml"/><Relationship Id="rId4" Type="http://schemas.openxmlformats.org/officeDocument/2006/relationships/image" Target="../media/image2.emf"/></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2.emf"/><Relationship Id="rId7" Type="http://schemas.openxmlformats.org/officeDocument/2006/relationships/image" Target="../media/image1.emf"/><Relationship Id="rId2" Type="http://schemas.openxmlformats.org/officeDocument/2006/relationships/notesSlide" Target="../notesSlides/notesSlide25.xml"/><Relationship Id="rId1" Type="http://schemas.openxmlformats.org/officeDocument/2006/relationships/slideLayout" Target="../slideLayouts/slideLayout7.xml"/><Relationship Id="rId6" Type="http://schemas.openxmlformats.org/officeDocument/2006/relationships/image" Target="../media/image7.png"/><Relationship Id="rId5" Type="http://schemas.openxmlformats.org/officeDocument/2006/relationships/image" Target="../media/image6.jpeg"/><Relationship Id="rId4" Type="http://schemas.openxmlformats.org/officeDocument/2006/relationships/image" Target="../media/image5.emf"/></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54.xml"/><Relationship Id="rId1" Type="http://schemas.openxmlformats.org/officeDocument/2006/relationships/slideLayout" Target="../slideLayouts/slideLayout2.xml"/><Relationship Id="rId4" Type="http://schemas.openxmlformats.org/officeDocument/2006/relationships/image" Target="../media/image2.emf"/></Relationships>
</file>

<file path=ppt/slides/_rels/slide55.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55.xml"/><Relationship Id="rId1" Type="http://schemas.openxmlformats.org/officeDocument/2006/relationships/slideLayout" Target="../slideLayouts/slideLayout2.xml"/><Relationship Id="rId4" Type="http://schemas.openxmlformats.org/officeDocument/2006/relationships/image" Target="../media/image2.emf"/></Relationships>
</file>

<file path=ppt/slides/_rels/slide56.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56.xml"/><Relationship Id="rId1" Type="http://schemas.openxmlformats.org/officeDocument/2006/relationships/slideLayout" Target="../slideLayouts/slideLayout2.xml"/><Relationship Id="rId4" Type="http://schemas.openxmlformats.org/officeDocument/2006/relationships/image" Target="../media/image2.emf"/></Relationships>
</file>

<file path=ppt/slides/_rels/slide57.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57.xml"/><Relationship Id="rId1" Type="http://schemas.openxmlformats.org/officeDocument/2006/relationships/slideLayout" Target="../slideLayouts/slideLayout2.xml"/><Relationship Id="rId4" Type="http://schemas.openxmlformats.org/officeDocument/2006/relationships/image" Target="../media/image2.emf"/></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7.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7.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3" Type="http://schemas.openxmlformats.org/officeDocument/2006/relationships/image" Target="../media/image2.emf"/><Relationship Id="rId2" Type="http://schemas.openxmlformats.org/officeDocument/2006/relationships/notesSlide" Target="../notesSlides/notesSlide89.xml"/><Relationship Id="rId1" Type="http://schemas.openxmlformats.org/officeDocument/2006/relationships/slideLayout" Target="../slideLayouts/slideLayout7.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3" Type="http://schemas.openxmlformats.org/officeDocument/2006/relationships/notesSlide" Target="../notesSlides/notesSlide93.xml"/><Relationship Id="rId7" Type="http://schemas.openxmlformats.org/officeDocument/2006/relationships/image" Target="../media/image1.emf"/><Relationship Id="rId2" Type="http://schemas.openxmlformats.org/officeDocument/2006/relationships/slideLayout" Target="../slideLayouts/slideLayout7.xml"/><Relationship Id="rId1" Type="http://schemas.openxmlformats.org/officeDocument/2006/relationships/vmlDrawing" Target="../drawings/vmlDrawing1.vml"/><Relationship Id="rId6" Type="http://schemas.openxmlformats.org/officeDocument/2006/relationships/image" Target="../media/image10.emf"/><Relationship Id="rId5" Type="http://schemas.openxmlformats.org/officeDocument/2006/relationships/oleObject" Target="../embeddings/oleObject1.bin"/><Relationship Id="rId4" Type="http://schemas.openxmlformats.org/officeDocument/2006/relationships/image" Target="../media/image2.emf"/></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00.xml"/><Relationship Id="rId1" Type="http://schemas.openxmlformats.org/officeDocument/2006/relationships/slideLayout" Target="../slideLayouts/slideLayout6.xml"/><Relationship Id="rId4" Type="http://schemas.openxmlformats.org/officeDocument/2006/relationships/image" Target="../media/image2.emf"/></Relationships>
</file>

<file path=ppt/slides/_rels/slide101.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01.xml"/><Relationship Id="rId1" Type="http://schemas.openxmlformats.org/officeDocument/2006/relationships/slideLayout" Target="../slideLayouts/slideLayout6.xml"/><Relationship Id="rId4" Type="http://schemas.openxmlformats.org/officeDocument/2006/relationships/image" Target="../media/image2.emf"/></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6.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6.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6.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12.xml"/><Relationship Id="rId1" Type="http://schemas.openxmlformats.org/officeDocument/2006/relationships/slideLayout" Target="../slideLayouts/slideLayout6.xml"/><Relationship Id="rId4" Type="http://schemas.openxmlformats.org/officeDocument/2006/relationships/image" Target="../media/image2.emf"/></Relationships>
</file>

<file path=ppt/slides/_rels/slide113.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13.xml"/><Relationship Id="rId1" Type="http://schemas.openxmlformats.org/officeDocument/2006/relationships/slideLayout" Target="../slideLayouts/slideLayout6.xml"/><Relationship Id="rId4" Type="http://schemas.openxmlformats.org/officeDocument/2006/relationships/image" Target="../media/image2.emf"/></Relationships>
</file>

<file path=ppt/slides/_rels/slide114.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14.xml"/><Relationship Id="rId1" Type="http://schemas.openxmlformats.org/officeDocument/2006/relationships/slideLayout" Target="../slideLayouts/slideLayout6.xml"/><Relationship Id="rId4" Type="http://schemas.openxmlformats.org/officeDocument/2006/relationships/image" Target="../media/image2.emf"/></Relationships>
</file>

<file path=ppt/slides/_rels/slide115.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15.xml"/><Relationship Id="rId1" Type="http://schemas.openxmlformats.org/officeDocument/2006/relationships/slideLayout" Target="../slideLayouts/slideLayout6.xml"/><Relationship Id="rId4" Type="http://schemas.openxmlformats.org/officeDocument/2006/relationships/image" Target="../media/image2.emf"/></Relationships>
</file>

<file path=ppt/slides/_rels/slide116.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16.xml"/><Relationship Id="rId1" Type="http://schemas.openxmlformats.org/officeDocument/2006/relationships/slideLayout" Target="../slideLayouts/slideLayout6.xml"/><Relationship Id="rId4" Type="http://schemas.openxmlformats.org/officeDocument/2006/relationships/image" Target="../media/image2.emf"/></Relationships>
</file>

<file path=ppt/slides/_rels/slide117.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17.xml"/><Relationship Id="rId1" Type="http://schemas.openxmlformats.org/officeDocument/2006/relationships/slideLayout" Target="../slideLayouts/slideLayout6.xml"/><Relationship Id="rId4" Type="http://schemas.openxmlformats.org/officeDocument/2006/relationships/image" Target="../media/image2.emf"/></Relationships>
</file>

<file path=ppt/slides/_rels/slide118.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image" Target="../media/image4.emf"/><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118.xml"/><Relationship Id="rId1" Type="http://schemas.openxmlformats.org/officeDocument/2006/relationships/slideLayout" Target="../slideLayouts/slideLayout2.xml"/><Relationship Id="rId4" Type="http://schemas.openxmlformats.org/officeDocument/2006/relationships/image" Target="../media/image3.emf"/></Relationships>
</file>

<file path=ppt/slides/_rels/slide120.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119.xml"/><Relationship Id="rId1" Type="http://schemas.openxmlformats.org/officeDocument/2006/relationships/slideLayout" Target="../slideLayouts/slideLayout2.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notesSlide" Target="../notesSlides/notesSlide122.xml"/><Relationship Id="rId1" Type="http://schemas.openxmlformats.org/officeDocument/2006/relationships/slideLayout" Target="../slideLayouts/slideLayout2.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7.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132.xml"/><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3" Type="http://schemas.openxmlformats.org/officeDocument/2006/relationships/image" Target="../media/image2.emf"/><Relationship Id="rId2" Type="http://schemas.openxmlformats.org/officeDocument/2006/relationships/notesSlide" Target="../notesSlides/notesSlide149.xml"/><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158.xml"/><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2" Type="http://schemas.openxmlformats.org/officeDocument/2006/relationships/notesSlide" Target="../notesSlides/notesSlide162.xml"/><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164.xml"/><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notesSlide" Target="../notesSlides/notesSlide167.xml"/><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168.xml"/><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169.xml"/><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170.xml"/><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171.xml"/><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172.xml"/><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2" Type="http://schemas.openxmlformats.org/officeDocument/2006/relationships/notesSlide" Target="../notesSlides/notesSlide173.xml"/><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174.xml"/><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175.xml"/><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176.xml"/><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177.xml"/><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3" Type="http://schemas.openxmlformats.org/officeDocument/2006/relationships/image" Target="../media/image2.emf"/><Relationship Id="rId2" Type="http://schemas.openxmlformats.org/officeDocument/2006/relationships/notesSlide" Target="../notesSlides/notesSlide179.xml"/><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180.xml"/><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81.xml"/><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3" Type="http://schemas.openxmlformats.org/officeDocument/2006/relationships/notesSlide" Target="../notesSlides/notesSlide184.xml"/><Relationship Id="rId7" Type="http://schemas.openxmlformats.org/officeDocument/2006/relationships/image" Target="../media/image2.emf"/><Relationship Id="rId2" Type="http://schemas.openxmlformats.org/officeDocument/2006/relationships/slideLayout" Target="../slideLayouts/slideLayout2.xml"/><Relationship Id="rId1" Type="http://schemas.openxmlformats.org/officeDocument/2006/relationships/vmlDrawing" Target="../drawings/vmlDrawing2.vml"/><Relationship Id="rId6" Type="http://schemas.openxmlformats.org/officeDocument/2006/relationships/image" Target="../media/image10.emf"/><Relationship Id="rId5" Type="http://schemas.openxmlformats.org/officeDocument/2006/relationships/oleObject" Target="../embeddings/oleObject2.bin"/><Relationship Id="rId4" Type="http://schemas.openxmlformats.org/officeDocument/2006/relationships/image" Target="../media/image1.emf"/></Relationships>
</file>

<file path=ppt/slides/_rels/slide190.xml.rels><?xml version="1.0" encoding="UTF-8" standalone="yes"?>
<Relationships xmlns="http://schemas.openxmlformats.org/package/2006/relationships"><Relationship Id="rId3" Type="http://schemas.openxmlformats.org/officeDocument/2006/relationships/notesSlide" Target="../notesSlides/notesSlide185.xml"/><Relationship Id="rId7" Type="http://schemas.openxmlformats.org/officeDocument/2006/relationships/image" Target="../media/image2.emf"/><Relationship Id="rId2" Type="http://schemas.openxmlformats.org/officeDocument/2006/relationships/slideLayout" Target="../slideLayouts/slideLayout2.xml"/><Relationship Id="rId1" Type="http://schemas.openxmlformats.org/officeDocument/2006/relationships/vmlDrawing" Target="../drawings/vmlDrawing3.vml"/><Relationship Id="rId6" Type="http://schemas.openxmlformats.org/officeDocument/2006/relationships/image" Target="../media/image10.emf"/><Relationship Id="rId5" Type="http://schemas.openxmlformats.org/officeDocument/2006/relationships/oleObject" Target="../embeddings/oleObject3.bin"/><Relationship Id="rId4" Type="http://schemas.openxmlformats.org/officeDocument/2006/relationships/image" Target="../media/image1.emf"/></Relationships>
</file>

<file path=ppt/slides/_rels/slide191.xml.rels><?xml version="1.0" encoding="UTF-8" standalone="yes"?>
<Relationships xmlns="http://schemas.openxmlformats.org/package/2006/relationships"><Relationship Id="rId3" Type="http://schemas.openxmlformats.org/officeDocument/2006/relationships/image" Target="../media/image2.emf"/><Relationship Id="rId2" Type="http://schemas.openxmlformats.org/officeDocument/2006/relationships/notesSlide" Target="../notesSlides/notesSlide186.xml"/><Relationship Id="rId1" Type="http://schemas.openxmlformats.org/officeDocument/2006/relationships/slideLayout" Target="../slideLayouts/slideLayout2.xml"/><Relationship Id="rId4" Type="http://schemas.openxmlformats.org/officeDocument/2006/relationships/image" Target="../media/image1.emf"/></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2" Type="http://schemas.openxmlformats.org/officeDocument/2006/relationships/image" Target="../media/image13.jpeg"/><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3" Type="http://schemas.openxmlformats.org/officeDocument/2006/relationships/notesSlide" Target="../notesSlides/notesSlide189.xml"/><Relationship Id="rId7" Type="http://schemas.openxmlformats.org/officeDocument/2006/relationships/image" Target="../media/image3.emf"/><Relationship Id="rId2" Type="http://schemas.openxmlformats.org/officeDocument/2006/relationships/slideLayout" Target="../slideLayouts/slideLayout2.xml"/><Relationship Id="rId1" Type="http://schemas.openxmlformats.org/officeDocument/2006/relationships/vmlDrawing" Target="../drawings/vmlDrawing4.vml"/><Relationship Id="rId6" Type="http://schemas.openxmlformats.org/officeDocument/2006/relationships/image" Target="../media/image4.emf"/><Relationship Id="rId5" Type="http://schemas.openxmlformats.org/officeDocument/2006/relationships/image" Target="../media/image10.emf"/><Relationship Id="rId4" Type="http://schemas.openxmlformats.org/officeDocument/2006/relationships/oleObject" Target="../embeddings/oleObject4.bin"/></Relationships>
</file>

<file path=ppt/slides/_rels/slide197.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2.xml"/></Relationships>
</file>

<file path=ppt/slides/_rels/slide198.xml.rels><?xml version="1.0" encoding="UTF-8" standalone="yes"?>
<Relationships xmlns="http://schemas.openxmlformats.org/package/2006/relationships"><Relationship Id="rId2" Type="http://schemas.openxmlformats.org/officeDocument/2006/relationships/notesSlide" Target="../notesSlides/notesSlide191.xml"/><Relationship Id="rId1" Type="http://schemas.openxmlformats.org/officeDocument/2006/relationships/slideLayout" Target="../slideLayouts/slideLayout2.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192.xml"/><Relationship Id="rId1" Type="http://schemas.openxmlformats.org/officeDocument/2006/relationships/slideLayout" Target="../slideLayouts/slideLayout2.xml"/></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193.xml"/><Relationship Id="rId1" Type="http://schemas.openxmlformats.org/officeDocument/2006/relationships/slideLayout" Target="../slideLayouts/slideLayout2.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2.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195.xml"/><Relationship Id="rId1" Type="http://schemas.openxmlformats.org/officeDocument/2006/relationships/slideLayout" Target="../slideLayouts/slideLayout2.xml"/></Relationships>
</file>

<file path=ppt/slides/_rels/slide216.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2.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8.xml.rels><?xml version="1.0" encoding="UTF-8" standalone="yes"?>
<Relationships xmlns="http://schemas.openxmlformats.org/package/2006/relationships"><Relationship Id="rId2" Type="http://schemas.openxmlformats.org/officeDocument/2006/relationships/notesSlide" Target="../notesSlides/notesSlide197.xml"/><Relationship Id="rId1" Type="http://schemas.openxmlformats.org/officeDocument/2006/relationships/slideLayout" Target="../slideLayouts/slideLayout2.xml"/></Relationships>
</file>

<file path=ppt/slides/_rels/slide219.xml.rels><?xml version="1.0" encoding="UTF-8" standalone="yes"?>
<Relationships xmlns="http://schemas.openxmlformats.org/package/2006/relationships"><Relationship Id="rId2" Type="http://schemas.openxmlformats.org/officeDocument/2006/relationships/notesSlide" Target="../notesSlides/notesSlide198.xml"/><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2" Type="http://schemas.openxmlformats.org/officeDocument/2006/relationships/notesSlide" Target="../notesSlides/notesSlide200.xml"/><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2" Type="http://schemas.openxmlformats.org/officeDocument/2006/relationships/notesSlide" Target="../notesSlides/notesSlide201.xml"/><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notesSlide" Target="../notesSlides/notesSlide202.xml"/><Relationship Id="rId1" Type="http://schemas.openxmlformats.org/officeDocument/2006/relationships/slideLayout" Target="../slideLayouts/slideLayout2.xml"/><Relationship Id="rId4" Type="http://schemas.openxmlformats.org/officeDocument/2006/relationships/image" Target="../media/image14.emf"/></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notesSlide" Target="../notesSlides/notesSlide203.xml"/><Relationship Id="rId1" Type="http://schemas.openxmlformats.org/officeDocument/2006/relationships/slideLayout" Target="../slideLayouts/slideLayout2.xml"/><Relationship Id="rId4" Type="http://schemas.openxmlformats.org/officeDocument/2006/relationships/image" Target="../media/image14.emf"/></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204.xml"/><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9" name="Rectangle 2">
            <a:extLst>
              <a:ext uri="{FF2B5EF4-FFF2-40B4-BE49-F238E27FC236}">
                <a16:creationId xmlns:a16="http://schemas.microsoft.com/office/drawing/2014/main" id="{81A646AB-2684-5048-9393-E71B5EBAC5BE}"/>
              </a:ext>
            </a:extLst>
          </p:cNvPr>
          <p:cNvSpPr>
            <a:spLocks noGrp="1" noChangeArrowheads="1"/>
          </p:cNvSpPr>
          <p:nvPr>
            <p:ph type="ctrTitle"/>
          </p:nvPr>
        </p:nvSpPr>
        <p:spPr/>
        <p:txBody>
          <a:bodyPr/>
          <a:lstStyle/>
          <a:p>
            <a:pPr algn="ctr" eaLnBrk="1" hangingPunct="1"/>
            <a:r>
              <a:rPr lang="zh-CN" altLang="en-US" sz="4000" dirty="0">
                <a:latin typeface="Times New Roman" panose="02020603050405020304" pitchFamily="18" charset="0"/>
                <a:ea typeface="宋体" panose="02010600030101010101" pitchFamily="2" charset="-122"/>
              </a:rPr>
              <a:t>计算机网络（第 </a:t>
            </a:r>
            <a:r>
              <a:rPr lang="en-US" altLang="zh-CN" sz="4000">
                <a:latin typeface="Times New Roman" panose="02020603050405020304" pitchFamily="18" charset="0"/>
                <a:ea typeface="宋体" panose="02010600030101010101" pitchFamily="2" charset="-122"/>
              </a:rPr>
              <a:t>6/7/8 </a:t>
            </a:r>
            <a:r>
              <a:rPr lang="zh-CN" altLang="en-US" sz="4000" dirty="0">
                <a:latin typeface="Times New Roman" panose="02020603050405020304" pitchFamily="18" charset="0"/>
                <a:ea typeface="宋体" panose="02010600030101010101" pitchFamily="2" charset="-122"/>
              </a:rPr>
              <a:t>版）</a:t>
            </a:r>
          </a:p>
        </p:txBody>
      </p:sp>
      <p:sp>
        <p:nvSpPr>
          <p:cNvPr id="17410" name="Rectangle 3">
            <a:extLst>
              <a:ext uri="{FF2B5EF4-FFF2-40B4-BE49-F238E27FC236}">
                <a16:creationId xmlns:a16="http://schemas.microsoft.com/office/drawing/2014/main" id="{7CEE9BA5-9FD3-FF45-B600-C8D0E6F4B5B6}"/>
              </a:ext>
            </a:extLst>
          </p:cNvPr>
          <p:cNvSpPr>
            <a:spLocks noGrp="1" noChangeArrowheads="1"/>
          </p:cNvSpPr>
          <p:nvPr>
            <p:ph type="subTitle" idx="1"/>
          </p:nvPr>
        </p:nvSpPr>
        <p:spPr/>
        <p:txBody>
          <a:bodyPr/>
          <a:lstStyle/>
          <a:p>
            <a:pPr eaLnBrk="1" hangingPunct="1">
              <a:buFont typeface="Wingdings" pitchFamily="2" charset="2"/>
              <a:buNone/>
            </a:pPr>
            <a:r>
              <a:rPr lang="zh-CN" altLang="en-US">
                <a:latin typeface="Times New Roman" panose="02020603050405020304" pitchFamily="18" charset="0"/>
                <a:ea typeface="宋体" panose="02010600030101010101" pitchFamily="2" charset="-122"/>
              </a:rPr>
              <a:t>第 </a:t>
            </a:r>
            <a:r>
              <a:rPr lang="en-US" altLang="zh-CN">
                <a:latin typeface="Times New Roman" panose="02020603050405020304" pitchFamily="18" charset="0"/>
                <a:ea typeface="宋体" panose="02010600030101010101" pitchFamily="2" charset="-122"/>
              </a:rPr>
              <a:t>4 </a:t>
            </a:r>
            <a:r>
              <a:rPr lang="zh-CN" altLang="en-US">
                <a:latin typeface="Times New Roman" panose="02020603050405020304" pitchFamily="18" charset="0"/>
                <a:ea typeface="宋体" panose="02010600030101010101" pitchFamily="2" charset="-122"/>
              </a:rPr>
              <a:t>章  网络层</a:t>
            </a:r>
          </a:p>
        </p:txBody>
      </p:sp>
    </p:spTree>
    <p:extLst>
      <p:ext uri="{BB962C8B-B14F-4D97-AF65-F5344CB8AC3E}">
        <p14:creationId xmlns:p14="http://schemas.microsoft.com/office/powerpoint/2010/main" val="227036706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Rectangle 2">
            <a:extLst>
              <a:ext uri="{FF2B5EF4-FFF2-40B4-BE49-F238E27FC236}">
                <a16:creationId xmlns:a16="http://schemas.microsoft.com/office/drawing/2014/main" id="{DA610AF0-1D3B-4945-B851-347A5F9D1334}"/>
              </a:ext>
            </a:extLst>
          </p:cNvPr>
          <p:cNvSpPr>
            <a:spLocks noGrp="1" noChangeArrowheads="1"/>
          </p:cNvSpPr>
          <p:nvPr>
            <p:ph type="title"/>
          </p:nvPr>
        </p:nvSpPr>
        <p:spPr>
          <a:xfrm>
            <a:off x="104777" y="357187"/>
            <a:ext cx="6638924" cy="576263"/>
          </a:xfrm>
        </p:spPr>
        <p:txBody>
          <a:bodyPr/>
          <a:lstStyle/>
          <a:p>
            <a:pPr eaLnBrk="1" hangingPunct="1"/>
            <a:r>
              <a:rPr lang="zh-CN" altLang="en-US" dirty="0">
                <a:latin typeface="Times New Roman" panose="02020603050405020304" pitchFamily="18" charset="0"/>
                <a:ea typeface="Arial Unicode MS" panose="020B0604020202020204" pitchFamily="34" charset="-128"/>
                <a:cs typeface="Arial Unicode MS" panose="020B0604020202020204" pitchFamily="34" charset="-128"/>
              </a:rPr>
              <a:t>第 </a:t>
            </a:r>
            <a:r>
              <a:rPr lang="en-US" altLang="zh-CN" dirty="0">
                <a:latin typeface="Times New Roman" panose="02020603050405020304" pitchFamily="18" charset="0"/>
                <a:ea typeface="Arial Unicode MS" panose="020B0604020202020204" pitchFamily="34" charset="-128"/>
                <a:cs typeface="Arial Unicode MS" panose="020B0604020202020204" pitchFamily="34" charset="-128"/>
              </a:rPr>
              <a:t>4 </a:t>
            </a:r>
            <a:r>
              <a:rPr lang="zh-CN" altLang="en-US" dirty="0">
                <a:latin typeface="Times New Roman" panose="02020603050405020304" pitchFamily="18" charset="0"/>
                <a:ea typeface="Arial Unicode MS" panose="020B0604020202020204" pitchFamily="34" charset="-128"/>
                <a:cs typeface="Arial Unicode MS" panose="020B0604020202020204" pitchFamily="34" charset="-128"/>
              </a:rPr>
              <a:t>章  </a:t>
            </a:r>
            <a:r>
              <a:rPr lang="zh-CN" altLang="en-US" dirty="0">
                <a:latin typeface="Times New Roman" panose="02020603050405020304" pitchFamily="18" charset="0"/>
                <a:ea typeface="宋体" panose="02010600030101010101" pitchFamily="2" charset="-122"/>
              </a:rPr>
              <a:t>网络层</a:t>
            </a:r>
          </a:p>
        </p:txBody>
      </p:sp>
      <p:sp>
        <p:nvSpPr>
          <p:cNvPr id="19458" name="Rectangle 3">
            <a:extLst>
              <a:ext uri="{FF2B5EF4-FFF2-40B4-BE49-F238E27FC236}">
                <a16:creationId xmlns:a16="http://schemas.microsoft.com/office/drawing/2014/main" id="{C35E68C3-0B22-D64D-BE67-5FF8E833F428}"/>
              </a:ext>
            </a:extLst>
          </p:cNvPr>
          <p:cNvSpPr>
            <a:spLocks noGrp="1" noChangeArrowheads="1"/>
          </p:cNvSpPr>
          <p:nvPr>
            <p:ph type="body" idx="1"/>
          </p:nvPr>
        </p:nvSpPr>
        <p:spPr>
          <a:xfrm>
            <a:off x="251460" y="956548"/>
            <a:ext cx="8641079" cy="4137422"/>
          </a:xfrm>
        </p:spPr>
        <p:txBody>
          <a:bodyPr/>
          <a:lstStyle/>
          <a:p>
            <a:pPr eaLnBrk="1" hangingPunct="1">
              <a:spcBef>
                <a:spcPts val="200"/>
              </a:spcBef>
              <a:buFont typeface="Wingdings" pitchFamily="2" charset="2"/>
              <a:buNone/>
            </a:pPr>
            <a:r>
              <a:rPr lang="en-US" altLang="zh-CN" sz="375" dirty="0">
                <a:ea typeface="宋体" panose="02010600030101010101" pitchFamily="2" charset="-122"/>
              </a:rPr>
              <a:t> </a:t>
            </a:r>
            <a:r>
              <a:rPr lang="en-US" altLang="zh-CN" sz="1800" dirty="0">
                <a:ea typeface="宋体" panose="02010600030101010101" pitchFamily="2" charset="-122"/>
              </a:rPr>
              <a:t>4.1  </a:t>
            </a:r>
            <a:r>
              <a:rPr lang="zh-CN" altLang="en-US" sz="1800" dirty="0">
                <a:ea typeface="宋体" panose="02010600030101010101" pitchFamily="2" charset="-122"/>
              </a:rPr>
              <a:t>网络层提供的两种服务</a:t>
            </a:r>
          </a:p>
          <a:p>
            <a:pPr eaLnBrk="1" hangingPunct="1">
              <a:spcBef>
                <a:spcPts val="200"/>
              </a:spcBef>
              <a:buFont typeface="Wingdings" pitchFamily="2" charset="2"/>
              <a:buNone/>
            </a:pPr>
            <a:r>
              <a:rPr lang="en-US" altLang="zh-CN" sz="1800" dirty="0">
                <a:solidFill>
                  <a:srgbClr val="C00000"/>
                </a:solidFill>
                <a:ea typeface="宋体" panose="02010600030101010101" pitchFamily="2" charset="-122"/>
              </a:rPr>
              <a:t>4.2  </a:t>
            </a:r>
            <a:r>
              <a:rPr lang="zh-CN" altLang="en-US" sz="1800" dirty="0">
                <a:solidFill>
                  <a:srgbClr val="C00000"/>
                </a:solidFill>
                <a:ea typeface="宋体" panose="02010600030101010101" pitchFamily="2" charset="-122"/>
              </a:rPr>
              <a:t>网际协议 </a:t>
            </a:r>
            <a:r>
              <a:rPr lang="en-US" altLang="zh-CN" sz="1800" dirty="0">
                <a:solidFill>
                  <a:srgbClr val="C00000"/>
                </a:solidFill>
                <a:ea typeface="宋体" panose="02010600030101010101" pitchFamily="2" charset="-122"/>
              </a:rPr>
              <a:t>IP</a:t>
            </a:r>
          </a:p>
          <a:p>
            <a:pPr eaLnBrk="1" hangingPunct="1">
              <a:spcBef>
                <a:spcPts val="200"/>
              </a:spcBef>
              <a:buFont typeface="Wingdings" pitchFamily="2" charset="2"/>
              <a:buNone/>
            </a:pPr>
            <a:r>
              <a:rPr lang="en-US" altLang="zh-CN" sz="1800" dirty="0">
                <a:ea typeface="宋体" panose="02010600030101010101" pitchFamily="2" charset="-122"/>
              </a:rPr>
              <a:t>  	</a:t>
            </a:r>
            <a:r>
              <a:rPr lang="zh-CN" altLang="en-US" sz="1800" dirty="0">
                <a:ea typeface="宋体" panose="02010600030101010101" pitchFamily="2" charset="-122"/>
              </a:rPr>
              <a:t>   </a:t>
            </a:r>
            <a:r>
              <a:rPr lang="en-US" altLang="zh-CN" sz="1800" dirty="0">
                <a:ea typeface="宋体" panose="02010600030101010101" pitchFamily="2" charset="-122"/>
              </a:rPr>
              <a:t>4.2.1  </a:t>
            </a:r>
            <a:r>
              <a:rPr lang="zh-CN" altLang="en-US" sz="1800" dirty="0">
                <a:ea typeface="宋体" panose="02010600030101010101" pitchFamily="2" charset="-122"/>
              </a:rPr>
              <a:t>虚拟互连网络</a:t>
            </a:r>
          </a:p>
          <a:p>
            <a:pPr eaLnBrk="1" hangingPunct="1">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4.2.2  </a:t>
            </a:r>
            <a:r>
              <a:rPr lang="zh-CN" altLang="en-US" sz="1800" dirty="0">
                <a:ea typeface="宋体" panose="02010600030101010101" pitchFamily="2" charset="-122"/>
              </a:rPr>
              <a:t>分类的 </a:t>
            </a:r>
            <a:r>
              <a:rPr lang="en-US" altLang="zh-CN" sz="1800" dirty="0">
                <a:ea typeface="宋体" panose="02010600030101010101" pitchFamily="2" charset="-122"/>
              </a:rPr>
              <a:t>IP </a:t>
            </a:r>
            <a:r>
              <a:rPr lang="zh-CN" altLang="en-US" sz="1800" dirty="0">
                <a:ea typeface="宋体" panose="02010600030101010101" pitchFamily="2" charset="-122"/>
              </a:rPr>
              <a:t>地址	</a:t>
            </a:r>
          </a:p>
          <a:p>
            <a:pPr eaLnBrk="1" hangingPunct="1">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4.2.3  IP </a:t>
            </a:r>
            <a:r>
              <a:rPr lang="zh-CN" altLang="en-US" sz="1800" dirty="0">
                <a:ea typeface="宋体" panose="02010600030101010101" pitchFamily="2" charset="-122"/>
              </a:rPr>
              <a:t>地址与硬件地址</a:t>
            </a:r>
          </a:p>
          <a:p>
            <a:pPr eaLnBrk="1" hangingPunct="1">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4.2.4  </a:t>
            </a:r>
            <a:r>
              <a:rPr lang="zh-CN" altLang="en-US" sz="1800" dirty="0">
                <a:ea typeface="宋体" panose="02010600030101010101" pitchFamily="2" charset="-122"/>
              </a:rPr>
              <a:t>地址解析协议 </a:t>
            </a:r>
            <a:r>
              <a:rPr lang="en-US" altLang="zh-CN" sz="1800" dirty="0">
                <a:ea typeface="宋体" panose="02010600030101010101" pitchFamily="2" charset="-122"/>
              </a:rPr>
              <a:t>ARP</a:t>
            </a:r>
          </a:p>
          <a:p>
            <a:pPr eaLnBrk="1" hangingPunct="1">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4.2.5  IP </a:t>
            </a:r>
            <a:r>
              <a:rPr lang="zh-CN" altLang="en-US" sz="1800" dirty="0">
                <a:ea typeface="宋体" panose="02010600030101010101" pitchFamily="2" charset="-122"/>
              </a:rPr>
              <a:t>数据报的格式</a:t>
            </a:r>
          </a:p>
          <a:p>
            <a:pPr eaLnBrk="1" hangingPunct="1">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4.2.6  IP </a:t>
            </a:r>
            <a:r>
              <a:rPr lang="zh-CN" altLang="en-US" sz="1800" dirty="0">
                <a:ea typeface="宋体" panose="02010600030101010101" pitchFamily="2" charset="-122"/>
              </a:rPr>
              <a:t>层转发分组的流程</a:t>
            </a:r>
            <a:endParaRPr lang="en-US" altLang="zh-CN" sz="1800" dirty="0">
              <a:ea typeface="宋体" panose="02010600030101010101" pitchFamily="2" charset="-122"/>
            </a:endParaRPr>
          </a:p>
          <a:p>
            <a:pPr eaLnBrk="1" hangingPunct="1">
              <a:lnSpc>
                <a:spcPct val="80000"/>
              </a:lnSpc>
              <a:spcBef>
                <a:spcPts val="200"/>
              </a:spcBef>
              <a:buFont typeface="Wingdings" pitchFamily="2" charset="2"/>
              <a:buNone/>
            </a:pPr>
            <a:r>
              <a:rPr lang="en-US" altLang="zh-CN" sz="1800" dirty="0">
                <a:solidFill>
                  <a:srgbClr val="C00000"/>
                </a:solidFill>
                <a:ea typeface="宋体" panose="02010600030101010101" pitchFamily="2" charset="-122"/>
              </a:rPr>
              <a:t>4.3  </a:t>
            </a:r>
            <a:r>
              <a:rPr lang="zh-CN" altLang="en-US" sz="1800" dirty="0">
                <a:solidFill>
                  <a:srgbClr val="C00000"/>
                </a:solidFill>
                <a:ea typeface="宋体" panose="02010600030101010101" pitchFamily="2" charset="-122"/>
              </a:rPr>
              <a:t>划分子网和构造超网</a:t>
            </a:r>
          </a:p>
          <a:p>
            <a:pPr eaLnBrk="1" hangingPunct="1">
              <a:lnSpc>
                <a:spcPct val="80000"/>
              </a:lnSpc>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4.3.1  </a:t>
            </a:r>
            <a:r>
              <a:rPr lang="zh-CN" altLang="en-US" sz="1800" dirty="0">
                <a:ea typeface="宋体" panose="02010600030101010101" pitchFamily="2" charset="-122"/>
              </a:rPr>
              <a:t>划分子网</a:t>
            </a:r>
          </a:p>
          <a:p>
            <a:pPr eaLnBrk="1" hangingPunct="1">
              <a:lnSpc>
                <a:spcPct val="80000"/>
              </a:lnSpc>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4.3.2  </a:t>
            </a:r>
            <a:r>
              <a:rPr lang="zh-CN" altLang="en-US" sz="1800" dirty="0">
                <a:ea typeface="宋体" panose="02010600030101010101" pitchFamily="2" charset="-122"/>
              </a:rPr>
              <a:t>使用子网时分组转发</a:t>
            </a:r>
          </a:p>
          <a:p>
            <a:pPr eaLnBrk="1" hangingPunct="1">
              <a:lnSpc>
                <a:spcPct val="80000"/>
              </a:lnSpc>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4.3.3  </a:t>
            </a:r>
            <a:r>
              <a:rPr lang="zh-CN" altLang="en-US" sz="1800" dirty="0">
                <a:ea typeface="宋体" panose="02010600030101010101" pitchFamily="2" charset="-122"/>
              </a:rPr>
              <a:t>无分类编址 </a:t>
            </a:r>
            <a:r>
              <a:rPr lang="en-US" altLang="zh-CN" sz="1800" dirty="0">
                <a:ea typeface="宋体" panose="02010600030101010101" pitchFamily="2" charset="-122"/>
              </a:rPr>
              <a:t>CIDR</a:t>
            </a:r>
            <a:r>
              <a:rPr lang="zh-CN" altLang="en-US" sz="1800" dirty="0">
                <a:ea typeface="宋体" panose="02010600030101010101" pitchFamily="2" charset="-122"/>
              </a:rPr>
              <a:t>（构造超网）</a:t>
            </a:r>
            <a:endParaRPr lang="en-US" altLang="zh-CN" sz="1800" dirty="0">
              <a:ea typeface="宋体" panose="02010600030101010101" pitchFamily="2" charset="-122"/>
            </a:endParaRPr>
          </a:p>
          <a:p>
            <a:pPr eaLnBrk="1" hangingPunct="1">
              <a:lnSpc>
                <a:spcPct val="80000"/>
              </a:lnSpc>
              <a:spcBef>
                <a:spcPts val="200"/>
              </a:spcBef>
              <a:buFont typeface="Wingdings" pitchFamily="2" charset="2"/>
              <a:buNone/>
            </a:pPr>
            <a:r>
              <a:rPr lang="en-US" altLang="zh-CN" sz="1800" dirty="0">
                <a:ea typeface="宋体" panose="02010600030101010101" pitchFamily="2" charset="-122"/>
              </a:rPr>
              <a:t>4.4  </a:t>
            </a:r>
            <a:r>
              <a:rPr lang="zh-CN" altLang="en-US" sz="1800" dirty="0">
                <a:ea typeface="宋体" panose="02010600030101010101" pitchFamily="2" charset="-122"/>
              </a:rPr>
              <a:t>网际控制报文协议 </a:t>
            </a:r>
            <a:r>
              <a:rPr lang="en-US" altLang="zh-CN" sz="1800" dirty="0">
                <a:ea typeface="宋体" panose="02010600030101010101" pitchFamily="2" charset="-122"/>
              </a:rPr>
              <a:t>ICMP</a:t>
            </a:r>
          </a:p>
          <a:p>
            <a:pPr eaLnBrk="1" hangingPunct="1">
              <a:lnSpc>
                <a:spcPct val="80000"/>
              </a:lnSpc>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4.4.1  ICMP </a:t>
            </a:r>
            <a:r>
              <a:rPr lang="zh-CN" altLang="en-US" sz="1800" dirty="0">
                <a:ea typeface="宋体" panose="02010600030101010101" pitchFamily="2" charset="-122"/>
              </a:rPr>
              <a:t>报文的种类</a:t>
            </a:r>
          </a:p>
          <a:p>
            <a:pPr eaLnBrk="1" hangingPunct="1">
              <a:lnSpc>
                <a:spcPct val="80000"/>
              </a:lnSpc>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4.4.2  ICMP </a:t>
            </a:r>
            <a:r>
              <a:rPr lang="zh-CN" altLang="en-US" sz="1800" dirty="0">
                <a:ea typeface="宋体" panose="02010600030101010101" pitchFamily="2" charset="-122"/>
              </a:rPr>
              <a:t>的应用举例</a:t>
            </a:r>
          </a:p>
          <a:p>
            <a:pPr eaLnBrk="1" hangingPunct="1">
              <a:spcBef>
                <a:spcPts val="200"/>
              </a:spcBef>
              <a:buFont typeface="Wingdings" pitchFamily="2" charset="2"/>
              <a:buNone/>
            </a:pPr>
            <a:endParaRPr lang="zh-CN" altLang="en-US" sz="1800" dirty="0">
              <a:ea typeface="宋体" panose="02010600030101010101" pitchFamily="2" charset="-122"/>
            </a:endParaRPr>
          </a:p>
        </p:txBody>
      </p:sp>
      <p:sp>
        <p:nvSpPr>
          <p:cNvPr id="19459" name="幻灯片编号占位符 1">
            <a:extLst>
              <a:ext uri="{FF2B5EF4-FFF2-40B4-BE49-F238E27FC236}">
                <a16:creationId xmlns:a16="http://schemas.microsoft.com/office/drawing/2014/main" id="{42C278A9-12E4-6643-8E25-816917A5D432}"/>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99352E9-ACDC-2E4D-A883-911E7BB3211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68883175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Rectangle 2">
            <a:extLst>
              <a:ext uri="{FF2B5EF4-FFF2-40B4-BE49-F238E27FC236}">
                <a16:creationId xmlns:a16="http://schemas.microsoft.com/office/drawing/2014/main" id="{8B7E7D0F-7968-C74D-A7D4-279E7C0F618F}"/>
              </a:ext>
            </a:extLst>
          </p:cNvPr>
          <p:cNvSpPr>
            <a:spLocks noGrp="1" noChangeArrowheads="1"/>
          </p:cNvSpPr>
          <p:nvPr>
            <p:ph type="title"/>
          </p:nvPr>
        </p:nvSpPr>
        <p:spPr>
          <a:xfrm>
            <a:off x="194310" y="303610"/>
            <a:ext cx="6495813" cy="576263"/>
          </a:xfrm>
        </p:spPr>
        <p:txBody>
          <a:bodyPr/>
          <a:lstStyle/>
          <a:p>
            <a:pPr eaLnBrk="1" hangingPunct="1"/>
            <a:r>
              <a:rPr lang="zh-CN" altLang="en-US">
                <a:latin typeface="Times New Roman" panose="02020603050405020304" pitchFamily="18" charset="0"/>
                <a:ea typeface="Arial Unicode MS" panose="020B0604020202020204" pitchFamily="34" charset="-128"/>
                <a:cs typeface="Arial Unicode MS" panose="020B0604020202020204" pitchFamily="34" charset="-128"/>
              </a:rPr>
              <a:t>第 </a:t>
            </a:r>
            <a:r>
              <a:rPr lang="en-US" altLang="zh-CN">
                <a:latin typeface="Times New Roman" panose="02020603050405020304" pitchFamily="18" charset="0"/>
                <a:ea typeface="Arial Unicode MS" panose="020B0604020202020204" pitchFamily="34" charset="-128"/>
                <a:cs typeface="Arial Unicode MS" panose="020B0604020202020204" pitchFamily="34" charset="-128"/>
              </a:rPr>
              <a:t>4 </a:t>
            </a:r>
            <a:r>
              <a:rPr lang="zh-CN" altLang="en-US">
                <a:latin typeface="Times New Roman" panose="02020603050405020304" pitchFamily="18" charset="0"/>
                <a:ea typeface="Arial Unicode MS" panose="020B0604020202020204" pitchFamily="34" charset="-128"/>
                <a:cs typeface="Arial Unicode MS" panose="020B0604020202020204" pitchFamily="34" charset="-128"/>
              </a:rPr>
              <a:t>章  </a:t>
            </a:r>
            <a:r>
              <a:rPr lang="zh-CN" altLang="en-US">
                <a:latin typeface="Times New Roman" panose="02020603050405020304" pitchFamily="18" charset="0"/>
                <a:ea typeface="宋体" panose="02010600030101010101" pitchFamily="2" charset="-122"/>
              </a:rPr>
              <a:t>网络层（续）</a:t>
            </a:r>
          </a:p>
        </p:txBody>
      </p:sp>
      <p:sp>
        <p:nvSpPr>
          <p:cNvPr id="21506" name="Rectangle 3">
            <a:extLst>
              <a:ext uri="{FF2B5EF4-FFF2-40B4-BE49-F238E27FC236}">
                <a16:creationId xmlns:a16="http://schemas.microsoft.com/office/drawing/2014/main" id="{AB045D1F-6380-4E47-9AE5-1D450AC52D8E}"/>
              </a:ext>
            </a:extLst>
          </p:cNvPr>
          <p:cNvSpPr>
            <a:spLocks noGrp="1" noChangeArrowheads="1"/>
          </p:cNvSpPr>
          <p:nvPr>
            <p:ph type="body" idx="1"/>
          </p:nvPr>
        </p:nvSpPr>
        <p:spPr>
          <a:xfrm>
            <a:off x="194310" y="1005840"/>
            <a:ext cx="8698229" cy="3887629"/>
          </a:xfrm>
        </p:spPr>
        <p:txBody>
          <a:bodyPr/>
          <a:lstStyle/>
          <a:p>
            <a:pPr eaLnBrk="1" hangingPunct="1">
              <a:lnSpc>
                <a:spcPct val="80000"/>
              </a:lnSpc>
              <a:buFont typeface="Wingdings" pitchFamily="2" charset="2"/>
              <a:buNone/>
            </a:pPr>
            <a:r>
              <a:rPr lang="en-US" altLang="zh-CN" sz="1800" dirty="0">
                <a:solidFill>
                  <a:srgbClr val="C00000"/>
                </a:solidFill>
                <a:ea typeface="宋体" panose="02010600030101010101" pitchFamily="2" charset="-122"/>
              </a:rPr>
              <a:t>4.5  </a:t>
            </a:r>
            <a:r>
              <a:rPr lang="zh-CN" altLang="en-US" sz="1800" dirty="0">
                <a:solidFill>
                  <a:srgbClr val="C00000"/>
                </a:solidFill>
                <a:ea typeface="宋体" panose="02010600030101010101" pitchFamily="2" charset="-122"/>
              </a:rPr>
              <a:t>因特网的路由选择协议</a:t>
            </a:r>
          </a:p>
          <a:p>
            <a:pPr eaLnBrk="1" hangingPunct="1">
              <a:lnSpc>
                <a:spcPct val="80000"/>
              </a:lnSpc>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4.5.1  </a:t>
            </a:r>
            <a:r>
              <a:rPr lang="zh-CN" altLang="en-US" sz="1800" dirty="0">
                <a:ea typeface="宋体" panose="02010600030101010101" pitchFamily="2" charset="-122"/>
              </a:rPr>
              <a:t>有关路由选择协议的几个基本概念</a:t>
            </a:r>
          </a:p>
          <a:p>
            <a:pPr eaLnBrk="1" hangingPunct="1">
              <a:lnSpc>
                <a:spcPct val="80000"/>
              </a:lnSpc>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4.5.2  </a:t>
            </a:r>
            <a:r>
              <a:rPr lang="zh-CN" altLang="en-US" sz="1800" dirty="0">
                <a:ea typeface="宋体" panose="02010600030101010101" pitchFamily="2" charset="-122"/>
              </a:rPr>
              <a:t>内部网关协议 </a:t>
            </a:r>
            <a:r>
              <a:rPr lang="en-US" altLang="zh-CN" sz="1800" dirty="0">
                <a:ea typeface="宋体" panose="02010600030101010101" pitchFamily="2" charset="-122"/>
              </a:rPr>
              <a:t>RIP</a:t>
            </a:r>
          </a:p>
          <a:p>
            <a:pPr eaLnBrk="1" hangingPunct="1">
              <a:lnSpc>
                <a:spcPct val="80000"/>
              </a:lnSpc>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4.5.3  </a:t>
            </a:r>
            <a:r>
              <a:rPr lang="zh-CN" altLang="en-US" sz="1800" dirty="0">
                <a:ea typeface="宋体" panose="02010600030101010101" pitchFamily="2" charset="-122"/>
              </a:rPr>
              <a:t>内部网关协议 </a:t>
            </a:r>
            <a:r>
              <a:rPr lang="en-US" altLang="zh-CN" sz="1800" dirty="0">
                <a:ea typeface="宋体" panose="02010600030101010101" pitchFamily="2" charset="-122"/>
              </a:rPr>
              <a:t>OSPF</a:t>
            </a:r>
          </a:p>
          <a:p>
            <a:pPr eaLnBrk="1" hangingPunct="1">
              <a:lnSpc>
                <a:spcPct val="80000"/>
              </a:lnSpc>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4.5.4  </a:t>
            </a:r>
            <a:r>
              <a:rPr lang="zh-CN" altLang="en-US" sz="1800" dirty="0">
                <a:ea typeface="宋体" panose="02010600030101010101" pitchFamily="2" charset="-122"/>
              </a:rPr>
              <a:t>外部网关协议 </a:t>
            </a:r>
            <a:r>
              <a:rPr lang="en-US" altLang="zh-CN" sz="1800" dirty="0">
                <a:ea typeface="宋体" panose="02010600030101010101" pitchFamily="2" charset="-122"/>
              </a:rPr>
              <a:t>BGP</a:t>
            </a:r>
          </a:p>
          <a:p>
            <a:pPr eaLnBrk="1" hangingPunct="1">
              <a:lnSpc>
                <a:spcPct val="80000"/>
              </a:lnSpc>
              <a:buFont typeface="Wingdings" pitchFamily="2" charset="2"/>
              <a:buNone/>
            </a:pPr>
            <a:r>
              <a:rPr lang="en-US" altLang="zh-CN" sz="1800" dirty="0">
                <a:ea typeface="宋体" panose="02010600030101010101" pitchFamily="2" charset="-122"/>
              </a:rPr>
              <a:t> </a:t>
            </a:r>
            <a:r>
              <a:rPr lang="zh-CN" altLang="en-US" sz="1800" dirty="0">
                <a:ea typeface="宋体" panose="02010600030101010101" pitchFamily="2" charset="-122"/>
              </a:rPr>
              <a:t>      </a:t>
            </a:r>
            <a:r>
              <a:rPr lang="en-US" altLang="zh-CN" sz="1800" dirty="0">
                <a:ea typeface="宋体" panose="02010600030101010101" pitchFamily="2" charset="-122"/>
              </a:rPr>
              <a:t>4.5.5  </a:t>
            </a:r>
            <a:r>
              <a:rPr lang="zh-CN" altLang="en-US" sz="1800" dirty="0">
                <a:ea typeface="宋体" panose="02010600030101010101" pitchFamily="2" charset="-122"/>
              </a:rPr>
              <a:t>路由器的构成 </a:t>
            </a:r>
          </a:p>
          <a:p>
            <a:pPr eaLnBrk="1" hangingPunct="1">
              <a:lnSpc>
                <a:spcPct val="80000"/>
              </a:lnSpc>
              <a:buFont typeface="Wingdings" pitchFamily="2" charset="2"/>
              <a:buNone/>
            </a:pPr>
            <a:r>
              <a:rPr lang="en-US" altLang="zh-CN" sz="1800" dirty="0">
                <a:ea typeface="宋体" panose="02010600030101010101" pitchFamily="2" charset="-122"/>
              </a:rPr>
              <a:t>4.6  IP </a:t>
            </a:r>
            <a:r>
              <a:rPr lang="zh-CN" altLang="en-US" sz="1800" dirty="0">
                <a:ea typeface="宋体" panose="02010600030101010101" pitchFamily="2" charset="-122"/>
              </a:rPr>
              <a:t>多播</a:t>
            </a:r>
          </a:p>
          <a:p>
            <a:pPr eaLnBrk="1" hangingPunct="1">
              <a:lnSpc>
                <a:spcPct val="80000"/>
              </a:lnSpc>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4.6.1  IP </a:t>
            </a:r>
            <a:r>
              <a:rPr lang="zh-CN" altLang="en-US" sz="1800" dirty="0">
                <a:ea typeface="宋体" panose="02010600030101010101" pitchFamily="2" charset="-122"/>
              </a:rPr>
              <a:t>多播的基本概念</a:t>
            </a:r>
          </a:p>
          <a:p>
            <a:pPr eaLnBrk="1" hangingPunct="1">
              <a:lnSpc>
                <a:spcPct val="80000"/>
              </a:lnSpc>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4.6.2  </a:t>
            </a:r>
            <a:r>
              <a:rPr lang="zh-CN" altLang="en-US" sz="1800" dirty="0">
                <a:ea typeface="宋体" panose="02010600030101010101" pitchFamily="2" charset="-122"/>
              </a:rPr>
              <a:t>在局域网上进行硬件多播</a:t>
            </a:r>
          </a:p>
          <a:p>
            <a:pPr eaLnBrk="1" hangingPunct="1">
              <a:lnSpc>
                <a:spcPct val="80000"/>
              </a:lnSpc>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4.6.2  </a:t>
            </a:r>
            <a:r>
              <a:rPr lang="zh-CN" altLang="en-US" sz="1800" dirty="0">
                <a:ea typeface="宋体" panose="02010600030101010101" pitchFamily="2" charset="-122"/>
              </a:rPr>
              <a:t>因特网组管理协议 </a:t>
            </a:r>
            <a:r>
              <a:rPr lang="en-US" altLang="zh-CN" sz="1800" dirty="0">
                <a:ea typeface="宋体" panose="02010600030101010101" pitchFamily="2" charset="-122"/>
              </a:rPr>
              <a:t>IGMP </a:t>
            </a:r>
            <a:r>
              <a:rPr lang="zh-CN" altLang="en-US" sz="1800" dirty="0">
                <a:ea typeface="宋体" panose="02010600030101010101" pitchFamily="2" charset="-122"/>
              </a:rPr>
              <a:t>和多播路由选择协议</a:t>
            </a:r>
          </a:p>
          <a:p>
            <a:pPr eaLnBrk="1" hangingPunct="1">
              <a:lnSpc>
                <a:spcPct val="80000"/>
              </a:lnSpc>
              <a:buFont typeface="Wingdings" pitchFamily="2" charset="2"/>
              <a:buNone/>
            </a:pPr>
            <a:r>
              <a:rPr lang="en-US" altLang="zh-CN" sz="1800" dirty="0">
                <a:solidFill>
                  <a:srgbClr val="C00000"/>
                </a:solidFill>
                <a:ea typeface="宋体" panose="02010600030101010101" pitchFamily="2" charset="-122"/>
              </a:rPr>
              <a:t>4.7  </a:t>
            </a:r>
            <a:r>
              <a:rPr lang="zh-CN" altLang="en-US" sz="1800" dirty="0">
                <a:solidFill>
                  <a:srgbClr val="C00000"/>
                </a:solidFill>
                <a:ea typeface="宋体" panose="02010600030101010101" pitchFamily="2" charset="-122"/>
              </a:rPr>
              <a:t>虚拟专用网 </a:t>
            </a:r>
            <a:r>
              <a:rPr lang="en-US" altLang="zh-CN" sz="1800" dirty="0">
                <a:solidFill>
                  <a:srgbClr val="C00000"/>
                </a:solidFill>
                <a:ea typeface="宋体" panose="02010600030101010101" pitchFamily="2" charset="-122"/>
              </a:rPr>
              <a:t>VPN </a:t>
            </a:r>
            <a:r>
              <a:rPr lang="zh-CN" altLang="en-US" sz="1800" dirty="0">
                <a:solidFill>
                  <a:srgbClr val="C00000"/>
                </a:solidFill>
                <a:ea typeface="宋体" panose="02010600030101010101" pitchFamily="2" charset="-122"/>
              </a:rPr>
              <a:t>和网络地址转换 </a:t>
            </a:r>
            <a:r>
              <a:rPr lang="en-US" altLang="zh-CN" sz="1800" dirty="0">
                <a:solidFill>
                  <a:srgbClr val="C00000"/>
                </a:solidFill>
                <a:ea typeface="宋体" panose="02010600030101010101" pitchFamily="2" charset="-122"/>
              </a:rPr>
              <a:t>NAT</a:t>
            </a:r>
          </a:p>
          <a:p>
            <a:pPr eaLnBrk="1" hangingPunct="1">
              <a:lnSpc>
                <a:spcPct val="80000"/>
              </a:lnSpc>
              <a:buFont typeface="Wingdings" pitchFamily="2" charset="2"/>
              <a:buNone/>
            </a:pPr>
            <a:r>
              <a:rPr lang="en-US" altLang="zh-CN" sz="1800" dirty="0">
                <a:ea typeface="宋体" panose="02010600030101010101" pitchFamily="2" charset="-122"/>
              </a:rPr>
              <a:t>      </a:t>
            </a:r>
            <a:r>
              <a:rPr lang="zh-CN" altLang="en-US" sz="1800" dirty="0">
                <a:ea typeface="宋体" panose="02010600030101010101" pitchFamily="2" charset="-122"/>
              </a:rPr>
              <a:t> </a:t>
            </a:r>
            <a:r>
              <a:rPr lang="en-US" altLang="zh-CN" sz="1800" dirty="0">
                <a:ea typeface="宋体" panose="02010600030101010101" pitchFamily="2" charset="-122"/>
              </a:rPr>
              <a:t>4.7.1  </a:t>
            </a:r>
            <a:r>
              <a:rPr lang="zh-CN" altLang="en-US" sz="1800" dirty="0">
                <a:ea typeface="宋体" panose="02010600030101010101" pitchFamily="2" charset="-122"/>
              </a:rPr>
              <a:t>虚拟专用网 </a:t>
            </a:r>
            <a:r>
              <a:rPr lang="en-US" altLang="zh-CN" sz="1800" dirty="0">
                <a:ea typeface="宋体" panose="02010600030101010101" pitchFamily="2" charset="-122"/>
              </a:rPr>
              <a:t>VPN</a:t>
            </a:r>
          </a:p>
          <a:p>
            <a:pPr eaLnBrk="1" hangingPunct="1">
              <a:lnSpc>
                <a:spcPct val="80000"/>
              </a:lnSpc>
              <a:buFont typeface="Wingdings" pitchFamily="2" charset="2"/>
              <a:buNone/>
            </a:pPr>
            <a:r>
              <a:rPr lang="en-US" altLang="zh-CN" sz="1800" dirty="0">
                <a:ea typeface="宋体" panose="02010600030101010101" pitchFamily="2" charset="-122"/>
              </a:rPr>
              <a:t>      </a:t>
            </a:r>
            <a:r>
              <a:rPr lang="zh-CN" altLang="en-US" sz="1800" dirty="0">
                <a:ea typeface="宋体" panose="02010600030101010101" pitchFamily="2" charset="-122"/>
              </a:rPr>
              <a:t> </a:t>
            </a:r>
            <a:r>
              <a:rPr lang="en-US" altLang="zh-CN" sz="1800" dirty="0">
                <a:ea typeface="宋体" panose="02010600030101010101" pitchFamily="2" charset="-122"/>
              </a:rPr>
              <a:t>4.7.2  </a:t>
            </a:r>
            <a:r>
              <a:rPr lang="zh-CN" altLang="en-US" sz="1800" dirty="0">
                <a:ea typeface="宋体" panose="02010600030101010101" pitchFamily="2" charset="-122"/>
              </a:rPr>
              <a:t>网络地址转换 </a:t>
            </a:r>
            <a:r>
              <a:rPr lang="en-US" altLang="zh-CN" sz="1800" dirty="0">
                <a:ea typeface="宋体" panose="02010600030101010101" pitchFamily="2" charset="-122"/>
              </a:rPr>
              <a:t>NAT </a:t>
            </a:r>
          </a:p>
        </p:txBody>
      </p:sp>
      <p:sp>
        <p:nvSpPr>
          <p:cNvPr id="21507" name="幻灯片编号占位符 1">
            <a:extLst>
              <a:ext uri="{FF2B5EF4-FFF2-40B4-BE49-F238E27FC236}">
                <a16:creationId xmlns:a16="http://schemas.microsoft.com/office/drawing/2014/main" id="{498E2FBD-3505-924B-AAD8-362FA616DA5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A0B3232-1526-CF45-A8A3-0E17B0A8275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84578611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3" name="Rectangle 2">
            <a:extLst>
              <a:ext uri="{FF2B5EF4-FFF2-40B4-BE49-F238E27FC236}">
                <a16:creationId xmlns:a16="http://schemas.microsoft.com/office/drawing/2014/main" id="{CAE71C71-8217-7C4D-ACB4-939F463CA9E9}"/>
              </a:ext>
            </a:extLst>
          </p:cNvPr>
          <p:cNvSpPr>
            <a:spLocks noGrp="1" noChangeArrowheads="1"/>
          </p:cNvSpPr>
          <p:nvPr>
            <p:ph type="title"/>
          </p:nvPr>
        </p:nvSpPr>
        <p:spPr>
          <a:xfrm>
            <a:off x="133564" y="195263"/>
            <a:ext cx="7273316" cy="790575"/>
          </a:xfrm>
        </p:spPr>
        <p:txBody>
          <a:bodyPr/>
          <a:lstStyle/>
          <a:p>
            <a:pPr eaLnBrk="1" hangingPunct="1"/>
            <a:r>
              <a:rPr lang="zh-CN" altLang="en-US" dirty="0">
                <a:latin typeface="Times New Roman" panose="02020603050405020304" pitchFamily="18" charset="0"/>
                <a:ea typeface="宋体" panose="02010600030101010101" pitchFamily="2" charset="-122"/>
              </a:rPr>
              <a:t>本章最重要的内容</a:t>
            </a:r>
          </a:p>
        </p:txBody>
      </p:sp>
      <p:sp>
        <p:nvSpPr>
          <p:cNvPr id="23554" name="Rectangle 3">
            <a:extLst>
              <a:ext uri="{FF2B5EF4-FFF2-40B4-BE49-F238E27FC236}">
                <a16:creationId xmlns:a16="http://schemas.microsoft.com/office/drawing/2014/main" id="{1211728A-9C54-A446-B18A-7044B22997AA}"/>
              </a:ext>
            </a:extLst>
          </p:cNvPr>
          <p:cNvSpPr>
            <a:spLocks noGrp="1" noChangeArrowheads="1"/>
          </p:cNvSpPr>
          <p:nvPr>
            <p:ph type="body" idx="1"/>
          </p:nvPr>
        </p:nvSpPr>
        <p:spPr/>
        <p:txBody>
          <a:bodyPr/>
          <a:lstStyle/>
          <a:p>
            <a:pPr eaLnBrk="1" hangingPunct="1">
              <a:lnSpc>
                <a:spcPct val="120000"/>
              </a:lnSpc>
              <a:buFont typeface="Wingdings" pitchFamily="2" charset="2"/>
              <a:buNone/>
            </a:pPr>
            <a:r>
              <a:rPr lang="en-US" altLang="zh-CN" dirty="0">
                <a:latin typeface="Times New Roman" panose="02020603050405020304" pitchFamily="18" charset="0"/>
                <a:ea typeface="宋体" panose="02010600030101010101" pitchFamily="2" charset="-122"/>
              </a:rPr>
              <a:t>(1) </a:t>
            </a:r>
            <a:r>
              <a:rPr lang="zh-CN" altLang="en-US" dirty="0">
                <a:latin typeface="Times New Roman" panose="02020603050405020304" pitchFamily="18" charset="0"/>
                <a:ea typeface="宋体" panose="02010600030101010101" pitchFamily="2" charset="-122"/>
              </a:rPr>
              <a:t>虚拟互连网络的概念</a:t>
            </a:r>
          </a:p>
          <a:p>
            <a:pPr eaLnBrk="1" hangingPunct="1">
              <a:lnSpc>
                <a:spcPct val="120000"/>
              </a:lnSpc>
              <a:buFont typeface="Wingdings" pitchFamily="2" charset="2"/>
              <a:buNone/>
            </a:pPr>
            <a:r>
              <a:rPr lang="en-US" altLang="zh-CN" dirty="0">
                <a:latin typeface="Times New Roman" panose="02020603050405020304" pitchFamily="18" charset="0"/>
                <a:ea typeface="宋体" panose="02010600030101010101" pitchFamily="2" charset="-122"/>
              </a:rPr>
              <a:t>(2) IP </a:t>
            </a:r>
            <a:r>
              <a:rPr lang="zh-CN" altLang="en-US" dirty="0">
                <a:latin typeface="Times New Roman" panose="02020603050405020304" pitchFamily="18" charset="0"/>
                <a:ea typeface="宋体" panose="02010600030101010101" pitchFamily="2" charset="-122"/>
              </a:rPr>
              <a:t>地址与物理地址的关系</a:t>
            </a:r>
          </a:p>
          <a:p>
            <a:pPr marL="452438" indent="-452438" eaLnBrk="1" hangingPunct="1">
              <a:lnSpc>
                <a:spcPct val="120000"/>
              </a:lnSpc>
              <a:buFont typeface="Wingdings" pitchFamily="2" charset="2"/>
              <a:buNone/>
            </a:pPr>
            <a:r>
              <a:rPr lang="en-US" altLang="zh-CN" dirty="0">
                <a:latin typeface="Times New Roman" panose="02020603050405020304" pitchFamily="18" charset="0"/>
                <a:ea typeface="宋体" panose="02010600030101010101" pitchFamily="2" charset="-122"/>
              </a:rPr>
              <a:t>(3) </a:t>
            </a:r>
            <a:r>
              <a:rPr lang="zh-CN" altLang="en-US" dirty="0">
                <a:latin typeface="Times New Roman" panose="02020603050405020304" pitchFamily="18" charset="0"/>
                <a:ea typeface="宋体" panose="02010600030101010101" pitchFamily="2" charset="-122"/>
              </a:rPr>
              <a:t>传统的分类的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地址（包括子网掩码）和无分类域间路由选择 </a:t>
            </a:r>
            <a:r>
              <a:rPr lang="en-US" altLang="zh-CN" dirty="0">
                <a:latin typeface="Times New Roman" panose="02020603050405020304" pitchFamily="18" charset="0"/>
                <a:ea typeface="宋体" panose="02010600030101010101" pitchFamily="2" charset="-122"/>
              </a:rPr>
              <a:t>CIDR</a:t>
            </a:r>
          </a:p>
          <a:p>
            <a:pPr eaLnBrk="1" hangingPunct="1">
              <a:lnSpc>
                <a:spcPct val="120000"/>
              </a:lnSpc>
              <a:buFont typeface="Wingdings" pitchFamily="2" charset="2"/>
              <a:buNone/>
            </a:pPr>
            <a:r>
              <a:rPr lang="en-US" altLang="zh-CN" dirty="0">
                <a:latin typeface="Times New Roman" panose="02020603050405020304" pitchFamily="18" charset="0"/>
                <a:ea typeface="宋体" panose="02010600030101010101" pitchFamily="2" charset="-122"/>
              </a:rPr>
              <a:t>(4) </a:t>
            </a:r>
            <a:r>
              <a:rPr lang="zh-CN" altLang="en-US" dirty="0">
                <a:latin typeface="Times New Roman" panose="02020603050405020304" pitchFamily="18" charset="0"/>
                <a:ea typeface="宋体" panose="02010600030101010101" pitchFamily="2" charset="-122"/>
              </a:rPr>
              <a:t>路由选择协议的工作原理</a:t>
            </a:r>
          </a:p>
        </p:txBody>
      </p:sp>
      <p:sp>
        <p:nvSpPr>
          <p:cNvPr id="23555" name="幻灯片编号占位符 1">
            <a:extLst>
              <a:ext uri="{FF2B5EF4-FFF2-40B4-BE49-F238E27FC236}">
                <a16:creationId xmlns:a16="http://schemas.microsoft.com/office/drawing/2014/main" id="{5D33FFCE-6ADA-C546-A011-29E7C7CC4EB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25AFA71-A5E2-4146-8BC3-141079F2CE8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45919323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1" name="Rectangle 2">
            <a:extLst>
              <a:ext uri="{FF2B5EF4-FFF2-40B4-BE49-F238E27FC236}">
                <a16:creationId xmlns:a16="http://schemas.microsoft.com/office/drawing/2014/main" id="{1331D197-916B-E644-AF3C-8E65FD4876CC}"/>
              </a:ext>
            </a:extLst>
          </p:cNvPr>
          <p:cNvSpPr>
            <a:spLocks noGrp="1" noChangeArrowheads="1"/>
          </p:cNvSpPr>
          <p:nvPr>
            <p:ph type="title"/>
          </p:nvPr>
        </p:nvSpPr>
        <p:spPr>
          <a:xfrm>
            <a:off x="160021" y="195263"/>
            <a:ext cx="7193280" cy="736997"/>
          </a:xfrm>
        </p:spPr>
        <p:txBody>
          <a:bodyPr/>
          <a:lstStyle/>
          <a:p>
            <a:pPr eaLnBrk="1" hangingPunct="1"/>
            <a:r>
              <a:rPr lang="en-US" altLang="zh-CN" dirty="0">
                <a:latin typeface="Times New Roman" panose="02020603050405020304" pitchFamily="18" charset="0"/>
                <a:ea typeface="宋体" panose="02010600030101010101" pitchFamily="2" charset="-122"/>
              </a:rPr>
              <a:t>4.1  </a:t>
            </a:r>
            <a:r>
              <a:rPr lang="zh-CN" altLang="en-US" dirty="0">
                <a:latin typeface="Times New Roman" panose="02020603050405020304" pitchFamily="18" charset="0"/>
                <a:ea typeface="宋体" panose="02010600030101010101" pitchFamily="2" charset="-122"/>
              </a:rPr>
              <a:t>网络层提供的两种服务 </a:t>
            </a:r>
          </a:p>
        </p:txBody>
      </p:sp>
      <p:sp>
        <p:nvSpPr>
          <p:cNvPr id="25602" name="Rectangle 3">
            <a:extLst>
              <a:ext uri="{FF2B5EF4-FFF2-40B4-BE49-F238E27FC236}">
                <a16:creationId xmlns:a16="http://schemas.microsoft.com/office/drawing/2014/main" id="{58448183-7CF2-104B-8535-96C41225BBB5}"/>
              </a:ext>
            </a:extLst>
          </p:cNvPr>
          <p:cNvSpPr>
            <a:spLocks noGrp="1" noChangeArrowheads="1"/>
          </p:cNvSpPr>
          <p:nvPr>
            <p:ph type="body" idx="1"/>
          </p:nvPr>
        </p:nvSpPr>
        <p:spPr>
          <a:xfrm>
            <a:off x="160020" y="1113235"/>
            <a:ext cx="8755379" cy="3240881"/>
          </a:xfrm>
        </p:spPr>
        <p:txBody>
          <a:bodyPr/>
          <a:lstStyle/>
          <a:p>
            <a:pPr eaLnBrk="1" hangingPunct="1"/>
            <a:r>
              <a:rPr lang="zh-CN" altLang="en-US" dirty="0">
                <a:latin typeface="Times New Roman" panose="02020603050405020304" pitchFamily="18" charset="0"/>
                <a:ea typeface="宋体" panose="02010600030101010101" pitchFamily="2" charset="-122"/>
              </a:rPr>
              <a:t>在计算机网络领域，网络层应该向运输层提供怎样的服务（“面向连接”还是“无连接”）曾引起了长期的争论。</a:t>
            </a:r>
          </a:p>
          <a:p>
            <a:pPr eaLnBrk="1" hangingPunct="1"/>
            <a:r>
              <a:rPr lang="zh-CN" altLang="en-US" dirty="0">
                <a:latin typeface="Times New Roman" panose="02020603050405020304" pitchFamily="18" charset="0"/>
                <a:ea typeface="宋体" panose="02010600030101010101" pitchFamily="2" charset="-122"/>
              </a:rPr>
              <a:t>争论焦点的实质就是：在计算机通信中，</a:t>
            </a:r>
            <a:r>
              <a:rPr lang="zh-CN" altLang="en-US" dirty="0">
                <a:solidFill>
                  <a:schemeClr val="hlink"/>
                </a:solidFill>
                <a:latin typeface="Times New Roman" panose="02020603050405020304" pitchFamily="18" charset="0"/>
                <a:ea typeface="宋体" panose="02010600030101010101" pitchFamily="2" charset="-122"/>
              </a:rPr>
              <a:t>可靠交付应当由谁来负责？</a:t>
            </a:r>
            <a:r>
              <a:rPr lang="zh-CN" altLang="en-US" dirty="0">
                <a:latin typeface="Times New Roman" panose="02020603050405020304" pitchFamily="18" charset="0"/>
                <a:ea typeface="宋体" panose="02010600030101010101" pitchFamily="2" charset="-122"/>
              </a:rPr>
              <a:t>是</a:t>
            </a:r>
            <a:r>
              <a:rPr lang="zh-CN" altLang="en-US" dirty="0">
                <a:solidFill>
                  <a:schemeClr val="hlink"/>
                </a:solidFill>
                <a:latin typeface="Times New Roman" panose="02020603050405020304" pitchFamily="18" charset="0"/>
                <a:ea typeface="宋体" panose="02010600030101010101" pitchFamily="2" charset="-122"/>
              </a:rPr>
              <a:t>网络</a:t>
            </a:r>
            <a:r>
              <a:rPr lang="zh-CN" altLang="en-US" dirty="0">
                <a:latin typeface="Times New Roman" panose="02020603050405020304" pitchFamily="18" charset="0"/>
                <a:ea typeface="宋体" panose="02010600030101010101" pitchFamily="2" charset="-122"/>
              </a:rPr>
              <a:t>还是</a:t>
            </a:r>
            <a:r>
              <a:rPr lang="zh-CN" altLang="en-US" dirty="0">
                <a:solidFill>
                  <a:schemeClr val="hlink"/>
                </a:solidFill>
                <a:latin typeface="Times New Roman" panose="02020603050405020304" pitchFamily="18" charset="0"/>
                <a:ea typeface="宋体" panose="02010600030101010101" pitchFamily="2" charset="-122"/>
              </a:rPr>
              <a:t>端系统</a:t>
            </a:r>
            <a:r>
              <a:rPr lang="zh-CN" altLang="en-US" dirty="0">
                <a:latin typeface="Times New Roman" panose="02020603050405020304" pitchFamily="18" charset="0"/>
                <a:ea typeface="宋体" panose="02010600030101010101" pitchFamily="2" charset="-122"/>
              </a:rPr>
              <a:t>？ </a:t>
            </a:r>
          </a:p>
        </p:txBody>
      </p:sp>
      <p:sp>
        <p:nvSpPr>
          <p:cNvPr id="25603" name="幻灯片编号占位符 1">
            <a:extLst>
              <a:ext uri="{FF2B5EF4-FFF2-40B4-BE49-F238E27FC236}">
                <a16:creationId xmlns:a16="http://schemas.microsoft.com/office/drawing/2014/main" id="{BFA59CA9-3BEF-ED4A-9297-CDFC07722C1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C2FE47F-79C8-CF4D-8410-3F592A9ACA5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822048680"/>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9" name="Rectangle 2">
            <a:extLst>
              <a:ext uri="{FF2B5EF4-FFF2-40B4-BE49-F238E27FC236}">
                <a16:creationId xmlns:a16="http://schemas.microsoft.com/office/drawing/2014/main" id="{F2C38503-BA13-6643-A0FF-30C9DD8F8EA8}"/>
              </a:ext>
            </a:extLst>
          </p:cNvPr>
          <p:cNvSpPr>
            <a:spLocks noGrp="1" noChangeArrowheads="1"/>
          </p:cNvSpPr>
          <p:nvPr>
            <p:ph type="title"/>
          </p:nvPr>
        </p:nvSpPr>
        <p:spPr>
          <a:xfrm>
            <a:off x="133563" y="160735"/>
            <a:ext cx="7841244" cy="736997"/>
          </a:xfrm>
        </p:spPr>
        <p:txBody>
          <a:bodyPr/>
          <a:lstStyle/>
          <a:p>
            <a:pPr eaLnBrk="1" hangingPunct="1"/>
            <a:r>
              <a:rPr lang="zh-CN" altLang="en-US" sz="3000" dirty="0">
                <a:ea typeface="宋体" panose="02010600030101010101" pitchFamily="2" charset="-122"/>
              </a:rPr>
              <a:t>电信网的成功经验</a:t>
            </a:r>
            <a:r>
              <a:rPr lang="en-US" altLang="zh-CN" sz="3000" dirty="0">
                <a:ea typeface="宋体" panose="02010600030101010101" pitchFamily="2" charset="-122"/>
              </a:rPr>
              <a:t>:</a:t>
            </a:r>
            <a:r>
              <a:rPr lang="zh-CN" altLang="en-US" sz="3000" dirty="0">
                <a:ea typeface="宋体" panose="02010600030101010101" pitchFamily="2" charset="-122"/>
              </a:rPr>
              <a:t>让网络负责可靠交付 </a:t>
            </a:r>
          </a:p>
        </p:txBody>
      </p:sp>
      <p:sp>
        <p:nvSpPr>
          <p:cNvPr id="27650" name="Rectangle 3">
            <a:extLst>
              <a:ext uri="{FF2B5EF4-FFF2-40B4-BE49-F238E27FC236}">
                <a16:creationId xmlns:a16="http://schemas.microsoft.com/office/drawing/2014/main" id="{E110FF9D-C501-B04F-8125-DCB8314CFFD1}"/>
              </a:ext>
            </a:extLst>
          </p:cNvPr>
          <p:cNvSpPr>
            <a:spLocks noGrp="1" noChangeArrowheads="1"/>
          </p:cNvSpPr>
          <p:nvPr>
            <p:ph type="body" idx="1"/>
          </p:nvPr>
        </p:nvSpPr>
        <p:spPr/>
        <p:txBody>
          <a:bodyPr/>
          <a:lstStyle/>
          <a:p>
            <a:pPr eaLnBrk="1" hangingPunct="1"/>
            <a:r>
              <a:rPr lang="zh-CN" altLang="en-US">
                <a:solidFill>
                  <a:schemeClr val="hlink"/>
                </a:solidFill>
                <a:latin typeface="Times New Roman" panose="02020603050405020304" pitchFamily="18" charset="0"/>
                <a:ea typeface="宋体" panose="02010600030101010101" pitchFamily="2" charset="-122"/>
              </a:rPr>
              <a:t>面向连接</a:t>
            </a:r>
            <a:r>
              <a:rPr lang="zh-CN" altLang="en-US">
                <a:latin typeface="Times New Roman" panose="02020603050405020304" pitchFamily="18" charset="0"/>
                <a:ea typeface="宋体" panose="02010600030101010101" pitchFamily="2" charset="-122"/>
              </a:rPr>
              <a:t>的通信方式 </a:t>
            </a:r>
          </a:p>
          <a:p>
            <a:pPr eaLnBrk="1" hangingPunct="1"/>
            <a:r>
              <a:rPr lang="zh-CN" altLang="en-US">
                <a:latin typeface="Times New Roman" panose="02020603050405020304" pitchFamily="18" charset="0"/>
                <a:ea typeface="宋体" panose="02010600030101010101" pitchFamily="2" charset="-122"/>
              </a:rPr>
              <a:t>建立</a:t>
            </a:r>
            <a:r>
              <a:rPr lang="zh-CN" altLang="en-US">
                <a:solidFill>
                  <a:schemeClr val="hlink"/>
                </a:solidFill>
                <a:latin typeface="Times New Roman" panose="02020603050405020304" pitchFamily="18" charset="0"/>
                <a:ea typeface="宋体" panose="02010600030101010101" pitchFamily="2" charset="-122"/>
              </a:rPr>
              <a:t>虚电路</a:t>
            </a:r>
            <a:r>
              <a:rPr lang="en-US" altLang="zh-CN">
                <a:latin typeface="Times New Roman" panose="02020603050405020304" pitchFamily="18" charset="0"/>
                <a:ea typeface="宋体" panose="02010600030101010101" pitchFamily="2" charset="-122"/>
              </a:rPr>
              <a:t>(Virtual Circuit)</a:t>
            </a:r>
            <a:r>
              <a:rPr lang="zh-CN" altLang="en-US">
                <a:latin typeface="Times New Roman" panose="02020603050405020304" pitchFamily="18" charset="0"/>
                <a:ea typeface="宋体" panose="02010600030101010101" pitchFamily="2" charset="-122"/>
              </a:rPr>
              <a:t>，以保证双方通信所需的一切网络资源。 </a:t>
            </a:r>
          </a:p>
          <a:p>
            <a:pPr eaLnBrk="1" hangingPunct="1"/>
            <a:r>
              <a:rPr lang="zh-CN" altLang="en-US">
                <a:latin typeface="Times New Roman" panose="02020603050405020304" pitchFamily="18" charset="0"/>
                <a:ea typeface="宋体" panose="02010600030101010101" pitchFamily="2" charset="-122"/>
              </a:rPr>
              <a:t>如果再使用</a:t>
            </a:r>
            <a:r>
              <a:rPr lang="zh-CN" altLang="en-US">
                <a:solidFill>
                  <a:srgbClr val="C00000"/>
                </a:solidFill>
                <a:latin typeface="Times New Roman" panose="02020603050405020304" pitchFamily="18" charset="0"/>
                <a:ea typeface="宋体" panose="02010600030101010101" pitchFamily="2" charset="-122"/>
              </a:rPr>
              <a:t>可靠传输的网络协议</a:t>
            </a:r>
            <a:r>
              <a:rPr lang="zh-CN" altLang="en-US">
                <a:latin typeface="Times New Roman" panose="02020603050405020304" pitchFamily="18" charset="0"/>
                <a:ea typeface="宋体" panose="02010600030101010101" pitchFamily="2" charset="-122"/>
              </a:rPr>
              <a:t>，就可使所发送的分组无差错按序到达终点。 </a:t>
            </a:r>
          </a:p>
        </p:txBody>
      </p:sp>
      <p:sp>
        <p:nvSpPr>
          <p:cNvPr id="27651" name="幻灯片编号占位符 1">
            <a:extLst>
              <a:ext uri="{FF2B5EF4-FFF2-40B4-BE49-F238E27FC236}">
                <a16:creationId xmlns:a16="http://schemas.microsoft.com/office/drawing/2014/main" id="{A2F22614-E556-2E4E-8C68-E094A129C82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4F62E78-114B-E44C-9D83-19FF4C7C852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06922468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7" name="Rectangle 15">
            <a:extLst>
              <a:ext uri="{FF2B5EF4-FFF2-40B4-BE49-F238E27FC236}">
                <a16:creationId xmlns:a16="http://schemas.microsoft.com/office/drawing/2014/main" id="{4BC2DC3C-CF00-3E47-BB90-E9D9DD189AB9}"/>
              </a:ext>
            </a:extLst>
          </p:cNvPr>
          <p:cNvSpPr>
            <a:spLocks noChangeArrowheads="1"/>
          </p:cNvSpPr>
          <p:nvPr/>
        </p:nvSpPr>
        <p:spPr bwMode="auto">
          <a:xfrm>
            <a:off x="6705600" y="2518172"/>
            <a:ext cx="989410" cy="232172"/>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698" name="Text Box 16">
            <a:extLst>
              <a:ext uri="{FF2B5EF4-FFF2-40B4-BE49-F238E27FC236}">
                <a16:creationId xmlns:a16="http://schemas.microsoft.com/office/drawing/2014/main" id="{08AA22F2-2425-7A43-AE0B-51E27D249E0D}"/>
              </a:ext>
            </a:extLst>
          </p:cNvPr>
          <p:cNvSpPr txBox="1">
            <a:spLocks noChangeArrowheads="1"/>
          </p:cNvSpPr>
          <p:nvPr/>
        </p:nvSpPr>
        <p:spPr bwMode="auto">
          <a:xfrm>
            <a:off x="6638382" y="2026444"/>
            <a:ext cx="1146469" cy="12464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应用层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运输层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数据链路层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物理层</a:t>
            </a:r>
          </a:p>
        </p:txBody>
      </p:sp>
      <p:sp>
        <p:nvSpPr>
          <p:cNvPr id="29699" name="Rectangle 7">
            <a:extLst>
              <a:ext uri="{FF2B5EF4-FFF2-40B4-BE49-F238E27FC236}">
                <a16:creationId xmlns:a16="http://schemas.microsoft.com/office/drawing/2014/main" id="{404A4C54-B00D-E54A-B38C-F2978DDDE644}"/>
              </a:ext>
            </a:extLst>
          </p:cNvPr>
          <p:cNvSpPr>
            <a:spLocks noChangeArrowheads="1"/>
          </p:cNvSpPr>
          <p:nvPr/>
        </p:nvSpPr>
        <p:spPr bwMode="auto">
          <a:xfrm>
            <a:off x="1353741" y="2447926"/>
            <a:ext cx="989409" cy="232172"/>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700" name="Text Box 8">
            <a:extLst>
              <a:ext uri="{FF2B5EF4-FFF2-40B4-BE49-F238E27FC236}">
                <a16:creationId xmlns:a16="http://schemas.microsoft.com/office/drawing/2014/main" id="{26FD9D9F-7E90-AB48-BB2E-8C99D413CEBC}"/>
              </a:ext>
            </a:extLst>
          </p:cNvPr>
          <p:cNvSpPr txBox="1">
            <a:spLocks noChangeArrowheads="1"/>
          </p:cNvSpPr>
          <p:nvPr/>
        </p:nvSpPr>
        <p:spPr bwMode="auto">
          <a:xfrm>
            <a:off x="1286522" y="1962151"/>
            <a:ext cx="1146469" cy="12464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应用层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运输层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数据链路层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物理层</a:t>
            </a:r>
          </a:p>
        </p:txBody>
      </p:sp>
      <p:sp>
        <p:nvSpPr>
          <p:cNvPr id="29701" name="Rectangle 2">
            <a:extLst>
              <a:ext uri="{FF2B5EF4-FFF2-40B4-BE49-F238E27FC236}">
                <a16:creationId xmlns:a16="http://schemas.microsoft.com/office/drawing/2014/main" id="{7A3381B5-22EA-A341-9B42-101B2E84C0FB}"/>
              </a:ext>
            </a:extLst>
          </p:cNvPr>
          <p:cNvSpPr>
            <a:spLocks noGrp="1" noChangeArrowheads="1"/>
          </p:cNvSpPr>
          <p:nvPr>
            <p:ph type="title"/>
          </p:nvPr>
        </p:nvSpPr>
        <p:spPr>
          <a:xfrm>
            <a:off x="171451" y="150019"/>
            <a:ext cx="7105650" cy="735806"/>
          </a:xfrm>
        </p:spPr>
        <p:txBody>
          <a:bodyPr/>
          <a:lstStyle/>
          <a:p>
            <a:pPr eaLnBrk="1" hangingPunct="1"/>
            <a:r>
              <a:rPr lang="zh-CN" altLang="en-US" dirty="0">
                <a:latin typeface="Times New Roman" panose="02020603050405020304" pitchFamily="18" charset="0"/>
                <a:ea typeface="宋体" panose="02010600030101010101" pitchFamily="2" charset="-122"/>
              </a:rPr>
              <a:t>方式一、虚电路服务</a:t>
            </a:r>
          </a:p>
        </p:txBody>
      </p:sp>
      <p:sp>
        <p:nvSpPr>
          <p:cNvPr id="29702" name="Line 4">
            <a:extLst>
              <a:ext uri="{FF2B5EF4-FFF2-40B4-BE49-F238E27FC236}">
                <a16:creationId xmlns:a16="http://schemas.microsoft.com/office/drawing/2014/main" id="{2E005E35-B919-8C43-BCA3-6394EDBEF741}"/>
              </a:ext>
            </a:extLst>
          </p:cNvPr>
          <p:cNvSpPr>
            <a:spLocks noChangeShapeType="1"/>
          </p:cNvSpPr>
          <p:nvPr/>
        </p:nvSpPr>
        <p:spPr bwMode="auto">
          <a:xfrm>
            <a:off x="4545806" y="2209801"/>
            <a:ext cx="44054" cy="42148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03" name="Line 5">
            <a:extLst>
              <a:ext uri="{FF2B5EF4-FFF2-40B4-BE49-F238E27FC236}">
                <a16:creationId xmlns:a16="http://schemas.microsoft.com/office/drawing/2014/main" id="{B4373F63-F4B0-FD47-924C-0B32479AA089}"/>
              </a:ext>
            </a:extLst>
          </p:cNvPr>
          <p:cNvSpPr>
            <a:spLocks noChangeShapeType="1"/>
          </p:cNvSpPr>
          <p:nvPr/>
        </p:nvSpPr>
        <p:spPr bwMode="auto">
          <a:xfrm>
            <a:off x="2601516" y="2859882"/>
            <a:ext cx="381000" cy="1940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04" name="Rectangle 9">
            <a:extLst>
              <a:ext uri="{FF2B5EF4-FFF2-40B4-BE49-F238E27FC236}">
                <a16:creationId xmlns:a16="http://schemas.microsoft.com/office/drawing/2014/main" id="{95C68C70-5079-864B-AFA1-6A3D323F0613}"/>
              </a:ext>
            </a:extLst>
          </p:cNvPr>
          <p:cNvSpPr>
            <a:spLocks noChangeArrowheads="1"/>
          </p:cNvSpPr>
          <p:nvPr/>
        </p:nvSpPr>
        <p:spPr bwMode="auto">
          <a:xfrm>
            <a:off x="1338262" y="1991916"/>
            <a:ext cx="1015604" cy="1120378"/>
          </a:xfrm>
          <a:prstGeom prst="rect">
            <a:avLst/>
          </a:prstGeom>
          <a:noFill/>
          <a:ln w="28575">
            <a:solidFill>
              <a:schemeClr val="fo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705" name="Line 10">
            <a:extLst>
              <a:ext uri="{FF2B5EF4-FFF2-40B4-BE49-F238E27FC236}">
                <a16:creationId xmlns:a16="http://schemas.microsoft.com/office/drawing/2014/main" id="{93A8BEBE-FFDE-EB49-83EC-D2978ECE4059}"/>
              </a:ext>
            </a:extLst>
          </p:cNvPr>
          <p:cNvSpPr>
            <a:spLocks noChangeShapeType="1"/>
          </p:cNvSpPr>
          <p:nvPr/>
        </p:nvSpPr>
        <p:spPr bwMode="auto">
          <a:xfrm>
            <a:off x="1338262" y="2247900"/>
            <a:ext cx="101560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06" name="Line 11">
            <a:extLst>
              <a:ext uri="{FF2B5EF4-FFF2-40B4-BE49-F238E27FC236}">
                <a16:creationId xmlns:a16="http://schemas.microsoft.com/office/drawing/2014/main" id="{A33E26A0-19BF-364F-8D85-59B68475AB21}"/>
              </a:ext>
            </a:extLst>
          </p:cNvPr>
          <p:cNvSpPr>
            <a:spLocks noChangeShapeType="1"/>
          </p:cNvSpPr>
          <p:nvPr/>
        </p:nvSpPr>
        <p:spPr bwMode="auto">
          <a:xfrm>
            <a:off x="1338262" y="2463404"/>
            <a:ext cx="101560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07" name="Line 12">
            <a:extLst>
              <a:ext uri="{FF2B5EF4-FFF2-40B4-BE49-F238E27FC236}">
                <a16:creationId xmlns:a16="http://schemas.microsoft.com/office/drawing/2014/main" id="{554D1855-92ED-7D4A-BEC7-4642D754E715}"/>
              </a:ext>
            </a:extLst>
          </p:cNvPr>
          <p:cNvSpPr>
            <a:spLocks noChangeShapeType="1"/>
          </p:cNvSpPr>
          <p:nvPr/>
        </p:nvSpPr>
        <p:spPr bwMode="auto">
          <a:xfrm>
            <a:off x="1338262" y="2671763"/>
            <a:ext cx="101560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08" name="Line 13">
            <a:extLst>
              <a:ext uri="{FF2B5EF4-FFF2-40B4-BE49-F238E27FC236}">
                <a16:creationId xmlns:a16="http://schemas.microsoft.com/office/drawing/2014/main" id="{178463F3-1CF4-234F-972C-D3F9EA569CCB}"/>
              </a:ext>
            </a:extLst>
          </p:cNvPr>
          <p:cNvSpPr>
            <a:spLocks noChangeShapeType="1"/>
          </p:cNvSpPr>
          <p:nvPr/>
        </p:nvSpPr>
        <p:spPr bwMode="auto">
          <a:xfrm>
            <a:off x="1338262" y="2930129"/>
            <a:ext cx="101560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09" name="Rectangle 17">
            <a:extLst>
              <a:ext uri="{FF2B5EF4-FFF2-40B4-BE49-F238E27FC236}">
                <a16:creationId xmlns:a16="http://schemas.microsoft.com/office/drawing/2014/main" id="{40EB8C58-EAED-524F-B30B-9498B6E64045}"/>
              </a:ext>
            </a:extLst>
          </p:cNvPr>
          <p:cNvSpPr>
            <a:spLocks noChangeArrowheads="1"/>
          </p:cNvSpPr>
          <p:nvPr/>
        </p:nvSpPr>
        <p:spPr bwMode="auto">
          <a:xfrm>
            <a:off x="6690123" y="2075260"/>
            <a:ext cx="1015603" cy="1132284"/>
          </a:xfrm>
          <a:prstGeom prst="rect">
            <a:avLst/>
          </a:prstGeom>
          <a:noFill/>
          <a:ln w="28575">
            <a:solidFill>
              <a:schemeClr val="fo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710" name="Line 18">
            <a:extLst>
              <a:ext uri="{FF2B5EF4-FFF2-40B4-BE49-F238E27FC236}">
                <a16:creationId xmlns:a16="http://schemas.microsoft.com/office/drawing/2014/main" id="{045BE68C-83E7-134F-9DA0-160883B80921}"/>
              </a:ext>
            </a:extLst>
          </p:cNvPr>
          <p:cNvSpPr>
            <a:spLocks noChangeShapeType="1"/>
          </p:cNvSpPr>
          <p:nvPr/>
        </p:nvSpPr>
        <p:spPr bwMode="auto">
          <a:xfrm>
            <a:off x="6690123" y="2301479"/>
            <a:ext cx="101560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11" name="Line 19">
            <a:extLst>
              <a:ext uri="{FF2B5EF4-FFF2-40B4-BE49-F238E27FC236}">
                <a16:creationId xmlns:a16="http://schemas.microsoft.com/office/drawing/2014/main" id="{365A661D-858E-8144-8A8B-D10036EF8570}"/>
              </a:ext>
            </a:extLst>
          </p:cNvPr>
          <p:cNvSpPr>
            <a:spLocks noChangeShapeType="1"/>
          </p:cNvSpPr>
          <p:nvPr/>
        </p:nvSpPr>
        <p:spPr bwMode="auto">
          <a:xfrm>
            <a:off x="6690123" y="2518172"/>
            <a:ext cx="101560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12" name="Line 20">
            <a:extLst>
              <a:ext uri="{FF2B5EF4-FFF2-40B4-BE49-F238E27FC236}">
                <a16:creationId xmlns:a16="http://schemas.microsoft.com/office/drawing/2014/main" id="{49A7C265-4C2A-154E-BE35-54283459D9AD}"/>
              </a:ext>
            </a:extLst>
          </p:cNvPr>
          <p:cNvSpPr>
            <a:spLocks noChangeShapeType="1"/>
          </p:cNvSpPr>
          <p:nvPr/>
        </p:nvSpPr>
        <p:spPr bwMode="auto">
          <a:xfrm>
            <a:off x="6690123" y="2742010"/>
            <a:ext cx="101560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13" name="Line 21">
            <a:extLst>
              <a:ext uri="{FF2B5EF4-FFF2-40B4-BE49-F238E27FC236}">
                <a16:creationId xmlns:a16="http://schemas.microsoft.com/office/drawing/2014/main" id="{467D6190-1954-F946-B6CA-77CF92D7EB09}"/>
              </a:ext>
            </a:extLst>
          </p:cNvPr>
          <p:cNvSpPr>
            <a:spLocks noChangeShapeType="1"/>
          </p:cNvSpPr>
          <p:nvPr/>
        </p:nvSpPr>
        <p:spPr bwMode="auto">
          <a:xfrm>
            <a:off x="6690123" y="2994422"/>
            <a:ext cx="101560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14" name="Text Box 22">
            <a:extLst>
              <a:ext uri="{FF2B5EF4-FFF2-40B4-BE49-F238E27FC236}">
                <a16:creationId xmlns:a16="http://schemas.microsoft.com/office/drawing/2014/main" id="{E3491477-6B47-5045-9FF0-2D5BA221886A}"/>
              </a:ext>
            </a:extLst>
          </p:cNvPr>
          <p:cNvSpPr txBox="1">
            <a:spLocks noChangeArrowheads="1"/>
          </p:cNvSpPr>
          <p:nvPr/>
        </p:nvSpPr>
        <p:spPr bwMode="auto">
          <a:xfrm>
            <a:off x="2439591" y="2158604"/>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H</a:t>
            </a:r>
            <a:r>
              <a:rPr lang="en-US" altLang="zh-CN" sz="15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pic>
        <p:nvPicPr>
          <p:cNvPr id="29715" name="Picture 23">
            <a:extLst>
              <a:ext uri="{FF2B5EF4-FFF2-40B4-BE49-F238E27FC236}">
                <a16:creationId xmlns:a16="http://schemas.microsoft.com/office/drawing/2014/main" id="{D9ECC12D-1445-1048-8500-E2781395C9D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11016" y="2447926"/>
            <a:ext cx="444103" cy="488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16" name="Line 24">
            <a:extLst>
              <a:ext uri="{FF2B5EF4-FFF2-40B4-BE49-F238E27FC236}">
                <a16:creationId xmlns:a16="http://schemas.microsoft.com/office/drawing/2014/main" id="{B4C6CFAE-D433-3D40-B241-CA9D79644A13}"/>
              </a:ext>
            </a:extLst>
          </p:cNvPr>
          <p:cNvSpPr>
            <a:spLocks noChangeShapeType="1"/>
          </p:cNvSpPr>
          <p:nvPr/>
        </p:nvSpPr>
        <p:spPr bwMode="auto">
          <a:xfrm>
            <a:off x="3234929" y="3053954"/>
            <a:ext cx="1206103" cy="45481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17" name="Line 25">
            <a:extLst>
              <a:ext uri="{FF2B5EF4-FFF2-40B4-BE49-F238E27FC236}">
                <a16:creationId xmlns:a16="http://schemas.microsoft.com/office/drawing/2014/main" id="{0672B125-9EC0-3D45-8EE6-669D1558FE0E}"/>
              </a:ext>
            </a:extLst>
          </p:cNvPr>
          <p:cNvSpPr>
            <a:spLocks noChangeShapeType="1"/>
          </p:cNvSpPr>
          <p:nvPr/>
        </p:nvSpPr>
        <p:spPr bwMode="auto">
          <a:xfrm flipV="1">
            <a:off x="3171825" y="2728913"/>
            <a:ext cx="1396604" cy="3250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18" name="Line 26">
            <a:extLst>
              <a:ext uri="{FF2B5EF4-FFF2-40B4-BE49-F238E27FC236}">
                <a16:creationId xmlns:a16="http://schemas.microsoft.com/office/drawing/2014/main" id="{8F0C2F40-15D6-2042-A356-269CDF1DC03C}"/>
              </a:ext>
            </a:extLst>
          </p:cNvPr>
          <p:cNvSpPr>
            <a:spLocks noChangeShapeType="1"/>
          </p:cNvSpPr>
          <p:nvPr/>
        </p:nvSpPr>
        <p:spPr bwMode="auto">
          <a:xfrm>
            <a:off x="4694635" y="2728913"/>
            <a:ext cx="1143000" cy="38933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19" name="Line 27">
            <a:extLst>
              <a:ext uri="{FF2B5EF4-FFF2-40B4-BE49-F238E27FC236}">
                <a16:creationId xmlns:a16="http://schemas.microsoft.com/office/drawing/2014/main" id="{548D88AE-981D-794B-9DC8-DFCCDDE3A01F}"/>
              </a:ext>
            </a:extLst>
          </p:cNvPr>
          <p:cNvSpPr>
            <a:spLocks noChangeShapeType="1"/>
          </p:cNvSpPr>
          <p:nvPr/>
        </p:nvSpPr>
        <p:spPr bwMode="auto">
          <a:xfrm flipV="1">
            <a:off x="4568429" y="3184922"/>
            <a:ext cx="1269206" cy="3238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20" name="Line 28">
            <a:extLst>
              <a:ext uri="{FF2B5EF4-FFF2-40B4-BE49-F238E27FC236}">
                <a16:creationId xmlns:a16="http://schemas.microsoft.com/office/drawing/2014/main" id="{6CA8E099-0D84-BF4C-8A7A-F7B04C8A19DD}"/>
              </a:ext>
            </a:extLst>
          </p:cNvPr>
          <p:cNvSpPr>
            <a:spLocks noChangeShapeType="1"/>
          </p:cNvSpPr>
          <p:nvPr/>
        </p:nvSpPr>
        <p:spPr bwMode="auto">
          <a:xfrm flipV="1">
            <a:off x="5900738" y="2859881"/>
            <a:ext cx="507206" cy="2583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9721" name="Group 29">
            <a:extLst>
              <a:ext uri="{FF2B5EF4-FFF2-40B4-BE49-F238E27FC236}">
                <a16:creationId xmlns:a16="http://schemas.microsoft.com/office/drawing/2014/main" id="{741CD3B5-B6C7-D349-AFD5-A473A1B3FFC7}"/>
              </a:ext>
            </a:extLst>
          </p:cNvPr>
          <p:cNvGrpSpPr>
            <a:grpSpLocks/>
          </p:cNvGrpSpPr>
          <p:nvPr/>
        </p:nvGrpSpPr>
        <p:grpSpPr bwMode="auto">
          <a:xfrm>
            <a:off x="6216261" y="2174081"/>
            <a:ext cx="448095" cy="782241"/>
            <a:chOff x="5283" y="1002"/>
            <a:chExt cx="320" cy="545"/>
          </a:xfrm>
        </p:grpSpPr>
        <p:sp>
          <p:nvSpPr>
            <p:cNvPr id="29733" name="Text Box 30">
              <a:extLst>
                <a:ext uri="{FF2B5EF4-FFF2-40B4-BE49-F238E27FC236}">
                  <a16:creationId xmlns:a16="http://schemas.microsoft.com/office/drawing/2014/main" id="{6D66F557-A57D-3D45-AF9F-7B5D4EFCD405}"/>
                </a:ext>
              </a:extLst>
            </p:cNvPr>
            <p:cNvSpPr txBox="1">
              <a:spLocks noChangeArrowheads="1"/>
            </p:cNvSpPr>
            <p:nvPr/>
          </p:nvSpPr>
          <p:spPr bwMode="auto">
            <a:xfrm>
              <a:off x="5283" y="1002"/>
              <a:ext cx="320" cy="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 H</a:t>
              </a:r>
              <a:r>
                <a:rPr lang="en-US" altLang="zh-CN" sz="15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2</a:t>
              </a:r>
            </a:p>
          </p:txBody>
        </p:sp>
        <p:pic>
          <p:nvPicPr>
            <p:cNvPr id="29734" name="Picture 31">
              <a:extLst>
                <a:ext uri="{FF2B5EF4-FFF2-40B4-BE49-F238E27FC236}">
                  <a16:creationId xmlns:a16="http://schemas.microsoft.com/office/drawing/2014/main" id="{5EAA8B1B-6645-B747-AE98-23E2D13D479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84" y="1207"/>
              <a:ext cx="317"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722" name="Line 32">
            <a:extLst>
              <a:ext uri="{FF2B5EF4-FFF2-40B4-BE49-F238E27FC236}">
                <a16:creationId xmlns:a16="http://schemas.microsoft.com/office/drawing/2014/main" id="{DE28A6F2-048D-0144-9302-F928929C2A1E}"/>
              </a:ext>
            </a:extLst>
          </p:cNvPr>
          <p:cNvSpPr>
            <a:spLocks noChangeShapeType="1"/>
          </p:cNvSpPr>
          <p:nvPr/>
        </p:nvSpPr>
        <p:spPr bwMode="auto">
          <a:xfrm flipV="1">
            <a:off x="3171825" y="2144316"/>
            <a:ext cx="1332310" cy="8453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23" name="Line 33">
            <a:extLst>
              <a:ext uri="{FF2B5EF4-FFF2-40B4-BE49-F238E27FC236}">
                <a16:creationId xmlns:a16="http://schemas.microsoft.com/office/drawing/2014/main" id="{1C383F59-873A-124A-B568-95D4DA9946E8}"/>
              </a:ext>
            </a:extLst>
          </p:cNvPr>
          <p:cNvSpPr>
            <a:spLocks noChangeShapeType="1"/>
          </p:cNvSpPr>
          <p:nvPr/>
        </p:nvSpPr>
        <p:spPr bwMode="auto">
          <a:xfrm>
            <a:off x="4631532" y="2144316"/>
            <a:ext cx="1269206" cy="9096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9724" name="Picture 34">
            <a:extLst>
              <a:ext uri="{FF2B5EF4-FFF2-40B4-BE49-F238E27FC236}">
                <a16:creationId xmlns:a16="http://schemas.microsoft.com/office/drawing/2014/main" id="{073EF167-D6BC-DF4C-BCF2-4274424FA59B}"/>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03935" y="2924176"/>
            <a:ext cx="458390" cy="2595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725" name="Picture 35">
            <a:extLst>
              <a:ext uri="{FF2B5EF4-FFF2-40B4-BE49-F238E27FC236}">
                <a16:creationId xmlns:a16="http://schemas.microsoft.com/office/drawing/2014/main" id="{EC3F1FDA-B3A8-9F4A-B7D4-19FC5490F5C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77929" y="2599135"/>
            <a:ext cx="459581" cy="2607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726" name="Picture 36">
            <a:extLst>
              <a:ext uri="{FF2B5EF4-FFF2-40B4-BE49-F238E27FC236}">
                <a16:creationId xmlns:a16="http://schemas.microsoft.com/office/drawing/2014/main" id="{3D29819C-0779-E449-87B8-DEC73B551D4A}"/>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50532" y="3378994"/>
            <a:ext cx="459581" cy="2607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727" name="Picture 37">
            <a:extLst>
              <a:ext uri="{FF2B5EF4-FFF2-40B4-BE49-F238E27FC236}">
                <a16:creationId xmlns:a16="http://schemas.microsoft.com/office/drawing/2014/main" id="{C8C6D786-BF99-9644-8447-999ADE0781B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47135" y="2989660"/>
            <a:ext cx="459581" cy="2595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728" name="Picture 38">
            <a:extLst>
              <a:ext uri="{FF2B5EF4-FFF2-40B4-BE49-F238E27FC236}">
                <a16:creationId xmlns:a16="http://schemas.microsoft.com/office/drawing/2014/main" id="{72FB6A50-B4DA-AC44-9A8A-508676ADCC86}"/>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13635" y="2013348"/>
            <a:ext cx="459581" cy="2595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29" name="Freeform 39">
            <a:extLst>
              <a:ext uri="{FF2B5EF4-FFF2-40B4-BE49-F238E27FC236}">
                <a16:creationId xmlns:a16="http://schemas.microsoft.com/office/drawing/2014/main" id="{C29B0C97-F96E-0042-AB14-2D17B0CE0072}"/>
              </a:ext>
            </a:extLst>
          </p:cNvPr>
          <p:cNvSpPr>
            <a:spLocks/>
          </p:cNvSpPr>
          <p:nvPr/>
        </p:nvSpPr>
        <p:spPr bwMode="auto">
          <a:xfrm>
            <a:off x="2216944" y="2616994"/>
            <a:ext cx="4636294" cy="621506"/>
          </a:xfrm>
          <a:custGeom>
            <a:avLst/>
            <a:gdLst>
              <a:gd name="T0" fmla="*/ 0 w 3314"/>
              <a:gd name="T1" fmla="*/ 0 h 433"/>
              <a:gd name="T2" fmla="*/ 2147483646 w 3314"/>
              <a:gd name="T3" fmla="*/ 2147483646 h 433"/>
              <a:gd name="T4" fmla="*/ 2147483646 w 3314"/>
              <a:gd name="T5" fmla="*/ 2147483646 h 433"/>
              <a:gd name="T6" fmla="*/ 2147483646 w 3314"/>
              <a:gd name="T7" fmla="*/ 2147483646 h 433"/>
              <a:gd name="T8" fmla="*/ 2147483646 w 3314"/>
              <a:gd name="T9" fmla="*/ 2147483646 h 433"/>
              <a:gd name="T10" fmla="*/ 2147483646 w 3314"/>
              <a:gd name="T11" fmla="*/ 2147483646 h 433"/>
              <a:gd name="T12" fmla="*/ 2147483646 w 3314"/>
              <a:gd name="T13" fmla="*/ 2147483646 h 433"/>
              <a:gd name="T14" fmla="*/ 2147483646 w 3314"/>
              <a:gd name="T15" fmla="*/ 2147483646 h 433"/>
              <a:gd name="T16" fmla="*/ 2147483646 w 3314"/>
              <a:gd name="T17" fmla="*/ 2147483646 h 433"/>
              <a:gd name="T18" fmla="*/ 2147483646 w 3314"/>
              <a:gd name="T19" fmla="*/ 2147483646 h 433"/>
              <a:gd name="T20" fmla="*/ 2147483646 w 3314"/>
              <a:gd name="T21" fmla="*/ 2147483646 h 433"/>
              <a:gd name="T22" fmla="*/ 2147483646 w 3314"/>
              <a:gd name="T23" fmla="*/ 2147483646 h 433"/>
              <a:gd name="T24" fmla="*/ 2147483646 w 3314"/>
              <a:gd name="T25" fmla="*/ 2147483646 h 433"/>
              <a:gd name="T26" fmla="*/ 2147483646 w 3314"/>
              <a:gd name="T27" fmla="*/ 2147483646 h 433"/>
              <a:gd name="T28" fmla="*/ 2147483646 w 3314"/>
              <a:gd name="T29" fmla="*/ 2147483646 h 43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314" h="433">
                <a:moveTo>
                  <a:pt x="0" y="0"/>
                </a:moveTo>
                <a:cubicBezTo>
                  <a:pt x="27" y="26"/>
                  <a:pt x="138" y="116"/>
                  <a:pt x="184" y="158"/>
                </a:cubicBezTo>
                <a:cubicBezTo>
                  <a:pt x="230" y="200"/>
                  <a:pt x="245" y="225"/>
                  <a:pt x="275" y="249"/>
                </a:cubicBezTo>
                <a:cubicBezTo>
                  <a:pt x="305" y="273"/>
                  <a:pt x="326" y="281"/>
                  <a:pt x="362" y="300"/>
                </a:cubicBezTo>
                <a:cubicBezTo>
                  <a:pt x="398" y="319"/>
                  <a:pt x="441" y="350"/>
                  <a:pt x="494" y="364"/>
                </a:cubicBezTo>
                <a:cubicBezTo>
                  <a:pt x="547" y="378"/>
                  <a:pt x="606" y="389"/>
                  <a:pt x="683" y="385"/>
                </a:cubicBezTo>
                <a:cubicBezTo>
                  <a:pt x="760" y="381"/>
                  <a:pt x="819" y="367"/>
                  <a:pt x="955" y="339"/>
                </a:cubicBezTo>
                <a:cubicBezTo>
                  <a:pt x="1091" y="311"/>
                  <a:pt x="1348" y="236"/>
                  <a:pt x="1498" y="216"/>
                </a:cubicBezTo>
                <a:cubicBezTo>
                  <a:pt x="1648" y="196"/>
                  <a:pt x="1735" y="199"/>
                  <a:pt x="1854" y="216"/>
                </a:cubicBezTo>
                <a:cubicBezTo>
                  <a:pt x="1973" y="233"/>
                  <a:pt x="2111" y="287"/>
                  <a:pt x="2210" y="316"/>
                </a:cubicBezTo>
                <a:cubicBezTo>
                  <a:pt x="2309" y="345"/>
                  <a:pt x="2380" y="373"/>
                  <a:pt x="2450" y="392"/>
                </a:cubicBezTo>
                <a:cubicBezTo>
                  <a:pt x="2520" y="411"/>
                  <a:pt x="2569" y="433"/>
                  <a:pt x="2633" y="430"/>
                </a:cubicBezTo>
                <a:cubicBezTo>
                  <a:pt x="2697" y="427"/>
                  <a:pt x="2774" y="398"/>
                  <a:pt x="2834" y="372"/>
                </a:cubicBezTo>
                <a:cubicBezTo>
                  <a:pt x="2894" y="346"/>
                  <a:pt x="2914" y="334"/>
                  <a:pt x="2994" y="276"/>
                </a:cubicBezTo>
                <a:cubicBezTo>
                  <a:pt x="3074" y="218"/>
                  <a:pt x="3247" y="75"/>
                  <a:pt x="3314" y="22"/>
                </a:cubicBezTo>
              </a:path>
            </a:pathLst>
          </a:custGeom>
          <a:noFill/>
          <a:ln w="76200" cmpd="sng">
            <a:solidFill>
              <a:schemeClr val="hlink"/>
            </a:solidFill>
            <a:round/>
            <a:headEnd type="triangle" w="med" len="lg"/>
            <a:tailEnd type="triangle" w="med" len="lg"/>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730" name="Text Box 40">
            <a:extLst>
              <a:ext uri="{FF2B5EF4-FFF2-40B4-BE49-F238E27FC236}">
                <a16:creationId xmlns:a16="http://schemas.microsoft.com/office/drawing/2014/main" id="{98FDAB0E-9C9E-2D4A-B995-A9D5333A3C06}"/>
              </a:ext>
            </a:extLst>
          </p:cNvPr>
          <p:cNvSpPr txBox="1">
            <a:spLocks noChangeArrowheads="1"/>
          </p:cNvSpPr>
          <p:nvPr/>
        </p:nvSpPr>
        <p:spPr bwMode="auto">
          <a:xfrm>
            <a:off x="4249342" y="2931319"/>
            <a:ext cx="8771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800">
                <a:solidFill>
                  <a:schemeClr val="folHlink"/>
                </a:solidFill>
                <a:latin typeface="Arial" panose="020B0604020202020204" pitchFamily="34" charset="0"/>
                <a:ea typeface="宋体" panose="02010600030101010101" pitchFamily="2" charset="-122"/>
                <a:cs typeface="黑体" panose="02010609060101010101" pitchFamily="49" charset="-122"/>
              </a:rPr>
              <a:t>虚电路</a:t>
            </a:r>
            <a:endParaRPr lang="zh-CN" altLang="en-US" sz="1800" baseline="-25000">
              <a:solidFill>
                <a:schemeClr val="folHlink"/>
              </a:solidFill>
              <a:latin typeface="Arial" panose="020B0604020202020204" pitchFamily="34" charset="0"/>
              <a:ea typeface="宋体" panose="02010600030101010101" pitchFamily="2" charset="-122"/>
              <a:cs typeface="黑体" panose="02010609060101010101" pitchFamily="49" charset="-122"/>
            </a:endParaRPr>
          </a:p>
        </p:txBody>
      </p:sp>
      <p:sp>
        <p:nvSpPr>
          <p:cNvPr id="934956" name="Text Box 44">
            <a:extLst>
              <a:ext uri="{FF2B5EF4-FFF2-40B4-BE49-F238E27FC236}">
                <a16:creationId xmlns:a16="http://schemas.microsoft.com/office/drawing/2014/main" id="{4E5B437C-50C9-8143-B673-F3F014F1548D}"/>
              </a:ext>
            </a:extLst>
          </p:cNvPr>
          <p:cNvSpPr txBox="1">
            <a:spLocks noChangeArrowheads="1"/>
          </p:cNvSpPr>
          <p:nvPr/>
        </p:nvSpPr>
        <p:spPr bwMode="auto">
          <a:xfrm>
            <a:off x="1601391" y="3911203"/>
            <a:ext cx="6114174" cy="415498"/>
          </a:xfrm>
          <a:prstGeom prst="rect">
            <a:avLst/>
          </a:prstGeom>
          <a:solidFill>
            <a:srgbClr val="FFFF99"/>
          </a:solidFill>
          <a:ln w="9525">
            <a:solidFill>
              <a:schemeClr val="folHlink"/>
            </a:solidFill>
            <a:miter lim="800000"/>
            <a:headEnd/>
            <a:tailEnd/>
          </a:ln>
          <a:effectLst>
            <a:outerShdw blurRad="63500" dist="38099" dir="2700000" algn="ctr" rotWithShape="0">
              <a:schemeClr val="bg2">
                <a:alpha val="74997"/>
              </a:schemeClr>
            </a:outerShdw>
          </a:effectLst>
        </p:spPr>
        <p:txBody>
          <a:bodyPr wrap="none">
            <a:spAutoFit/>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r>
              <a:rPr lang="en-US" altLang="zh-CN" sz="2100">
                <a:solidFill>
                  <a:schemeClr val="folHlink"/>
                </a:solidFill>
                <a:latin typeface="Arial" panose="020B0604020202020204" pitchFamily="34" charset="0"/>
                <a:ea typeface="宋体" panose="02010600030101010101" pitchFamily="2" charset="-122"/>
              </a:rPr>
              <a:t>H</a:t>
            </a:r>
            <a:r>
              <a:rPr lang="en-US" altLang="zh-CN" sz="2100" baseline="-25000">
                <a:solidFill>
                  <a:schemeClr val="folHlink"/>
                </a:solidFill>
                <a:latin typeface="Arial" panose="020B0604020202020204" pitchFamily="34" charset="0"/>
                <a:ea typeface="宋体" panose="02010600030101010101" pitchFamily="2" charset="-122"/>
              </a:rPr>
              <a:t>1</a:t>
            </a:r>
            <a:r>
              <a:rPr lang="en-US" altLang="zh-CN" sz="2100">
                <a:solidFill>
                  <a:schemeClr val="folHlink"/>
                </a:solidFill>
                <a:latin typeface="Arial" panose="020B0604020202020204" pitchFamily="34" charset="0"/>
                <a:ea typeface="宋体" panose="02010600030101010101" pitchFamily="2" charset="-122"/>
              </a:rPr>
              <a:t> </a:t>
            </a:r>
            <a:r>
              <a:rPr lang="zh-CN" altLang="en-US" sz="2100">
                <a:solidFill>
                  <a:schemeClr val="folHlink"/>
                </a:solidFill>
                <a:latin typeface="Arial" panose="020B0604020202020204" pitchFamily="34" charset="0"/>
                <a:ea typeface="宋体" panose="02010600030101010101" pitchFamily="2" charset="-122"/>
              </a:rPr>
              <a:t>发送给 </a:t>
            </a:r>
            <a:r>
              <a:rPr lang="en-US" altLang="zh-CN" sz="2100">
                <a:solidFill>
                  <a:schemeClr val="folHlink"/>
                </a:solidFill>
                <a:latin typeface="Arial" panose="020B0604020202020204" pitchFamily="34" charset="0"/>
                <a:ea typeface="宋体" panose="02010600030101010101" pitchFamily="2" charset="-122"/>
              </a:rPr>
              <a:t>H</a:t>
            </a:r>
            <a:r>
              <a:rPr lang="en-US" altLang="zh-CN" sz="2100" baseline="-25000">
                <a:solidFill>
                  <a:schemeClr val="folHlink"/>
                </a:solidFill>
                <a:latin typeface="Arial" panose="020B0604020202020204" pitchFamily="34" charset="0"/>
                <a:ea typeface="宋体" panose="02010600030101010101" pitchFamily="2" charset="-122"/>
              </a:rPr>
              <a:t>2</a:t>
            </a:r>
            <a:r>
              <a:rPr lang="en-US" altLang="zh-CN" sz="2100">
                <a:solidFill>
                  <a:schemeClr val="folHlink"/>
                </a:solidFill>
                <a:latin typeface="Arial" panose="020B0604020202020204" pitchFamily="34" charset="0"/>
                <a:ea typeface="宋体" panose="02010600030101010101" pitchFamily="2" charset="-122"/>
              </a:rPr>
              <a:t> </a:t>
            </a:r>
            <a:r>
              <a:rPr lang="zh-CN" altLang="en-US" sz="2100">
                <a:solidFill>
                  <a:schemeClr val="folHlink"/>
                </a:solidFill>
                <a:latin typeface="Arial" panose="020B0604020202020204" pitchFamily="34" charset="0"/>
                <a:ea typeface="宋体" panose="02010600030101010101" pitchFamily="2" charset="-122"/>
              </a:rPr>
              <a:t>的所有分组都沿着同一条虚电路传送</a:t>
            </a:r>
          </a:p>
        </p:txBody>
      </p:sp>
      <p:sp>
        <p:nvSpPr>
          <p:cNvPr id="29732" name="幻灯片编号占位符 1">
            <a:extLst>
              <a:ext uri="{FF2B5EF4-FFF2-40B4-BE49-F238E27FC236}">
                <a16:creationId xmlns:a16="http://schemas.microsoft.com/office/drawing/2014/main" id="{EDF73FEF-10EA-2640-A591-E9620A4CA8F8}"/>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BD7AE9A-7E3A-904B-AE85-0686256094F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35223957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5" name="Rectangle 2">
            <a:extLst>
              <a:ext uri="{FF2B5EF4-FFF2-40B4-BE49-F238E27FC236}">
                <a16:creationId xmlns:a16="http://schemas.microsoft.com/office/drawing/2014/main" id="{34771EB6-DF31-4442-8663-C886D254A104}"/>
              </a:ext>
            </a:extLst>
          </p:cNvPr>
          <p:cNvSpPr>
            <a:spLocks noGrp="1" noChangeArrowheads="1"/>
          </p:cNvSpPr>
          <p:nvPr>
            <p:ph type="title"/>
          </p:nvPr>
        </p:nvSpPr>
        <p:spPr>
          <a:xfrm>
            <a:off x="133563" y="250032"/>
            <a:ext cx="7166160" cy="651272"/>
          </a:xfrm>
        </p:spPr>
        <p:txBody>
          <a:bodyPr/>
          <a:lstStyle/>
          <a:p>
            <a:pPr eaLnBrk="1" hangingPunct="1"/>
            <a:r>
              <a:rPr lang="zh-CN" altLang="en-US" dirty="0">
                <a:latin typeface="Times New Roman" panose="02020603050405020304" pitchFamily="18" charset="0"/>
                <a:ea typeface="宋体" panose="02010600030101010101" pitchFamily="2" charset="-122"/>
              </a:rPr>
              <a:t>虚电路是逻辑连接</a:t>
            </a:r>
          </a:p>
        </p:txBody>
      </p:sp>
      <p:sp>
        <p:nvSpPr>
          <p:cNvPr id="31746" name="Rectangle 3">
            <a:extLst>
              <a:ext uri="{FF2B5EF4-FFF2-40B4-BE49-F238E27FC236}">
                <a16:creationId xmlns:a16="http://schemas.microsoft.com/office/drawing/2014/main" id="{A48BAB76-4102-E94D-8B68-DADF15DB192A}"/>
              </a:ext>
            </a:extLst>
          </p:cNvPr>
          <p:cNvSpPr>
            <a:spLocks noGrp="1" noChangeArrowheads="1"/>
          </p:cNvSpPr>
          <p:nvPr>
            <p:ph type="body" idx="1"/>
          </p:nvPr>
        </p:nvSpPr>
        <p:spPr/>
        <p:txBody>
          <a:bodyPr/>
          <a:lstStyle/>
          <a:p>
            <a:pPr eaLnBrk="1" hangingPunct="1"/>
            <a:r>
              <a:rPr lang="zh-CN" altLang="en-US">
                <a:latin typeface="Times New Roman" panose="02020603050405020304" pitchFamily="18" charset="0"/>
                <a:ea typeface="宋体" panose="02010600030101010101" pitchFamily="2" charset="-122"/>
              </a:rPr>
              <a:t>虚电路表示这只是一条</a:t>
            </a:r>
            <a:r>
              <a:rPr lang="zh-CN" altLang="en-US">
                <a:solidFill>
                  <a:schemeClr val="hlink"/>
                </a:solidFill>
                <a:latin typeface="Times New Roman" panose="02020603050405020304" pitchFamily="18" charset="0"/>
                <a:ea typeface="宋体" panose="02010600030101010101" pitchFamily="2" charset="-122"/>
              </a:rPr>
              <a:t>逻辑上的连接</a:t>
            </a:r>
            <a:r>
              <a:rPr lang="zh-CN" altLang="en-US">
                <a:latin typeface="Times New Roman" panose="02020603050405020304" pitchFamily="18" charset="0"/>
                <a:ea typeface="宋体" panose="02010600030101010101" pitchFamily="2" charset="-122"/>
              </a:rPr>
              <a:t>，分组都沿着这条逻辑连接按照</a:t>
            </a:r>
            <a:r>
              <a:rPr lang="zh-CN" altLang="en-US">
                <a:solidFill>
                  <a:srgbClr val="C00000"/>
                </a:solidFill>
                <a:latin typeface="Times New Roman" panose="02020603050405020304" pitchFamily="18" charset="0"/>
                <a:ea typeface="宋体" panose="02010600030101010101" pitchFamily="2" charset="-122"/>
              </a:rPr>
              <a:t>存储转发方式</a:t>
            </a:r>
            <a:r>
              <a:rPr lang="zh-CN" altLang="en-US">
                <a:latin typeface="Times New Roman" panose="02020603050405020304" pitchFamily="18" charset="0"/>
                <a:ea typeface="宋体" panose="02010600030101010101" pitchFamily="2" charset="-122"/>
              </a:rPr>
              <a:t>传送，而并不是真正建立了一条物理连接。</a:t>
            </a:r>
          </a:p>
          <a:p>
            <a:pPr eaLnBrk="1" hangingPunct="1"/>
            <a:r>
              <a:rPr lang="zh-CN" altLang="en-US">
                <a:latin typeface="Times New Roman" panose="02020603050405020304" pitchFamily="18" charset="0"/>
                <a:ea typeface="宋体" panose="02010600030101010101" pitchFamily="2" charset="-122"/>
              </a:rPr>
              <a:t>请注意，电路交换的电话通信是先建立了一条</a:t>
            </a:r>
            <a:r>
              <a:rPr lang="zh-CN" altLang="en-US">
                <a:solidFill>
                  <a:schemeClr val="hlink"/>
                </a:solidFill>
                <a:latin typeface="Times New Roman" panose="02020603050405020304" pitchFamily="18" charset="0"/>
                <a:ea typeface="宋体" panose="02010600030101010101" pitchFamily="2" charset="-122"/>
              </a:rPr>
              <a:t>真正的连接</a:t>
            </a:r>
            <a:r>
              <a:rPr lang="zh-CN" altLang="en-US">
                <a:latin typeface="Times New Roman" panose="02020603050405020304" pitchFamily="18" charset="0"/>
                <a:ea typeface="宋体" panose="02010600030101010101" pitchFamily="2" charset="-122"/>
              </a:rPr>
              <a:t>。因此分组交换的虚连接和电路交换的连接只是类似，但并不完全一样。 </a:t>
            </a:r>
          </a:p>
        </p:txBody>
      </p:sp>
      <p:sp>
        <p:nvSpPr>
          <p:cNvPr id="31747" name="幻灯片编号占位符 1">
            <a:extLst>
              <a:ext uri="{FF2B5EF4-FFF2-40B4-BE49-F238E27FC236}">
                <a16:creationId xmlns:a16="http://schemas.microsoft.com/office/drawing/2014/main" id="{4B294D39-3ED6-F748-9AA1-03E36110AC7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8D0EB8A-FBBD-3542-859C-A574BB7201E2}"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90187732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3" name="Rectangle 2">
            <a:extLst>
              <a:ext uri="{FF2B5EF4-FFF2-40B4-BE49-F238E27FC236}">
                <a16:creationId xmlns:a16="http://schemas.microsoft.com/office/drawing/2014/main" id="{A2430EA8-4430-CC41-910B-267930B6CA38}"/>
              </a:ext>
            </a:extLst>
          </p:cNvPr>
          <p:cNvSpPr>
            <a:spLocks noGrp="1" noChangeArrowheads="1"/>
          </p:cNvSpPr>
          <p:nvPr>
            <p:ph type="title"/>
          </p:nvPr>
        </p:nvSpPr>
        <p:spPr>
          <a:xfrm>
            <a:off x="133563" y="172165"/>
            <a:ext cx="7462625" cy="707945"/>
          </a:xfrm>
        </p:spPr>
        <p:txBody>
          <a:bodyPr/>
          <a:lstStyle/>
          <a:p>
            <a:pPr eaLnBrk="1" hangingPunct="1"/>
            <a:r>
              <a:rPr lang="zh-CN" altLang="en-US" dirty="0">
                <a:ea typeface="宋体" panose="02010600030101010101" pitchFamily="2" charset="-122"/>
              </a:rPr>
              <a:t>因特网采用的设计思路</a:t>
            </a:r>
          </a:p>
        </p:txBody>
      </p:sp>
      <p:sp>
        <p:nvSpPr>
          <p:cNvPr id="33794" name="Rectangle 3">
            <a:extLst>
              <a:ext uri="{FF2B5EF4-FFF2-40B4-BE49-F238E27FC236}">
                <a16:creationId xmlns:a16="http://schemas.microsoft.com/office/drawing/2014/main" id="{47903BAE-23DF-0347-8ECC-BC714A3AD47D}"/>
              </a:ext>
            </a:extLst>
          </p:cNvPr>
          <p:cNvSpPr>
            <a:spLocks noGrp="1" noChangeArrowheads="1"/>
          </p:cNvSpPr>
          <p:nvPr>
            <p:ph type="body" idx="1"/>
          </p:nvPr>
        </p:nvSpPr>
        <p:spPr/>
        <p:txBody>
          <a:bodyPr/>
          <a:lstStyle/>
          <a:p>
            <a:pPr eaLnBrk="1" hangingPunct="1"/>
            <a:r>
              <a:rPr lang="zh-CN" altLang="en-US" dirty="0">
                <a:ea typeface="宋体" panose="02010600030101010101" pitchFamily="2" charset="-122"/>
              </a:rPr>
              <a:t>网络层向上只提供简单</a:t>
            </a:r>
            <a:r>
              <a:rPr lang="zh-CN" altLang="en-US" dirty="0">
                <a:solidFill>
                  <a:schemeClr val="hlink"/>
                </a:solidFill>
                <a:ea typeface="宋体" panose="02010600030101010101" pitchFamily="2" charset="-122"/>
              </a:rPr>
              <a:t>灵活的</a:t>
            </a:r>
            <a:r>
              <a:rPr lang="zh-CN" altLang="en-US" dirty="0">
                <a:ea typeface="宋体" panose="02010600030101010101" pitchFamily="2" charset="-122"/>
              </a:rPr>
              <a:t>、</a:t>
            </a:r>
            <a:r>
              <a:rPr lang="zh-CN" altLang="en-US" dirty="0">
                <a:solidFill>
                  <a:schemeClr val="hlink"/>
                </a:solidFill>
                <a:ea typeface="宋体" panose="02010600030101010101" pitchFamily="2" charset="-122"/>
              </a:rPr>
              <a:t>无连接的</a:t>
            </a:r>
            <a:r>
              <a:rPr lang="zh-CN" altLang="en-US" dirty="0">
                <a:ea typeface="宋体" panose="02010600030101010101" pitchFamily="2" charset="-122"/>
              </a:rPr>
              <a:t>、</a:t>
            </a:r>
            <a:r>
              <a:rPr lang="zh-CN" altLang="en-US" dirty="0">
                <a:solidFill>
                  <a:schemeClr val="hlink"/>
                </a:solidFill>
                <a:ea typeface="宋体" panose="02010600030101010101" pitchFamily="2" charset="-122"/>
              </a:rPr>
              <a:t>尽最大努力交付</a:t>
            </a:r>
            <a:r>
              <a:rPr lang="zh-CN" altLang="en-US" dirty="0">
                <a:ea typeface="宋体" panose="02010600030101010101" pitchFamily="2" charset="-122"/>
              </a:rPr>
              <a:t>的</a:t>
            </a:r>
            <a:r>
              <a:rPr lang="zh-CN" altLang="en-US" dirty="0">
                <a:solidFill>
                  <a:schemeClr val="hlink"/>
                </a:solidFill>
                <a:ea typeface="宋体" panose="02010600030101010101" pitchFamily="2" charset="-122"/>
              </a:rPr>
              <a:t>数据报服务</a:t>
            </a:r>
            <a:r>
              <a:rPr lang="zh-CN" altLang="en-US" dirty="0">
                <a:ea typeface="宋体" panose="02010600030101010101" pitchFamily="2" charset="-122"/>
              </a:rPr>
              <a:t>。</a:t>
            </a:r>
          </a:p>
          <a:p>
            <a:pPr eaLnBrk="1" hangingPunct="1"/>
            <a:r>
              <a:rPr lang="zh-CN" altLang="en-US" dirty="0">
                <a:ea typeface="宋体" panose="02010600030101010101" pitchFamily="2" charset="-122"/>
              </a:rPr>
              <a:t>网络在发送分组时不需要先建立连接。每一个分组（即 </a:t>
            </a:r>
            <a:r>
              <a:rPr lang="en-US" altLang="zh-CN" dirty="0">
                <a:ea typeface="宋体" panose="02010600030101010101" pitchFamily="2" charset="-122"/>
              </a:rPr>
              <a:t>IP </a:t>
            </a:r>
            <a:r>
              <a:rPr lang="zh-CN" altLang="en-US" dirty="0">
                <a:ea typeface="宋体" panose="02010600030101010101" pitchFamily="2" charset="-122"/>
              </a:rPr>
              <a:t>数据报）独立发送，与其前后的分组无关（不进行编号）。</a:t>
            </a:r>
          </a:p>
          <a:p>
            <a:pPr eaLnBrk="1" hangingPunct="1"/>
            <a:r>
              <a:rPr lang="zh-CN" altLang="en-US" dirty="0">
                <a:ea typeface="宋体" panose="02010600030101010101" pitchFamily="2" charset="-122"/>
              </a:rPr>
              <a:t>网络层不提供服务质量的承诺。即所传送的分组可能出错、丢失、重复和失序（不按序到达终点），当然也不保证分组传送的时限。 </a:t>
            </a:r>
          </a:p>
        </p:txBody>
      </p:sp>
      <p:sp>
        <p:nvSpPr>
          <p:cNvPr id="33795" name="幻灯片编号占位符 1">
            <a:extLst>
              <a:ext uri="{FF2B5EF4-FFF2-40B4-BE49-F238E27FC236}">
                <a16:creationId xmlns:a16="http://schemas.microsoft.com/office/drawing/2014/main" id="{FFB01360-6D3C-5748-8025-1FEDCDA70F48}"/>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4408A910-07FC-E240-A9CE-2ED5B0CADD5D}"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77174086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1" name="Rectangle 2">
            <a:extLst>
              <a:ext uri="{FF2B5EF4-FFF2-40B4-BE49-F238E27FC236}">
                <a16:creationId xmlns:a16="http://schemas.microsoft.com/office/drawing/2014/main" id="{9A006A98-4B70-3B43-B180-D0A5B20D1613}"/>
              </a:ext>
            </a:extLst>
          </p:cNvPr>
          <p:cNvSpPr>
            <a:spLocks noGrp="1" noChangeArrowheads="1"/>
          </p:cNvSpPr>
          <p:nvPr>
            <p:ph type="title"/>
          </p:nvPr>
        </p:nvSpPr>
        <p:spPr>
          <a:xfrm>
            <a:off x="171450" y="160735"/>
            <a:ext cx="7316391" cy="736997"/>
          </a:xfrm>
        </p:spPr>
        <p:txBody>
          <a:bodyPr/>
          <a:lstStyle/>
          <a:p>
            <a:pPr eaLnBrk="1" hangingPunct="1"/>
            <a:r>
              <a:rPr lang="zh-CN" altLang="en-US" dirty="0">
                <a:ea typeface="宋体" panose="02010600030101010101" pitchFamily="2" charset="-122"/>
              </a:rPr>
              <a:t>尽最大努力交付的好处</a:t>
            </a:r>
          </a:p>
        </p:txBody>
      </p:sp>
      <p:sp>
        <p:nvSpPr>
          <p:cNvPr id="35842" name="Rectangle 3">
            <a:extLst>
              <a:ext uri="{FF2B5EF4-FFF2-40B4-BE49-F238E27FC236}">
                <a16:creationId xmlns:a16="http://schemas.microsoft.com/office/drawing/2014/main" id="{79EE78D2-F5C2-0F43-A1FB-5837D1A1A1D8}"/>
              </a:ext>
            </a:extLst>
          </p:cNvPr>
          <p:cNvSpPr>
            <a:spLocks noGrp="1" noChangeArrowheads="1"/>
          </p:cNvSpPr>
          <p:nvPr>
            <p:ph type="body" idx="1"/>
          </p:nvPr>
        </p:nvSpPr>
        <p:spPr>
          <a:xfrm>
            <a:off x="240030" y="1039415"/>
            <a:ext cx="8663940" cy="4104085"/>
          </a:xfrm>
        </p:spPr>
        <p:txBody>
          <a:bodyPr/>
          <a:lstStyle/>
          <a:p>
            <a:pPr eaLnBrk="1" hangingPunct="1"/>
            <a:r>
              <a:rPr lang="zh-CN" altLang="en-US" dirty="0">
                <a:ea typeface="宋体" panose="02010600030101010101" pitchFamily="2" charset="-122"/>
              </a:rPr>
              <a:t>由于传输网络</a:t>
            </a:r>
            <a:r>
              <a:rPr lang="zh-CN" altLang="en-US" dirty="0">
                <a:solidFill>
                  <a:srgbClr val="C00000"/>
                </a:solidFill>
                <a:ea typeface="宋体" panose="02010600030101010101" pitchFamily="2" charset="-122"/>
              </a:rPr>
              <a:t>不提供端到端</a:t>
            </a:r>
            <a:r>
              <a:rPr lang="zh-CN" altLang="en-US" dirty="0">
                <a:ea typeface="宋体" panose="02010600030101010101" pitchFamily="2" charset="-122"/>
              </a:rPr>
              <a:t>的可靠传输服务，这就使网络中的路由器可以做得比较简单，而且价格低廉（与电信网的交换机相比较）。</a:t>
            </a:r>
          </a:p>
          <a:p>
            <a:pPr eaLnBrk="1" hangingPunct="1"/>
            <a:r>
              <a:rPr lang="zh-CN" altLang="en-US" dirty="0">
                <a:ea typeface="宋体" panose="02010600030101010101" pitchFamily="2" charset="-122"/>
              </a:rPr>
              <a:t>如果主机（即端系统）中的进程之间的通信需要是可靠的，那么就由网络的</a:t>
            </a:r>
            <a:r>
              <a:rPr lang="zh-CN" altLang="en-US" dirty="0">
                <a:solidFill>
                  <a:srgbClr val="C00000"/>
                </a:solidFill>
                <a:ea typeface="宋体" panose="02010600030101010101" pitchFamily="2" charset="-122"/>
              </a:rPr>
              <a:t>主机中</a:t>
            </a:r>
            <a:r>
              <a:rPr lang="zh-CN" altLang="en-US" dirty="0">
                <a:ea typeface="宋体" panose="02010600030101010101" pitchFamily="2" charset="-122"/>
              </a:rPr>
              <a:t>的</a:t>
            </a:r>
            <a:r>
              <a:rPr lang="zh-CN" altLang="en-US" dirty="0">
                <a:solidFill>
                  <a:srgbClr val="C00000"/>
                </a:solidFill>
                <a:ea typeface="宋体" panose="02010600030101010101" pitchFamily="2" charset="-122"/>
              </a:rPr>
              <a:t>运输层</a:t>
            </a:r>
            <a:r>
              <a:rPr lang="zh-CN" altLang="en-US" dirty="0">
                <a:ea typeface="宋体" panose="02010600030101010101" pitchFamily="2" charset="-122"/>
              </a:rPr>
              <a:t>负责（包括差错处理、流量控制等）。</a:t>
            </a:r>
          </a:p>
          <a:p>
            <a:pPr eaLnBrk="1" hangingPunct="1"/>
            <a:r>
              <a:rPr lang="zh-CN" altLang="en-US" dirty="0">
                <a:ea typeface="宋体" panose="02010600030101010101" pitchFamily="2" charset="-122"/>
              </a:rPr>
              <a:t>采用这种设计思路的好处是：网络的</a:t>
            </a:r>
            <a:r>
              <a:rPr lang="zh-CN" altLang="en-US" dirty="0">
                <a:solidFill>
                  <a:srgbClr val="C00000"/>
                </a:solidFill>
                <a:ea typeface="宋体" panose="02010600030101010101" pitchFamily="2" charset="-122"/>
              </a:rPr>
              <a:t>造价</a:t>
            </a:r>
            <a:r>
              <a:rPr lang="zh-CN" altLang="en-US" dirty="0">
                <a:ea typeface="宋体" panose="02010600030101010101" pitchFamily="2" charset="-122"/>
              </a:rPr>
              <a:t>大大</a:t>
            </a:r>
            <a:r>
              <a:rPr lang="zh-CN" altLang="en-US" dirty="0">
                <a:solidFill>
                  <a:srgbClr val="C00000"/>
                </a:solidFill>
                <a:ea typeface="宋体" panose="02010600030101010101" pitchFamily="2" charset="-122"/>
              </a:rPr>
              <a:t>降低</a:t>
            </a:r>
            <a:r>
              <a:rPr lang="zh-CN" altLang="en-US" dirty="0">
                <a:ea typeface="宋体" panose="02010600030101010101" pitchFamily="2" charset="-122"/>
              </a:rPr>
              <a:t>，运行方式</a:t>
            </a:r>
            <a:r>
              <a:rPr lang="zh-CN" altLang="en-US" dirty="0">
                <a:solidFill>
                  <a:srgbClr val="C00000"/>
                </a:solidFill>
                <a:ea typeface="宋体" panose="02010600030101010101" pitchFamily="2" charset="-122"/>
              </a:rPr>
              <a:t>灵活</a:t>
            </a:r>
            <a:r>
              <a:rPr lang="zh-CN" altLang="en-US" dirty="0">
                <a:ea typeface="宋体" panose="02010600030101010101" pitchFamily="2" charset="-122"/>
              </a:rPr>
              <a:t>，能够适应多种应用。</a:t>
            </a:r>
          </a:p>
          <a:p>
            <a:pPr eaLnBrk="1" hangingPunct="1"/>
            <a:r>
              <a:rPr lang="zh-CN" altLang="en-US" dirty="0">
                <a:ea typeface="宋体" panose="02010600030101010101" pitchFamily="2" charset="-122"/>
              </a:rPr>
              <a:t>因特网能够发展到今日的规模，充分证明了当初采用这种设计思路的正确性。 </a:t>
            </a:r>
          </a:p>
        </p:txBody>
      </p:sp>
      <p:sp>
        <p:nvSpPr>
          <p:cNvPr id="35843" name="幻灯片编号占位符 1">
            <a:extLst>
              <a:ext uri="{FF2B5EF4-FFF2-40B4-BE49-F238E27FC236}">
                <a16:creationId xmlns:a16="http://schemas.microsoft.com/office/drawing/2014/main" id="{83A32746-439C-9F4B-A7EB-647AB61F3226}"/>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1775BD7-9B09-854D-AA98-226D10E5654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503467725"/>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9" name="Rectangle 16">
            <a:extLst>
              <a:ext uri="{FF2B5EF4-FFF2-40B4-BE49-F238E27FC236}">
                <a16:creationId xmlns:a16="http://schemas.microsoft.com/office/drawing/2014/main" id="{27CA6F1F-F184-F64B-A275-C6D13C287CE2}"/>
              </a:ext>
            </a:extLst>
          </p:cNvPr>
          <p:cNvSpPr>
            <a:spLocks noChangeArrowheads="1"/>
          </p:cNvSpPr>
          <p:nvPr/>
        </p:nvSpPr>
        <p:spPr bwMode="auto">
          <a:xfrm>
            <a:off x="6653213" y="2441973"/>
            <a:ext cx="931069" cy="24050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890" name="Text Box 17">
            <a:extLst>
              <a:ext uri="{FF2B5EF4-FFF2-40B4-BE49-F238E27FC236}">
                <a16:creationId xmlns:a16="http://schemas.microsoft.com/office/drawing/2014/main" id="{1F852F48-A3B2-9B44-963F-8ADE8AFCD3D1}"/>
              </a:ext>
            </a:extLst>
          </p:cNvPr>
          <p:cNvSpPr txBox="1">
            <a:spLocks noChangeArrowheads="1"/>
          </p:cNvSpPr>
          <p:nvPr/>
        </p:nvSpPr>
        <p:spPr bwMode="auto">
          <a:xfrm>
            <a:off x="6553847" y="1924051"/>
            <a:ext cx="1146469" cy="12464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应用层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运输层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数据链路层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物理层</a:t>
            </a:r>
          </a:p>
        </p:txBody>
      </p:sp>
      <p:sp>
        <p:nvSpPr>
          <p:cNvPr id="37891" name="Rectangle 8">
            <a:extLst>
              <a:ext uri="{FF2B5EF4-FFF2-40B4-BE49-F238E27FC236}">
                <a16:creationId xmlns:a16="http://schemas.microsoft.com/office/drawing/2014/main" id="{77725F46-868B-0548-93DD-D086240D08EE}"/>
              </a:ext>
            </a:extLst>
          </p:cNvPr>
          <p:cNvSpPr>
            <a:spLocks noChangeArrowheads="1"/>
          </p:cNvSpPr>
          <p:nvPr/>
        </p:nvSpPr>
        <p:spPr bwMode="auto">
          <a:xfrm>
            <a:off x="1621632" y="2375298"/>
            <a:ext cx="931069" cy="24050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892" name="Text Box 9">
            <a:extLst>
              <a:ext uri="{FF2B5EF4-FFF2-40B4-BE49-F238E27FC236}">
                <a16:creationId xmlns:a16="http://schemas.microsoft.com/office/drawing/2014/main" id="{A60E63C6-965D-6745-B0E7-ACF036817A11}"/>
              </a:ext>
            </a:extLst>
          </p:cNvPr>
          <p:cNvSpPr txBox="1">
            <a:spLocks noChangeArrowheads="1"/>
          </p:cNvSpPr>
          <p:nvPr/>
        </p:nvSpPr>
        <p:spPr bwMode="auto">
          <a:xfrm>
            <a:off x="1523457" y="1869282"/>
            <a:ext cx="1146469" cy="12464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应用层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运输层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数据链路层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物理层</a:t>
            </a:r>
          </a:p>
        </p:txBody>
      </p:sp>
      <p:sp>
        <p:nvSpPr>
          <p:cNvPr id="37893" name="Rectangle 2">
            <a:extLst>
              <a:ext uri="{FF2B5EF4-FFF2-40B4-BE49-F238E27FC236}">
                <a16:creationId xmlns:a16="http://schemas.microsoft.com/office/drawing/2014/main" id="{53890AD3-056B-D84D-B1E8-22790CCCEC77}"/>
              </a:ext>
            </a:extLst>
          </p:cNvPr>
          <p:cNvSpPr>
            <a:spLocks noGrp="1" noChangeArrowheads="1"/>
          </p:cNvSpPr>
          <p:nvPr>
            <p:ph type="title"/>
          </p:nvPr>
        </p:nvSpPr>
        <p:spPr>
          <a:xfrm>
            <a:off x="137160" y="160735"/>
            <a:ext cx="6756559" cy="736997"/>
          </a:xfrm>
        </p:spPr>
        <p:txBody>
          <a:bodyPr/>
          <a:lstStyle/>
          <a:p>
            <a:pPr eaLnBrk="1" hangingPunct="1"/>
            <a:r>
              <a:rPr lang="zh-CN" altLang="en-US" sz="3000" dirty="0">
                <a:ea typeface="宋体" panose="02010600030101010101" pitchFamily="2" charset="-122"/>
              </a:rPr>
              <a:t>方式二、数据报服务</a:t>
            </a:r>
          </a:p>
        </p:txBody>
      </p:sp>
      <p:sp>
        <p:nvSpPr>
          <p:cNvPr id="37894" name="Line 4">
            <a:extLst>
              <a:ext uri="{FF2B5EF4-FFF2-40B4-BE49-F238E27FC236}">
                <a16:creationId xmlns:a16="http://schemas.microsoft.com/office/drawing/2014/main" id="{188258F3-5056-0240-8693-BCE48342F14D}"/>
              </a:ext>
            </a:extLst>
          </p:cNvPr>
          <p:cNvSpPr>
            <a:spLocks noChangeShapeType="1"/>
          </p:cNvSpPr>
          <p:nvPr/>
        </p:nvSpPr>
        <p:spPr bwMode="auto">
          <a:xfrm>
            <a:off x="4638676" y="2084785"/>
            <a:ext cx="40481" cy="4357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895" name="AutoShape 5">
            <a:extLst>
              <a:ext uri="{FF2B5EF4-FFF2-40B4-BE49-F238E27FC236}">
                <a16:creationId xmlns:a16="http://schemas.microsoft.com/office/drawing/2014/main" id="{62BF08A8-9975-134D-B46A-732DD76F8328}"/>
              </a:ext>
            </a:extLst>
          </p:cNvPr>
          <p:cNvSpPr>
            <a:spLocks noChangeArrowheads="1"/>
          </p:cNvSpPr>
          <p:nvPr/>
        </p:nvSpPr>
        <p:spPr bwMode="auto">
          <a:xfrm>
            <a:off x="3987404" y="2959894"/>
            <a:ext cx="477440" cy="470297"/>
          </a:xfrm>
          <a:prstGeom prst="irregularSeal2">
            <a:avLst/>
          </a:prstGeom>
          <a:solidFill>
            <a:srgbClr val="FFCCCC"/>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896" name="Line 6">
            <a:extLst>
              <a:ext uri="{FF2B5EF4-FFF2-40B4-BE49-F238E27FC236}">
                <a16:creationId xmlns:a16="http://schemas.microsoft.com/office/drawing/2014/main" id="{E9DD2607-DC3A-284E-8B29-E0E3109A527E}"/>
              </a:ext>
            </a:extLst>
          </p:cNvPr>
          <p:cNvSpPr>
            <a:spLocks noChangeShapeType="1"/>
          </p:cNvSpPr>
          <p:nvPr/>
        </p:nvSpPr>
        <p:spPr bwMode="auto">
          <a:xfrm>
            <a:off x="2794398" y="2758679"/>
            <a:ext cx="358378" cy="20121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897" name="Rectangle 10">
            <a:extLst>
              <a:ext uri="{FF2B5EF4-FFF2-40B4-BE49-F238E27FC236}">
                <a16:creationId xmlns:a16="http://schemas.microsoft.com/office/drawing/2014/main" id="{B5DA7307-A56B-C44D-A02D-C5BFDD3259F4}"/>
              </a:ext>
            </a:extLst>
          </p:cNvPr>
          <p:cNvSpPr>
            <a:spLocks noChangeArrowheads="1"/>
          </p:cNvSpPr>
          <p:nvPr/>
        </p:nvSpPr>
        <p:spPr bwMode="auto">
          <a:xfrm>
            <a:off x="1606153" y="1916906"/>
            <a:ext cx="956072" cy="113466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898" name="Line 11">
            <a:extLst>
              <a:ext uri="{FF2B5EF4-FFF2-40B4-BE49-F238E27FC236}">
                <a16:creationId xmlns:a16="http://schemas.microsoft.com/office/drawing/2014/main" id="{EC29A21B-0E42-2B4B-A721-B8B733363E8E}"/>
              </a:ext>
            </a:extLst>
          </p:cNvPr>
          <p:cNvSpPr>
            <a:spLocks noChangeShapeType="1"/>
          </p:cNvSpPr>
          <p:nvPr/>
        </p:nvSpPr>
        <p:spPr bwMode="auto">
          <a:xfrm>
            <a:off x="1606153" y="2158604"/>
            <a:ext cx="95607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899" name="Line 12">
            <a:extLst>
              <a:ext uri="{FF2B5EF4-FFF2-40B4-BE49-F238E27FC236}">
                <a16:creationId xmlns:a16="http://schemas.microsoft.com/office/drawing/2014/main" id="{64C7F17C-9944-F141-A4D3-6FF7DDCA70EB}"/>
              </a:ext>
            </a:extLst>
          </p:cNvPr>
          <p:cNvSpPr>
            <a:spLocks noChangeShapeType="1"/>
          </p:cNvSpPr>
          <p:nvPr/>
        </p:nvSpPr>
        <p:spPr bwMode="auto">
          <a:xfrm>
            <a:off x="1606153" y="2382441"/>
            <a:ext cx="95607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00" name="Line 13">
            <a:extLst>
              <a:ext uri="{FF2B5EF4-FFF2-40B4-BE49-F238E27FC236}">
                <a16:creationId xmlns:a16="http://schemas.microsoft.com/office/drawing/2014/main" id="{7ACB1378-1A0E-8F46-A7DA-A7D7814CC4B0}"/>
              </a:ext>
            </a:extLst>
          </p:cNvPr>
          <p:cNvSpPr>
            <a:spLocks noChangeShapeType="1"/>
          </p:cNvSpPr>
          <p:nvPr/>
        </p:nvSpPr>
        <p:spPr bwMode="auto">
          <a:xfrm>
            <a:off x="1606153" y="2606279"/>
            <a:ext cx="95607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01" name="Line 14">
            <a:extLst>
              <a:ext uri="{FF2B5EF4-FFF2-40B4-BE49-F238E27FC236}">
                <a16:creationId xmlns:a16="http://schemas.microsoft.com/office/drawing/2014/main" id="{B7AAFE2F-E3E5-0347-823F-B501224E05B0}"/>
              </a:ext>
            </a:extLst>
          </p:cNvPr>
          <p:cNvSpPr>
            <a:spLocks noChangeShapeType="1"/>
          </p:cNvSpPr>
          <p:nvPr/>
        </p:nvSpPr>
        <p:spPr bwMode="auto">
          <a:xfrm>
            <a:off x="1606153" y="2832497"/>
            <a:ext cx="95607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02" name="Rectangle 18">
            <a:extLst>
              <a:ext uri="{FF2B5EF4-FFF2-40B4-BE49-F238E27FC236}">
                <a16:creationId xmlns:a16="http://schemas.microsoft.com/office/drawing/2014/main" id="{4968FFD2-EC34-C045-B69B-3069714D9D30}"/>
              </a:ext>
            </a:extLst>
          </p:cNvPr>
          <p:cNvSpPr>
            <a:spLocks noChangeArrowheads="1"/>
          </p:cNvSpPr>
          <p:nvPr/>
        </p:nvSpPr>
        <p:spPr bwMode="auto">
          <a:xfrm>
            <a:off x="6638926" y="1983581"/>
            <a:ext cx="954881" cy="113466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03" name="Line 19">
            <a:extLst>
              <a:ext uri="{FF2B5EF4-FFF2-40B4-BE49-F238E27FC236}">
                <a16:creationId xmlns:a16="http://schemas.microsoft.com/office/drawing/2014/main" id="{6104D4B0-A092-7C44-8961-88FB3DF093FA}"/>
              </a:ext>
            </a:extLst>
          </p:cNvPr>
          <p:cNvSpPr>
            <a:spLocks noChangeShapeType="1"/>
          </p:cNvSpPr>
          <p:nvPr/>
        </p:nvSpPr>
        <p:spPr bwMode="auto">
          <a:xfrm>
            <a:off x="6638926" y="2225279"/>
            <a:ext cx="95488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04" name="Line 20">
            <a:extLst>
              <a:ext uri="{FF2B5EF4-FFF2-40B4-BE49-F238E27FC236}">
                <a16:creationId xmlns:a16="http://schemas.microsoft.com/office/drawing/2014/main" id="{F90870E4-4519-B245-B0AF-CA1F7A4BA1E6}"/>
              </a:ext>
            </a:extLst>
          </p:cNvPr>
          <p:cNvSpPr>
            <a:spLocks noChangeShapeType="1"/>
          </p:cNvSpPr>
          <p:nvPr/>
        </p:nvSpPr>
        <p:spPr bwMode="auto">
          <a:xfrm>
            <a:off x="6638926" y="2449116"/>
            <a:ext cx="95488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05" name="Line 21">
            <a:extLst>
              <a:ext uri="{FF2B5EF4-FFF2-40B4-BE49-F238E27FC236}">
                <a16:creationId xmlns:a16="http://schemas.microsoft.com/office/drawing/2014/main" id="{6989149F-7297-A847-9B97-7972248BC379}"/>
              </a:ext>
            </a:extLst>
          </p:cNvPr>
          <p:cNvSpPr>
            <a:spLocks noChangeShapeType="1"/>
          </p:cNvSpPr>
          <p:nvPr/>
        </p:nvSpPr>
        <p:spPr bwMode="auto">
          <a:xfrm>
            <a:off x="6638926" y="2672954"/>
            <a:ext cx="95488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06" name="Line 22">
            <a:extLst>
              <a:ext uri="{FF2B5EF4-FFF2-40B4-BE49-F238E27FC236}">
                <a16:creationId xmlns:a16="http://schemas.microsoft.com/office/drawing/2014/main" id="{DFB95DA4-1D01-0C43-B119-D4477D640F21}"/>
              </a:ext>
            </a:extLst>
          </p:cNvPr>
          <p:cNvSpPr>
            <a:spLocks noChangeShapeType="1"/>
          </p:cNvSpPr>
          <p:nvPr/>
        </p:nvSpPr>
        <p:spPr bwMode="auto">
          <a:xfrm>
            <a:off x="6638926" y="2899172"/>
            <a:ext cx="95488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07" name="Text Box 23">
            <a:extLst>
              <a:ext uri="{FF2B5EF4-FFF2-40B4-BE49-F238E27FC236}">
                <a16:creationId xmlns:a16="http://schemas.microsoft.com/office/drawing/2014/main" id="{D5545D9B-12E9-4641-BB0F-395A1882C8EB}"/>
              </a:ext>
            </a:extLst>
          </p:cNvPr>
          <p:cNvSpPr txBox="1">
            <a:spLocks noChangeArrowheads="1"/>
          </p:cNvSpPr>
          <p:nvPr/>
        </p:nvSpPr>
        <p:spPr bwMode="auto">
          <a:xfrm>
            <a:off x="2675335" y="2049066"/>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H</a:t>
            </a:r>
            <a:r>
              <a:rPr lang="en-US" altLang="zh-CN" sz="15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pic>
        <p:nvPicPr>
          <p:cNvPr id="37908" name="Picture 24">
            <a:extLst>
              <a:ext uri="{FF2B5EF4-FFF2-40B4-BE49-F238E27FC236}">
                <a16:creationId xmlns:a16="http://schemas.microsoft.com/office/drawing/2014/main" id="{C1CF15B9-8ED5-1A4E-9272-C8D11895D60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15804" y="2332435"/>
            <a:ext cx="416719"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909" name="Line 25">
            <a:extLst>
              <a:ext uri="{FF2B5EF4-FFF2-40B4-BE49-F238E27FC236}">
                <a16:creationId xmlns:a16="http://schemas.microsoft.com/office/drawing/2014/main" id="{43731162-1177-6C4F-8C57-8D187B51354F}"/>
              </a:ext>
            </a:extLst>
          </p:cNvPr>
          <p:cNvSpPr>
            <a:spLocks noChangeShapeType="1"/>
          </p:cNvSpPr>
          <p:nvPr/>
        </p:nvSpPr>
        <p:spPr bwMode="auto">
          <a:xfrm>
            <a:off x="3390900" y="2959894"/>
            <a:ext cx="1133475" cy="47029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10" name="Line 26">
            <a:extLst>
              <a:ext uri="{FF2B5EF4-FFF2-40B4-BE49-F238E27FC236}">
                <a16:creationId xmlns:a16="http://schemas.microsoft.com/office/drawing/2014/main" id="{96038DC1-EE0E-CE47-AC9E-9888F3BA2C5A}"/>
              </a:ext>
            </a:extLst>
          </p:cNvPr>
          <p:cNvSpPr>
            <a:spLocks noChangeShapeType="1"/>
          </p:cNvSpPr>
          <p:nvPr/>
        </p:nvSpPr>
        <p:spPr bwMode="auto">
          <a:xfrm flipV="1">
            <a:off x="3331369" y="2622947"/>
            <a:ext cx="1313260" cy="3369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11" name="Line 27">
            <a:extLst>
              <a:ext uri="{FF2B5EF4-FFF2-40B4-BE49-F238E27FC236}">
                <a16:creationId xmlns:a16="http://schemas.microsoft.com/office/drawing/2014/main" id="{E6303ADF-2449-E34D-A568-89CA18E53A40}"/>
              </a:ext>
            </a:extLst>
          </p:cNvPr>
          <p:cNvSpPr>
            <a:spLocks noChangeShapeType="1"/>
          </p:cNvSpPr>
          <p:nvPr/>
        </p:nvSpPr>
        <p:spPr bwMode="auto">
          <a:xfrm>
            <a:off x="4762500" y="2622947"/>
            <a:ext cx="1075135" cy="403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12" name="Line 28">
            <a:extLst>
              <a:ext uri="{FF2B5EF4-FFF2-40B4-BE49-F238E27FC236}">
                <a16:creationId xmlns:a16="http://schemas.microsoft.com/office/drawing/2014/main" id="{C614C347-E814-914B-A2AD-7CFEE1D7D251}"/>
              </a:ext>
            </a:extLst>
          </p:cNvPr>
          <p:cNvSpPr>
            <a:spLocks noChangeShapeType="1"/>
          </p:cNvSpPr>
          <p:nvPr/>
        </p:nvSpPr>
        <p:spPr bwMode="auto">
          <a:xfrm flipV="1">
            <a:off x="4644629" y="3094435"/>
            <a:ext cx="1193006" cy="3357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13" name="Line 29">
            <a:extLst>
              <a:ext uri="{FF2B5EF4-FFF2-40B4-BE49-F238E27FC236}">
                <a16:creationId xmlns:a16="http://schemas.microsoft.com/office/drawing/2014/main" id="{851A150D-0691-3041-8F1F-EE0F1B032633}"/>
              </a:ext>
            </a:extLst>
          </p:cNvPr>
          <p:cNvSpPr>
            <a:spLocks noChangeShapeType="1"/>
          </p:cNvSpPr>
          <p:nvPr/>
        </p:nvSpPr>
        <p:spPr bwMode="auto">
          <a:xfrm flipV="1">
            <a:off x="5895975" y="2758679"/>
            <a:ext cx="477441" cy="26789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7914" name="Group 30">
            <a:extLst>
              <a:ext uri="{FF2B5EF4-FFF2-40B4-BE49-F238E27FC236}">
                <a16:creationId xmlns:a16="http://schemas.microsoft.com/office/drawing/2014/main" id="{0483F66E-187C-B346-8509-F5A4F7053063}"/>
              </a:ext>
            </a:extLst>
          </p:cNvPr>
          <p:cNvGrpSpPr>
            <a:grpSpLocks/>
          </p:cNvGrpSpPr>
          <p:nvPr/>
        </p:nvGrpSpPr>
        <p:grpSpPr bwMode="auto">
          <a:xfrm>
            <a:off x="6194821" y="2049066"/>
            <a:ext cx="446954" cy="808434"/>
            <a:chOff x="5284" y="1002"/>
            <a:chExt cx="340" cy="545"/>
          </a:xfrm>
        </p:grpSpPr>
        <p:sp>
          <p:nvSpPr>
            <p:cNvPr id="37958" name="Text Box 31">
              <a:extLst>
                <a:ext uri="{FF2B5EF4-FFF2-40B4-BE49-F238E27FC236}">
                  <a16:creationId xmlns:a16="http://schemas.microsoft.com/office/drawing/2014/main" id="{76E65C47-8136-C343-83DD-0746335819D8}"/>
                </a:ext>
              </a:extLst>
            </p:cNvPr>
            <p:cNvSpPr txBox="1">
              <a:spLocks noChangeArrowheads="1"/>
            </p:cNvSpPr>
            <p:nvPr/>
          </p:nvSpPr>
          <p:spPr bwMode="auto">
            <a:xfrm>
              <a:off x="5284" y="1002"/>
              <a:ext cx="340"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 H</a:t>
              </a:r>
              <a:r>
                <a:rPr lang="en-US" altLang="zh-CN" sz="15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2</a:t>
              </a:r>
            </a:p>
          </p:txBody>
        </p:sp>
        <p:pic>
          <p:nvPicPr>
            <p:cNvPr id="37959" name="Picture 32">
              <a:extLst>
                <a:ext uri="{FF2B5EF4-FFF2-40B4-BE49-F238E27FC236}">
                  <a16:creationId xmlns:a16="http://schemas.microsoft.com/office/drawing/2014/main" id="{5F5623B2-0F31-924F-927C-C66C3669173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84" y="1207"/>
              <a:ext cx="317"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7915" name="Line 33">
            <a:extLst>
              <a:ext uri="{FF2B5EF4-FFF2-40B4-BE49-F238E27FC236}">
                <a16:creationId xmlns:a16="http://schemas.microsoft.com/office/drawing/2014/main" id="{F1DEE918-691F-9444-9BBF-F3F75191809E}"/>
              </a:ext>
            </a:extLst>
          </p:cNvPr>
          <p:cNvSpPr>
            <a:spLocks noChangeShapeType="1"/>
          </p:cNvSpPr>
          <p:nvPr/>
        </p:nvSpPr>
        <p:spPr bwMode="auto">
          <a:xfrm flipV="1">
            <a:off x="3331369" y="2018110"/>
            <a:ext cx="1252538" cy="87510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16" name="Line 34">
            <a:extLst>
              <a:ext uri="{FF2B5EF4-FFF2-40B4-BE49-F238E27FC236}">
                <a16:creationId xmlns:a16="http://schemas.microsoft.com/office/drawing/2014/main" id="{A979ABF6-8BD2-E945-B27A-4D0E9795465F}"/>
              </a:ext>
            </a:extLst>
          </p:cNvPr>
          <p:cNvSpPr>
            <a:spLocks noChangeShapeType="1"/>
          </p:cNvSpPr>
          <p:nvPr/>
        </p:nvSpPr>
        <p:spPr bwMode="auto">
          <a:xfrm>
            <a:off x="4702969" y="2018110"/>
            <a:ext cx="1193006" cy="9417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37917" name="Picture 35">
            <a:extLst>
              <a:ext uri="{FF2B5EF4-FFF2-40B4-BE49-F238E27FC236}">
                <a16:creationId xmlns:a16="http://schemas.microsoft.com/office/drawing/2014/main" id="{45B7B94B-E6C4-C341-847F-9E8992AC7A7B}"/>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78957" y="2825354"/>
            <a:ext cx="431006" cy="267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918" name="Picture 36">
            <a:extLst>
              <a:ext uri="{FF2B5EF4-FFF2-40B4-BE49-F238E27FC236}">
                <a16:creationId xmlns:a16="http://schemas.microsoft.com/office/drawing/2014/main" id="{4A3108F9-05AB-7443-AB11-02E124DEFFD2}"/>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64844" y="2489598"/>
            <a:ext cx="432197" cy="2690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919" name="Picture 37">
            <a:extLst>
              <a:ext uri="{FF2B5EF4-FFF2-40B4-BE49-F238E27FC236}">
                <a16:creationId xmlns:a16="http://schemas.microsoft.com/office/drawing/2014/main" id="{F85847BA-38EB-7F47-A3E2-39BE00E13F3E}"/>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45782" y="3296842"/>
            <a:ext cx="431006" cy="267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920" name="Picture 38">
            <a:extLst>
              <a:ext uri="{FF2B5EF4-FFF2-40B4-BE49-F238E27FC236}">
                <a16:creationId xmlns:a16="http://schemas.microsoft.com/office/drawing/2014/main" id="{C1EECFF3-B99E-9A49-9697-A6D588B78DF4}"/>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57851" y="2893219"/>
            <a:ext cx="43219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921" name="Picture 39">
            <a:extLst>
              <a:ext uri="{FF2B5EF4-FFF2-40B4-BE49-F238E27FC236}">
                <a16:creationId xmlns:a16="http://schemas.microsoft.com/office/drawing/2014/main" id="{F74D8416-F139-134F-9368-F71D3C4BFD8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04122" y="1883569"/>
            <a:ext cx="43219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922" name="Group 40">
            <a:extLst>
              <a:ext uri="{FF2B5EF4-FFF2-40B4-BE49-F238E27FC236}">
                <a16:creationId xmlns:a16="http://schemas.microsoft.com/office/drawing/2014/main" id="{1520B76E-7426-6A46-9AF0-AE7BA79D565E}"/>
              </a:ext>
            </a:extLst>
          </p:cNvPr>
          <p:cNvGrpSpPr>
            <a:grpSpLocks/>
          </p:cNvGrpSpPr>
          <p:nvPr/>
        </p:nvGrpSpPr>
        <p:grpSpPr bwMode="auto">
          <a:xfrm rot="1386369">
            <a:off x="2853929" y="2892029"/>
            <a:ext cx="225028" cy="97631"/>
            <a:chOff x="2064" y="1776"/>
            <a:chExt cx="171" cy="66"/>
          </a:xfrm>
        </p:grpSpPr>
        <p:sp>
          <p:nvSpPr>
            <p:cNvPr id="37956" name="Rectangle 41">
              <a:extLst>
                <a:ext uri="{FF2B5EF4-FFF2-40B4-BE49-F238E27FC236}">
                  <a16:creationId xmlns:a16="http://schemas.microsoft.com/office/drawing/2014/main" id="{4CA316A6-1BA1-F74F-B70B-FFB1D32D48E4}"/>
                </a:ext>
              </a:extLst>
            </p:cNvPr>
            <p:cNvSpPr>
              <a:spLocks noChangeArrowheads="1"/>
            </p:cNvSpPr>
            <p:nvPr/>
          </p:nvSpPr>
          <p:spPr bwMode="auto">
            <a:xfrm>
              <a:off x="2061" y="1776"/>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57" name="Line 42">
              <a:extLst>
                <a:ext uri="{FF2B5EF4-FFF2-40B4-BE49-F238E27FC236}">
                  <a16:creationId xmlns:a16="http://schemas.microsoft.com/office/drawing/2014/main" id="{9A10C588-3A0F-FE46-8333-066BADD8AD4D}"/>
                </a:ext>
              </a:extLst>
            </p:cNvPr>
            <p:cNvSpPr>
              <a:spLocks noChangeShapeType="1"/>
            </p:cNvSpPr>
            <p:nvPr/>
          </p:nvSpPr>
          <p:spPr bwMode="auto">
            <a:xfrm flipV="1">
              <a:off x="2118" y="1808"/>
              <a:ext cx="117" cy="2"/>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37923" name="Group 43">
            <a:extLst>
              <a:ext uri="{FF2B5EF4-FFF2-40B4-BE49-F238E27FC236}">
                <a16:creationId xmlns:a16="http://schemas.microsoft.com/office/drawing/2014/main" id="{916F132E-73B7-3E4C-8F56-4D7B178F8058}"/>
              </a:ext>
            </a:extLst>
          </p:cNvPr>
          <p:cNvGrpSpPr>
            <a:grpSpLocks/>
          </p:cNvGrpSpPr>
          <p:nvPr/>
        </p:nvGrpSpPr>
        <p:grpSpPr bwMode="auto">
          <a:xfrm rot="20724003">
            <a:off x="5001816" y="3161110"/>
            <a:ext cx="225028" cy="97631"/>
            <a:chOff x="2064" y="1776"/>
            <a:chExt cx="171" cy="66"/>
          </a:xfrm>
        </p:grpSpPr>
        <p:sp>
          <p:nvSpPr>
            <p:cNvPr id="37954" name="Rectangle 44">
              <a:extLst>
                <a:ext uri="{FF2B5EF4-FFF2-40B4-BE49-F238E27FC236}">
                  <a16:creationId xmlns:a16="http://schemas.microsoft.com/office/drawing/2014/main" id="{54ECE645-FAF5-1F47-875A-E8DF446C801C}"/>
                </a:ext>
              </a:extLst>
            </p:cNvPr>
            <p:cNvSpPr>
              <a:spLocks noChangeArrowheads="1"/>
            </p:cNvSpPr>
            <p:nvPr/>
          </p:nvSpPr>
          <p:spPr bwMode="auto">
            <a:xfrm>
              <a:off x="2064" y="1776"/>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55" name="Line 45">
              <a:extLst>
                <a:ext uri="{FF2B5EF4-FFF2-40B4-BE49-F238E27FC236}">
                  <a16:creationId xmlns:a16="http://schemas.microsoft.com/office/drawing/2014/main" id="{4FB10DD6-CBBD-EC4B-8D86-5579508BD788}"/>
                </a:ext>
              </a:extLst>
            </p:cNvPr>
            <p:cNvSpPr>
              <a:spLocks noChangeShapeType="1"/>
            </p:cNvSpPr>
            <p:nvPr/>
          </p:nvSpPr>
          <p:spPr bwMode="auto">
            <a:xfrm flipV="1">
              <a:off x="2118" y="1808"/>
              <a:ext cx="117" cy="2"/>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37924" name="Group 46">
            <a:extLst>
              <a:ext uri="{FF2B5EF4-FFF2-40B4-BE49-F238E27FC236}">
                <a16:creationId xmlns:a16="http://schemas.microsoft.com/office/drawing/2014/main" id="{5A528443-11A0-3147-8F51-DB4E178F255B}"/>
              </a:ext>
            </a:extLst>
          </p:cNvPr>
          <p:cNvGrpSpPr>
            <a:grpSpLocks/>
          </p:cNvGrpSpPr>
          <p:nvPr/>
        </p:nvGrpSpPr>
        <p:grpSpPr bwMode="auto">
          <a:xfrm rot="20084499">
            <a:off x="6016229" y="2758679"/>
            <a:ext cx="225028" cy="97631"/>
            <a:chOff x="2064" y="1776"/>
            <a:chExt cx="171" cy="66"/>
          </a:xfrm>
        </p:grpSpPr>
        <p:sp>
          <p:nvSpPr>
            <p:cNvPr id="37952" name="Rectangle 47">
              <a:extLst>
                <a:ext uri="{FF2B5EF4-FFF2-40B4-BE49-F238E27FC236}">
                  <a16:creationId xmlns:a16="http://schemas.microsoft.com/office/drawing/2014/main" id="{DED18CFB-9147-F449-A04E-4B99EFF3B792}"/>
                </a:ext>
              </a:extLst>
            </p:cNvPr>
            <p:cNvSpPr>
              <a:spLocks noChangeArrowheads="1"/>
            </p:cNvSpPr>
            <p:nvPr/>
          </p:nvSpPr>
          <p:spPr bwMode="auto">
            <a:xfrm>
              <a:off x="2064" y="1776"/>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53" name="Line 48">
              <a:extLst>
                <a:ext uri="{FF2B5EF4-FFF2-40B4-BE49-F238E27FC236}">
                  <a16:creationId xmlns:a16="http://schemas.microsoft.com/office/drawing/2014/main" id="{CC7BDFFA-932B-2344-975C-0797038760CF}"/>
                </a:ext>
              </a:extLst>
            </p:cNvPr>
            <p:cNvSpPr>
              <a:spLocks noChangeShapeType="1"/>
            </p:cNvSpPr>
            <p:nvPr/>
          </p:nvSpPr>
          <p:spPr bwMode="auto">
            <a:xfrm flipV="1">
              <a:off x="2118" y="1808"/>
              <a:ext cx="117" cy="2"/>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37925" name="Group 49">
            <a:extLst>
              <a:ext uri="{FF2B5EF4-FFF2-40B4-BE49-F238E27FC236}">
                <a16:creationId xmlns:a16="http://schemas.microsoft.com/office/drawing/2014/main" id="{4F348254-3671-6C40-8F92-5E20009665E2}"/>
              </a:ext>
            </a:extLst>
          </p:cNvPr>
          <p:cNvGrpSpPr>
            <a:grpSpLocks/>
          </p:cNvGrpSpPr>
          <p:nvPr/>
        </p:nvGrpSpPr>
        <p:grpSpPr bwMode="auto">
          <a:xfrm rot="19662556">
            <a:off x="3808810" y="2287192"/>
            <a:ext cx="225028" cy="97631"/>
            <a:chOff x="2064" y="1776"/>
            <a:chExt cx="171" cy="66"/>
          </a:xfrm>
        </p:grpSpPr>
        <p:sp>
          <p:nvSpPr>
            <p:cNvPr id="37950" name="Rectangle 50">
              <a:extLst>
                <a:ext uri="{FF2B5EF4-FFF2-40B4-BE49-F238E27FC236}">
                  <a16:creationId xmlns:a16="http://schemas.microsoft.com/office/drawing/2014/main" id="{CDBBD697-CE9D-F54A-B51C-36B1A347B4D1}"/>
                </a:ext>
              </a:extLst>
            </p:cNvPr>
            <p:cNvSpPr>
              <a:spLocks noChangeArrowheads="1"/>
            </p:cNvSpPr>
            <p:nvPr/>
          </p:nvSpPr>
          <p:spPr bwMode="auto">
            <a:xfrm>
              <a:off x="2063" y="1776"/>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51" name="Line 51">
              <a:extLst>
                <a:ext uri="{FF2B5EF4-FFF2-40B4-BE49-F238E27FC236}">
                  <a16:creationId xmlns:a16="http://schemas.microsoft.com/office/drawing/2014/main" id="{18BE9921-888E-1549-85D3-86624EA1E827}"/>
                </a:ext>
              </a:extLst>
            </p:cNvPr>
            <p:cNvSpPr>
              <a:spLocks noChangeShapeType="1"/>
            </p:cNvSpPr>
            <p:nvPr/>
          </p:nvSpPr>
          <p:spPr bwMode="auto">
            <a:xfrm flipV="1">
              <a:off x="2118" y="1807"/>
              <a:ext cx="117" cy="2"/>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37926" name="Group 52">
            <a:extLst>
              <a:ext uri="{FF2B5EF4-FFF2-40B4-BE49-F238E27FC236}">
                <a16:creationId xmlns:a16="http://schemas.microsoft.com/office/drawing/2014/main" id="{4534A343-F582-134A-B8D6-798073E83A45}"/>
              </a:ext>
            </a:extLst>
          </p:cNvPr>
          <p:cNvGrpSpPr>
            <a:grpSpLocks/>
          </p:cNvGrpSpPr>
          <p:nvPr/>
        </p:nvGrpSpPr>
        <p:grpSpPr bwMode="auto">
          <a:xfrm rot="2078388">
            <a:off x="5061348" y="2219326"/>
            <a:ext cx="225028" cy="98822"/>
            <a:chOff x="2064" y="1776"/>
            <a:chExt cx="171" cy="66"/>
          </a:xfrm>
        </p:grpSpPr>
        <p:sp>
          <p:nvSpPr>
            <p:cNvPr id="37948" name="Rectangle 53">
              <a:extLst>
                <a:ext uri="{FF2B5EF4-FFF2-40B4-BE49-F238E27FC236}">
                  <a16:creationId xmlns:a16="http://schemas.microsoft.com/office/drawing/2014/main" id="{4207A4DB-0CA4-BE4D-AC57-7768E0E40625}"/>
                </a:ext>
              </a:extLst>
            </p:cNvPr>
            <p:cNvSpPr>
              <a:spLocks noChangeArrowheads="1"/>
            </p:cNvSpPr>
            <p:nvPr/>
          </p:nvSpPr>
          <p:spPr bwMode="auto">
            <a:xfrm>
              <a:off x="2063" y="1776"/>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49" name="Line 54">
              <a:extLst>
                <a:ext uri="{FF2B5EF4-FFF2-40B4-BE49-F238E27FC236}">
                  <a16:creationId xmlns:a16="http://schemas.microsoft.com/office/drawing/2014/main" id="{1172866E-B812-2540-9CCF-5AEF881B40F3}"/>
                </a:ext>
              </a:extLst>
            </p:cNvPr>
            <p:cNvSpPr>
              <a:spLocks noChangeShapeType="1"/>
            </p:cNvSpPr>
            <p:nvPr/>
          </p:nvSpPr>
          <p:spPr bwMode="auto">
            <a:xfrm flipV="1">
              <a:off x="2118" y="1808"/>
              <a:ext cx="117" cy="3"/>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37927" name="Group 55">
            <a:extLst>
              <a:ext uri="{FF2B5EF4-FFF2-40B4-BE49-F238E27FC236}">
                <a16:creationId xmlns:a16="http://schemas.microsoft.com/office/drawing/2014/main" id="{A791E22A-EE97-224E-99BB-35FC6C0C9283}"/>
              </a:ext>
            </a:extLst>
          </p:cNvPr>
          <p:cNvGrpSpPr>
            <a:grpSpLocks/>
          </p:cNvGrpSpPr>
          <p:nvPr/>
        </p:nvGrpSpPr>
        <p:grpSpPr bwMode="auto">
          <a:xfrm rot="1117181">
            <a:off x="4106466" y="3161110"/>
            <a:ext cx="225028" cy="97631"/>
            <a:chOff x="2064" y="1776"/>
            <a:chExt cx="171" cy="66"/>
          </a:xfrm>
        </p:grpSpPr>
        <p:sp>
          <p:nvSpPr>
            <p:cNvPr id="37946" name="Rectangle 56">
              <a:extLst>
                <a:ext uri="{FF2B5EF4-FFF2-40B4-BE49-F238E27FC236}">
                  <a16:creationId xmlns:a16="http://schemas.microsoft.com/office/drawing/2014/main" id="{439CBD04-512F-4C4C-8AA8-333C35D3A490}"/>
                </a:ext>
              </a:extLst>
            </p:cNvPr>
            <p:cNvSpPr>
              <a:spLocks noChangeArrowheads="1"/>
            </p:cNvSpPr>
            <p:nvPr/>
          </p:nvSpPr>
          <p:spPr bwMode="auto">
            <a:xfrm>
              <a:off x="2064" y="1776"/>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47" name="Line 57">
              <a:extLst>
                <a:ext uri="{FF2B5EF4-FFF2-40B4-BE49-F238E27FC236}">
                  <a16:creationId xmlns:a16="http://schemas.microsoft.com/office/drawing/2014/main" id="{8328AA44-F9A9-4941-9F9B-1A5EFA867C10}"/>
                </a:ext>
              </a:extLst>
            </p:cNvPr>
            <p:cNvSpPr>
              <a:spLocks noChangeShapeType="1"/>
            </p:cNvSpPr>
            <p:nvPr/>
          </p:nvSpPr>
          <p:spPr bwMode="auto">
            <a:xfrm flipV="1">
              <a:off x="2118" y="1808"/>
              <a:ext cx="117" cy="2"/>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37928" name="Group 58">
            <a:extLst>
              <a:ext uri="{FF2B5EF4-FFF2-40B4-BE49-F238E27FC236}">
                <a16:creationId xmlns:a16="http://schemas.microsoft.com/office/drawing/2014/main" id="{21514C48-B705-FE41-BE7D-FF6F455DB8B7}"/>
              </a:ext>
            </a:extLst>
          </p:cNvPr>
          <p:cNvGrpSpPr>
            <a:grpSpLocks/>
          </p:cNvGrpSpPr>
          <p:nvPr/>
        </p:nvGrpSpPr>
        <p:grpSpPr bwMode="auto">
          <a:xfrm rot="20669726">
            <a:off x="4180285" y="2556273"/>
            <a:ext cx="223838" cy="97631"/>
            <a:chOff x="2064" y="1776"/>
            <a:chExt cx="171" cy="66"/>
          </a:xfrm>
        </p:grpSpPr>
        <p:sp>
          <p:nvSpPr>
            <p:cNvPr id="37944" name="Rectangle 59">
              <a:extLst>
                <a:ext uri="{FF2B5EF4-FFF2-40B4-BE49-F238E27FC236}">
                  <a16:creationId xmlns:a16="http://schemas.microsoft.com/office/drawing/2014/main" id="{9F7FC917-23B7-6B49-9E0F-EA5107102CD3}"/>
                </a:ext>
              </a:extLst>
            </p:cNvPr>
            <p:cNvSpPr>
              <a:spLocks noChangeArrowheads="1"/>
            </p:cNvSpPr>
            <p:nvPr/>
          </p:nvSpPr>
          <p:spPr bwMode="auto">
            <a:xfrm>
              <a:off x="2064" y="1774"/>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45" name="Line 60">
              <a:extLst>
                <a:ext uri="{FF2B5EF4-FFF2-40B4-BE49-F238E27FC236}">
                  <a16:creationId xmlns:a16="http://schemas.microsoft.com/office/drawing/2014/main" id="{62F717E5-7C95-A74D-B6D2-D872DD564FF0}"/>
                </a:ext>
              </a:extLst>
            </p:cNvPr>
            <p:cNvSpPr>
              <a:spLocks noChangeShapeType="1"/>
            </p:cNvSpPr>
            <p:nvPr/>
          </p:nvSpPr>
          <p:spPr bwMode="auto">
            <a:xfrm flipV="1">
              <a:off x="2114" y="1805"/>
              <a:ext cx="117" cy="2"/>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37929" name="Group 61">
            <a:extLst>
              <a:ext uri="{FF2B5EF4-FFF2-40B4-BE49-F238E27FC236}">
                <a16:creationId xmlns:a16="http://schemas.microsoft.com/office/drawing/2014/main" id="{FE90C750-10C5-B047-AE7D-774A7BF8E9A4}"/>
              </a:ext>
            </a:extLst>
          </p:cNvPr>
          <p:cNvGrpSpPr>
            <a:grpSpLocks/>
          </p:cNvGrpSpPr>
          <p:nvPr/>
        </p:nvGrpSpPr>
        <p:grpSpPr bwMode="auto">
          <a:xfrm rot="1197535">
            <a:off x="3630216" y="2959894"/>
            <a:ext cx="225028" cy="97631"/>
            <a:chOff x="2064" y="1776"/>
            <a:chExt cx="171" cy="66"/>
          </a:xfrm>
        </p:grpSpPr>
        <p:sp>
          <p:nvSpPr>
            <p:cNvPr id="37942" name="Rectangle 62">
              <a:extLst>
                <a:ext uri="{FF2B5EF4-FFF2-40B4-BE49-F238E27FC236}">
                  <a16:creationId xmlns:a16="http://schemas.microsoft.com/office/drawing/2014/main" id="{BB4D7992-22EA-8B4F-8D05-61B3764016FC}"/>
                </a:ext>
              </a:extLst>
            </p:cNvPr>
            <p:cNvSpPr>
              <a:spLocks noChangeArrowheads="1"/>
            </p:cNvSpPr>
            <p:nvPr/>
          </p:nvSpPr>
          <p:spPr bwMode="auto">
            <a:xfrm>
              <a:off x="2054" y="1774"/>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43" name="Line 63">
              <a:extLst>
                <a:ext uri="{FF2B5EF4-FFF2-40B4-BE49-F238E27FC236}">
                  <a16:creationId xmlns:a16="http://schemas.microsoft.com/office/drawing/2014/main" id="{B169A5CA-3097-254A-BF39-3637500742F0}"/>
                </a:ext>
              </a:extLst>
            </p:cNvPr>
            <p:cNvSpPr>
              <a:spLocks noChangeShapeType="1"/>
            </p:cNvSpPr>
            <p:nvPr/>
          </p:nvSpPr>
          <p:spPr bwMode="auto">
            <a:xfrm flipV="1">
              <a:off x="2117" y="1808"/>
              <a:ext cx="117" cy="2"/>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sp>
        <p:nvSpPr>
          <p:cNvPr id="37930" name="Line 64">
            <a:extLst>
              <a:ext uri="{FF2B5EF4-FFF2-40B4-BE49-F238E27FC236}">
                <a16:creationId xmlns:a16="http://schemas.microsoft.com/office/drawing/2014/main" id="{D7474932-498D-A84A-9029-BEA6B13A8095}"/>
              </a:ext>
            </a:extLst>
          </p:cNvPr>
          <p:cNvSpPr>
            <a:spLocks noChangeShapeType="1"/>
          </p:cNvSpPr>
          <p:nvPr/>
        </p:nvSpPr>
        <p:spPr bwMode="auto">
          <a:xfrm>
            <a:off x="2434829" y="2556273"/>
            <a:ext cx="419100" cy="335756"/>
          </a:xfrm>
          <a:prstGeom prst="line">
            <a:avLst/>
          </a:prstGeom>
          <a:noFill/>
          <a:ln w="28575">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grpSp>
        <p:nvGrpSpPr>
          <p:cNvPr id="37931" name="Group 65">
            <a:extLst>
              <a:ext uri="{FF2B5EF4-FFF2-40B4-BE49-F238E27FC236}">
                <a16:creationId xmlns:a16="http://schemas.microsoft.com/office/drawing/2014/main" id="{81A96398-BE36-A049-B15A-09C1D3A60C67}"/>
              </a:ext>
            </a:extLst>
          </p:cNvPr>
          <p:cNvGrpSpPr>
            <a:grpSpLocks/>
          </p:cNvGrpSpPr>
          <p:nvPr/>
        </p:nvGrpSpPr>
        <p:grpSpPr bwMode="auto">
          <a:xfrm rot="1022761">
            <a:off x="5180410" y="2689623"/>
            <a:ext cx="225028" cy="97631"/>
            <a:chOff x="2064" y="1776"/>
            <a:chExt cx="171" cy="66"/>
          </a:xfrm>
        </p:grpSpPr>
        <p:sp>
          <p:nvSpPr>
            <p:cNvPr id="37940" name="Rectangle 66">
              <a:extLst>
                <a:ext uri="{FF2B5EF4-FFF2-40B4-BE49-F238E27FC236}">
                  <a16:creationId xmlns:a16="http://schemas.microsoft.com/office/drawing/2014/main" id="{6FEB3558-C5ED-CE40-AB88-FEAEE6E9BCF5}"/>
                </a:ext>
              </a:extLst>
            </p:cNvPr>
            <p:cNvSpPr>
              <a:spLocks noChangeArrowheads="1"/>
            </p:cNvSpPr>
            <p:nvPr/>
          </p:nvSpPr>
          <p:spPr bwMode="auto">
            <a:xfrm>
              <a:off x="2063" y="1776"/>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41" name="Line 67">
              <a:extLst>
                <a:ext uri="{FF2B5EF4-FFF2-40B4-BE49-F238E27FC236}">
                  <a16:creationId xmlns:a16="http://schemas.microsoft.com/office/drawing/2014/main" id="{D2752ADD-CD6B-354F-AC0F-133B51D863B7}"/>
                </a:ext>
              </a:extLst>
            </p:cNvPr>
            <p:cNvSpPr>
              <a:spLocks noChangeShapeType="1"/>
            </p:cNvSpPr>
            <p:nvPr/>
          </p:nvSpPr>
          <p:spPr bwMode="auto">
            <a:xfrm flipV="1">
              <a:off x="2117" y="1808"/>
              <a:ext cx="117" cy="2"/>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sp>
        <p:nvSpPr>
          <p:cNvPr id="37932" name="Line 68">
            <a:extLst>
              <a:ext uri="{FF2B5EF4-FFF2-40B4-BE49-F238E27FC236}">
                <a16:creationId xmlns:a16="http://schemas.microsoft.com/office/drawing/2014/main" id="{06168497-385D-0844-A6D1-93322931A461}"/>
              </a:ext>
            </a:extLst>
          </p:cNvPr>
          <p:cNvSpPr>
            <a:spLocks noChangeShapeType="1"/>
          </p:cNvSpPr>
          <p:nvPr/>
        </p:nvSpPr>
        <p:spPr bwMode="auto">
          <a:xfrm flipV="1">
            <a:off x="6016228" y="2556272"/>
            <a:ext cx="776288" cy="536972"/>
          </a:xfrm>
          <a:prstGeom prst="line">
            <a:avLst/>
          </a:prstGeom>
          <a:noFill/>
          <a:ln w="28575">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37933" name="Text Box 69">
            <a:extLst>
              <a:ext uri="{FF2B5EF4-FFF2-40B4-BE49-F238E27FC236}">
                <a16:creationId xmlns:a16="http://schemas.microsoft.com/office/drawing/2014/main" id="{A61D7E9E-1998-0345-AEF8-B5ED1A47410F}"/>
              </a:ext>
            </a:extLst>
          </p:cNvPr>
          <p:cNvSpPr txBox="1">
            <a:spLocks noChangeArrowheads="1"/>
          </p:cNvSpPr>
          <p:nvPr/>
        </p:nvSpPr>
        <p:spPr bwMode="auto">
          <a:xfrm>
            <a:off x="3275410" y="2003823"/>
            <a:ext cx="99232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IP </a:t>
            </a: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数据报</a:t>
            </a:r>
            <a:endParaRPr lang="zh-CN" altLang="en-US" sz="1500" baseline="-25000">
              <a:solidFill>
                <a:schemeClr val="folHlink"/>
              </a:solidFill>
              <a:latin typeface="Arial" panose="020B0604020202020204" pitchFamily="34" charset="0"/>
              <a:ea typeface="宋体" panose="02010600030101010101" pitchFamily="2" charset="-122"/>
              <a:cs typeface="黑体" panose="02010609060101010101" pitchFamily="49" charset="-122"/>
            </a:endParaRPr>
          </a:p>
        </p:txBody>
      </p:sp>
      <p:sp>
        <p:nvSpPr>
          <p:cNvPr id="37934" name="Text Box 71">
            <a:extLst>
              <a:ext uri="{FF2B5EF4-FFF2-40B4-BE49-F238E27FC236}">
                <a16:creationId xmlns:a16="http://schemas.microsoft.com/office/drawing/2014/main" id="{63D65601-4778-2548-ADAF-12FDA30F6086}"/>
              </a:ext>
            </a:extLst>
          </p:cNvPr>
          <p:cNvSpPr txBox="1">
            <a:spLocks noChangeArrowheads="1"/>
          </p:cNvSpPr>
          <p:nvPr/>
        </p:nvSpPr>
        <p:spPr bwMode="auto">
          <a:xfrm>
            <a:off x="4393407" y="2943225"/>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丢失</a:t>
            </a:r>
            <a:endParaRPr lang="zh-CN" altLang="en-US" sz="1500" baseline="-25000">
              <a:solidFill>
                <a:schemeClr val="folHlink"/>
              </a:solidFill>
              <a:latin typeface="Arial" panose="020B0604020202020204" pitchFamily="34" charset="0"/>
              <a:ea typeface="宋体" panose="02010600030101010101" pitchFamily="2" charset="-122"/>
              <a:cs typeface="黑体" panose="02010609060101010101" pitchFamily="49" charset="-122"/>
            </a:endParaRPr>
          </a:p>
        </p:txBody>
      </p:sp>
      <p:grpSp>
        <p:nvGrpSpPr>
          <p:cNvPr id="37935" name="Group 72">
            <a:extLst>
              <a:ext uri="{FF2B5EF4-FFF2-40B4-BE49-F238E27FC236}">
                <a16:creationId xmlns:a16="http://schemas.microsoft.com/office/drawing/2014/main" id="{3474C8AC-6759-BA46-8310-FB39523B6ED2}"/>
              </a:ext>
            </a:extLst>
          </p:cNvPr>
          <p:cNvGrpSpPr>
            <a:grpSpLocks/>
          </p:cNvGrpSpPr>
          <p:nvPr/>
        </p:nvGrpSpPr>
        <p:grpSpPr bwMode="auto">
          <a:xfrm rot="5035623">
            <a:off x="4613672" y="2264569"/>
            <a:ext cx="253604" cy="86915"/>
            <a:chOff x="2064" y="1776"/>
            <a:chExt cx="171" cy="66"/>
          </a:xfrm>
        </p:grpSpPr>
        <p:sp>
          <p:nvSpPr>
            <p:cNvPr id="37938" name="Rectangle 73">
              <a:extLst>
                <a:ext uri="{FF2B5EF4-FFF2-40B4-BE49-F238E27FC236}">
                  <a16:creationId xmlns:a16="http://schemas.microsoft.com/office/drawing/2014/main" id="{2398B795-BEC5-DA4F-A019-B3441A098E33}"/>
                </a:ext>
              </a:extLst>
            </p:cNvPr>
            <p:cNvSpPr>
              <a:spLocks noChangeArrowheads="1"/>
            </p:cNvSpPr>
            <p:nvPr/>
          </p:nvSpPr>
          <p:spPr bwMode="auto">
            <a:xfrm>
              <a:off x="2064" y="1777"/>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39" name="Line 74">
              <a:extLst>
                <a:ext uri="{FF2B5EF4-FFF2-40B4-BE49-F238E27FC236}">
                  <a16:creationId xmlns:a16="http://schemas.microsoft.com/office/drawing/2014/main" id="{8EDEF568-47AC-C047-948E-B452609544C9}"/>
                </a:ext>
              </a:extLst>
            </p:cNvPr>
            <p:cNvSpPr>
              <a:spLocks noChangeShapeType="1"/>
            </p:cNvSpPr>
            <p:nvPr/>
          </p:nvSpPr>
          <p:spPr bwMode="auto">
            <a:xfrm flipV="1">
              <a:off x="2116" y="1803"/>
              <a:ext cx="117" cy="5"/>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sp>
        <p:nvSpPr>
          <p:cNvPr id="945228" name="Text Box 76">
            <a:extLst>
              <a:ext uri="{FF2B5EF4-FFF2-40B4-BE49-F238E27FC236}">
                <a16:creationId xmlns:a16="http://schemas.microsoft.com/office/drawing/2014/main" id="{C9A5F827-E9F1-024B-9F82-BC1535CDA287}"/>
              </a:ext>
            </a:extLst>
          </p:cNvPr>
          <p:cNvSpPr txBox="1">
            <a:spLocks noChangeArrowheads="1"/>
          </p:cNvSpPr>
          <p:nvPr/>
        </p:nvSpPr>
        <p:spPr bwMode="auto">
          <a:xfrm>
            <a:off x="2050257" y="3911203"/>
            <a:ext cx="5306261" cy="415498"/>
          </a:xfrm>
          <a:prstGeom prst="rect">
            <a:avLst/>
          </a:prstGeom>
          <a:solidFill>
            <a:srgbClr val="FFFF99"/>
          </a:solidFill>
          <a:ln w="9525">
            <a:solidFill>
              <a:schemeClr val="folHlink"/>
            </a:solidFill>
            <a:miter lim="800000"/>
            <a:headEnd/>
            <a:tailEnd/>
          </a:ln>
          <a:effectLst>
            <a:outerShdw blurRad="63500" dist="38099" dir="2700000" algn="ctr" rotWithShape="0">
              <a:schemeClr val="bg2">
                <a:alpha val="74997"/>
              </a:schemeClr>
            </a:outerShdw>
          </a:effectLst>
        </p:spPr>
        <p:txBody>
          <a:bodyPr wrap="none">
            <a:spAutoFit/>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r>
              <a:rPr lang="en-US" altLang="zh-CN" sz="2100">
                <a:solidFill>
                  <a:schemeClr val="folHlink"/>
                </a:solidFill>
                <a:latin typeface="Arial" panose="020B0604020202020204" pitchFamily="34" charset="0"/>
                <a:ea typeface="宋体" panose="02010600030101010101" pitchFamily="2" charset="-122"/>
              </a:rPr>
              <a:t>H</a:t>
            </a:r>
            <a:r>
              <a:rPr lang="en-US" altLang="zh-CN" sz="2100" baseline="-25000">
                <a:solidFill>
                  <a:schemeClr val="folHlink"/>
                </a:solidFill>
                <a:latin typeface="Arial" panose="020B0604020202020204" pitchFamily="34" charset="0"/>
                <a:ea typeface="宋体" panose="02010600030101010101" pitchFamily="2" charset="-122"/>
              </a:rPr>
              <a:t>1</a:t>
            </a:r>
            <a:r>
              <a:rPr lang="en-US" altLang="zh-CN" sz="2100">
                <a:solidFill>
                  <a:schemeClr val="folHlink"/>
                </a:solidFill>
                <a:latin typeface="Arial" panose="020B0604020202020204" pitchFamily="34" charset="0"/>
                <a:ea typeface="宋体" panose="02010600030101010101" pitchFamily="2" charset="-122"/>
              </a:rPr>
              <a:t> </a:t>
            </a:r>
            <a:r>
              <a:rPr lang="zh-CN" altLang="en-US" sz="2100">
                <a:solidFill>
                  <a:schemeClr val="folHlink"/>
                </a:solidFill>
                <a:latin typeface="Arial" panose="020B0604020202020204" pitchFamily="34" charset="0"/>
                <a:ea typeface="宋体" panose="02010600030101010101" pitchFamily="2" charset="-122"/>
              </a:rPr>
              <a:t>发送给 </a:t>
            </a:r>
            <a:r>
              <a:rPr lang="en-US" altLang="zh-CN" sz="2100">
                <a:solidFill>
                  <a:schemeClr val="folHlink"/>
                </a:solidFill>
                <a:latin typeface="Arial" panose="020B0604020202020204" pitchFamily="34" charset="0"/>
                <a:ea typeface="宋体" panose="02010600030101010101" pitchFamily="2" charset="-122"/>
              </a:rPr>
              <a:t>H</a:t>
            </a:r>
            <a:r>
              <a:rPr lang="en-US" altLang="zh-CN" sz="2100" baseline="-25000">
                <a:solidFill>
                  <a:schemeClr val="folHlink"/>
                </a:solidFill>
                <a:latin typeface="Arial" panose="020B0604020202020204" pitchFamily="34" charset="0"/>
                <a:ea typeface="宋体" panose="02010600030101010101" pitchFamily="2" charset="-122"/>
              </a:rPr>
              <a:t>2</a:t>
            </a:r>
            <a:r>
              <a:rPr lang="en-US" altLang="zh-CN" sz="2100">
                <a:solidFill>
                  <a:schemeClr val="folHlink"/>
                </a:solidFill>
                <a:latin typeface="Arial" panose="020B0604020202020204" pitchFamily="34" charset="0"/>
                <a:ea typeface="宋体" panose="02010600030101010101" pitchFamily="2" charset="-122"/>
              </a:rPr>
              <a:t> </a:t>
            </a:r>
            <a:r>
              <a:rPr lang="zh-CN" altLang="en-US" sz="2100">
                <a:solidFill>
                  <a:schemeClr val="folHlink"/>
                </a:solidFill>
                <a:latin typeface="Arial" panose="020B0604020202020204" pitchFamily="34" charset="0"/>
                <a:ea typeface="宋体" panose="02010600030101010101" pitchFamily="2" charset="-122"/>
              </a:rPr>
              <a:t>的分组可能沿着不同路径传送</a:t>
            </a:r>
          </a:p>
        </p:txBody>
      </p:sp>
      <p:sp>
        <p:nvSpPr>
          <p:cNvPr id="37937" name="幻灯片编号占位符 1">
            <a:extLst>
              <a:ext uri="{FF2B5EF4-FFF2-40B4-BE49-F238E27FC236}">
                <a16:creationId xmlns:a16="http://schemas.microsoft.com/office/drawing/2014/main" id="{9ADF265D-B95C-A247-94D7-2E1CDF360CF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F80E96D-4158-5A4D-A550-09D2A770BA4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73204057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9937" name="Rectangle 4">
            <a:extLst>
              <a:ext uri="{FF2B5EF4-FFF2-40B4-BE49-F238E27FC236}">
                <a16:creationId xmlns:a16="http://schemas.microsoft.com/office/drawing/2014/main" id="{0C222DF9-24BB-0148-83B6-A77DEB934FFA}"/>
              </a:ext>
            </a:extLst>
          </p:cNvPr>
          <p:cNvSpPr>
            <a:spLocks noChangeArrowheads="1"/>
          </p:cNvSpPr>
          <p:nvPr/>
        </p:nvSpPr>
        <p:spPr bwMode="auto">
          <a:xfrm>
            <a:off x="1972582" y="353899"/>
            <a:ext cx="5032148"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700" dirty="0">
                <a:solidFill>
                  <a:schemeClr val="tx1"/>
                </a:solidFill>
                <a:latin typeface="微软雅黑" panose="020B0503020204020204" pitchFamily="34" charset="-122"/>
                <a:ea typeface="宋体" panose="02010600030101010101" pitchFamily="2" charset="-122"/>
              </a:rPr>
              <a:t>虚电路服务与数据报服务的对比</a:t>
            </a:r>
            <a:endParaRPr lang="zh-CN" altLang="en-US" sz="4500" dirty="0">
              <a:solidFill>
                <a:schemeClr val="tx1"/>
              </a:solidFill>
              <a:latin typeface="微软雅黑" panose="020B0503020204020204" pitchFamily="34" charset="-122"/>
              <a:ea typeface="宋体" panose="02010600030101010101" pitchFamily="2" charset="-122"/>
            </a:endParaRPr>
          </a:p>
        </p:txBody>
      </p:sp>
      <p:graphicFrame>
        <p:nvGraphicFramePr>
          <p:cNvPr id="947371" name="Group 171">
            <a:extLst>
              <a:ext uri="{FF2B5EF4-FFF2-40B4-BE49-F238E27FC236}">
                <a16:creationId xmlns:a16="http://schemas.microsoft.com/office/drawing/2014/main" id="{E86A5DC7-BC72-604C-B90C-A350A4B9F374}"/>
              </a:ext>
            </a:extLst>
          </p:cNvPr>
          <p:cNvGraphicFramePr>
            <a:graphicFrameLocks noGrp="1"/>
          </p:cNvGraphicFramePr>
          <p:nvPr>
            <p:extLst>
              <p:ext uri="{D42A27DB-BD31-4B8C-83A1-F6EECF244321}">
                <p14:modId xmlns:p14="http://schemas.microsoft.com/office/powerpoint/2010/main" val="350511391"/>
              </p:ext>
            </p:extLst>
          </p:nvPr>
        </p:nvGraphicFramePr>
        <p:xfrm>
          <a:off x="1223963" y="901303"/>
          <a:ext cx="6642498" cy="3833812"/>
        </p:xfrm>
        <a:graphic>
          <a:graphicData uri="http://schemas.openxmlformats.org/drawingml/2006/table">
            <a:tbl>
              <a:tblPr/>
              <a:tblGrid>
                <a:gridCol w="1512094">
                  <a:extLst>
                    <a:ext uri="{9D8B030D-6E8A-4147-A177-3AD203B41FA5}">
                      <a16:colId xmlns:a16="http://schemas.microsoft.com/office/drawing/2014/main" val="20000"/>
                    </a:ext>
                  </a:extLst>
                </a:gridCol>
                <a:gridCol w="2496741">
                  <a:extLst>
                    <a:ext uri="{9D8B030D-6E8A-4147-A177-3AD203B41FA5}">
                      <a16:colId xmlns:a16="http://schemas.microsoft.com/office/drawing/2014/main" val="20001"/>
                    </a:ext>
                  </a:extLst>
                </a:gridCol>
                <a:gridCol w="2633663">
                  <a:extLst>
                    <a:ext uri="{9D8B030D-6E8A-4147-A177-3AD203B41FA5}">
                      <a16:colId xmlns:a16="http://schemas.microsoft.com/office/drawing/2014/main" val="20002"/>
                    </a:ext>
                  </a:extLst>
                </a:gridCol>
              </a:tblGrid>
              <a:tr h="46791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对比的方面</a:t>
                      </a:r>
                      <a:endParaRPr kumimoji="0" lang="zh-CN" altLang="en-US" sz="36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虚电路服务</a:t>
                      </a:r>
                      <a:endParaRPr kumimoji="0" lang="zh-CN" altLang="en-US" sz="36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数据报服务</a:t>
                      </a:r>
                      <a:endParaRPr kumimoji="0" lang="zh-CN" altLang="en-US" sz="36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5262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思路</a:t>
                      </a:r>
                      <a:endParaRPr kumimoji="0" lang="zh-CN" altLang="en-US" sz="30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txBody>
                  <a:tcPr marL="68580" marR="68580" marT="34274" marB="34274"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可靠通信应当由网络来保证</a:t>
                      </a:r>
                      <a:endParaRPr kumimoji="0" lang="zh-CN" altLang="en-US" sz="3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可靠通信应当由用户主机来保证</a:t>
                      </a:r>
                      <a:endParaRPr kumimoji="0" lang="zh-CN" altLang="en-US" sz="30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976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连接的建立</a:t>
                      </a:r>
                      <a:endParaRPr kumimoji="0" lang="zh-CN" altLang="en-US" sz="30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txBody>
                  <a:tcPr marL="68580" marR="68580" marT="34274" marB="34274"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必须有</a:t>
                      </a:r>
                      <a:endParaRPr kumimoji="0" lang="zh-CN" altLang="en-US" sz="3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不需要</a:t>
                      </a:r>
                      <a:endParaRPr kumimoji="0" lang="zh-CN" altLang="en-US" sz="30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262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终点地址</a:t>
                      </a:r>
                      <a:endParaRPr kumimoji="0" lang="zh-CN" altLang="en-US" sz="30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txBody>
                  <a:tcPr marL="68580" marR="68580" marT="34274" marB="34274"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仅在连接建立阶段使用，每个分组使用短的虚电路号</a:t>
                      </a:r>
                      <a:endParaRPr kumimoji="0" lang="zh-CN" altLang="en-US" sz="3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每个分组都有终点的完整地址</a:t>
                      </a:r>
                      <a:endParaRPr kumimoji="0" lang="zh-CN" altLang="en-US" sz="30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262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分组的转发</a:t>
                      </a:r>
                      <a:endParaRPr kumimoji="0" lang="zh-CN" altLang="en-US" sz="30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txBody>
                  <a:tcPr marL="68580" marR="68580" marT="34274" marB="34274"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属于同一条虚电路的分组均按照同一路由进行转发</a:t>
                      </a:r>
                      <a:endParaRPr kumimoji="0" lang="zh-CN" altLang="en-US" sz="3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每个分组独立选择路由进行转发</a:t>
                      </a:r>
                      <a:endParaRPr kumimoji="0" lang="zh-CN" altLang="en-US" sz="3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262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当结点出故障时</a:t>
                      </a:r>
                      <a:endParaRPr kumimoji="0" lang="zh-CN" altLang="en-US" sz="30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txBody>
                  <a:tcPr marL="68580" marR="68580" marT="34274" marB="34274"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所有通过出故障的结点的虚电路均不能工作</a:t>
                      </a:r>
                      <a:endParaRPr kumimoji="0" lang="zh-CN" altLang="en-US" sz="30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出故障的结点可能会丢失分组，一些路由可能会发生变化</a:t>
                      </a:r>
                      <a:endParaRPr kumimoji="0" lang="zh-CN" altLang="en-US" sz="3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2976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分组的顺序</a:t>
                      </a:r>
                      <a:endParaRPr kumimoji="0" lang="zh-CN" altLang="en-US" sz="30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txBody>
                  <a:tcPr marL="68580" marR="68580" marT="34274" marB="34274"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总是按发送顺序到达终点</a:t>
                      </a:r>
                      <a:endParaRPr kumimoji="0" lang="zh-CN" altLang="en-US" sz="30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到达终点时不一定按发送顺序</a:t>
                      </a:r>
                      <a:endParaRPr kumimoji="0" lang="zh-CN" altLang="en-US" sz="3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66556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端到端的差错处理和流量控制</a:t>
                      </a:r>
                      <a:endParaRPr kumimoji="0" lang="zh-CN" altLang="en-US" sz="30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txBody>
                  <a:tcPr marL="68580" marR="68580" marT="34274" marB="34274"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可以由网络负责，也可以由用户主机负责</a:t>
                      </a:r>
                      <a:endParaRPr kumimoji="0" lang="zh-CN" altLang="en-US" sz="30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由用户主机负责</a:t>
                      </a:r>
                      <a:endParaRPr kumimoji="0" lang="zh-CN" altLang="en-US" sz="3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bl>
          </a:graphicData>
        </a:graphic>
      </p:graphicFrame>
      <p:sp>
        <p:nvSpPr>
          <p:cNvPr id="39976" name="幻灯片编号占位符 1">
            <a:extLst>
              <a:ext uri="{FF2B5EF4-FFF2-40B4-BE49-F238E27FC236}">
                <a16:creationId xmlns:a16="http://schemas.microsoft.com/office/drawing/2014/main" id="{A60DA3FA-F296-4F4D-A5CA-A77A82C1CF0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921360B-F6E0-B64F-AB73-7ABBA26650F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03361766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5" name="Rectangle 2">
            <a:extLst>
              <a:ext uri="{FF2B5EF4-FFF2-40B4-BE49-F238E27FC236}">
                <a16:creationId xmlns:a16="http://schemas.microsoft.com/office/drawing/2014/main" id="{20B5D263-135B-F64F-9CEA-A700908F8FFB}"/>
              </a:ext>
            </a:extLst>
          </p:cNvPr>
          <p:cNvSpPr>
            <a:spLocks noGrp="1" noChangeArrowheads="1"/>
          </p:cNvSpPr>
          <p:nvPr>
            <p:ph type="title"/>
          </p:nvPr>
        </p:nvSpPr>
        <p:spPr>
          <a:xfrm>
            <a:off x="160020" y="195263"/>
            <a:ext cx="6874193" cy="736997"/>
          </a:xfrm>
        </p:spPr>
        <p:txBody>
          <a:bodyPr/>
          <a:lstStyle/>
          <a:p>
            <a:pPr eaLnBrk="1" hangingPunct="1"/>
            <a:r>
              <a:rPr lang="en-US" altLang="zh-CN" dirty="0">
                <a:latin typeface="Times New Roman" panose="02020603050405020304" pitchFamily="18" charset="0"/>
                <a:ea typeface="宋体" panose="02010600030101010101" pitchFamily="2" charset="-122"/>
              </a:rPr>
              <a:t>4.2  </a:t>
            </a:r>
            <a:r>
              <a:rPr lang="zh-CN" altLang="en-US" dirty="0">
                <a:latin typeface="Times New Roman" panose="02020603050405020304" pitchFamily="18" charset="0"/>
                <a:ea typeface="宋体" panose="02010600030101010101" pitchFamily="2" charset="-122"/>
              </a:rPr>
              <a:t>网际协议</a:t>
            </a:r>
            <a:r>
              <a:rPr lang="en-US" altLang="zh-CN" dirty="0">
                <a:latin typeface="Times New Roman" panose="02020603050405020304" pitchFamily="18" charset="0"/>
                <a:ea typeface="宋体" panose="02010600030101010101" pitchFamily="2" charset="-122"/>
              </a:rPr>
              <a:t>IP </a:t>
            </a:r>
          </a:p>
        </p:txBody>
      </p:sp>
      <p:sp>
        <p:nvSpPr>
          <p:cNvPr id="41986" name="Rectangle 3">
            <a:extLst>
              <a:ext uri="{FF2B5EF4-FFF2-40B4-BE49-F238E27FC236}">
                <a16:creationId xmlns:a16="http://schemas.microsoft.com/office/drawing/2014/main" id="{A60033FA-0013-4040-A675-7A1F5D3972A5}"/>
              </a:ext>
            </a:extLst>
          </p:cNvPr>
          <p:cNvSpPr>
            <a:spLocks noGrp="1" noChangeArrowheads="1"/>
          </p:cNvSpPr>
          <p:nvPr>
            <p:ph type="body" idx="1"/>
          </p:nvPr>
        </p:nvSpPr>
        <p:spPr>
          <a:xfrm>
            <a:off x="160020" y="1006079"/>
            <a:ext cx="8778240" cy="4019550"/>
          </a:xfrm>
        </p:spPr>
        <p:txBody>
          <a:bodyPr/>
          <a:lstStyle/>
          <a:p>
            <a:pPr eaLnBrk="1" hangingPunct="1"/>
            <a:r>
              <a:rPr lang="zh-CN" altLang="en-US" dirty="0">
                <a:ea typeface="宋体" panose="02010600030101010101" pitchFamily="2" charset="-122"/>
              </a:rPr>
              <a:t>网际协议 </a:t>
            </a:r>
            <a:r>
              <a:rPr lang="en-US" altLang="zh-CN" dirty="0">
                <a:ea typeface="宋体" panose="02010600030101010101" pitchFamily="2" charset="-122"/>
              </a:rPr>
              <a:t>IP </a:t>
            </a:r>
            <a:r>
              <a:rPr lang="zh-CN" altLang="en-US" dirty="0">
                <a:ea typeface="宋体" panose="02010600030101010101" pitchFamily="2" charset="-122"/>
              </a:rPr>
              <a:t>是 </a:t>
            </a:r>
            <a:r>
              <a:rPr lang="en-US" altLang="zh-CN" dirty="0">
                <a:ea typeface="宋体" panose="02010600030101010101" pitchFamily="2" charset="-122"/>
              </a:rPr>
              <a:t>TCP/IP </a:t>
            </a:r>
            <a:r>
              <a:rPr lang="zh-CN" altLang="en-US" dirty="0">
                <a:ea typeface="宋体" panose="02010600030101010101" pitchFamily="2" charset="-122"/>
              </a:rPr>
              <a:t>体系中两个最主要的协议之一。与 </a:t>
            </a:r>
            <a:r>
              <a:rPr lang="en-US" altLang="zh-CN" dirty="0">
                <a:ea typeface="宋体" panose="02010600030101010101" pitchFamily="2" charset="-122"/>
              </a:rPr>
              <a:t>IP </a:t>
            </a:r>
            <a:r>
              <a:rPr lang="zh-CN" altLang="en-US" dirty="0">
                <a:ea typeface="宋体" panose="02010600030101010101" pitchFamily="2" charset="-122"/>
              </a:rPr>
              <a:t>协议配套使用的还有三个协议：</a:t>
            </a:r>
          </a:p>
          <a:p>
            <a:pPr lvl="1" eaLnBrk="1" hangingPunct="1"/>
            <a:r>
              <a:rPr lang="zh-CN" altLang="en-US" dirty="0">
                <a:ea typeface="宋体" panose="02010600030101010101" pitchFamily="2" charset="-122"/>
              </a:rPr>
              <a:t>地址解析协议 </a:t>
            </a:r>
            <a:r>
              <a:rPr lang="en-US" altLang="zh-CN" dirty="0">
                <a:ea typeface="宋体" panose="02010600030101010101" pitchFamily="2" charset="-122"/>
              </a:rPr>
              <a:t>ARP</a:t>
            </a:r>
          </a:p>
          <a:p>
            <a:pPr lvl="1" eaLnBrk="1" hangingPunct="1">
              <a:buFont typeface="Wingdings" pitchFamily="2" charset="2"/>
              <a:buNone/>
            </a:pPr>
            <a:r>
              <a:rPr lang="en-US" altLang="zh-CN" dirty="0">
                <a:ea typeface="宋体" panose="02010600030101010101" pitchFamily="2" charset="-122"/>
              </a:rPr>
              <a:t>    (Address Resolution Protocol)</a:t>
            </a:r>
          </a:p>
          <a:p>
            <a:pPr lvl="1" eaLnBrk="1" hangingPunct="1"/>
            <a:r>
              <a:rPr lang="zh-CN" altLang="en-US" dirty="0">
                <a:ea typeface="宋体" panose="02010600030101010101" pitchFamily="2" charset="-122"/>
              </a:rPr>
              <a:t>网际控制报文协议 </a:t>
            </a:r>
            <a:r>
              <a:rPr lang="en-US" altLang="zh-CN" dirty="0">
                <a:ea typeface="宋体" panose="02010600030101010101" pitchFamily="2" charset="-122"/>
              </a:rPr>
              <a:t>ICMP</a:t>
            </a:r>
          </a:p>
          <a:p>
            <a:pPr lvl="1" eaLnBrk="1" hangingPunct="1">
              <a:buFont typeface="Wingdings" pitchFamily="2" charset="2"/>
              <a:buNone/>
            </a:pPr>
            <a:r>
              <a:rPr lang="en-US" altLang="zh-CN" dirty="0">
                <a:ea typeface="宋体" panose="02010600030101010101" pitchFamily="2" charset="-122"/>
              </a:rPr>
              <a:t>   (Internet Control Message Protocol)</a:t>
            </a:r>
          </a:p>
          <a:p>
            <a:pPr lvl="1" eaLnBrk="1" hangingPunct="1"/>
            <a:r>
              <a:rPr lang="zh-CN" altLang="en-US" dirty="0">
                <a:ea typeface="宋体" panose="02010600030101010101" pitchFamily="2" charset="-122"/>
              </a:rPr>
              <a:t>网际组管理协议 </a:t>
            </a:r>
            <a:r>
              <a:rPr lang="en-US" altLang="zh-CN" dirty="0">
                <a:ea typeface="宋体" panose="02010600030101010101" pitchFamily="2" charset="-122"/>
              </a:rPr>
              <a:t>IGMP</a:t>
            </a:r>
          </a:p>
          <a:p>
            <a:pPr lvl="1" eaLnBrk="1" hangingPunct="1">
              <a:buFont typeface="Wingdings" pitchFamily="2" charset="2"/>
              <a:buNone/>
            </a:pPr>
            <a:r>
              <a:rPr lang="en-US" altLang="zh-CN" dirty="0">
                <a:ea typeface="宋体" panose="02010600030101010101" pitchFamily="2" charset="-122"/>
              </a:rPr>
              <a:t>   (Internet Group Management Protocol)</a:t>
            </a:r>
          </a:p>
        </p:txBody>
      </p:sp>
      <p:sp>
        <p:nvSpPr>
          <p:cNvPr id="41987" name="幻灯片编号占位符 1">
            <a:extLst>
              <a:ext uri="{FF2B5EF4-FFF2-40B4-BE49-F238E27FC236}">
                <a16:creationId xmlns:a16="http://schemas.microsoft.com/office/drawing/2014/main" id="{4799C6C1-FA6D-7B47-8D16-6D5884316865}"/>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A129387-DB6A-0F44-A08C-F1492162007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13412047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3" name="Rectangle 2">
            <a:extLst>
              <a:ext uri="{FF2B5EF4-FFF2-40B4-BE49-F238E27FC236}">
                <a16:creationId xmlns:a16="http://schemas.microsoft.com/office/drawing/2014/main" id="{573D658C-3EFC-7D4E-A609-99090A6C07FF}"/>
              </a:ext>
            </a:extLst>
          </p:cNvPr>
          <p:cNvSpPr>
            <a:spLocks noGrp="1" noChangeArrowheads="1"/>
          </p:cNvSpPr>
          <p:nvPr>
            <p:ph type="title"/>
          </p:nvPr>
        </p:nvSpPr>
        <p:spPr>
          <a:xfrm>
            <a:off x="148590" y="160735"/>
            <a:ext cx="7232095" cy="733425"/>
          </a:xfrm>
        </p:spPr>
        <p:txBody>
          <a:bodyPr/>
          <a:lstStyle/>
          <a:p>
            <a:pPr eaLnBrk="1" hangingPunct="1"/>
            <a:r>
              <a:rPr lang="zh-CN" altLang="en-US" sz="3000" dirty="0">
                <a:ea typeface="宋体" panose="02010600030101010101" pitchFamily="2" charset="-122"/>
              </a:rPr>
              <a:t>网际层的 </a:t>
            </a:r>
            <a:r>
              <a:rPr lang="en-US" altLang="zh-CN" sz="3000" dirty="0">
                <a:ea typeface="宋体" panose="02010600030101010101" pitchFamily="2" charset="-122"/>
              </a:rPr>
              <a:t>IP </a:t>
            </a:r>
            <a:r>
              <a:rPr lang="zh-CN" altLang="en-US" sz="3000" dirty="0">
                <a:ea typeface="宋体" panose="02010600030101010101" pitchFamily="2" charset="-122"/>
              </a:rPr>
              <a:t>协议及配套协议</a:t>
            </a:r>
          </a:p>
        </p:txBody>
      </p:sp>
      <p:sp>
        <p:nvSpPr>
          <p:cNvPr id="44034" name="Rectangle 4">
            <a:extLst>
              <a:ext uri="{FF2B5EF4-FFF2-40B4-BE49-F238E27FC236}">
                <a16:creationId xmlns:a16="http://schemas.microsoft.com/office/drawing/2014/main" id="{DEEF39FC-B179-D243-B26B-1C734E861900}"/>
              </a:ext>
            </a:extLst>
          </p:cNvPr>
          <p:cNvSpPr>
            <a:spLocks noChangeArrowheads="1"/>
          </p:cNvSpPr>
          <p:nvPr/>
        </p:nvSpPr>
        <p:spPr bwMode="auto">
          <a:xfrm>
            <a:off x="3574257" y="2561035"/>
            <a:ext cx="3050381" cy="1103709"/>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4035" name="Rectangle 5">
            <a:extLst>
              <a:ext uri="{FF2B5EF4-FFF2-40B4-BE49-F238E27FC236}">
                <a16:creationId xmlns:a16="http://schemas.microsoft.com/office/drawing/2014/main" id="{74B87622-2117-DB47-B8CD-311858B12759}"/>
              </a:ext>
            </a:extLst>
          </p:cNvPr>
          <p:cNvSpPr>
            <a:spLocks noChangeArrowheads="1"/>
          </p:cNvSpPr>
          <p:nvPr/>
        </p:nvSpPr>
        <p:spPr bwMode="auto">
          <a:xfrm>
            <a:off x="3574257" y="1515666"/>
            <a:ext cx="3050381" cy="2556272"/>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800">
              <a:solidFill>
                <a:schemeClr val="folHlink"/>
              </a:solidFill>
              <a:latin typeface="Arial" panose="020B0604020202020204" pitchFamily="34" charset="0"/>
              <a:ea typeface="黑体" panose="02010609060101010101" pitchFamily="49" charset="-122"/>
              <a:cs typeface="黑体" panose="02010609060101010101" pitchFamily="49" charset="-122"/>
            </a:endParaRPr>
          </a:p>
        </p:txBody>
      </p:sp>
      <p:sp>
        <p:nvSpPr>
          <p:cNvPr id="44036" name="Line 6">
            <a:extLst>
              <a:ext uri="{FF2B5EF4-FFF2-40B4-BE49-F238E27FC236}">
                <a16:creationId xmlns:a16="http://schemas.microsoft.com/office/drawing/2014/main" id="{98F79D7C-E419-0842-A954-749E216186BC}"/>
              </a:ext>
            </a:extLst>
          </p:cNvPr>
          <p:cNvSpPr>
            <a:spLocks noChangeShapeType="1"/>
          </p:cNvSpPr>
          <p:nvPr/>
        </p:nvSpPr>
        <p:spPr bwMode="auto">
          <a:xfrm>
            <a:off x="3574257" y="2155031"/>
            <a:ext cx="305038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4037" name="Line 7">
            <a:extLst>
              <a:ext uri="{FF2B5EF4-FFF2-40B4-BE49-F238E27FC236}">
                <a16:creationId xmlns:a16="http://schemas.microsoft.com/office/drawing/2014/main" id="{2F04B7B2-A402-3C40-8F61-3453EC854D88}"/>
              </a:ext>
            </a:extLst>
          </p:cNvPr>
          <p:cNvSpPr>
            <a:spLocks noChangeShapeType="1"/>
          </p:cNvSpPr>
          <p:nvPr/>
        </p:nvSpPr>
        <p:spPr bwMode="auto">
          <a:xfrm>
            <a:off x="3574257" y="2561035"/>
            <a:ext cx="305038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4038" name="Text Box 8">
            <a:extLst>
              <a:ext uri="{FF2B5EF4-FFF2-40B4-BE49-F238E27FC236}">
                <a16:creationId xmlns:a16="http://schemas.microsoft.com/office/drawing/2014/main" id="{7BC02DAB-C3E0-4543-8564-8A0CD9C0FDE4}"/>
              </a:ext>
            </a:extLst>
          </p:cNvPr>
          <p:cNvSpPr txBox="1">
            <a:spLocks noChangeArrowheads="1"/>
          </p:cNvSpPr>
          <p:nvPr/>
        </p:nvSpPr>
        <p:spPr bwMode="auto">
          <a:xfrm>
            <a:off x="4305300" y="1526381"/>
            <a:ext cx="18004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a:solidFill>
                  <a:schemeClr val="tx1"/>
                </a:solidFill>
                <a:latin typeface="Arial" panose="020B0604020202020204" pitchFamily="34" charset="0"/>
                <a:ea typeface="宋体" panose="02010600030101010101" pitchFamily="2" charset="-122"/>
                <a:cs typeface="黑体" panose="02010609060101010101" pitchFamily="49" charset="-122"/>
              </a:rPr>
              <a:t>各种应用层协议</a:t>
            </a:r>
          </a:p>
        </p:txBody>
      </p:sp>
      <p:sp>
        <p:nvSpPr>
          <p:cNvPr id="44039" name="Text Box 9">
            <a:extLst>
              <a:ext uri="{FF2B5EF4-FFF2-40B4-BE49-F238E27FC236}">
                <a16:creationId xmlns:a16="http://schemas.microsoft.com/office/drawing/2014/main" id="{D2E58568-B34A-F04D-8EBE-A8CFA365DA19}"/>
              </a:ext>
            </a:extLst>
          </p:cNvPr>
          <p:cNvSpPr txBox="1">
            <a:spLocks noChangeArrowheads="1"/>
          </p:cNvSpPr>
          <p:nvPr/>
        </p:nvSpPr>
        <p:spPr bwMode="auto">
          <a:xfrm>
            <a:off x="2141935" y="3759994"/>
            <a:ext cx="146706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75000"/>
              </a:lnSpc>
              <a:spcBef>
                <a:spcPct val="0"/>
              </a:spcBef>
              <a:buClrTx/>
              <a:buSzTx/>
              <a:buFontTx/>
              <a:buNone/>
            </a:pPr>
            <a:r>
              <a:rPr kumimoji="1" lang="en-US" altLang="zh-CN" sz="1800" dirty="0">
                <a:solidFill>
                  <a:schemeClr val="tx1"/>
                </a:solidFill>
                <a:latin typeface="Arial" panose="020B0604020202020204" pitchFamily="34" charset="0"/>
                <a:ea typeface="宋体" panose="02010600030101010101" pitchFamily="2" charset="-122"/>
                <a:cs typeface="黑体" panose="02010609060101010101" pitchFamily="49" charset="-122"/>
              </a:rPr>
              <a:t>  </a:t>
            </a:r>
            <a:r>
              <a:rPr kumimoji="1" lang="zh-CN" altLang="en-US" sz="1800" dirty="0">
                <a:solidFill>
                  <a:schemeClr val="tx1"/>
                </a:solidFill>
                <a:latin typeface="Arial" panose="020B0604020202020204" pitchFamily="34" charset="0"/>
                <a:ea typeface="宋体" panose="02010600030101010101" pitchFamily="2" charset="-122"/>
                <a:cs typeface="黑体" panose="02010609060101010101" pitchFamily="49" charset="-122"/>
              </a:rPr>
              <a:t>网络接口层</a:t>
            </a:r>
          </a:p>
        </p:txBody>
      </p:sp>
      <p:sp>
        <p:nvSpPr>
          <p:cNvPr id="44040" name="Text Box 10">
            <a:extLst>
              <a:ext uri="{FF2B5EF4-FFF2-40B4-BE49-F238E27FC236}">
                <a16:creationId xmlns:a16="http://schemas.microsoft.com/office/drawing/2014/main" id="{AA235A74-F898-A045-B391-1F35F1DE7D70}"/>
              </a:ext>
            </a:extLst>
          </p:cNvPr>
          <p:cNvSpPr txBox="1">
            <a:spLocks noChangeArrowheads="1"/>
          </p:cNvSpPr>
          <p:nvPr/>
        </p:nvSpPr>
        <p:spPr bwMode="auto">
          <a:xfrm>
            <a:off x="3917156" y="1815704"/>
            <a:ext cx="25062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dirty="0">
                <a:solidFill>
                  <a:schemeClr val="tx1"/>
                </a:solidFill>
                <a:latin typeface="Arial" panose="020B0604020202020204" pitchFamily="34" charset="0"/>
                <a:ea typeface="宋体" panose="02010600030101010101" pitchFamily="2" charset="-122"/>
              </a:rPr>
              <a:t>(HTTP, FTP, SMTP </a:t>
            </a:r>
            <a:r>
              <a:rPr kumimoji="1" lang="zh-CN" altLang="zh-CN" sz="1800" dirty="0">
                <a:solidFill>
                  <a:schemeClr val="tx1"/>
                </a:solidFill>
                <a:latin typeface="Arial" panose="020B0604020202020204" pitchFamily="34" charset="0"/>
                <a:ea typeface="宋体" panose="02010600030101010101" pitchFamily="2" charset="-122"/>
              </a:rPr>
              <a:t>等</a:t>
            </a:r>
            <a:r>
              <a:rPr kumimoji="1" lang="en-US" altLang="zh-CN" sz="1800" dirty="0">
                <a:solidFill>
                  <a:schemeClr val="tx1"/>
                </a:solidFill>
                <a:latin typeface="Arial" panose="020B0604020202020204" pitchFamily="34" charset="0"/>
                <a:ea typeface="宋体" panose="02010600030101010101" pitchFamily="2" charset="-122"/>
              </a:rPr>
              <a:t>)</a:t>
            </a:r>
          </a:p>
        </p:txBody>
      </p:sp>
      <p:sp>
        <p:nvSpPr>
          <p:cNvPr id="44041" name="Rectangle 11">
            <a:extLst>
              <a:ext uri="{FF2B5EF4-FFF2-40B4-BE49-F238E27FC236}">
                <a16:creationId xmlns:a16="http://schemas.microsoft.com/office/drawing/2014/main" id="{F04DF921-4485-0640-B0CF-5DB60FE293BA}"/>
              </a:ext>
            </a:extLst>
          </p:cNvPr>
          <p:cNvSpPr>
            <a:spLocks noChangeArrowheads="1"/>
          </p:cNvSpPr>
          <p:nvPr/>
        </p:nvSpPr>
        <p:spPr bwMode="auto">
          <a:xfrm>
            <a:off x="3570685" y="4130278"/>
            <a:ext cx="3053953" cy="547688"/>
          </a:xfrm>
          <a:prstGeom prst="rect">
            <a:avLst/>
          </a:prstGeom>
          <a:solidFill>
            <a:srgbClr val="FFFFFF">
              <a:alpha val="49019"/>
            </a:srgbClr>
          </a:solidFill>
          <a:ln w="9525">
            <a:solidFill>
              <a:schemeClr val="tx1"/>
            </a:solidFill>
            <a:prstDash val="dash"/>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4042" name="Text Box 12">
            <a:extLst>
              <a:ext uri="{FF2B5EF4-FFF2-40B4-BE49-F238E27FC236}">
                <a16:creationId xmlns:a16="http://schemas.microsoft.com/office/drawing/2014/main" id="{206AEA34-9819-924D-ADC3-9BD10115B409}"/>
              </a:ext>
            </a:extLst>
          </p:cNvPr>
          <p:cNvSpPr txBox="1">
            <a:spLocks noChangeArrowheads="1"/>
          </p:cNvSpPr>
          <p:nvPr/>
        </p:nvSpPr>
        <p:spPr bwMode="auto">
          <a:xfrm>
            <a:off x="4572000" y="4226719"/>
            <a:ext cx="11079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dirty="0">
                <a:solidFill>
                  <a:schemeClr val="tx1"/>
                </a:solidFill>
                <a:latin typeface="Arial" panose="020B0604020202020204" pitchFamily="34" charset="0"/>
                <a:ea typeface="宋体" panose="02010600030101010101" pitchFamily="2" charset="-122"/>
                <a:cs typeface="黑体" panose="02010609060101010101" pitchFamily="49" charset="-122"/>
              </a:rPr>
              <a:t>物理硬件</a:t>
            </a:r>
          </a:p>
        </p:txBody>
      </p:sp>
      <p:sp>
        <p:nvSpPr>
          <p:cNvPr id="44043" name="Text Box 13">
            <a:extLst>
              <a:ext uri="{FF2B5EF4-FFF2-40B4-BE49-F238E27FC236}">
                <a16:creationId xmlns:a16="http://schemas.microsoft.com/office/drawing/2014/main" id="{F234AC61-E864-EA4C-A969-E73AA18C05F6}"/>
              </a:ext>
            </a:extLst>
          </p:cNvPr>
          <p:cNvSpPr txBox="1">
            <a:spLocks noChangeArrowheads="1"/>
          </p:cNvSpPr>
          <p:nvPr/>
        </p:nvSpPr>
        <p:spPr bwMode="auto">
          <a:xfrm>
            <a:off x="2505076" y="2175272"/>
            <a:ext cx="8771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dirty="0">
                <a:solidFill>
                  <a:schemeClr val="tx1"/>
                </a:solidFill>
                <a:latin typeface="Arial" panose="020B0604020202020204" pitchFamily="34" charset="0"/>
                <a:ea typeface="宋体" panose="02010600030101010101" pitchFamily="2" charset="-122"/>
                <a:cs typeface="黑体" panose="02010609060101010101" pitchFamily="49" charset="-122"/>
              </a:rPr>
              <a:t>运输层</a:t>
            </a:r>
          </a:p>
        </p:txBody>
      </p:sp>
      <p:sp>
        <p:nvSpPr>
          <p:cNvPr id="44044" name="Text Box 14">
            <a:extLst>
              <a:ext uri="{FF2B5EF4-FFF2-40B4-BE49-F238E27FC236}">
                <a16:creationId xmlns:a16="http://schemas.microsoft.com/office/drawing/2014/main" id="{FAF4DA05-5948-3845-B7D8-572648011244}"/>
              </a:ext>
            </a:extLst>
          </p:cNvPr>
          <p:cNvSpPr txBox="1">
            <a:spLocks noChangeArrowheads="1"/>
          </p:cNvSpPr>
          <p:nvPr/>
        </p:nvSpPr>
        <p:spPr bwMode="auto">
          <a:xfrm>
            <a:off x="4654154" y="2193131"/>
            <a:ext cx="123213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dirty="0">
                <a:solidFill>
                  <a:schemeClr val="tx1"/>
                </a:solidFill>
                <a:latin typeface="Arial" panose="020B0604020202020204" pitchFamily="34" charset="0"/>
                <a:ea typeface="宋体" panose="02010600030101010101" pitchFamily="2" charset="-122"/>
                <a:cs typeface="黑体" panose="02010609060101010101" pitchFamily="49" charset="-122"/>
              </a:rPr>
              <a:t>TCP, UDP</a:t>
            </a:r>
          </a:p>
        </p:txBody>
      </p:sp>
      <p:sp>
        <p:nvSpPr>
          <p:cNvPr id="44045" name="Text Box 15">
            <a:extLst>
              <a:ext uri="{FF2B5EF4-FFF2-40B4-BE49-F238E27FC236}">
                <a16:creationId xmlns:a16="http://schemas.microsoft.com/office/drawing/2014/main" id="{14DD0D1D-1A82-F145-83BE-BBF70B5BE2E9}"/>
              </a:ext>
            </a:extLst>
          </p:cNvPr>
          <p:cNvSpPr txBox="1">
            <a:spLocks noChangeArrowheads="1"/>
          </p:cNvSpPr>
          <p:nvPr/>
        </p:nvSpPr>
        <p:spPr bwMode="auto">
          <a:xfrm>
            <a:off x="2540794" y="1650206"/>
            <a:ext cx="8771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dirty="0">
                <a:solidFill>
                  <a:schemeClr val="tx1"/>
                </a:solidFill>
                <a:latin typeface="Arial" panose="020B0604020202020204" pitchFamily="34" charset="0"/>
                <a:ea typeface="宋体" panose="02010600030101010101" pitchFamily="2" charset="-122"/>
                <a:cs typeface="黑体" panose="02010609060101010101" pitchFamily="49" charset="-122"/>
              </a:rPr>
              <a:t>应用层</a:t>
            </a:r>
          </a:p>
        </p:txBody>
      </p:sp>
      <p:sp>
        <p:nvSpPr>
          <p:cNvPr id="44046" name="Rectangle 16">
            <a:extLst>
              <a:ext uri="{FF2B5EF4-FFF2-40B4-BE49-F238E27FC236}">
                <a16:creationId xmlns:a16="http://schemas.microsoft.com/office/drawing/2014/main" id="{9E7EEF53-4386-234E-8DC6-535E2EA178AC}"/>
              </a:ext>
            </a:extLst>
          </p:cNvPr>
          <p:cNvSpPr>
            <a:spLocks noChangeArrowheads="1"/>
          </p:cNvSpPr>
          <p:nvPr/>
        </p:nvSpPr>
        <p:spPr bwMode="auto">
          <a:xfrm>
            <a:off x="3637360" y="2595563"/>
            <a:ext cx="727472" cy="279797"/>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800">
                <a:solidFill>
                  <a:schemeClr val="folHlink"/>
                </a:solidFill>
                <a:latin typeface="Arial" panose="020B0604020202020204" pitchFamily="34" charset="0"/>
                <a:ea typeface="宋体" panose="02010600030101010101" pitchFamily="2" charset="-122"/>
                <a:cs typeface="黑体" panose="02010609060101010101" pitchFamily="49" charset="-122"/>
              </a:rPr>
              <a:t>ICMP</a:t>
            </a:r>
          </a:p>
        </p:txBody>
      </p:sp>
      <p:sp>
        <p:nvSpPr>
          <p:cNvPr id="44047" name="Text Box 17">
            <a:extLst>
              <a:ext uri="{FF2B5EF4-FFF2-40B4-BE49-F238E27FC236}">
                <a16:creationId xmlns:a16="http://schemas.microsoft.com/office/drawing/2014/main" id="{59715C33-4B7F-6142-B3F7-AD1AAB253D33}"/>
              </a:ext>
            </a:extLst>
          </p:cNvPr>
          <p:cNvSpPr txBox="1">
            <a:spLocks noChangeArrowheads="1"/>
          </p:cNvSpPr>
          <p:nvPr/>
        </p:nvSpPr>
        <p:spPr bwMode="auto">
          <a:xfrm>
            <a:off x="5008960" y="2865835"/>
            <a:ext cx="4026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b="1">
                <a:solidFill>
                  <a:schemeClr val="folHlink"/>
                </a:solidFill>
                <a:latin typeface="Arial" panose="020B0604020202020204" pitchFamily="34" charset="0"/>
                <a:ea typeface="宋体" panose="02010600030101010101" pitchFamily="2" charset="-122"/>
                <a:cs typeface="黑体" panose="02010609060101010101" pitchFamily="49" charset="-122"/>
              </a:rPr>
              <a:t>IP</a:t>
            </a:r>
          </a:p>
        </p:txBody>
      </p:sp>
      <p:sp>
        <p:nvSpPr>
          <p:cNvPr id="44048" name="Rectangle 19">
            <a:extLst>
              <a:ext uri="{FF2B5EF4-FFF2-40B4-BE49-F238E27FC236}">
                <a16:creationId xmlns:a16="http://schemas.microsoft.com/office/drawing/2014/main" id="{2F9FB56E-B470-6945-B60F-C35B0303A505}"/>
              </a:ext>
            </a:extLst>
          </p:cNvPr>
          <p:cNvSpPr>
            <a:spLocks noChangeArrowheads="1"/>
          </p:cNvSpPr>
          <p:nvPr/>
        </p:nvSpPr>
        <p:spPr bwMode="auto">
          <a:xfrm>
            <a:off x="5897166" y="3317082"/>
            <a:ext cx="663178" cy="279797"/>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800">
                <a:solidFill>
                  <a:schemeClr val="folHlink"/>
                </a:solidFill>
                <a:latin typeface="Arial" panose="020B0604020202020204" pitchFamily="34" charset="0"/>
                <a:ea typeface="宋体" panose="02010600030101010101" pitchFamily="2" charset="-122"/>
                <a:cs typeface="黑体" panose="02010609060101010101" pitchFamily="49" charset="-122"/>
              </a:rPr>
              <a:t>ARP</a:t>
            </a:r>
          </a:p>
        </p:txBody>
      </p:sp>
      <p:sp>
        <p:nvSpPr>
          <p:cNvPr id="44049" name="Text Box 20">
            <a:extLst>
              <a:ext uri="{FF2B5EF4-FFF2-40B4-BE49-F238E27FC236}">
                <a16:creationId xmlns:a16="http://schemas.microsoft.com/office/drawing/2014/main" id="{7146BF39-5ADC-D541-B7E1-594DC106693B}"/>
              </a:ext>
            </a:extLst>
          </p:cNvPr>
          <p:cNvSpPr txBox="1">
            <a:spLocks noChangeArrowheads="1"/>
          </p:cNvSpPr>
          <p:nvPr/>
        </p:nvSpPr>
        <p:spPr bwMode="auto">
          <a:xfrm>
            <a:off x="4268391" y="3706416"/>
            <a:ext cx="18004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dirty="0">
                <a:solidFill>
                  <a:schemeClr val="tx1"/>
                </a:solidFill>
                <a:latin typeface="Arial" panose="020B0604020202020204" pitchFamily="34" charset="0"/>
                <a:ea typeface="宋体" panose="02010600030101010101" pitchFamily="2" charset="-122"/>
                <a:cs typeface="黑体" panose="02010609060101010101" pitchFamily="49" charset="-122"/>
              </a:rPr>
              <a:t>与各种网络接口</a:t>
            </a:r>
          </a:p>
        </p:txBody>
      </p:sp>
      <p:sp>
        <p:nvSpPr>
          <p:cNvPr id="44050" name="Line 21">
            <a:extLst>
              <a:ext uri="{FF2B5EF4-FFF2-40B4-BE49-F238E27FC236}">
                <a16:creationId xmlns:a16="http://schemas.microsoft.com/office/drawing/2014/main" id="{199894E5-DC90-7B4E-B839-0308732BED71}"/>
              </a:ext>
            </a:extLst>
          </p:cNvPr>
          <p:cNvSpPr>
            <a:spLocks noChangeShapeType="1"/>
          </p:cNvSpPr>
          <p:nvPr/>
        </p:nvSpPr>
        <p:spPr bwMode="auto">
          <a:xfrm>
            <a:off x="3574257" y="3664744"/>
            <a:ext cx="305038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4051" name="Line 22">
            <a:extLst>
              <a:ext uri="{FF2B5EF4-FFF2-40B4-BE49-F238E27FC236}">
                <a16:creationId xmlns:a16="http://schemas.microsoft.com/office/drawing/2014/main" id="{781CB9C4-78AC-E647-8BAD-AC35EA6BAADA}"/>
              </a:ext>
            </a:extLst>
          </p:cNvPr>
          <p:cNvSpPr>
            <a:spLocks noChangeShapeType="1"/>
          </p:cNvSpPr>
          <p:nvPr/>
        </p:nvSpPr>
        <p:spPr bwMode="auto">
          <a:xfrm>
            <a:off x="2344341" y="2155031"/>
            <a:ext cx="116562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052" name="Line 23">
            <a:extLst>
              <a:ext uri="{FF2B5EF4-FFF2-40B4-BE49-F238E27FC236}">
                <a16:creationId xmlns:a16="http://schemas.microsoft.com/office/drawing/2014/main" id="{94E2E4B7-E5D2-454E-9DDE-461B3E7252FB}"/>
              </a:ext>
            </a:extLst>
          </p:cNvPr>
          <p:cNvSpPr>
            <a:spLocks noChangeShapeType="1"/>
          </p:cNvSpPr>
          <p:nvPr/>
        </p:nvSpPr>
        <p:spPr bwMode="auto">
          <a:xfrm>
            <a:off x="2344341" y="2561035"/>
            <a:ext cx="116562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053" name="Line 24">
            <a:extLst>
              <a:ext uri="{FF2B5EF4-FFF2-40B4-BE49-F238E27FC236}">
                <a16:creationId xmlns:a16="http://schemas.microsoft.com/office/drawing/2014/main" id="{C252C4C0-6FFD-B346-9194-23C54FF80D81}"/>
              </a:ext>
            </a:extLst>
          </p:cNvPr>
          <p:cNvSpPr>
            <a:spLocks noChangeShapeType="1"/>
          </p:cNvSpPr>
          <p:nvPr/>
        </p:nvSpPr>
        <p:spPr bwMode="auto">
          <a:xfrm>
            <a:off x="2364582" y="3662363"/>
            <a:ext cx="1145381" cy="238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054" name="Line 25">
            <a:extLst>
              <a:ext uri="{FF2B5EF4-FFF2-40B4-BE49-F238E27FC236}">
                <a16:creationId xmlns:a16="http://schemas.microsoft.com/office/drawing/2014/main" id="{4F43406F-094A-104C-9C0F-D92721E95993}"/>
              </a:ext>
            </a:extLst>
          </p:cNvPr>
          <p:cNvSpPr>
            <a:spLocks noChangeShapeType="1"/>
          </p:cNvSpPr>
          <p:nvPr/>
        </p:nvSpPr>
        <p:spPr bwMode="auto">
          <a:xfrm>
            <a:off x="2908697" y="2561035"/>
            <a:ext cx="0" cy="1103709"/>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44055" name="Text Box 26">
            <a:extLst>
              <a:ext uri="{FF2B5EF4-FFF2-40B4-BE49-F238E27FC236}">
                <a16:creationId xmlns:a16="http://schemas.microsoft.com/office/drawing/2014/main" id="{C14AE898-2927-114C-9874-764F93FF4650}"/>
              </a:ext>
            </a:extLst>
          </p:cNvPr>
          <p:cNvSpPr txBox="1">
            <a:spLocks noChangeArrowheads="1"/>
          </p:cNvSpPr>
          <p:nvPr/>
        </p:nvSpPr>
        <p:spPr bwMode="auto">
          <a:xfrm>
            <a:off x="2250594" y="2772967"/>
            <a:ext cx="1338829" cy="64633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800" dirty="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a:p>
            <a:pPr algn="ctr" eaLnBrk="1" hangingPunct="1">
              <a:spcBef>
                <a:spcPct val="0"/>
              </a:spcBef>
              <a:buClrTx/>
              <a:buSzTx/>
              <a:buFontTx/>
              <a:buNone/>
            </a:pPr>
            <a:r>
              <a:rPr kumimoji="1" lang="zh-CN" altLang="en-US" sz="1800" dirty="0">
                <a:solidFill>
                  <a:schemeClr val="folHlink"/>
                </a:solidFill>
                <a:latin typeface="Arial" panose="020B0604020202020204" pitchFamily="34" charset="0"/>
                <a:ea typeface="宋体" panose="02010600030101010101" pitchFamily="2" charset="-122"/>
                <a:cs typeface="黑体" panose="02010609060101010101" pitchFamily="49" charset="-122"/>
              </a:rPr>
              <a:t>（网际层）</a:t>
            </a:r>
          </a:p>
        </p:txBody>
      </p:sp>
      <p:sp>
        <p:nvSpPr>
          <p:cNvPr id="44056" name="Rectangle 27">
            <a:extLst>
              <a:ext uri="{FF2B5EF4-FFF2-40B4-BE49-F238E27FC236}">
                <a16:creationId xmlns:a16="http://schemas.microsoft.com/office/drawing/2014/main" id="{71181D6E-366B-AC4E-85E2-123121E4937E}"/>
              </a:ext>
            </a:extLst>
          </p:cNvPr>
          <p:cNvSpPr>
            <a:spLocks noChangeArrowheads="1"/>
          </p:cNvSpPr>
          <p:nvPr/>
        </p:nvSpPr>
        <p:spPr bwMode="auto">
          <a:xfrm>
            <a:off x="4400551" y="2595563"/>
            <a:ext cx="726281" cy="279797"/>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800">
                <a:solidFill>
                  <a:schemeClr val="folHlink"/>
                </a:solidFill>
                <a:latin typeface="Arial" panose="020B0604020202020204" pitchFamily="34" charset="0"/>
                <a:ea typeface="宋体" panose="02010600030101010101" pitchFamily="2" charset="-122"/>
                <a:cs typeface="黑体" panose="02010609060101010101" pitchFamily="49" charset="-122"/>
              </a:rPr>
              <a:t>IGMP</a:t>
            </a:r>
          </a:p>
        </p:txBody>
      </p:sp>
      <p:sp>
        <p:nvSpPr>
          <p:cNvPr id="44057" name="Line 28">
            <a:extLst>
              <a:ext uri="{FF2B5EF4-FFF2-40B4-BE49-F238E27FC236}">
                <a16:creationId xmlns:a16="http://schemas.microsoft.com/office/drawing/2014/main" id="{190E67BA-FCCF-8E40-9E5D-5B78EEFF4644}"/>
              </a:ext>
            </a:extLst>
          </p:cNvPr>
          <p:cNvSpPr>
            <a:spLocks noChangeShapeType="1"/>
          </p:cNvSpPr>
          <p:nvPr/>
        </p:nvSpPr>
        <p:spPr bwMode="auto">
          <a:xfrm flipV="1">
            <a:off x="2353866" y="1515666"/>
            <a:ext cx="1156097"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058" name="Line 29">
            <a:extLst>
              <a:ext uri="{FF2B5EF4-FFF2-40B4-BE49-F238E27FC236}">
                <a16:creationId xmlns:a16="http://schemas.microsoft.com/office/drawing/2014/main" id="{842E55AC-4741-D645-8CDF-8E61D3D2A313}"/>
              </a:ext>
            </a:extLst>
          </p:cNvPr>
          <p:cNvSpPr>
            <a:spLocks noChangeShapeType="1"/>
          </p:cNvSpPr>
          <p:nvPr/>
        </p:nvSpPr>
        <p:spPr bwMode="auto">
          <a:xfrm>
            <a:off x="2333625" y="4071938"/>
            <a:ext cx="117633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059" name="幻灯片编号占位符 1">
            <a:extLst>
              <a:ext uri="{FF2B5EF4-FFF2-40B4-BE49-F238E27FC236}">
                <a16:creationId xmlns:a16="http://schemas.microsoft.com/office/drawing/2014/main" id="{B5992E30-D2C6-2F48-B7F5-D8909155029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8837D7A5-6EAE-7C46-823E-1409B28523B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151378205"/>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1" name="Rectangle 3">
            <a:extLst>
              <a:ext uri="{FF2B5EF4-FFF2-40B4-BE49-F238E27FC236}">
                <a16:creationId xmlns:a16="http://schemas.microsoft.com/office/drawing/2014/main" id="{90224659-9098-2743-BEC1-B2FAC890F9E7}"/>
              </a:ext>
            </a:extLst>
          </p:cNvPr>
          <p:cNvSpPr>
            <a:spLocks noGrp="1" noChangeArrowheads="1"/>
          </p:cNvSpPr>
          <p:nvPr>
            <p:ph type="body" idx="1"/>
          </p:nvPr>
        </p:nvSpPr>
        <p:spPr>
          <a:xfrm>
            <a:off x="160020" y="1059657"/>
            <a:ext cx="8801100" cy="3780235"/>
          </a:xfrm>
        </p:spPr>
        <p:txBody>
          <a:bodyPr/>
          <a:lstStyle/>
          <a:p>
            <a:pPr eaLnBrk="1" hangingPunct="1"/>
            <a:r>
              <a:rPr lang="zh-CN" altLang="en-US" dirty="0">
                <a:latin typeface="微软雅黑" panose="020B0503020204020204" pitchFamily="34" charset="-122"/>
                <a:ea typeface="宋体" panose="02010600030101010101" pitchFamily="2" charset="-122"/>
              </a:rPr>
              <a:t>互连在一起的网络要进行通信，会遇到许多问题需要解决，如：</a:t>
            </a:r>
          </a:p>
          <a:p>
            <a:pPr lvl="1" eaLnBrk="1" hangingPunct="1"/>
            <a:r>
              <a:rPr lang="zh-CN" altLang="en-US" sz="1800" dirty="0">
                <a:latin typeface="微软雅黑" panose="020B0503020204020204" pitchFamily="34" charset="-122"/>
                <a:ea typeface="宋体" panose="02010600030101010101" pitchFamily="2" charset="-122"/>
              </a:rPr>
              <a:t>不同的寻址方案</a:t>
            </a:r>
          </a:p>
          <a:p>
            <a:pPr lvl="1" eaLnBrk="1" hangingPunct="1"/>
            <a:r>
              <a:rPr lang="zh-CN" altLang="en-US" sz="1800" dirty="0">
                <a:latin typeface="微软雅黑" panose="020B0503020204020204" pitchFamily="34" charset="-122"/>
                <a:ea typeface="宋体" panose="02010600030101010101" pitchFamily="2" charset="-122"/>
              </a:rPr>
              <a:t>不同的最大分组长度</a:t>
            </a:r>
          </a:p>
          <a:p>
            <a:pPr lvl="1" eaLnBrk="1" hangingPunct="1"/>
            <a:r>
              <a:rPr lang="zh-CN" altLang="en-US" sz="1800" dirty="0">
                <a:latin typeface="微软雅黑" panose="020B0503020204020204" pitchFamily="34" charset="-122"/>
                <a:ea typeface="宋体" panose="02010600030101010101" pitchFamily="2" charset="-122"/>
              </a:rPr>
              <a:t>不同的网络接入机制</a:t>
            </a:r>
          </a:p>
          <a:p>
            <a:pPr lvl="1" eaLnBrk="1" hangingPunct="1"/>
            <a:r>
              <a:rPr lang="zh-CN" altLang="en-US" sz="1800" dirty="0">
                <a:latin typeface="微软雅黑" panose="020B0503020204020204" pitchFamily="34" charset="-122"/>
                <a:ea typeface="宋体" panose="02010600030101010101" pitchFamily="2" charset="-122"/>
              </a:rPr>
              <a:t>不同的超时控制</a:t>
            </a:r>
          </a:p>
          <a:p>
            <a:pPr lvl="1" eaLnBrk="1" hangingPunct="1"/>
            <a:r>
              <a:rPr lang="zh-CN" altLang="en-US" sz="1800" dirty="0">
                <a:latin typeface="微软雅黑" panose="020B0503020204020204" pitchFamily="34" charset="-122"/>
                <a:ea typeface="宋体" panose="02010600030101010101" pitchFamily="2" charset="-122"/>
              </a:rPr>
              <a:t>不同的差错恢复方法</a:t>
            </a:r>
          </a:p>
          <a:p>
            <a:pPr lvl="1" eaLnBrk="1" hangingPunct="1"/>
            <a:r>
              <a:rPr lang="zh-CN" altLang="en-US" sz="1800" dirty="0">
                <a:latin typeface="微软雅黑" panose="020B0503020204020204" pitchFamily="34" charset="-122"/>
                <a:ea typeface="宋体" panose="02010600030101010101" pitchFamily="2" charset="-122"/>
              </a:rPr>
              <a:t>不同的状态报告方法</a:t>
            </a:r>
          </a:p>
          <a:p>
            <a:pPr lvl="1" eaLnBrk="1" hangingPunct="1"/>
            <a:r>
              <a:rPr lang="zh-CN" altLang="en-US" sz="1800" dirty="0">
                <a:latin typeface="微软雅黑" panose="020B0503020204020204" pitchFamily="34" charset="-122"/>
                <a:ea typeface="宋体" panose="02010600030101010101" pitchFamily="2" charset="-122"/>
              </a:rPr>
              <a:t>不同的路由选择技术</a:t>
            </a:r>
          </a:p>
          <a:p>
            <a:pPr lvl="1" eaLnBrk="1" hangingPunct="1"/>
            <a:r>
              <a:rPr lang="zh-CN" altLang="en-US" sz="1800" dirty="0">
                <a:latin typeface="微软雅黑" panose="020B0503020204020204" pitchFamily="34" charset="-122"/>
                <a:ea typeface="宋体" panose="02010600030101010101" pitchFamily="2" charset="-122"/>
              </a:rPr>
              <a:t>不同的用户接入控制</a:t>
            </a:r>
          </a:p>
          <a:p>
            <a:pPr lvl="1" eaLnBrk="1" hangingPunct="1"/>
            <a:r>
              <a:rPr lang="zh-CN" altLang="en-US" sz="1800" dirty="0">
                <a:latin typeface="微软雅黑" panose="020B0503020204020204" pitchFamily="34" charset="-122"/>
                <a:ea typeface="宋体" panose="02010600030101010101" pitchFamily="2" charset="-122"/>
              </a:rPr>
              <a:t>不同的服务（面向连接服务和无连接服务）</a:t>
            </a:r>
          </a:p>
          <a:p>
            <a:pPr lvl="1" eaLnBrk="1" hangingPunct="1"/>
            <a:r>
              <a:rPr lang="zh-CN" altLang="en-US" sz="1800" dirty="0">
                <a:latin typeface="微软雅黑" panose="020B0503020204020204" pitchFamily="34" charset="-122"/>
                <a:ea typeface="宋体" panose="02010600030101010101" pitchFamily="2" charset="-122"/>
              </a:rPr>
              <a:t>不同的管理与控制方式 </a:t>
            </a:r>
          </a:p>
        </p:txBody>
      </p:sp>
      <p:sp>
        <p:nvSpPr>
          <p:cNvPr id="46082" name="Rectangle 2">
            <a:extLst>
              <a:ext uri="{FF2B5EF4-FFF2-40B4-BE49-F238E27FC236}">
                <a16:creationId xmlns:a16="http://schemas.microsoft.com/office/drawing/2014/main" id="{8D523B4B-2708-3847-AA5C-A04462CF7CC9}"/>
              </a:ext>
            </a:extLst>
          </p:cNvPr>
          <p:cNvSpPr>
            <a:spLocks noGrp="1" noChangeArrowheads="1"/>
          </p:cNvSpPr>
          <p:nvPr>
            <p:ph type="title"/>
          </p:nvPr>
        </p:nvSpPr>
        <p:spPr>
          <a:xfrm>
            <a:off x="160020" y="141685"/>
            <a:ext cx="7069455" cy="790575"/>
          </a:xfrm>
        </p:spPr>
        <p:txBody>
          <a:bodyPr/>
          <a:lstStyle/>
          <a:p>
            <a:pPr eaLnBrk="1" hangingPunct="1"/>
            <a:r>
              <a:rPr lang="en-US" altLang="zh-CN" dirty="0">
                <a:latin typeface="Times New Roman" panose="02020603050405020304" pitchFamily="18" charset="0"/>
                <a:ea typeface="宋体" panose="02010600030101010101" pitchFamily="2" charset="-122"/>
              </a:rPr>
              <a:t>4.2.1  </a:t>
            </a:r>
            <a:r>
              <a:rPr lang="zh-CN" altLang="en-US" dirty="0">
                <a:latin typeface="Times New Roman" panose="02020603050405020304" pitchFamily="18" charset="0"/>
                <a:ea typeface="宋体" panose="02010600030101010101" pitchFamily="2" charset="-122"/>
              </a:rPr>
              <a:t>虚拟互连网络 </a:t>
            </a:r>
          </a:p>
        </p:txBody>
      </p:sp>
      <p:sp>
        <p:nvSpPr>
          <p:cNvPr id="46083" name="幻灯片编号占位符 1">
            <a:extLst>
              <a:ext uri="{FF2B5EF4-FFF2-40B4-BE49-F238E27FC236}">
                <a16:creationId xmlns:a16="http://schemas.microsoft.com/office/drawing/2014/main" id="{7BA8CA69-DDF3-824E-ADC1-98709F4858A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8B210D7-BD2C-C047-A568-7CE04044EA2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66323912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4" name="Rectangle 2">
            <a:extLst>
              <a:ext uri="{FF2B5EF4-FFF2-40B4-BE49-F238E27FC236}">
                <a16:creationId xmlns:a16="http://schemas.microsoft.com/office/drawing/2014/main" id="{D8E3D594-A069-E84E-9DAE-5655CA294463}"/>
              </a:ext>
            </a:extLst>
          </p:cNvPr>
          <p:cNvSpPr>
            <a:spLocks noGrp="1" noChangeArrowheads="1"/>
          </p:cNvSpPr>
          <p:nvPr>
            <p:ph type="body" idx="1"/>
          </p:nvPr>
        </p:nvSpPr>
        <p:spPr>
          <a:xfrm>
            <a:off x="225028" y="1059657"/>
            <a:ext cx="8690372" cy="3780235"/>
          </a:xfrm>
        </p:spPr>
        <p:txBody>
          <a:bodyPr/>
          <a:lstStyle/>
          <a:p>
            <a:pPr eaLnBrk="1" hangingPunct="1">
              <a:lnSpc>
                <a:spcPct val="120000"/>
              </a:lnSpc>
            </a:pPr>
            <a:r>
              <a:rPr lang="zh-CN" altLang="en-US" dirty="0">
                <a:solidFill>
                  <a:schemeClr val="hlink"/>
                </a:solidFill>
                <a:latin typeface="微软雅黑" panose="020B0503020204020204" pitchFamily="34" charset="-122"/>
                <a:ea typeface="宋体" panose="02010600030101010101" pitchFamily="2" charset="-122"/>
              </a:rPr>
              <a:t>中间设备</a:t>
            </a:r>
            <a:r>
              <a:rPr lang="zh-CN" altLang="en-US" dirty="0">
                <a:latin typeface="微软雅黑" panose="020B0503020204020204" pitchFamily="34" charset="-122"/>
                <a:ea typeface="宋体" panose="02010600030101010101" pitchFamily="2" charset="-122"/>
              </a:rPr>
              <a:t>又称为</a:t>
            </a:r>
            <a:r>
              <a:rPr lang="zh-CN" altLang="en-US" dirty="0">
                <a:solidFill>
                  <a:schemeClr val="hlink"/>
                </a:solidFill>
                <a:latin typeface="微软雅黑" panose="020B0503020204020204" pitchFamily="34" charset="-122"/>
                <a:ea typeface="宋体" panose="02010600030101010101" pitchFamily="2" charset="-122"/>
              </a:rPr>
              <a:t>中间系统</a:t>
            </a:r>
            <a:r>
              <a:rPr lang="zh-CN" altLang="en-US" dirty="0">
                <a:latin typeface="微软雅黑" panose="020B0503020204020204" pitchFamily="34" charset="-122"/>
                <a:ea typeface="宋体" panose="02010600030101010101" pitchFamily="2" charset="-122"/>
              </a:rPr>
              <a:t>或</a:t>
            </a:r>
            <a:r>
              <a:rPr lang="zh-CN" altLang="en-US" dirty="0">
                <a:solidFill>
                  <a:schemeClr val="hlink"/>
                </a:solidFill>
                <a:latin typeface="微软雅黑" panose="020B0503020204020204" pitchFamily="34" charset="-122"/>
                <a:ea typeface="宋体" panose="02010600030101010101" pitchFamily="2" charset="-122"/>
              </a:rPr>
              <a:t>中继</a:t>
            </a:r>
            <a:r>
              <a:rPr lang="en-US" altLang="zh-CN" dirty="0">
                <a:latin typeface="微软雅黑" panose="020B0503020204020204" pitchFamily="34" charset="-122"/>
                <a:ea typeface="宋体" panose="02010600030101010101" pitchFamily="2" charset="-122"/>
              </a:rPr>
              <a:t>(relay)</a:t>
            </a:r>
            <a:r>
              <a:rPr lang="zh-CN" altLang="en-US" dirty="0">
                <a:latin typeface="微软雅黑" panose="020B0503020204020204" pitchFamily="34" charset="-122"/>
                <a:ea typeface="宋体" panose="02010600030101010101" pitchFamily="2" charset="-122"/>
              </a:rPr>
              <a:t>系统。</a:t>
            </a:r>
          </a:p>
          <a:p>
            <a:pPr marL="466725" lvl="1" indent="-228600" eaLnBrk="1" hangingPunct="1">
              <a:lnSpc>
                <a:spcPct val="120000"/>
              </a:lnSpc>
            </a:pPr>
            <a:r>
              <a:rPr lang="zh-CN" altLang="en-US" dirty="0">
                <a:solidFill>
                  <a:srgbClr val="333399"/>
                </a:solidFill>
                <a:latin typeface="微软雅黑" panose="020B0503020204020204" pitchFamily="34" charset="-122"/>
                <a:ea typeface="宋体" panose="02010600030101010101" pitchFamily="2" charset="-122"/>
              </a:rPr>
              <a:t>物理层中继系统：</a:t>
            </a:r>
            <a:r>
              <a:rPr lang="zh-CN" altLang="en-US" dirty="0">
                <a:solidFill>
                  <a:schemeClr val="hlink"/>
                </a:solidFill>
                <a:latin typeface="微软雅黑" panose="020B0503020204020204" pitchFamily="34" charset="-122"/>
                <a:ea typeface="宋体" panose="02010600030101010101" pitchFamily="2" charset="-122"/>
              </a:rPr>
              <a:t>转发器</a:t>
            </a:r>
            <a:r>
              <a:rPr lang="en-US" altLang="zh-CN" dirty="0">
                <a:solidFill>
                  <a:srgbClr val="333399"/>
                </a:solidFill>
                <a:latin typeface="微软雅黑" panose="020B0503020204020204" pitchFamily="34" charset="-122"/>
                <a:ea typeface="宋体" panose="02010600030101010101" pitchFamily="2" charset="-122"/>
              </a:rPr>
              <a:t>(repeater)</a:t>
            </a:r>
            <a:r>
              <a:rPr lang="zh-CN" altLang="en-US" dirty="0">
                <a:solidFill>
                  <a:srgbClr val="333399"/>
                </a:solidFill>
                <a:latin typeface="微软雅黑" panose="020B0503020204020204" pitchFamily="34" charset="-122"/>
                <a:ea typeface="宋体" panose="02010600030101010101" pitchFamily="2" charset="-122"/>
              </a:rPr>
              <a:t>或</a:t>
            </a:r>
            <a:r>
              <a:rPr lang="zh-CN" altLang="en-US" dirty="0">
                <a:solidFill>
                  <a:schemeClr val="hlink"/>
                </a:solidFill>
                <a:latin typeface="微软雅黑" panose="020B0503020204020204" pitchFamily="34" charset="-122"/>
                <a:ea typeface="宋体" panose="02010600030101010101" pitchFamily="2" charset="-122"/>
              </a:rPr>
              <a:t>集线器</a:t>
            </a:r>
            <a:r>
              <a:rPr lang="en-US" altLang="zh-CN" dirty="0">
                <a:solidFill>
                  <a:srgbClr val="333399"/>
                </a:solidFill>
                <a:latin typeface="微软雅黑" panose="020B0503020204020204" pitchFamily="34" charset="-122"/>
                <a:ea typeface="宋体" panose="02010600030101010101" pitchFamily="2" charset="-122"/>
              </a:rPr>
              <a:t>(Hub)</a:t>
            </a:r>
            <a:r>
              <a:rPr lang="zh-CN" altLang="en-US" dirty="0">
                <a:solidFill>
                  <a:srgbClr val="333399"/>
                </a:solidFill>
                <a:latin typeface="微软雅黑" panose="020B0503020204020204" pitchFamily="34" charset="-122"/>
                <a:ea typeface="宋体" panose="02010600030101010101" pitchFamily="2" charset="-122"/>
              </a:rPr>
              <a:t>。</a:t>
            </a:r>
          </a:p>
          <a:p>
            <a:pPr marL="466725" lvl="1" indent="-228600" eaLnBrk="1" hangingPunct="1">
              <a:lnSpc>
                <a:spcPct val="120000"/>
              </a:lnSpc>
            </a:pPr>
            <a:r>
              <a:rPr lang="zh-CN" altLang="en-US" dirty="0">
                <a:solidFill>
                  <a:srgbClr val="333399"/>
                </a:solidFill>
                <a:latin typeface="微软雅黑" panose="020B0503020204020204" pitchFamily="34" charset="-122"/>
                <a:ea typeface="宋体" panose="02010600030101010101" pitchFamily="2" charset="-122"/>
              </a:rPr>
              <a:t>数据链路层中继系统：</a:t>
            </a:r>
            <a:r>
              <a:rPr lang="zh-CN" altLang="en-US" dirty="0">
                <a:solidFill>
                  <a:schemeClr val="hlink"/>
                </a:solidFill>
                <a:latin typeface="微软雅黑" panose="020B0503020204020204" pitchFamily="34" charset="-122"/>
                <a:ea typeface="宋体" panose="02010600030101010101" pitchFamily="2" charset="-122"/>
              </a:rPr>
              <a:t>网桥</a:t>
            </a:r>
            <a:r>
              <a:rPr lang="zh-CN" altLang="en-US" dirty="0">
                <a:solidFill>
                  <a:srgbClr val="333399"/>
                </a:solidFill>
                <a:latin typeface="微软雅黑" panose="020B0503020204020204" pitchFamily="34" charset="-122"/>
                <a:ea typeface="宋体" panose="02010600030101010101" pitchFamily="2" charset="-122"/>
              </a:rPr>
              <a:t>或</a:t>
            </a:r>
            <a:r>
              <a:rPr lang="zh-CN" altLang="en-US" dirty="0">
                <a:solidFill>
                  <a:schemeClr val="hlink"/>
                </a:solidFill>
                <a:latin typeface="微软雅黑" panose="020B0503020204020204" pitchFamily="34" charset="-122"/>
                <a:ea typeface="宋体" panose="02010600030101010101" pitchFamily="2" charset="-122"/>
              </a:rPr>
              <a:t>桥接器</a:t>
            </a:r>
            <a:r>
              <a:rPr lang="en-US" altLang="zh-CN" dirty="0">
                <a:solidFill>
                  <a:srgbClr val="333399"/>
                </a:solidFill>
                <a:latin typeface="微软雅黑" panose="020B0503020204020204" pitchFamily="34" charset="-122"/>
                <a:ea typeface="宋体" panose="02010600030101010101" pitchFamily="2" charset="-122"/>
              </a:rPr>
              <a:t>(bridge)</a:t>
            </a:r>
            <a:r>
              <a:rPr lang="zh-CN" altLang="en-US" dirty="0">
                <a:solidFill>
                  <a:srgbClr val="333399"/>
                </a:solidFill>
                <a:latin typeface="微软雅黑" panose="020B0503020204020204" pitchFamily="34" charset="-122"/>
                <a:ea typeface="宋体" panose="02010600030101010101" pitchFamily="2" charset="-122"/>
              </a:rPr>
              <a:t>。</a:t>
            </a:r>
          </a:p>
          <a:p>
            <a:pPr marL="466725" lvl="1" indent="-228600" eaLnBrk="1" hangingPunct="1">
              <a:lnSpc>
                <a:spcPct val="120000"/>
              </a:lnSpc>
            </a:pPr>
            <a:r>
              <a:rPr lang="zh-CN" altLang="en-US" dirty="0">
                <a:solidFill>
                  <a:srgbClr val="333399"/>
                </a:solidFill>
                <a:latin typeface="微软雅黑" panose="020B0503020204020204" pitchFamily="34" charset="-122"/>
                <a:ea typeface="宋体" panose="02010600030101010101" pitchFamily="2" charset="-122"/>
              </a:rPr>
              <a:t>网络层中继系统：</a:t>
            </a:r>
            <a:r>
              <a:rPr lang="zh-CN" altLang="en-US" dirty="0">
                <a:solidFill>
                  <a:schemeClr val="hlink"/>
                </a:solidFill>
                <a:latin typeface="微软雅黑" panose="020B0503020204020204" pitchFamily="34" charset="-122"/>
                <a:ea typeface="宋体" panose="02010600030101010101" pitchFamily="2" charset="-122"/>
              </a:rPr>
              <a:t>路由器</a:t>
            </a:r>
            <a:r>
              <a:rPr lang="en-US" altLang="zh-CN" dirty="0">
                <a:solidFill>
                  <a:srgbClr val="333399"/>
                </a:solidFill>
                <a:latin typeface="微软雅黑" panose="020B0503020204020204" pitchFamily="34" charset="-122"/>
                <a:ea typeface="宋体" panose="02010600030101010101" pitchFamily="2" charset="-122"/>
              </a:rPr>
              <a:t>(router)</a:t>
            </a:r>
            <a:r>
              <a:rPr lang="zh-CN" altLang="en-US" dirty="0">
                <a:solidFill>
                  <a:srgbClr val="333399"/>
                </a:solidFill>
                <a:latin typeface="微软雅黑" panose="020B0503020204020204" pitchFamily="34" charset="-122"/>
                <a:ea typeface="宋体" panose="02010600030101010101" pitchFamily="2" charset="-122"/>
              </a:rPr>
              <a:t>。</a:t>
            </a:r>
          </a:p>
          <a:p>
            <a:pPr marL="466725" lvl="1" indent="-228600" eaLnBrk="1" hangingPunct="1">
              <a:lnSpc>
                <a:spcPct val="120000"/>
              </a:lnSpc>
            </a:pPr>
            <a:r>
              <a:rPr lang="zh-CN" altLang="en-US" dirty="0">
                <a:solidFill>
                  <a:srgbClr val="333399"/>
                </a:solidFill>
                <a:latin typeface="微软雅黑" panose="020B0503020204020204" pitchFamily="34" charset="-122"/>
                <a:ea typeface="宋体" panose="02010600030101010101" pitchFamily="2" charset="-122"/>
              </a:rPr>
              <a:t>网桥和路由器的混合物：</a:t>
            </a:r>
            <a:r>
              <a:rPr lang="zh-CN" altLang="en-US" dirty="0">
                <a:solidFill>
                  <a:schemeClr val="hlink"/>
                </a:solidFill>
                <a:latin typeface="微软雅黑" panose="020B0503020204020204" pitchFamily="34" charset="-122"/>
                <a:ea typeface="宋体" panose="02010600030101010101" pitchFamily="2" charset="-122"/>
              </a:rPr>
              <a:t>桥路器</a:t>
            </a:r>
            <a:r>
              <a:rPr lang="en-US" altLang="zh-CN" dirty="0">
                <a:solidFill>
                  <a:srgbClr val="333399"/>
                </a:solidFill>
                <a:latin typeface="微软雅黑" panose="020B0503020204020204" pitchFamily="34" charset="-122"/>
                <a:ea typeface="宋体" panose="02010600030101010101" pitchFamily="2" charset="-122"/>
              </a:rPr>
              <a:t>(</a:t>
            </a:r>
            <a:r>
              <a:rPr lang="en-US" altLang="zh-CN" dirty="0" err="1">
                <a:solidFill>
                  <a:srgbClr val="333399"/>
                </a:solidFill>
                <a:latin typeface="微软雅黑" panose="020B0503020204020204" pitchFamily="34" charset="-122"/>
                <a:ea typeface="宋体" panose="02010600030101010101" pitchFamily="2" charset="-122"/>
              </a:rPr>
              <a:t>brouter</a:t>
            </a:r>
            <a:r>
              <a:rPr lang="en-US" altLang="zh-CN" dirty="0">
                <a:solidFill>
                  <a:srgbClr val="333399"/>
                </a:solidFill>
                <a:latin typeface="微软雅黑" panose="020B0503020204020204" pitchFamily="34" charset="-122"/>
                <a:ea typeface="宋体" panose="02010600030101010101" pitchFamily="2" charset="-122"/>
              </a:rPr>
              <a:t>)</a:t>
            </a:r>
            <a:r>
              <a:rPr lang="zh-CN" altLang="en-US" dirty="0">
                <a:solidFill>
                  <a:srgbClr val="333399"/>
                </a:solidFill>
                <a:latin typeface="微软雅黑" panose="020B0503020204020204" pitchFamily="34" charset="-122"/>
                <a:ea typeface="宋体" panose="02010600030101010101" pitchFamily="2" charset="-122"/>
              </a:rPr>
              <a:t>。</a:t>
            </a:r>
          </a:p>
          <a:p>
            <a:pPr marL="466725" lvl="1" indent="-228600" eaLnBrk="1" hangingPunct="1">
              <a:lnSpc>
                <a:spcPct val="120000"/>
              </a:lnSpc>
            </a:pPr>
            <a:r>
              <a:rPr lang="zh-CN" altLang="en-US" dirty="0">
                <a:solidFill>
                  <a:srgbClr val="333399"/>
                </a:solidFill>
                <a:latin typeface="微软雅黑" panose="020B0503020204020204" pitchFamily="34" charset="-122"/>
                <a:ea typeface="宋体" panose="02010600030101010101" pitchFamily="2" charset="-122"/>
              </a:rPr>
              <a:t>网络层以上的中继系统：</a:t>
            </a:r>
            <a:r>
              <a:rPr lang="zh-CN" altLang="en-US" dirty="0">
                <a:solidFill>
                  <a:schemeClr val="hlink"/>
                </a:solidFill>
                <a:latin typeface="微软雅黑" panose="020B0503020204020204" pitchFamily="34" charset="-122"/>
                <a:ea typeface="宋体" panose="02010600030101010101" pitchFamily="2" charset="-122"/>
              </a:rPr>
              <a:t>网关</a:t>
            </a:r>
            <a:r>
              <a:rPr lang="en-US" altLang="zh-CN" dirty="0">
                <a:solidFill>
                  <a:srgbClr val="333399"/>
                </a:solidFill>
                <a:latin typeface="微软雅黑" panose="020B0503020204020204" pitchFamily="34" charset="-122"/>
                <a:ea typeface="宋体" panose="02010600030101010101" pitchFamily="2" charset="-122"/>
              </a:rPr>
              <a:t>(gateway)</a:t>
            </a:r>
            <a:r>
              <a:rPr lang="zh-CN" altLang="en-US" dirty="0">
                <a:solidFill>
                  <a:srgbClr val="333399"/>
                </a:solidFill>
                <a:latin typeface="微软雅黑" panose="020B0503020204020204" pitchFamily="34" charset="-122"/>
                <a:ea typeface="宋体" panose="02010600030101010101" pitchFamily="2" charset="-122"/>
              </a:rPr>
              <a:t>。</a:t>
            </a:r>
            <a:r>
              <a:rPr lang="zh-CN" altLang="en-US" dirty="0">
                <a:latin typeface="微软雅黑" panose="020B0503020204020204" pitchFamily="34" charset="-122"/>
                <a:ea typeface="宋体" panose="02010600030101010101" pitchFamily="2" charset="-122"/>
              </a:rPr>
              <a:t>  </a:t>
            </a:r>
          </a:p>
        </p:txBody>
      </p:sp>
      <p:sp>
        <p:nvSpPr>
          <p:cNvPr id="48130" name="Rectangle 3">
            <a:extLst>
              <a:ext uri="{FF2B5EF4-FFF2-40B4-BE49-F238E27FC236}">
                <a16:creationId xmlns:a16="http://schemas.microsoft.com/office/drawing/2014/main" id="{EB87858E-B694-3046-ABC7-612FFEC0F3CA}"/>
              </a:ext>
            </a:extLst>
          </p:cNvPr>
          <p:cNvSpPr>
            <a:spLocks noGrp="1" noChangeArrowheads="1"/>
          </p:cNvSpPr>
          <p:nvPr>
            <p:ph type="title"/>
          </p:nvPr>
        </p:nvSpPr>
        <p:spPr>
          <a:xfrm>
            <a:off x="171450" y="160735"/>
            <a:ext cx="7748588" cy="736997"/>
          </a:xfrm>
        </p:spPr>
        <p:txBody>
          <a:bodyPr/>
          <a:lstStyle/>
          <a:p>
            <a:pPr eaLnBrk="1" hangingPunct="1"/>
            <a:r>
              <a:rPr lang="zh-CN" altLang="en-US" sz="3000" dirty="0">
                <a:ea typeface="宋体" panose="02010600030101010101" pitchFamily="2" charset="-122"/>
              </a:rPr>
              <a:t>网络互相连接起来要使用一些中间设备 </a:t>
            </a:r>
          </a:p>
        </p:txBody>
      </p:sp>
      <p:sp>
        <p:nvSpPr>
          <p:cNvPr id="48131" name="幻灯片编号占位符 1">
            <a:extLst>
              <a:ext uri="{FF2B5EF4-FFF2-40B4-BE49-F238E27FC236}">
                <a16:creationId xmlns:a16="http://schemas.microsoft.com/office/drawing/2014/main" id="{635D3D82-5F5C-A840-A0A3-22E15CBDE33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FB536E0-932A-8D4E-8410-058108BC344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75042137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1234">
                                            <p:txEl>
                                              <p:pRg st="1" end="1"/>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51234">
                                            <p:txEl>
                                              <p:pRg st="2" end="2"/>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51234">
                                            <p:txEl>
                                              <p:pRg st="3" end="3"/>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51234">
                                            <p:txEl>
                                              <p:pRg st="4" end="4"/>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51234">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1234" grpId="0" build="p"/>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258" name="Rectangle 2">
            <a:extLst>
              <a:ext uri="{FF2B5EF4-FFF2-40B4-BE49-F238E27FC236}">
                <a16:creationId xmlns:a16="http://schemas.microsoft.com/office/drawing/2014/main" id="{948C871A-E081-1D42-8D46-62C6993D0F40}"/>
              </a:ext>
            </a:extLst>
          </p:cNvPr>
          <p:cNvSpPr>
            <a:spLocks noGrp="1" noChangeArrowheads="1"/>
          </p:cNvSpPr>
          <p:nvPr>
            <p:ph type="body" idx="1"/>
          </p:nvPr>
        </p:nvSpPr>
        <p:spPr>
          <a:xfrm>
            <a:off x="133563" y="1113235"/>
            <a:ext cx="8804953" cy="3564731"/>
          </a:xfrm>
        </p:spPr>
        <p:txBody>
          <a:bodyPr/>
          <a:lstStyle/>
          <a:p>
            <a:pPr eaLnBrk="1" hangingPunct="1"/>
            <a:r>
              <a:rPr lang="zh-CN" altLang="en-US" dirty="0">
                <a:latin typeface="Times New Roman" panose="02020603050405020304" pitchFamily="18" charset="0"/>
                <a:ea typeface="宋体" panose="02010600030101010101" pitchFamily="2" charset="-122"/>
              </a:rPr>
              <a:t>当中继系统是</a:t>
            </a:r>
            <a:r>
              <a:rPr lang="zh-CN" altLang="en-US" dirty="0">
                <a:solidFill>
                  <a:srgbClr val="C00000"/>
                </a:solidFill>
                <a:latin typeface="Times New Roman" panose="02020603050405020304" pitchFamily="18" charset="0"/>
                <a:ea typeface="宋体" panose="02010600030101010101" pitchFamily="2" charset="-122"/>
              </a:rPr>
              <a:t>转发器</a:t>
            </a:r>
            <a:r>
              <a:rPr lang="zh-CN" altLang="en-US" dirty="0">
                <a:latin typeface="Times New Roman" panose="02020603050405020304" pitchFamily="18" charset="0"/>
                <a:ea typeface="宋体" panose="02010600030101010101" pitchFamily="2" charset="-122"/>
              </a:rPr>
              <a:t>或</a:t>
            </a:r>
            <a:r>
              <a:rPr lang="zh-CN" altLang="en-US" dirty="0">
                <a:solidFill>
                  <a:srgbClr val="C00000"/>
                </a:solidFill>
                <a:latin typeface="Times New Roman" panose="02020603050405020304" pitchFamily="18" charset="0"/>
                <a:ea typeface="宋体" panose="02010600030101010101" pitchFamily="2" charset="-122"/>
              </a:rPr>
              <a:t>网桥</a:t>
            </a:r>
            <a:r>
              <a:rPr lang="zh-CN" altLang="en-US" dirty="0">
                <a:latin typeface="Times New Roman" panose="02020603050405020304" pitchFamily="18" charset="0"/>
                <a:ea typeface="宋体" panose="02010600030101010101" pitchFamily="2" charset="-122"/>
              </a:rPr>
              <a:t>时，一般并不称之为</a:t>
            </a:r>
            <a:r>
              <a:rPr lang="zh-CN" altLang="en-US" dirty="0">
                <a:solidFill>
                  <a:srgbClr val="C00000"/>
                </a:solidFill>
                <a:latin typeface="Times New Roman" panose="02020603050405020304" pitchFamily="18" charset="0"/>
                <a:ea typeface="宋体" panose="02010600030101010101" pitchFamily="2" charset="-122"/>
              </a:rPr>
              <a:t>网络互连</a:t>
            </a:r>
            <a:r>
              <a:rPr lang="zh-CN" altLang="en-US" dirty="0">
                <a:latin typeface="Times New Roman" panose="02020603050405020304" pitchFamily="18" charset="0"/>
                <a:ea typeface="宋体" panose="02010600030101010101" pitchFamily="2" charset="-122"/>
              </a:rPr>
              <a:t>，因为这仅仅是把一个网络扩大了，而这仍然是一个网络。 </a:t>
            </a:r>
          </a:p>
          <a:p>
            <a:pPr eaLnBrk="1" hangingPunct="1"/>
            <a:r>
              <a:rPr lang="zh-CN" altLang="en-US" dirty="0">
                <a:latin typeface="Times New Roman" panose="02020603050405020304" pitchFamily="18" charset="0"/>
                <a:ea typeface="宋体" panose="02010600030101010101" pitchFamily="2" charset="-122"/>
              </a:rPr>
              <a:t>网关由于比较复杂，目前使用得较少。</a:t>
            </a:r>
          </a:p>
          <a:p>
            <a:pPr eaLnBrk="1" hangingPunct="1"/>
            <a:r>
              <a:rPr lang="zh-CN" altLang="en-US" dirty="0">
                <a:solidFill>
                  <a:srgbClr val="C00000"/>
                </a:solidFill>
                <a:latin typeface="Times New Roman" panose="02020603050405020304" pitchFamily="18" charset="0"/>
                <a:ea typeface="宋体" panose="02010600030101010101" pitchFamily="2" charset="-122"/>
              </a:rPr>
              <a:t>互联网</a:t>
            </a:r>
            <a:r>
              <a:rPr lang="zh-CN" altLang="en-US" dirty="0">
                <a:latin typeface="Times New Roman" panose="02020603050405020304" pitchFamily="18" charset="0"/>
                <a:ea typeface="宋体" panose="02010600030101010101" pitchFamily="2" charset="-122"/>
              </a:rPr>
              <a:t>都是指用路由器进行互连的网络。</a:t>
            </a:r>
          </a:p>
          <a:p>
            <a:pPr eaLnBrk="1" hangingPunct="1"/>
            <a:r>
              <a:rPr lang="zh-CN" altLang="en-US" dirty="0">
                <a:latin typeface="Times New Roman" panose="02020603050405020304" pitchFamily="18" charset="0"/>
                <a:ea typeface="宋体" panose="02010600030101010101" pitchFamily="2" charset="-122"/>
              </a:rPr>
              <a:t>由于历史的原因，许多有关 </a:t>
            </a:r>
            <a:r>
              <a:rPr lang="en-US" altLang="zh-CN" dirty="0">
                <a:latin typeface="Times New Roman" panose="02020603050405020304" pitchFamily="18" charset="0"/>
                <a:ea typeface="宋体" panose="02010600030101010101" pitchFamily="2" charset="-122"/>
              </a:rPr>
              <a:t>TCP/IP</a:t>
            </a:r>
            <a:r>
              <a:rPr lang="en-US" altLang="zh-CN" b="1" dirty="0">
                <a:latin typeface="Times New Roman" panose="02020603050405020304" pitchFamily="18" charset="0"/>
                <a:ea typeface="宋体" panose="02010600030101010101" pitchFamily="2" charset="-122"/>
              </a:rPr>
              <a:t> </a:t>
            </a:r>
            <a:r>
              <a:rPr lang="zh-CN" altLang="en-US" dirty="0">
                <a:latin typeface="Times New Roman" panose="02020603050405020304" pitchFamily="18" charset="0"/>
                <a:ea typeface="宋体" panose="02010600030101010101" pitchFamily="2" charset="-122"/>
              </a:rPr>
              <a:t>的文献将网络层使用的路由器称为</a:t>
            </a:r>
            <a:r>
              <a:rPr lang="zh-CN" altLang="en-US" dirty="0">
                <a:solidFill>
                  <a:schemeClr val="hlink"/>
                </a:solidFill>
                <a:latin typeface="Times New Roman" panose="02020603050405020304" pitchFamily="18" charset="0"/>
                <a:ea typeface="宋体" panose="02010600030101010101" pitchFamily="2" charset="-122"/>
              </a:rPr>
              <a:t>网关</a:t>
            </a:r>
            <a:r>
              <a:rPr lang="zh-CN" altLang="en-US" dirty="0">
                <a:latin typeface="Times New Roman" panose="02020603050405020304" pitchFamily="18" charset="0"/>
                <a:ea typeface="宋体" panose="02010600030101010101" pitchFamily="2" charset="-122"/>
              </a:rPr>
              <a:t>。   </a:t>
            </a:r>
          </a:p>
          <a:p>
            <a:pPr eaLnBrk="1" hangingPunct="1"/>
            <a:endParaRPr lang="zh-CN" altLang="en-US" dirty="0">
              <a:latin typeface="Times New Roman" panose="02020603050405020304" pitchFamily="18" charset="0"/>
              <a:ea typeface="宋体" panose="02010600030101010101" pitchFamily="2" charset="-122"/>
            </a:endParaRPr>
          </a:p>
        </p:txBody>
      </p:sp>
      <p:sp>
        <p:nvSpPr>
          <p:cNvPr id="50178" name="Rectangle 3">
            <a:extLst>
              <a:ext uri="{FF2B5EF4-FFF2-40B4-BE49-F238E27FC236}">
                <a16:creationId xmlns:a16="http://schemas.microsoft.com/office/drawing/2014/main" id="{DFA56FFA-FB6A-BE4A-B54F-2BE2B2483081}"/>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网络互连使用路由器 </a:t>
            </a:r>
          </a:p>
        </p:txBody>
      </p:sp>
      <p:sp>
        <p:nvSpPr>
          <p:cNvPr id="50179" name="幻灯片编号占位符 1">
            <a:extLst>
              <a:ext uri="{FF2B5EF4-FFF2-40B4-BE49-F238E27FC236}">
                <a16:creationId xmlns:a16="http://schemas.microsoft.com/office/drawing/2014/main" id="{D088315C-04DD-2747-85D2-92B705329A8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55AA276-96E5-744E-803E-F8F69B461AE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7794902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2258">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52258">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52258">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2258" grpId="0" build="p"/>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5" name="Rectangle 2">
            <a:extLst>
              <a:ext uri="{FF2B5EF4-FFF2-40B4-BE49-F238E27FC236}">
                <a16:creationId xmlns:a16="http://schemas.microsoft.com/office/drawing/2014/main" id="{F78B5D9C-CEFD-3544-9951-537B5E8069CA}"/>
              </a:ext>
            </a:extLst>
          </p:cNvPr>
          <p:cNvSpPr>
            <a:spLocks noGrp="1" noChangeArrowheads="1"/>
          </p:cNvSpPr>
          <p:nvPr>
            <p:ph type="title"/>
          </p:nvPr>
        </p:nvSpPr>
        <p:spPr>
          <a:xfrm>
            <a:off x="160020" y="321469"/>
            <a:ext cx="7677865" cy="576263"/>
          </a:xfrm>
        </p:spPr>
        <p:txBody>
          <a:bodyPr/>
          <a:lstStyle/>
          <a:p>
            <a:pPr eaLnBrk="1" hangingPunct="1"/>
            <a:r>
              <a:rPr lang="zh-CN" altLang="en-US" sz="3000" dirty="0">
                <a:ea typeface="宋体" panose="02010600030101010101" pitchFamily="2" charset="-122"/>
              </a:rPr>
              <a:t>路由器在网际互连中的作用 </a:t>
            </a:r>
          </a:p>
        </p:txBody>
      </p:sp>
      <p:sp>
        <p:nvSpPr>
          <p:cNvPr id="1010691" name="Rectangle 3">
            <a:extLst>
              <a:ext uri="{FF2B5EF4-FFF2-40B4-BE49-F238E27FC236}">
                <a16:creationId xmlns:a16="http://schemas.microsoft.com/office/drawing/2014/main" id="{E0E5B8F4-36BD-3144-8297-88CB5F70A7BF}"/>
              </a:ext>
            </a:extLst>
          </p:cNvPr>
          <p:cNvSpPr>
            <a:spLocks noGrp="1" noChangeArrowheads="1"/>
          </p:cNvSpPr>
          <p:nvPr>
            <p:ph type="body" idx="1"/>
          </p:nvPr>
        </p:nvSpPr>
        <p:spPr>
          <a:xfrm>
            <a:off x="181452" y="1059656"/>
            <a:ext cx="8722517" cy="3954066"/>
          </a:xfrm>
        </p:spPr>
        <p:txBody>
          <a:bodyPr/>
          <a:lstStyle/>
          <a:p>
            <a:pPr algn="just" eaLnBrk="1" hangingPunct="1">
              <a:lnSpc>
                <a:spcPct val="90000"/>
              </a:lnSpc>
              <a:buFont typeface="Wingdings" pitchFamily="2" charset="2"/>
              <a:buNone/>
            </a:pPr>
            <a:r>
              <a:rPr lang="zh-CN" altLang="en-US" dirty="0">
                <a:ea typeface="宋体" panose="02010600030101010101" pitchFamily="2" charset="-122"/>
              </a:rPr>
              <a:t>路由器的构成 </a:t>
            </a:r>
          </a:p>
          <a:p>
            <a:pPr algn="just" eaLnBrk="1" hangingPunct="1">
              <a:lnSpc>
                <a:spcPct val="90000"/>
              </a:lnSpc>
            </a:pPr>
            <a:r>
              <a:rPr lang="zh-CN" altLang="en-US" dirty="0">
                <a:ea typeface="宋体" panose="02010600030101010101" pitchFamily="2" charset="-122"/>
              </a:rPr>
              <a:t>当主机 </a:t>
            </a:r>
            <a:r>
              <a:rPr lang="en-US" altLang="zh-CN" dirty="0">
                <a:ea typeface="宋体" panose="02010600030101010101" pitchFamily="2" charset="-122"/>
              </a:rPr>
              <a:t>A </a:t>
            </a:r>
            <a:r>
              <a:rPr lang="zh-CN" altLang="en-US" dirty="0">
                <a:ea typeface="宋体" panose="02010600030101010101" pitchFamily="2" charset="-122"/>
              </a:rPr>
              <a:t>要向另一个主机 </a:t>
            </a:r>
            <a:r>
              <a:rPr lang="en-US" altLang="zh-CN" dirty="0">
                <a:ea typeface="宋体" panose="02010600030101010101" pitchFamily="2" charset="-122"/>
              </a:rPr>
              <a:t>B </a:t>
            </a:r>
            <a:r>
              <a:rPr lang="zh-CN" altLang="en-US" dirty="0">
                <a:ea typeface="宋体" panose="02010600030101010101" pitchFamily="2" charset="-122"/>
              </a:rPr>
              <a:t>发送数据报时，先要检查目的主机 </a:t>
            </a:r>
            <a:r>
              <a:rPr lang="en-US" altLang="zh-CN" dirty="0">
                <a:ea typeface="宋体" panose="02010600030101010101" pitchFamily="2" charset="-122"/>
              </a:rPr>
              <a:t>B </a:t>
            </a:r>
            <a:r>
              <a:rPr lang="zh-CN" altLang="en-US" dirty="0">
                <a:ea typeface="宋体" panose="02010600030101010101" pitchFamily="2" charset="-122"/>
              </a:rPr>
              <a:t>是否与源主机 </a:t>
            </a:r>
            <a:r>
              <a:rPr lang="en-US" altLang="zh-CN" dirty="0">
                <a:ea typeface="宋体" panose="02010600030101010101" pitchFamily="2" charset="-122"/>
              </a:rPr>
              <a:t>A </a:t>
            </a:r>
            <a:r>
              <a:rPr lang="zh-CN" altLang="en-US" dirty="0">
                <a:ea typeface="宋体" panose="02010600030101010101" pitchFamily="2" charset="-122"/>
              </a:rPr>
              <a:t>连接在同一个网络上。</a:t>
            </a:r>
          </a:p>
          <a:p>
            <a:pPr algn="just" eaLnBrk="1" hangingPunct="1">
              <a:lnSpc>
                <a:spcPct val="90000"/>
              </a:lnSpc>
            </a:pPr>
            <a:r>
              <a:rPr lang="zh-CN" altLang="en-US" dirty="0">
                <a:ea typeface="宋体" panose="02010600030101010101" pitchFamily="2" charset="-122"/>
              </a:rPr>
              <a:t>如果是，就将数据报</a:t>
            </a:r>
            <a:r>
              <a:rPr lang="zh-CN" altLang="en-US" dirty="0">
                <a:solidFill>
                  <a:schemeClr val="hlink"/>
                </a:solidFill>
                <a:ea typeface="宋体" panose="02010600030101010101" pitchFamily="2" charset="-122"/>
              </a:rPr>
              <a:t>直接交付</a:t>
            </a:r>
            <a:r>
              <a:rPr lang="zh-CN" altLang="en-US" dirty="0">
                <a:ea typeface="宋体" panose="02010600030101010101" pitchFamily="2" charset="-122"/>
              </a:rPr>
              <a:t>给目的主机 </a:t>
            </a:r>
            <a:r>
              <a:rPr lang="en-US" altLang="zh-CN" dirty="0">
                <a:ea typeface="宋体" panose="02010600030101010101" pitchFamily="2" charset="-122"/>
              </a:rPr>
              <a:t>B </a:t>
            </a:r>
            <a:r>
              <a:rPr lang="zh-CN" altLang="en-US" dirty="0">
                <a:ea typeface="宋体" panose="02010600030101010101" pitchFamily="2" charset="-122"/>
              </a:rPr>
              <a:t>而不需要通过路由器。</a:t>
            </a:r>
          </a:p>
          <a:p>
            <a:pPr algn="just" eaLnBrk="1" hangingPunct="1">
              <a:lnSpc>
                <a:spcPct val="90000"/>
              </a:lnSpc>
            </a:pPr>
            <a:r>
              <a:rPr lang="zh-CN" altLang="en-US" dirty="0">
                <a:ea typeface="宋体" panose="02010600030101010101" pitchFamily="2" charset="-122"/>
              </a:rPr>
              <a:t>但如果目的主机与源主机 </a:t>
            </a:r>
            <a:r>
              <a:rPr lang="en-US" altLang="zh-CN" dirty="0">
                <a:ea typeface="宋体" panose="02010600030101010101" pitchFamily="2" charset="-122"/>
              </a:rPr>
              <a:t>A </a:t>
            </a:r>
            <a:r>
              <a:rPr lang="zh-CN" altLang="en-US" dirty="0">
                <a:ea typeface="宋体" panose="02010600030101010101" pitchFamily="2" charset="-122"/>
              </a:rPr>
              <a:t>不是连接在同一个网络上，则应将数据报发送给本网络上的某个路由器，由该路由器按照转发表指出的路由将数据报转发给下一个路由器。这就叫作</a:t>
            </a:r>
            <a:r>
              <a:rPr lang="zh-CN" altLang="en-US" dirty="0">
                <a:solidFill>
                  <a:schemeClr val="hlink"/>
                </a:solidFill>
                <a:ea typeface="宋体" panose="02010600030101010101" pitchFamily="2" charset="-122"/>
              </a:rPr>
              <a:t>间接交付</a:t>
            </a:r>
            <a:r>
              <a:rPr lang="zh-CN" altLang="en-US" dirty="0">
                <a:ea typeface="宋体" panose="02010600030101010101" pitchFamily="2" charset="-122"/>
              </a:rPr>
              <a:t>。</a:t>
            </a:r>
            <a:r>
              <a:rPr lang="zh-CN" altLang="en-US" sz="2800" dirty="0">
                <a:latin typeface="Times New Roman" panose="02020603050405020304" pitchFamily="18" charset="0"/>
                <a:ea typeface="宋体" panose="02010600030101010101" pitchFamily="2" charset="-122"/>
              </a:rPr>
              <a:t>  </a:t>
            </a:r>
            <a:r>
              <a:rPr lang="zh-CN" altLang="en-US" dirty="0">
                <a:ea typeface="宋体" panose="02010600030101010101" pitchFamily="2" charset="-122"/>
              </a:rPr>
              <a:t> </a:t>
            </a:r>
          </a:p>
        </p:txBody>
      </p:sp>
      <p:sp>
        <p:nvSpPr>
          <p:cNvPr id="52227" name="灯片编号占位符 1">
            <a:extLst>
              <a:ext uri="{FF2B5EF4-FFF2-40B4-BE49-F238E27FC236}">
                <a16:creationId xmlns:a16="http://schemas.microsoft.com/office/drawing/2014/main" id="{8B9852C4-E09A-1A45-9CB2-632E48C5180D}"/>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EB49EC9-1C5E-D347-912B-3B25CCC35136}"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18</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326122487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10691">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10691">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10691">
                                            <p:txEl>
                                              <p:pRg st="2" end="2"/>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010691">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0691" grpId="0" build="p"/>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3" name="Rectangle 2">
            <a:extLst>
              <a:ext uri="{FF2B5EF4-FFF2-40B4-BE49-F238E27FC236}">
                <a16:creationId xmlns:a16="http://schemas.microsoft.com/office/drawing/2014/main" id="{D84F0589-CFDD-ED49-A9EC-6A28414848CC}"/>
              </a:ext>
            </a:extLst>
          </p:cNvPr>
          <p:cNvSpPr>
            <a:spLocks noGrp="1" noChangeArrowheads="1"/>
          </p:cNvSpPr>
          <p:nvPr>
            <p:ph type="title"/>
          </p:nvPr>
        </p:nvSpPr>
        <p:spPr>
          <a:xfrm>
            <a:off x="171450" y="311944"/>
            <a:ext cx="6271023" cy="576263"/>
          </a:xfrm>
        </p:spPr>
        <p:txBody>
          <a:bodyPr/>
          <a:lstStyle/>
          <a:p>
            <a:pPr eaLnBrk="1" hangingPunct="1"/>
            <a:r>
              <a:rPr lang="zh-CN" altLang="en-US" sz="3000" dirty="0">
                <a:latin typeface="微软雅黑" panose="020B0503020204020204" pitchFamily="34" charset="-122"/>
                <a:ea typeface="宋体" panose="02010600030101010101" pitchFamily="2" charset="-122"/>
              </a:rPr>
              <a:t>直接交付和间接交付 </a:t>
            </a:r>
          </a:p>
        </p:txBody>
      </p:sp>
      <p:sp>
        <p:nvSpPr>
          <p:cNvPr id="54274" name="Line 3">
            <a:extLst>
              <a:ext uri="{FF2B5EF4-FFF2-40B4-BE49-F238E27FC236}">
                <a16:creationId xmlns:a16="http://schemas.microsoft.com/office/drawing/2014/main" id="{D9D7CDBF-E0D7-9D42-8719-89F38FF0E605}"/>
              </a:ext>
            </a:extLst>
          </p:cNvPr>
          <p:cNvSpPr>
            <a:spLocks noChangeShapeType="1"/>
          </p:cNvSpPr>
          <p:nvPr/>
        </p:nvSpPr>
        <p:spPr bwMode="auto">
          <a:xfrm flipH="1">
            <a:off x="6996112" y="1820466"/>
            <a:ext cx="452438" cy="433388"/>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275" name="Line 4">
            <a:extLst>
              <a:ext uri="{FF2B5EF4-FFF2-40B4-BE49-F238E27FC236}">
                <a16:creationId xmlns:a16="http://schemas.microsoft.com/office/drawing/2014/main" id="{2436B9BD-8D40-684C-B25B-9257FCB2EF4C}"/>
              </a:ext>
            </a:extLst>
          </p:cNvPr>
          <p:cNvSpPr>
            <a:spLocks noChangeShapeType="1"/>
          </p:cNvSpPr>
          <p:nvPr/>
        </p:nvSpPr>
        <p:spPr bwMode="auto">
          <a:xfrm flipH="1" flipV="1">
            <a:off x="2306241" y="2502694"/>
            <a:ext cx="282178" cy="55721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276" name="Line 5">
            <a:extLst>
              <a:ext uri="{FF2B5EF4-FFF2-40B4-BE49-F238E27FC236}">
                <a16:creationId xmlns:a16="http://schemas.microsoft.com/office/drawing/2014/main" id="{7D4C5F48-395F-6A48-AA83-D3D0471F21F3}"/>
              </a:ext>
            </a:extLst>
          </p:cNvPr>
          <p:cNvSpPr>
            <a:spLocks noChangeShapeType="1"/>
          </p:cNvSpPr>
          <p:nvPr/>
        </p:nvSpPr>
        <p:spPr bwMode="auto">
          <a:xfrm>
            <a:off x="1684735" y="1882379"/>
            <a:ext cx="339328" cy="310753"/>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277" name="Line 6">
            <a:extLst>
              <a:ext uri="{FF2B5EF4-FFF2-40B4-BE49-F238E27FC236}">
                <a16:creationId xmlns:a16="http://schemas.microsoft.com/office/drawing/2014/main" id="{4EACA461-E9F4-784F-A3EC-B099AADFAC25}"/>
              </a:ext>
            </a:extLst>
          </p:cNvPr>
          <p:cNvSpPr>
            <a:spLocks noChangeShapeType="1"/>
          </p:cNvSpPr>
          <p:nvPr/>
        </p:nvSpPr>
        <p:spPr bwMode="auto">
          <a:xfrm>
            <a:off x="2306241" y="2377679"/>
            <a:ext cx="4576763"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4278" name="Group 7">
            <a:extLst>
              <a:ext uri="{FF2B5EF4-FFF2-40B4-BE49-F238E27FC236}">
                <a16:creationId xmlns:a16="http://schemas.microsoft.com/office/drawing/2014/main" id="{BB3374DF-E4C5-D74D-B5C9-42FD4F949D74}"/>
              </a:ext>
            </a:extLst>
          </p:cNvPr>
          <p:cNvGrpSpPr>
            <a:grpSpLocks/>
          </p:cNvGrpSpPr>
          <p:nvPr/>
        </p:nvGrpSpPr>
        <p:grpSpPr bwMode="auto">
          <a:xfrm>
            <a:off x="1854994" y="2068116"/>
            <a:ext cx="678656" cy="558403"/>
            <a:chOff x="2949" y="196"/>
            <a:chExt cx="941" cy="598"/>
          </a:xfrm>
        </p:grpSpPr>
        <p:sp>
          <p:nvSpPr>
            <p:cNvPr id="54336" name="Oval 8">
              <a:extLst>
                <a:ext uri="{FF2B5EF4-FFF2-40B4-BE49-F238E27FC236}">
                  <a16:creationId xmlns:a16="http://schemas.microsoft.com/office/drawing/2014/main" id="{8DACCC80-AE40-7D4F-80C1-5BABE4E40755}"/>
                </a:ext>
              </a:extLst>
            </p:cNvPr>
            <p:cNvSpPr>
              <a:spLocks noChangeArrowheads="1"/>
            </p:cNvSpPr>
            <p:nvPr/>
          </p:nvSpPr>
          <p:spPr bwMode="auto">
            <a:xfrm>
              <a:off x="3169" y="196"/>
              <a:ext cx="406"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37" name="Oval 9">
              <a:extLst>
                <a:ext uri="{FF2B5EF4-FFF2-40B4-BE49-F238E27FC236}">
                  <a16:creationId xmlns:a16="http://schemas.microsoft.com/office/drawing/2014/main" id="{B5C56C0F-DFBF-D047-A61F-BE12E0641D53}"/>
                </a:ext>
              </a:extLst>
            </p:cNvPr>
            <p:cNvSpPr>
              <a:spLocks noChangeArrowheads="1"/>
            </p:cNvSpPr>
            <p:nvPr/>
          </p:nvSpPr>
          <p:spPr bwMode="auto">
            <a:xfrm rot="900000">
              <a:off x="3512" y="252"/>
              <a:ext cx="276"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38" name="Oval 10">
              <a:extLst>
                <a:ext uri="{FF2B5EF4-FFF2-40B4-BE49-F238E27FC236}">
                  <a16:creationId xmlns:a16="http://schemas.microsoft.com/office/drawing/2014/main" id="{F8832A23-679B-8E4F-8B89-63B4D7AC45EB}"/>
                </a:ext>
              </a:extLst>
            </p:cNvPr>
            <p:cNvSpPr>
              <a:spLocks noChangeArrowheads="1"/>
            </p:cNvSpPr>
            <p:nvPr/>
          </p:nvSpPr>
          <p:spPr bwMode="auto">
            <a:xfrm rot="1500000">
              <a:off x="3651" y="385"/>
              <a:ext cx="239"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39" name="Oval 11">
              <a:extLst>
                <a:ext uri="{FF2B5EF4-FFF2-40B4-BE49-F238E27FC236}">
                  <a16:creationId xmlns:a16="http://schemas.microsoft.com/office/drawing/2014/main" id="{A5232998-07DB-284B-BAC7-E8A972B0D817}"/>
                </a:ext>
              </a:extLst>
            </p:cNvPr>
            <p:cNvSpPr>
              <a:spLocks noChangeArrowheads="1"/>
            </p:cNvSpPr>
            <p:nvPr/>
          </p:nvSpPr>
          <p:spPr bwMode="auto">
            <a:xfrm rot="-1560000">
              <a:off x="3573" y="536"/>
              <a:ext cx="291"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40" name="Oval 12">
              <a:extLst>
                <a:ext uri="{FF2B5EF4-FFF2-40B4-BE49-F238E27FC236}">
                  <a16:creationId xmlns:a16="http://schemas.microsoft.com/office/drawing/2014/main" id="{9020369A-EC2A-BB46-B783-2EA73643F007}"/>
                </a:ext>
              </a:extLst>
            </p:cNvPr>
            <p:cNvSpPr>
              <a:spLocks noChangeArrowheads="1"/>
            </p:cNvSpPr>
            <p:nvPr/>
          </p:nvSpPr>
          <p:spPr bwMode="auto">
            <a:xfrm>
              <a:off x="3216" y="556"/>
              <a:ext cx="471"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41" name="Oval 13">
              <a:extLst>
                <a:ext uri="{FF2B5EF4-FFF2-40B4-BE49-F238E27FC236}">
                  <a16:creationId xmlns:a16="http://schemas.microsoft.com/office/drawing/2014/main" id="{C13840FF-9825-DD47-97E7-5A2DD7F7C9FA}"/>
                </a:ext>
              </a:extLst>
            </p:cNvPr>
            <p:cNvSpPr>
              <a:spLocks noChangeArrowheads="1"/>
            </p:cNvSpPr>
            <p:nvPr/>
          </p:nvSpPr>
          <p:spPr bwMode="auto">
            <a:xfrm rot="1080000">
              <a:off x="3023" y="556"/>
              <a:ext cx="264"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42" name="Oval 14">
              <a:extLst>
                <a:ext uri="{FF2B5EF4-FFF2-40B4-BE49-F238E27FC236}">
                  <a16:creationId xmlns:a16="http://schemas.microsoft.com/office/drawing/2014/main" id="{997651BC-ECBE-9644-ABEF-BCB674D9E785}"/>
                </a:ext>
              </a:extLst>
            </p:cNvPr>
            <p:cNvSpPr>
              <a:spLocks noChangeArrowheads="1"/>
            </p:cNvSpPr>
            <p:nvPr/>
          </p:nvSpPr>
          <p:spPr bwMode="auto">
            <a:xfrm>
              <a:off x="2949" y="432"/>
              <a:ext cx="216"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43" name="Oval 15">
              <a:extLst>
                <a:ext uri="{FF2B5EF4-FFF2-40B4-BE49-F238E27FC236}">
                  <a16:creationId xmlns:a16="http://schemas.microsoft.com/office/drawing/2014/main" id="{BB723D1A-326B-594D-8EA4-C791EF32DB69}"/>
                </a:ext>
              </a:extLst>
            </p:cNvPr>
            <p:cNvSpPr>
              <a:spLocks noChangeArrowheads="1"/>
            </p:cNvSpPr>
            <p:nvPr/>
          </p:nvSpPr>
          <p:spPr bwMode="auto">
            <a:xfrm rot="-1860000">
              <a:off x="2984" y="309"/>
              <a:ext cx="296"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44" name="Freeform 16">
              <a:extLst>
                <a:ext uri="{FF2B5EF4-FFF2-40B4-BE49-F238E27FC236}">
                  <a16:creationId xmlns:a16="http://schemas.microsoft.com/office/drawing/2014/main" id="{1F359E58-BCD7-AF4A-A36A-DA9DF3DD6A4E}"/>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45" name="Freeform 17">
              <a:extLst>
                <a:ext uri="{FF2B5EF4-FFF2-40B4-BE49-F238E27FC236}">
                  <a16:creationId xmlns:a16="http://schemas.microsoft.com/office/drawing/2014/main" id="{C3A61B78-FA6F-B943-AD89-1041975EE812}"/>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46" name="Freeform 18">
              <a:extLst>
                <a:ext uri="{FF2B5EF4-FFF2-40B4-BE49-F238E27FC236}">
                  <a16:creationId xmlns:a16="http://schemas.microsoft.com/office/drawing/2014/main" id="{A6AADE6C-BB3A-084C-8259-42EFC695F62E}"/>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pic>
        <p:nvPicPr>
          <p:cNvPr id="54279" name="Picture 19">
            <a:extLst>
              <a:ext uri="{FF2B5EF4-FFF2-40B4-BE49-F238E27FC236}">
                <a16:creationId xmlns:a16="http://schemas.microsoft.com/office/drawing/2014/main" id="{66CD0385-80C2-BB41-88F9-024945F0961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59706" y="1572817"/>
            <a:ext cx="390525" cy="4310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280" name="Picture 20">
            <a:extLst>
              <a:ext uri="{FF2B5EF4-FFF2-40B4-BE49-F238E27FC236}">
                <a16:creationId xmlns:a16="http://schemas.microsoft.com/office/drawing/2014/main" id="{DF05AD0B-1D53-8641-B16C-9270B0245D4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14637" y="2253854"/>
            <a:ext cx="386954" cy="2845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281" name="Picture 21">
            <a:extLst>
              <a:ext uri="{FF2B5EF4-FFF2-40B4-BE49-F238E27FC236}">
                <a16:creationId xmlns:a16="http://schemas.microsoft.com/office/drawing/2014/main" id="{177F525A-2E32-044E-8689-407DF75A913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19350" y="2812257"/>
            <a:ext cx="390525" cy="432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282" name="Picture 22">
            <a:extLst>
              <a:ext uri="{FF2B5EF4-FFF2-40B4-BE49-F238E27FC236}">
                <a16:creationId xmlns:a16="http://schemas.microsoft.com/office/drawing/2014/main" id="{A319751A-3413-1E49-97A2-359B136C370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78292" y="1510904"/>
            <a:ext cx="391715" cy="4310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1735" name="Text Box 23">
            <a:extLst>
              <a:ext uri="{FF2B5EF4-FFF2-40B4-BE49-F238E27FC236}">
                <a16:creationId xmlns:a16="http://schemas.microsoft.com/office/drawing/2014/main" id="{F0DA98F1-1F82-9140-97EE-962B208E3D12}"/>
              </a:ext>
            </a:extLst>
          </p:cNvPr>
          <p:cNvSpPr txBox="1">
            <a:spLocks noChangeArrowheads="1"/>
          </p:cNvSpPr>
          <p:nvPr/>
        </p:nvSpPr>
        <p:spPr bwMode="auto">
          <a:xfrm>
            <a:off x="3380185" y="1758554"/>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间接交付</a:t>
            </a:r>
          </a:p>
        </p:txBody>
      </p:sp>
      <p:grpSp>
        <p:nvGrpSpPr>
          <p:cNvPr id="54284" name="Group 24">
            <a:extLst>
              <a:ext uri="{FF2B5EF4-FFF2-40B4-BE49-F238E27FC236}">
                <a16:creationId xmlns:a16="http://schemas.microsoft.com/office/drawing/2014/main" id="{647233E3-BD99-4F48-A3D6-71E8199FCA43}"/>
              </a:ext>
            </a:extLst>
          </p:cNvPr>
          <p:cNvGrpSpPr>
            <a:grpSpLocks/>
          </p:cNvGrpSpPr>
          <p:nvPr/>
        </p:nvGrpSpPr>
        <p:grpSpPr bwMode="auto">
          <a:xfrm>
            <a:off x="3437335" y="2068116"/>
            <a:ext cx="677465" cy="558403"/>
            <a:chOff x="2949" y="196"/>
            <a:chExt cx="941" cy="598"/>
          </a:xfrm>
        </p:grpSpPr>
        <p:sp>
          <p:nvSpPr>
            <p:cNvPr id="54325" name="Oval 25">
              <a:extLst>
                <a:ext uri="{FF2B5EF4-FFF2-40B4-BE49-F238E27FC236}">
                  <a16:creationId xmlns:a16="http://schemas.microsoft.com/office/drawing/2014/main" id="{2CE53841-7483-9D47-A1D2-C0661E3C5E44}"/>
                </a:ext>
              </a:extLst>
            </p:cNvPr>
            <p:cNvSpPr>
              <a:spLocks noChangeArrowheads="1"/>
            </p:cNvSpPr>
            <p:nvPr/>
          </p:nvSpPr>
          <p:spPr bwMode="auto">
            <a:xfrm>
              <a:off x="3167" y="196"/>
              <a:ext cx="408"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26" name="Oval 26">
              <a:extLst>
                <a:ext uri="{FF2B5EF4-FFF2-40B4-BE49-F238E27FC236}">
                  <a16:creationId xmlns:a16="http://schemas.microsoft.com/office/drawing/2014/main" id="{FB17B292-F3C2-5C4C-B8FD-AC960E880B1D}"/>
                </a:ext>
              </a:extLst>
            </p:cNvPr>
            <p:cNvSpPr>
              <a:spLocks noChangeArrowheads="1"/>
            </p:cNvSpPr>
            <p:nvPr/>
          </p:nvSpPr>
          <p:spPr bwMode="auto">
            <a:xfrm rot="900000">
              <a:off x="3511" y="252"/>
              <a:ext cx="276"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27" name="Oval 27">
              <a:extLst>
                <a:ext uri="{FF2B5EF4-FFF2-40B4-BE49-F238E27FC236}">
                  <a16:creationId xmlns:a16="http://schemas.microsoft.com/office/drawing/2014/main" id="{C27A3E87-F235-A142-BC56-EF3BEB88F1B3}"/>
                </a:ext>
              </a:extLst>
            </p:cNvPr>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28" name="Oval 28">
              <a:extLst>
                <a:ext uri="{FF2B5EF4-FFF2-40B4-BE49-F238E27FC236}">
                  <a16:creationId xmlns:a16="http://schemas.microsoft.com/office/drawing/2014/main" id="{4E771E3C-73E2-1147-8551-04A41C001506}"/>
                </a:ext>
              </a:extLst>
            </p:cNvPr>
            <p:cNvSpPr>
              <a:spLocks noChangeArrowheads="1"/>
            </p:cNvSpPr>
            <p:nvPr/>
          </p:nvSpPr>
          <p:spPr bwMode="auto">
            <a:xfrm rot="-1560000">
              <a:off x="3572" y="536"/>
              <a:ext cx="291"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29" name="Oval 29">
              <a:extLst>
                <a:ext uri="{FF2B5EF4-FFF2-40B4-BE49-F238E27FC236}">
                  <a16:creationId xmlns:a16="http://schemas.microsoft.com/office/drawing/2014/main" id="{209BF0C2-7B69-9C4A-98F4-3DFB030D2A42}"/>
                </a:ext>
              </a:extLst>
            </p:cNvPr>
            <p:cNvSpPr>
              <a:spLocks noChangeArrowheads="1"/>
            </p:cNvSpPr>
            <p:nvPr/>
          </p:nvSpPr>
          <p:spPr bwMode="auto">
            <a:xfrm>
              <a:off x="3215" y="556"/>
              <a:ext cx="471"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30" name="Oval 30">
              <a:extLst>
                <a:ext uri="{FF2B5EF4-FFF2-40B4-BE49-F238E27FC236}">
                  <a16:creationId xmlns:a16="http://schemas.microsoft.com/office/drawing/2014/main" id="{22C5D427-0B55-9A40-9FF2-798D1362E284}"/>
                </a:ext>
              </a:extLst>
            </p:cNvPr>
            <p:cNvSpPr>
              <a:spLocks noChangeArrowheads="1"/>
            </p:cNvSpPr>
            <p:nvPr/>
          </p:nvSpPr>
          <p:spPr bwMode="auto">
            <a:xfrm rot="1080000">
              <a:off x="3023" y="556"/>
              <a:ext cx="26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31" name="Oval 31">
              <a:extLst>
                <a:ext uri="{FF2B5EF4-FFF2-40B4-BE49-F238E27FC236}">
                  <a16:creationId xmlns:a16="http://schemas.microsoft.com/office/drawing/2014/main" id="{6FFED545-236E-344A-A8D8-FDFA157455FC}"/>
                </a:ext>
              </a:extLst>
            </p:cNvPr>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32" name="Oval 32">
              <a:extLst>
                <a:ext uri="{FF2B5EF4-FFF2-40B4-BE49-F238E27FC236}">
                  <a16:creationId xmlns:a16="http://schemas.microsoft.com/office/drawing/2014/main" id="{9B629360-A9C6-3242-8BBE-A9196769658E}"/>
                </a:ext>
              </a:extLst>
            </p:cNvPr>
            <p:cNvSpPr>
              <a:spLocks noChangeArrowheads="1"/>
            </p:cNvSpPr>
            <p:nvPr/>
          </p:nvSpPr>
          <p:spPr bwMode="auto">
            <a:xfrm rot="-1860000">
              <a:off x="2984" y="309"/>
              <a:ext cx="296"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33" name="Freeform 33">
              <a:extLst>
                <a:ext uri="{FF2B5EF4-FFF2-40B4-BE49-F238E27FC236}">
                  <a16:creationId xmlns:a16="http://schemas.microsoft.com/office/drawing/2014/main" id="{C41B66CD-33C6-5745-8EB6-B72440EB087A}"/>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34" name="Freeform 34">
              <a:extLst>
                <a:ext uri="{FF2B5EF4-FFF2-40B4-BE49-F238E27FC236}">
                  <a16:creationId xmlns:a16="http://schemas.microsoft.com/office/drawing/2014/main" id="{0E7867CD-D851-B943-8781-5FB9871E1F30}"/>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35" name="Freeform 35">
              <a:extLst>
                <a:ext uri="{FF2B5EF4-FFF2-40B4-BE49-F238E27FC236}">
                  <a16:creationId xmlns:a16="http://schemas.microsoft.com/office/drawing/2014/main" id="{532682EC-B326-8443-B092-18755448113F}"/>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54285" name="Group 36">
            <a:extLst>
              <a:ext uri="{FF2B5EF4-FFF2-40B4-BE49-F238E27FC236}">
                <a16:creationId xmlns:a16="http://schemas.microsoft.com/office/drawing/2014/main" id="{E9E1FC42-BE84-5A4D-8B0F-C08FAF282D46}"/>
              </a:ext>
            </a:extLst>
          </p:cNvPr>
          <p:cNvGrpSpPr>
            <a:grpSpLocks/>
          </p:cNvGrpSpPr>
          <p:nvPr/>
        </p:nvGrpSpPr>
        <p:grpSpPr bwMode="auto">
          <a:xfrm>
            <a:off x="5018485" y="2068116"/>
            <a:ext cx="678656" cy="558403"/>
            <a:chOff x="2949" y="196"/>
            <a:chExt cx="941" cy="598"/>
          </a:xfrm>
        </p:grpSpPr>
        <p:sp>
          <p:nvSpPr>
            <p:cNvPr id="54314" name="Oval 37">
              <a:extLst>
                <a:ext uri="{FF2B5EF4-FFF2-40B4-BE49-F238E27FC236}">
                  <a16:creationId xmlns:a16="http://schemas.microsoft.com/office/drawing/2014/main" id="{EECFB05B-0BBE-A941-9E70-E0CC9553A6E9}"/>
                </a:ext>
              </a:extLst>
            </p:cNvPr>
            <p:cNvSpPr>
              <a:spLocks noChangeArrowheads="1"/>
            </p:cNvSpPr>
            <p:nvPr/>
          </p:nvSpPr>
          <p:spPr bwMode="auto">
            <a:xfrm>
              <a:off x="3169" y="196"/>
              <a:ext cx="406"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15" name="Oval 38">
              <a:extLst>
                <a:ext uri="{FF2B5EF4-FFF2-40B4-BE49-F238E27FC236}">
                  <a16:creationId xmlns:a16="http://schemas.microsoft.com/office/drawing/2014/main" id="{9B0BBEC2-F7AC-8048-9295-12A93FDEF352}"/>
                </a:ext>
              </a:extLst>
            </p:cNvPr>
            <p:cNvSpPr>
              <a:spLocks noChangeArrowheads="1"/>
            </p:cNvSpPr>
            <p:nvPr/>
          </p:nvSpPr>
          <p:spPr bwMode="auto">
            <a:xfrm rot="900000">
              <a:off x="3512" y="252"/>
              <a:ext cx="276"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16" name="Oval 39">
              <a:extLst>
                <a:ext uri="{FF2B5EF4-FFF2-40B4-BE49-F238E27FC236}">
                  <a16:creationId xmlns:a16="http://schemas.microsoft.com/office/drawing/2014/main" id="{11BF33FD-925C-3B4C-A709-F3DB27DD96AE}"/>
                </a:ext>
              </a:extLst>
            </p:cNvPr>
            <p:cNvSpPr>
              <a:spLocks noChangeArrowheads="1"/>
            </p:cNvSpPr>
            <p:nvPr/>
          </p:nvSpPr>
          <p:spPr bwMode="auto">
            <a:xfrm rot="1500000">
              <a:off x="3651" y="385"/>
              <a:ext cx="239"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17" name="Oval 40">
              <a:extLst>
                <a:ext uri="{FF2B5EF4-FFF2-40B4-BE49-F238E27FC236}">
                  <a16:creationId xmlns:a16="http://schemas.microsoft.com/office/drawing/2014/main" id="{439F00FA-5964-154C-A76C-96ECDBAEB372}"/>
                </a:ext>
              </a:extLst>
            </p:cNvPr>
            <p:cNvSpPr>
              <a:spLocks noChangeArrowheads="1"/>
            </p:cNvSpPr>
            <p:nvPr/>
          </p:nvSpPr>
          <p:spPr bwMode="auto">
            <a:xfrm rot="-1560000">
              <a:off x="3573" y="536"/>
              <a:ext cx="291"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18" name="Oval 41">
              <a:extLst>
                <a:ext uri="{FF2B5EF4-FFF2-40B4-BE49-F238E27FC236}">
                  <a16:creationId xmlns:a16="http://schemas.microsoft.com/office/drawing/2014/main" id="{CD985DF0-44A0-8C48-9F7A-5A29569EB075}"/>
                </a:ext>
              </a:extLst>
            </p:cNvPr>
            <p:cNvSpPr>
              <a:spLocks noChangeArrowheads="1"/>
            </p:cNvSpPr>
            <p:nvPr/>
          </p:nvSpPr>
          <p:spPr bwMode="auto">
            <a:xfrm>
              <a:off x="3216" y="556"/>
              <a:ext cx="470"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19" name="Oval 42">
              <a:extLst>
                <a:ext uri="{FF2B5EF4-FFF2-40B4-BE49-F238E27FC236}">
                  <a16:creationId xmlns:a16="http://schemas.microsoft.com/office/drawing/2014/main" id="{1431B9B0-CA2F-4B4F-B6E4-BA0D6D802D12}"/>
                </a:ext>
              </a:extLst>
            </p:cNvPr>
            <p:cNvSpPr>
              <a:spLocks noChangeArrowheads="1"/>
            </p:cNvSpPr>
            <p:nvPr/>
          </p:nvSpPr>
          <p:spPr bwMode="auto">
            <a:xfrm rot="1080000">
              <a:off x="3023" y="556"/>
              <a:ext cx="264"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20" name="Oval 43">
              <a:extLst>
                <a:ext uri="{FF2B5EF4-FFF2-40B4-BE49-F238E27FC236}">
                  <a16:creationId xmlns:a16="http://schemas.microsoft.com/office/drawing/2014/main" id="{F49FFE9D-04EF-DA46-BFDA-3C679E592E88}"/>
                </a:ext>
              </a:extLst>
            </p:cNvPr>
            <p:cNvSpPr>
              <a:spLocks noChangeArrowheads="1"/>
            </p:cNvSpPr>
            <p:nvPr/>
          </p:nvSpPr>
          <p:spPr bwMode="auto">
            <a:xfrm>
              <a:off x="2949" y="432"/>
              <a:ext cx="216"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21" name="Oval 44">
              <a:extLst>
                <a:ext uri="{FF2B5EF4-FFF2-40B4-BE49-F238E27FC236}">
                  <a16:creationId xmlns:a16="http://schemas.microsoft.com/office/drawing/2014/main" id="{FF62E551-EB83-5641-8312-187F211C5E6D}"/>
                </a:ext>
              </a:extLst>
            </p:cNvPr>
            <p:cNvSpPr>
              <a:spLocks noChangeArrowheads="1"/>
            </p:cNvSpPr>
            <p:nvPr/>
          </p:nvSpPr>
          <p:spPr bwMode="auto">
            <a:xfrm rot="-1860000">
              <a:off x="2984" y="309"/>
              <a:ext cx="296"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22" name="Freeform 45">
              <a:extLst>
                <a:ext uri="{FF2B5EF4-FFF2-40B4-BE49-F238E27FC236}">
                  <a16:creationId xmlns:a16="http://schemas.microsoft.com/office/drawing/2014/main" id="{B3D39435-3674-CF44-BD73-6C7EFE2EA574}"/>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23" name="Freeform 46">
              <a:extLst>
                <a:ext uri="{FF2B5EF4-FFF2-40B4-BE49-F238E27FC236}">
                  <a16:creationId xmlns:a16="http://schemas.microsoft.com/office/drawing/2014/main" id="{68EDB1E6-12B1-6348-8F91-A94024E1A81C}"/>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24" name="Freeform 47">
              <a:extLst>
                <a:ext uri="{FF2B5EF4-FFF2-40B4-BE49-F238E27FC236}">
                  <a16:creationId xmlns:a16="http://schemas.microsoft.com/office/drawing/2014/main" id="{7189D2E9-9CE4-294D-9EF7-593C7901F5EF}"/>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54286" name="Group 48">
            <a:extLst>
              <a:ext uri="{FF2B5EF4-FFF2-40B4-BE49-F238E27FC236}">
                <a16:creationId xmlns:a16="http://schemas.microsoft.com/office/drawing/2014/main" id="{D056D73C-A13A-9C43-AF07-BED712DBA070}"/>
              </a:ext>
            </a:extLst>
          </p:cNvPr>
          <p:cNvGrpSpPr>
            <a:grpSpLocks/>
          </p:cNvGrpSpPr>
          <p:nvPr/>
        </p:nvGrpSpPr>
        <p:grpSpPr bwMode="auto">
          <a:xfrm>
            <a:off x="6600825" y="2068116"/>
            <a:ext cx="677466" cy="558403"/>
            <a:chOff x="2949" y="196"/>
            <a:chExt cx="941" cy="598"/>
          </a:xfrm>
        </p:grpSpPr>
        <p:sp>
          <p:nvSpPr>
            <p:cNvPr id="54303" name="Oval 49">
              <a:extLst>
                <a:ext uri="{FF2B5EF4-FFF2-40B4-BE49-F238E27FC236}">
                  <a16:creationId xmlns:a16="http://schemas.microsoft.com/office/drawing/2014/main" id="{88A17BEB-56AF-4545-8A1E-AF0192C99CD6}"/>
                </a:ext>
              </a:extLst>
            </p:cNvPr>
            <p:cNvSpPr>
              <a:spLocks noChangeArrowheads="1"/>
            </p:cNvSpPr>
            <p:nvPr/>
          </p:nvSpPr>
          <p:spPr bwMode="auto">
            <a:xfrm>
              <a:off x="3167" y="196"/>
              <a:ext cx="408"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04" name="Oval 50">
              <a:extLst>
                <a:ext uri="{FF2B5EF4-FFF2-40B4-BE49-F238E27FC236}">
                  <a16:creationId xmlns:a16="http://schemas.microsoft.com/office/drawing/2014/main" id="{B9B807E4-3DFC-CC46-8A8D-7BD5BD15E5CE}"/>
                </a:ext>
              </a:extLst>
            </p:cNvPr>
            <p:cNvSpPr>
              <a:spLocks noChangeArrowheads="1"/>
            </p:cNvSpPr>
            <p:nvPr/>
          </p:nvSpPr>
          <p:spPr bwMode="auto">
            <a:xfrm rot="900000">
              <a:off x="3511" y="252"/>
              <a:ext cx="276"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05" name="Oval 51">
              <a:extLst>
                <a:ext uri="{FF2B5EF4-FFF2-40B4-BE49-F238E27FC236}">
                  <a16:creationId xmlns:a16="http://schemas.microsoft.com/office/drawing/2014/main" id="{40C6EF19-4309-C349-8ED9-EBCB859CE325}"/>
                </a:ext>
              </a:extLst>
            </p:cNvPr>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06" name="Oval 52">
              <a:extLst>
                <a:ext uri="{FF2B5EF4-FFF2-40B4-BE49-F238E27FC236}">
                  <a16:creationId xmlns:a16="http://schemas.microsoft.com/office/drawing/2014/main" id="{0F6CF937-B494-044F-BF5A-A0D7BE6E6478}"/>
                </a:ext>
              </a:extLst>
            </p:cNvPr>
            <p:cNvSpPr>
              <a:spLocks noChangeArrowheads="1"/>
            </p:cNvSpPr>
            <p:nvPr/>
          </p:nvSpPr>
          <p:spPr bwMode="auto">
            <a:xfrm rot="-1560000">
              <a:off x="3572" y="536"/>
              <a:ext cx="291"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07" name="Oval 53">
              <a:extLst>
                <a:ext uri="{FF2B5EF4-FFF2-40B4-BE49-F238E27FC236}">
                  <a16:creationId xmlns:a16="http://schemas.microsoft.com/office/drawing/2014/main" id="{D28EE98C-9797-744F-81B8-8CDAFC5BB295}"/>
                </a:ext>
              </a:extLst>
            </p:cNvPr>
            <p:cNvSpPr>
              <a:spLocks noChangeArrowheads="1"/>
            </p:cNvSpPr>
            <p:nvPr/>
          </p:nvSpPr>
          <p:spPr bwMode="auto">
            <a:xfrm>
              <a:off x="3215" y="556"/>
              <a:ext cx="471"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08" name="Oval 54">
              <a:extLst>
                <a:ext uri="{FF2B5EF4-FFF2-40B4-BE49-F238E27FC236}">
                  <a16:creationId xmlns:a16="http://schemas.microsoft.com/office/drawing/2014/main" id="{E8C80DE6-0122-6A47-9262-3A225402F993}"/>
                </a:ext>
              </a:extLst>
            </p:cNvPr>
            <p:cNvSpPr>
              <a:spLocks noChangeArrowheads="1"/>
            </p:cNvSpPr>
            <p:nvPr/>
          </p:nvSpPr>
          <p:spPr bwMode="auto">
            <a:xfrm rot="1080000">
              <a:off x="3023" y="556"/>
              <a:ext cx="26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09" name="Oval 55">
              <a:extLst>
                <a:ext uri="{FF2B5EF4-FFF2-40B4-BE49-F238E27FC236}">
                  <a16:creationId xmlns:a16="http://schemas.microsoft.com/office/drawing/2014/main" id="{E1E1362A-7609-D046-95BA-8C753ED9F5EF}"/>
                </a:ext>
              </a:extLst>
            </p:cNvPr>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10" name="Oval 56">
              <a:extLst>
                <a:ext uri="{FF2B5EF4-FFF2-40B4-BE49-F238E27FC236}">
                  <a16:creationId xmlns:a16="http://schemas.microsoft.com/office/drawing/2014/main" id="{C2E04912-CD4B-FE43-A274-41DFF20BBECE}"/>
                </a:ext>
              </a:extLst>
            </p:cNvPr>
            <p:cNvSpPr>
              <a:spLocks noChangeArrowheads="1"/>
            </p:cNvSpPr>
            <p:nvPr/>
          </p:nvSpPr>
          <p:spPr bwMode="auto">
            <a:xfrm rot="-1860000">
              <a:off x="2984" y="309"/>
              <a:ext cx="296"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11" name="Freeform 57">
              <a:extLst>
                <a:ext uri="{FF2B5EF4-FFF2-40B4-BE49-F238E27FC236}">
                  <a16:creationId xmlns:a16="http://schemas.microsoft.com/office/drawing/2014/main" id="{443FB46B-7D4F-E84E-A782-8FC33E639E83}"/>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12" name="Freeform 58">
              <a:extLst>
                <a:ext uri="{FF2B5EF4-FFF2-40B4-BE49-F238E27FC236}">
                  <a16:creationId xmlns:a16="http://schemas.microsoft.com/office/drawing/2014/main" id="{FAA070AD-C51A-544E-852D-C2F0767432C0}"/>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13" name="Freeform 59">
              <a:extLst>
                <a:ext uri="{FF2B5EF4-FFF2-40B4-BE49-F238E27FC236}">
                  <a16:creationId xmlns:a16="http://schemas.microsoft.com/office/drawing/2014/main" id="{92C58192-06ED-8E4B-BB4E-18B30F712873}"/>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pic>
        <p:nvPicPr>
          <p:cNvPr id="54287" name="Picture 60">
            <a:extLst>
              <a:ext uri="{FF2B5EF4-FFF2-40B4-BE49-F238E27FC236}">
                <a16:creationId xmlns:a16="http://schemas.microsoft.com/office/drawing/2014/main" id="{A9ABAD65-7358-AB4F-920C-B9C429E7E3ED}"/>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49354" y="2253854"/>
            <a:ext cx="386953" cy="2845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288" name="Picture 61">
            <a:extLst>
              <a:ext uri="{FF2B5EF4-FFF2-40B4-BE49-F238E27FC236}">
                <a16:creationId xmlns:a16="http://schemas.microsoft.com/office/drawing/2014/main" id="{62593793-0C25-6D49-9989-3A5095F0C15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31694" y="2253854"/>
            <a:ext cx="385763" cy="2845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1774" name="Line 62">
            <a:extLst>
              <a:ext uri="{FF2B5EF4-FFF2-40B4-BE49-F238E27FC236}">
                <a16:creationId xmlns:a16="http://schemas.microsoft.com/office/drawing/2014/main" id="{2C6AB319-017A-204D-9B5A-B47E25B40DA6}"/>
              </a:ext>
            </a:extLst>
          </p:cNvPr>
          <p:cNvSpPr>
            <a:spLocks noChangeShapeType="1"/>
          </p:cNvSpPr>
          <p:nvPr/>
        </p:nvSpPr>
        <p:spPr bwMode="auto">
          <a:xfrm>
            <a:off x="1656160" y="1894285"/>
            <a:ext cx="971550" cy="97274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011775" name="Freeform 63">
            <a:extLst>
              <a:ext uri="{FF2B5EF4-FFF2-40B4-BE49-F238E27FC236}">
                <a16:creationId xmlns:a16="http://schemas.microsoft.com/office/drawing/2014/main" id="{AA2FCFEC-4AA3-5545-B78E-351607E61D62}"/>
              </a:ext>
            </a:extLst>
          </p:cNvPr>
          <p:cNvSpPr>
            <a:spLocks/>
          </p:cNvSpPr>
          <p:nvPr/>
        </p:nvSpPr>
        <p:spPr bwMode="auto">
          <a:xfrm>
            <a:off x="1833563" y="1789510"/>
            <a:ext cx="1151335" cy="491728"/>
          </a:xfrm>
          <a:custGeom>
            <a:avLst/>
            <a:gdLst>
              <a:gd name="T0" fmla="*/ 0 w 967"/>
              <a:gd name="T1" fmla="*/ 0 h 413"/>
              <a:gd name="T2" fmla="*/ 2147483646 w 967"/>
              <a:gd name="T3" fmla="*/ 2147483646 h 413"/>
              <a:gd name="T4" fmla="*/ 2147483646 w 967"/>
              <a:gd name="T5" fmla="*/ 2147483646 h 413"/>
              <a:gd name="T6" fmla="*/ 2147483646 w 967"/>
              <a:gd name="T7" fmla="*/ 2147483646 h 413"/>
              <a:gd name="T8" fmla="*/ 2147483646 w 967"/>
              <a:gd name="T9" fmla="*/ 2147483646 h 4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7" h="413">
                <a:moveTo>
                  <a:pt x="0" y="0"/>
                </a:moveTo>
                <a:cubicBezTo>
                  <a:pt x="27" y="25"/>
                  <a:pt x="103" y="102"/>
                  <a:pt x="160" y="150"/>
                </a:cubicBezTo>
                <a:cubicBezTo>
                  <a:pt x="217" y="197"/>
                  <a:pt x="286" y="249"/>
                  <a:pt x="344" y="286"/>
                </a:cubicBezTo>
                <a:cubicBezTo>
                  <a:pt x="402" y="323"/>
                  <a:pt x="406" y="350"/>
                  <a:pt x="510" y="371"/>
                </a:cubicBezTo>
                <a:cubicBezTo>
                  <a:pt x="614" y="392"/>
                  <a:pt x="872" y="404"/>
                  <a:pt x="967" y="413"/>
                </a:cubicBezTo>
              </a:path>
            </a:pathLst>
          </a:custGeom>
          <a:noFill/>
          <a:ln w="76200" cmpd="sng">
            <a:solidFill>
              <a:schemeClr val="hlink"/>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11776" name="Line 64">
            <a:extLst>
              <a:ext uri="{FF2B5EF4-FFF2-40B4-BE49-F238E27FC236}">
                <a16:creationId xmlns:a16="http://schemas.microsoft.com/office/drawing/2014/main" id="{7BD74054-360C-8441-BE13-C8D5635FE2B7}"/>
              </a:ext>
            </a:extLst>
          </p:cNvPr>
          <p:cNvSpPr>
            <a:spLocks noChangeShapeType="1"/>
          </p:cNvSpPr>
          <p:nvPr/>
        </p:nvSpPr>
        <p:spPr bwMode="auto">
          <a:xfrm rot="18772734">
            <a:off x="3401021" y="1866305"/>
            <a:ext cx="825103" cy="881063"/>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011777" name="Line 65">
            <a:extLst>
              <a:ext uri="{FF2B5EF4-FFF2-40B4-BE49-F238E27FC236}">
                <a16:creationId xmlns:a16="http://schemas.microsoft.com/office/drawing/2014/main" id="{BE098332-FD4C-8D46-9578-B76D87C11261}"/>
              </a:ext>
            </a:extLst>
          </p:cNvPr>
          <p:cNvSpPr>
            <a:spLocks noChangeShapeType="1"/>
          </p:cNvSpPr>
          <p:nvPr/>
        </p:nvSpPr>
        <p:spPr bwMode="auto">
          <a:xfrm rot="18772734">
            <a:off x="4974432" y="1871663"/>
            <a:ext cx="822722" cy="85844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011778" name="Text Box 66">
            <a:extLst>
              <a:ext uri="{FF2B5EF4-FFF2-40B4-BE49-F238E27FC236}">
                <a16:creationId xmlns:a16="http://schemas.microsoft.com/office/drawing/2014/main" id="{13A87F1C-C91D-D444-8A12-793060BD64AE}"/>
              </a:ext>
            </a:extLst>
          </p:cNvPr>
          <p:cNvSpPr txBox="1">
            <a:spLocks noChangeArrowheads="1"/>
          </p:cNvSpPr>
          <p:nvPr/>
        </p:nvSpPr>
        <p:spPr bwMode="auto">
          <a:xfrm>
            <a:off x="2033588" y="1732360"/>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间接交付</a:t>
            </a:r>
          </a:p>
        </p:txBody>
      </p:sp>
      <p:sp>
        <p:nvSpPr>
          <p:cNvPr id="1011779" name="Text Box 67">
            <a:extLst>
              <a:ext uri="{FF2B5EF4-FFF2-40B4-BE49-F238E27FC236}">
                <a16:creationId xmlns:a16="http://schemas.microsoft.com/office/drawing/2014/main" id="{B2F6A8B4-A9C6-0F46-B2C6-FB2F04598809}"/>
              </a:ext>
            </a:extLst>
          </p:cNvPr>
          <p:cNvSpPr txBox="1">
            <a:spLocks noChangeArrowheads="1"/>
          </p:cNvSpPr>
          <p:nvPr/>
        </p:nvSpPr>
        <p:spPr bwMode="auto">
          <a:xfrm>
            <a:off x="4938713" y="1704975"/>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间接交付</a:t>
            </a:r>
          </a:p>
        </p:txBody>
      </p:sp>
      <p:sp>
        <p:nvSpPr>
          <p:cNvPr id="1011780" name="Freeform 68">
            <a:extLst>
              <a:ext uri="{FF2B5EF4-FFF2-40B4-BE49-F238E27FC236}">
                <a16:creationId xmlns:a16="http://schemas.microsoft.com/office/drawing/2014/main" id="{05267FD7-EF26-5349-A133-CBE90F77A895}"/>
              </a:ext>
            </a:extLst>
          </p:cNvPr>
          <p:cNvSpPr>
            <a:spLocks/>
          </p:cNvSpPr>
          <p:nvPr/>
        </p:nvSpPr>
        <p:spPr bwMode="auto">
          <a:xfrm>
            <a:off x="6199585" y="1664494"/>
            <a:ext cx="1200150" cy="657225"/>
          </a:xfrm>
          <a:custGeom>
            <a:avLst/>
            <a:gdLst>
              <a:gd name="T0" fmla="*/ 0 w 1008"/>
              <a:gd name="T1" fmla="*/ 2147483646 h 552"/>
              <a:gd name="T2" fmla="*/ 2147483646 w 1008"/>
              <a:gd name="T3" fmla="*/ 2147483646 h 552"/>
              <a:gd name="T4" fmla="*/ 2147483646 w 1008"/>
              <a:gd name="T5" fmla="*/ 2147483646 h 552"/>
              <a:gd name="T6" fmla="*/ 2147483646 w 1008"/>
              <a:gd name="T7" fmla="*/ 2147483646 h 552"/>
              <a:gd name="T8" fmla="*/ 2147483646 w 1008"/>
              <a:gd name="T9" fmla="*/ 0 h 55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8" h="552">
                <a:moveTo>
                  <a:pt x="0" y="552"/>
                </a:moveTo>
                <a:cubicBezTo>
                  <a:pt x="64" y="538"/>
                  <a:pt x="298" y="497"/>
                  <a:pt x="399" y="469"/>
                </a:cubicBezTo>
                <a:cubicBezTo>
                  <a:pt x="500" y="441"/>
                  <a:pt x="543" y="417"/>
                  <a:pt x="605" y="382"/>
                </a:cubicBezTo>
                <a:cubicBezTo>
                  <a:pt x="667" y="347"/>
                  <a:pt x="704" y="325"/>
                  <a:pt x="771" y="261"/>
                </a:cubicBezTo>
                <a:cubicBezTo>
                  <a:pt x="838" y="196"/>
                  <a:pt x="959" y="54"/>
                  <a:pt x="1008" y="0"/>
                </a:cubicBezTo>
              </a:path>
            </a:pathLst>
          </a:custGeom>
          <a:noFill/>
          <a:ln w="76200" cmpd="sng">
            <a:solidFill>
              <a:schemeClr val="hlink"/>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296" name="Text Box 69">
            <a:extLst>
              <a:ext uri="{FF2B5EF4-FFF2-40B4-BE49-F238E27FC236}">
                <a16:creationId xmlns:a16="http://schemas.microsoft.com/office/drawing/2014/main" id="{6C52AA3B-1F1E-DF4D-9081-491599BB1F64}"/>
              </a:ext>
            </a:extLst>
          </p:cNvPr>
          <p:cNvSpPr txBox="1">
            <a:spLocks noChangeArrowheads="1"/>
          </p:cNvSpPr>
          <p:nvPr/>
        </p:nvSpPr>
        <p:spPr bwMode="auto">
          <a:xfrm>
            <a:off x="1228725" y="1484710"/>
            <a:ext cx="31931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A</a:t>
            </a:r>
          </a:p>
        </p:txBody>
      </p:sp>
      <p:sp>
        <p:nvSpPr>
          <p:cNvPr id="54297" name="Text Box 70">
            <a:extLst>
              <a:ext uri="{FF2B5EF4-FFF2-40B4-BE49-F238E27FC236}">
                <a16:creationId xmlns:a16="http://schemas.microsoft.com/office/drawing/2014/main" id="{DB09C448-0B8A-D345-BC70-AC8B0EC7018C}"/>
              </a:ext>
            </a:extLst>
          </p:cNvPr>
          <p:cNvSpPr txBox="1">
            <a:spLocks noChangeArrowheads="1"/>
          </p:cNvSpPr>
          <p:nvPr/>
        </p:nvSpPr>
        <p:spPr bwMode="auto">
          <a:xfrm>
            <a:off x="2772966" y="2772966"/>
            <a:ext cx="30489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B</a:t>
            </a:r>
          </a:p>
        </p:txBody>
      </p:sp>
      <p:sp>
        <p:nvSpPr>
          <p:cNvPr id="54298" name="Text Box 71">
            <a:extLst>
              <a:ext uri="{FF2B5EF4-FFF2-40B4-BE49-F238E27FC236}">
                <a16:creationId xmlns:a16="http://schemas.microsoft.com/office/drawing/2014/main" id="{FD2A8F27-F61E-6040-92F6-5EA550E6A10B}"/>
              </a:ext>
            </a:extLst>
          </p:cNvPr>
          <p:cNvSpPr txBox="1">
            <a:spLocks noChangeArrowheads="1"/>
          </p:cNvSpPr>
          <p:nvPr/>
        </p:nvSpPr>
        <p:spPr bwMode="auto">
          <a:xfrm>
            <a:off x="7587853" y="1437085"/>
            <a:ext cx="31290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C</a:t>
            </a:r>
          </a:p>
        </p:txBody>
      </p:sp>
      <p:sp>
        <p:nvSpPr>
          <p:cNvPr id="1011784" name="Text Box 72">
            <a:extLst>
              <a:ext uri="{FF2B5EF4-FFF2-40B4-BE49-F238E27FC236}">
                <a16:creationId xmlns:a16="http://schemas.microsoft.com/office/drawing/2014/main" id="{ECFF68C2-368C-BE40-BCEF-C2349C3D9B97}"/>
              </a:ext>
            </a:extLst>
          </p:cNvPr>
          <p:cNvSpPr txBox="1">
            <a:spLocks noChangeArrowheads="1"/>
          </p:cNvSpPr>
          <p:nvPr/>
        </p:nvSpPr>
        <p:spPr bwMode="auto">
          <a:xfrm>
            <a:off x="1331119" y="2650332"/>
            <a:ext cx="954107" cy="323165"/>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直接交付</a:t>
            </a:r>
          </a:p>
        </p:txBody>
      </p:sp>
      <p:sp>
        <p:nvSpPr>
          <p:cNvPr id="1011785" name="Text Box 73">
            <a:extLst>
              <a:ext uri="{FF2B5EF4-FFF2-40B4-BE49-F238E27FC236}">
                <a16:creationId xmlns:a16="http://schemas.microsoft.com/office/drawing/2014/main" id="{AB727F47-5AF0-A241-9BFF-3627B5F7B8A0}"/>
              </a:ext>
            </a:extLst>
          </p:cNvPr>
          <p:cNvSpPr txBox="1">
            <a:spLocks noChangeArrowheads="1"/>
          </p:cNvSpPr>
          <p:nvPr/>
        </p:nvSpPr>
        <p:spPr bwMode="auto">
          <a:xfrm>
            <a:off x="6246019" y="1625204"/>
            <a:ext cx="954107" cy="323165"/>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直接交付</a:t>
            </a:r>
          </a:p>
        </p:txBody>
      </p:sp>
      <p:sp>
        <p:nvSpPr>
          <p:cNvPr id="1011786" name="Text Box 74">
            <a:extLst>
              <a:ext uri="{FF2B5EF4-FFF2-40B4-BE49-F238E27FC236}">
                <a16:creationId xmlns:a16="http://schemas.microsoft.com/office/drawing/2014/main" id="{0DD238C0-27A4-384E-B97C-0CDB488746DC}"/>
              </a:ext>
            </a:extLst>
          </p:cNvPr>
          <p:cNvSpPr txBox="1">
            <a:spLocks noChangeArrowheads="1"/>
          </p:cNvSpPr>
          <p:nvPr/>
        </p:nvSpPr>
        <p:spPr bwMode="auto">
          <a:xfrm>
            <a:off x="2306242" y="3543300"/>
            <a:ext cx="5093494" cy="830997"/>
          </a:xfrm>
          <a:prstGeom prst="rect">
            <a:avLst/>
          </a:prstGeom>
          <a:solidFill>
            <a:srgbClr val="FFFF99"/>
          </a:solidFill>
          <a:ln w="9525">
            <a:solidFill>
              <a:srgbClr val="333399"/>
            </a:solidFill>
            <a:miter lim="800000"/>
            <a:headEnd/>
            <a:tailEnd/>
          </a:ln>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400" dirty="0">
                <a:latin typeface="微软雅黑" panose="020B0503020204020204" pitchFamily="34" charset="-122"/>
                <a:ea typeface="宋体" panose="02010600030101010101" pitchFamily="2" charset="-122"/>
              </a:rPr>
              <a:t>直接交付不需要使用路由器</a:t>
            </a:r>
          </a:p>
          <a:p>
            <a:pPr algn="ctr" eaLnBrk="1" hangingPunct="1">
              <a:spcBef>
                <a:spcPct val="0"/>
              </a:spcBef>
              <a:buClrTx/>
              <a:buSzTx/>
              <a:buFontTx/>
              <a:buNone/>
            </a:pPr>
            <a:r>
              <a:rPr lang="zh-CN" altLang="en-US" sz="2400" dirty="0">
                <a:latin typeface="微软雅黑" panose="020B0503020204020204" pitchFamily="34" charset="-122"/>
                <a:ea typeface="宋体" panose="02010600030101010101" pitchFamily="2" charset="-122"/>
              </a:rPr>
              <a:t>但间接交付就必须使用路由器</a:t>
            </a:r>
          </a:p>
        </p:txBody>
      </p:sp>
      <p:sp>
        <p:nvSpPr>
          <p:cNvPr id="54302" name="灯片编号占位符 1">
            <a:extLst>
              <a:ext uri="{FF2B5EF4-FFF2-40B4-BE49-F238E27FC236}">
                <a16:creationId xmlns:a16="http://schemas.microsoft.com/office/drawing/2014/main" id="{2EF6E437-4D36-3D49-A241-3823C7F6F94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F50D082-67C5-C340-B037-D1AAC3B4294E}"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19</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334249216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1011774"/>
                                        </p:tgtEl>
                                        <p:attrNameLst>
                                          <p:attrName>style.visibility</p:attrName>
                                        </p:attrNameLst>
                                      </p:cBhvr>
                                      <p:to>
                                        <p:strVal val="visible"/>
                                      </p:to>
                                    </p:set>
                                    <p:animEffect transition="in" filter="wipe(up)">
                                      <p:cBhvr>
                                        <p:cTn id="7" dur="1000"/>
                                        <p:tgtEl>
                                          <p:spTgt spid="1011774"/>
                                        </p:tgtEl>
                                      </p:cBhvr>
                                    </p:animEffect>
                                  </p:childTnLst>
                                </p:cTn>
                              </p:par>
                            </p:childTnLst>
                          </p:cTn>
                        </p:par>
                        <p:par>
                          <p:cTn id="8" fill="hold" nodeType="afterGroup">
                            <p:stCondLst>
                              <p:cond delay="1000"/>
                            </p:stCondLst>
                            <p:childTnLst>
                              <p:par>
                                <p:cTn id="9" presetID="1" presetClass="entr" presetSubtype="0" fill="hold" grpId="0" nodeType="afterEffect">
                                  <p:stCondLst>
                                    <p:cond delay="0"/>
                                  </p:stCondLst>
                                  <p:childTnLst>
                                    <p:set>
                                      <p:cBhvr>
                                        <p:cTn id="10" dur="1" fill="hold">
                                          <p:stCondLst>
                                            <p:cond delay="0"/>
                                          </p:stCondLst>
                                        </p:cTn>
                                        <p:tgtEl>
                                          <p:spTgt spid="1011784"/>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22" presetClass="entr" presetSubtype="8" fill="hold" nodeType="clickEffect">
                                  <p:stCondLst>
                                    <p:cond delay="0"/>
                                  </p:stCondLst>
                                  <p:childTnLst>
                                    <p:set>
                                      <p:cBhvr>
                                        <p:cTn id="14" dur="1" fill="hold">
                                          <p:stCondLst>
                                            <p:cond delay="0"/>
                                          </p:stCondLst>
                                        </p:cTn>
                                        <p:tgtEl>
                                          <p:spTgt spid="1011775"/>
                                        </p:tgtEl>
                                        <p:attrNameLst>
                                          <p:attrName>style.visibility</p:attrName>
                                        </p:attrNameLst>
                                      </p:cBhvr>
                                      <p:to>
                                        <p:strVal val="visible"/>
                                      </p:to>
                                    </p:set>
                                    <p:animEffect transition="in" filter="wipe(left)">
                                      <p:cBhvr>
                                        <p:cTn id="15" dur="1000"/>
                                        <p:tgtEl>
                                          <p:spTgt spid="1011775"/>
                                        </p:tgtEl>
                                      </p:cBhvr>
                                    </p:animEffect>
                                  </p:childTnLst>
                                </p:cTn>
                              </p:par>
                            </p:childTnLst>
                          </p:cTn>
                        </p:par>
                        <p:par>
                          <p:cTn id="16" fill="hold" nodeType="afterGroup">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1011778"/>
                                        </p:tgtEl>
                                        <p:attrNameLst>
                                          <p:attrName>style.visibility</p:attrName>
                                        </p:attrNameLst>
                                      </p:cBhvr>
                                      <p:to>
                                        <p:strVal val="visible"/>
                                      </p:to>
                                    </p:set>
                                  </p:childTnLst>
                                </p:cTn>
                              </p:par>
                            </p:childTnLst>
                          </p:cTn>
                        </p:par>
                        <p:par>
                          <p:cTn id="19" fill="hold" nodeType="afterGroup">
                            <p:stCondLst>
                              <p:cond delay="1000"/>
                            </p:stCondLst>
                            <p:childTnLst>
                              <p:par>
                                <p:cTn id="20" presetID="22" presetClass="entr" presetSubtype="8" fill="hold" nodeType="afterEffect">
                                  <p:stCondLst>
                                    <p:cond delay="0"/>
                                  </p:stCondLst>
                                  <p:childTnLst>
                                    <p:set>
                                      <p:cBhvr>
                                        <p:cTn id="21" dur="1" fill="hold">
                                          <p:stCondLst>
                                            <p:cond delay="0"/>
                                          </p:stCondLst>
                                        </p:cTn>
                                        <p:tgtEl>
                                          <p:spTgt spid="1011776"/>
                                        </p:tgtEl>
                                        <p:attrNameLst>
                                          <p:attrName>style.visibility</p:attrName>
                                        </p:attrNameLst>
                                      </p:cBhvr>
                                      <p:to>
                                        <p:strVal val="visible"/>
                                      </p:to>
                                    </p:set>
                                    <p:animEffect transition="in" filter="wipe(left)">
                                      <p:cBhvr>
                                        <p:cTn id="22" dur="1000"/>
                                        <p:tgtEl>
                                          <p:spTgt spid="1011776"/>
                                        </p:tgtEl>
                                      </p:cBhvr>
                                    </p:animEffect>
                                  </p:childTnLst>
                                </p:cTn>
                              </p:par>
                            </p:childTnLst>
                          </p:cTn>
                        </p:par>
                        <p:par>
                          <p:cTn id="23" fill="hold" nodeType="afterGroup">
                            <p:stCondLst>
                              <p:cond delay="2000"/>
                            </p:stCondLst>
                            <p:childTnLst>
                              <p:par>
                                <p:cTn id="24" presetID="1" presetClass="entr" presetSubtype="0" fill="hold" grpId="0" nodeType="afterEffect">
                                  <p:stCondLst>
                                    <p:cond delay="0"/>
                                  </p:stCondLst>
                                  <p:childTnLst>
                                    <p:set>
                                      <p:cBhvr>
                                        <p:cTn id="25" dur="1" fill="hold">
                                          <p:stCondLst>
                                            <p:cond delay="0"/>
                                          </p:stCondLst>
                                        </p:cTn>
                                        <p:tgtEl>
                                          <p:spTgt spid="1011735"/>
                                        </p:tgtEl>
                                        <p:attrNameLst>
                                          <p:attrName>style.visibility</p:attrName>
                                        </p:attrNameLst>
                                      </p:cBhvr>
                                      <p:to>
                                        <p:strVal val="visible"/>
                                      </p:to>
                                    </p:set>
                                  </p:childTnLst>
                                </p:cTn>
                              </p:par>
                            </p:childTnLst>
                          </p:cTn>
                        </p:par>
                        <p:par>
                          <p:cTn id="26" fill="hold" nodeType="afterGroup">
                            <p:stCondLst>
                              <p:cond delay="2000"/>
                            </p:stCondLst>
                            <p:childTnLst>
                              <p:par>
                                <p:cTn id="27" presetID="22" presetClass="entr" presetSubtype="8" fill="hold" nodeType="afterEffect">
                                  <p:stCondLst>
                                    <p:cond delay="0"/>
                                  </p:stCondLst>
                                  <p:childTnLst>
                                    <p:set>
                                      <p:cBhvr>
                                        <p:cTn id="28" dur="1" fill="hold">
                                          <p:stCondLst>
                                            <p:cond delay="0"/>
                                          </p:stCondLst>
                                        </p:cTn>
                                        <p:tgtEl>
                                          <p:spTgt spid="1011777"/>
                                        </p:tgtEl>
                                        <p:attrNameLst>
                                          <p:attrName>style.visibility</p:attrName>
                                        </p:attrNameLst>
                                      </p:cBhvr>
                                      <p:to>
                                        <p:strVal val="visible"/>
                                      </p:to>
                                    </p:set>
                                    <p:animEffect transition="in" filter="wipe(left)">
                                      <p:cBhvr>
                                        <p:cTn id="29" dur="1000"/>
                                        <p:tgtEl>
                                          <p:spTgt spid="1011777"/>
                                        </p:tgtEl>
                                      </p:cBhvr>
                                    </p:animEffect>
                                  </p:childTnLst>
                                </p:cTn>
                              </p:par>
                            </p:childTnLst>
                          </p:cTn>
                        </p:par>
                        <p:par>
                          <p:cTn id="30" fill="hold" nodeType="afterGroup">
                            <p:stCondLst>
                              <p:cond delay="3000"/>
                            </p:stCondLst>
                            <p:childTnLst>
                              <p:par>
                                <p:cTn id="31" presetID="1" presetClass="entr" presetSubtype="0" fill="hold" grpId="0" nodeType="afterEffect">
                                  <p:stCondLst>
                                    <p:cond delay="0"/>
                                  </p:stCondLst>
                                  <p:childTnLst>
                                    <p:set>
                                      <p:cBhvr>
                                        <p:cTn id="32" dur="1" fill="hold">
                                          <p:stCondLst>
                                            <p:cond delay="0"/>
                                          </p:stCondLst>
                                        </p:cTn>
                                        <p:tgtEl>
                                          <p:spTgt spid="1011779"/>
                                        </p:tgtEl>
                                        <p:attrNameLst>
                                          <p:attrName>style.visibility</p:attrName>
                                        </p:attrNameLst>
                                      </p:cBhvr>
                                      <p:to>
                                        <p:strVal val="visible"/>
                                      </p:to>
                                    </p:set>
                                  </p:childTnLst>
                                </p:cTn>
                              </p:par>
                            </p:childTnLst>
                          </p:cTn>
                        </p:par>
                        <p:par>
                          <p:cTn id="33" fill="hold" nodeType="afterGroup">
                            <p:stCondLst>
                              <p:cond delay="3000"/>
                            </p:stCondLst>
                            <p:childTnLst>
                              <p:par>
                                <p:cTn id="34" presetID="22" presetClass="entr" presetSubtype="8" fill="hold" nodeType="afterEffect">
                                  <p:stCondLst>
                                    <p:cond delay="0"/>
                                  </p:stCondLst>
                                  <p:childTnLst>
                                    <p:set>
                                      <p:cBhvr>
                                        <p:cTn id="35" dur="1" fill="hold">
                                          <p:stCondLst>
                                            <p:cond delay="0"/>
                                          </p:stCondLst>
                                        </p:cTn>
                                        <p:tgtEl>
                                          <p:spTgt spid="1011780"/>
                                        </p:tgtEl>
                                        <p:attrNameLst>
                                          <p:attrName>style.visibility</p:attrName>
                                        </p:attrNameLst>
                                      </p:cBhvr>
                                      <p:to>
                                        <p:strVal val="visible"/>
                                      </p:to>
                                    </p:set>
                                    <p:animEffect transition="in" filter="wipe(left)">
                                      <p:cBhvr>
                                        <p:cTn id="36" dur="1000"/>
                                        <p:tgtEl>
                                          <p:spTgt spid="1011780"/>
                                        </p:tgtEl>
                                      </p:cBhvr>
                                    </p:animEffect>
                                  </p:childTnLst>
                                </p:cTn>
                              </p:par>
                            </p:childTnLst>
                          </p:cTn>
                        </p:par>
                        <p:par>
                          <p:cTn id="37" fill="hold" nodeType="afterGroup">
                            <p:stCondLst>
                              <p:cond delay="4000"/>
                            </p:stCondLst>
                            <p:childTnLst>
                              <p:par>
                                <p:cTn id="38" presetID="1" presetClass="entr" presetSubtype="0" fill="hold" grpId="0" nodeType="afterEffect">
                                  <p:stCondLst>
                                    <p:cond delay="0"/>
                                  </p:stCondLst>
                                  <p:childTnLst>
                                    <p:set>
                                      <p:cBhvr>
                                        <p:cTn id="39" dur="1" fill="hold">
                                          <p:stCondLst>
                                            <p:cond delay="0"/>
                                          </p:stCondLst>
                                        </p:cTn>
                                        <p:tgtEl>
                                          <p:spTgt spid="1011785"/>
                                        </p:tgtEl>
                                        <p:attrNameLst>
                                          <p:attrName>style.visibility</p:attrName>
                                        </p:attrNameLst>
                                      </p:cBhvr>
                                      <p:to>
                                        <p:strVal val="visible"/>
                                      </p:to>
                                    </p:set>
                                  </p:childTnLst>
                                </p:cTn>
                              </p:par>
                            </p:childTnLst>
                          </p:cTn>
                        </p:par>
                      </p:childTnLst>
                    </p:cTn>
                  </p:par>
                  <p:par>
                    <p:cTn id="40" fill="hold" nodeType="clickPar">
                      <p:stCondLst>
                        <p:cond delay="indefinite"/>
                      </p:stCondLst>
                      <p:childTnLst>
                        <p:par>
                          <p:cTn id="41" fill="hold" nodeType="withGroup">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101178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1735" grpId="0"/>
      <p:bldP spid="1011778" grpId="0"/>
      <p:bldP spid="1011779" grpId="0"/>
      <p:bldP spid="1011784" grpId="0" animBg="1"/>
      <p:bldP spid="1011785" grpId="0" animBg="1"/>
      <p:bldP spid="1011786"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2">
            <a:extLst>
              <a:ext uri="{FF2B5EF4-FFF2-40B4-BE49-F238E27FC236}">
                <a16:creationId xmlns:a16="http://schemas.microsoft.com/office/drawing/2014/main" id="{820A4344-AC8D-9B4A-8EBD-F4A89A7D546B}"/>
              </a:ext>
            </a:extLst>
          </p:cNvPr>
          <p:cNvSpPr>
            <a:spLocks noGrp="1" noChangeArrowheads="1"/>
          </p:cNvSpPr>
          <p:nvPr>
            <p:ph type="title"/>
          </p:nvPr>
        </p:nvSpPr>
        <p:spPr>
          <a:xfrm>
            <a:off x="160020" y="269081"/>
            <a:ext cx="6294359" cy="576263"/>
          </a:xfrm>
        </p:spPr>
        <p:txBody>
          <a:bodyPr/>
          <a:lstStyle/>
          <a:p>
            <a:pPr eaLnBrk="1" hangingPunct="1"/>
            <a:r>
              <a:rPr lang="zh-CN" altLang="en-US" sz="3000" dirty="0">
                <a:latin typeface="微软雅黑" panose="020B0503020204020204" pitchFamily="34" charset="-122"/>
                <a:ea typeface="宋体" panose="02010600030101010101" pitchFamily="2" charset="-122"/>
              </a:rPr>
              <a:t>典型的路由器的结构 </a:t>
            </a:r>
          </a:p>
        </p:txBody>
      </p:sp>
      <p:sp>
        <p:nvSpPr>
          <p:cNvPr id="38916" name="Rectangle 3">
            <a:extLst>
              <a:ext uri="{FF2B5EF4-FFF2-40B4-BE49-F238E27FC236}">
                <a16:creationId xmlns:a16="http://schemas.microsoft.com/office/drawing/2014/main" id="{153D0A18-4252-2342-9C45-19CED3415C05}"/>
              </a:ext>
            </a:extLst>
          </p:cNvPr>
          <p:cNvSpPr>
            <a:spLocks noChangeArrowheads="1"/>
          </p:cNvSpPr>
          <p:nvPr/>
        </p:nvSpPr>
        <p:spPr bwMode="auto">
          <a:xfrm>
            <a:off x="3289697" y="1428750"/>
            <a:ext cx="1799034" cy="1197769"/>
          </a:xfrm>
          <a:prstGeom prst="rect">
            <a:avLst/>
          </a:prstGeom>
          <a:solidFill>
            <a:srgbClr val="FFFF99"/>
          </a:solidFill>
          <a:ln w="12700">
            <a:solidFill>
              <a:schemeClr val="tx1"/>
            </a:solidFill>
            <a:miter lim="800000"/>
            <a:headEnd/>
            <a:tailEnd/>
          </a:ln>
          <a:effectLst>
            <a:outerShdw blurRad="63500" dist="53882"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endParaRPr kumimoji="1" lang="zh-CN" altLang="zh-CN" sz="1500">
              <a:solidFill>
                <a:srgbClr val="333399"/>
              </a:solidFill>
              <a:latin typeface="微软雅黑" panose="020B0503020204020204" pitchFamily="34" charset="-122"/>
              <a:ea typeface="宋体" panose="02010600030101010101" pitchFamily="2" charset="-122"/>
            </a:endParaRPr>
          </a:p>
        </p:txBody>
      </p:sp>
      <p:sp>
        <p:nvSpPr>
          <p:cNvPr id="56323" name="AutoShape 4">
            <a:extLst>
              <a:ext uri="{FF2B5EF4-FFF2-40B4-BE49-F238E27FC236}">
                <a16:creationId xmlns:a16="http://schemas.microsoft.com/office/drawing/2014/main" id="{B4CA5A04-BF15-954D-8984-98ABF4B196F8}"/>
              </a:ext>
            </a:extLst>
          </p:cNvPr>
          <p:cNvSpPr>
            <a:spLocks noChangeArrowheads="1"/>
          </p:cNvSpPr>
          <p:nvPr/>
        </p:nvSpPr>
        <p:spPr bwMode="auto">
          <a:xfrm>
            <a:off x="4014787" y="2571751"/>
            <a:ext cx="347663" cy="594122"/>
          </a:xfrm>
          <a:prstGeom prst="upDownArrow">
            <a:avLst>
              <a:gd name="adj1" fmla="val 50000"/>
              <a:gd name="adj2" fmla="val 34178"/>
            </a:avLst>
          </a:prstGeom>
          <a:solidFill>
            <a:srgbClr val="CC0099"/>
          </a:solidFill>
          <a:ln w="28575">
            <a:solidFill>
              <a:srgbClr val="CC00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6324" name="Line 5">
            <a:extLst>
              <a:ext uri="{FF2B5EF4-FFF2-40B4-BE49-F238E27FC236}">
                <a16:creationId xmlns:a16="http://schemas.microsoft.com/office/drawing/2014/main" id="{B467782A-60FE-EA49-BB89-5288C347B716}"/>
              </a:ext>
            </a:extLst>
          </p:cNvPr>
          <p:cNvSpPr>
            <a:spLocks noChangeShapeType="1"/>
          </p:cNvSpPr>
          <p:nvPr/>
        </p:nvSpPr>
        <p:spPr bwMode="auto">
          <a:xfrm>
            <a:off x="7325916" y="1383507"/>
            <a:ext cx="0" cy="1465660"/>
          </a:xfrm>
          <a:prstGeom prst="line">
            <a:avLst/>
          </a:prstGeom>
          <a:noFill/>
          <a:ln w="28575">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25" name="Text Box 6">
            <a:extLst>
              <a:ext uri="{FF2B5EF4-FFF2-40B4-BE49-F238E27FC236}">
                <a16:creationId xmlns:a16="http://schemas.microsoft.com/office/drawing/2014/main" id="{9EFF6B2A-FFF4-A447-AD82-9A1C03200080}"/>
              </a:ext>
            </a:extLst>
          </p:cNvPr>
          <p:cNvSpPr txBox="1">
            <a:spLocks noChangeArrowheads="1"/>
          </p:cNvSpPr>
          <p:nvPr/>
        </p:nvSpPr>
        <p:spPr bwMode="auto">
          <a:xfrm>
            <a:off x="6987779" y="1928813"/>
            <a:ext cx="646331" cy="59093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90000"/>
              </a:lnSpc>
              <a:spcBef>
                <a:spcPct val="0"/>
              </a:spcBef>
              <a:buClrTx/>
              <a:buSzTx/>
              <a:buFontTx/>
              <a:buNone/>
            </a:pPr>
            <a:r>
              <a:rPr kumimoji="1" lang="zh-CN" altLang="en-US" sz="1800">
                <a:latin typeface="微软雅黑" panose="020B0503020204020204" pitchFamily="34" charset="-122"/>
                <a:ea typeface="宋体" panose="02010600030101010101" pitchFamily="2" charset="-122"/>
              </a:rPr>
              <a:t>路由</a:t>
            </a:r>
          </a:p>
          <a:p>
            <a:pPr eaLnBrk="1" hangingPunct="1">
              <a:lnSpc>
                <a:spcPct val="90000"/>
              </a:lnSpc>
              <a:spcBef>
                <a:spcPct val="0"/>
              </a:spcBef>
              <a:buClrTx/>
              <a:buSzTx/>
              <a:buFontTx/>
              <a:buNone/>
            </a:pPr>
            <a:r>
              <a:rPr kumimoji="1" lang="zh-CN" altLang="en-US" sz="1800">
                <a:latin typeface="微软雅黑" panose="020B0503020204020204" pitchFamily="34" charset="-122"/>
                <a:ea typeface="宋体" panose="02010600030101010101" pitchFamily="2" charset="-122"/>
              </a:rPr>
              <a:t>选择</a:t>
            </a:r>
          </a:p>
        </p:txBody>
      </p:sp>
      <p:sp>
        <p:nvSpPr>
          <p:cNvPr id="56326" name="Text Box 7">
            <a:extLst>
              <a:ext uri="{FF2B5EF4-FFF2-40B4-BE49-F238E27FC236}">
                <a16:creationId xmlns:a16="http://schemas.microsoft.com/office/drawing/2014/main" id="{0B826515-7F50-3441-90DD-5A6E852962CA}"/>
              </a:ext>
            </a:extLst>
          </p:cNvPr>
          <p:cNvSpPr txBox="1">
            <a:spLocks noChangeArrowheads="1"/>
          </p:cNvSpPr>
          <p:nvPr/>
        </p:nvSpPr>
        <p:spPr bwMode="auto">
          <a:xfrm>
            <a:off x="3330179" y="1390650"/>
            <a:ext cx="18004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a:latin typeface="微软雅黑" panose="020B0503020204020204" pitchFamily="34" charset="-122"/>
                <a:ea typeface="宋体" panose="02010600030101010101" pitchFamily="2" charset="-122"/>
              </a:rPr>
              <a:t>路由选择处理机</a:t>
            </a:r>
          </a:p>
        </p:txBody>
      </p:sp>
      <p:sp>
        <p:nvSpPr>
          <p:cNvPr id="56327" name="Line 8">
            <a:extLst>
              <a:ext uri="{FF2B5EF4-FFF2-40B4-BE49-F238E27FC236}">
                <a16:creationId xmlns:a16="http://schemas.microsoft.com/office/drawing/2014/main" id="{A17ABB3A-5F08-334F-A777-3566A79582B5}"/>
              </a:ext>
            </a:extLst>
          </p:cNvPr>
          <p:cNvSpPr>
            <a:spLocks noChangeShapeType="1"/>
          </p:cNvSpPr>
          <p:nvPr/>
        </p:nvSpPr>
        <p:spPr bwMode="auto">
          <a:xfrm>
            <a:off x="4188619" y="2003823"/>
            <a:ext cx="0" cy="17740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22" name="Rectangle 9">
            <a:extLst>
              <a:ext uri="{FF2B5EF4-FFF2-40B4-BE49-F238E27FC236}">
                <a16:creationId xmlns:a16="http://schemas.microsoft.com/office/drawing/2014/main" id="{7EAB400E-36B6-2741-A1FF-6636AC0E3E75}"/>
              </a:ext>
            </a:extLst>
          </p:cNvPr>
          <p:cNvSpPr>
            <a:spLocks noChangeArrowheads="1"/>
          </p:cNvSpPr>
          <p:nvPr/>
        </p:nvSpPr>
        <p:spPr bwMode="auto">
          <a:xfrm>
            <a:off x="3550444" y="1783557"/>
            <a:ext cx="1276350" cy="292894"/>
          </a:xfrm>
          <a:prstGeom prst="rect">
            <a:avLst/>
          </a:prstGeom>
          <a:solidFill>
            <a:srgbClr val="FFCC66"/>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kumimoji="1" lang="zh-CN" altLang="en-US" sz="1500">
                <a:solidFill>
                  <a:srgbClr val="333399"/>
                </a:solidFill>
                <a:latin typeface="微软雅黑" panose="020B0503020204020204" pitchFamily="34" charset="-122"/>
                <a:ea typeface="宋体" panose="02010600030101010101" pitchFamily="2" charset="-122"/>
              </a:rPr>
              <a:t>路由选择协议</a:t>
            </a:r>
          </a:p>
        </p:txBody>
      </p:sp>
      <p:sp>
        <p:nvSpPr>
          <p:cNvPr id="38923" name="Rectangle 10">
            <a:extLst>
              <a:ext uri="{FF2B5EF4-FFF2-40B4-BE49-F238E27FC236}">
                <a16:creationId xmlns:a16="http://schemas.microsoft.com/office/drawing/2014/main" id="{DF826594-2AD9-EC40-853A-38B5219473B1}"/>
              </a:ext>
            </a:extLst>
          </p:cNvPr>
          <p:cNvSpPr>
            <a:spLocks noChangeArrowheads="1"/>
          </p:cNvSpPr>
          <p:nvPr/>
        </p:nvSpPr>
        <p:spPr bwMode="auto">
          <a:xfrm>
            <a:off x="3754041" y="2183606"/>
            <a:ext cx="870347" cy="309563"/>
          </a:xfrm>
          <a:prstGeom prst="rect">
            <a:avLst/>
          </a:prstGeom>
          <a:solidFill>
            <a:srgbClr val="99FF33"/>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kumimoji="1" lang="zh-CN" altLang="en-US" sz="1500">
                <a:solidFill>
                  <a:srgbClr val="333399"/>
                </a:solidFill>
                <a:latin typeface="微软雅黑" panose="020B0503020204020204" pitchFamily="34" charset="-122"/>
                <a:ea typeface="宋体" panose="02010600030101010101" pitchFamily="2" charset="-122"/>
              </a:rPr>
              <a:t>路由表</a:t>
            </a:r>
          </a:p>
        </p:txBody>
      </p:sp>
      <p:sp>
        <p:nvSpPr>
          <p:cNvPr id="56330" name="Rectangle 11">
            <a:extLst>
              <a:ext uri="{FF2B5EF4-FFF2-40B4-BE49-F238E27FC236}">
                <a16:creationId xmlns:a16="http://schemas.microsoft.com/office/drawing/2014/main" id="{3E62A255-04C1-5047-A85B-E8CB3C89C8A4}"/>
              </a:ext>
            </a:extLst>
          </p:cNvPr>
          <p:cNvSpPr>
            <a:spLocks noChangeArrowheads="1"/>
          </p:cNvSpPr>
          <p:nvPr/>
        </p:nvSpPr>
        <p:spPr bwMode="auto">
          <a:xfrm>
            <a:off x="1432323" y="3106342"/>
            <a:ext cx="1740694" cy="544115"/>
          </a:xfrm>
          <a:prstGeom prst="rect">
            <a:avLst/>
          </a:prstGeom>
          <a:solidFill>
            <a:srgbClr val="CCECFF"/>
          </a:solidFill>
          <a:ln w="38100" cmpd="dbl">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38925" name="Rectangle 12">
            <a:extLst>
              <a:ext uri="{FF2B5EF4-FFF2-40B4-BE49-F238E27FC236}">
                <a16:creationId xmlns:a16="http://schemas.microsoft.com/office/drawing/2014/main" id="{EB1CA979-A3C4-9542-8AF0-92DC503F70FF}"/>
              </a:ext>
            </a:extLst>
          </p:cNvPr>
          <p:cNvSpPr>
            <a:spLocks noChangeArrowheads="1"/>
          </p:cNvSpPr>
          <p:nvPr/>
        </p:nvSpPr>
        <p:spPr bwMode="auto">
          <a:xfrm>
            <a:off x="2708673" y="3228975"/>
            <a:ext cx="350044" cy="296466"/>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3</a:t>
            </a:r>
          </a:p>
        </p:txBody>
      </p:sp>
      <p:sp>
        <p:nvSpPr>
          <p:cNvPr id="56332" name="Line 13">
            <a:extLst>
              <a:ext uri="{FF2B5EF4-FFF2-40B4-BE49-F238E27FC236}">
                <a16:creationId xmlns:a16="http://schemas.microsoft.com/office/drawing/2014/main" id="{11198026-F200-BA4D-ACD1-7CE970A48EB7}"/>
              </a:ext>
            </a:extLst>
          </p:cNvPr>
          <p:cNvSpPr>
            <a:spLocks noChangeShapeType="1"/>
          </p:cNvSpPr>
          <p:nvPr/>
        </p:nvSpPr>
        <p:spPr bwMode="auto">
          <a:xfrm flipV="1">
            <a:off x="1318022" y="3377804"/>
            <a:ext cx="266700"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33" name="Line 14">
            <a:extLst>
              <a:ext uri="{FF2B5EF4-FFF2-40B4-BE49-F238E27FC236}">
                <a16:creationId xmlns:a16="http://schemas.microsoft.com/office/drawing/2014/main" id="{7BCE40A5-3C17-D841-8197-E0B64F183C67}"/>
              </a:ext>
            </a:extLst>
          </p:cNvPr>
          <p:cNvSpPr>
            <a:spLocks noChangeShapeType="1"/>
          </p:cNvSpPr>
          <p:nvPr/>
        </p:nvSpPr>
        <p:spPr bwMode="auto">
          <a:xfrm>
            <a:off x="1896666" y="3377804"/>
            <a:ext cx="233363"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34" name="Line 15">
            <a:extLst>
              <a:ext uri="{FF2B5EF4-FFF2-40B4-BE49-F238E27FC236}">
                <a16:creationId xmlns:a16="http://schemas.microsoft.com/office/drawing/2014/main" id="{B3BBD80F-660C-1D40-8D53-ACAB6A38466E}"/>
              </a:ext>
            </a:extLst>
          </p:cNvPr>
          <p:cNvSpPr>
            <a:spLocks noChangeShapeType="1"/>
          </p:cNvSpPr>
          <p:nvPr/>
        </p:nvSpPr>
        <p:spPr bwMode="auto">
          <a:xfrm>
            <a:off x="2477692" y="3377804"/>
            <a:ext cx="230981"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35" name="Line 16">
            <a:extLst>
              <a:ext uri="{FF2B5EF4-FFF2-40B4-BE49-F238E27FC236}">
                <a16:creationId xmlns:a16="http://schemas.microsoft.com/office/drawing/2014/main" id="{0005CC5A-5E12-C742-A300-AB94F55A8BA9}"/>
              </a:ext>
            </a:extLst>
          </p:cNvPr>
          <p:cNvSpPr>
            <a:spLocks noChangeShapeType="1"/>
          </p:cNvSpPr>
          <p:nvPr/>
        </p:nvSpPr>
        <p:spPr bwMode="auto">
          <a:xfrm>
            <a:off x="3058717" y="3377804"/>
            <a:ext cx="230981"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36" name="Text Box 17">
            <a:extLst>
              <a:ext uri="{FF2B5EF4-FFF2-40B4-BE49-F238E27FC236}">
                <a16:creationId xmlns:a16="http://schemas.microsoft.com/office/drawing/2014/main" id="{9BC1728C-9D69-0741-AD2A-C04F25EB009B}"/>
              </a:ext>
            </a:extLst>
          </p:cNvPr>
          <p:cNvSpPr txBox="1">
            <a:spLocks noChangeArrowheads="1"/>
          </p:cNvSpPr>
          <p:nvPr/>
        </p:nvSpPr>
        <p:spPr bwMode="auto">
          <a:xfrm>
            <a:off x="1896667" y="2814638"/>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输入端口</a:t>
            </a:r>
          </a:p>
        </p:txBody>
      </p:sp>
      <p:sp>
        <p:nvSpPr>
          <p:cNvPr id="56337" name="Rectangle 18">
            <a:extLst>
              <a:ext uri="{FF2B5EF4-FFF2-40B4-BE49-F238E27FC236}">
                <a16:creationId xmlns:a16="http://schemas.microsoft.com/office/drawing/2014/main" id="{1E2026C2-3974-1E40-A1CF-2D2EED31F162}"/>
              </a:ext>
            </a:extLst>
          </p:cNvPr>
          <p:cNvSpPr>
            <a:spLocks noChangeArrowheads="1"/>
          </p:cNvSpPr>
          <p:nvPr/>
        </p:nvSpPr>
        <p:spPr bwMode="auto">
          <a:xfrm>
            <a:off x="1432323" y="4286250"/>
            <a:ext cx="1740694" cy="544116"/>
          </a:xfrm>
          <a:prstGeom prst="rect">
            <a:avLst/>
          </a:prstGeom>
          <a:solidFill>
            <a:srgbClr val="CCECFF"/>
          </a:solidFill>
          <a:ln w="38100" cmpd="dbl">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38932" name="Rectangle 19">
            <a:extLst>
              <a:ext uri="{FF2B5EF4-FFF2-40B4-BE49-F238E27FC236}">
                <a16:creationId xmlns:a16="http://schemas.microsoft.com/office/drawing/2014/main" id="{6AC6038B-9E41-224A-8F68-6A7D87D3585C}"/>
              </a:ext>
            </a:extLst>
          </p:cNvPr>
          <p:cNvSpPr>
            <a:spLocks noChangeArrowheads="1"/>
          </p:cNvSpPr>
          <p:nvPr/>
        </p:nvSpPr>
        <p:spPr bwMode="auto">
          <a:xfrm>
            <a:off x="2708673" y="4408885"/>
            <a:ext cx="350044" cy="297656"/>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3</a:t>
            </a:r>
          </a:p>
        </p:txBody>
      </p:sp>
      <p:sp>
        <p:nvSpPr>
          <p:cNvPr id="56339" name="Line 20">
            <a:extLst>
              <a:ext uri="{FF2B5EF4-FFF2-40B4-BE49-F238E27FC236}">
                <a16:creationId xmlns:a16="http://schemas.microsoft.com/office/drawing/2014/main" id="{90EAF847-F56C-B24B-92F3-82F09F1C9AD2}"/>
              </a:ext>
            </a:extLst>
          </p:cNvPr>
          <p:cNvSpPr>
            <a:spLocks noChangeShapeType="1"/>
          </p:cNvSpPr>
          <p:nvPr/>
        </p:nvSpPr>
        <p:spPr bwMode="auto">
          <a:xfrm flipV="1">
            <a:off x="1318022" y="4557713"/>
            <a:ext cx="266700"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40" name="Line 21">
            <a:extLst>
              <a:ext uri="{FF2B5EF4-FFF2-40B4-BE49-F238E27FC236}">
                <a16:creationId xmlns:a16="http://schemas.microsoft.com/office/drawing/2014/main" id="{2EF9C9EB-94C5-1D4D-A877-4A440E3BBECB}"/>
              </a:ext>
            </a:extLst>
          </p:cNvPr>
          <p:cNvSpPr>
            <a:spLocks noChangeShapeType="1"/>
          </p:cNvSpPr>
          <p:nvPr/>
        </p:nvSpPr>
        <p:spPr bwMode="auto">
          <a:xfrm>
            <a:off x="1896666" y="4557713"/>
            <a:ext cx="233363"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41" name="Line 22">
            <a:extLst>
              <a:ext uri="{FF2B5EF4-FFF2-40B4-BE49-F238E27FC236}">
                <a16:creationId xmlns:a16="http://schemas.microsoft.com/office/drawing/2014/main" id="{D4322E84-0D32-1845-AFC7-20EFF19E48C9}"/>
              </a:ext>
            </a:extLst>
          </p:cNvPr>
          <p:cNvSpPr>
            <a:spLocks noChangeShapeType="1"/>
          </p:cNvSpPr>
          <p:nvPr/>
        </p:nvSpPr>
        <p:spPr bwMode="auto">
          <a:xfrm>
            <a:off x="2477692" y="4557713"/>
            <a:ext cx="230981"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42" name="Line 23">
            <a:extLst>
              <a:ext uri="{FF2B5EF4-FFF2-40B4-BE49-F238E27FC236}">
                <a16:creationId xmlns:a16="http://schemas.microsoft.com/office/drawing/2014/main" id="{0B564D96-698F-124E-8968-02541691A8BC}"/>
              </a:ext>
            </a:extLst>
          </p:cNvPr>
          <p:cNvSpPr>
            <a:spLocks noChangeShapeType="1"/>
          </p:cNvSpPr>
          <p:nvPr/>
        </p:nvSpPr>
        <p:spPr bwMode="auto">
          <a:xfrm>
            <a:off x="3058717" y="4557713"/>
            <a:ext cx="230981"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38937" name="Rectangle 24">
            <a:extLst>
              <a:ext uri="{FF2B5EF4-FFF2-40B4-BE49-F238E27FC236}">
                <a16:creationId xmlns:a16="http://schemas.microsoft.com/office/drawing/2014/main" id="{429938F3-1E02-FD48-9815-0020CBFB05EE}"/>
              </a:ext>
            </a:extLst>
          </p:cNvPr>
          <p:cNvSpPr>
            <a:spLocks noChangeArrowheads="1"/>
          </p:cNvSpPr>
          <p:nvPr/>
        </p:nvSpPr>
        <p:spPr bwMode="auto">
          <a:xfrm>
            <a:off x="3289697" y="3106341"/>
            <a:ext cx="1799034" cy="1733550"/>
          </a:xfrm>
          <a:prstGeom prst="rect">
            <a:avLst/>
          </a:prstGeom>
          <a:solidFill>
            <a:srgbClr val="CCECFF"/>
          </a:solidFill>
          <a:ln w="12700">
            <a:solidFill>
              <a:schemeClr val="tx1"/>
            </a:solidFill>
            <a:miter lim="800000"/>
            <a:headEnd/>
            <a:tailEnd/>
          </a:ln>
          <a:effectLst>
            <a:outerShdw blurRad="63500" dist="53882"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latin typeface="微软雅黑" panose="020B0503020204020204" pitchFamily="34" charset="-122"/>
              <a:ea typeface="宋体" panose="02010600030101010101" pitchFamily="2" charset="-122"/>
            </a:endParaRPr>
          </a:p>
        </p:txBody>
      </p:sp>
      <p:sp>
        <p:nvSpPr>
          <p:cNvPr id="56344" name="Rectangle 25">
            <a:extLst>
              <a:ext uri="{FF2B5EF4-FFF2-40B4-BE49-F238E27FC236}">
                <a16:creationId xmlns:a16="http://schemas.microsoft.com/office/drawing/2014/main" id="{19A1C93D-B589-EE45-8008-D69256712134}"/>
              </a:ext>
            </a:extLst>
          </p:cNvPr>
          <p:cNvSpPr>
            <a:spLocks noChangeArrowheads="1"/>
          </p:cNvSpPr>
          <p:nvPr/>
        </p:nvSpPr>
        <p:spPr bwMode="auto">
          <a:xfrm flipH="1">
            <a:off x="5205412" y="3106342"/>
            <a:ext cx="1738313" cy="544115"/>
          </a:xfrm>
          <a:prstGeom prst="rect">
            <a:avLst/>
          </a:prstGeom>
          <a:solidFill>
            <a:srgbClr val="CCECFF"/>
          </a:solidFill>
          <a:ln w="38100" cmpd="dbl">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6345" name="Line 26">
            <a:extLst>
              <a:ext uri="{FF2B5EF4-FFF2-40B4-BE49-F238E27FC236}">
                <a16:creationId xmlns:a16="http://schemas.microsoft.com/office/drawing/2014/main" id="{E4E500A5-26DD-8E47-88B8-A9D50EA3B738}"/>
              </a:ext>
            </a:extLst>
          </p:cNvPr>
          <p:cNvSpPr>
            <a:spLocks noChangeShapeType="1"/>
          </p:cNvSpPr>
          <p:nvPr/>
        </p:nvSpPr>
        <p:spPr bwMode="auto">
          <a:xfrm flipV="1">
            <a:off x="6821092" y="3377804"/>
            <a:ext cx="239315"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46" name="Line 27">
            <a:extLst>
              <a:ext uri="{FF2B5EF4-FFF2-40B4-BE49-F238E27FC236}">
                <a16:creationId xmlns:a16="http://schemas.microsoft.com/office/drawing/2014/main" id="{E81B2136-F2C9-AC4C-8466-F81F9D1FB259}"/>
              </a:ext>
            </a:extLst>
          </p:cNvPr>
          <p:cNvSpPr>
            <a:spLocks noChangeShapeType="1"/>
          </p:cNvSpPr>
          <p:nvPr/>
        </p:nvSpPr>
        <p:spPr bwMode="auto">
          <a:xfrm rot="10800000" flipH="1">
            <a:off x="6248401" y="3377804"/>
            <a:ext cx="232172"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47" name="Line 28">
            <a:extLst>
              <a:ext uri="{FF2B5EF4-FFF2-40B4-BE49-F238E27FC236}">
                <a16:creationId xmlns:a16="http://schemas.microsoft.com/office/drawing/2014/main" id="{A0A2C4FA-95E1-C548-A6B2-1D14DE7FE1F6}"/>
              </a:ext>
            </a:extLst>
          </p:cNvPr>
          <p:cNvSpPr>
            <a:spLocks noChangeShapeType="1"/>
          </p:cNvSpPr>
          <p:nvPr/>
        </p:nvSpPr>
        <p:spPr bwMode="auto">
          <a:xfrm>
            <a:off x="5667375" y="3377804"/>
            <a:ext cx="233363"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48" name="Line 29">
            <a:extLst>
              <a:ext uri="{FF2B5EF4-FFF2-40B4-BE49-F238E27FC236}">
                <a16:creationId xmlns:a16="http://schemas.microsoft.com/office/drawing/2014/main" id="{3C3C0F92-8942-BB46-B8B1-2D9291579E48}"/>
              </a:ext>
            </a:extLst>
          </p:cNvPr>
          <p:cNvSpPr>
            <a:spLocks noChangeShapeType="1"/>
          </p:cNvSpPr>
          <p:nvPr/>
        </p:nvSpPr>
        <p:spPr bwMode="auto">
          <a:xfrm>
            <a:off x="5088731" y="3377804"/>
            <a:ext cx="277416"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49" name="Rectangle 30">
            <a:extLst>
              <a:ext uri="{FF2B5EF4-FFF2-40B4-BE49-F238E27FC236}">
                <a16:creationId xmlns:a16="http://schemas.microsoft.com/office/drawing/2014/main" id="{182457F8-92F5-7F45-B768-96DE1AF5E781}"/>
              </a:ext>
            </a:extLst>
          </p:cNvPr>
          <p:cNvSpPr>
            <a:spLocks noChangeArrowheads="1"/>
          </p:cNvSpPr>
          <p:nvPr/>
        </p:nvSpPr>
        <p:spPr bwMode="auto">
          <a:xfrm flipH="1">
            <a:off x="5205412" y="4286250"/>
            <a:ext cx="1738313" cy="544116"/>
          </a:xfrm>
          <a:prstGeom prst="rect">
            <a:avLst/>
          </a:prstGeom>
          <a:solidFill>
            <a:srgbClr val="CCECFF"/>
          </a:solidFill>
          <a:ln w="38100" cmpd="dbl">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6350" name="Line 31">
            <a:extLst>
              <a:ext uri="{FF2B5EF4-FFF2-40B4-BE49-F238E27FC236}">
                <a16:creationId xmlns:a16="http://schemas.microsoft.com/office/drawing/2014/main" id="{806C7328-93B7-2A48-876B-5B9C89804B76}"/>
              </a:ext>
            </a:extLst>
          </p:cNvPr>
          <p:cNvSpPr>
            <a:spLocks noChangeShapeType="1"/>
          </p:cNvSpPr>
          <p:nvPr/>
        </p:nvSpPr>
        <p:spPr bwMode="auto">
          <a:xfrm flipV="1">
            <a:off x="6821092" y="4557713"/>
            <a:ext cx="239315"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51" name="Line 32">
            <a:extLst>
              <a:ext uri="{FF2B5EF4-FFF2-40B4-BE49-F238E27FC236}">
                <a16:creationId xmlns:a16="http://schemas.microsoft.com/office/drawing/2014/main" id="{79644771-3F15-B946-A1B2-4FB2C46FBF80}"/>
              </a:ext>
            </a:extLst>
          </p:cNvPr>
          <p:cNvSpPr>
            <a:spLocks noChangeShapeType="1"/>
          </p:cNvSpPr>
          <p:nvPr/>
        </p:nvSpPr>
        <p:spPr bwMode="auto">
          <a:xfrm>
            <a:off x="6248401" y="4557713"/>
            <a:ext cx="232172"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52" name="Line 33">
            <a:extLst>
              <a:ext uri="{FF2B5EF4-FFF2-40B4-BE49-F238E27FC236}">
                <a16:creationId xmlns:a16="http://schemas.microsoft.com/office/drawing/2014/main" id="{F6B9B4F7-479B-9B4A-8BD1-39FA6B482E8F}"/>
              </a:ext>
            </a:extLst>
          </p:cNvPr>
          <p:cNvSpPr>
            <a:spLocks noChangeShapeType="1"/>
          </p:cNvSpPr>
          <p:nvPr/>
        </p:nvSpPr>
        <p:spPr bwMode="auto">
          <a:xfrm>
            <a:off x="5667375" y="4557713"/>
            <a:ext cx="233363"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53" name="Line 34">
            <a:extLst>
              <a:ext uri="{FF2B5EF4-FFF2-40B4-BE49-F238E27FC236}">
                <a16:creationId xmlns:a16="http://schemas.microsoft.com/office/drawing/2014/main" id="{CEDBB438-E71A-0740-93B1-A41C6A7BD97E}"/>
              </a:ext>
            </a:extLst>
          </p:cNvPr>
          <p:cNvSpPr>
            <a:spLocks noChangeShapeType="1"/>
          </p:cNvSpPr>
          <p:nvPr/>
        </p:nvSpPr>
        <p:spPr bwMode="auto">
          <a:xfrm flipV="1">
            <a:off x="5088731" y="4557713"/>
            <a:ext cx="267891"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54" name="Text Box 35">
            <a:extLst>
              <a:ext uri="{FF2B5EF4-FFF2-40B4-BE49-F238E27FC236}">
                <a16:creationId xmlns:a16="http://schemas.microsoft.com/office/drawing/2014/main" id="{6F52AA14-9471-3B41-9D1E-CCED880DFD29}"/>
              </a:ext>
            </a:extLst>
          </p:cNvPr>
          <p:cNvSpPr txBox="1">
            <a:spLocks noChangeArrowheads="1"/>
          </p:cNvSpPr>
          <p:nvPr/>
        </p:nvSpPr>
        <p:spPr bwMode="auto">
          <a:xfrm>
            <a:off x="3654029" y="4407694"/>
            <a:ext cx="11079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a:latin typeface="微软雅黑" panose="020B0503020204020204" pitchFamily="34" charset="-122"/>
                <a:ea typeface="宋体" panose="02010600030101010101" pitchFamily="2" charset="-122"/>
              </a:rPr>
              <a:t>交换结构</a:t>
            </a:r>
          </a:p>
        </p:txBody>
      </p:sp>
      <p:sp>
        <p:nvSpPr>
          <p:cNvPr id="56355" name="Text Box 36">
            <a:extLst>
              <a:ext uri="{FF2B5EF4-FFF2-40B4-BE49-F238E27FC236}">
                <a16:creationId xmlns:a16="http://schemas.microsoft.com/office/drawing/2014/main" id="{D7504290-0605-924A-A2B9-5325829ACDEE}"/>
              </a:ext>
            </a:extLst>
          </p:cNvPr>
          <p:cNvSpPr txBox="1">
            <a:spLocks noChangeArrowheads="1"/>
          </p:cNvSpPr>
          <p:nvPr/>
        </p:nvSpPr>
        <p:spPr bwMode="auto">
          <a:xfrm>
            <a:off x="1896667" y="3954066"/>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输入端口</a:t>
            </a:r>
          </a:p>
        </p:txBody>
      </p:sp>
      <p:sp>
        <p:nvSpPr>
          <p:cNvPr id="56356" name="Text Box 37">
            <a:extLst>
              <a:ext uri="{FF2B5EF4-FFF2-40B4-BE49-F238E27FC236}">
                <a16:creationId xmlns:a16="http://schemas.microsoft.com/office/drawing/2014/main" id="{35DFFB3F-B355-E943-A5E4-131A98CFA3A6}"/>
              </a:ext>
            </a:extLst>
          </p:cNvPr>
          <p:cNvSpPr txBox="1">
            <a:spLocks noChangeArrowheads="1"/>
          </p:cNvSpPr>
          <p:nvPr/>
        </p:nvSpPr>
        <p:spPr bwMode="auto">
          <a:xfrm>
            <a:off x="5667376" y="2814638"/>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输出端口</a:t>
            </a:r>
          </a:p>
        </p:txBody>
      </p:sp>
      <p:sp>
        <p:nvSpPr>
          <p:cNvPr id="56357" name="Line 38">
            <a:extLst>
              <a:ext uri="{FF2B5EF4-FFF2-40B4-BE49-F238E27FC236}">
                <a16:creationId xmlns:a16="http://schemas.microsoft.com/office/drawing/2014/main" id="{22CDD596-B89A-F145-B809-29300ED6AA36}"/>
              </a:ext>
            </a:extLst>
          </p:cNvPr>
          <p:cNvSpPr>
            <a:spLocks noChangeShapeType="1"/>
          </p:cNvSpPr>
          <p:nvPr/>
        </p:nvSpPr>
        <p:spPr bwMode="auto">
          <a:xfrm>
            <a:off x="1143001" y="2858691"/>
            <a:ext cx="6613922" cy="0"/>
          </a:xfrm>
          <a:prstGeom prst="line">
            <a:avLst/>
          </a:prstGeom>
          <a:noFill/>
          <a:ln w="28575">
            <a:solidFill>
              <a:srgbClr val="333399"/>
            </a:solidFill>
            <a:prstDash val="dash"/>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6358" name="Line 39">
            <a:extLst>
              <a:ext uri="{FF2B5EF4-FFF2-40B4-BE49-F238E27FC236}">
                <a16:creationId xmlns:a16="http://schemas.microsoft.com/office/drawing/2014/main" id="{D9C52AB5-EB87-EA43-9EC6-622048571BD6}"/>
              </a:ext>
            </a:extLst>
          </p:cNvPr>
          <p:cNvSpPr>
            <a:spLocks noChangeShapeType="1"/>
          </p:cNvSpPr>
          <p:nvPr/>
        </p:nvSpPr>
        <p:spPr bwMode="auto">
          <a:xfrm>
            <a:off x="7325916" y="2858691"/>
            <a:ext cx="0" cy="1981200"/>
          </a:xfrm>
          <a:prstGeom prst="line">
            <a:avLst/>
          </a:prstGeom>
          <a:noFill/>
          <a:ln w="28575">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59" name="Text Box 40">
            <a:extLst>
              <a:ext uri="{FF2B5EF4-FFF2-40B4-BE49-F238E27FC236}">
                <a16:creationId xmlns:a16="http://schemas.microsoft.com/office/drawing/2014/main" id="{CBF36604-7B80-2242-B971-5420F24DF9C8}"/>
              </a:ext>
            </a:extLst>
          </p:cNvPr>
          <p:cNvSpPr txBox="1">
            <a:spLocks noChangeArrowheads="1"/>
          </p:cNvSpPr>
          <p:nvPr/>
        </p:nvSpPr>
        <p:spPr bwMode="auto">
          <a:xfrm>
            <a:off x="7003257" y="3764757"/>
            <a:ext cx="646331" cy="59093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90000"/>
              </a:lnSpc>
              <a:spcBef>
                <a:spcPct val="0"/>
              </a:spcBef>
              <a:buClrTx/>
              <a:buSzTx/>
              <a:buFontTx/>
              <a:buNone/>
            </a:pPr>
            <a:r>
              <a:rPr kumimoji="1" lang="zh-CN" altLang="en-US" sz="1800">
                <a:latin typeface="微软雅黑" panose="020B0503020204020204" pitchFamily="34" charset="-122"/>
                <a:ea typeface="宋体" panose="02010600030101010101" pitchFamily="2" charset="-122"/>
              </a:rPr>
              <a:t>分组</a:t>
            </a:r>
          </a:p>
          <a:p>
            <a:pPr eaLnBrk="1" hangingPunct="1">
              <a:lnSpc>
                <a:spcPct val="90000"/>
              </a:lnSpc>
              <a:spcBef>
                <a:spcPct val="0"/>
              </a:spcBef>
              <a:buClrTx/>
              <a:buSzTx/>
              <a:buFontTx/>
              <a:buNone/>
            </a:pPr>
            <a:r>
              <a:rPr kumimoji="1" lang="zh-CN" altLang="en-US" sz="1800">
                <a:latin typeface="微软雅黑" panose="020B0503020204020204" pitchFamily="34" charset="-122"/>
                <a:ea typeface="宋体" panose="02010600030101010101" pitchFamily="2" charset="-122"/>
              </a:rPr>
              <a:t>转发</a:t>
            </a:r>
          </a:p>
        </p:txBody>
      </p:sp>
      <p:sp>
        <p:nvSpPr>
          <p:cNvPr id="56360" name="Rectangle 41">
            <a:extLst>
              <a:ext uri="{FF2B5EF4-FFF2-40B4-BE49-F238E27FC236}">
                <a16:creationId xmlns:a16="http://schemas.microsoft.com/office/drawing/2014/main" id="{C580652D-1363-6247-9498-133759D88781}"/>
              </a:ext>
            </a:extLst>
          </p:cNvPr>
          <p:cNvSpPr>
            <a:spLocks noChangeArrowheads="1"/>
          </p:cNvSpPr>
          <p:nvPr/>
        </p:nvSpPr>
        <p:spPr bwMode="auto">
          <a:xfrm>
            <a:off x="3520679" y="3255169"/>
            <a:ext cx="1334690" cy="1039416"/>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38955" name="Rectangle 42">
            <a:extLst>
              <a:ext uri="{FF2B5EF4-FFF2-40B4-BE49-F238E27FC236}">
                <a16:creationId xmlns:a16="http://schemas.microsoft.com/office/drawing/2014/main" id="{7F51F76B-5576-4A4A-A364-A1E24AEE777E}"/>
              </a:ext>
            </a:extLst>
          </p:cNvPr>
          <p:cNvSpPr>
            <a:spLocks noChangeArrowheads="1"/>
          </p:cNvSpPr>
          <p:nvPr/>
        </p:nvSpPr>
        <p:spPr bwMode="auto">
          <a:xfrm>
            <a:off x="3754041" y="3799285"/>
            <a:ext cx="870347" cy="348853"/>
          </a:xfrm>
          <a:prstGeom prst="rect">
            <a:avLst/>
          </a:prstGeom>
          <a:solidFill>
            <a:srgbClr val="99FF33"/>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kumimoji="1" lang="zh-CN" altLang="en-US" sz="1500">
                <a:solidFill>
                  <a:srgbClr val="333399"/>
                </a:solidFill>
                <a:latin typeface="微软雅黑" panose="020B0503020204020204" pitchFamily="34" charset="-122"/>
                <a:ea typeface="宋体" panose="02010600030101010101" pitchFamily="2" charset="-122"/>
              </a:rPr>
              <a:t>转发表</a:t>
            </a:r>
          </a:p>
        </p:txBody>
      </p:sp>
      <p:sp>
        <p:nvSpPr>
          <p:cNvPr id="56362" name="Text Box 43">
            <a:extLst>
              <a:ext uri="{FF2B5EF4-FFF2-40B4-BE49-F238E27FC236}">
                <a16:creationId xmlns:a16="http://schemas.microsoft.com/office/drawing/2014/main" id="{E38DC1C9-3F4C-E947-9C3B-15641A6BBFFB}"/>
              </a:ext>
            </a:extLst>
          </p:cNvPr>
          <p:cNvSpPr txBox="1">
            <a:spLocks noChangeArrowheads="1"/>
          </p:cNvSpPr>
          <p:nvPr/>
        </p:nvSpPr>
        <p:spPr bwMode="auto">
          <a:xfrm>
            <a:off x="3754042" y="3327798"/>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分组处理</a:t>
            </a:r>
          </a:p>
        </p:txBody>
      </p:sp>
      <p:sp>
        <p:nvSpPr>
          <p:cNvPr id="56363" name="Text Box 44">
            <a:extLst>
              <a:ext uri="{FF2B5EF4-FFF2-40B4-BE49-F238E27FC236}">
                <a16:creationId xmlns:a16="http://schemas.microsoft.com/office/drawing/2014/main" id="{E5CF6AEA-145F-564E-821A-53D7BD519BE0}"/>
              </a:ext>
            </a:extLst>
          </p:cNvPr>
          <p:cNvSpPr txBox="1">
            <a:spLocks noChangeArrowheads="1"/>
          </p:cNvSpPr>
          <p:nvPr/>
        </p:nvSpPr>
        <p:spPr bwMode="auto">
          <a:xfrm>
            <a:off x="5667376" y="3954066"/>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输出端口</a:t>
            </a:r>
          </a:p>
        </p:txBody>
      </p:sp>
      <p:sp>
        <p:nvSpPr>
          <p:cNvPr id="56364" name="Text Box 45">
            <a:extLst>
              <a:ext uri="{FF2B5EF4-FFF2-40B4-BE49-F238E27FC236}">
                <a16:creationId xmlns:a16="http://schemas.microsoft.com/office/drawing/2014/main" id="{E795986F-9FC2-0943-B6AB-435AF165B2F9}"/>
              </a:ext>
            </a:extLst>
          </p:cNvPr>
          <p:cNvSpPr txBox="1">
            <a:spLocks noChangeArrowheads="1"/>
          </p:cNvSpPr>
          <p:nvPr/>
        </p:nvSpPr>
        <p:spPr bwMode="auto">
          <a:xfrm rot="5400000">
            <a:off x="2243934" y="3706164"/>
            <a:ext cx="377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a:t>
            </a:r>
            <a:endParaRPr kumimoji="1" lang="en-US" altLang="zh-CN" sz="1500" b="1">
              <a:latin typeface="微软雅黑" panose="020B0503020204020204" pitchFamily="34" charset="-122"/>
              <a:ea typeface="宋体" panose="02010600030101010101" pitchFamily="2" charset="-122"/>
            </a:endParaRPr>
          </a:p>
        </p:txBody>
      </p:sp>
      <p:sp>
        <p:nvSpPr>
          <p:cNvPr id="56365" name="Text Box 46">
            <a:extLst>
              <a:ext uri="{FF2B5EF4-FFF2-40B4-BE49-F238E27FC236}">
                <a16:creationId xmlns:a16="http://schemas.microsoft.com/office/drawing/2014/main" id="{691B66C9-D952-A349-AA3D-8A952827CD02}"/>
              </a:ext>
            </a:extLst>
          </p:cNvPr>
          <p:cNvSpPr txBox="1">
            <a:spLocks noChangeArrowheads="1"/>
          </p:cNvSpPr>
          <p:nvPr/>
        </p:nvSpPr>
        <p:spPr bwMode="auto">
          <a:xfrm rot="5400000">
            <a:off x="5996784" y="3706164"/>
            <a:ext cx="377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a:t>
            </a:r>
            <a:endParaRPr kumimoji="1" lang="en-US" altLang="zh-CN" sz="1500" b="1">
              <a:latin typeface="微软雅黑" panose="020B0503020204020204" pitchFamily="34" charset="-122"/>
              <a:ea typeface="宋体" panose="02010600030101010101" pitchFamily="2" charset="-122"/>
            </a:endParaRPr>
          </a:p>
        </p:txBody>
      </p:sp>
      <p:sp>
        <p:nvSpPr>
          <p:cNvPr id="56366" name="Line 47">
            <a:extLst>
              <a:ext uri="{FF2B5EF4-FFF2-40B4-BE49-F238E27FC236}">
                <a16:creationId xmlns:a16="http://schemas.microsoft.com/office/drawing/2014/main" id="{FBF9C357-87F1-3746-963C-B937EE8E3162}"/>
              </a:ext>
            </a:extLst>
          </p:cNvPr>
          <p:cNvSpPr>
            <a:spLocks noChangeShapeType="1"/>
          </p:cNvSpPr>
          <p:nvPr/>
        </p:nvSpPr>
        <p:spPr bwMode="auto">
          <a:xfrm flipH="1" flipV="1">
            <a:off x="2942035" y="3452813"/>
            <a:ext cx="812006" cy="446485"/>
          </a:xfrm>
          <a:prstGeom prst="line">
            <a:avLst/>
          </a:prstGeom>
          <a:noFill/>
          <a:ln w="28575">
            <a:solidFill>
              <a:srgbClr val="333399"/>
            </a:solidFill>
            <a:prstDash val="dash"/>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56367" name="Line 48">
            <a:extLst>
              <a:ext uri="{FF2B5EF4-FFF2-40B4-BE49-F238E27FC236}">
                <a16:creationId xmlns:a16="http://schemas.microsoft.com/office/drawing/2014/main" id="{8246A160-43FF-DB4F-92C4-70B21D810E30}"/>
              </a:ext>
            </a:extLst>
          </p:cNvPr>
          <p:cNvSpPr>
            <a:spLocks noChangeShapeType="1"/>
          </p:cNvSpPr>
          <p:nvPr/>
        </p:nvSpPr>
        <p:spPr bwMode="auto">
          <a:xfrm flipH="1">
            <a:off x="2942035" y="4046935"/>
            <a:ext cx="812006" cy="446484"/>
          </a:xfrm>
          <a:prstGeom prst="line">
            <a:avLst/>
          </a:prstGeom>
          <a:noFill/>
          <a:ln w="28575">
            <a:solidFill>
              <a:srgbClr val="333399"/>
            </a:solidFill>
            <a:prstDash val="dash"/>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38962" name="Rectangle 49">
            <a:extLst>
              <a:ext uri="{FF2B5EF4-FFF2-40B4-BE49-F238E27FC236}">
                <a16:creationId xmlns:a16="http://schemas.microsoft.com/office/drawing/2014/main" id="{B2CBB560-4C6E-8847-8546-7BF7F07B032F}"/>
              </a:ext>
            </a:extLst>
          </p:cNvPr>
          <p:cNvSpPr>
            <a:spLocks noChangeArrowheads="1"/>
          </p:cNvSpPr>
          <p:nvPr/>
        </p:nvSpPr>
        <p:spPr bwMode="auto">
          <a:xfrm>
            <a:off x="6477000" y="3280173"/>
            <a:ext cx="347663" cy="211931"/>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1</a:t>
            </a:r>
          </a:p>
        </p:txBody>
      </p:sp>
      <p:sp>
        <p:nvSpPr>
          <p:cNvPr id="38963" name="Rectangle 50">
            <a:extLst>
              <a:ext uri="{FF2B5EF4-FFF2-40B4-BE49-F238E27FC236}">
                <a16:creationId xmlns:a16="http://schemas.microsoft.com/office/drawing/2014/main" id="{06B03935-C271-D64C-B98F-B09286361B38}"/>
              </a:ext>
            </a:extLst>
          </p:cNvPr>
          <p:cNvSpPr>
            <a:spLocks noChangeArrowheads="1"/>
          </p:cNvSpPr>
          <p:nvPr/>
        </p:nvSpPr>
        <p:spPr bwMode="auto">
          <a:xfrm>
            <a:off x="6494860" y="4449366"/>
            <a:ext cx="347663" cy="214313"/>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1</a:t>
            </a:r>
          </a:p>
        </p:txBody>
      </p:sp>
      <p:sp>
        <p:nvSpPr>
          <p:cNvPr id="38964" name="Rectangle 51">
            <a:extLst>
              <a:ext uri="{FF2B5EF4-FFF2-40B4-BE49-F238E27FC236}">
                <a16:creationId xmlns:a16="http://schemas.microsoft.com/office/drawing/2014/main" id="{98B54E87-152A-4C42-9755-6419876191F5}"/>
              </a:ext>
            </a:extLst>
          </p:cNvPr>
          <p:cNvSpPr>
            <a:spLocks noChangeArrowheads="1"/>
          </p:cNvSpPr>
          <p:nvPr/>
        </p:nvSpPr>
        <p:spPr bwMode="auto">
          <a:xfrm>
            <a:off x="1603772" y="4449366"/>
            <a:ext cx="347663" cy="214313"/>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1</a:t>
            </a:r>
          </a:p>
        </p:txBody>
      </p:sp>
      <p:sp>
        <p:nvSpPr>
          <p:cNvPr id="38965" name="Rectangle 52">
            <a:extLst>
              <a:ext uri="{FF2B5EF4-FFF2-40B4-BE49-F238E27FC236}">
                <a16:creationId xmlns:a16="http://schemas.microsoft.com/office/drawing/2014/main" id="{C39769B3-FAC3-0849-B720-655EB38B9D39}"/>
              </a:ext>
            </a:extLst>
          </p:cNvPr>
          <p:cNvSpPr>
            <a:spLocks noChangeArrowheads="1"/>
          </p:cNvSpPr>
          <p:nvPr/>
        </p:nvSpPr>
        <p:spPr bwMode="auto">
          <a:xfrm flipH="1">
            <a:off x="5355431" y="3228975"/>
            <a:ext cx="347663" cy="296466"/>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3</a:t>
            </a:r>
          </a:p>
        </p:txBody>
      </p:sp>
      <p:sp>
        <p:nvSpPr>
          <p:cNvPr id="38966" name="Rectangle 53">
            <a:extLst>
              <a:ext uri="{FF2B5EF4-FFF2-40B4-BE49-F238E27FC236}">
                <a16:creationId xmlns:a16="http://schemas.microsoft.com/office/drawing/2014/main" id="{7B4D5F5E-E9A7-3E45-9815-025247A2A59A}"/>
              </a:ext>
            </a:extLst>
          </p:cNvPr>
          <p:cNvSpPr>
            <a:spLocks noChangeArrowheads="1"/>
          </p:cNvSpPr>
          <p:nvPr/>
        </p:nvSpPr>
        <p:spPr bwMode="auto">
          <a:xfrm flipH="1">
            <a:off x="5355431" y="4408885"/>
            <a:ext cx="347663" cy="297656"/>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3</a:t>
            </a:r>
          </a:p>
        </p:txBody>
      </p:sp>
      <p:sp>
        <p:nvSpPr>
          <p:cNvPr id="38967" name="Rectangle 54">
            <a:extLst>
              <a:ext uri="{FF2B5EF4-FFF2-40B4-BE49-F238E27FC236}">
                <a16:creationId xmlns:a16="http://schemas.microsoft.com/office/drawing/2014/main" id="{D0ECDFC8-C1DA-C843-9536-00CEF66D4399}"/>
              </a:ext>
            </a:extLst>
          </p:cNvPr>
          <p:cNvSpPr>
            <a:spLocks noChangeArrowheads="1"/>
          </p:cNvSpPr>
          <p:nvPr/>
        </p:nvSpPr>
        <p:spPr bwMode="auto">
          <a:xfrm>
            <a:off x="1603772" y="3280173"/>
            <a:ext cx="347663" cy="211931"/>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1</a:t>
            </a:r>
          </a:p>
        </p:txBody>
      </p:sp>
      <p:sp>
        <p:nvSpPr>
          <p:cNvPr id="38968" name="Rectangle 55">
            <a:extLst>
              <a:ext uri="{FF2B5EF4-FFF2-40B4-BE49-F238E27FC236}">
                <a16:creationId xmlns:a16="http://schemas.microsoft.com/office/drawing/2014/main" id="{1D16A143-5824-1845-8A44-B74740E3B586}"/>
              </a:ext>
            </a:extLst>
          </p:cNvPr>
          <p:cNvSpPr>
            <a:spLocks noChangeArrowheads="1"/>
          </p:cNvSpPr>
          <p:nvPr/>
        </p:nvSpPr>
        <p:spPr bwMode="auto">
          <a:xfrm>
            <a:off x="2156222" y="3255169"/>
            <a:ext cx="347663" cy="247650"/>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2</a:t>
            </a:r>
          </a:p>
        </p:txBody>
      </p:sp>
      <p:sp>
        <p:nvSpPr>
          <p:cNvPr id="38969" name="Rectangle 56">
            <a:extLst>
              <a:ext uri="{FF2B5EF4-FFF2-40B4-BE49-F238E27FC236}">
                <a16:creationId xmlns:a16="http://schemas.microsoft.com/office/drawing/2014/main" id="{50D84029-DF30-FF46-BF9C-568146D5D93A}"/>
              </a:ext>
            </a:extLst>
          </p:cNvPr>
          <p:cNvSpPr>
            <a:spLocks noChangeArrowheads="1"/>
          </p:cNvSpPr>
          <p:nvPr/>
        </p:nvSpPr>
        <p:spPr bwMode="auto">
          <a:xfrm>
            <a:off x="2156222" y="4433888"/>
            <a:ext cx="347663" cy="247650"/>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2</a:t>
            </a:r>
          </a:p>
        </p:txBody>
      </p:sp>
      <p:sp>
        <p:nvSpPr>
          <p:cNvPr id="38970" name="Rectangle 57">
            <a:extLst>
              <a:ext uri="{FF2B5EF4-FFF2-40B4-BE49-F238E27FC236}">
                <a16:creationId xmlns:a16="http://schemas.microsoft.com/office/drawing/2014/main" id="{643B62C0-F183-004F-A682-724A5AA67662}"/>
              </a:ext>
            </a:extLst>
          </p:cNvPr>
          <p:cNvSpPr>
            <a:spLocks noChangeArrowheads="1"/>
          </p:cNvSpPr>
          <p:nvPr/>
        </p:nvSpPr>
        <p:spPr bwMode="auto">
          <a:xfrm flipH="1">
            <a:off x="5916216" y="3255169"/>
            <a:ext cx="347663" cy="247650"/>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2</a:t>
            </a:r>
          </a:p>
        </p:txBody>
      </p:sp>
      <p:sp>
        <p:nvSpPr>
          <p:cNvPr id="38971" name="Rectangle 58">
            <a:extLst>
              <a:ext uri="{FF2B5EF4-FFF2-40B4-BE49-F238E27FC236}">
                <a16:creationId xmlns:a16="http://schemas.microsoft.com/office/drawing/2014/main" id="{C1C7AE77-7A53-584B-9E38-23649DF9C407}"/>
              </a:ext>
            </a:extLst>
          </p:cNvPr>
          <p:cNvSpPr>
            <a:spLocks noChangeArrowheads="1"/>
          </p:cNvSpPr>
          <p:nvPr/>
        </p:nvSpPr>
        <p:spPr bwMode="auto">
          <a:xfrm flipH="1">
            <a:off x="5924550" y="4433888"/>
            <a:ext cx="347663" cy="247650"/>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2</a:t>
            </a:r>
          </a:p>
        </p:txBody>
      </p:sp>
      <p:sp>
        <p:nvSpPr>
          <p:cNvPr id="56378" name="Text Box 59">
            <a:extLst>
              <a:ext uri="{FF2B5EF4-FFF2-40B4-BE49-F238E27FC236}">
                <a16:creationId xmlns:a16="http://schemas.microsoft.com/office/drawing/2014/main" id="{6188541B-559E-B443-B0E2-B37502D90DFF}"/>
              </a:ext>
            </a:extLst>
          </p:cNvPr>
          <p:cNvSpPr txBox="1">
            <a:spLocks noChangeArrowheads="1"/>
          </p:cNvSpPr>
          <p:nvPr/>
        </p:nvSpPr>
        <p:spPr bwMode="auto">
          <a:xfrm>
            <a:off x="1223963" y="1620441"/>
            <a:ext cx="1935145" cy="923330"/>
          </a:xfrm>
          <a:prstGeom prst="rect">
            <a:avLst/>
          </a:prstGeom>
          <a:solidFill>
            <a:srgbClr val="CCFFFF"/>
          </a:solidFill>
          <a:ln w="2857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a:latin typeface="微软雅黑" panose="020B0503020204020204" pitchFamily="34" charset="-122"/>
                <a:ea typeface="宋体" panose="02010600030101010101" pitchFamily="2" charset="-122"/>
              </a:rPr>
              <a:t>3</a:t>
            </a:r>
            <a:r>
              <a:rPr kumimoji="1" lang="en-US" altLang="zh-CN" sz="1800">
                <a:latin typeface="Arial" panose="020B0604020202020204" pitchFamily="34" charset="0"/>
                <a:ea typeface="宋体" panose="02010600030101010101" pitchFamily="2" charset="-122"/>
              </a:rPr>
              <a:t>——</a:t>
            </a:r>
            <a:r>
              <a:rPr kumimoji="1" lang="zh-CN" altLang="en-US" sz="1800">
                <a:latin typeface="微软雅黑" panose="020B0503020204020204" pitchFamily="34" charset="-122"/>
                <a:ea typeface="宋体" panose="02010600030101010101" pitchFamily="2" charset="-122"/>
              </a:rPr>
              <a:t>网络层</a:t>
            </a:r>
          </a:p>
          <a:p>
            <a:pPr eaLnBrk="1" hangingPunct="1">
              <a:spcBef>
                <a:spcPct val="0"/>
              </a:spcBef>
              <a:buClrTx/>
              <a:buSzTx/>
              <a:buFontTx/>
              <a:buNone/>
            </a:pPr>
            <a:r>
              <a:rPr kumimoji="1" lang="en-US" altLang="zh-CN" sz="1800">
                <a:latin typeface="微软雅黑" panose="020B0503020204020204" pitchFamily="34" charset="-122"/>
                <a:ea typeface="宋体" panose="02010600030101010101" pitchFamily="2" charset="-122"/>
              </a:rPr>
              <a:t>2</a:t>
            </a:r>
            <a:r>
              <a:rPr kumimoji="1" lang="en-US" altLang="zh-CN" sz="1800">
                <a:latin typeface="Arial" panose="020B0604020202020204" pitchFamily="34" charset="0"/>
                <a:ea typeface="宋体" panose="02010600030101010101" pitchFamily="2" charset="-122"/>
              </a:rPr>
              <a:t>——</a:t>
            </a:r>
            <a:r>
              <a:rPr kumimoji="1" lang="zh-CN" altLang="en-US" sz="1800">
                <a:latin typeface="微软雅黑" panose="020B0503020204020204" pitchFamily="34" charset="-122"/>
                <a:ea typeface="宋体" panose="02010600030101010101" pitchFamily="2" charset="-122"/>
              </a:rPr>
              <a:t>数据链路层</a:t>
            </a:r>
          </a:p>
          <a:p>
            <a:pPr eaLnBrk="1" hangingPunct="1">
              <a:spcBef>
                <a:spcPct val="0"/>
              </a:spcBef>
              <a:buClrTx/>
              <a:buSzTx/>
              <a:buFontTx/>
              <a:buNone/>
            </a:pPr>
            <a:r>
              <a:rPr kumimoji="1" lang="en-US" altLang="zh-CN" sz="1800">
                <a:latin typeface="微软雅黑" panose="020B0503020204020204" pitchFamily="34" charset="-122"/>
                <a:ea typeface="宋体" panose="02010600030101010101" pitchFamily="2" charset="-122"/>
              </a:rPr>
              <a:t>1</a:t>
            </a:r>
            <a:r>
              <a:rPr kumimoji="1" lang="en-US" altLang="zh-CN" sz="1800">
                <a:latin typeface="Arial" panose="020B0604020202020204" pitchFamily="34" charset="0"/>
                <a:ea typeface="宋体" panose="02010600030101010101" pitchFamily="2" charset="-122"/>
              </a:rPr>
              <a:t>——</a:t>
            </a:r>
            <a:r>
              <a:rPr kumimoji="1" lang="zh-CN" altLang="en-US" sz="1800">
                <a:latin typeface="微软雅黑" panose="020B0503020204020204" pitchFamily="34" charset="-122"/>
                <a:ea typeface="宋体" panose="02010600030101010101" pitchFamily="2" charset="-122"/>
              </a:rPr>
              <a:t>物理层</a:t>
            </a:r>
          </a:p>
        </p:txBody>
      </p:sp>
      <p:sp>
        <p:nvSpPr>
          <p:cNvPr id="56379" name="灯片编号占位符 1">
            <a:extLst>
              <a:ext uri="{FF2B5EF4-FFF2-40B4-BE49-F238E27FC236}">
                <a16:creationId xmlns:a16="http://schemas.microsoft.com/office/drawing/2014/main" id="{FC5A30A5-17F7-0A4F-8180-B36A9781775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1E413D1-3E97-9D44-9D73-1219C12B9290}"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20</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248349258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9" name="Rectangle 2">
            <a:extLst>
              <a:ext uri="{FF2B5EF4-FFF2-40B4-BE49-F238E27FC236}">
                <a16:creationId xmlns:a16="http://schemas.microsoft.com/office/drawing/2014/main" id="{739B86FC-CC68-3943-9600-4C85D39D387F}"/>
              </a:ext>
            </a:extLst>
          </p:cNvPr>
          <p:cNvSpPr>
            <a:spLocks noGrp="1" noChangeArrowheads="1"/>
          </p:cNvSpPr>
          <p:nvPr>
            <p:ph type="title"/>
          </p:nvPr>
        </p:nvSpPr>
        <p:spPr>
          <a:xfrm>
            <a:off x="148591" y="303610"/>
            <a:ext cx="7717870" cy="576263"/>
          </a:xfrm>
        </p:spPr>
        <p:txBody>
          <a:bodyPr/>
          <a:lstStyle/>
          <a:p>
            <a:pPr eaLnBrk="1" hangingPunct="1"/>
            <a:r>
              <a:rPr lang="zh-CN" altLang="en-US" sz="3000" dirty="0">
                <a:latin typeface="微软雅黑" panose="020B0503020204020204" pitchFamily="34" charset="-122"/>
                <a:ea typeface="宋体" panose="02010600030101010101" pitchFamily="2" charset="-122"/>
              </a:rPr>
              <a:t>输入端口对线路上收到的分组的处理 </a:t>
            </a:r>
          </a:p>
        </p:txBody>
      </p:sp>
      <p:sp>
        <p:nvSpPr>
          <p:cNvPr id="58370" name="Rectangle 3">
            <a:extLst>
              <a:ext uri="{FF2B5EF4-FFF2-40B4-BE49-F238E27FC236}">
                <a16:creationId xmlns:a16="http://schemas.microsoft.com/office/drawing/2014/main" id="{82ADA02E-14E9-FD40-86EE-41E5504223D2}"/>
              </a:ext>
            </a:extLst>
          </p:cNvPr>
          <p:cNvSpPr>
            <a:spLocks noGrp="1" noChangeArrowheads="1"/>
          </p:cNvSpPr>
          <p:nvPr>
            <p:ph type="body" idx="1"/>
          </p:nvPr>
        </p:nvSpPr>
        <p:spPr>
          <a:xfrm>
            <a:off x="128351" y="998935"/>
            <a:ext cx="8835381" cy="1285875"/>
          </a:xfrm>
        </p:spPr>
        <p:txBody>
          <a:bodyPr/>
          <a:lstStyle/>
          <a:p>
            <a:pPr algn="just" eaLnBrk="1" hangingPunct="1"/>
            <a:r>
              <a:rPr lang="zh-CN" altLang="en-US" dirty="0">
                <a:latin typeface="微软雅黑" panose="020B0503020204020204" pitchFamily="34" charset="-122"/>
                <a:ea typeface="宋体" panose="02010600030101010101" pitchFamily="2" charset="-122"/>
              </a:rPr>
              <a:t>数据链路层剥去帧首部和尾部后，将分组送到网络层的队列中排队等待处理。这会产生一定的时延。 </a:t>
            </a:r>
          </a:p>
        </p:txBody>
      </p:sp>
      <p:sp>
        <p:nvSpPr>
          <p:cNvPr id="58371" name="Rectangle 4">
            <a:extLst>
              <a:ext uri="{FF2B5EF4-FFF2-40B4-BE49-F238E27FC236}">
                <a16:creationId xmlns:a16="http://schemas.microsoft.com/office/drawing/2014/main" id="{07A502EC-5BA0-4141-8F28-C4C32CEF5DA5}"/>
              </a:ext>
            </a:extLst>
          </p:cNvPr>
          <p:cNvSpPr>
            <a:spLocks noChangeArrowheads="1"/>
          </p:cNvSpPr>
          <p:nvPr/>
        </p:nvSpPr>
        <p:spPr bwMode="auto">
          <a:xfrm>
            <a:off x="1944291" y="2470548"/>
            <a:ext cx="5018484" cy="1996678"/>
          </a:xfrm>
          <a:prstGeom prst="rect">
            <a:avLst/>
          </a:prstGeom>
          <a:solidFill>
            <a:srgbClr val="CCECFF"/>
          </a:solidFill>
          <a:ln w="38100" cmpd="dbl">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43014" name="Rectangle 5">
            <a:extLst>
              <a:ext uri="{FF2B5EF4-FFF2-40B4-BE49-F238E27FC236}">
                <a16:creationId xmlns:a16="http://schemas.microsoft.com/office/drawing/2014/main" id="{468BE637-BBEA-FC4B-B63D-35DDC2A351FD}"/>
              </a:ext>
            </a:extLst>
          </p:cNvPr>
          <p:cNvSpPr>
            <a:spLocks noChangeArrowheads="1"/>
          </p:cNvSpPr>
          <p:nvPr/>
        </p:nvSpPr>
        <p:spPr bwMode="auto">
          <a:xfrm>
            <a:off x="2277666" y="3265885"/>
            <a:ext cx="1004888" cy="598884"/>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物理层处理</a:t>
            </a:r>
          </a:p>
        </p:txBody>
      </p:sp>
      <p:sp>
        <p:nvSpPr>
          <p:cNvPr id="43015" name="Rectangle 6">
            <a:extLst>
              <a:ext uri="{FF2B5EF4-FFF2-40B4-BE49-F238E27FC236}">
                <a16:creationId xmlns:a16="http://schemas.microsoft.com/office/drawing/2014/main" id="{9AAAA26E-89EA-4F4C-8DF6-CC11A40521CA}"/>
              </a:ext>
            </a:extLst>
          </p:cNvPr>
          <p:cNvSpPr>
            <a:spLocks noChangeArrowheads="1"/>
          </p:cNvSpPr>
          <p:nvPr/>
        </p:nvSpPr>
        <p:spPr bwMode="auto">
          <a:xfrm>
            <a:off x="3704035" y="3068241"/>
            <a:ext cx="1003697" cy="995363"/>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数据链路层</a:t>
            </a:r>
          </a:p>
          <a:p>
            <a:pPr algn="ct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处理</a:t>
            </a:r>
          </a:p>
        </p:txBody>
      </p:sp>
      <p:sp>
        <p:nvSpPr>
          <p:cNvPr id="43016" name="Rectangle 7">
            <a:extLst>
              <a:ext uri="{FF2B5EF4-FFF2-40B4-BE49-F238E27FC236}">
                <a16:creationId xmlns:a16="http://schemas.microsoft.com/office/drawing/2014/main" id="{EEB9CF82-D186-9B45-B2C4-CCCE3B09B500}"/>
              </a:ext>
            </a:extLst>
          </p:cNvPr>
          <p:cNvSpPr>
            <a:spLocks noChangeArrowheads="1"/>
          </p:cNvSpPr>
          <p:nvPr/>
        </p:nvSpPr>
        <p:spPr bwMode="auto">
          <a:xfrm>
            <a:off x="5201841" y="2663429"/>
            <a:ext cx="1426369" cy="1545431"/>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58375" name="Line 8">
            <a:extLst>
              <a:ext uri="{FF2B5EF4-FFF2-40B4-BE49-F238E27FC236}">
                <a16:creationId xmlns:a16="http://schemas.microsoft.com/office/drawing/2014/main" id="{71BD2CC0-4146-ED43-9BD4-B0673FBCCBE6}"/>
              </a:ext>
            </a:extLst>
          </p:cNvPr>
          <p:cNvSpPr>
            <a:spLocks noChangeShapeType="1"/>
          </p:cNvSpPr>
          <p:nvPr/>
        </p:nvSpPr>
        <p:spPr bwMode="auto">
          <a:xfrm flipV="1">
            <a:off x="1763317" y="3565922"/>
            <a:ext cx="534590" cy="3572"/>
          </a:xfrm>
          <a:prstGeom prst="line">
            <a:avLst/>
          </a:prstGeom>
          <a:noFill/>
          <a:ln w="38100">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58376" name="Line 9">
            <a:extLst>
              <a:ext uri="{FF2B5EF4-FFF2-40B4-BE49-F238E27FC236}">
                <a16:creationId xmlns:a16="http://schemas.microsoft.com/office/drawing/2014/main" id="{8678BDE1-F4C2-0949-BB2B-EE5123668BC8}"/>
              </a:ext>
            </a:extLst>
          </p:cNvPr>
          <p:cNvSpPr>
            <a:spLocks noChangeShapeType="1"/>
          </p:cNvSpPr>
          <p:nvPr/>
        </p:nvSpPr>
        <p:spPr bwMode="auto">
          <a:xfrm>
            <a:off x="3282554" y="3565922"/>
            <a:ext cx="421481" cy="0"/>
          </a:xfrm>
          <a:prstGeom prst="line">
            <a:avLst/>
          </a:prstGeom>
          <a:noFill/>
          <a:ln w="38100">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58377" name="Line 10">
            <a:extLst>
              <a:ext uri="{FF2B5EF4-FFF2-40B4-BE49-F238E27FC236}">
                <a16:creationId xmlns:a16="http://schemas.microsoft.com/office/drawing/2014/main" id="{0449B759-BEF7-494C-8914-50D394D32436}"/>
              </a:ext>
            </a:extLst>
          </p:cNvPr>
          <p:cNvSpPr>
            <a:spLocks noChangeShapeType="1"/>
          </p:cNvSpPr>
          <p:nvPr/>
        </p:nvSpPr>
        <p:spPr bwMode="auto">
          <a:xfrm>
            <a:off x="4723210" y="3565922"/>
            <a:ext cx="485775" cy="0"/>
          </a:xfrm>
          <a:prstGeom prst="line">
            <a:avLst/>
          </a:prstGeom>
          <a:noFill/>
          <a:ln w="38100">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58378" name="Line 11">
            <a:extLst>
              <a:ext uri="{FF2B5EF4-FFF2-40B4-BE49-F238E27FC236}">
                <a16:creationId xmlns:a16="http://schemas.microsoft.com/office/drawing/2014/main" id="{7300349B-A884-2645-80E6-7198E32377AE}"/>
              </a:ext>
            </a:extLst>
          </p:cNvPr>
          <p:cNvSpPr>
            <a:spLocks noChangeShapeType="1"/>
          </p:cNvSpPr>
          <p:nvPr/>
        </p:nvSpPr>
        <p:spPr bwMode="auto">
          <a:xfrm>
            <a:off x="6628210" y="3565922"/>
            <a:ext cx="669131" cy="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58379" name="Line 12">
            <a:extLst>
              <a:ext uri="{FF2B5EF4-FFF2-40B4-BE49-F238E27FC236}">
                <a16:creationId xmlns:a16="http://schemas.microsoft.com/office/drawing/2014/main" id="{C8C46347-C5AA-E045-9D4C-7B137EAEF77D}"/>
              </a:ext>
            </a:extLst>
          </p:cNvPr>
          <p:cNvSpPr>
            <a:spLocks noChangeShapeType="1"/>
          </p:cNvSpPr>
          <p:nvPr/>
        </p:nvSpPr>
        <p:spPr bwMode="auto">
          <a:xfrm>
            <a:off x="7297341" y="2341960"/>
            <a:ext cx="0" cy="2253853"/>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80" name="Freeform 13">
            <a:extLst>
              <a:ext uri="{FF2B5EF4-FFF2-40B4-BE49-F238E27FC236}">
                <a16:creationId xmlns:a16="http://schemas.microsoft.com/office/drawing/2014/main" id="{A36FF468-C8AE-2042-9F41-534C7420E82A}"/>
              </a:ext>
            </a:extLst>
          </p:cNvPr>
          <p:cNvSpPr>
            <a:spLocks/>
          </p:cNvSpPr>
          <p:nvPr/>
        </p:nvSpPr>
        <p:spPr bwMode="auto">
          <a:xfrm>
            <a:off x="5439966" y="3307556"/>
            <a:ext cx="1019175" cy="515541"/>
          </a:xfrm>
          <a:custGeom>
            <a:avLst/>
            <a:gdLst>
              <a:gd name="T0" fmla="*/ 0 w 816"/>
              <a:gd name="T1" fmla="*/ 0 h 336"/>
              <a:gd name="T2" fmla="*/ 2147483646 w 816"/>
              <a:gd name="T3" fmla="*/ 0 h 336"/>
              <a:gd name="T4" fmla="*/ 2147483646 w 816"/>
              <a:gd name="T5" fmla="*/ 2147483646 h 336"/>
              <a:gd name="T6" fmla="*/ 0 w 816"/>
              <a:gd name="T7" fmla="*/ 2147483646 h 3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16" h="336">
                <a:moveTo>
                  <a:pt x="0" y="0"/>
                </a:moveTo>
                <a:lnTo>
                  <a:pt x="816" y="0"/>
                </a:lnTo>
                <a:lnTo>
                  <a:pt x="816" y="336"/>
                </a:lnTo>
                <a:lnTo>
                  <a:pt x="0" y="336"/>
                </a:lnTo>
              </a:path>
            </a:pathLst>
          </a:custGeom>
          <a:solidFill>
            <a:srgbClr val="FFFF99"/>
          </a:solidFill>
          <a:ln w="28575" cmpd="sng">
            <a:solidFill>
              <a:srgbClr val="3333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8381" name="Line 14">
            <a:extLst>
              <a:ext uri="{FF2B5EF4-FFF2-40B4-BE49-F238E27FC236}">
                <a16:creationId xmlns:a16="http://schemas.microsoft.com/office/drawing/2014/main" id="{CFF26FC0-DFD1-7340-8133-719F3389D072}"/>
              </a:ext>
            </a:extLst>
          </p:cNvPr>
          <p:cNvSpPr>
            <a:spLocks noChangeShapeType="1"/>
          </p:cNvSpPr>
          <p:nvPr/>
        </p:nvSpPr>
        <p:spPr bwMode="auto">
          <a:xfrm>
            <a:off x="6338888" y="3307556"/>
            <a:ext cx="0" cy="51554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82" name="Line 15">
            <a:extLst>
              <a:ext uri="{FF2B5EF4-FFF2-40B4-BE49-F238E27FC236}">
                <a16:creationId xmlns:a16="http://schemas.microsoft.com/office/drawing/2014/main" id="{0AB09724-EBA5-124B-A6CF-33241FC45226}"/>
              </a:ext>
            </a:extLst>
          </p:cNvPr>
          <p:cNvSpPr>
            <a:spLocks noChangeShapeType="1"/>
          </p:cNvSpPr>
          <p:nvPr/>
        </p:nvSpPr>
        <p:spPr bwMode="auto">
          <a:xfrm>
            <a:off x="6219825" y="3307556"/>
            <a:ext cx="0" cy="51554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83" name="Line 16">
            <a:extLst>
              <a:ext uri="{FF2B5EF4-FFF2-40B4-BE49-F238E27FC236}">
                <a16:creationId xmlns:a16="http://schemas.microsoft.com/office/drawing/2014/main" id="{D0A84F2E-11AB-694B-A15F-134E03B91A62}"/>
              </a:ext>
            </a:extLst>
          </p:cNvPr>
          <p:cNvSpPr>
            <a:spLocks noChangeShapeType="1"/>
          </p:cNvSpPr>
          <p:nvPr/>
        </p:nvSpPr>
        <p:spPr bwMode="auto">
          <a:xfrm>
            <a:off x="6098381" y="3307556"/>
            <a:ext cx="0" cy="51554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84" name="Line 17">
            <a:extLst>
              <a:ext uri="{FF2B5EF4-FFF2-40B4-BE49-F238E27FC236}">
                <a16:creationId xmlns:a16="http://schemas.microsoft.com/office/drawing/2014/main" id="{FBEA30AE-87BD-9544-AA72-FD599AAFA08F}"/>
              </a:ext>
            </a:extLst>
          </p:cNvPr>
          <p:cNvSpPr>
            <a:spLocks noChangeShapeType="1"/>
          </p:cNvSpPr>
          <p:nvPr/>
        </p:nvSpPr>
        <p:spPr bwMode="auto">
          <a:xfrm>
            <a:off x="5979319" y="3307556"/>
            <a:ext cx="0" cy="51554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85" name="Line 18">
            <a:extLst>
              <a:ext uri="{FF2B5EF4-FFF2-40B4-BE49-F238E27FC236}">
                <a16:creationId xmlns:a16="http://schemas.microsoft.com/office/drawing/2014/main" id="{59E42159-8E26-8244-B650-80C47F43F92C}"/>
              </a:ext>
            </a:extLst>
          </p:cNvPr>
          <p:cNvSpPr>
            <a:spLocks noChangeShapeType="1"/>
          </p:cNvSpPr>
          <p:nvPr/>
        </p:nvSpPr>
        <p:spPr bwMode="auto">
          <a:xfrm>
            <a:off x="5860256" y="3307556"/>
            <a:ext cx="0" cy="51554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86" name="Line 19">
            <a:extLst>
              <a:ext uri="{FF2B5EF4-FFF2-40B4-BE49-F238E27FC236}">
                <a16:creationId xmlns:a16="http://schemas.microsoft.com/office/drawing/2014/main" id="{855E934E-D8B9-C849-811A-88993B1237EF}"/>
              </a:ext>
            </a:extLst>
          </p:cNvPr>
          <p:cNvSpPr>
            <a:spLocks noChangeShapeType="1"/>
          </p:cNvSpPr>
          <p:nvPr/>
        </p:nvSpPr>
        <p:spPr bwMode="auto">
          <a:xfrm>
            <a:off x="5740004" y="3307556"/>
            <a:ext cx="0" cy="51554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87" name="Text Box 20">
            <a:extLst>
              <a:ext uri="{FF2B5EF4-FFF2-40B4-BE49-F238E27FC236}">
                <a16:creationId xmlns:a16="http://schemas.microsoft.com/office/drawing/2014/main" id="{DA925FA1-4EDB-D54D-94DD-CD4A4020AE48}"/>
              </a:ext>
            </a:extLst>
          </p:cNvPr>
          <p:cNvSpPr txBox="1">
            <a:spLocks noChangeArrowheads="1"/>
          </p:cNvSpPr>
          <p:nvPr/>
        </p:nvSpPr>
        <p:spPr bwMode="auto">
          <a:xfrm>
            <a:off x="5411391" y="2719387"/>
            <a:ext cx="114646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网络层处理</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  分组排队</a:t>
            </a:r>
          </a:p>
        </p:txBody>
      </p:sp>
      <p:sp>
        <p:nvSpPr>
          <p:cNvPr id="58388" name="Text Box 21">
            <a:extLst>
              <a:ext uri="{FF2B5EF4-FFF2-40B4-BE49-F238E27FC236}">
                <a16:creationId xmlns:a16="http://schemas.microsoft.com/office/drawing/2014/main" id="{77EF05E8-8428-024F-A061-D20F3E5E7236}"/>
              </a:ext>
            </a:extLst>
          </p:cNvPr>
          <p:cNvSpPr txBox="1">
            <a:spLocks noChangeArrowheads="1"/>
          </p:cNvSpPr>
          <p:nvPr/>
        </p:nvSpPr>
        <p:spPr bwMode="auto">
          <a:xfrm>
            <a:off x="5500687" y="3818335"/>
            <a:ext cx="30008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  </a:t>
            </a:r>
          </a:p>
        </p:txBody>
      </p:sp>
      <p:sp>
        <p:nvSpPr>
          <p:cNvPr id="58389" name="Text Box 22">
            <a:extLst>
              <a:ext uri="{FF2B5EF4-FFF2-40B4-BE49-F238E27FC236}">
                <a16:creationId xmlns:a16="http://schemas.microsoft.com/office/drawing/2014/main" id="{A4E32B98-1AA8-334E-AB3C-F1944517306C}"/>
              </a:ext>
            </a:extLst>
          </p:cNvPr>
          <p:cNvSpPr txBox="1">
            <a:spLocks noChangeArrowheads="1"/>
          </p:cNvSpPr>
          <p:nvPr/>
        </p:nvSpPr>
        <p:spPr bwMode="auto">
          <a:xfrm>
            <a:off x="7348537" y="2968229"/>
            <a:ext cx="377026"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交</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换</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结</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构</a:t>
            </a:r>
          </a:p>
        </p:txBody>
      </p:sp>
      <p:sp>
        <p:nvSpPr>
          <p:cNvPr id="58390" name="Text Box 23">
            <a:extLst>
              <a:ext uri="{FF2B5EF4-FFF2-40B4-BE49-F238E27FC236}">
                <a16:creationId xmlns:a16="http://schemas.microsoft.com/office/drawing/2014/main" id="{19E4D182-87DC-7647-B074-33A95EE923D0}"/>
              </a:ext>
            </a:extLst>
          </p:cNvPr>
          <p:cNvSpPr txBox="1">
            <a:spLocks noChangeArrowheads="1"/>
          </p:cNvSpPr>
          <p:nvPr/>
        </p:nvSpPr>
        <p:spPr bwMode="auto">
          <a:xfrm>
            <a:off x="3558779" y="2139554"/>
            <a:ext cx="164660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  </a:t>
            </a:r>
            <a:r>
              <a:rPr kumimoji="1" lang="zh-CN" altLang="en-US" sz="1500">
                <a:latin typeface="微软雅黑" panose="020B0503020204020204" pitchFamily="34" charset="-122"/>
                <a:ea typeface="宋体" panose="02010600030101010101" pitchFamily="2" charset="-122"/>
              </a:rPr>
              <a:t>输入端口的处理</a:t>
            </a:r>
          </a:p>
        </p:txBody>
      </p:sp>
      <p:sp>
        <p:nvSpPr>
          <p:cNvPr id="58391" name="Text Box 24">
            <a:extLst>
              <a:ext uri="{FF2B5EF4-FFF2-40B4-BE49-F238E27FC236}">
                <a16:creationId xmlns:a16="http://schemas.microsoft.com/office/drawing/2014/main" id="{4F4B26D5-8122-3F49-B7A9-508812628329}"/>
              </a:ext>
            </a:extLst>
          </p:cNvPr>
          <p:cNvSpPr txBox="1">
            <a:spLocks noChangeArrowheads="1"/>
          </p:cNvSpPr>
          <p:nvPr/>
        </p:nvSpPr>
        <p:spPr bwMode="auto">
          <a:xfrm>
            <a:off x="1450181" y="2762250"/>
            <a:ext cx="377026" cy="15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从</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线</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路</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接</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收</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组</a:t>
            </a:r>
          </a:p>
        </p:txBody>
      </p:sp>
      <p:sp>
        <p:nvSpPr>
          <p:cNvPr id="58392" name="Text Box 25">
            <a:extLst>
              <a:ext uri="{FF2B5EF4-FFF2-40B4-BE49-F238E27FC236}">
                <a16:creationId xmlns:a16="http://schemas.microsoft.com/office/drawing/2014/main" id="{E3593012-59A7-924A-8800-46C64C93C059}"/>
              </a:ext>
            </a:extLst>
          </p:cNvPr>
          <p:cNvSpPr txBox="1">
            <a:spLocks noChangeArrowheads="1"/>
          </p:cNvSpPr>
          <p:nvPr/>
        </p:nvSpPr>
        <p:spPr bwMode="auto">
          <a:xfrm>
            <a:off x="5449491" y="3839766"/>
            <a:ext cx="114646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查表和转发</a:t>
            </a:r>
          </a:p>
        </p:txBody>
      </p:sp>
      <p:sp>
        <p:nvSpPr>
          <p:cNvPr id="58393" name="灯片编号占位符 1">
            <a:extLst>
              <a:ext uri="{FF2B5EF4-FFF2-40B4-BE49-F238E27FC236}">
                <a16:creationId xmlns:a16="http://schemas.microsoft.com/office/drawing/2014/main" id="{F1A53778-9398-7744-AFD5-6033642887F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487FB2D-FE78-1848-9B2A-8C648091471F}"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21</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240560060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7" name="Rectangle 2">
            <a:extLst>
              <a:ext uri="{FF2B5EF4-FFF2-40B4-BE49-F238E27FC236}">
                <a16:creationId xmlns:a16="http://schemas.microsoft.com/office/drawing/2014/main" id="{8588629D-3598-804A-B4E1-93AABFF163C2}"/>
              </a:ext>
            </a:extLst>
          </p:cNvPr>
          <p:cNvSpPr>
            <a:spLocks noGrp="1" noChangeArrowheads="1"/>
          </p:cNvSpPr>
          <p:nvPr>
            <p:ph type="title"/>
          </p:nvPr>
        </p:nvSpPr>
        <p:spPr>
          <a:xfrm>
            <a:off x="160020" y="288131"/>
            <a:ext cx="8766810" cy="576263"/>
          </a:xfrm>
        </p:spPr>
        <p:txBody>
          <a:bodyPr/>
          <a:lstStyle/>
          <a:p>
            <a:pPr eaLnBrk="1" hangingPunct="1"/>
            <a:r>
              <a:rPr lang="zh-CN" altLang="en-US" dirty="0">
                <a:latin typeface="Arial Black" panose="020B0604020202020204" pitchFamily="34" charset="0"/>
                <a:ea typeface="宋体" panose="02010600030101010101" pitchFamily="2" charset="-122"/>
              </a:rPr>
              <a:t>输出端口将交换结构传送来的分组发送到线路 </a:t>
            </a:r>
          </a:p>
        </p:txBody>
      </p:sp>
      <p:sp>
        <p:nvSpPr>
          <p:cNvPr id="60418" name="Rectangle 3">
            <a:extLst>
              <a:ext uri="{FF2B5EF4-FFF2-40B4-BE49-F238E27FC236}">
                <a16:creationId xmlns:a16="http://schemas.microsoft.com/office/drawing/2014/main" id="{F2C2CB6B-AE1B-8B46-BE14-739C0130866E}"/>
              </a:ext>
            </a:extLst>
          </p:cNvPr>
          <p:cNvSpPr>
            <a:spLocks noGrp="1" noChangeArrowheads="1"/>
          </p:cNvSpPr>
          <p:nvPr>
            <p:ph type="body" idx="1"/>
          </p:nvPr>
        </p:nvSpPr>
        <p:spPr>
          <a:xfrm>
            <a:off x="150019" y="1019769"/>
            <a:ext cx="8766799" cy="1284685"/>
          </a:xfrm>
        </p:spPr>
        <p:txBody>
          <a:bodyPr/>
          <a:lstStyle/>
          <a:p>
            <a:pPr algn="just" eaLnBrk="1" hangingPunct="1"/>
            <a:r>
              <a:rPr lang="zh-CN" altLang="en-US" dirty="0">
                <a:latin typeface="Arial Black" panose="020B0604020202020204" pitchFamily="34" charset="0"/>
                <a:ea typeface="宋体" panose="02010600030101010101" pitchFamily="2" charset="-122"/>
              </a:rPr>
              <a:t>当交换结构传送过来的分组先进行缓存。数据链路层处理模块将分组加上链路层的首部和尾部，交给物理层后发送到外部线路。 </a:t>
            </a:r>
          </a:p>
        </p:txBody>
      </p:sp>
      <p:sp>
        <p:nvSpPr>
          <p:cNvPr id="60419" name="Rectangle 4">
            <a:extLst>
              <a:ext uri="{FF2B5EF4-FFF2-40B4-BE49-F238E27FC236}">
                <a16:creationId xmlns:a16="http://schemas.microsoft.com/office/drawing/2014/main" id="{C239D660-94C8-3648-A8DE-324A9802B8CF}"/>
              </a:ext>
            </a:extLst>
          </p:cNvPr>
          <p:cNvSpPr>
            <a:spLocks noChangeArrowheads="1"/>
          </p:cNvSpPr>
          <p:nvPr/>
        </p:nvSpPr>
        <p:spPr bwMode="auto">
          <a:xfrm>
            <a:off x="2131219" y="2628901"/>
            <a:ext cx="5013722" cy="2002631"/>
          </a:xfrm>
          <a:prstGeom prst="rect">
            <a:avLst/>
          </a:prstGeom>
          <a:solidFill>
            <a:srgbClr val="CCECFF"/>
          </a:solidFill>
          <a:ln w="38100" cmpd="dbl">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45062" name="Rectangle 5">
            <a:extLst>
              <a:ext uri="{FF2B5EF4-FFF2-40B4-BE49-F238E27FC236}">
                <a16:creationId xmlns:a16="http://schemas.microsoft.com/office/drawing/2014/main" id="{D17A40F9-A463-3F48-8612-78021A1BEDF6}"/>
              </a:ext>
            </a:extLst>
          </p:cNvPr>
          <p:cNvSpPr>
            <a:spLocks noChangeArrowheads="1"/>
          </p:cNvSpPr>
          <p:nvPr/>
        </p:nvSpPr>
        <p:spPr bwMode="auto">
          <a:xfrm>
            <a:off x="5809060" y="3426619"/>
            <a:ext cx="1001315" cy="600075"/>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物理层处理</a:t>
            </a:r>
          </a:p>
        </p:txBody>
      </p:sp>
      <p:sp>
        <p:nvSpPr>
          <p:cNvPr id="45063" name="Rectangle 6">
            <a:extLst>
              <a:ext uri="{FF2B5EF4-FFF2-40B4-BE49-F238E27FC236}">
                <a16:creationId xmlns:a16="http://schemas.microsoft.com/office/drawing/2014/main" id="{8F3186F5-F8BF-A146-838E-09F628E09ACA}"/>
              </a:ext>
            </a:extLst>
          </p:cNvPr>
          <p:cNvSpPr>
            <a:spLocks noChangeArrowheads="1"/>
          </p:cNvSpPr>
          <p:nvPr/>
        </p:nvSpPr>
        <p:spPr bwMode="auto">
          <a:xfrm>
            <a:off x="4385073" y="3228975"/>
            <a:ext cx="1001315" cy="997744"/>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数据链路层</a:t>
            </a:r>
          </a:p>
          <a:p>
            <a:pPr algn="ct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处理</a:t>
            </a:r>
          </a:p>
        </p:txBody>
      </p:sp>
      <p:sp>
        <p:nvSpPr>
          <p:cNvPr id="45064" name="Rectangle 7">
            <a:extLst>
              <a:ext uri="{FF2B5EF4-FFF2-40B4-BE49-F238E27FC236}">
                <a16:creationId xmlns:a16="http://schemas.microsoft.com/office/drawing/2014/main" id="{640CFF2F-20B4-0D4A-84AD-50153E4DF961}"/>
              </a:ext>
            </a:extLst>
          </p:cNvPr>
          <p:cNvSpPr>
            <a:spLocks noChangeArrowheads="1"/>
          </p:cNvSpPr>
          <p:nvPr/>
        </p:nvSpPr>
        <p:spPr bwMode="auto">
          <a:xfrm>
            <a:off x="2465785" y="2821782"/>
            <a:ext cx="1425178" cy="1550194"/>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0423" name="Line 8">
            <a:extLst>
              <a:ext uri="{FF2B5EF4-FFF2-40B4-BE49-F238E27FC236}">
                <a16:creationId xmlns:a16="http://schemas.microsoft.com/office/drawing/2014/main" id="{90A15270-7177-CB44-89BA-55BB0DA795C5}"/>
              </a:ext>
            </a:extLst>
          </p:cNvPr>
          <p:cNvSpPr>
            <a:spLocks noChangeShapeType="1"/>
          </p:cNvSpPr>
          <p:nvPr/>
        </p:nvSpPr>
        <p:spPr bwMode="auto">
          <a:xfrm flipV="1">
            <a:off x="6790135" y="3727847"/>
            <a:ext cx="509588" cy="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60424" name="Line 9">
            <a:extLst>
              <a:ext uri="{FF2B5EF4-FFF2-40B4-BE49-F238E27FC236}">
                <a16:creationId xmlns:a16="http://schemas.microsoft.com/office/drawing/2014/main" id="{44DE1B64-A002-914A-AF61-F4A337584F5C}"/>
              </a:ext>
            </a:extLst>
          </p:cNvPr>
          <p:cNvSpPr>
            <a:spLocks noChangeShapeType="1"/>
          </p:cNvSpPr>
          <p:nvPr/>
        </p:nvSpPr>
        <p:spPr bwMode="auto">
          <a:xfrm>
            <a:off x="5386388" y="3727847"/>
            <a:ext cx="422672" cy="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60425" name="Line 10">
            <a:extLst>
              <a:ext uri="{FF2B5EF4-FFF2-40B4-BE49-F238E27FC236}">
                <a16:creationId xmlns:a16="http://schemas.microsoft.com/office/drawing/2014/main" id="{69286859-1D07-EF4F-8BF2-71A94A1DBEB0}"/>
              </a:ext>
            </a:extLst>
          </p:cNvPr>
          <p:cNvSpPr>
            <a:spLocks noChangeShapeType="1"/>
          </p:cNvSpPr>
          <p:nvPr/>
        </p:nvSpPr>
        <p:spPr bwMode="auto">
          <a:xfrm>
            <a:off x="3883819" y="3727847"/>
            <a:ext cx="485775" cy="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60426" name="Line 11">
            <a:extLst>
              <a:ext uri="{FF2B5EF4-FFF2-40B4-BE49-F238E27FC236}">
                <a16:creationId xmlns:a16="http://schemas.microsoft.com/office/drawing/2014/main" id="{DDF6B62B-8A40-474B-89BA-2AAD6C140883}"/>
              </a:ext>
            </a:extLst>
          </p:cNvPr>
          <p:cNvSpPr>
            <a:spLocks noChangeShapeType="1"/>
          </p:cNvSpPr>
          <p:nvPr/>
        </p:nvSpPr>
        <p:spPr bwMode="auto">
          <a:xfrm>
            <a:off x="1797844" y="3727847"/>
            <a:ext cx="667941" cy="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60427" name="Line 12">
            <a:extLst>
              <a:ext uri="{FF2B5EF4-FFF2-40B4-BE49-F238E27FC236}">
                <a16:creationId xmlns:a16="http://schemas.microsoft.com/office/drawing/2014/main" id="{43F364CD-0EE2-884C-A487-E3BA53EF0281}"/>
              </a:ext>
            </a:extLst>
          </p:cNvPr>
          <p:cNvSpPr>
            <a:spLocks noChangeShapeType="1"/>
          </p:cNvSpPr>
          <p:nvPr/>
        </p:nvSpPr>
        <p:spPr bwMode="auto">
          <a:xfrm>
            <a:off x="1797844" y="2500313"/>
            <a:ext cx="0" cy="2259806"/>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28" name="Freeform 13">
            <a:extLst>
              <a:ext uri="{FF2B5EF4-FFF2-40B4-BE49-F238E27FC236}">
                <a16:creationId xmlns:a16="http://schemas.microsoft.com/office/drawing/2014/main" id="{D412E1F9-BFA9-3D4B-B023-B3E297466000}"/>
              </a:ext>
            </a:extLst>
          </p:cNvPr>
          <p:cNvSpPr>
            <a:spLocks/>
          </p:cNvSpPr>
          <p:nvPr/>
        </p:nvSpPr>
        <p:spPr bwMode="auto">
          <a:xfrm>
            <a:off x="2634854" y="3468292"/>
            <a:ext cx="1016794" cy="516731"/>
          </a:xfrm>
          <a:custGeom>
            <a:avLst/>
            <a:gdLst>
              <a:gd name="T0" fmla="*/ 0 w 816"/>
              <a:gd name="T1" fmla="*/ 0 h 336"/>
              <a:gd name="T2" fmla="*/ 2147483646 w 816"/>
              <a:gd name="T3" fmla="*/ 0 h 336"/>
              <a:gd name="T4" fmla="*/ 2147483646 w 816"/>
              <a:gd name="T5" fmla="*/ 2147483646 h 336"/>
              <a:gd name="T6" fmla="*/ 0 w 816"/>
              <a:gd name="T7" fmla="*/ 2147483646 h 3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16" h="336">
                <a:moveTo>
                  <a:pt x="0" y="0"/>
                </a:moveTo>
                <a:lnTo>
                  <a:pt x="816" y="0"/>
                </a:lnTo>
                <a:lnTo>
                  <a:pt x="816" y="336"/>
                </a:lnTo>
                <a:lnTo>
                  <a:pt x="0" y="336"/>
                </a:ln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29" name="Line 14">
            <a:extLst>
              <a:ext uri="{FF2B5EF4-FFF2-40B4-BE49-F238E27FC236}">
                <a16:creationId xmlns:a16="http://schemas.microsoft.com/office/drawing/2014/main" id="{05C4D808-7972-7145-BBC8-D86987238909}"/>
              </a:ext>
            </a:extLst>
          </p:cNvPr>
          <p:cNvSpPr>
            <a:spLocks noChangeShapeType="1"/>
          </p:cNvSpPr>
          <p:nvPr/>
        </p:nvSpPr>
        <p:spPr bwMode="auto">
          <a:xfrm>
            <a:off x="2939654" y="3468292"/>
            <a:ext cx="0" cy="5167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30" name="Line 15">
            <a:extLst>
              <a:ext uri="{FF2B5EF4-FFF2-40B4-BE49-F238E27FC236}">
                <a16:creationId xmlns:a16="http://schemas.microsoft.com/office/drawing/2014/main" id="{AD91707D-6EE4-5043-AFD2-5DB8C6A0B572}"/>
              </a:ext>
            </a:extLst>
          </p:cNvPr>
          <p:cNvSpPr>
            <a:spLocks noChangeShapeType="1"/>
          </p:cNvSpPr>
          <p:nvPr/>
        </p:nvSpPr>
        <p:spPr bwMode="auto">
          <a:xfrm>
            <a:off x="3058716" y="3468292"/>
            <a:ext cx="0" cy="5167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31" name="Line 16">
            <a:extLst>
              <a:ext uri="{FF2B5EF4-FFF2-40B4-BE49-F238E27FC236}">
                <a16:creationId xmlns:a16="http://schemas.microsoft.com/office/drawing/2014/main" id="{354C9CB0-045A-A345-8933-28922E1FF47C}"/>
              </a:ext>
            </a:extLst>
          </p:cNvPr>
          <p:cNvSpPr>
            <a:spLocks noChangeShapeType="1"/>
          </p:cNvSpPr>
          <p:nvPr/>
        </p:nvSpPr>
        <p:spPr bwMode="auto">
          <a:xfrm>
            <a:off x="3178969" y="3468292"/>
            <a:ext cx="0" cy="5167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32" name="Line 17">
            <a:extLst>
              <a:ext uri="{FF2B5EF4-FFF2-40B4-BE49-F238E27FC236}">
                <a16:creationId xmlns:a16="http://schemas.microsoft.com/office/drawing/2014/main" id="{2E8BBC9C-4D45-8544-892C-26DEC42AABFF}"/>
              </a:ext>
            </a:extLst>
          </p:cNvPr>
          <p:cNvSpPr>
            <a:spLocks noChangeShapeType="1"/>
          </p:cNvSpPr>
          <p:nvPr/>
        </p:nvSpPr>
        <p:spPr bwMode="auto">
          <a:xfrm>
            <a:off x="3299222" y="3468292"/>
            <a:ext cx="0" cy="5167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33" name="Line 18">
            <a:extLst>
              <a:ext uri="{FF2B5EF4-FFF2-40B4-BE49-F238E27FC236}">
                <a16:creationId xmlns:a16="http://schemas.microsoft.com/office/drawing/2014/main" id="{A0BCBDF1-DE9A-9740-A72C-CEA8230B71AD}"/>
              </a:ext>
            </a:extLst>
          </p:cNvPr>
          <p:cNvSpPr>
            <a:spLocks noChangeShapeType="1"/>
          </p:cNvSpPr>
          <p:nvPr/>
        </p:nvSpPr>
        <p:spPr bwMode="auto">
          <a:xfrm>
            <a:off x="3417094" y="3468292"/>
            <a:ext cx="0" cy="5167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34" name="Line 19">
            <a:extLst>
              <a:ext uri="{FF2B5EF4-FFF2-40B4-BE49-F238E27FC236}">
                <a16:creationId xmlns:a16="http://schemas.microsoft.com/office/drawing/2014/main" id="{C97B2990-65C4-B14A-9C1F-6F90BF7574D9}"/>
              </a:ext>
            </a:extLst>
          </p:cNvPr>
          <p:cNvSpPr>
            <a:spLocks noChangeShapeType="1"/>
          </p:cNvSpPr>
          <p:nvPr/>
        </p:nvSpPr>
        <p:spPr bwMode="auto">
          <a:xfrm>
            <a:off x="3537347" y="3468292"/>
            <a:ext cx="0" cy="5167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35" name="Text Box 20">
            <a:extLst>
              <a:ext uri="{FF2B5EF4-FFF2-40B4-BE49-F238E27FC236}">
                <a16:creationId xmlns:a16="http://schemas.microsoft.com/office/drawing/2014/main" id="{0759C2D9-1CA1-8F42-B1C4-E84A46B0FA5B}"/>
              </a:ext>
            </a:extLst>
          </p:cNvPr>
          <p:cNvSpPr txBox="1">
            <a:spLocks noChangeArrowheads="1"/>
          </p:cNvSpPr>
          <p:nvPr/>
        </p:nvSpPr>
        <p:spPr bwMode="auto">
          <a:xfrm>
            <a:off x="2627710" y="2907507"/>
            <a:ext cx="1146468" cy="530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95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网络层处理</a:t>
            </a:r>
          </a:p>
          <a:p>
            <a:pPr eaLnBrk="1" hangingPunct="1">
              <a:lnSpc>
                <a:spcPct val="95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  分组排队 </a:t>
            </a:r>
          </a:p>
        </p:txBody>
      </p:sp>
      <p:sp>
        <p:nvSpPr>
          <p:cNvPr id="60436" name="Text Box 21">
            <a:extLst>
              <a:ext uri="{FF2B5EF4-FFF2-40B4-BE49-F238E27FC236}">
                <a16:creationId xmlns:a16="http://schemas.microsoft.com/office/drawing/2014/main" id="{4D84623F-112C-5A4F-8411-D35BCF6316DE}"/>
              </a:ext>
            </a:extLst>
          </p:cNvPr>
          <p:cNvSpPr txBox="1">
            <a:spLocks noChangeArrowheads="1"/>
          </p:cNvSpPr>
          <p:nvPr/>
        </p:nvSpPr>
        <p:spPr bwMode="auto">
          <a:xfrm>
            <a:off x="3815954" y="2301479"/>
            <a:ext cx="164660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  </a:t>
            </a:r>
            <a:r>
              <a:rPr kumimoji="1" lang="zh-CN" altLang="en-US" sz="1500">
                <a:latin typeface="微软雅黑" panose="020B0503020204020204" pitchFamily="34" charset="-122"/>
                <a:ea typeface="宋体" panose="02010600030101010101" pitchFamily="2" charset="-122"/>
              </a:rPr>
              <a:t>输出端口的处理</a:t>
            </a:r>
          </a:p>
        </p:txBody>
      </p:sp>
      <p:sp>
        <p:nvSpPr>
          <p:cNvPr id="60437" name="Text Box 22">
            <a:extLst>
              <a:ext uri="{FF2B5EF4-FFF2-40B4-BE49-F238E27FC236}">
                <a16:creationId xmlns:a16="http://schemas.microsoft.com/office/drawing/2014/main" id="{2FB9EF25-2C7D-084D-A92E-B2D478690A1C}"/>
              </a:ext>
            </a:extLst>
          </p:cNvPr>
          <p:cNvSpPr txBox="1">
            <a:spLocks noChangeArrowheads="1"/>
          </p:cNvSpPr>
          <p:nvPr/>
        </p:nvSpPr>
        <p:spPr bwMode="auto">
          <a:xfrm>
            <a:off x="7299722" y="2763441"/>
            <a:ext cx="377026" cy="15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向</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线</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路</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发</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送</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组</a:t>
            </a:r>
          </a:p>
        </p:txBody>
      </p:sp>
      <p:sp>
        <p:nvSpPr>
          <p:cNvPr id="60438" name="Text Box 23">
            <a:extLst>
              <a:ext uri="{FF2B5EF4-FFF2-40B4-BE49-F238E27FC236}">
                <a16:creationId xmlns:a16="http://schemas.microsoft.com/office/drawing/2014/main" id="{96FD64EA-1AE5-EC4F-946A-6E4CBFA4512A}"/>
              </a:ext>
            </a:extLst>
          </p:cNvPr>
          <p:cNvSpPr txBox="1">
            <a:spLocks noChangeArrowheads="1"/>
          </p:cNvSpPr>
          <p:nvPr/>
        </p:nvSpPr>
        <p:spPr bwMode="auto">
          <a:xfrm>
            <a:off x="2755107" y="3980260"/>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缓存管理</a:t>
            </a:r>
          </a:p>
        </p:txBody>
      </p:sp>
      <p:sp>
        <p:nvSpPr>
          <p:cNvPr id="60439" name="Text Box 24">
            <a:extLst>
              <a:ext uri="{FF2B5EF4-FFF2-40B4-BE49-F238E27FC236}">
                <a16:creationId xmlns:a16="http://schemas.microsoft.com/office/drawing/2014/main" id="{08A3C6A8-5990-2A4D-A95A-3E239E8D99B3}"/>
              </a:ext>
            </a:extLst>
          </p:cNvPr>
          <p:cNvSpPr txBox="1">
            <a:spLocks noChangeArrowheads="1"/>
          </p:cNvSpPr>
          <p:nvPr/>
        </p:nvSpPr>
        <p:spPr bwMode="auto">
          <a:xfrm>
            <a:off x="1439466" y="3134917"/>
            <a:ext cx="377026"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交</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换</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结</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构</a:t>
            </a:r>
          </a:p>
        </p:txBody>
      </p:sp>
      <p:sp>
        <p:nvSpPr>
          <p:cNvPr id="60440" name="灯片编号占位符 1">
            <a:extLst>
              <a:ext uri="{FF2B5EF4-FFF2-40B4-BE49-F238E27FC236}">
                <a16:creationId xmlns:a16="http://schemas.microsoft.com/office/drawing/2014/main" id="{5F4C93CB-2B86-A243-BFF7-8E2B93738B08}"/>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C33C33C-8684-E848-988A-AC7BF303C55C}"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22</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230601178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5" name="Rectangle 3">
            <a:extLst>
              <a:ext uri="{FF2B5EF4-FFF2-40B4-BE49-F238E27FC236}">
                <a16:creationId xmlns:a16="http://schemas.microsoft.com/office/drawing/2014/main" id="{279F1D6C-58E9-FE4C-AF6D-BEAD67C82D40}"/>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互连网络与虚拟互连网络 </a:t>
            </a:r>
          </a:p>
        </p:txBody>
      </p:sp>
      <p:sp>
        <p:nvSpPr>
          <p:cNvPr id="62466" name="Line 5">
            <a:extLst>
              <a:ext uri="{FF2B5EF4-FFF2-40B4-BE49-F238E27FC236}">
                <a16:creationId xmlns:a16="http://schemas.microsoft.com/office/drawing/2014/main" id="{3779FB5F-0EE2-4E49-902B-A0C39B71E8BE}"/>
              </a:ext>
            </a:extLst>
          </p:cNvPr>
          <p:cNvSpPr>
            <a:spLocks noChangeShapeType="1"/>
          </p:cNvSpPr>
          <p:nvPr/>
        </p:nvSpPr>
        <p:spPr bwMode="auto">
          <a:xfrm>
            <a:off x="6593682" y="1764506"/>
            <a:ext cx="55960" cy="55364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67" name="Line 6">
            <a:extLst>
              <a:ext uri="{FF2B5EF4-FFF2-40B4-BE49-F238E27FC236}">
                <a16:creationId xmlns:a16="http://schemas.microsoft.com/office/drawing/2014/main" id="{3B677401-2315-A144-8547-517AC968E675}"/>
              </a:ext>
            </a:extLst>
          </p:cNvPr>
          <p:cNvSpPr>
            <a:spLocks noChangeShapeType="1"/>
          </p:cNvSpPr>
          <p:nvPr/>
        </p:nvSpPr>
        <p:spPr bwMode="auto">
          <a:xfrm flipH="1" flipV="1">
            <a:off x="5836444" y="3587354"/>
            <a:ext cx="204788" cy="50601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68" name="Line 7">
            <a:extLst>
              <a:ext uri="{FF2B5EF4-FFF2-40B4-BE49-F238E27FC236}">
                <a16:creationId xmlns:a16="http://schemas.microsoft.com/office/drawing/2014/main" id="{7F63B5A9-65DB-2A4C-B99F-1D63AA7429DD}"/>
              </a:ext>
            </a:extLst>
          </p:cNvPr>
          <p:cNvSpPr>
            <a:spLocks noChangeShapeType="1"/>
          </p:cNvSpPr>
          <p:nvPr/>
        </p:nvSpPr>
        <p:spPr bwMode="auto">
          <a:xfrm>
            <a:off x="5375672" y="1875235"/>
            <a:ext cx="332184" cy="4976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69" name="Line 8">
            <a:extLst>
              <a:ext uri="{FF2B5EF4-FFF2-40B4-BE49-F238E27FC236}">
                <a16:creationId xmlns:a16="http://schemas.microsoft.com/office/drawing/2014/main" id="{14BE8CBB-86B5-3C45-87EE-61A4F50A3CAD}"/>
              </a:ext>
            </a:extLst>
          </p:cNvPr>
          <p:cNvSpPr>
            <a:spLocks noChangeShapeType="1"/>
          </p:cNvSpPr>
          <p:nvPr/>
        </p:nvSpPr>
        <p:spPr bwMode="auto">
          <a:xfrm flipH="1">
            <a:off x="7093744" y="1931194"/>
            <a:ext cx="441722" cy="49649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70" name="Line 9">
            <a:extLst>
              <a:ext uri="{FF2B5EF4-FFF2-40B4-BE49-F238E27FC236}">
                <a16:creationId xmlns:a16="http://schemas.microsoft.com/office/drawing/2014/main" id="{3CF199DE-A721-2146-97D9-CD35EDF761AE}"/>
              </a:ext>
            </a:extLst>
          </p:cNvPr>
          <p:cNvSpPr>
            <a:spLocks noChangeShapeType="1"/>
          </p:cNvSpPr>
          <p:nvPr/>
        </p:nvSpPr>
        <p:spPr bwMode="auto">
          <a:xfrm flipV="1">
            <a:off x="5264944" y="3531394"/>
            <a:ext cx="332185" cy="60841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71" name="Line 10">
            <a:extLst>
              <a:ext uri="{FF2B5EF4-FFF2-40B4-BE49-F238E27FC236}">
                <a16:creationId xmlns:a16="http://schemas.microsoft.com/office/drawing/2014/main" id="{228172BA-07D0-BA44-B301-C6F0BAAD6E63}"/>
              </a:ext>
            </a:extLst>
          </p:cNvPr>
          <p:cNvSpPr>
            <a:spLocks noChangeShapeType="1"/>
          </p:cNvSpPr>
          <p:nvPr/>
        </p:nvSpPr>
        <p:spPr bwMode="auto">
          <a:xfrm flipH="1" flipV="1">
            <a:off x="6705600" y="3587354"/>
            <a:ext cx="110729" cy="60721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72" name="Line 11">
            <a:extLst>
              <a:ext uri="{FF2B5EF4-FFF2-40B4-BE49-F238E27FC236}">
                <a16:creationId xmlns:a16="http://schemas.microsoft.com/office/drawing/2014/main" id="{C851A132-ED9B-314F-9FFE-C52362DC3A2A}"/>
              </a:ext>
            </a:extLst>
          </p:cNvPr>
          <p:cNvSpPr>
            <a:spLocks noChangeShapeType="1"/>
          </p:cNvSpPr>
          <p:nvPr/>
        </p:nvSpPr>
        <p:spPr bwMode="auto">
          <a:xfrm flipH="1" flipV="1">
            <a:off x="7259241" y="3531394"/>
            <a:ext cx="276225" cy="55245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73" name="Oval 12">
            <a:extLst>
              <a:ext uri="{FF2B5EF4-FFF2-40B4-BE49-F238E27FC236}">
                <a16:creationId xmlns:a16="http://schemas.microsoft.com/office/drawing/2014/main" id="{B8A1379B-7AC1-5749-BF6D-4D983DFDF7F2}"/>
              </a:ext>
            </a:extLst>
          </p:cNvPr>
          <p:cNvSpPr>
            <a:spLocks noChangeArrowheads="1"/>
          </p:cNvSpPr>
          <p:nvPr/>
        </p:nvSpPr>
        <p:spPr bwMode="auto">
          <a:xfrm>
            <a:off x="3164681" y="2732485"/>
            <a:ext cx="1010841" cy="952500"/>
          </a:xfrm>
          <a:prstGeom prst="ellipse">
            <a:avLst/>
          </a:prstGeom>
          <a:solidFill>
            <a:srgbClr val="FFFFFF"/>
          </a:solidFill>
          <a:ln w="9525">
            <a:solidFill>
              <a:srgbClr val="000000"/>
            </a:solidFill>
            <a:prstDash val="dash"/>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474" name="Oval 13">
            <a:extLst>
              <a:ext uri="{FF2B5EF4-FFF2-40B4-BE49-F238E27FC236}">
                <a16:creationId xmlns:a16="http://schemas.microsoft.com/office/drawing/2014/main" id="{F7EF843B-A947-5D47-8745-BEC16955749D}"/>
              </a:ext>
            </a:extLst>
          </p:cNvPr>
          <p:cNvSpPr>
            <a:spLocks noChangeArrowheads="1"/>
          </p:cNvSpPr>
          <p:nvPr/>
        </p:nvSpPr>
        <p:spPr bwMode="auto">
          <a:xfrm>
            <a:off x="1272779" y="2427685"/>
            <a:ext cx="991790" cy="957263"/>
          </a:xfrm>
          <a:prstGeom prst="ellipse">
            <a:avLst/>
          </a:prstGeom>
          <a:solidFill>
            <a:srgbClr val="FFFFFF"/>
          </a:solidFill>
          <a:ln w="9525">
            <a:solidFill>
              <a:srgbClr val="000000"/>
            </a:solidFill>
            <a:prstDash val="dash"/>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475" name="Oval 14">
            <a:extLst>
              <a:ext uri="{FF2B5EF4-FFF2-40B4-BE49-F238E27FC236}">
                <a16:creationId xmlns:a16="http://schemas.microsoft.com/office/drawing/2014/main" id="{38455EC9-EA2A-3148-AA3F-F781415262C1}"/>
              </a:ext>
            </a:extLst>
          </p:cNvPr>
          <p:cNvSpPr>
            <a:spLocks noChangeArrowheads="1"/>
          </p:cNvSpPr>
          <p:nvPr/>
        </p:nvSpPr>
        <p:spPr bwMode="auto">
          <a:xfrm>
            <a:off x="3006329" y="2093119"/>
            <a:ext cx="1009650" cy="922735"/>
          </a:xfrm>
          <a:prstGeom prst="ellipse">
            <a:avLst/>
          </a:prstGeom>
          <a:solidFill>
            <a:srgbClr val="FFFFFF"/>
          </a:solidFill>
          <a:ln w="9525">
            <a:solidFill>
              <a:srgbClr val="000000"/>
            </a:solidFill>
            <a:prstDash val="dash"/>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476" name="Oval 15">
            <a:extLst>
              <a:ext uri="{FF2B5EF4-FFF2-40B4-BE49-F238E27FC236}">
                <a16:creationId xmlns:a16="http://schemas.microsoft.com/office/drawing/2014/main" id="{64B98B02-DA1C-BC40-BA3A-5CA46EACED58}"/>
              </a:ext>
            </a:extLst>
          </p:cNvPr>
          <p:cNvSpPr>
            <a:spLocks noChangeArrowheads="1"/>
          </p:cNvSpPr>
          <p:nvPr/>
        </p:nvSpPr>
        <p:spPr bwMode="auto">
          <a:xfrm>
            <a:off x="2476500" y="2914650"/>
            <a:ext cx="1009650" cy="972741"/>
          </a:xfrm>
          <a:prstGeom prst="ellipse">
            <a:avLst/>
          </a:prstGeom>
          <a:solidFill>
            <a:srgbClr val="FFFFFF"/>
          </a:solidFill>
          <a:ln w="9525">
            <a:solidFill>
              <a:srgbClr val="000000"/>
            </a:solidFill>
            <a:prstDash val="dash"/>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477" name="Oval 16">
            <a:extLst>
              <a:ext uri="{FF2B5EF4-FFF2-40B4-BE49-F238E27FC236}">
                <a16:creationId xmlns:a16="http://schemas.microsoft.com/office/drawing/2014/main" id="{76C632B6-4752-5A41-A741-A6CE7F2C0E44}"/>
              </a:ext>
            </a:extLst>
          </p:cNvPr>
          <p:cNvSpPr>
            <a:spLocks noChangeArrowheads="1"/>
          </p:cNvSpPr>
          <p:nvPr/>
        </p:nvSpPr>
        <p:spPr bwMode="auto">
          <a:xfrm>
            <a:off x="1608535" y="2830116"/>
            <a:ext cx="1008459" cy="922734"/>
          </a:xfrm>
          <a:prstGeom prst="ellipse">
            <a:avLst/>
          </a:prstGeom>
          <a:solidFill>
            <a:srgbClr val="FFFFFF"/>
          </a:solidFill>
          <a:ln w="9525">
            <a:solidFill>
              <a:srgbClr val="000000"/>
            </a:solidFill>
            <a:prstDash val="dash"/>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478" name="Oval 17">
            <a:extLst>
              <a:ext uri="{FF2B5EF4-FFF2-40B4-BE49-F238E27FC236}">
                <a16:creationId xmlns:a16="http://schemas.microsoft.com/office/drawing/2014/main" id="{39CFEC3C-BD06-CE43-99E5-C8E8989A4321}"/>
              </a:ext>
            </a:extLst>
          </p:cNvPr>
          <p:cNvSpPr>
            <a:spLocks noChangeArrowheads="1"/>
          </p:cNvSpPr>
          <p:nvPr/>
        </p:nvSpPr>
        <p:spPr bwMode="auto">
          <a:xfrm>
            <a:off x="2387204" y="1959769"/>
            <a:ext cx="991790" cy="954881"/>
          </a:xfrm>
          <a:prstGeom prst="ellipse">
            <a:avLst/>
          </a:prstGeom>
          <a:solidFill>
            <a:srgbClr val="FFFFFF"/>
          </a:solidFill>
          <a:ln w="9525">
            <a:solidFill>
              <a:srgbClr val="000000"/>
            </a:solidFill>
            <a:prstDash val="dash"/>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479" name="Oval 18">
            <a:extLst>
              <a:ext uri="{FF2B5EF4-FFF2-40B4-BE49-F238E27FC236}">
                <a16:creationId xmlns:a16="http://schemas.microsoft.com/office/drawing/2014/main" id="{34AEED4C-7965-004A-8A30-EB305ADA4C0E}"/>
              </a:ext>
            </a:extLst>
          </p:cNvPr>
          <p:cNvSpPr>
            <a:spLocks noChangeArrowheads="1"/>
          </p:cNvSpPr>
          <p:nvPr/>
        </p:nvSpPr>
        <p:spPr bwMode="auto">
          <a:xfrm>
            <a:off x="1750219" y="1959769"/>
            <a:ext cx="991791" cy="919163"/>
          </a:xfrm>
          <a:prstGeom prst="ellipse">
            <a:avLst/>
          </a:prstGeom>
          <a:solidFill>
            <a:srgbClr val="FFFFFF"/>
          </a:solidFill>
          <a:ln w="9525">
            <a:solidFill>
              <a:srgbClr val="000000"/>
            </a:solidFill>
            <a:prstDash val="dash"/>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480" name="Oval 19">
            <a:extLst>
              <a:ext uri="{FF2B5EF4-FFF2-40B4-BE49-F238E27FC236}">
                <a16:creationId xmlns:a16="http://schemas.microsoft.com/office/drawing/2014/main" id="{02C43256-962D-0940-8080-D093DECEBAF5}"/>
              </a:ext>
            </a:extLst>
          </p:cNvPr>
          <p:cNvSpPr>
            <a:spLocks noChangeArrowheads="1"/>
          </p:cNvSpPr>
          <p:nvPr/>
        </p:nvSpPr>
        <p:spPr bwMode="auto">
          <a:xfrm>
            <a:off x="1538287" y="2176463"/>
            <a:ext cx="2406254" cy="1326356"/>
          </a:xfrm>
          <a:prstGeom prst="ellipse">
            <a:avLst/>
          </a:prstGeom>
          <a:solidFill>
            <a:srgbClr val="FFFFFF"/>
          </a:solidFill>
          <a:ln>
            <a:noFill/>
          </a:ln>
          <a:extLst>
            <a:ext uri="{91240B29-F687-4F45-9708-019B960494DF}">
              <a14:hiddenLine xmlns:a14="http://schemas.microsoft.com/office/drawing/2010/main" w="9525">
                <a:solidFill>
                  <a:srgbClr val="000000"/>
                </a:solidFill>
                <a:prstDash val="dash"/>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481" name="Line 20">
            <a:extLst>
              <a:ext uri="{FF2B5EF4-FFF2-40B4-BE49-F238E27FC236}">
                <a16:creationId xmlns:a16="http://schemas.microsoft.com/office/drawing/2014/main" id="{0719327A-179F-C041-8AD9-AD026E32F4CF}"/>
              </a:ext>
            </a:extLst>
          </p:cNvPr>
          <p:cNvSpPr>
            <a:spLocks noChangeShapeType="1"/>
          </p:cNvSpPr>
          <p:nvPr/>
        </p:nvSpPr>
        <p:spPr bwMode="auto">
          <a:xfrm>
            <a:off x="2984898" y="1709738"/>
            <a:ext cx="153590" cy="53459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82" name="Line 21">
            <a:extLst>
              <a:ext uri="{FF2B5EF4-FFF2-40B4-BE49-F238E27FC236}">
                <a16:creationId xmlns:a16="http://schemas.microsoft.com/office/drawing/2014/main" id="{0E27635E-CA82-1D4C-890A-E6B3EB453023}"/>
              </a:ext>
            </a:extLst>
          </p:cNvPr>
          <p:cNvSpPr>
            <a:spLocks noChangeShapeType="1"/>
          </p:cNvSpPr>
          <p:nvPr/>
        </p:nvSpPr>
        <p:spPr bwMode="auto">
          <a:xfrm>
            <a:off x="2974181" y="2981325"/>
            <a:ext cx="258366" cy="2738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83" name="Line 22">
            <a:extLst>
              <a:ext uri="{FF2B5EF4-FFF2-40B4-BE49-F238E27FC236}">
                <a16:creationId xmlns:a16="http://schemas.microsoft.com/office/drawing/2014/main" id="{6FD9DCF0-D426-694B-BBCE-E02D4F7349FF}"/>
              </a:ext>
            </a:extLst>
          </p:cNvPr>
          <p:cNvSpPr>
            <a:spLocks noChangeShapeType="1"/>
          </p:cNvSpPr>
          <p:nvPr/>
        </p:nvSpPr>
        <p:spPr bwMode="auto">
          <a:xfrm flipH="1" flipV="1">
            <a:off x="3695700" y="3642122"/>
            <a:ext cx="220266" cy="441722"/>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84" name="Line 23">
            <a:extLst>
              <a:ext uri="{FF2B5EF4-FFF2-40B4-BE49-F238E27FC236}">
                <a16:creationId xmlns:a16="http://schemas.microsoft.com/office/drawing/2014/main" id="{88517C3E-BBCE-6146-81C0-45AF2E2848CB}"/>
              </a:ext>
            </a:extLst>
          </p:cNvPr>
          <p:cNvSpPr>
            <a:spLocks noChangeShapeType="1"/>
          </p:cNvSpPr>
          <p:nvPr/>
        </p:nvSpPr>
        <p:spPr bwMode="auto">
          <a:xfrm flipH="1">
            <a:off x="3462337" y="1931194"/>
            <a:ext cx="453629" cy="38695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85" name="Line 24">
            <a:extLst>
              <a:ext uri="{FF2B5EF4-FFF2-40B4-BE49-F238E27FC236}">
                <a16:creationId xmlns:a16="http://schemas.microsoft.com/office/drawing/2014/main" id="{9429B110-481D-D44E-B79D-E51A4A5D6715}"/>
              </a:ext>
            </a:extLst>
          </p:cNvPr>
          <p:cNvSpPr>
            <a:spLocks noChangeShapeType="1"/>
          </p:cNvSpPr>
          <p:nvPr/>
        </p:nvSpPr>
        <p:spPr bwMode="auto">
          <a:xfrm flipH="1" flipV="1">
            <a:off x="2813448" y="3127772"/>
            <a:ext cx="383381" cy="106680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86" name="Line 25">
            <a:extLst>
              <a:ext uri="{FF2B5EF4-FFF2-40B4-BE49-F238E27FC236}">
                <a16:creationId xmlns:a16="http://schemas.microsoft.com/office/drawing/2014/main" id="{97667A6A-64C1-5C4B-8968-D9639543FE6A}"/>
              </a:ext>
            </a:extLst>
          </p:cNvPr>
          <p:cNvSpPr>
            <a:spLocks noChangeShapeType="1"/>
          </p:cNvSpPr>
          <p:nvPr/>
        </p:nvSpPr>
        <p:spPr bwMode="auto">
          <a:xfrm flipH="1" flipV="1">
            <a:off x="2218135" y="3577829"/>
            <a:ext cx="203597" cy="50601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87" name="Line 26">
            <a:extLst>
              <a:ext uri="{FF2B5EF4-FFF2-40B4-BE49-F238E27FC236}">
                <a16:creationId xmlns:a16="http://schemas.microsoft.com/office/drawing/2014/main" id="{06C95AE0-CCC0-5A41-9782-3BBFB965ACD5}"/>
              </a:ext>
            </a:extLst>
          </p:cNvPr>
          <p:cNvSpPr>
            <a:spLocks noChangeShapeType="1"/>
          </p:cNvSpPr>
          <p:nvPr/>
        </p:nvSpPr>
        <p:spPr bwMode="auto">
          <a:xfrm flipV="1">
            <a:off x="1646635" y="3614738"/>
            <a:ext cx="284559" cy="525066"/>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88" name="Line 27">
            <a:extLst>
              <a:ext uri="{FF2B5EF4-FFF2-40B4-BE49-F238E27FC236}">
                <a16:creationId xmlns:a16="http://schemas.microsoft.com/office/drawing/2014/main" id="{A12DFE22-3772-A645-B7AE-5A4663ED0C01}"/>
              </a:ext>
            </a:extLst>
          </p:cNvPr>
          <p:cNvSpPr>
            <a:spLocks noChangeShapeType="1"/>
          </p:cNvSpPr>
          <p:nvPr/>
        </p:nvSpPr>
        <p:spPr bwMode="auto">
          <a:xfrm>
            <a:off x="1756172" y="1875235"/>
            <a:ext cx="184547" cy="2678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89" name="Freeform 28">
            <a:extLst>
              <a:ext uri="{FF2B5EF4-FFF2-40B4-BE49-F238E27FC236}">
                <a16:creationId xmlns:a16="http://schemas.microsoft.com/office/drawing/2014/main" id="{6A650A18-233F-7544-BA7F-5C81F5BC28A1}"/>
              </a:ext>
            </a:extLst>
          </p:cNvPr>
          <p:cNvSpPr>
            <a:spLocks/>
          </p:cNvSpPr>
          <p:nvPr/>
        </p:nvSpPr>
        <p:spPr bwMode="auto">
          <a:xfrm>
            <a:off x="2549129" y="2080023"/>
            <a:ext cx="130969" cy="129778"/>
          </a:xfrm>
          <a:custGeom>
            <a:avLst/>
            <a:gdLst>
              <a:gd name="T0" fmla="*/ 0 w 112"/>
              <a:gd name="T1" fmla="*/ 2147483646 h 113"/>
              <a:gd name="T2" fmla="*/ 2147483646 w 112"/>
              <a:gd name="T3" fmla="*/ 2147483646 h 113"/>
              <a:gd name="T4" fmla="*/ 2147483646 w 112"/>
              <a:gd name="T5" fmla="*/ 2147483646 h 113"/>
              <a:gd name="T6" fmla="*/ 2147483646 w 112"/>
              <a:gd name="T7" fmla="*/ 2147483646 h 113"/>
              <a:gd name="T8" fmla="*/ 2147483646 w 112"/>
              <a:gd name="T9" fmla="*/ 2147483646 h 113"/>
              <a:gd name="T10" fmla="*/ 2147483646 w 112"/>
              <a:gd name="T11" fmla="*/ 2147483646 h 113"/>
              <a:gd name="T12" fmla="*/ 2147483646 w 112"/>
              <a:gd name="T13" fmla="*/ 2147483646 h 113"/>
              <a:gd name="T14" fmla="*/ 2147483646 w 112"/>
              <a:gd name="T15" fmla="*/ 2147483646 h 113"/>
              <a:gd name="T16" fmla="*/ 0 w 112"/>
              <a:gd name="T17" fmla="*/ 2147483646 h 1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2" h="113">
                <a:moveTo>
                  <a:pt x="0" y="6"/>
                </a:moveTo>
                <a:cubicBezTo>
                  <a:pt x="16" y="11"/>
                  <a:pt x="62" y="31"/>
                  <a:pt x="48" y="22"/>
                </a:cubicBezTo>
                <a:cubicBezTo>
                  <a:pt x="40" y="17"/>
                  <a:pt x="15" y="10"/>
                  <a:pt x="24" y="6"/>
                </a:cubicBezTo>
                <a:cubicBezTo>
                  <a:pt x="36" y="0"/>
                  <a:pt x="51" y="11"/>
                  <a:pt x="64" y="14"/>
                </a:cubicBezTo>
                <a:cubicBezTo>
                  <a:pt x="92" y="33"/>
                  <a:pt x="101" y="46"/>
                  <a:pt x="112" y="78"/>
                </a:cubicBezTo>
                <a:cubicBezTo>
                  <a:pt x="109" y="86"/>
                  <a:pt x="112" y="98"/>
                  <a:pt x="104" y="102"/>
                </a:cubicBezTo>
                <a:cubicBezTo>
                  <a:pt x="83" y="113"/>
                  <a:pt x="71" y="76"/>
                  <a:pt x="64" y="70"/>
                </a:cubicBezTo>
                <a:cubicBezTo>
                  <a:pt x="50" y="57"/>
                  <a:pt x="16" y="38"/>
                  <a:pt x="16" y="38"/>
                </a:cubicBezTo>
                <a:cubicBezTo>
                  <a:pt x="7" y="10"/>
                  <a:pt x="14" y="20"/>
                  <a:pt x="0" y="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62490" name="Freeform 29">
            <a:extLst>
              <a:ext uri="{FF2B5EF4-FFF2-40B4-BE49-F238E27FC236}">
                <a16:creationId xmlns:a16="http://schemas.microsoft.com/office/drawing/2014/main" id="{70BE527C-4802-C040-BE2F-E6659E3D4DB0}"/>
              </a:ext>
            </a:extLst>
          </p:cNvPr>
          <p:cNvSpPr>
            <a:spLocks/>
          </p:cNvSpPr>
          <p:nvPr/>
        </p:nvSpPr>
        <p:spPr bwMode="auto">
          <a:xfrm>
            <a:off x="1549004" y="3073004"/>
            <a:ext cx="144065" cy="255984"/>
          </a:xfrm>
          <a:custGeom>
            <a:avLst/>
            <a:gdLst>
              <a:gd name="T0" fmla="*/ 2147483646 w 126"/>
              <a:gd name="T1" fmla="*/ 0 h 224"/>
              <a:gd name="T2" fmla="*/ 2147483646 w 126"/>
              <a:gd name="T3" fmla="*/ 2147483646 h 224"/>
              <a:gd name="T4" fmla="*/ 2147483646 w 126"/>
              <a:gd name="T5" fmla="*/ 2147483646 h 224"/>
              <a:gd name="T6" fmla="*/ 2147483646 w 126"/>
              <a:gd name="T7" fmla="*/ 2147483646 h 224"/>
              <a:gd name="T8" fmla="*/ 2147483646 w 126"/>
              <a:gd name="T9" fmla="*/ 2147483646 h 224"/>
              <a:gd name="T10" fmla="*/ 2147483646 w 126"/>
              <a:gd name="T11" fmla="*/ 2147483646 h 224"/>
              <a:gd name="T12" fmla="*/ 2147483646 w 126"/>
              <a:gd name="T13" fmla="*/ 0 h 2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62491" name="Line 30">
            <a:extLst>
              <a:ext uri="{FF2B5EF4-FFF2-40B4-BE49-F238E27FC236}">
                <a16:creationId xmlns:a16="http://schemas.microsoft.com/office/drawing/2014/main" id="{DEE0F5B7-F956-814E-AAD9-8F5E194CA635}"/>
              </a:ext>
            </a:extLst>
          </p:cNvPr>
          <p:cNvSpPr>
            <a:spLocks noChangeShapeType="1"/>
          </p:cNvSpPr>
          <p:nvPr/>
        </p:nvSpPr>
        <p:spPr bwMode="auto">
          <a:xfrm>
            <a:off x="1637110" y="2814637"/>
            <a:ext cx="221456" cy="38695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92" name="Line 31">
            <a:extLst>
              <a:ext uri="{FF2B5EF4-FFF2-40B4-BE49-F238E27FC236}">
                <a16:creationId xmlns:a16="http://schemas.microsoft.com/office/drawing/2014/main" id="{1EC6DEFD-2556-EE4A-A9C3-B30CE8234F91}"/>
              </a:ext>
            </a:extLst>
          </p:cNvPr>
          <p:cNvSpPr>
            <a:spLocks noChangeShapeType="1"/>
          </p:cNvSpPr>
          <p:nvPr/>
        </p:nvSpPr>
        <p:spPr bwMode="auto">
          <a:xfrm flipV="1">
            <a:off x="1691879" y="2427685"/>
            <a:ext cx="220265" cy="27622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93" name="Line 32">
            <a:extLst>
              <a:ext uri="{FF2B5EF4-FFF2-40B4-BE49-F238E27FC236}">
                <a16:creationId xmlns:a16="http://schemas.microsoft.com/office/drawing/2014/main" id="{23074016-A01D-3A4E-9E0B-D17D4197FD34}"/>
              </a:ext>
            </a:extLst>
          </p:cNvPr>
          <p:cNvSpPr>
            <a:spLocks noChangeShapeType="1"/>
          </p:cNvSpPr>
          <p:nvPr/>
        </p:nvSpPr>
        <p:spPr bwMode="auto">
          <a:xfrm>
            <a:off x="2412207" y="2427685"/>
            <a:ext cx="202406" cy="3690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94" name="Line 33">
            <a:extLst>
              <a:ext uri="{FF2B5EF4-FFF2-40B4-BE49-F238E27FC236}">
                <a16:creationId xmlns:a16="http://schemas.microsoft.com/office/drawing/2014/main" id="{4755513C-AC81-5841-99E8-8303449271F2}"/>
              </a:ext>
            </a:extLst>
          </p:cNvPr>
          <p:cNvSpPr>
            <a:spLocks noChangeShapeType="1"/>
          </p:cNvSpPr>
          <p:nvPr/>
        </p:nvSpPr>
        <p:spPr bwMode="auto">
          <a:xfrm flipV="1">
            <a:off x="2771775" y="2409825"/>
            <a:ext cx="267891" cy="4643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95" name="Line 34">
            <a:extLst>
              <a:ext uri="{FF2B5EF4-FFF2-40B4-BE49-F238E27FC236}">
                <a16:creationId xmlns:a16="http://schemas.microsoft.com/office/drawing/2014/main" id="{C1913840-E226-D24E-8429-E0D5804D57F3}"/>
              </a:ext>
            </a:extLst>
          </p:cNvPr>
          <p:cNvSpPr>
            <a:spLocks noChangeShapeType="1"/>
          </p:cNvSpPr>
          <p:nvPr/>
        </p:nvSpPr>
        <p:spPr bwMode="auto">
          <a:xfrm>
            <a:off x="3546872" y="2528888"/>
            <a:ext cx="166688" cy="1845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96" name="Line 35">
            <a:extLst>
              <a:ext uri="{FF2B5EF4-FFF2-40B4-BE49-F238E27FC236}">
                <a16:creationId xmlns:a16="http://schemas.microsoft.com/office/drawing/2014/main" id="{C612CB7A-7CBA-904F-9821-9AC29CE60A81}"/>
              </a:ext>
            </a:extLst>
          </p:cNvPr>
          <p:cNvSpPr>
            <a:spLocks noChangeShapeType="1"/>
          </p:cNvSpPr>
          <p:nvPr/>
        </p:nvSpPr>
        <p:spPr bwMode="auto">
          <a:xfrm flipH="1">
            <a:off x="3649266" y="2861073"/>
            <a:ext cx="109538" cy="367903"/>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97" name="Line 36">
            <a:extLst>
              <a:ext uri="{FF2B5EF4-FFF2-40B4-BE49-F238E27FC236}">
                <a16:creationId xmlns:a16="http://schemas.microsoft.com/office/drawing/2014/main" id="{99987C22-D369-0E42-8C69-041574D159AE}"/>
              </a:ext>
            </a:extLst>
          </p:cNvPr>
          <p:cNvSpPr>
            <a:spLocks noChangeShapeType="1"/>
          </p:cNvSpPr>
          <p:nvPr/>
        </p:nvSpPr>
        <p:spPr bwMode="auto">
          <a:xfrm>
            <a:off x="3343275" y="3073003"/>
            <a:ext cx="157163" cy="147638"/>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98" name="Line 37">
            <a:extLst>
              <a:ext uri="{FF2B5EF4-FFF2-40B4-BE49-F238E27FC236}">
                <a16:creationId xmlns:a16="http://schemas.microsoft.com/office/drawing/2014/main" id="{BCBCBC32-851E-EE4B-B5F9-E9C1E270AC25}"/>
              </a:ext>
            </a:extLst>
          </p:cNvPr>
          <p:cNvSpPr>
            <a:spLocks noChangeShapeType="1"/>
          </p:cNvSpPr>
          <p:nvPr/>
        </p:nvSpPr>
        <p:spPr bwMode="auto">
          <a:xfrm>
            <a:off x="2245519" y="3365898"/>
            <a:ext cx="277416" cy="11072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99" name="Line 38">
            <a:extLst>
              <a:ext uri="{FF2B5EF4-FFF2-40B4-BE49-F238E27FC236}">
                <a16:creationId xmlns:a16="http://schemas.microsoft.com/office/drawing/2014/main" id="{F48663D8-AA2C-B646-A3CC-D1604FC5303E}"/>
              </a:ext>
            </a:extLst>
          </p:cNvPr>
          <p:cNvSpPr>
            <a:spLocks noChangeShapeType="1"/>
          </p:cNvSpPr>
          <p:nvPr/>
        </p:nvSpPr>
        <p:spPr bwMode="auto">
          <a:xfrm flipV="1">
            <a:off x="2633662" y="3228976"/>
            <a:ext cx="138113" cy="19288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500" name="Line 39">
            <a:extLst>
              <a:ext uri="{FF2B5EF4-FFF2-40B4-BE49-F238E27FC236}">
                <a16:creationId xmlns:a16="http://schemas.microsoft.com/office/drawing/2014/main" id="{553AF7ED-202F-0E4D-9586-6B9EA5926307}"/>
              </a:ext>
            </a:extLst>
          </p:cNvPr>
          <p:cNvSpPr>
            <a:spLocks noChangeShapeType="1"/>
          </p:cNvSpPr>
          <p:nvPr/>
        </p:nvSpPr>
        <p:spPr bwMode="auto">
          <a:xfrm>
            <a:off x="3298031" y="2594373"/>
            <a:ext cx="19050" cy="34051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501" name="Line 40">
            <a:extLst>
              <a:ext uri="{FF2B5EF4-FFF2-40B4-BE49-F238E27FC236}">
                <a16:creationId xmlns:a16="http://schemas.microsoft.com/office/drawing/2014/main" id="{A87450FE-72F9-9B4C-83A7-0D85A6E5F898}"/>
              </a:ext>
            </a:extLst>
          </p:cNvPr>
          <p:cNvSpPr>
            <a:spLocks noChangeShapeType="1"/>
          </p:cNvSpPr>
          <p:nvPr/>
        </p:nvSpPr>
        <p:spPr bwMode="auto">
          <a:xfrm flipH="1">
            <a:off x="2107406" y="2483644"/>
            <a:ext cx="581025" cy="74533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62502" name="Group 41">
            <a:extLst>
              <a:ext uri="{FF2B5EF4-FFF2-40B4-BE49-F238E27FC236}">
                <a16:creationId xmlns:a16="http://schemas.microsoft.com/office/drawing/2014/main" id="{38F52CDD-2C61-AB4A-921F-BAEB845F0AEB}"/>
              </a:ext>
            </a:extLst>
          </p:cNvPr>
          <p:cNvGrpSpPr>
            <a:grpSpLocks/>
          </p:cNvGrpSpPr>
          <p:nvPr/>
        </p:nvGrpSpPr>
        <p:grpSpPr bwMode="auto">
          <a:xfrm>
            <a:off x="2974182" y="2151460"/>
            <a:ext cx="665560" cy="497681"/>
            <a:chOff x="2949" y="196"/>
            <a:chExt cx="941" cy="598"/>
          </a:xfrm>
        </p:grpSpPr>
        <p:sp>
          <p:nvSpPr>
            <p:cNvPr id="62600" name="Oval 42">
              <a:extLst>
                <a:ext uri="{FF2B5EF4-FFF2-40B4-BE49-F238E27FC236}">
                  <a16:creationId xmlns:a16="http://schemas.microsoft.com/office/drawing/2014/main" id="{58C0F4D4-CF6B-0D43-ACEC-76CBDF00096F}"/>
                </a:ext>
              </a:extLst>
            </p:cNvPr>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601" name="Oval 43">
              <a:extLst>
                <a:ext uri="{FF2B5EF4-FFF2-40B4-BE49-F238E27FC236}">
                  <a16:creationId xmlns:a16="http://schemas.microsoft.com/office/drawing/2014/main" id="{B0E0B2D6-AA37-1D45-8C2A-0C1845EC186A}"/>
                </a:ext>
              </a:extLst>
            </p:cNvPr>
            <p:cNvSpPr>
              <a:spLocks noChangeArrowheads="1"/>
            </p:cNvSpPr>
            <p:nvPr/>
          </p:nvSpPr>
          <p:spPr bwMode="auto">
            <a:xfrm rot="900000">
              <a:off x="3511" y="252"/>
              <a:ext cx="276" cy="13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602" name="Oval 44">
              <a:extLst>
                <a:ext uri="{FF2B5EF4-FFF2-40B4-BE49-F238E27FC236}">
                  <a16:creationId xmlns:a16="http://schemas.microsoft.com/office/drawing/2014/main" id="{292915C6-A640-8843-87C5-CC249C31D25D}"/>
                </a:ext>
              </a:extLst>
            </p:cNvPr>
            <p:cNvSpPr>
              <a:spLocks noChangeArrowheads="1"/>
            </p:cNvSpPr>
            <p:nvPr/>
          </p:nvSpPr>
          <p:spPr bwMode="auto">
            <a:xfrm rot="1500000">
              <a:off x="3649" y="385"/>
              <a:ext cx="241"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603" name="Oval 45">
              <a:extLst>
                <a:ext uri="{FF2B5EF4-FFF2-40B4-BE49-F238E27FC236}">
                  <a16:creationId xmlns:a16="http://schemas.microsoft.com/office/drawing/2014/main" id="{FE67DFCB-AA0A-B54D-9FCA-F9879D7A33B1}"/>
                </a:ext>
              </a:extLst>
            </p:cNvPr>
            <p:cNvSpPr>
              <a:spLocks noChangeArrowheads="1"/>
            </p:cNvSpPr>
            <p:nvPr/>
          </p:nvSpPr>
          <p:spPr bwMode="auto">
            <a:xfrm rot="-1560000">
              <a:off x="3574" y="536"/>
              <a:ext cx="291" cy="18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604" name="Oval 46">
              <a:extLst>
                <a:ext uri="{FF2B5EF4-FFF2-40B4-BE49-F238E27FC236}">
                  <a16:creationId xmlns:a16="http://schemas.microsoft.com/office/drawing/2014/main" id="{25D6CCA8-AF45-B946-B2B7-54D0E0B0138B}"/>
                </a:ext>
              </a:extLst>
            </p:cNvPr>
            <p:cNvSpPr>
              <a:spLocks noChangeArrowheads="1"/>
            </p:cNvSpPr>
            <p:nvPr/>
          </p:nvSpPr>
          <p:spPr bwMode="auto">
            <a:xfrm>
              <a:off x="3217" y="555"/>
              <a:ext cx="470" cy="23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605" name="Oval 47">
              <a:extLst>
                <a:ext uri="{FF2B5EF4-FFF2-40B4-BE49-F238E27FC236}">
                  <a16:creationId xmlns:a16="http://schemas.microsoft.com/office/drawing/2014/main" id="{09BC502A-9093-8749-9C1C-5E91D51F518D}"/>
                </a:ext>
              </a:extLst>
            </p:cNvPr>
            <p:cNvSpPr>
              <a:spLocks noChangeArrowheads="1"/>
            </p:cNvSpPr>
            <p:nvPr/>
          </p:nvSpPr>
          <p:spPr bwMode="auto">
            <a:xfrm rot="1080000">
              <a:off x="3023" y="555"/>
              <a:ext cx="264"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606" name="Oval 48">
              <a:extLst>
                <a:ext uri="{FF2B5EF4-FFF2-40B4-BE49-F238E27FC236}">
                  <a16:creationId xmlns:a16="http://schemas.microsoft.com/office/drawing/2014/main" id="{AB5F37DE-E8A4-A044-9468-B935D11D3F78}"/>
                </a:ext>
              </a:extLst>
            </p:cNvPr>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607" name="Oval 49">
              <a:extLst>
                <a:ext uri="{FF2B5EF4-FFF2-40B4-BE49-F238E27FC236}">
                  <a16:creationId xmlns:a16="http://schemas.microsoft.com/office/drawing/2014/main" id="{C02E0358-0348-AF42-882D-ACACF6CD7B2E}"/>
                </a:ext>
              </a:extLst>
            </p:cNvPr>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608" name="Freeform 50">
              <a:extLst>
                <a:ext uri="{FF2B5EF4-FFF2-40B4-BE49-F238E27FC236}">
                  <a16:creationId xmlns:a16="http://schemas.microsoft.com/office/drawing/2014/main" id="{2B84FEE3-C0BC-B34E-8A47-3CE4928C19DC}"/>
                </a:ext>
              </a:extLst>
            </p:cNvPr>
            <p:cNvSpPr>
              <a:spLocks/>
            </p:cNvSpPr>
            <p:nvPr/>
          </p:nvSpPr>
          <p:spPr bwMode="auto">
            <a:xfrm>
              <a:off x="3052" y="300"/>
              <a:ext cx="737" cy="405"/>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4 w 738"/>
                <a:gd name="T29" fmla="*/ 0 h 407"/>
                <a:gd name="T30" fmla="*/ 460 w 738"/>
                <a:gd name="T31" fmla="*/ 0 h 407"/>
                <a:gd name="T32" fmla="*/ 503 w 738"/>
                <a:gd name="T33" fmla="*/ 0 h 407"/>
                <a:gd name="T34" fmla="*/ 540 w 738"/>
                <a:gd name="T35" fmla="*/ 15 h 407"/>
                <a:gd name="T36" fmla="*/ 567 w 738"/>
                <a:gd name="T37" fmla="*/ 36 h 407"/>
                <a:gd name="T38" fmla="*/ 600 w 738"/>
                <a:gd name="T39" fmla="*/ 51 h 407"/>
                <a:gd name="T40" fmla="*/ 632 w 738"/>
                <a:gd name="T41" fmla="*/ 57 h 407"/>
                <a:gd name="T42" fmla="*/ 664 w 738"/>
                <a:gd name="T43" fmla="*/ 77 h 407"/>
                <a:gd name="T44" fmla="*/ 691 w 738"/>
                <a:gd name="T45" fmla="*/ 98 h 407"/>
                <a:gd name="T46" fmla="*/ 712 w 738"/>
                <a:gd name="T47" fmla="*/ 125 h 407"/>
                <a:gd name="T48" fmla="*/ 718 w 738"/>
                <a:gd name="T49" fmla="*/ 161 h 407"/>
                <a:gd name="T50" fmla="*/ 723 w 738"/>
                <a:gd name="T51" fmla="*/ 192 h 407"/>
                <a:gd name="T52" fmla="*/ 723 w 738"/>
                <a:gd name="T53" fmla="*/ 223 h 407"/>
                <a:gd name="T54" fmla="*/ 723 w 738"/>
                <a:gd name="T55" fmla="*/ 254 h 407"/>
                <a:gd name="T56" fmla="*/ 734 w 738"/>
                <a:gd name="T57" fmla="*/ 285 h 407"/>
                <a:gd name="T58" fmla="*/ 734 w 738"/>
                <a:gd name="T59" fmla="*/ 313 h 407"/>
                <a:gd name="T60" fmla="*/ 712 w 738"/>
                <a:gd name="T61" fmla="*/ 343 h 407"/>
                <a:gd name="T62" fmla="*/ 675 w 738"/>
                <a:gd name="T63" fmla="*/ 359 h 407"/>
                <a:gd name="T64" fmla="*/ 643 w 738"/>
                <a:gd name="T65" fmla="*/ 374 h 407"/>
                <a:gd name="T66" fmla="*/ 610 w 738"/>
                <a:gd name="T67" fmla="*/ 390 h 407"/>
                <a:gd name="T68" fmla="*/ 578 w 738"/>
                <a:gd name="T69" fmla="*/ 395 h 407"/>
                <a:gd name="T70" fmla="*/ 535 w 738"/>
                <a:gd name="T71" fmla="*/ 400 h 407"/>
                <a:gd name="T72" fmla="*/ 497 w 738"/>
                <a:gd name="T73" fmla="*/ 400 h 407"/>
                <a:gd name="T74" fmla="*/ 465 w 738"/>
                <a:gd name="T75" fmla="*/ 400 h 407"/>
                <a:gd name="T76" fmla="*/ 433 w 738"/>
                <a:gd name="T77" fmla="*/ 400 h 407"/>
                <a:gd name="T78" fmla="*/ 400 w 738"/>
                <a:gd name="T79" fmla="*/ 400 h 407"/>
                <a:gd name="T80" fmla="*/ 369 w 738"/>
                <a:gd name="T81" fmla="*/ 400 h 407"/>
                <a:gd name="T82" fmla="*/ 339 w 738"/>
                <a:gd name="T83" fmla="*/ 400 h 407"/>
                <a:gd name="T84" fmla="*/ 307 w 738"/>
                <a:gd name="T85" fmla="*/ 400 h 407"/>
                <a:gd name="T86" fmla="*/ 269 w 738"/>
                <a:gd name="T87" fmla="*/ 400 h 407"/>
                <a:gd name="T88" fmla="*/ 237 w 738"/>
                <a:gd name="T89" fmla="*/ 400 h 407"/>
                <a:gd name="T90" fmla="*/ 204 w 738"/>
                <a:gd name="T91" fmla="*/ 400 h 407"/>
                <a:gd name="T92" fmla="*/ 172 w 738"/>
                <a:gd name="T93" fmla="*/ 385 h 407"/>
                <a:gd name="T94" fmla="*/ 140 w 738"/>
                <a:gd name="T95" fmla="*/ 374 h 407"/>
                <a:gd name="T96" fmla="*/ 108 w 738"/>
                <a:gd name="T97" fmla="*/ 359 h 407"/>
                <a:gd name="T98" fmla="*/ 81 w 738"/>
                <a:gd name="T99" fmla="*/ 333 h 407"/>
                <a:gd name="T100" fmla="*/ 59 w 738"/>
                <a:gd name="T101" fmla="*/ 313 h 407"/>
                <a:gd name="T102" fmla="*/ 38 w 738"/>
                <a:gd name="T103" fmla="*/ 285 h 407"/>
                <a:gd name="T104" fmla="*/ 16 w 738"/>
                <a:gd name="T105" fmla="*/ 249 h 407"/>
                <a:gd name="T106" fmla="*/ 0 w 738"/>
                <a:gd name="T107" fmla="*/ 213 h 407"/>
                <a:gd name="T108" fmla="*/ 0 w 738"/>
                <a:gd name="T109" fmla="*/ 182 h 407"/>
                <a:gd name="T110" fmla="*/ 5 w 738"/>
                <a:gd name="T111" fmla="*/ 146 h 407"/>
                <a:gd name="T112" fmla="*/ 27 w 738"/>
                <a:gd name="T113" fmla="*/ 120 h 407"/>
                <a:gd name="T114" fmla="*/ 54 w 738"/>
                <a:gd name="T115" fmla="*/ 105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609" name="Freeform 51">
              <a:extLst>
                <a:ext uri="{FF2B5EF4-FFF2-40B4-BE49-F238E27FC236}">
                  <a16:creationId xmlns:a16="http://schemas.microsoft.com/office/drawing/2014/main" id="{98C949A8-CCBD-5E4A-A4F2-658641A050DD}"/>
                </a:ext>
              </a:extLst>
            </p:cNvPr>
            <p:cNvSpPr>
              <a:spLocks/>
            </p:cNvSpPr>
            <p:nvPr/>
          </p:nvSpPr>
          <p:spPr bwMode="auto">
            <a:xfrm>
              <a:off x="3193" y="270"/>
              <a:ext cx="116" cy="117"/>
            </a:xfrm>
            <a:custGeom>
              <a:avLst/>
              <a:gdLst>
                <a:gd name="T0" fmla="*/ 5 w 117"/>
                <a:gd name="T1" fmla="*/ 63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59 h 118"/>
                <a:gd name="T24" fmla="*/ 113 w 117"/>
                <a:gd name="T25" fmla="*/ 73 h 118"/>
                <a:gd name="T26" fmla="*/ 113 w 117"/>
                <a:gd name="T27" fmla="*/ 89 h 118"/>
                <a:gd name="T28" fmla="*/ 113 w 117"/>
                <a:gd name="T29" fmla="*/ 104 h 118"/>
                <a:gd name="T30" fmla="*/ 97 w 117"/>
                <a:gd name="T31" fmla="*/ 114 h 118"/>
                <a:gd name="T32" fmla="*/ 81 w 117"/>
                <a:gd name="T33" fmla="*/ 114 h 118"/>
                <a:gd name="T34" fmla="*/ 66 w 117"/>
                <a:gd name="T35" fmla="*/ 114 h 118"/>
                <a:gd name="T36" fmla="*/ 53 w 117"/>
                <a:gd name="T37" fmla="*/ 114 h 118"/>
                <a:gd name="T38" fmla="*/ 37 w 117"/>
                <a:gd name="T39" fmla="*/ 109 h 118"/>
                <a:gd name="T40" fmla="*/ 21 w 117"/>
                <a:gd name="T41" fmla="*/ 99 h 118"/>
                <a:gd name="T42" fmla="*/ 11 w 117"/>
                <a:gd name="T43" fmla="*/ 83 h 118"/>
                <a:gd name="T44" fmla="*/ 5 w 117"/>
                <a:gd name="T45" fmla="*/ 68 h 118"/>
                <a:gd name="T46" fmla="*/ 5 w 117"/>
                <a:gd name="T47" fmla="*/ 63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610" name="Freeform 52">
              <a:extLst>
                <a:ext uri="{FF2B5EF4-FFF2-40B4-BE49-F238E27FC236}">
                  <a16:creationId xmlns:a16="http://schemas.microsoft.com/office/drawing/2014/main" id="{5FDFB399-C5D5-EC43-A9C5-176CFD8D8E0F}"/>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62503" name="Group 53">
            <a:extLst>
              <a:ext uri="{FF2B5EF4-FFF2-40B4-BE49-F238E27FC236}">
                <a16:creationId xmlns:a16="http://schemas.microsoft.com/office/drawing/2014/main" id="{CDBD43D0-2E24-844E-8BD4-CFF1AF2D5D07}"/>
              </a:ext>
            </a:extLst>
          </p:cNvPr>
          <p:cNvGrpSpPr>
            <a:grpSpLocks/>
          </p:cNvGrpSpPr>
          <p:nvPr/>
        </p:nvGrpSpPr>
        <p:grpSpPr bwMode="auto">
          <a:xfrm>
            <a:off x="3307557" y="3146822"/>
            <a:ext cx="664369" cy="495300"/>
            <a:chOff x="2949" y="196"/>
            <a:chExt cx="941" cy="598"/>
          </a:xfrm>
        </p:grpSpPr>
        <p:sp>
          <p:nvSpPr>
            <p:cNvPr id="62589" name="Oval 54">
              <a:extLst>
                <a:ext uri="{FF2B5EF4-FFF2-40B4-BE49-F238E27FC236}">
                  <a16:creationId xmlns:a16="http://schemas.microsoft.com/office/drawing/2014/main" id="{18FEA432-9173-F24B-97EA-1E10C68B380E}"/>
                </a:ext>
              </a:extLst>
            </p:cNvPr>
            <p:cNvSpPr>
              <a:spLocks noChangeArrowheads="1"/>
            </p:cNvSpPr>
            <p:nvPr/>
          </p:nvSpPr>
          <p:spPr bwMode="auto">
            <a:xfrm>
              <a:off x="3168" y="196"/>
              <a:ext cx="406"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90" name="Oval 55">
              <a:extLst>
                <a:ext uri="{FF2B5EF4-FFF2-40B4-BE49-F238E27FC236}">
                  <a16:creationId xmlns:a16="http://schemas.microsoft.com/office/drawing/2014/main" id="{73C0407E-5310-E84E-AABD-886AF0EEAC35}"/>
                </a:ext>
              </a:extLst>
            </p:cNvPr>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91" name="Oval 56">
              <a:extLst>
                <a:ext uri="{FF2B5EF4-FFF2-40B4-BE49-F238E27FC236}">
                  <a16:creationId xmlns:a16="http://schemas.microsoft.com/office/drawing/2014/main" id="{C2A118EB-0525-844B-AB20-2C53D4093B37}"/>
                </a:ext>
              </a:extLst>
            </p:cNvPr>
            <p:cNvSpPr>
              <a:spLocks noChangeArrowheads="1"/>
            </p:cNvSpPr>
            <p:nvPr/>
          </p:nvSpPr>
          <p:spPr bwMode="auto">
            <a:xfrm rot="1500000">
              <a:off x="3651" y="384"/>
              <a:ext cx="239" cy="154"/>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92" name="Oval 57">
              <a:extLst>
                <a:ext uri="{FF2B5EF4-FFF2-40B4-BE49-F238E27FC236}">
                  <a16:creationId xmlns:a16="http://schemas.microsoft.com/office/drawing/2014/main" id="{2956156D-63D5-204C-8484-145B11041D9E}"/>
                </a:ext>
              </a:extLst>
            </p:cNvPr>
            <p:cNvSpPr>
              <a:spLocks noChangeArrowheads="1"/>
            </p:cNvSpPr>
            <p:nvPr/>
          </p:nvSpPr>
          <p:spPr bwMode="auto">
            <a:xfrm rot="-1560000">
              <a:off x="3573" y="537"/>
              <a:ext cx="292"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93" name="Oval 58">
              <a:extLst>
                <a:ext uri="{FF2B5EF4-FFF2-40B4-BE49-F238E27FC236}">
                  <a16:creationId xmlns:a16="http://schemas.microsoft.com/office/drawing/2014/main" id="{AB7FC4F8-66AF-4149-B65C-1E5DC6894A90}"/>
                </a:ext>
              </a:extLst>
            </p:cNvPr>
            <p:cNvSpPr>
              <a:spLocks noChangeArrowheads="1"/>
            </p:cNvSpPr>
            <p:nvPr/>
          </p:nvSpPr>
          <p:spPr bwMode="auto">
            <a:xfrm>
              <a:off x="3215" y="555"/>
              <a:ext cx="472" cy="23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94" name="Oval 59">
              <a:extLst>
                <a:ext uri="{FF2B5EF4-FFF2-40B4-BE49-F238E27FC236}">
                  <a16:creationId xmlns:a16="http://schemas.microsoft.com/office/drawing/2014/main" id="{7EEFB2C6-5778-C04F-91F4-3DFD91C71ACA}"/>
                </a:ext>
              </a:extLst>
            </p:cNvPr>
            <p:cNvSpPr>
              <a:spLocks noChangeArrowheads="1"/>
            </p:cNvSpPr>
            <p:nvPr/>
          </p:nvSpPr>
          <p:spPr bwMode="auto">
            <a:xfrm rot="1080000">
              <a:off x="3023" y="555"/>
              <a:ext cx="265"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95" name="Oval 60">
              <a:extLst>
                <a:ext uri="{FF2B5EF4-FFF2-40B4-BE49-F238E27FC236}">
                  <a16:creationId xmlns:a16="http://schemas.microsoft.com/office/drawing/2014/main" id="{34DB891A-FD6C-6440-B518-C0157AB0E6EC}"/>
                </a:ext>
              </a:extLst>
            </p:cNvPr>
            <p:cNvSpPr>
              <a:spLocks noChangeArrowheads="1"/>
            </p:cNvSpPr>
            <p:nvPr/>
          </p:nvSpPr>
          <p:spPr bwMode="auto">
            <a:xfrm>
              <a:off x="2949" y="432"/>
              <a:ext cx="218"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96" name="Oval 61">
              <a:extLst>
                <a:ext uri="{FF2B5EF4-FFF2-40B4-BE49-F238E27FC236}">
                  <a16:creationId xmlns:a16="http://schemas.microsoft.com/office/drawing/2014/main" id="{773ED240-C387-1142-88F6-E75B12913298}"/>
                </a:ext>
              </a:extLst>
            </p:cNvPr>
            <p:cNvSpPr>
              <a:spLocks noChangeArrowheads="1"/>
            </p:cNvSpPr>
            <p:nvPr/>
          </p:nvSpPr>
          <p:spPr bwMode="auto">
            <a:xfrm rot="-1860000">
              <a:off x="2984" y="310"/>
              <a:ext cx="295" cy="15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97" name="Freeform 62">
              <a:extLst>
                <a:ext uri="{FF2B5EF4-FFF2-40B4-BE49-F238E27FC236}">
                  <a16:creationId xmlns:a16="http://schemas.microsoft.com/office/drawing/2014/main" id="{FE0AAC38-A009-D941-8BD2-A859EC754FED}"/>
                </a:ext>
              </a:extLst>
            </p:cNvPr>
            <p:cNvSpPr>
              <a:spLocks/>
            </p:cNvSpPr>
            <p:nvPr/>
          </p:nvSpPr>
          <p:spPr bwMode="auto">
            <a:xfrm>
              <a:off x="3050" y="299"/>
              <a:ext cx="739"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90 w 738"/>
                <a:gd name="T29" fmla="*/ 0 h 407"/>
                <a:gd name="T30" fmla="*/ 466 w 738"/>
                <a:gd name="T31" fmla="*/ 0 h 407"/>
                <a:gd name="T32" fmla="*/ 509 w 738"/>
                <a:gd name="T33" fmla="*/ 0 h 407"/>
                <a:gd name="T34" fmla="*/ 546 w 738"/>
                <a:gd name="T35" fmla="*/ 15 h 407"/>
                <a:gd name="T36" fmla="*/ 573 w 738"/>
                <a:gd name="T37" fmla="*/ 36 h 407"/>
                <a:gd name="T38" fmla="*/ 606 w 738"/>
                <a:gd name="T39" fmla="*/ 51 h 407"/>
                <a:gd name="T40" fmla="*/ 638 w 738"/>
                <a:gd name="T41" fmla="*/ 57 h 407"/>
                <a:gd name="T42" fmla="*/ 670 w 738"/>
                <a:gd name="T43" fmla="*/ 77 h 407"/>
                <a:gd name="T44" fmla="*/ 697 w 738"/>
                <a:gd name="T45" fmla="*/ 98 h 407"/>
                <a:gd name="T46" fmla="*/ 718 w 738"/>
                <a:gd name="T47" fmla="*/ 128 h 407"/>
                <a:gd name="T48" fmla="*/ 724 w 738"/>
                <a:gd name="T49" fmla="*/ 164 h 407"/>
                <a:gd name="T50" fmla="*/ 729 w 738"/>
                <a:gd name="T51" fmla="*/ 195 h 407"/>
                <a:gd name="T52" fmla="*/ 729 w 738"/>
                <a:gd name="T53" fmla="*/ 226 h 407"/>
                <a:gd name="T54" fmla="*/ 729 w 738"/>
                <a:gd name="T55" fmla="*/ 257 h 407"/>
                <a:gd name="T56" fmla="*/ 740 w 738"/>
                <a:gd name="T57" fmla="*/ 288 h 407"/>
                <a:gd name="T58" fmla="*/ 740 w 738"/>
                <a:gd name="T59" fmla="*/ 319 h 407"/>
                <a:gd name="T60" fmla="*/ 718 w 738"/>
                <a:gd name="T61" fmla="*/ 349 h 407"/>
                <a:gd name="T62" fmla="*/ 681 w 738"/>
                <a:gd name="T63" fmla="*/ 365 h 407"/>
                <a:gd name="T64" fmla="*/ 649 w 738"/>
                <a:gd name="T65" fmla="*/ 380 h 407"/>
                <a:gd name="T66" fmla="*/ 616 w 738"/>
                <a:gd name="T67" fmla="*/ 396 h 407"/>
                <a:gd name="T68" fmla="*/ 584 w 738"/>
                <a:gd name="T69" fmla="*/ 401 h 407"/>
                <a:gd name="T70" fmla="*/ 541 w 738"/>
                <a:gd name="T71" fmla="*/ 406 h 407"/>
                <a:gd name="T72" fmla="*/ 503 w 738"/>
                <a:gd name="T73" fmla="*/ 406 h 407"/>
                <a:gd name="T74" fmla="*/ 471 w 738"/>
                <a:gd name="T75" fmla="*/ 406 h 407"/>
                <a:gd name="T76" fmla="*/ 439 w 738"/>
                <a:gd name="T77" fmla="*/ 406 h 407"/>
                <a:gd name="T78" fmla="*/ 406 w 738"/>
                <a:gd name="T79" fmla="*/ 406 h 407"/>
                <a:gd name="T80" fmla="*/ 374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598" name="Freeform 63">
              <a:extLst>
                <a:ext uri="{FF2B5EF4-FFF2-40B4-BE49-F238E27FC236}">
                  <a16:creationId xmlns:a16="http://schemas.microsoft.com/office/drawing/2014/main" id="{B41C0458-5EC6-4445-8A45-4E8C45149321}"/>
                </a:ext>
              </a:extLst>
            </p:cNvPr>
            <p:cNvSpPr>
              <a:spLocks/>
            </p:cNvSpPr>
            <p:nvPr/>
          </p:nvSpPr>
          <p:spPr bwMode="auto">
            <a:xfrm>
              <a:off x="3194" y="269"/>
              <a:ext cx="116" cy="119"/>
            </a:xfrm>
            <a:custGeom>
              <a:avLst/>
              <a:gdLst>
                <a:gd name="T0" fmla="*/ 5 w 117"/>
                <a:gd name="T1" fmla="*/ 69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64 h 118"/>
                <a:gd name="T24" fmla="*/ 113 w 117"/>
                <a:gd name="T25" fmla="*/ 79 h 118"/>
                <a:gd name="T26" fmla="*/ 113 w 117"/>
                <a:gd name="T27" fmla="*/ 95 h 118"/>
                <a:gd name="T28" fmla="*/ 113 w 117"/>
                <a:gd name="T29" fmla="*/ 110 h 118"/>
                <a:gd name="T30" fmla="*/ 97 w 117"/>
                <a:gd name="T31" fmla="*/ 120 h 118"/>
                <a:gd name="T32" fmla="*/ 81 w 117"/>
                <a:gd name="T33" fmla="*/ 120 h 118"/>
                <a:gd name="T34" fmla="*/ 66 w 117"/>
                <a:gd name="T35" fmla="*/ 120 h 118"/>
                <a:gd name="T36" fmla="*/ 53 w 117"/>
                <a:gd name="T37" fmla="*/ 120 h 118"/>
                <a:gd name="T38" fmla="*/ 37 w 117"/>
                <a:gd name="T39" fmla="*/ 115 h 118"/>
                <a:gd name="T40" fmla="*/ 21 w 117"/>
                <a:gd name="T41" fmla="*/ 105 h 118"/>
                <a:gd name="T42" fmla="*/ 11 w 117"/>
                <a:gd name="T43" fmla="*/ 89 h 118"/>
                <a:gd name="T44" fmla="*/ 5 w 117"/>
                <a:gd name="T45" fmla="*/ 74 h 118"/>
                <a:gd name="T46" fmla="*/ 5 w 117"/>
                <a:gd name="T47" fmla="*/ 69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599" name="Freeform 64">
              <a:extLst>
                <a:ext uri="{FF2B5EF4-FFF2-40B4-BE49-F238E27FC236}">
                  <a16:creationId xmlns:a16="http://schemas.microsoft.com/office/drawing/2014/main" id="{A4EE72EB-C57A-C04C-9BE5-AE9B927DCE0B}"/>
                </a:ext>
              </a:extLst>
            </p:cNvPr>
            <p:cNvSpPr>
              <a:spLocks/>
            </p:cNvSpPr>
            <p:nvPr/>
          </p:nvSpPr>
          <p:spPr bwMode="auto">
            <a:xfrm>
              <a:off x="3468" y="239"/>
              <a:ext cx="83" cy="86"/>
            </a:xfrm>
            <a:custGeom>
              <a:avLst/>
              <a:gdLst>
                <a:gd name="T0" fmla="*/ 0 w 82"/>
                <a:gd name="T1" fmla="*/ 0 h 87"/>
                <a:gd name="T2" fmla="*/ 16 w 82"/>
                <a:gd name="T3" fmla="*/ 10 h 87"/>
                <a:gd name="T4" fmla="*/ 32 w 82"/>
                <a:gd name="T5" fmla="*/ 20 h 87"/>
                <a:gd name="T6" fmla="*/ 52 w 82"/>
                <a:gd name="T7" fmla="*/ 20 h 87"/>
                <a:gd name="T8" fmla="*/ 68 w 82"/>
                <a:gd name="T9" fmla="*/ 30 h 87"/>
                <a:gd name="T10" fmla="*/ 79 w 82"/>
                <a:gd name="T11" fmla="*/ 43 h 87"/>
                <a:gd name="T12" fmla="*/ 84 w 82"/>
                <a:gd name="T13" fmla="*/ 58 h 87"/>
                <a:gd name="T14" fmla="*/ 84 w 82"/>
                <a:gd name="T15" fmla="*/ 73 h 87"/>
                <a:gd name="T16" fmla="*/ 68 w 82"/>
                <a:gd name="T17" fmla="*/ 83 h 87"/>
                <a:gd name="T18" fmla="*/ 52 w 82"/>
                <a:gd name="T19" fmla="*/ 83 h 87"/>
                <a:gd name="T20" fmla="*/ 27 w 82"/>
                <a:gd name="T21" fmla="*/ 78 h 87"/>
                <a:gd name="T22" fmla="*/ 11 w 82"/>
                <a:gd name="T23" fmla="*/ 68 h 87"/>
                <a:gd name="T24" fmla="*/ 5 w 82"/>
                <a:gd name="T25" fmla="*/ 53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62504" name="Group 65">
            <a:extLst>
              <a:ext uri="{FF2B5EF4-FFF2-40B4-BE49-F238E27FC236}">
                <a16:creationId xmlns:a16="http://schemas.microsoft.com/office/drawing/2014/main" id="{2F6B0DF3-8B2C-124C-9A6B-56C80D974812}"/>
              </a:ext>
            </a:extLst>
          </p:cNvPr>
          <p:cNvGrpSpPr>
            <a:grpSpLocks/>
          </p:cNvGrpSpPr>
          <p:nvPr/>
        </p:nvGrpSpPr>
        <p:grpSpPr bwMode="auto">
          <a:xfrm>
            <a:off x="2365773" y="2759869"/>
            <a:ext cx="664369" cy="497681"/>
            <a:chOff x="2949" y="196"/>
            <a:chExt cx="941" cy="598"/>
          </a:xfrm>
        </p:grpSpPr>
        <p:sp>
          <p:nvSpPr>
            <p:cNvPr id="62578" name="Oval 66">
              <a:extLst>
                <a:ext uri="{FF2B5EF4-FFF2-40B4-BE49-F238E27FC236}">
                  <a16:creationId xmlns:a16="http://schemas.microsoft.com/office/drawing/2014/main" id="{8F19D092-A349-B94C-A3D6-7500030CCD49}"/>
                </a:ext>
              </a:extLst>
            </p:cNvPr>
            <p:cNvSpPr>
              <a:spLocks noChangeArrowheads="1"/>
            </p:cNvSpPr>
            <p:nvPr/>
          </p:nvSpPr>
          <p:spPr bwMode="auto">
            <a:xfrm>
              <a:off x="3168" y="196"/>
              <a:ext cx="406"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79" name="Oval 67">
              <a:extLst>
                <a:ext uri="{FF2B5EF4-FFF2-40B4-BE49-F238E27FC236}">
                  <a16:creationId xmlns:a16="http://schemas.microsoft.com/office/drawing/2014/main" id="{69FAB06E-37F3-7540-B5F5-9FA8F48DDE7D}"/>
                </a:ext>
              </a:extLst>
            </p:cNvPr>
            <p:cNvSpPr>
              <a:spLocks noChangeArrowheads="1"/>
            </p:cNvSpPr>
            <p:nvPr/>
          </p:nvSpPr>
          <p:spPr bwMode="auto">
            <a:xfrm rot="900000">
              <a:off x="3512" y="252"/>
              <a:ext cx="275" cy="13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80" name="Oval 68">
              <a:extLst>
                <a:ext uri="{FF2B5EF4-FFF2-40B4-BE49-F238E27FC236}">
                  <a16:creationId xmlns:a16="http://schemas.microsoft.com/office/drawing/2014/main" id="{5EAC5730-F695-4B48-A647-A674C698615D}"/>
                </a:ext>
              </a:extLst>
            </p:cNvPr>
            <p:cNvSpPr>
              <a:spLocks noChangeArrowheads="1"/>
            </p:cNvSpPr>
            <p:nvPr/>
          </p:nvSpPr>
          <p:spPr bwMode="auto">
            <a:xfrm rot="1500000">
              <a:off x="3651" y="385"/>
              <a:ext cx="239"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81" name="Oval 69">
              <a:extLst>
                <a:ext uri="{FF2B5EF4-FFF2-40B4-BE49-F238E27FC236}">
                  <a16:creationId xmlns:a16="http://schemas.microsoft.com/office/drawing/2014/main" id="{6821F883-8403-4E49-ACF1-E8A9FF2FC615}"/>
                </a:ext>
              </a:extLst>
            </p:cNvPr>
            <p:cNvSpPr>
              <a:spLocks noChangeArrowheads="1"/>
            </p:cNvSpPr>
            <p:nvPr/>
          </p:nvSpPr>
          <p:spPr bwMode="auto">
            <a:xfrm rot="-1560000">
              <a:off x="3573" y="536"/>
              <a:ext cx="292" cy="18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82" name="Oval 70">
              <a:extLst>
                <a:ext uri="{FF2B5EF4-FFF2-40B4-BE49-F238E27FC236}">
                  <a16:creationId xmlns:a16="http://schemas.microsoft.com/office/drawing/2014/main" id="{9B35C9A7-4CA7-7945-A29D-D51C6B1A83AB}"/>
                </a:ext>
              </a:extLst>
            </p:cNvPr>
            <p:cNvSpPr>
              <a:spLocks noChangeArrowheads="1"/>
            </p:cNvSpPr>
            <p:nvPr/>
          </p:nvSpPr>
          <p:spPr bwMode="auto">
            <a:xfrm>
              <a:off x="3215" y="555"/>
              <a:ext cx="472" cy="23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83" name="Oval 71">
              <a:extLst>
                <a:ext uri="{FF2B5EF4-FFF2-40B4-BE49-F238E27FC236}">
                  <a16:creationId xmlns:a16="http://schemas.microsoft.com/office/drawing/2014/main" id="{DB5130F8-CC1D-1E48-B204-4E2BC6679362}"/>
                </a:ext>
              </a:extLst>
            </p:cNvPr>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84" name="Oval 72">
              <a:extLst>
                <a:ext uri="{FF2B5EF4-FFF2-40B4-BE49-F238E27FC236}">
                  <a16:creationId xmlns:a16="http://schemas.microsoft.com/office/drawing/2014/main" id="{C55C96A4-FB86-4542-848E-3784EE082B4E}"/>
                </a:ext>
              </a:extLst>
            </p:cNvPr>
            <p:cNvSpPr>
              <a:spLocks noChangeArrowheads="1"/>
            </p:cNvSpPr>
            <p:nvPr/>
          </p:nvSpPr>
          <p:spPr bwMode="auto">
            <a:xfrm>
              <a:off x="2949" y="432"/>
              <a:ext cx="218"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85" name="Oval 73">
              <a:extLst>
                <a:ext uri="{FF2B5EF4-FFF2-40B4-BE49-F238E27FC236}">
                  <a16:creationId xmlns:a16="http://schemas.microsoft.com/office/drawing/2014/main" id="{A429A08A-6048-D144-8A56-5147CD3F8808}"/>
                </a:ext>
              </a:extLst>
            </p:cNvPr>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86" name="Freeform 74">
              <a:extLst>
                <a:ext uri="{FF2B5EF4-FFF2-40B4-BE49-F238E27FC236}">
                  <a16:creationId xmlns:a16="http://schemas.microsoft.com/office/drawing/2014/main" id="{E2739911-EF80-7149-995A-AC0DECF229A3}"/>
                </a:ext>
              </a:extLst>
            </p:cNvPr>
            <p:cNvSpPr>
              <a:spLocks/>
            </p:cNvSpPr>
            <p:nvPr/>
          </p:nvSpPr>
          <p:spPr bwMode="auto">
            <a:xfrm>
              <a:off x="3050" y="300"/>
              <a:ext cx="739" cy="405"/>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90 w 738"/>
                <a:gd name="T29" fmla="*/ 0 h 407"/>
                <a:gd name="T30" fmla="*/ 466 w 738"/>
                <a:gd name="T31" fmla="*/ 0 h 407"/>
                <a:gd name="T32" fmla="*/ 509 w 738"/>
                <a:gd name="T33" fmla="*/ 0 h 407"/>
                <a:gd name="T34" fmla="*/ 546 w 738"/>
                <a:gd name="T35" fmla="*/ 15 h 407"/>
                <a:gd name="T36" fmla="*/ 573 w 738"/>
                <a:gd name="T37" fmla="*/ 36 h 407"/>
                <a:gd name="T38" fmla="*/ 606 w 738"/>
                <a:gd name="T39" fmla="*/ 51 h 407"/>
                <a:gd name="T40" fmla="*/ 638 w 738"/>
                <a:gd name="T41" fmla="*/ 57 h 407"/>
                <a:gd name="T42" fmla="*/ 670 w 738"/>
                <a:gd name="T43" fmla="*/ 77 h 407"/>
                <a:gd name="T44" fmla="*/ 697 w 738"/>
                <a:gd name="T45" fmla="*/ 98 h 407"/>
                <a:gd name="T46" fmla="*/ 718 w 738"/>
                <a:gd name="T47" fmla="*/ 125 h 407"/>
                <a:gd name="T48" fmla="*/ 724 w 738"/>
                <a:gd name="T49" fmla="*/ 161 h 407"/>
                <a:gd name="T50" fmla="*/ 729 w 738"/>
                <a:gd name="T51" fmla="*/ 192 h 407"/>
                <a:gd name="T52" fmla="*/ 729 w 738"/>
                <a:gd name="T53" fmla="*/ 223 h 407"/>
                <a:gd name="T54" fmla="*/ 729 w 738"/>
                <a:gd name="T55" fmla="*/ 254 h 407"/>
                <a:gd name="T56" fmla="*/ 740 w 738"/>
                <a:gd name="T57" fmla="*/ 285 h 407"/>
                <a:gd name="T58" fmla="*/ 740 w 738"/>
                <a:gd name="T59" fmla="*/ 313 h 407"/>
                <a:gd name="T60" fmla="*/ 718 w 738"/>
                <a:gd name="T61" fmla="*/ 343 h 407"/>
                <a:gd name="T62" fmla="*/ 681 w 738"/>
                <a:gd name="T63" fmla="*/ 359 h 407"/>
                <a:gd name="T64" fmla="*/ 649 w 738"/>
                <a:gd name="T65" fmla="*/ 374 h 407"/>
                <a:gd name="T66" fmla="*/ 616 w 738"/>
                <a:gd name="T67" fmla="*/ 390 h 407"/>
                <a:gd name="T68" fmla="*/ 584 w 738"/>
                <a:gd name="T69" fmla="*/ 395 h 407"/>
                <a:gd name="T70" fmla="*/ 541 w 738"/>
                <a:gd name="T71" fmla="*/ 400 h 407"/>
                <a:gd name="T72" fmla="*/ 503 w 738"/>
                <a:gd name="T73" fmla="*/ 400 h 407"/>
                <a:gd name="T74" fmla="*/ 471 w 738"/>
                <a:gd name="T75" fmla="*/ 400 h 407"/>
                <a:gd name="T76" fmla="*/ 439 w 738"/>
                <a:gd name="T77" fmla="*/ 400 h 407"/>
                <a:gd name="T78" fmla="*/ 406 w 738"/>
                <a:gd name="T79" fmla="*/ 400 h 407"/>
                <a:gd name="T80" fmla="*/ 374 w 738"/>
                <a:gd name="T81" fmla="*/ 400 h 407"/>
                <a:gd name="T82" fmla="*/ 339 w 738"/>
                <a:gd name="T83" fmla="*/ 400 h 407"/>
                <a:gd name="T84" fmla="*/ 307 w 738"/>
                <a:gd name="T85" fmla="*/ 400 h 407"/>
                <a:gd name="T86" fmla="*/ 269 w 738"/>
                <a:gd name="T87" fmla="*/ 400 h 407"/>
                <a:gd name="T88" fmla="*/ 237 w 738"/>
                <a:gd name="T89" fmla="*/ 400 h 407"/>
                <a:gd name="T90" fmla="*/ 204 w 738"/>
                <a:gd name="T91" fmla="*/ 400 h 407"/>
                <a:gd name="T92" fmla="*/ 172 w 738"/>
                <a:gd name="T93" fmla="*/ 385 h 407"/>
                <a:gd name="T94" fmla="*/ 140 w 738"/>
                <a:gd name="T95" fmla="*/ 374 h 407"/>
                <a:gd name="T96" fmla="*/ 108 w 738"/>
                <a:gd name="T97" fmla="*/ 359 h 407"/>
                <a:gd name="T98" fmla="*/ 81 w 738"/>
                <a:gd name="T99" fmla="*/ 333 h 407"/>
                <a:gd name="T100" fmla="*/ 59 w 738"/>
                <a:gd name="T101" fmla="*/ 313 h 407"/>
                <a:gd name="T102" fmla="*/ 38 w 738"/>
                <a:gd name="T103" fmla="*/ 285 h 407"/>
                <a:gd name="T104" fmla="*/ 16 w 738"/>
                <a:gd name="T105" fmla="*/ 249 h 407"/>
                <a:gd name="T106" fmla="*/ 0 w 738"/>
                <a:gd name="T107" fmla="*/ 213 h 407"/>
                <a:gd name="T108" fmla="*/ 0 w 738"/>
                <a:gd name="T109" fmla="*/ 182 h 407"/>
                <a:gd name="T110" fmla="*/ 5 w 738"/>
                <a:gd name="T111" fmla="*/ 146 h 407"/>
                <a:gd name="T112" fmla="*/ 27 w 738"/>
                <a:gd name="T113" fmla="*/ 120 h 407"/>
                <a:gd name="T114" fmla="*/ 54 w 738"/>
                <a:gd name="T115" fmla="*/ 105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587" name="Freeform 75">
              <a:extLst>
                <a:ext uri="{FF2B5EF4-FFF2-40B4-BE49-F238E27FC236}">
                  <a16:creationId xmlns:a16="http://schemas.microsoft.com/office/drawing/2014/main" id="{69712524-8B80-994E-9BD8-8DDABD4C1DF7}"/>
                </a:ext>
              </a:extLst>
            </p:cNvPr>
            <p:cNvSpPr>
              <a:spLocks/>
            </p:cNvSpPr>
            <p:nvPr/>
          </p:nvSpPr>
          <p:spPr bwMode="auto">
            <a:xfrm>
              <a:off x="3194" y="270"/>
              <a:ext cx="116" cy="117"/>
            </a:xfrm>
            <a:custGeom>
              <a:avLst/>
              <a:gdLst>
                <a:gd name="T0" fmla="*/ 5 w 117"/>
                <a:gd name="T1" fmla="*/ 63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59 h 118"/>
                <a:gd name="T24" fmla="*/ 113 w 117"/>
                <a:gd name="T25" fmla="*/ 73 h 118"/>
                <a:gd name="T26" fmla="*/ 113 w 117"/>
                <a:gd name="T27" fmla="*/ 89 h 118"/>
                <a:gd name="T28" fmla="*/ 113 w 117"/>
                <a:gd name="T29" fmla="*/ 104 h 118"/>
                <a:gd name="T30" fmla="*/ 97 w 117"/>
                <a:gd name="T31" fmla="*/ 114 h 118"/>
                <a:gd name="T32" fmla="*/ 81 w 117"/>
                <a:gd name="T33" fmla="*/ 114 h 118"/>
                <a:gd name="T34" fmla="*/ 66 w 117"/>
                <a:gd name="T35" fmla="*/ 114 h 118"/>
                <a:gd name="T36" fmla="*/ 53 w 117"/>
                <a:gd name="T37" fmla="*/ 114 h 118"/>
                <a:gd name="T38" fmla="*/ 37 w 117"/>
                <a:gd name="T39" fmla="*/ 109 h 118"/>
                <a:gd name="T40" fmla="*/ 21 w 117"/>
                <a:gd name="T41" fmla="*/ 99 h 118"/>
                <a:gd name="T42" fmla="*/ 11 w 117"/>
                <a:gd name="T43" fmla="*/ 83 h 118"/>
                <a:gd name="T44" fmla="*/ 5 w 117"/>
                <a:gd name="T45" fmla="*/ 68 h 118"/>
                <a:gd name="T46" fmla="*/ 5 w 117"/>
                <a:gd name="T47" fmla="*/ 63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588" name="Freeform 76">
              <a:extLst>
                <a:ext uri="{FF2B5EF4-FFF2-40B4-BE49-F238E27FC236}">
                  <a16:creationId xmlns:a16="http://schemas.microsoft.com/office/drawing/2014/main" id="{1535D634-ADD5-B848-A77C-9404BB492F1D}"/>
                </a:ext>
              </a:extLst>
            </p:cNvPr>
            <p:cNvSpPr>
              <a:spLocks/>
            </p:cNvSpPr>
            <p:nvPr/>
          </p:nvSpPr>
          <p:spPr bwMode="auto">
            <a:xfrm>
              <a:off x="3468" y="239"/>
              <a:ext cx="83" cy="87"/>
            </a:xfrm>
            <a:custGeom>
              <a:avLst/>
              <a:gdLst>
                <a:gd name="T0" fmla="*/ 0 w 82"/>
                <a:gd name="T1" fmla="*/ 0 h 87"/>
                <a:gd name="T2" fmla="*/ 16 w 82"/>
                <a:gd name="T3" fmla="*/ 10 h 87"/>
                <a:gd name="T4" fmla="*/ 32 w 82"/>
                <a:gd name="T5" fmla="*/ 20 h 87"/>
                <a:gd name="T6" fmla="*/ 52 w 82"/>
                <a:gd name="T7" fmla="*/ 20 h 87"/>
                <a:gd name="T8" fmla="*/ 68 w 82"/>
                <a:gd name="T9" fmla="*/ 30 h 87"/>
                <a:gd name="T10" fmla="*/ 79 w 82"/>
                <a:gd name="T11" fmla="*/ 46 h 87"/>
                <a:gd name="T12" fmla="*/ 84 w 82"/>
                <a:gd name="T13" fmla="*/ 61 h 87"/>
                <a:gd name="T14" fmla="*/ 84 w 82"/>
                <a:gd name="T15" fmla="*/ 76 h 87"/>
                <a:gd name="T16" fmla="*/ 68 w 82"/>
                <a:gd name="T17" fmla="*/ 86 h 87"/>
                <a:gd name="T18" fmla="*/ 52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62505" name="Group 77">
            <a:extLst>
              <a:ext uri="{FF2B5EF4-FFF2-40B4-BE49-F238E27FC236}">
                <a16:creationId xmlns:a16="http://schemas.microsoft.com/office/drawing/2014/main" id="{C24B4DA1-C74B-1740-B7C6-28BF4C0960F2}"/>
              </a:ext>
            </a:extLst>
          </p:cNvPr>
          <p:cNvGrpSpPr>
            <a:grpSpLocks/>
          </p:cNvGrpSpPr>
          <p:nvPr/>
        </p:nvGrpSpPr>
        <p:grpSpPr bwMode="auto">
          <a:xfrm>
            <a:off x="1646635" y="3146822"/>
            <a:ext cx="663178" cy="495300"/>
            <a:chOff x="2949" y="196"/>
            <a:chExt cx="941" cy="598"/>
          </a:xfrm>
        </p:grpSpPr>
        <p:sp>
          <p:nvSpPr>
            <p:cNvPr id="62567" name="Oval 78">
              <a:extLst>
                <a:ext uri="{FF2B5EF4-FFF2-40B4-BE49-F238E27FC236}">
                  <a16:creationId xmlns:a16="http://schemas.microsoft.com/office/drawing/2014/main" id="{224F224F-E939-EE41-81F3-BF12F679D8C6}"/>
                </a:ext>
              </a:extLst>
            </p:cNvPr>
            <p:cNvSpPr>
              <a:spLocks noChangeArrowheads="1"/>
            </p:cNvSpPr>
            <p:nvPr/>
          </p:nvSpPr>
          <p:spPr bwMode="auto">
            <a:xfrm>
              <a:off x="3169" y="196"/>
              <a:ext cx="407"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68" name="Oval 79">
              <a:extLst>
                <a:ext uri="{FF2B5EF4-FFF2-40B4-BE49-F238E27FC236}">
                  <a16:creationId xmlns:a16="http://schemas.microsoft.com/office/drawing/2014/main" id="{3F9CCFE2-4000-FC43-82B7-DC8772D0CD85}"/>
                </a:ext>
              </a:extLst>
            </p:cNvPr>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69" name="Oval 80">
              <a:extLst>
                <a:ext uri="{FF2B5EF4-FFF2-40B4-BE49-F238E27FC236}">
                  <a16:creationId xmlns:a16="http://schemas.microsoft.com/office/drawing/2014/main" id="{5AD29BF9-1969-8D4A-9B55-294A8EEA5311}"/>
                </a:ext>
              </a:extLst>
            </p:cNvPr>
            <p:cNvSpPr>
              <a:spLocks noChangeArrowheads="1"/>
            </p:cNvSpPr>
            <p:nvPr/>
          </p:nvSpPr>
          <p:spPr bwMode="auto">
            <a:xfrm rot="1500000">
              <a:off x="3650" y="384"/>
              <a:ext cx="240" cy="154"/>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70" name="Oval 81">
              <a:extLst>
                <a:ext uri="{FF2B5EF4-FFF2-40B4-BE49-F238E27FC236}">
                  <a16:creationId xmlns:a16="http://schemas.microsoft.com/office/drawing/2014/main" id="{E5EED9EC-4D4B-6E4D-B6D9-19973FA29C32}"/>
                </a:ext>
              </a:extLst>
            </p:cNvPr>
            <p:cNvSpPr>
              <a:spLocks noChangeArrowheads="1"/>
            </p:cNvSpPr>
            <p:nvPr/>
          </p:nvSpPr>
          <p:spPr bwMode="auto">
            <a:xfrm rot="-1560000">
              <a:off x="3572" y="537"/>
              <a:ext cx="292"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71" name="Oval 82">
              <a:extLst>
                <a:ext uri="{FF2B5EF4-FFF2-40B4-BE49-F238E27FC236}">
                  <a16:creationId xmlns:a16="http://schemas.microsoft.com/office/drawing/2014/main" id="{5438C895-DC2C-DB4C-A0B0-C848FD3B0042}"/>
                </a:ext>
              </a:extLst>
            </p:cNvPr>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72" name="Oval 83">
              <a:extLst>
                <a:ext uri="{FF2B5EF4-FFF2-40B4-BE49-F238E27FC236}">
                  <a16:creationId xmlns:a16="http://schemas.microsoft.com/office/drawing/2014/main" id="{84EA3297-5A9C-924F-B05D-E4F8AAA24F5A}"/>
                </a:ext>
              </a:extLst>
            </p:cNvPr>
            <p:cNvSpPr>
              <a:spLocks noChangeArrowheads="1"/>
            </p:cNvSpPr>
            <p:nvPr/>
          </p:nvSpPr>
          <p:spPr bwMode="auto">
            <a:xfrm rot="1080000">
              <a:off x="3023" y="555"/>
              <a:ext cx="265"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73" name="Oval 84">
              <a:extLst>
                <a:ext uri="{FF2B5EF4-FFF2-40B4-BE49-F238E27FC236}">
                  <a16:creationId xmlns:a16="http://schemas.microsoft.com/office/drawing/2014/main" id="{749DF56B-1BDC-7844-B96F-F3B6D8B2AE2D}"/>
                </a:ext>
              </a:extLst>
            </p:cNvPr>
            <p:cNvSpPr>
              <a:spLocks noChangeArrowheads="1"/>
            </p:cNvSpPr>
            <p:nvPr/>
          </p:nvSpPr>
          <p:spPr bwMode="auto">
            <a:xfrm>
              <a:off x="2949" y="432"/>
              <a:ext cx="216"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74" name="Oval 85">
              <a:extLst>
                <a:ext uri="{FF2B5EF4-FFF2-40B4-BE49-F238E27FC236}">
                  <a16:creationId xmlns:a16="http://schemas.microsoft.com/office/drawing/2014/main" id="{B975F852-F4CC-CC4F-903D-47C72F21CAA7}"/>
                </a:ext>
              </a:extLst>
            </p:cNvPr>
            <p:cNvSpPr>
              <a:spLocks noChangeArrowheads="1"/>
            </p:cNvSpPr>
            <p:nvPr/>
          </p:nvSpPr>
          <p:spPr bwMode="auto">
            <a:xfrm rot="-1860000">
              <a:off x="2984" y="310"/>
              <a:ext cx="294" cy="15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75" name="Freeform 86">
              <a:extLst>
                <a:ext uri="{FF2B5EF4-FFF2-40B4-BE49-F238E27FC236}">
                  <a16:creationId xmlns:a16="http://schemas.microsoft.com/office/drawing/2014/main" id="{5DC6BAEC-013E-3143-AD62-2CBEB952EB26}"/>
                </a:ext>
              </a:extLst>
            </p:cNvPr>
            <p:cNvSpPr>
              <a:spLocks/>
            </p:cNvSpPr>
            <p:nvPr/>
          </p:nvSpPr>
          <p:spPr bwMode="auto">
            <a:xfrm>
              <a:off x="3050" y="299"/>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576" name="Freeform 87">
              <a:extLst>
                <a:ext uri="{FF2B5EF4-FFF2-40B4-BE49-F238E27FC236}">
                  <a16:creationId xmlns:a16="http://schemas.microsoft.com/office/drawing/2014/main" id="{1EB846CC-B299-B445-9750-D1EEC22C6A56}"/>
                </a:ext>
              </a:extLst>
            </p:cNvPr>
            <p:cNvSpPr>
              <a:spLocks/>
            </p:cNvSpPr>
            <p:nvPr/>
          </p:nvSpPr>
          <p:spPr bwMode="auto">
            <a:xfrm>
              <a:off x="3192" y="269"/>
              <a:ext cx="118" cy="119"/>
            </a:xfrm>
            <a:custGeom>
              <a:avLst/>
              <a:gdLst>
                <a:gd name="T0" fmla="*/ 5 w 117"/>
                <a:gd name="T1" fmla="*/ 69 h 118"/>
                <a:gd name="T2" fmla="*/ 0 w 117"/>
                <a:gd name="T3" fmla="*/ 51 h 118"/>
                <a:gd name="T4" fmla="*/ 0 w 117"/>
                <a:gd name="T5" fmla="*/ 36 h 118"/>
                <a:gd name="T6" fmla="*/ 16 w 117"/>
                <a:gd name="T7" fmla="*/ 25 h 118"/>
                <a:gd name="T8" fmla="*/ 32 w 117"/>
                <a:gd name="T9" fmla="*/ 15 h 118"/>
                <a:gd name="T10" fmla="*/ 47 w 117"/>
                <a:gd name="T11" fmla="*/ 0 h 118"/>
                <a:gd name="T12" fmla="*/ 66 w 117"/>
                <a:gd name="T13" fmla="*/ 0 h 118"/>
                <a:gd name="T14" fmla="*/ 82 w 117"/>
                <a:gd name="T15" fmla="*/ 0 h 118"/>
                <a:gd name="T16" fmla="*/ 87 w 117"/>
                <a:gd name="T17" fmla="*/ 15 h 118"/>
                <a:gd name="T18" fmla="*/ 98 w 117"/>
                <a:gd name="T19" fmla="*/ 31 h 118"/>
                <a:gd name="T20" fmla="*/ 108 w 117"/>
                <a:gd name="T21" fmla="*/ 46 h 118"/>
                <a:gd name="T22" fmla="*/ 114 w 117"/>
                <a:gd name="T23" fmla="*/ 64 h 118"/>
                <a:gd name="T24" fmla="*/ 119 w 117"/>
                <a:gd name="T25" fmla="*/ 79 h 118"/>
                <a:gd name="T26" fmla="*/ 119 w 117"/>
                <a:gd name="T27" fmla="*/ 95 h 118"/>
                <a:gd name="T28" fmla="*/ 119 w 117"/>
                <a:gd name="T29" fmla="*/ 110 h 118"/>
                <a:gd name="T30" fmla="*/ 103 w 117"/>
                <a:gd name="T31" fmla="*/ 120 h 118"/>
                <a:gd name="T32" fmla="*/ 87 w 117"/>
                <a:gd name="T33" fmla="*/ 120 h 118"/>
                <a:gd name="T34" fmla="*/ 72 w 117"/>
                <a:gd name="T35" fmla="*/ 120 h 118"/>
                <a:gd name="T36" fmla="*/ 53 w 117"/>
                <a:gd name="T37" fmla="*/ 120 h 118"/>
                <a:gd name="T38" fmla="*/ 37 w 117"/>
                <a:gd name="T39" fmla="*/ 115 h 118"/>
                <a:gd name="T40" fmla="*/ 21 w 117"/>
                <a:gd name="T41" fmla="*/ 105 h 118"/>
                <a:gd name="T42" fmla="*/ 11 w 117"/>
                <a:gd name="T43" fmla="*/ 89 h 118"/>
                <a:gd name="T44" fmla="*/ 5 w 117"/>
                <a:gd name="T45" fmla="*/ 74 h 118"/>
                <a:gd name="T46" fmla="*/ 5 w 117"/>
                <a:gd name="T47" fmla="*/ 69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577" name="Freeform 88">
              <a:extLst>
                <a:ext uri="{FF2B5EF4-FFF2-40B4-BE49-F238E27FC236}">
                  <a16:creationId xmlns:a16="http://schemas.microsoft.com/office/drawing/2014/main" id="{BE70BA6B-2749-1C4D-B19C-965DD2E5AEC2}"/>
                </a:ext>
              </a:extLst>
            </p:cNvPr>
            <p:cNvSpPr>
              <a:spLocks/>
            </p:cNvSpPr>
            <p:nvPr/>
          </p:nvSpPr>
          <p:spPr bwMode="auto">
            <a:xfrm>
              <a:off x="3469" y="239"/>
              <a:ext cx="81" cy="86"/>
            </a:xfrm>
            <a:custGeom>
              <a:avLst/>
              <a:gdLst>
                <a:gd name="T0" fmla="*/ 0 w 82"/>
                <a:gd name="T1" fmla="*/ 0 h 87"/>
                <a:gd name="T2" fmla="*/ 16 w 82"/>
                <a:gd name="T3" fmla="*/ 10 h 87"/>
                <a:gd name="T4" fmla="*/ 32 w 82"/>
                <a:gd name="T5" fmla="*/ 20 h 87"/>
                <a:gd name="T6" fmla="*/ 46 w 82"/>
                <a:gd name="T7" fmla="*/ 20 h 87"/>
                <a:gd name="T8" fmla="*/ 62 w 82"/>
                <a:gd name="T9" fmla="*/ 30 h 87"/>
                <a:gd name="T10" fmla="*/ 73 w 82"/>
                <a:gd name="T11" fmla="*/ 43 h 87"/>
                <a:gd name="T12" fmla="*/ 78 w 82"/>
                <a:gd name="T13" fmla="*/ 58 h 87"/>
                <a:gd name="T14" fmla="*/ 78 w 82"/>
                <a:gd name="T15" fmla="*/ 73 h 87"/>
                <a:gd name="T16" fmla="*/ 62 w 82"/>
                <a:gd name="T17" fmla="*/ 83 h 87"/>
                <a:gd name="T18" fmla="*/ 46 w 82"/>
                <a:gd name="T19" fmla="*/ 83 h 87"/>
                <a:gd name="T20" fmla="*/ 27 w 82"/>
                <a:gd name="T21" fmla="*/ 78 h 87"/>
                <a:gd name="T22" fmla="*/ 11 w 82"/>
                <a:gd name="T23" fmla="*/ 68 h 87"/>
                <a:gd name="T24" fmla="*/ 5 w 82"/>
                <a:gd name="T25" fmla="*/ 53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62506" name="Group 89">
            <a:extLst>
              <a:ext uri="{FF2B5EF4-FFF2-40B4-BE49-F238E27FC236}">
                <a16:creationId xmlns:a16="http://schemas.microsoft.com/office/drawing/2014/main" id="{BBEA3E64-1A04-5A40-BB83-050D44DCDEB4}"/>
              </a:ext>
            </a:extLst>
          </p:cNvPr>
          <p:cNvGrpSpPr>
            <a:grpSpLocks/>
          </p:cNvGrpSpPr>
          <p:nvPr/>
        </p:nvGrpSpPr>
        <p:grpSpPr bwMode="auto">
          <a:xfrm>
            <a:off x="1810941" y="2041923"/>
            <a:ext cx="665559" cy="496490"/>
            <a:chOff x="2949" y="196"/>
            <a:chExt cx="941" cy="598"/>
          </a:xfrm>
        </p:grpSpPr>
        <p:sp>
          <p:nvSpPr>
            <p:cNvPr id="62556" name="Oval 90">
              <a:extLst>
                <a:ext uri="{FF2B5EF4-FFF2-40B4-BE49-F238E27FC236}">
                  <a16:creationId xmlns:a16="http://schemas.microsoft.com/office/drawing/2014/main" id="{9CFB6F23-33B1-2D4B-8C40-224E62E1D57E}"/>
                </a:ext>
              </a:extLst>
            </p:cNvPr>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57" name="Oval 91">
              <a:extLst>
                <a:ext uri="{FF2B5EF4-FFF2-40B4-BE49-F238E27FC236}">
                  <a16:creationId xmlns:a16="http://schemas.microsoft.com/office/drawing/2014/main" id="{DAA7B90E-407A-5145-BADE-2296825EBDAD}"/>
                </a:ext>
              </a:extLst>
            </p:cNvPr>
            <p:cNvSpPr>
              <a:spLocks noChangeArrowheads="1"/>
            </p:cNvSpPr>
            <p:nvPr/>
          </p:nvSpPr>
          <p:spPr bwMode="auto">
            <a:xfrm rot="900000">
              <a:off x="3511" y="252"/>
              <a:ext cx="276" cy="13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58" name="Oval 92">
              <a:extLst>
                <a:ext uri="{FF2B5EF4-FFF2-40B4-BE49-F238E27FC236}">
                  <a16:creationId xmlns:a16="http://schemas.microsoft.com/office/drawing/2014/main" id="{0BFE34E5-1759-AD41-BAB4-6A40C2B363E0}"/>
                </a:ext>
              </a:extLst>
            </p:cNvPr>
            <p:cNvSpPr>
              <a:spLocks noChangeArrowheads="1"/>
            </p:cNvSpPr>
            <p:nvPr/>
          </p:nvSpPr>
          <p:spPr bwMode="auto">
            <a:xfrm rot="1500000">
              <a:off x="3649" y="385"/>
              <a:ext cx="241" cy="15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59" name="Oval 93">
              <a:extLst>
                <a:ext uri="{FF2B5EF4-FFF2-40B4-BE49-F238E27FC236}">
                  <a16:creationId xmlns:a16="http://schemas.microsoft.com/office/drawing/2014/main" id="{10AE80C9-2F3A-EF41-97FC-21BFBA802FDD}"/>
                </a:ext>
              </a:extLst>
            </p:cNvPr>
            <p:cNvSpPr>
              <a:spLocks noChangeArrowheads="1"/>
            </p:cNvSpPr>
            <p:nvPr/>
          </p:nvSpPr>
          <p:spPr bwMode="auto">
            <a:xfrm rot="-1560000">
              <a:off x="3574" y="537"/>
              <a:ext cx="291" cy="18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60" name="Oval 94">
              <a:extLst>
                <a:ext uri="{FF2B5EF4-FFF2-40B4-BE49-F238E27FC236}">
                  <a16:creationId xmlns:a16="http://schemas.microsoft.com/office/drawing/2014/main" id="{34997EA2-77B8-D34A-8CCB-9E81D1EC8A12}"/>
                </a:ext>
              </a:extLst>
            </p:cNvPr>
            <p:cNvSpPr>
              <a:spLocks noChangeArrowheads="1"/>
            </p:cNvSpPr>
            <p:nvPr/>
          </p:nvSpPr>
          <p:spPr bwMode="auto">
            <a:xfrm>
              <a:off x="3217" y="555"/>
              <a:ext cx="470" cy="23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61" name="Oval 95">
              <a:extLst>
                <a:ext uri="{FF2B5EF4-FFF2-40B4-BE49-F238E27FC236}">
                  <a16:creationId xmlns:a16="http://schemas.microsoft.com/office/drawing/2014/main" id="{908E9982-CF15-194A-847E-2EB13E48273B}"/>
                </a:ext>
              </a:extLst>
            </p:cNvPr>
            <p:cNvSpPr>
              <a:spLocks noChangeArrowheads="1"/>
            </p:cNvSpPr>
            <p:nvPr/>
          </p:nvSpPr>
          <p:spPr bwMode="auto">
            <a:xfrm rot="1080000">
              <a:off x="3023" y="555"/>
              <a:ext cx="264"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62" name="Oval 96">
              <a:extLst>
                <a:ext uri="{FF2B5EF4-FFF2-40B4-BE49-F238E27FC236}">
                  <a16:creationId xmlns:a16="http://schemas.microsoft.com/office/drawing/2014/main" id="{8B22F97B-4943-3549-BD38-B4B43ED556AC}"/>
                </a:ext>
              </a:extLst>
            </p:cNvPr>
            <p:cNvSpPr>
              <a:spLocks noChangeArrowheads="1"/>
            </p:cNvSpPr>
            <p:nvPr/>
          </p:nvSpPr>
          <p:spPr bwMode="auto">
            <a:xfrm>
              <a:off x="2949" y="433"/>
              <a:ext cx="217"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63" name="Oval 97">
              <a:extLst>
                <a:ext uri="{FF2B5EF4-FFF2-40B4-BE49-F238E27FC236}">
                  <a16:creationId xmlns:a16="http://schemas.microsoft.com/office/drawing/2014/main" id="{9A4BF758-DC20-994C-AD46-59EF608A2F9C}"/>
                </a:ext>
              </a:extLst>
            </p:cNvPr>
            <p:cNvSpPr>
              <a:spLocks noChangeArrowheads="1"/>
            </p:cNvSpPr>
            <p:nvPr/>
          </p:nvSpPr>
          <p:spPr bwMode="auto">
            <a:xfrm rot="-1860000">
              <a:off x="2984" y="309"/>
              <a:ext cx="29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64" name="Freeform 98">
              <a:extLst>
                <a:ext uri="{FF2B5EF4-FFF2-40B4-BE49-F238E27FC236}">
                  <a16:creationId xmlns:a16="http://schemas.microsoft.com/office/drawing/2014/main" id="{91F96647-EAA5-634E-BC4D-EC78104D3398}"/>
                </a:ext>
              </a:extLst>
            </p:cNvPr>
            <p:cNvSpPr>
              <a:spLocks/>
            </p:cNvSpPr>
            <p:nvPr/>
          </p:nvSpPr>
          <p:spPr bwMode="auto">
            <a:xfrm>
              <a:off x="3052" y="301"/>
              <a:ext cx="737" cy="406"/>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4 w 738"/>
                <a:gd name="T29" fmla="*/ 0 h 407"/>
                <a:gd name="T30" fmla="*/ 460 w 738"/>
                <a:gd name="T31" fmla="*/ 0 h 407"/>
                <a:gd name="T32" fmla="*/ 503 w 738"/>
                <a:gd name="T33" fmla="*/ 0 h 407"/>
                <a:gd name="T34" fmla="*/ 540 w 738"/>
                <a:gd name="T35" fmla="*/ 15 h 407"/>
                <a:gd name="T36" fmla="*/ 567 w 738"/>
                <a:gd name="T37" fmla="*/ 36 h 407"/>
                <a:gd name="T38" fmla="*/ 600 w 738"/>
                <a:gd name="T39" fmla="*/ 51 h 407"/>
                <a:gd name="T40" fmla="*/ 632 w 738"/>
                <a:gd name="T41" fmla="*/ 57 h 407"/>
                <a:gd name="T42" fmla="*/ 664 w 738"/>
                <a:gd name="T43" fmla="*/ 77 h 407"/>
                <a:gd name="T44" fmla="*/ 691 w 738"/>
                <a:gd name="T45" fmla="*/ 98 h 407"/>
                <a:gd name="T46" fmla="*/ 712 w 738"/>
                <a:gd name="T47" fmla="*/ 128 h 407"/>
                <a:gd name="T48" fmla="*/ 718 w 738"/>
                <a:gd name="T49" fmla="*/ 164 h 407"/>
                <a:gd name="T50" fmla="*/ 723 w 738"/>
                <a:gd name="T51" fmla="*/ 195 h 407"/>
                <a:gd name="T52" fmla="*/ 723 w 738"/>
                <a:gd name="T53" fmla="*/ 223 h 407"/>
                <a:gd name="T54" fmla="*/ 723 w 738"/>
                <a:gd name="T55" fmla="*/ 254 h 407"/>
                <a:gd name="T56" fmla="*/ 734 w 738"/>
                <a:gd name="T57" fmla="*/ 285 h 407"/>
                <a:gd name="T58" fmla="*/ 734 w 738"/>
                <a:gd name="T59" fmla="*/ 316 h 407"/>
                <a:gd name="T60" fmla="*/ 712 w 738"/>
                <a:gd name="T61" fmla="*/ 346 h 407"/>
                <a:gd name="T62" fmla="*/ 675 w 738"/>
                <a:gd name="T63" fmla="*/ 362 h 407"/>
                <a:gd name="T64" fmla="*/ 643 w 738"/>
                <a:gd name="T65" fmla="*/ 377 h 407"/>
                <a:gd name="T66" fmla="*/ 610 w 738"/>
                <a:gd name="T67" fmla="*/ 393 h 407"/>
                <a:gd name="T68" fmla="*/ 578 w 738"/>
                <a:gd name="T69" fmla="*/ 398 h 407"/>
                <a:gd name="T70" fmla="*/ 535 w 738"/>
                <a:gd name="T71" fmla="*/ 403 h 407"/>
                <a:gd name="T72" fmla="*/ 497 w 738"/>
                <a:gd name="T73" fmla="*/ 403 h 407"/>
                <a:gd name="T74" fmla="*/ 465 w 738"/>
                <a:gd name="T75" fmla="*/ 403 h 407"/>
                <a:gd name="T76" fmla="*/ 433 w 738"/>
                <a:gd name="T77" fmla="*/ 403 h 407"/>
                <a:gd name="T78" fmla="*/ 400 w 738"/>
                <a:gd name="T79" fmla="*/ 403 h 407"/>
                <a:gd name="T80" fmla="*/ 369 w 738"/>
                <a:gd name="T81" fmla="*/ 403 h 407"/>
                <a:gd name="T82" fmla="*/ 339 w 738"/>
                <a:gd name="T83" fmla="*/ 403 h 407"/>
                <a:gd name="T84" fmla="*/ 307 w 738"/>
                <a:gd name="T85" fmla="*/ 403 h 407"/>
                <a:gd name="T86" fmla="*/ 269 w 738"/>
                <a:gd name="T87" fmla="*/ 403 h 407"/>
                <a:gd name="T88" fmla="*/ 237 w 738"/>
                <a:gd name="T89" fmla="*/ 403 h 407"/>
                <a:gd name="T90" fmla="*/ 204 w 738"/>
                <a:gd name="T91" fmla="*/ 403 h 407"/>
                <a:gd name="T92" fmla="*/ 172 w 738"/>
                <a:gd name="T93" fmla="*/ 388 h 407"/>
                <a:gd name="T94" fmla="*/ 140 w 738"/>
                <a:gd name="T95" fmla="*/ 377 h 407"/>
                <a:gd name="T96" fmla="*/ 108 w 738"/>
                <a:gd name="T97" fmla="*/ 362 h 407"/>
                <a:gd name="T98" fmla="*/ 81 w 738"/>
                <a:gd name="T99" fmla="*/ 336 h 407"/>
                <a:gd name="T100" fmla="*/ 59 w 738"/>
                <a:gd name="T101" fmla="*/ 316 h 407"/>
                <a:gd name="T102" fmla="*/ 38 w 738"/>
                <a:gd name="T103" fmla="*/ 285 h 407"/>
                <a:gd name="T104" fmla="*/ 16 w 738"/>
                <a:gd name="T105" fmla="*/ 249 h 407"/>
                <a:gd name="T106" fmla="*/ 0 w 738"/>
                <a:gd name="T107" fmla="*/ 213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565" name="Freeform 99">
              <a:extLst>
                <a:ext uri="{FF2B5EF4-FFF2-40B4-BE49-F238E27FC236}">
                  <a16:creationId xmlns:a16="http://schemas.microsoft.com/office/drawing/2014/main" id="{1A7D2389-1311-5742-9265-F2BDA221DEE2}"/>
                </a:ext>
              </a:extLst>
            </p:cNvPr>
            <p:cNvSpPr>
              <a:spLocks/>
            </p:cNvSpPr>
            <p:nvPr/>
          </p:nvSpPr>
          <p:spPr bwMode="auto">
            <a:xfrm>
              <a:off x="3193" y="271"/>
              <a:ext cx="116" cy="119"/>
            </a:xfrm>
            <a:custGeom>
              <a:avLst/>
              <a:gdLst>
                <a:gd name="T0" fmla="*/ 5 w 117"/>
                <a:gd name="T1" fmla="*/ 69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64 h 118"/>
                <a:gd name="T24" fmla="*/ 113 w 117"/>
                <a:gd name="T25" fmla="*/ 79 h 118"/>
                <a:gd name="T26" fmla="*/ 113 w 117"/>
                <a:gd name="T27" fmla="*/ 95 h 118"/>
                <a:gd name="T28" fmla="*/ 113 w 117"/>
                <a:gd name="T29" fmla="*/ 110 h 118"/>
                <a:gd name="T30" fmla="*/ 97 w 117"/>
                <a:gd name="T31" fmla="*/ 120 h 118"/>
                <a:gd name="T32" fmla="*/ 81 w 117"/>
                <a:gd name="T33" fmla="*/ 120 h 118"/>
                <a:gd name="T34" fmla="*/ 66 w 117"/>
                <a:gd name="T35" fmla="*/ 120 h 118"/>
                <a:gd name="T36" fmla="*/ 53 w 117"/>
                <a:gd name="T37" fmla="*/ 120 h 118"/>
                <a:gd name="T38" fmla="*/ 37 w 117"/>
                <a:gd name="T39" fmla="*/ 115 h 118"/>
                <a:gd name="T40" fmla="*/ 21 w 117"/>
                <a:gd name="T41" fmla="*/ 105 h 118"/>
                <a:gd name="T42" fmla="*/ 11 w 117"/>
                <a:gd name="T43" fmla="*/ 89 h 118"/>
                <a:gd name="T44" fmla="*/ 5 w 117"/>
                <a:gd name="T45" fmla="*/ 74 h 118"/>
                <a:gd name="T46" fmla="*/ 5 w 117"/>
                <a:gd name="T47" fmla="*/ 69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566" name="Freeform 100">
              <a:extLst>
                <a:ext uri="{FF2B5EF4-FFF2-40B4-BE49-F238E27FC236}">
                  <a16:creationId xmlns:a16="http://schemas.microsoft.com/office/drawing/2014/main" id="{C6A0D401-6E97-FD42-B34A-D92FA327FB81}"/>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62507" name="Text Box 101">
            <a:extLst>
              <a:ext uri="{FF2B5EF4-FFF2-40B4-BE49-F238E27FC236}">
                <a16:creationId xmlns:a16="http://schemas.microsoft.com/office/drawing/2014/main" id="{D38F3FD8-F279-A246-940C-339791658DAB}"/>
              </a:ext>
            </a:extLst>
          </p:cNvPr>
          <p:cNvSpPr txBox="1">
            <a:spLocks noChangeArrowheads="1"/>
          </p:cNvSpPr>
          <p:nvPr/>
        </p:nvSpPr>
        <p:spPr bwMode="auto">
          <a:xfrm>
            <a:off x="3371851" y="3233738"/>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网络</a:t>
            </a:r>
          </a:p>
        </p:txBody>
      </p:sp>
      <p:sp>
        <p:nvSpPr>
          <p:cNvPr id="62508" name="Text Box 102">
            <a:extLst>
              <a:ext uri="{FF2B5EF4-FFF2-40B4-BE49-F238E27FC236}">
                <a16:creationId xmlns:a16="http://schemas.microsoft.com/office/drawing/2014/main" id="{78E0C4F5-53ED-0D45-8C3A-53028DD3D2B5}"/>
              </a:ext>
            </a:extLst>
          </p:cNvPr>
          <p:cNvSpPr txBox="1">
            <a:spLocks noChangeArrowheads="1"/>
          </p:cNvSpPr>
          <p:nvPr/>
        </p:nvSpPr>
        <p:spPr bwMode="auto">
          <a:xfrm>
            <a:off x="2408635" y="2867025"/>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网络</a:t>
            </a:r>
          </a:p>
        </p:txBody>
      </p:sp>
      <p:sp>
        <p:nvSpPr>
          <p:cNvPr id="62509" name="Text Box 103">
            <a:extLst>
              <a:ext uri="{FF2B5EF4-FFF2-40B4-BE49-F238E27FC236}">
                <a16:creationId xmlns:a16="http://schemas.microsoft.com/office/drawing/2014/main" id="{8814E899-DFFA-9849-A14A-F91A87F7E2AF}"/>
              </a:ext>
            </a:extLst>
          </p:cNvPr>
          <p:cNvSpPr txBox="1">
            <a:spLocks noChangeArrowheads="1"/>
          </p:cNvSpPr>
          <p:nvPr/>
        </p:nvSpPr>
        <p:spPr bwMode="auto">
          <a:xfrm>
            <a:off x="1709738" y="3244454"/>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网络</a:t>
            </a:r>
          </a:p>
        </p:txBody>
      </p:sp>
      <p:sp>
        <p:nvSpPr>
          <p:cNvPr id="62510" name="Text Box 104">
            <a:extLst>
              <a:ext uri="{FF2B5EF4-FFF2-40B4-BE49-F238E27FC236}">
                <a16:creationId xmlns:a16="http://schemas.microsoft.com/office/drawing/2014/main" id="{2C441554-1B7C-0742-8FAF-2DAF0AC4DA85}"/>
              </a:ext>
            </a:extLst>
          </p:cNvPr>
          <p:cNvSpPr txBox="1">
            <a:spLocks noChangeArrowheads="1"/>
          </p:cNvSpPr>
          <p:nvPr/>
        </p:nvSpPr>
        <p:spPr bwMode="auto">
          <a:xfrm>
            <a:off x="3027760" y="2251473"/>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网络</a:t>
            </a:r>
          </a:p>
        </p:txBody>
      </p:sp>
      <p:sp>
        <p:nvSpPr>
          <p:cNvPr id="62511" name="Text Box 105">
            <a:extLst>
              <a:ext uri="{FF2B5EF4-FFF2-40B4-BE49-F238E27FC236}">
                <a16:creationId xmlns:a16="http://schemas.microsoft.com/office/drawing/2014/main" id="{FD40A522-7D23-5742-A9C1-48B6224D1EC6}"/>
              </a:ext>
            </a:extLst>
          </p:cNvPr>
          <p:cNvSpPr txBox="1">
            <a:spLocks noChangeArrowheads="1"/>
          </p:cNvSpPr>
          <p:nvPr/>
        </p:nvSpPr>
        <p:spPr bwMode="auto">
          <a:xfrm>
            <a:off x="1859757" y="2116932"/>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网络</a:t>
            </a:r>
          </a:p>
        </p:txBody>
      </p:sp>
      <p:sp>
        <p:nvSpPr>
          <p:cNvPr id="62512" name="Text Box 106">
            <a:extLst>
              <a:ext uri="{FF2B5EF4-FFF2-40B4-BE49-F238E27FC236}">
                <a16:creationId xmlns:a16="http://schemas.microsoft.com/office/drawing/2014/main" id="{EFE8DF76-657D-B548-A1B5-E5DBD970EC13}"/>
              </a:ext>
            </a:extLst>
          </p:cNvPr>
          <p:cNvSpPr txBox="1">
            <a:spLocks noChangeArrowheads="1"/>
          </p:cNvSpPr>
          <p:nvPr/>
        </p:nvSpPr>
        <p:spPr bwMode="auto">
          <a:xfrm>
            <a:off x="2195512" y="4569619"/>
            <a:ext cx="1245854"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(a) </a:t>
            </a:r>
            <a:r>
              <a:rPr kumimoji="1" lang="zh-CN" altLang="en-US" sz="1500">
                <a:latin typeface="微软雅黑" panose="020B0503020204020204" pitchFamily="34" charset="-122"/>
                <a:ea typeface="宋体" panose="02010600030101010101" pitchFamily="2" charset="-122"/>
              </a:rPr>
              <a:t>互连网络</a:t>
            </a:r>
          </a:p>
        </p:txBody>
      </p:sp>
      <p:sp>
        <p:nvSpPr>
          <p:cNvPr id="62513" name="Text Box 107">
            <a:extLst>
              <a:ext uri="{FF2B5EF4-FFF2-40B4-BE49-F238E27FC236}">
                <a16:creationId xmlns:a16="http://schemas.microsoft.com/office/drawing/2014/main" id="{9BFAB385-9B47-B144-8DBD-03D1FAC1C6CC}"/>
              </a:ext>
            </a:extLst>
          </p:cNvPr>
          <p:cNvSpPr txBox="1">
            <a:spLocks noChangeArrowheads="1"/>
          </p:cNvSpPr>
          <p:nvPr/>
        </p:nvSpPr>
        <p:spPr bwMode="auto">
          <a:xfrm>
            <a:off x="5706666" y="4569619"/>
            <a:ext cx="164820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(b) </a:t>
            </a:r>
            <a:r>
              <a:rPr kumimoji="1" lang="zh-CN" altLang="en-US" sz="1500">
                <a:latin typeface="微软雅黑" panose="020B0503020204020204" pitchFamily="34" charset="-122"/>
                <a:ea typeface="宋体" panose="02010600030101010101" pitchFamily="2" charset="-122"/>
              </a:rPr>
              <a:t>虚拟互连网络</a:t>
            </a:r>
          </a:p>
        </p:txBody>
      </p:sp>
      <p:pic>
        <p:nvPicPr>
          <p:cNvPr id="62514" name="Picture 108">
            <a:extLst>
              <a:ext uri="{FF2B5EF4-FFF2-40B4-BE49-F238E27FC236}">
                <a16:creationId xmlns:a16="http://schemas.microsoft.com/office/drawing/2014/main" id="{4745C64D-F4A7-0E42-AE0C-C8F8592A40E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79948" y="1599010"/>
            <a:ext cx="382190"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15" name="Picture 109">
            <a:extLst>
              <a:ext uri="{FF2B5EF4-FFF2-40B4-BE49-F238E27FC236}">
                <a16:creationId xmlns:a16="http://schemas.microsoft.com/office/drawing/2014/main" id="{B1F1C17C-C734-0D4A-8330-B63431BFEFB2}"/>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32460" y="2318147"/>
            <a:ext cx="378619" cy="252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16" name="Picture 110">
            <a:extLst>
              <a:ext uri="{FF2B5EF4-FFF2-40B4-BE49-F238E27FC236}">
                <a16:creationId xmlns:a16="http://schemas.microsoft.com/office/drawing/2014/main" id="{F442E76F-89C9-6D4E-BCC6-7904736CFC8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49642" y="4139803"/>
            <a:ext cx="382190" cy="384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17" name="Picture 111">
            <a:extLst>
              <a:ext uri="{FF2B5EF4-FFF2-40B4-BE49-F238E27FC236}">
                <a16:creationId xmlns:a16="http://schemas.microsoft.com/office/drawing/2014/main" id="{F748680A-E426-7F44-A6F0-E2CF560B659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68778" y="1654969"/>
            <a:ext cx="384572" cy="384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18" name="Picture 112">
            <a:extLst>
              <a:ext uri="{FF2B5EF4-FFF2-40B4-BE49-F238E27FC236}">
                <a16:creationId xmlns:a16="http://schemas.microsoft.com/office/drawing/2014/main" id="{65B94E5E-1C8D-E142-9767-9EC863699FA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18585" y="4029075"/>
            <a:ext cx="383381"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19" name="Picture 113">
            <a:extLst>
              <a:ext uri="{FF2B5EF4-FFF2-40B4-BE49-F238E27FC236}">
                <a16:creationId xmlns:a16="http://schemas.microsoft.com/office/drawing/2014/main" id="{E6F61BD1-08D7-0E49-BB41-346569B6A2F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43488" y="4029075"/>
            <a:ext cx="383381"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0" name="Picture 114">
            <a:extLst>
              <a:ext uri="{FF2B5EF4-FFF2-40B4-BE49-F238E27FC236}">
                <a16:creationId xmlns:a16="http://schemas.microsoft.com/office/drawing/2014/main" id="{5D73566D-68B7-4345-B6F6-2BA07442EF8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53026" y="1599010"/>
            <a:ext cx="384572"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1" name="Picture 115">
            <a:extLst>
              <a:ext uri="{FF2B5EF4-FFF2-40B4-BE49-F238E27FC236}">
                <a16:creationId xmlns:a16="http://schemas.microsoft.com/office/drawing/2014/main" id="{BBACADFF-0D86-8845-A9F9-F232016D342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30142" y="4083844"/>
            <a:ext cx="383381"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2" name="Picture 116">
            <a:extLst>
              <a:ext uri="{FF2B5EF4-FFF2-40B4-BE49-F238E27FC236}">
                <a16:creationId xmlns:a16="http://schemas.microsoft.com/office/drawing/2014/main" id="{5402FBE1-8D16-0E47-9A30-97F77DA60C1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55044" y="4029075"/>
            <a:ext cx="382191"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3" name="Picture 117">
            <a:extLst>
              <a:ext uri="{FF2B5EF4-FFF2-40B4-BE49-F238E27FC236}">
                <a16:creationId xmlns:a16="http://schemas.microsoft.com/office/drawing/2014/main" id="{351307A5-3BB5-594D-AF0A-BDE786EF75C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79948" y="4029075"/>
            <a:ext cx="382190"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4" name="Picture 118">
            <a:extLst>
              <a:ext uri="{FF2B5EF4-FFF2-40B4-BE49-F238E27FC236}">
                <a16:creationId xmlns:a16="http://schemas.microsoft.com/office/drawing/2014/main" id="{2C91E06F-6423-CE4E-857E-C00B4B5B29D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07494" y="1433512"/>
            <a:ext cx="384572"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5" name="Picture 119">
            <a:extLst>
              <a:ext uri="{FF2B5EF4-FFF2-40B4-BE49-F238E27FC236}">
                <a16:creationId xmlns:a16="http://schemas.microsoft.com/office/drawing/2014/main" id="{CA46BCB0-9998-8547-A63B-D54AAD7D604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68778" y="3974307"/>
            <a:ext cx="384572" cy="384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6" name="Picture 120">
            <a:extLst>
              <a:ext uri="{FF2B5EF4-FFF2-40B4-BE49-F238E27FC236}">
                <a16:creationId xmlns:a16="http://schemas.microsoft.com/office/drawing/2014/main" id="{B0540A02-65F1-8749-B855-4279CB45C16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50469" y="3974307"/>
            <a:ext cx="383381" cy="384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7" name="Picture 121">
            <a:extLst>
              <a:ext uri="{FF2B5EF4-FFF2-40B4-BE49-F238E27FC236}">
                <a16:creationId xmlns:a16="http://schemas.microsoft.com/office/drawing/2014/main" id="{8827489B-CD46-7B47-BBFB-35D90FA671B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95700" y="1654969"/>
            <a:ext cx="382191" cy="384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8" name="Picture 122">
            <a:extLst>
              <a:ext uri="{FF2B5EF4-FFF2-40B4-BE49-F238E27FC236}">
                <a16:creationId xmlns:a16="http://schemas.microsoft.com/office/drawing/2014/main" id="{CE644071-E1DD-AB41-B6FB-E9964F07F39D}"/>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50394" y="2870597"/>
            <a:ext cx="378619" cy="252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9" name="Picture 123">
            <a:extLst>
              <a:ext uri="{FF2B5EF4-FFF2-40B4-BE49-F238E27FC236}">
                <a16:creationId xmlns:a16="http://schemas.microsoft.com/office/drawing/2014/main" id="{EF77DA27-D94E-9A46-99E8-B4185A9BD266}"/>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39741" y="2649141"/>
            <a:ext cx="378619" cy="2536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30" name="Picture 124">
            <a:extLst>
              <a:ext uri="{FF2B5EF4-FFF2-40B4-BE49-F238E27FC236}">
                <a16:creationId xmlns:a16="http://schemas.microsoft.com/office/drawing/2014/main" id="{CBA53AE9-A967-374A-B0F7-C78CCDDDDF74}"/>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21732" y="3312319"/>
            <a:ext cx="378619" cy="251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31" name="Picture 125">
            <a:extLst>
              <a:ext uri="{FF2B5EF4-FFF2-40B4-BE49-F238E27FC236}">
                <a16:creationId xmlns:a16="http://schemas.microsoft.com/office/drawing/2014/main" id="{461BA7AD-0763-E447-BF7C-0F835C2FC7F7}"/>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23988" y="2649141"/>
            <a:ext cx="378619" cy="2536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532" name="Text Box 126">
            <a:extLst>
              <a:ext uri="{FF2B5EF4-FFF2-40B4-BE49-F238E27FC236}">
                <a16:creationId xmlns:a16="http://schemas.microsoft.com/office/drawing/2014/main" id="{896EB62C-9275-9B47-930A-3AAB6315403E}"/>
              </a:ext>
            </a:extLst>
          </p:cNvPr>
          <p:cNvSpPr txBox="1">
            <a:spLocks noChangeArrowheads="1"/>
          </p:cNvSpPr>
          <p:nvPr/>
        </p:nvSpPr>
        <p:spPr bwMode="auto">
          <a:xfrm>
            <a:off x="2045494" y="1481138"/>
            <a:ext cx="76174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路由器</a:t>
            </a:r>
          </a:p>
        </p:txBody>
      </p:sp>
      <p:sp>
        <p:nvSpPr>
          <p:cNvPr id="62533" name="Line 127">
            <a:extLst>
              <a:ext uri="{FF2B5EF4-FFF2-40B4-BE49-F238E27FC236}">
                <a16:creationId xmlns:a16="http://schemas.microsoft.com/office/drawing/2014/main" id="{077BF5D2-9C7D-7642-A8D6-6AF3B11C4412}"/>
              </a:ext>
            </a:extLst>
          </p:cNvPr>
          <p:cNvSpPr>
            <a:spLocks noChangeShapeType="1"/>
          </p:cNvSpPr>
          <p:nvPr/>
        </p:nvSpPr>
        <p:spPr bwMode="auto">
          <a:xfrm>
            <a:off x="2421731" y="1820467"/>
            <a:ext cx="276225" cy="497681"/>
          </a:xfrm>
          <a:prstGeom prst="line">
            <a:avLst/>
          </a:prstGeom>
          <a:noFill/>
          <a:ln w="28575">
            <a:solidFill>
              <a:srgbClr val="333399"/>
            </a:solidFill>
            <a:round/>
            <a:headEnd/>
            <a:tailEnd type="triangle" w="sm" len="lg"/>
          </a:ln>
          <a:extLst>
            <a:ext uri="{909E8E84-426E-40DD-AFC4-6F175D3DCCD1}">
              <a14:hiddenFill xmlns:a14="http://schemas.microsoft.com/office/drawing/2010/main">
                <a:noFill/>
              </a14:hiddenFill>
            </a:ext>
          </a:extLst>
        </p:spPr>
        <p:txBody>
          <a:bodyPr wrap="none" anchor="ctr"/>
          <a:lstStyle/>
          <a:p>
            <a:endParaRPr lang="zh-CN" altLang="en-US"/>
          </a:p>
        </p:txBody>
      </p:sp>
      <p:pic>
        <p:nvPicPr>
          <p:cNvPr id="62534" name="Picture 128">
            <a:extLst>
              <a:ext uri="{FF2B5EF4-FFF2-40B4-BE49-F238E27FC236}">
                <a16:creationId xmlns:a16="http://schemas.microsoft.com/office/drawing/2014/main" id="{13D2DA72-5CB3-2D4B-A4DA-5F324DEC2CA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28185" y="1433512"/>
            <a:ext cx="383381"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2535" name="Group 129">
            <a:extLst>
              <a:ext uri="{FF2B5EF4-FFF2-40B4-BE49-F238E27FC236}">
                <a16:creationId xmlns:a16="http://schemas.microsoft.com/office/drawing/2014/main" id="{01A61CBC-7872-E34E-870E-987CBAD7DCAC}"/>
              </a:ext>
            </a:extLst>
          </p:cNvPr>
          <p:cNvGrpSpPr>
            <a:grpSpLocks/>
          </p:cNvGrpSpPr>
          <p:nvPr/>
        </p:nvGrpSpPr>
        <p:grpSpPr bwMode="auto">
          <a:xfrm>
            <a:off x="5058967" y="2132410"/>
            <a:ext cx="2753915" cy="1785938"/>
            <a:chOff x="3134" y="1375"/>
            <a:chExt cx="2386" cy="1553"/>
          </a:xfrm>
        </p:grpSpPr>
        <p:sp>
          <p:nvSpPr>
            <p:cNvPr id="62547" name="Oval 130">
              <a:extLst>
                <a:ext uri="{FF2B5EF4-FFF2-40B4-BE49-F238E27FC236}">
                  <a16:creationId xmlns:a16="http://schemas.microsoft.com/office/drawing/2014/main" id="{0CCC9324-1523-CC46-880C-8BCA75BDD1A7}"/>
                </a:ext>
              </a:extLst>
            </p:cNvPr>
            <p:cNvSpPr>
              <a:spLocks noChangeArrowheads="1"/>
            </p:cNvSpPr>
            <p:nvPr/>
          </p:nvSpPr>
          <p:spPr bwMode="auto">
            <a:xfrm>
              <a:off x="3959" y="1375"/>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48" name="Oval 131">
              <a:extLst>
                <a:ext uri="{FF2B5EF4-FFF2-40B4-BE49-F238E27FC236}">
                  <a16:creationId xmlns:a16="http://schemas.microsoft.com/office/drawing/2014/main" id="{DF0AE6AF-D95F-5449-A2A9-DAE95DF503E1}"/>
                </a:ext>
              </a:extLst>
            </p:cNvPr>
            <p:cNvSpPr>
              <a:spLocks noChangeArrowheads="1"/>
            </p:cNvSpPr>
            <p:nvPr/>
          </p:nvSpPr>
          <p:spPr bwMode="auto">
            <a:xfrm>
              <a:off x="3380" y="1548"/>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49" name="Oval 132">
              <a:extLst>
                <a:ext uri="{FF2B5EF4-FFF2-40B4-BE49-F238E27FC236}">
                  <a16:creationId xmlns:a16="http://schemas.microsoft.com/office/drawing/2014/main" id="{25AA37D8-C86F-454A-B5FE-B04AF5B648C2}"/>
                </a:ext>
              </a:extLst>
            </p:cNvPr>
            <p:cNvSpPr>
              <a:spLocks noChangeArrowheads="1"/>
            </p:cNvSpPr>
            <p:nvPr/>
          </p:nvSpPr>
          <p:spPr bwMode="auto">
            <a:xfrm>
              <a:off x="3134" y="1940"/>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50" name="Oval 133">
              <a:extLst>
                <a:ext uri="{FF2B5EF4-FFF2-40B4-BE49-F238E27FC236}">
                  <a16:creationId xmlns:a16="http://schemas.microsoft.com/office/drawing/2014/main" id="{F72748E4-90AE-5647-8FB5-41D485BC2774}"/>
                </a:ext>
              </a:extLst>
            </p:cNvPr>
            <p:cNvSpPr>
              <a:spLocks noChangeArrowheads="1"/>
            </p:cNvSpPr>
            <p:nvPr/>
          </p:nvSpPr>
          <p:spPr bwMode="auto">
            <a:xfrm>
              <a:off x="3293" y="2175"/>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51" name="Oval 134">
              <a:extLst>
                <a:ext uri="{FF2B5EF4-FFF2-40B4-BE49-F238E27FC236}">
                  <a16:creationId xmlns:a16="http://schemas.microsoft.com/office/drawing/2014/main" id="{A0E7FE6D-5CE0-B540-A5C7-78744A062581}"/>
                </a:ext>
              </a:extLst>
            </p:cNvPr>
            <p:cNvSpPr>
              <a:spLocks noChangeArrowheads="1"/>
            </p:cNvSpPr>
            <p:nvPr/>
          </p:nvSpPr>
          <p:spPr bwMode="auto">
            <a:xfrm>
              <a:off x="3872" y="2269"/>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52" name="Oval 135">
              <a:extLst>
                <a:ext uri="{FF2B5EF4-FFF2-40B4-BE49-F238E27FC236}">
                  <a16:creationId xmlns:a16="http://schemas.microsoft.com/office/drawing/2014/main" id="{5A6B1984-49F0-734D-B740-0EEEB8758AFE}"/>
                </a:ext>
              </a:extLst>
            </p:cNvPr>
            <p:cNvSpPr>
              <a:spLocks noChangeArrowheads="1"/>
            </p:cNvSpPr>
            <p:nvPr/>
          </p:nvSpPr>
          <p:spPr bwMode="auto">
            <a:xfrm>
              <a:off x="4653" y="1564"/>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53" name="Oval 136">
              <a:extLst>
                <a:ext uri="{FF2B5EF4-FFF2-40B4-BE49-F238E27FC236}">
                  <a16:creationId xmlns:a16="http://schemas.microsoft.com/office/drawing/2014/main" id="{8C32E524-7191-3642-AC95-43BB05C02490}"/>
                </a:ext>
              </a:extLst>
            </p:cNvPr>
            <p:cNvSpPr>
              <a:spLocks noChangeArrowheads="1"/>
            </p:cNvSpPr>
            <p:nvPr/>
          </p:nvSpPr>
          <p:spPr bwMode="auto">
            <a:xfrm>
              <a:off x="4768" y="1893"/>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54" name="Oval 137">
              <a:extLst>
                <a:ext uri="{FF2B5EF4-FFF2-40B4-BE49-F238E27FC236}">
                  <a16:creationId xmlns:a16="http://schemas.microsoft.com/office/drawing/2014/main" id="{42959BC8-B13E-2D46-8B51-5672B161103C}"/>
                </a:ext>
              </a:extLst>
            </p:cNvPr>
            <p:cNvSpPr>
              <a:spLocks noChangeArrowheads="1"/>
            </p:cNvSpPr>
            <p:nvPr/>
          </p:nvSpPr>
          <p:spPr bwMode="auto">
            <a:xfrm>
              <a:off x="4696" y="2003"/>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55" name="Oval 138">
              <a:extLst>
                <a:ext uri="{FF2B5EF4-FFF2-40B4-BE49-F238E27FC236}">
                  <a16:creationId xmlns:a16="http://schemas.microsoft.com/office/drawing/2014/main" id="{EF05604B-1EA2-C64E-ABD5-C785C0B89F02}"/>
                </a:ext>
              </a:extLst>
            </p:cNvPr>
            <p:cNvSpPr>
              <a:spLocks noChangeArrowheads="1"/>
            </p:cNvSpPr>
            <p:nvPr/>
          </p:nvSpPr>
          <p:spPr bwMode="auto">
            <a:xfrm>
              <a:off x="3568" y="1752"/>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62536" name="Oval 139">
            <a:extLst>
              <a:ext uri="{FF2B5EF4-FFF2-40B4-BE49-F238E27FC236}">
                <a16:creationId xmlns:a16="http://schemas.microsoft.com/office/drawing/2014/main" id="{65249965-7F62-894A-933E-D135BD7A06DE}"/>
              </a:ext>
            </a:extLst>
          </p:cNvPr>
          <p:cNvSpPr>
            <a:spLocks noChangeArrowheads="1"/>
          </p:cNvSpPr>
          <p:nvPr/>
        </p:nvSpPr>
        <p:spPr bwMode="auto">
          <a:xfrm>
            <a:off x="5994797" y="2096691"/>
            <a:ext cx="1184672" cy="721519"/>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37" name="Oval 140">
            <a:extLst>
              <a:ext uri="{FF2B5EF4-FFF2-40B4-BE49-F238E27FC236}">
                <a16:creationId xmlns:a16="http://schemas.microsoft.com/office/drawing/2014/main" id="{F0D7B1E7-5F4A-B24D-9DA7-70B608F4606F}"/>
              </a:ext>
            </a:extLst>
          </p:cNvPr>
          <p:cNvSpPr>
            <a:spLocks noChangeArrowheads="1"/>
          </p:cNvSpPr>
          <p:nvPr/>
        </p:nvSpPr>
        <p:spPr bwMode="auto">
          <a:xfrm>
            <a:off x="5326857" y="2296716"/>
            <a:ext cx="902494" cy="720328"/>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38" name="Oval 141">
            <a:extLst>
              <a:ext uri="{FF2B5EF4-FFF2-40B4-BE49-F238E27FC236}">
                <a16:creationId xmlns:a16="http://schemas.microsoft.com/office/drawing/2014/main" id="{5C05FF14-34D7-EE47-85F8-DAAE7E80B42F}"/>
              </a:ext>
            </a:extLst>
          </p:cNvPr>
          <p:cNvSpPr>
            <a:spLocks noChangeArrowheads="1"/>
          </p:cNvSpPr>
          <p:nvPr/>
        </p:nvSpPr>
        <p:spPr bwMode="auto">
          <a:xfrm>
            <a:off x="5043488" y="2745581"/>
            <a:ext cx="600075" cy="577454"/>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39" name="Oval 142">
            <a:extLst>
              <a:ext uri="{FF2B5EF4-FFF2-40B4-BE49-F238E27FC236}">
                <a16:creationId xmlns:a16="http://schemas.microsoft.com/office/drawing/2014/main" id="{3348D629-C43F-974B-92D6-E7680AF0D713}"/>
              </a:ext>
            </a:extLst>
          </p:cNvPr>
          <p:cNvSpPr>
            <a:spLocks noChangeArrowheads="1"/>
          </p:cNvSpPr>
          <p:nvPr/>
        </p:nvSpPr>
        <p:spPr bwMode="auto">
          <a:xfrm>
            <a:off x="5226844" y="3017044"/>
            <a:ext cx="916781" cy="631031"/>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40" name="Oval 143">
            <a:extLst>
              <a:ext uri="{FF2B5EF4-FFF2-40B4-BE49-F238E27FC236}">
                <a16:creationId xmlns:a16="http://schemas.microsoft.com/office/drawing/2014/main" id="{1408AFC6-D374-1F42-9B77-3EAD39BEAD00}"/>
              </a:ext>
            </a:extLst>
          </p:cNvPr>
          <p:cNvSpPr>
            <a:spLocks noChangeArrowheads="1"/>
          </p:cNvSpPr>
          <p:nvPr/>
        </p:nvSpPr>
        <p:spPr bwMode="auto">
          <a:xfrm>
            <a:off x="5893594" y="3125391"/>
            <a:ext cx="1384697" cy="758428"/>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41" name="Oval 144">
            <a:extLst>
              <a:ext uri="{FF2B5EF4-FFF2-40B4-BE49-F238E27FC236}">
                <a16:creationId xmlns:a16="http://schemas.microsoft.com/office/drawing/2014/main" id="{69B127DB-5999-0E40-80CC-F131ED470108}"/>
              </a:ext>
            </a:extLst>
          </p:cNvPr>
          <p:cNvSpPr>
            <a:spLocks noChangeArrowheads="1"/>
          </p:cNvSpPr>
          <p:nvPr/>
        </p:nvSpPr>
        <p:spPr bwMode="auto">
          <a:xfrm>
            <a:off x="6796088" y="2313385"/>
            <a:ext cx="866775" cy="558403"/>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42" name="Oval 145">
            <a:extLst>
              <a:ext uri="{FF2B5EF4-FFF2-40B4-BE49-F238E27FC236}">
                <a16:creationId xmlns:a16="http://schemas.microsoft.com/office/drawing/2014/main" id="{C191A636-DADA-F048-B5FD-0C533C061E93}"/>
              </a:ext>
            </a:extLst>
          </p:cNvPr>
          <p:cNvSpPr>
            <a:spLocks noChangeArrowheads="1"/>
          </p:cNvSpPr>
          <p:nvPr/>
        </p:nvSpPr>
        <p:spPr bwMode="auto">
          <a:xfrm>
            <a:off x="6929438" y="2692004"/>
            <a:ext cx="866775" cy="560784"/>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43" name="Oval 146">
            <a:extLst>
              <a:ext uri="{FF2B5EF4-FFF2-40B4-BE49-F238E27FC236}">
                <a16:creationId xmlns:a16="http://schemas.microsoft.com/office/drawing/2014/main" id="{F70D85ED-23C5-1E47-BB2E-9EEA24B2B892}"/>
              </a:ext>
            </a:extLst>
          </p:cNvPr>
          <p:cNvSpPr>
            <a:spLocks noChangeArrowheads="1"/>
          </p:cNvSpPr>
          <p:nvPr/>
        </p:nvSpPr>
        <p:spPr bwMode="auto">
          <a:xfrm>
            <a:off x="6844904" y="2818210"/>
            <a:ext cx="867965" cy="939403"/>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44" name="Oval 147">
            <a:extLst>
              <a:ext uri="{FF2B5EF4-FFF2-40B4-BE49-F238E27FC236}">
                <a16:creationId xmlns:a16="http://schemas.microsoft.com/office/drawing/2014/main" id="{24F08894-6516-524E-9B58-82FFD2A8F5B9}"/>
              </a:ext>
            </a:extLst>
          </p:cNvPr>
          <p:cNvSpPr>
            <a:spLocks noChangeArrowheads="1"/>
          </p:cNvSpPr>
          <p:nvPr/>
        </p:nvSpPr>
        <p:spPr bwMode="auto">
          <a:xfrm>
            <a:off x="5544741" y="2528887"/>
            <a:ext cx="1784747" cy="938213"/>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45" name="Text Box 148">
            <a:extLst>
              <a:ext uri="{FF2B5EF4-FFF2-40B4-BE49-F238E27FC236}">
                <a16:creationId xmlns:a16="http://schemas.microsoft.com/office/drawing/2014/main" id="{1AC29769-4533-504F-AE07-528312ED3871}"/>
              </a:ext>
            </a:extLst>
          </p:cNvPr>
          <p:cNvSpPr txBox="1">
            <a:spLocks noChangeArrowheads="1"/>
          </p:cNvSpPr>
          <p:nvPr/>
        </p:nvSpPr>
        <p:spPr bwMode="auto">
          <a:xfrm>
            <a:off x="5676655" y="2700337"/>
            <a:ext cx="145424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  </a:t>
            </a:r>
            <a:r>
              <a:rPr kumimoji="1" lang="zh-CN" altLang="en-US" sz="1500">
                <a:latin typeface="微软雅黑" panose="020B0503020204020204" pitchFamily="34" charset="-122"/>
                <a:ea typeface="宋体" panose="02010600030101010101" pitchFamily="2" charset="-122"/>
              </a:rPr>
              <a:t>虚拟互连网络</a:t>
            </a:r>
          </a:p>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（互联网）</a:t>
            </a:r>
          </a:p>
        </p:txBody>
      </p:sp>
      <p:sp>
        <p:nvSpPr>
          <p:cNvPr id="62546" name="幻灯片编号占位符 1">
            <a:extLst>
              <a:ext uri="{FF2B5EF4-FFF2-40B4-BE49-F238E27FC236}">
                <a16:creationId xmlns:a16="http://schemas.microsoft.com/office/drawing/2014/main" id="{741F0B86-097E-C54F-8F02-72E771E64D1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8B32147F-F06A-BE42-9AA0-5D07CBC0F7C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23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91366276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3" name="Rectangle 3">
            <a:extLst>
              <a:ext uri="{FF2B5EF4-FFF2-40B4-BE49-F238E27FC236}">
                <a16:creationId xmlns:a16="http://schemas.microsoft.com/office/drawing/2014/main" id="{58FD3AAD-55D1-744F-8231-7A2619CA3C41}"/>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虚拟互连网络的意义 </a:t>
            </a:r>
          </a:p>
        </p:txBody>
      </p:sp>
      <p:sp>
        <p:nvSpPr>
          <p:cNvPr id="353295" name="Rectangle 15">
            <a:extLst>
              <a:ext uri="{FF2B5EF4-FFF2-40B4-BE49-F238E27FC236}">
                <a16:creationId xmlns:a16="http://schemas.microsoft.com/office/drawing/2014/main" id="{6443D79B-F0C3-274A-994A-AA896E1F65C1}"/>
              </a:ext>
            </a:extLst>
          </p:cNvPr>
          <p:cNvSpPr>
            <a:spLocks noGrp="1" noChangeArrowheads="1"/>
          </p:cNvSpPr>
          <p:nvPr>
            <p:ph type="body" idx="1"/>
          </p:nvPr>
        </p:nvSpPr>
        <p:spPr/>
        <p:txBody>
          <a:bodyPr/>
          <a:lstStyle/>
          <a:p>
            <a:pPr algn="just" eaLnBrk="1" hangingPunct="1"/>
            <a:r>
              <a:rPr lang="zh-CN" altLang="en-US" dirty="0">
                <a:ea typeface="宋体" panose="02010600030101010101" pitchFamily="2" charset="-122"/>
              </a:rPr>
              <a:t>所谓</a:t>
            </a:r>
            <a:r>
              <a:rPr lang="zh-CN" altLang="en-US" dirty="0">
                <a:solidFill>
                  <a:srgbClr val="C00000"/>
                </a:solidFill>
                <a:ea typeface="宋体" panose="02010600030101010101" pitchFamily="2" charset="-122"/>
              </a:rPr>
              <a:t>虚拟互连网络</a:t>
            </a:r>
            <a:r>
              <a:rPr lang="zh-CN" altLang="en-US" dirty="0">
                <a:ea typeface="宋体" panose="02010600030101010101" pitchFamily="2" charset="-122"/>
              </a:rPr>
              <a:t>也就是</a:t>
            </a:r>
            <a:r>
              <a:rPr lang="zh-CN" altLang="en-US" dirty="0">
                <a:solidFill>
                  <a:srgbClr val="C00000"/>
                </a:solidFill>
                <a:ea typeface="宋体" panose="02010600030101010101" pitchFamily="2" charset="-122"/>
              </a:rPr>
              <a:t>逻辑互连网络</a:t>
            </a:r>
            <a:r>
              <a:rPr lang="zh-CN" altLang="en-US" dirty="0">
                <a:ea typeface="宋体" panose="02010600030101010101" pitchFamily="2" charset="-122"/>
              </a:rPr>
              <a:t>，它的意思就是互连起来的各种物理网络的异构性本来是客观存在的，但是我们利用 </a:t>
            </a:r>
            <a:r>
              <a:rPr lang="en-US" altLang="zh-CN" dirty="0">
                <a:ea typeface="宋体" panose="02010600030101010101" pitchFamily="2" charset="-122"/>
              </a:rPr>
              <a:t>IP </a:t>
            </a:r>
            <a:r>
              <a:rPr lang="zh-CN" altLang="en-US" dirty="0">
                <a:ea typeface="宋体" panose="02010600030101010101" pitchFamily="2" charset="-122"/>
              </a:rPr>
              <a:t>协议就可以使这些性能各异的网络从用户看起来好像是一个</a:t>
            </a:r>
            <a:r>
              <a:rPr lang="zh-CN" altLang="en-US" dirty="0">
                <a:solidFill>
                  <a:srgbClr val="C00000"/>
                </a:solidFill>
                <a:ea typeface="宋体" panose="02010600030101010101" pitchFamily="2" charset="-122"/>
              </a:rPr>
              <a:t>统一</a:t>
            </a:r>
            <a:r>
              <a:rPr lang="zh-CN" altLang="en-US" dirty="0">
                <a:ea typeface="宋体" panose="02010600030101010101" pitchFamily="2" charset="-122"/>
              </a:rPr>
              <a:t>的网络。</a:t>
            </a:r>
          </a:p>
          <a:p>
            <a:pPr algn="just" eaLnBrk="1" hangingPunct="1"/>
            <a:r>
              <a:rPr lang="zh-CN" altLang="en-US" dirty="0">
                <a:ea typeface="宋体" panose="02010600030101010101" pitchFamily="2" charset="-122"/>
              </a:rPr>
              <a:t>使用 </a:t>
            </a:r>
            <a:r>
              <a:rPr lang="en-US" altLang="zh-CN" dirty="0">
                <a:ea typeface="宋体" panose="02010600030101010101" pitchFamily="2" charset="-122"/>
              </a:rPr>
              <a:t>IP </a:t>
            </a:r>
            <a:r>
              <a:rPr lang="zh-CN" altLang="en-US" dirty="0">
                <a:ea typeface="宋体" panose="02010600030101010101" pitchFamily="2" charset="-122"/>
              </a:rPr>
              <a:t>协议的虚拟互连网络可简称为 </a:t>
            </a:r>
            <a:r>
              <a:rPr lang="en-US" altLang="zh-CN" dirty="0">
                <a:solidFill>
                  <a:srgbClr val="C00000"/>
                </a:solidFill>
                <a:ea typeface="宋体" panose="02010600030101010101" pitchFamily="2" charset="-122"/>
              </a:rPr>
              <a:t>IP </a:t>
            </a:r>
            <a:r>
              <a:rPr lang="zh-CN" altLang="en-US" dirty="0">
                <a:solidFill>
                  <a:srgbClr val="C00000"/>
                </a:solidFill>
                <a:ea typeface="宋体" panose="02010600030101010101" pitchFamily="2" charset="-122"/>
              </a:rPr>
              <a:t>网</a:t>
            </a:r>
            <a:r>
              <a:rPr lang="zh-CN" altLang="en-US" dirty="0">
                <a:ea typeface="宋体" panose="02010600030101010101" pitchFamily="2" charset="-122"/>
              </a:rPr>
              <a:t>。</a:t>
            </a:r>
          </a:p>
          <a:p>
            <a:pPr algn="just" eaLnBrk="1" hangingPunct="1"/>
            <a:r>
              <a:rPr lang="zh-CN" altLang="en-US" dirty="0">
                <a:ea typeface="宋体" panose="02010600030101010101" pitchFamily="2" charset="-122"/>
              </a:rPr>
              <a:t>使用虚拟互连网络的好处是：当互联网上的主机进行通信时，就好像在一个网络上通信一样，而看不见互连的各具体的网络异构细节。   </a:t>
            </a:r>
          </a:p>
        </p:txBody>
      </p:sp>
      <p:sp>
        <p:nvSpPr>
          <p:cNvPr id="64515" name="幻灯片编号占位符 1">
            <a:extLst>
              <a:ext uri="{FF2B5EF4-FFF2-40B4-BE49-F238E27FC236}">
                <a16:creationId xmlns:a16="http://schemas.microsoft.com/office/drawing/2014/main" id="{C6BCC3C4-DF93-2840-AE22-C8541FC7475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9C3619F-BA5E-DF4B-A99E-ADE8D9AF623D}"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24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04189504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53295">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53295">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6561" name="Rectangle 221">
            <a:extLst>
              <a:ext uri="{FF2B5EF4-FFF2-40B4-BE49-F238E27FC236}">
                <a16:creationId xmlns:a16="http://schemas.microsoft.com/office/drawing/2014/main" id="{1C9E4EB8-2415-7047-A28B-EBD27AE43E3B}"/>
              </a:ext>
            </a:extLst>
          </p:cNvPr>
          <p:cNvSpPr>
            <a:spLocks noChangeArrowheads="1"/>
          </p:cNvSpPr>
          <p:nvPr/>
        </p:nvSpPr>
        <p:spPr bwMode="auto">
          <a:xfrm>
            <a:off x="1601391" y="344091"/>
            <a:ext cx="479822" cy="91082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562" name="Rectangle 219">
            <a:extLst>
              <a:ext uri="{FF2B5EF4-FFF2-40B4-BE49-F238E27FC236}">
                <a16:creationId xmlns:a16="http://schemas.microsoft.com/office/drawing/2014/main" id="{BB296B07-10EC-584B-A607-9285446DB993}"/>
              </a:ext>
            </a:extLst>
          </p:cNvPr>
          <p:cNvSpPr>
            <a:spLocks noChangeArrowheads="1"/>
          </p:cNvSpPr>
          <p:nvPr/>
        </p:nvSpPr>
        <p:spPr bwMode="auto">
          <a:xfrm>
            <a:off x="1608535" y="711994"/>
            <a:ext cx="467915" cy="192881"/>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563" name="Text Box 220">
            <a:extLst>
              <a:ext uri="{FF2B5EF4-FFF2-40B4-BE49-F238E27FC236}">
                <a16:creationId xmlns:a16="http://schemas.microsoft.com/office/drawing/2014/main" id="{B6181655-D07A-524D-B651-6291A75E9411}"/>
              </a:ext>
            </a:extLst>
          </p:cNvPr>
          <p:cNvSpPr txBox="1">
            <a:spLocks noChangeArrowheads="1"/>
          </p:cNvSpPr>
          <p:nvPr/>
        </p:nvSpPr>
        <p:spPr bwMode="auto">
          <a:xfrm>
            <a:off x="1712443" y="311944"/>
            <a:ext cx="269626"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5</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4</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3</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2</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sp>
        <p:nvSpPr>
          <p:cNvPr id="66564" name="Line 222">
            <a:extLst>
              <a:ext uri="{FF2B5EF4-FFF2-40B4-BE49-F238E27FC236}">
                <a16:creationId xmlns:a16="http://schemas.microsoft.com/office/drawing/2014/main" id="{E71E0503-E2C0-C14D-B38C-5EBF3DD2886D}"/>
              </a:ext>
            </a:extLst>
          </p:cNvPr>
          <p:cNvSpPr>
            <a:spLocks noChangeShapeType="1"/>
          </p:cNvSpPr>
          <p:nvPr/>
        </p:nvSpPr>
        <p:spPr bwMode="auto">
          <a:xfrm>
            <a:off x="1601391" y="538163"/>
            <a:ext cx="47982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65" name="Line 223">
            <a:extLst>
              <a:ext uri="{FF2B5EF4-FFF2-40B4-BE49-F238E27FC236}">
                <a16:creationId xmlns:a16="http://schemas.microsoft.com/office/drawing/2014/main" id="{2DA138BC-1D3A-BC42-89D5-ADF5A184E252}"/>
              </a:ext>
            </a:extLst>
          </p:cNvPr>
          <p:cNvSpPr>
            <a:spLocks noChangeShapeType="1"/>
          </p:cNvSpPr>
          <p:nvPr/>
        </p:nvSpPr>
        <p:spPr bwMode="auto">
          <a:xfrm>
            <a:off x="1601391" y="717947"/>
            <a:ext cx="47982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66" name="Line 224">
            <a:extLst>
              <a:ext uri="{FF2B5EF4-FFF2-40B4-BE49-F238E27FC236}">
                <a16:creationId xmlns:a16="http://schemas.microsoft.com/office/drawing/2014/main" id="{D5C89D1C-3CF7-A54C-AF1E-D140B8F4ECB3}"/>
              </a:ext>
            </a:extLst>
          </p:cNvPr>
          <p:cNvSpPr>
            <a:spLocks noChangeShapeType="1"/>
          </p:cNvSpPr>
          <p:nvPr/>
        </p:nvSpPr>
        <p:spPr bwMode="auto">
          <a:xfrm>
            <a:off x="1601391" y="897731"/>
            <a:ext cx="47982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67" name="Line 225">
            <a:extLst>
              <a:ext uri="{FF2B5EF4-FFF2-40B4-BE49-F238E27FC236}">
                <a16:creationId xmlns:a16="http://schemas.microsoft.com/office/drawing/2014/main" id="{DE50B431-37E3-1E43-ABDF-92C9396EA62D}"/>
              </a:ext>
            </a:extLst>
          </p:cNvPr>
          <p:cNvSpPr>
            <a:spLocks noChangeShapeType="1"/>
          </p:cNvSpPr>
          <p:nvPr/>
        </p:nvSpPr>
        <p:spPr bwMode="auto">
          <a:xfrm>
            <a:off x="1601391" y="1078706"/>
            <a:ext cx="47982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68" name="Freeform 4">
            <a:extLst>
              <a:ext uri="{FF2B5EF4-FFF2-40B4-BE49-F238E27FC236}">
                <a16:creationId xmlns:a16="http://schemas.microsoft.com/office/drawing/2014/main" id="{24BDE452-49C1-B843-97D5-C1D2FDAF55E0}"/>
              </a:ext>
            </a:extLst>
          </p:cNvPr>
          <p:cNvSpPr>
            <a:spLocks/>
          </p:cNvSpPr>
          <p:nvPr/>
        </p:nvSpPr>
        <p:spPr bwMode="auto">
          <a:xfrm>
            <a:off x="7038975" y="1653779"/>
            <a:ext cx="234554" cy="1350169"/>
          </a:xfrm>
          <a:custGeom>
            <a:avLst/>
            <a:gdLst>
              <a:gd name="T0" fmla="*/ 2147483646 w 197"/>
              <a:gd name="T1" fmla="*/ 0 h 1134"/>
              <a:gd name="T2" fmla="*/ 0 w 197"/>
              <a:gd name="T3" fmla="*/ 2147483646 h 1134"/>
              <a:gd name="T4" fmla="*/ 2147483646 w 197"/>
              <a:gd name="T5" fmla="*/ 2147483646 h 1134"/>
              <a:gd name="T6" fmla="*/ 0 60000 65536"/>
              <a:gd name="T7" fmla="*/ 0 60000 65536"/>
              <a:gd name="T8" fmla="*/ 0 60000 65536"/>
            </a:gdLst>
            <a:ahLst/>
            <a:cxnLst>
              <a:cxn ang="T6">
                <a:pos x="T0" y="T1"/>
              </a:cxn>
              <a:cxn ang="T7">
                <a:pos x="T2" y="T3"/>
              </a:cxn>
              <a:cxn ang="T8">
                <a:pos x="T4" y="T5"/>
              </a:cxn>
            </a:cxnLst>
            <a:rect l="0" t="0" r="r" b="b"/>
            <a:pathLst>
              <a:path w="197" h="1134">
                <a:moveTo>
                  <a:pt x="197" y="0"/>
                </a:moveTo>
                <a:lnTo>
                  <a:pt x="0" y="507"/>
                </a:lnTo>
                <a:lnTo>
                  <a:pt x="16" y="1134"/>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66569" name="Group 5">
            <a:extLst>
              <a:ext uri="{FF2B5EF4-FFF2-40B4-BE49-F238E27FC236}">
                <a16:creationId xmlns:a16="http://schemas.microsoft.com/office/drawing/2014/main" id="{EA814D95-01C6-6F48-B1D2-236F796B6B5A}"/>
              </a:ext>
            </a:extLst>
          </p:cNvPr>
          <p:cNvGrpSpPr>
            <a:grpSpLocks/>
          </p:cNvGrpSpPr>
          <p:nvPr/>
        </p:nvGrpSpPr>
        <p:grpSpPr bwMode="auto">
          <a:xfrm>
            <a:off x="3059907" y="3690938"/>
            <a:ext cx="479822" cy="1015603"/>
            <a:chOff x="617" y="262"/>
            <a:chExt cx="403" cy="853"/>
          </a:xfrm>
        </p:grpSpPr>
        <p:sp>
          <p:nvSpPr>
            <p:cNvPr id="66841" name="Rectangle 6">
              <a:extLst>
                <a:ext uri="{FF2B5EF4-FFF2-40B4-BE49-F238E27FC236}">
                  <a16:creationId xmlns:a16="http://schemas.microsoft.com/office/drawing/2014/main" id="{D6C4691E-7745-2248-A2E2-B94EA166D1AA}"/>
                </a:ext>
              </a:extLst>
            </p:cNvPr>
            <p:cNvSpPr>
              <a:spLocks noChangeArrowheads="1"/>
            </p:cNvSpPr>
            <p:nvPr/>
          </p:nvSpPr>
          <p:spPr bwMode="auto">
            <a:xfrm>
              <a:off x="623" y="598"/>
              <a:ext cx="393" cy="162"/>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842" name="Text Box 7">
              <a:extLst>
                <a:ext uri="{FF2B5EF4-FFF2-40B4-BE49-F238E27FC236}">
                  <a16:creationId xmlns:a16="http://schemas.microsoft.com/office/drawing/2014/main" id="{36A00633-CA45-154C-ADAE-1F066A7CF1A7}"/>
                </a:ext>
              </a:extLst>
            </p:cNvPr>
            <p:cNvSpPr txBox="1">
              <a:spLocks noChangeArrowheads="1"/>
            </p:cNvSpPr>
            <p:nvPr/>
          </p:nvSpPr>
          <p:spPr bwMode="auto">
            <a:xfrm>
              <a:off x="711" y="262"/>
              <a:ext cx="226" cy="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5</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4</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3</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2</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sp>
          <p:nvSpPr>
            <p:cNvPr id="66843" name="Rectangle 8">
              <a:extLst>
                <a:ext uri="{FF2B5EF4-FFF2-40B4-BE49-F238E27FC236}">
                  <a16:creationId xmlns:a16="http://schemas.microsoft.com/office/drawing/2014/main" id="{68DFE8C6-02B0-D34B-83C1-5029FE9B8320}"/>
                </a:ext>
              </a:extLst>
            </p:cNvPr>
            <p:cNvSpPr>
              <a:spLocks noChangeArrowheads="1"/>
            </p:cNvSpPr>
            <p:nvPr/>
          </p:nvSpPr>
          <p:spPr bwMode="auto">
            <a:xfrm>
              <a:off x="617" y="289"/>
              <a:ext cx="403" cy="76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844" name="Line 9">
              <a:extLst>
                <a:ext uri="{FF2B5EF4-FFF2-40B4-BE49-F238E27FC236}">
                  <a16:creationId xmlns:a16="http://schemas.microsoft.com/office/drawing/2014/main" id="{2129EEC5-E734-3841-AE59-62E0B9E953A7}"/>
                </a:ext>
              </a:extLst>
            </p:cNvPr>
            <p:cNvSpPr>
              <a:spLocks noChangeShapeType="1"/>
            </p:cNvSpPr>
            <p:nvPr/>
          </p:nvSpPr>
          <p:spPr bwMode="auto">
            <a:xfrm>
              <a:off x="617" y="452"/>
              <a:ext cx="40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845" name="Line 10">
              <a:extLst>
                <a:ext uri="{FF2B5EF4-FFF2-40B4-BE49-F238E27FC236}">
                  <a16:creationId xmlns:a16="http://schemas.microsoft.com/office/drawing/2014/main" id="{7B67AD80-43F2-B04A-A6E9-B4EF1AECFB53}"/>
                </a:ext>
              </a:extLst>
            </p:cNvPr>
            <p:cNvSpPr>
              <a:spLocks noChangeShapeType="1"/>
            </p:cNvSpPr>
            <p:nvPr/>
          </p:nvSpPr>
          <p:spPr bwMode="auto">
            <a:xfrm>
              <a:off x="617" y="603"/>
              <a:ext cx="40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846" name="Line 11">
              <a:extLst>
                <a:ext uri="{FF2B5EF4-FFF2-40B4-BE49-F238E27FC236}">
                  <a16:creationId xmlns:a16="http://schemas.microsoft.com/office/drawing/2014/main" id="{9515B1FE-F7E6-7840-89E4-6DF8DD2D6BAC}"/>
                </a:ext>
              </a:extLst>
            </p:cNvPr>
            <p:cNvSpPr>
              <a:spLocks noChangeShapeType="1"/>
            </p:cNvSpPr>
            <p:nvPr/>
          </p:nvSpPr>
          <p:spPr bwMode="auto">
            <a:xfrm>
              <a:off x="617" y="754"/>
              <a:ext cx="40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847" name="Line 12">
              <a:extLst>
                <a:ext uri="{FF2B5EF4-FFF2-40B4-BE49-F238E27FC236}">
                  <a16:creationId xmlns:a16="http://schemas.microsoft.com/office/drawing/2014/main" id="{369B35C1-7926-6049-8423-2CC50E8F7456}"/>
                </a:ext>
              </a:extLst>
            </p:cNvPr>
            <p:cNvSpPr>
              <a:spLocks noChangeShapeType="1"/>
            </p:cNvSpPr>
            <p:nvPr/>
          </p:nvSpPr>
          <p:spPr bwMode="auto">
            <a:xfrm>
              <a:off x="617" y="906"/>
              <a:ext cx="40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66570" name="Line 13">
            <a:extLst>
              <a:ext uri="{FF2B5EF4-FFF2-40B4-BE49-F238E27FC236}">
                <a16:creationId xmlns:a16="http://schemas.microsoft.com/office/drawing/2014/main" id="{CE0D9881-407F-EE40-AB02-3D9046B5FEF3}"/>
              </a:ext>
            </a:extLst>
          </p:cNvPr>
          <p:cNvSpPr>
            <a:spLocks noChangeShapeType="1"/>
          </p:cNvSpPr>
          <p:nvPr/>
        </p:nvSpPr>
        <p:spPr bwMode="auto">
          <a:xfrm flipV="1">
            <a:off x="3383757" y="1600200"/>
            <a:ext cx="378023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71" name="Line 14">
            <a:extLst>
              <a:ext uri="{FF2B5EF4-FFF2-40B4-BE49-F238E27FC236}">
                <a16:creationId xmlns:a16="http://schemas.microsoft.com/office/drawing/2014/main" id="{3DBC18DF-A715-A84C-8DD9-A4681A86695F}"/>
              </a:ext>
            </a:extLst>
          </p:cNvPr>
          <p:cNvSpPr>
            <a:spLocks noChangeShapeType="1"/>
          </p:cNvSpPr>
          <p:nvPr/>
        </p:nvSpPr>
        <p:spPr bwMode="auto">
          <a:xfrm flipV="1">
            <a:off x="3869531" y="3003948"/>
            <a:ext cx="648891" cy="119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72" name="Line 15">
            <a:extLst>
              <a:ext uri="{FF2B5EF4-FFF2-40B4-BE49-F238E27FC236}">
                <a16:creationId xmlns:a16="http://schemas.microsoft.com/office/drawing/2014/main" id="{5EEC473C-1953-FF4E-B28D-35FFB20DB124}"/>
              </a:ext>
            </a:extLst>
          </p:cNvPr>
          <p:cNvSpPr>
            <a:spLocks noChangeShapeType="1"/>
          </p:cNvSpPr>
          <p:nvPr/>
        </p:nvSpPr>
        <p:spPr bwMode="auto">
          <a:xfrm>
            <a:off x="1709738" y="1600201"/>
            <a:ext cx="0" cy="2702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66573" name="Picture 16">
            <a:extLst>
              <a:ext uri="{FF2B5EF4-FFF2-40B4-BE49-F238E27FC236}">
                <a16:creationId xmlns:a16="http://schemas.microsoft.com/office/drawing/2014/main" id="{6F9B97E7-5FE1-EA4B-9637-03BB996545B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10075" y="2896791"/>
            <a:ext cx="390525" cy="215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6574" name="Group 17">
            <a:extLst>
              <a:ext uri="{FF2B5EF4-FFF2-40B4-BE49-F238E27FC236}">
                <a16:creationId xmlns:a16="http://schemas.microsoft.com/office/drawing/2014/main" id="{D769C627-39C7-D949-86B6-4E5A8ACA7FF8}"/>
              </a:ext>
            </a:extLst>
          </p:cNvPr>
          <p:cNvGrpSpPr>
            <a:grpSpLocks/>
          </p:cNvGrpSpPr>
          <p:nvPr/>
        </p:nvGrpSpPr>
        <p:grpSpPr bwMode="auto">
          <a:xfrm>
            <a:off x="3762376" y="1329929"/>
            <a:ext cx="1079897" cy="647700"/>
            <a:chOff x="385" y="2795"/>
            <a:chExt cx="1769" cy="816"/>
          </a:xfrm>
        </p:grpSpPr>
        <p:sp>
          <p:nvSpPr>
            <p:cNvPr id="970770" name="Oval 18">
              <a:extLst>
                <a:ext uri="{FF2B5EF4-FFF2-40B4-BE49-F238E27FC236}">
                  <a16:creationId xmlns:a16="http://schemas.microsoft.com/office/drawing/2014/main" id="{5E8C0083-2435-4B41-97F3-58C5B3FD2DB5}"/>
                </a:ext>
              </a:extLst>
            </p:cNvPr>
            <p:cNvSpPr>
              <a:spLocks noChangeArrowheads="1"/>
            </p:cNvSpPr>
            <p:nvPr/>
          </p:nvSpPr>
          <p:spPr bwMode="auto">
            <a:xfrm>
              <a:off x="1588" y="3060"/>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71" name="Oval 19">
              <a:extLst>
                <a:ext uri="{FF2B5EF4-FFF2-40B4-BE49-F238E27FC236}">
                  <a16:creationId xmlns:a16="http://schemas.microsoft.com/office/drawing/2014/main" id="{122C6893-58C5-AE4E-9C15-663203F18286}"/>
                </a:ext>
              </a:extLst>
            </p:cNvPr>
            <p:cNvSpPr>
              <a:spLocks noChangeArrowheads="1"/>
            </p:cNvSpPr>
            <p:nvPr/>
          </p:nvSpPr>
          <p:spPr bwMode="auto">
            <a:xfrm>
              <a:off x="927" y="3273"/>
              <a:ext cx="885" cy="33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72" name="Oval 20">
              <a:extLst>
                <a:ext uri="{FF2B5EF4-FFF2-40B4-BE49-F238E27FC236}">
                  <a16:creationId xmlns:a16="http://schemas.microsoft.com/office/drawing/2014/main" id="{DC6358A2-FBD1-FD42-A915-916BD70A1205}"/>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73" name="Oval 21">
              <a:extLst>
                <a:ext uri="{FF2B5EF4-FFF2-40B4-BE49-F238E27FC236}">
                  <a16:creationId xmlns:a16="http://schemas.microsoft.com/office/drawing/2014/main" id="{BB291123-4604-DD41-8CAC-48008B088C6C}"/>
                </a:ext>
              </a:extLst>
            </p:cNvPr>
            <p:cNvSpPr>
              <a:spLocks noChangeArrowheads="1"/>
            </p:cNvSpPr>
            <p:nvPr/>
          </p:nvSpPr>
          <p:spPr bwMode="auto">
            <a:xfrm>
              <a:off x="385" y="3084"/>
              <a:ext cx="384" cy="25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74" name="Oval 22">
              <a:extLst>
                <a:ext uri="{FF2B5EF4-FFF2-40B4-BE49-F238E27FC236}">
                  <a16:creationId xmlns:a16="http://schemas.microsoft.com/office/drawing/2014/main" id="{7BE396C5-A667-3745-8EA0-CAC4262CEF2B}"/>
                </a:ext>
              </a:extLst>
            </p:cNvPr>
            <p:cNvSpPr>
              <a:spLocks noChangeArrowheads="1"/>
            </p:cNvSpPr>
            <p:nvPr/>
          </p:nvSpPr>
          <p:spPr bwMode="auto">
            <a:xfrm>
              <a:off x="566" y="2883"/>
              <a:ext cx="575"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75" name="Oval 23">
              <a:extLst>
                <a:ext uri="{FF2B5EF4-FFF2-40B4-BE49-F238E27FC236}">
                  <a16:creationId xmlns:a16="http://schemas.microsoft.com/office/drawing/2014/main" id="{63E26658-C940-C245-BBA0-731C236E4966}"/>
                </a:ext>
              </a:extLst>
            </p:cNvPr>
            <p:cNvSpPr>
              <a:spLocks noChangeArrowheads="1"/>
            </p:cNvSpPr>
            <p:nvPr/>
          </p:nvSpPr>
          <p:spPr bwMode="auto">
            <a:xfrm>
              <a:off x="992" y="2795"/>
              <a:ext cx="757"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76" name="Oval 24">
              <a:extLst>
                <a:ext uri="{FF2B5EF4-FFF2-40B4-BE49-F238E27FC236}">
                  <a16:creationId xmlns:a16="http://schemas.microsoft.com/office/drawing/2014/main" id="{18C9691A-81EA-CE48-9BDD-B077DDCCC57A}"/>
                </a:ext>
              </a:extLst>
            </p:cNvPr>
            <p:cNvSpPr>
              <a:spLocks noChangeArrowheads="1"/>
            </p:cNvSpPr>
            <p:nvPr/>
          </p:nvSpPr>
          <p:spPr bwMode="auto">
            <a:xfrm>
              <a:off x="1505"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77" name="Oval 25">
              <a:extLst>
                <a:ext uri="{FF2B5EF4-FFF2-40B4-BE49-F238E27FC236}">
                  <a16:creationId xmlns:a16="http://schemas.microsoft.com/office/drawing/2014/main" id="{C8B12C81-9D2D-E54D-AA84-A1147506E3B7}"/>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78" name="Oval 26">
              <a:extLst>
                <a:ext uri="{FF2B5EF4-FFF2-40B4-BE49-F238E27FC236}">
                  <a16:creationId xmlns:a16="http://schemas.microsoft.com/office/drawing/2014/main" id="{2C0F39FB-9C2A-C146-A8EE-1D62CE751B0D}"/>
                </a:ext>
              </a:extLst>
            </p:cNvPr>
            <p:cNvSpPr>
              <a:spLocks noChangeArrowheads="1"/>
            </p:cNvSpPr>
            <p:nvPr/>
          </p:nvSpPr>
          <p:spPr bwMode="auto">
            <a:xfrm rot="1336630">
              <a:off x="1473" y="3066"/>
              <a:ext cx="556" cy="417"/>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79" name="Oval 27">
              <a:extLst>
                <a:ext uri="{FF2B5EF4-FFF2-40B4-BE49-F238E27FC236}">
                  <a16:creationId xmlns:a16="http://schemas.microsoft.com/office/drawing/2014/main" id="{23F9E5CC-FCED-484A-AE63-63A8566B927B}"/>
                </a:ext>
              </a:extLst>
            </p:cNvPr>
            <p:cNvSpPr>
              <a:spLocks noChangeArrowheads="1"/>
            </p:cNvSpPr>
            <p:nvPr/>
          </p:nvSpPr>
          <p:spPr bwMode="auto">
            <a:xfrm>
              <a:off x="1003" y="2811"/>
              <a:ext cx="757"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80" name="Oval 28">
              <a:extLst>
                <a:ext uri="{FF2B5EF4-FFF2-40B4-BE49-F238E27FC236}">
                  <a16:creationId xmlns:a16="http://schemas.microsoft.com/office/drawing/2014/main" id="{2FCFF1DF-6B55-6A42-AA06-F6C913A30295}"/>
                </a:ext>
              </a:extLst>
            </p:cNvPr>
            <p:cNvSpPr>
              <a:spLocks noChangeArrowheads="1"/>
            </p:cNvSpPr>
            <p:nvPr/>
          </p:nvSpPr>
          <p:spPr bwMode="auto">
            <a:xfrm>
              <a:off x="576" y="2898"/>
              <a:ext cx="575"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81" name="Oval 29">
              <a:extLst>
                <a:ext uri="{FF2B5EF4-FFF2-40B4-BE49-F238E27FC236}">
                  <a16:creationId xmlns:a16="http://schemas.microsoft.com/office/drawing/2014/main" id="{08E070DB-ECBC-DD4C-88F6-271E56F5E9E9}"/>
                </a:ext>
              </a:extLst>
            </p:cNvPr>
            <p:cNvSpPr>
              <a:spLocks noChangeArrowheads="1"/>
            </p:cNvSpPr>
            <p:nvPr/>
          </p:nvSpPr>
          <p:spPr bwMode="auto">
            <a:xfrm>
              <a:off x="397" y="3099"/>
              <a:ext cx="382" cy="257"/>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82" name="Oval 30">
              <a:extLst>
                <a:ext uri="{FF2B5EF4-FFF2-40B4-BE49-F238E27FC236}">
                  <a16:creationId xmlns:a16="http://schemas.microsoft.com/office/drawing/2014/main" id="{696F68DE-17DD-E94D-A471-23362933571B}"/>
                </a:ext>
              </a:extLst>
            </p:cNvPr>
            <p:cNvSpPr>
              <a:spLocks noChangeArrowheads="1"/>
            </p:cNvSpPr>
            <p:nvPr/>
          </p:nvSpPr>
          <p:spPr bwMode="auto">
            <a:xfrm>
              <a:off x="1514" y="2907"/>
              <a:ext cx="554" cy="24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83" name="Oval 31">
              <a:extLst>
                <a:ext uri="{FF2B5EF4-FFF2-40B4-BE49-F238E27FC236}">
                  <a16:creationId xmlns:a16="http://schemas.microsoft.com/office/drawing/2014/main" id="{5FBAB429-4AA8-6D40-AAE1-CAEC4A3B79F3}"/>
                </a:ext>
              </a:extLst>
            </p:cNvPr>
            <p:cNvSpPr>
              <a:spLocks noChangeArrowheads="1"/>
            </p:cNvSpPr>
            <p:nvPr/>
          </p:nvSpPr>
          <p:spPr bwMode="auto">
            <a:xfrm>
              <a:off x="1598" y="3075"/>
              <a:ext cx="556" cy="249"/>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84" name="Oval 32">
              <a:extLst>
                <a:ext uri="{FF2B5EF4-FFF2-40B4-BE49-F238E27FC236}">
                  <a16:creationId xmlns:a16="http://schemas.microsoft.com/office/drawing/2014/main" id="{A83535BB-9E6C-F149-A454-B300D2D2C1BC}"/>
                </a:ext>
              </a:extLst>
            </p:cNvPr>
            <p:cNvSpPr>
              <a:spLocks noChangeArrowheads="1"/>
            </p:cNvSpPr>
            <p:nvPr/>
          </p:nvSpPr>
          <p:spPr bwMode="auto">
            <a:xfrm>
              <a:off x="715" y="3003"/>
              <a:ext cx="1141" cy="41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85" name="Oval 33">
              <a:extLst>
                <a:ext uri="{FF2B5EF4-FFF2-40B4-BE49-F238E27FC236}">
                  <a16:creationId xmlns:a16="http://schemas.microsoft.com/office/drawing/2014/main" id="{C1512C96-4D4F-D245-AD05-243349F4302A}"/>
                </a:ext>
              </a:extLst>
            </p:cNvPr>
            <p:cNvSpPr>
              <a:spLocks noChangeArrowheads="1"/>
            </p:cNvSpPr>
            <p:nvPr/>
          </p:nvSpPr>
          <p:spPr bwMode="auto">
            <a:xfrm>
              <a:off x="514"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6840" name="Freeform 34">
              <a:extLst>
                <a:ext uri="{FF2B5EF4-FFF2-40B4-BE49-F238E27FC236}">
                  <a16:creationId xmlns:a16="http://schemas.microsoft.com/office/drawing/2014/main" id="{A466F3D3-F277-FB44-8B0F-3C992EDC9520}"/>
                </a:ext>
              </a:extLst>
            </p:cNvPr>
            <p:cNvSpPr>
              <a:spLocks/>
            </p:cNvSpPr>
            <p:nvPr/>
          </p:nvSpPr>
          <p:spPr bwMode="auto">
            <a:xfrm>
              <a:off x="566"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66575" name="Text Box 35">
            <a:extLst>
              <a:ext uri="{FF2B5EF4-FFF2-40B4-BE49-F238E27FC236}">
                <a16:creationId xmlns:a16="http://schemas.microsoft.com/office/drawing/2014/main" id="{AB396750-C307-DB43-A905-9433362C92FA}"/>
              </a:ext>
            </a:extLst>
          </p:cNvPr>
          <p:cNvSpPr txBox="1">
            <a:spLocks noChangeArrowheads="1"/>
          </p:cNvSpPr>
          <p:nvPr/>
        </p:nvSpPr>
        <p:spPr bwMode="auto">
          <a:xfrm>
            <a:off x="1144429" y="1326357"/>
            <a:ext cx="49244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200">
                <a:solidFill>
                  <a:schemeClr val="folHlink"/>
                </a:solidFill>
                <a:latin typeface="Arial" panose="020B0604020202020204" pitchFamily="34" charset="0"/>
                <a:ea typeface="宋体" panose="02010600030101010101" pitchFamily="2" charset="-122"/>
                <a:cs typeface="黑体" panose="02010609060101010101" pitchFamily="49" charset="-122"/>
              </a:rPr>
              <a:t>主机</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H</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pic>
        <p:nvPicPr>
          <p:cNvPr id="66576" name="Picture 36">
            <a:extLst>
              <a:ext uri="{FF2B5EF4-FFF2-40B4-BE49-F238E27FC236}">
                <a16:creationId xmlns:a16="http://schemas.microsoft.com/office/drawing/2014/main" id="{AC6A6041-BA47-7742-AB6E-24127EBF9EA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97316" y="1491854"/>
            <a:ext cx="390525" cy="215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6577" name="Group 37">
            <a:extLst>
              <a:ext uri="{FF2B5EF4-FFF2-40B4-BE49-F238E27FC236}">
                <a16:creationId xmlns:a16="http://schemas.microsoft.com/office/drawing/2014/main" id="{F4A289AD-784B-6B47-B640-F379FEC51EEB}"/>
              </a:ext>
            </a:extLst>
          </p:cNvPr>
          <p:cNvGrpSpPr>
            <a:grpSpLocks/>
          </p:cNvGrpSpPr>
          <p:nvPr/>
        </p:nvGrpSpPr>
        <p:grpSpPr bwMode="auto">
          <a:xfrm>
            <a:off x="5651897" y="1329929"/>
            <a:ext cx="1079897" cy="647700"/>
            <a:chOff x="385" y="2795"/>
            <a:chExt cx="1769" cy="816"/>
          </a:xfrm>
        </p:grpSpPr>
        <p:sp>
          <p:nvSpPr>
            <p:cNvPr id="970790" name="Oval 38">
              <a:extLst>
                <a:ext uri="{FF2B5EF4-FFF2-40B4-BE49-F238E27FC236}">
                  <a16:creationId xmlns:a16="http://schemas.microsoft.com/office/drawing/2014/main" id="{5751A6E7-D0D8-F543-B5FD-60970D126A94}"/>
                </a:ext>
              </a:extLst>
            </p:cNvPr>
            <p:cNvSpPr>
              <a:spLocks noChangeArrowheads="1"/>
            </p:cNvSpPr>
            <p:nvPr/>
          </p:nvSpPr>
          <p:spPr bwMode="auto">
            <a:xfrm>
              <a:off x="1588" y="3060"/>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91" name="Oval 39">
              <a:extLst>
                <a:ext uri="{FF2B5EF4-FFF2-40B4-BE49-F238E27FC236}">
                  <a16:creationId xmlns:a16="http://schemas.microsoft.com/office/drawing/2014/main" id="{F7D51ABF-1922-6543-866E-D793A42039B7}"/>
                </a:ext>
              </a:extLst>
            </p:cNvPr>
            <p:cNvSpPr>
              <a:spLocks noChangeArrowheads="1"/>
            </p:cNvSpPr>
            <p:nvPr/>
          </p:nvSpPr>
          <p:spPr bwMode="auto">
            <a:xfrm>
              <a:off x="927" y="3273"/>
              <a:ext cx="885" cy="33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92" name="Oval 40">
              <a:extLst>
                <a:ext uri="{FF2B5EF4-FFF2-40B4-BE49-F238E27FC236}">
                  <a16:creationId xmlns:a16="http://schemas.microsoft.com/office/drawing/2014/main" id="{C5F26F51-1003-7D4E-84AA-AC7C3D3E4E27}"/>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93" name="Oval 41">
              <a:extLst>
                <a:ext uri="{FF2B5EF4-FFF2-40B4-BE49-F238E27FC236}">
                  <a16:creationId xmlns:a16="http://schemas.microsoft.com/office/drawing/2014/main" id="{DF03325E-763C-4640-BB7A-044795369D20}"/>
                </a:ext>
              </a:extLst>
            </p:cNvPr>
            <p:cNvSpPr>
              <a:spLocks noChangeArrowheads="1"/>
            </p:cNvSpPr>
            <p:nvPr/>
          </p:nvSpPr>
          <p:spPr bwMode="auto">
            <a:xfrm>
              <a:off x="385" y="3084"/>
              <a:ext cx="384" cy="25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94" name="Oval 42">
              <a:extLst>
                <a:ext uri="{FF2B5EF4-FFF2-40B4-BE49-F238E27FC236}">
                  <a16:creationId xmlns:a16="http://schemas.microsoft.com/office/drawing/2014/main" id="{53E7EF4E-59BA-454F-A45D-42CD3D61726E}"/>
                </a:ext>
              </a:extLst>
            </p:cNvPr>
            <p:cNvSpPr>
              <a:spLocks noChangeArrowheads="1"/>
            </p:cNvSpPr>
            <p:nvPr/>
          </p:nvSpPr>
          <p:spPr bwMode="auto">
            <a:xfrm>
              <a:off x="566" y="2883"/>
              <a:ext cx="575"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95" name="Oval 43">
              <a:extLst>
                <a:ext uri="{FF2B5EF4-FFF2-40B4-BE49-F238E27FC236}">
                  <a16:creationId xmlns:a16="http://schemas.microsoft.com/office/drawing/2014/main" id="{8FAFE843-F774-5948-902B-62B02FB04B8C}"/>
                </a:ext>
              </a:extLst>
            </p:cNvPr>
            <p:cNvSpPr>
              <a:spLocks noChangeArrowheads="1"/>
            </p:cNvSpPr>
            <p:nvPr/>
          </p:nvSpPr>
          <p:spPr bwMode="auto">
            <a:xfrm>
              <a:off x="992" y="2795"/>
              <a:ext cx="757"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96" name="Oval 44">
              <a:extLst>
                <a:ext uri="{FF2B5EF4-FFF2-40B4-BE49-F238E27FC236}">
                  <a16:creationId xmlns:a16="http://schemas.microsoft.com/office/drawing/2014/main" id="{ABA9C1CF-6D4B-344F-9214-0C546BCA4E10}"/>
                </a:ext>
              </a:extLst>
            </p:cNvPr>
            <p:cNvSpPr>
              <a:spLocks noChangeArrowheads="1"/>
            </p:cNvSpPr>
            <p:nvPr/>
          </p:nvSpPr>
          <p:spPr bwMode="auto">
            <a:xfrm>
              <a:off x="1505"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97" name="Oval 45">
              <a:extLst>
                <a:ext uri="{FF2B5EF4-FFF2-40B4-BE49-F238E27FC236}">
                  <a16:creationId xmlns:a16="http://schemas.microsoft.com/office/drawing/2014/main" id="{4CE8F3FC-6F9A-4843-AC17-6874C255D0AB}"/>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98" name="Oval 46">
              <a:extLst>
                <a:ext uri="{FF2B5EF4-FFF2-40B4-BE49-F238E27FC236}">
                  <a16:creationId xmlns:a16="http://schemas.microsoft.com/office/drawing/2014/main" id="{9B509249-B5FA-474C-8D05-9474D1975A50}"/>
                </a:ext>
              </a:extLst>
            </p:cNvPr>
            <p:cNvSpPr>
              <a:spLocks noChangeArrowheads="1"/>
            </p:cNvSpPr>
            <p:nvPr/>
          </p:nvSpPr>
          <p:spPr bwMode="auto">
            <a:xfrm rot="1336630">
              <a:off x="1473" y="3066"/>
              <a:ext cx="556" cy="417"/>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99" name="Oval 47">
              <a:extLst>
                <a:ext uri="{FF2B5EF4-FFF2-40B4-BE49-F238E27FC236}">
                  <a16:creationId xmlns:a16="http://schemas.microsoft.com/office/drawing/2014/main" id="{DF989393-5682-2B41-A8A4-9D02A1E49F3B}"/>
                </a:ext>
              </a:extLst>
            </p:cNvPr>
            <p:cNvSpPr>
              <a:spLocks noChangeArrowheads="1"/>
            </p:cNvSpPr>
            <p:nvPr/>
          </p:nvSpPr>
          <p:spPr bwMode="auto">
            <a:xfrm>
              <a:off x="1003" y="2811"/>
              <a:ext cx="757"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800" name="Oval 48">
              <a:extLst>
                <a:ext uri="{FF2B5EF4-FFF2-40B4-BE49-F238E27FC236}">
                  <a16:creationId xmlns:a16="http://schemas.microsoft.com/office/drawing/2014/main" id="{135A64E5-0B72-3945-A091-F30CFC696997}"/>
                </a:ext>
              </a:extLst>
            </p:cNvPr>
            <p:cNvSpPr>
              <a:spLocks noChangeArrowheads="1"/>
            </p:cNvSpPr>
            <p:nvPr/>
          </p:nvSpPr>
          <p:spPr bwMode="auto">
            <a:xfrm>
              <a:off x="576" y="2898"/>
              <a:ext cx="575"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801" name="Oval 49">
              <a:extLst>
                <a:ext uri="{FF2B5EF4-FFF2-40B4-BE49-F238E27FC236}">
                  <a16:creationId xmlns:a16="http://schemas.microsoft.com/office/drawing/2014/main" id="{C2C3A7AB-A7AA-4D40-9106-368135DB4E37}"/>
                </a:ext>
              </a:extLst>
            </p:cNvPr>
            <p:cNvSpPr>
              <a:spLocks noChangeArrowheads="1"/>
            </p:cNvSpPr>
            <p:nvPr/>
          </p:nvSpPr>
          <p:spPr bwMode="auto">
            <a:xfrm>
              <a:off x="397" y="3099"/>
              <a:ext cx="382" cy="257"/>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802" name="Oval 50">
              <a:extLst>
                <a:ext uri="{FF2B5EF4-FFF2-40B4-BE49-F238E27FC236}">
                  <a16:creationId xmlns:a16="http://schemas.microsoft.com/office/drawing/2014/main" id="{A5A27F06-1EBE-0B42-B6A8-F952F84766E1}"/>
                </a:ext>
              </a:extLst>
            </p:cNvPr>
            <p:cNvSpPr>
              <a:spLocks noChangeArrowheads="1"/>
            </p:cNvSpPr>
            <p:nvPr/>
          </p:nvSpPr>
          <p:spPr bwMode="auto">
            <a:xfrm>
              <a:off x="1514" y="2907"/>
              <a:ext cx="554" cy="24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803" name="Oval 51">
              <a:extLst>
                <a:ext uri="{FF2B5EF4-FFF2-40B4-BE49-F238E27FC236}">
                  <a16:creationId xmlns:a16="http://schemas.microsoft.com/office/drawing/2014/main" id="{300052F4-46FC-C54E-BCCB-34540EFA99B8}"/>
                </a:ext>
              </a:extLst>
            </p:cNvPr>
            <p:cNvSpPr>
              <a:spLocks noChangeArrowheads="1"/>
            </p:cNvSpPr>
            <p:nvPr/>
          </p:nvSpPr>
          <p:spPr bwMode="auto">
            <a:xfrm>
              <a:off x="1598" y="3075"/>
              <a:ext cx="556" cy="249"/>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804" name="Oval 52">
              <a:extLst>
                <a:ext uri="{FF2B5EF4-FFF2-40B4-BE49-F238E27FC236}">
                  <a16:creationId xmlns:a16="http://schemas.microsoft.com/office/drawing/2014/main" id="{327A1CDF-B0C4-674D-8E08-D003046920B8}"/>
                </a:ext>
              </a:extLst>
            </p:cNvPr>
            <p:cNvSpPr>
              <a:spLocks noChangeArrowheads="1"/>
            </p:cNvSpPr>
            <p:nvPr/>
          </p:nvSpPr>
          <p:spPr bwMode="auto">
            <a:xfrm>
              <a:off x="715" y="3003"/>
              <a:ext cx="1141" cy="41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805" name="Oval 53">
              <a:extLst>
                <a:ext uri="{FF2B5EF4-FFF2-40B4-BE49-F238E27FC236}">
                  <a16:creationId xmlns:a16="http://schemas.microsoft.com/office/drawing/2014/main" id="{7508081C-4245-DF4E-8027-DDF18FFCB590}"/>
                </a:ext>
              </a:extLst>
            </p:cNvPr>
            <p:cNvSpPr>
              <a:spLocks noChangeArrowheads="1"/>
            </p:cNvSpPr>
            <p:nvPr/>
          </p:nvSpPr>
          <p:spPr bwMode="auto">
            <a:xfrm>
              <a:off x="514"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6823" name="Freeform 54">
              <a:extLst>
                <a:ext uri="{FF2B5EF4-FFF2-40B4-BE49-F238E27FC236}">
                  <a16:creationId xmlns:a16="http://schemas.microsoft.com/office/drawing/2014/main" id="{93A01289-1A51-304B-BAB6-17544DAFABC3}"/>
                </a:ext>
              </a:extLst>
            </p:cNvPr>
            <p:cNvSpPr>
              <a:spLocks/>
            </p:cNvSpPr>
            <p:nvPr/>
          </p:nvSpPr>
          <p:spPr bwMode="auto">
            <a:xfrm>
              <a:off x="566"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66578" name="Group 55">
            <a:extLst>
              <a:ext uri="{FF2B5EF4-FFF2-40B4-BE49-F238E27FC236}">
                <a16:creationId xmlns:a16="http://schemas.microsoft.com/office/drawing/2014/main" id="{77A36150-C17E-1C46-BF99-AACA55FA28FA}"/>
              </a:ext>
            </a:extLst>
          </p:cNvPr>
          <p:cNvGrpSpPr>
            <a:grpSpLocks/>
          </p:cNvGrpSpPr>
          <p:nvPr/>
        </p:nvGrpSpPr>
        <p:grpSpPr bwMode="auto">
          <a:xfrm>
            <a:off x="4463654" y="2571750"/>
            <a:ext cx="311944" cy="378619"/>
            <a:chOff x="4416" y="2717"/>
            <a:chExt cx="404" cy="577"/>
          </a:xfrm>
        </p:grpSpPr>
        <p:sp>
          <p:nvSpPr>
            <p:cNvPr id="66759" name="AutoShape 56">
              <a:extLst>
                <a:ext uri="{FF2B5EF4-FFF2-40B4-BE49-F238E27FC236}">
                  <a16:creationId xmlns:a16="http://schemas.microsoft.com/office/drawing/2014/main" id="{93C31FA2-F56D-0A4E-AD19-B55C813D50E6}"/>
                </a:ext>
              </a:extLst>
            </p:cNvPr>
            <p:cNvSpPr>
              <a:spLocks noChangeAspect="1" noChangeArrowheads="1" noTextEdit="1"/>
            </p:cNvSpPr>
            <p:nvPr/>
          </p:nvSpPr>
          <p:spPr bwMode="auto">
            <a:xfrm>
              <a:off x="4416" y="2717"/>
              <a:ext cx="404" cy="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nvGrpSpPr>
            <p:cNvPr id="66760" name="Group 57">
              <a:extLst>
                <a:ext uri="{FF2B5EF4-FFF2-40B4-BE49-F238E27FC236}">
                  <a16:creationId xmlns:a16="http://schemas.microsoft.com/office/drawing/2014/main" id="{8C9280DD-DD6A-AF46-9491-701C6E303AB7}"/>
                </a:ext>
              </a:extLst>
            </p:cNvPr>
            <p:cNvGrpSpPr>
              <a:grpSpLocks/>
            </p:cNvGrpSpPr>
            <p:nvPr/>
          </p:nvGrpSpPr>
          <p:grpSpPr bwMode="auto">
            <a:xfrm>
              <a:off x="4562" y="3066"/>
              <a:ext cx="13" cy="70"/>
              <a:chOff x="4562" y="3066"/>
              <a:chExt cx="13" cy="70"/>
            </a:xfrm>
          </p:grpSpPr>
          <p:sp>
            <p:nvSpPr>
              <p:cNvPr id="66805" name="Rectangle 58">
                <a:extLst>
                  <a:ext uri="{FF2B5EF4-FFF2-40B4-BE49-F238E27FC236}">
                    <a16:creationId xmlns:a16="http://schemas.microsoft.com/office/drawing/2014/main" id="{405F9770-6791-AC46-A6E0-B5CE5E1DA945}"/>
                  </a:ext>
                </a:extLst>
              </p:cNvPr>
              <p:cNvSpPr>
                <a:spLocks noChangeArrowheads="1"/>
              </p:cNvSpPr>
              <p:nvPr/>
            </p:nvSpPr>
            <p:spPr bwMode="auto">
              <a:xfrm>
                <a:off x="4562" y="3067"/>
                <a:ext cx="13" cy="69"/>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806" name="Line 59">
                <a:extLst>
                  <a:ext uri="{FF2B5EF4-FFF2-40B4-BE49-F238E27FC236}">
                    <a16:creationId xmlns:a16="http://schemas.microsoft.com/office/drawing/2014/main" id="{9771E195-4FA9-D34A-9C92-8A0BC359FB95}"/>
                  </a:ext>
                </a:extLst>
              </p:cNvPr>
              <p:cNvSpPr>
                <a:spLocks noChangeShapeType="1"/>
              </p:cNvSpPr>
              <p:nvPr/>
            </p:nvSpPr>
            <p:spPr bwMode="auto">
              <a:xfrm>
                <a:off x="4568" y="3066"/>
                <a:ext cx="1" cy="64"/>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66761" name="Rectangle 60">
              <a:extLst>
                <a:ext uri="{FF2B5EF4-FFF2-40B4-BE49-F238E27FC236}">
                  <a16:creationId xmlns:a16="http://schemas.microsoft.com/office/drawing/2014/main" id="{3727F0AC-E780-7442-8EA8-252BB56473E1}"/>
                </a:ext>
              </a:extLst>
            </p:cNvPr>
            <p:cNvSpPr>
              <a:spLocks noChangeArrowheads="1"/>
            </p:cNvSpPr>
            <p:nvPr/>
          </p:nvSpPr>
          <p:spPr bwMode="auto">
            <a:xfrm>
              <a:off x="4503" y="3022"/>
              <a:ext cx="43" cy="112"/>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62" name="Freeform 61">
              <a:extLst>
                <a:ext uri="{FF2B5EF4-FFF2-40B4-BE49-F238E27FC236}">
                  <a16:creationId xmlns:a16="http://schemas.microsoft.com/office/drawing/2014/main" id="{48F8928F-3772-544C-B3E1-F20EB23C88D9}"/>
                </a:ext>
              </a:extLst>
            </p:cNvPr>
            <p:cNvSpPr>
              <a:spLocks/>
            </p:cNvSpPr>
            <p:nvPr/>
          </p:nvSpPr>
          <p:spPr bwMode="auto">
            <a:xfrm>
              <a:off x="4663" y="3044"/>
              <a:ext cx="28" cy="24"/>
            </a:xfrm>
            <a:custGeom>
              <a:avLst/>
              <a:gdLst>
                <a:gd name="T0" fmla="*/ 0 w 113"/>
                <a:gd name="T1" fmla="*/ 0 h 95"/>
                <a:gd name="T2" fmla="*/ 0 w 113"/>
                <a:gd name="T3" fmla="*/ 0 h 95"/>
                <a:gd name="T4" fmla="*/ 0 w 113"/>
                <a:gd name="T5" fmla="*/ 0 h 95"/>
                <a:gd name="T6" fmla="*/ 0 w 113"/>
                <a:gd name="T7" fmla="*/ 0 h 95"/>
                <a:gd name="T8" fmla="*/ 0 w 113"/>
                <a:gd name="T9" fmla="*/ 0 h 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 h="95">
                  <a:moveTo>
                    <a:pt x="0" y="0"/>
                  </a:moveTo>
                  <a:lnTo>
                    <a:pt x="0" y="95"/>
                  </a:lnTo>
                  <a:lnTo>
                    <a:pt x="113" y="95"/>
                  </a:lnTo>
                  <a:lnTo>
                    <a:pt x="113" y="19"/>
                  </a:lnTo>
                  <a:lnTo>
                    <a:pt x="0"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763" name="Freeform 62">
              <a:extLst>
                <a:ext uri="{FF2B5EF4-FFF2-40B4-BE49-F238E27FC236}">
                  <a16:creationId xmlns:a16="http://schemas.microsoft.com/office/drawing/2014/main" id="{D75BAB71-93EB-1545-9A0F-9C7521A17D56}"/>
                </a:ext>
              </a:extLst>
            </p:cNvPr>
            <p:cNvSpPr>
              <a:spLocks/>
            </p:cNvSpPr>
            <p:nvPr/>
          </p:nvSpPr>
          <p:spPr bwMode="auto">
            <a:xfrm>
              <a:off x="4604" y="3001"/>
              <a:ext cx="19" cy="21"/>
            </a:xfrm>
            <a:custGeom>
              <a:avLst/>
              <a:gdLst>
                <a:gd name="T0" fmla="*/ 0 w 78"/>
                <a:gd name="T1" fmla="*/ 0 h 86"/>
                <a:gd name="T2" fmla="*/ 0 w 78"/>
                <a:gd name="T3" fmla="*/ 0 h 86"/>
                <a:gd name="T4" fmla="*/ 0 w 78"/>
                <a:gd name="T5" fmla="*/ 0 h 86"/>
                <a:gd name="T6" fmla="*/ 0 w 78"/>
                <a:gd name="T7" fmla="*/ 0 h 86"/>
                <a:gd name="T8" fmla="*/ 0 w 78"/>
                <a:gd name="T9" fmla="*/ 0 h 8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86">
                  <a:moveTo>
                    <a:pt x="43" y="0"/>
                  </a:moveTo>
                  <a:lnTo>
                    <a:pt x="0" y="86"/>
                  </a:lnTo>
                  <a:lnTo>
                    <a:pt x="57" y="79"/>
                  </a:lnTo>
                  <a:lnTo>
                    <a:pt x="78" y="22"/>
                  </a:lnTo>
                  <a:lnTo>
                    <a:pt x="43"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64" name="Freeform 63">
              <a:extLst>
                <a:ext uri="{FF2B5EF4-FFF2-40B4-BE49-F238E27FC236}">
                  <a16:creationId xmlns:a16="http://schemas.microsoft.com/office/drawing/2014/main" id="{3AA01DA8-9A17-4C42-A3D1-466FA72ABD7D}"/>
                </a:ext>
              </a:extLst>
            </p:cNvPr>
            <p:cNvSpPr>
              <a:spLocks/>
            </p:cNvSpPr>
            <p:nvPr/>
          </p:nvSpPr>
          <p:spPr bwMode="auto">
            <a:xfrm>
              <a:off x="4570" y="3144"/>
              <a:ext cx="90" cy="7"/>
            </a:xfrm>
            <a:custGeom>
              <a:avLst/>
              <a:gdLst>
                <a:gd name="T0" fmla="*/ 0 w 360"/>
                <a:gd name="T1" fmla="*/ 0 h 30"/>
                <a:gd name="T2" fmla="*/ 0 w 360"/>
                <a:gd name="T3" fmla="*/ 0 h 30"/>
                <a:gd name="T4" fmla="*/ 0 w 360"/>
                <a:gd name="T5" fmla="*/ 0 h 30"/>
                <a:gd name="T6" fmla="*/ 0 w 360"/>
                <a:gd name="T7" fmla="*/ 0 h 30"/>
                <a:gd name="T8" fmla="*/ 0 w 360"/>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0" h="30">
                  <a:moveTo>
                    <a:pt x="0" y="0"/>
                  </a:moveTo>
                  <a:lnTo>
                    <a:pt x="360" y="0"/>
                  </a:lnTo>
                  <a:lnTo>
                    <a:pt x="360" y="30"/>
                  </a:lnTo>
                  <a:lnTo>
                    <a:pt x="4" y="30"/>
                  </a:lnTo>
                  <a:lnTo>
                    <a:pt x="0" y="0"/>
                  </a:lnTo>
                  <a:close/>
                </a:path>
              </a:pathLst>
            </a:custGeom>
            <a:solidFill>
              <a:srgbClr val="808080"/>
            </a:solidFill>
            <a:ln w="3175">
              <a:solidFill>
                <a:srgbClr val="000000"/>
              </a:solidFill>
              <a:prstDash val="solid"/>
              <a:round/>
              <a:headEnd/>
              <a:tailEnd/>
            </a:ln>
          </p:spPr>
          <p:txBody>
            <a:bodyPr/>
            <a:lstStyle/>
            <a:p>
              <a:endParaRPr lang="zh-CN" altLang="en-US"/>
            </a:p>
          </p:txBody>
        </p:sp>
        <p:sp>
          <p:nvSpPr>
            <p:cNvPr id="66765" name="Freeform 64">
              <a:extLst>
                <a:ext uri="{FF2B5EF4-FFF2-40B4-BE49-F238E27FC236}">
                  <a16:creationId xmlns:a16="http://schemas.microsoft.com/office/drawing/2014/main" id="{420634EE-6FAF-E84F-9429-1D9F82C1932E}"/>
                </a:ext>
              </a:extLst>
            </p:cNvPr>
            <p:cNvSpPr>
              <a:spLocks/>
            </p:cNvSpPr>
            <p:nvPr/>
          </p:nvSpPr>
          <p:spPr bwMode="auto">
            <a:xfrm>
              <a:off x="4502" y="2862"/>
              <a:ext cx="37" cy="46"/>
            </a:xfrm>
            <a:custGeom>
              <a:avLst/>
              <a:gdLst>
                <a:gd name="T0" fmla="*/ 0 w 150"/>
                <a:gd name="T1" fmla="*/ 0 h 184"/>
                <a:gd name="T2" fmla="*/ 0 w 150"/>
                <a:gd name="T3" fmla="*/ 0 h 184"/>
                <a:gd name="T4" fmla="*/ 0 w 150"/>
                <a:gd name="T5" fmla="*/ 0 h 184"/>
                <a:gd name="T6" fmla="*/ 0 w 150"/>
                <a:gd name="T7" fmla="*/ 0 h 184"/>
                <a:gd name="T8" fmla="*/ 0 w 150"/>
                <a:gd name="T9" fmla="*/ 0 h 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0" h="184">
                  <a:moveTo>
                    <a:pt x="141" y="0"/>
                  </a:moveTo>
                  <a:lnTo>
                    <a:pt x="1" y="131"/>
                  </a:lnTo>
                  <a:lnTo>
                    <a:pt x="0" y="184"/>
                  </a:lnTo>
                  <a:lnTo>
                    <a:pt x="150" y="60"/>
                  </a:lnTo>
                  <a:lnTo>
                    <a:pt x="141"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66" name="Freeform 65">
              <a:extLst>
                <a:ext uri="{FF2B5EF4-FFF2-40B4-BE49-F238E27FC236}">
                  <a16:creationId xmlns:a16="http://schemas.microsoft.com/office/drawing/2014/main" id="{0DA88225-18D2-9546-ACA6-56552D248571}"/>
                </a:ext>
              </a:extLst>
            </p:cNvPr>
            <p:cNvSpPr>
              <a:spLocks/>
            </p:cNvSpPr>
            <p:nvPr/>
          </p:nvSpPr>
          <p:spPr bwMode="auto">
            <a:xfrm>
              <a:off x="4492" y="2741"/>
              <a:ext cx="57" cy="394"/>
            </a:xfrm>
            <a:custGeom>
              <a:avLst/>
              <a:gdLst>
                <a:gd name="T0" fmla="*/ 0 w 228"/>
                <a:gd name="T1" fmla="*/ 0 h 1575"/>
                <a:gd name="T2" fmla="*/ 0 w 228"/>
                <a:gd name="T3" fmla="*/ 0 h 1575"/>
                <a:gd name="T4" fmla="*/ 0 w 228"/>
                <a:gd name="T5" fmla="*/ 0 h 1575"/>
                <a:gd name="T6" fmla="*/ 0 w 228"/>
                <a:gd name="T7" fmla="*/ 0 h 1575"/>
                <a:gd name="T8" fmla="*/ 0 w 228"/>
                <a:gd name="T9" fmla="*/ 0 h 1575"/>
                <a:gd name="T10" fmla="*/ 0 w 228"/>
                <a:gd name="T11" fmla="*/ 0 h 1575"/>
                <a:gd name="T12" fmla="*/ 0 w 228"/>
                <a:gd name="T13" fmla="*/ 0 h 15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8" h="1575">
                  <a:moveTo>
                    <a:pt x="228" y="0"/>
                  </a:moveTo>
                  <a:lnTo>
                    <a:pt x="0" y="93"/>
                  </a:lnTo>
                  <a:lnTo>
                    <a:pt x="0" y="1575"/>
                  </a:lnTo>
                  <a:lnTo>
                    <a:pt x="42" y="1575"/>
                  </a:lnTo>
                  <a:lnTo>
                    <a:pt x="42" y="228"/>
                  </a:lnTo>
                  <a:lnTo>
                    <a:pt x="228" y="150"/>
                  </a:lnTo>
                  <a:lnTo>
                    <a:pt x="228" y="0"/>
                  </a:lnTo>
                  <a:close/>
                </a:path>
              </a:pathLst>
            </a:custGeom>
            <a:solidFill>
              <a:srgbClr val="9F9F9F"/>
            </a:solidFill>
            <a:ln w="3175">
              <a:solidFill>
                <a:srgbClr val="000000"/>
              </a:solidFill>
              <a:prstDash val="solid"/>
              <a:round/>
              <a:headEnd/>
              <a:tailEnd/>
            </a:ln>
          </p:spPr>
          <p:txBody>
            <a:bodyPr/>
            <a:lstStyle/>
            <a:p>
              <a:endParaRPr lang="zh-CN" altLang="en-US"/>
            </a:p>
          </p:txBody>
        </p:sp>
        <p:sp>
          <p:nvSpPr>
            <p:cNvPr id="66767" name="Freeform 66">
              <a:extLst>
                <a:ext uri="{FF2B5EF4-FFF2-40B4-BE49-F238E27FC236}">
                  <a16:creationId xmlns:a16="http://schemas.microsoft.com/office/drawing/2014/main" id="{A9261FD0-415A-E54E-8170-3EB7CED98EA8}"/>
                </a:ext>
              </a:extLst>
            </p:cNvPr>
            <p:cNvSpPr>
              <a:spLocks/>
            </p:cNvSpPr>
            <p:nvPr/>
          </p:nvSpPr>
          <p:spPr bwMode="auto">
            <a:xfrm>
              <a:off x="4490" y="3135"/>
              <a:ext cx="327" cy="85"/>
            </a:xfrm>
            <a:custGeom>
              <a:avLst/>
              <a:gdLst>
                <a:gd name="T0" fmla="*/ 0 w 1306"/>
                <a:gd name="T1" fmla="*/ 0 h 344"/>
                <a:gd name="T2" fmla="*/ 0 w 1306"/>
                <a:gd name="T3" fmla="*/ 0 h 344"/>
                <a:gd name="T4" fmla="*/ 0 w 1306"/>
                <a:gd name="T5" fmla="*/ 0 h 344"/>
                <a:gd name="T6" fmla="*/ 0 w 1306"/>
                <a:gd name="T7" fmla="*/ 0 h 344"/>
                <a:gd name="T8" fmla="*/ 0 w 1306"/>
                <a:gd name="T9" fmla="*/ 0 h 344"/>
                <a:gd name="T10" fmla="*/ 0 w 1306"/>
                <a:gd name="T11" fmla="*/ 0 h 344"/>
                <a:gd name="T12" fmla="*/ 0 w 1306"/>
                <a:gd name="T13" fmla="*/ 0 h 344"/>
                <a:gd name="T14" fmla="*/ 0 w 1306"/>
                <a:gd name="T15" fmla="*/ 0 h 344"/>
                <a:gd name="T16" fmla="*/ 0 w 1306"/>
                <a:gd name="T17" fmla="*/ 0 h 344"/>
                <a:gd name="T18" fmla="*/ 0 w 1306"/>
                <a:gd name="T19" fmla="*/ 0 h 344"/>
                <a:gd name="T20" fmla="*/ 0 w 1306"/>
                <a:gd name="T21" fmla="*/ 0 h 3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306" h="344">
                  <a:moveTo>
                    <a:pt x="0" y="344"/>
                  </a:moveTo>
                  <a:lnTo>
                    <a:pt x="0" y="0"/>
                  </a:lnTo>
                  <a:lnTo>
                    <a:pt x="284" y="0"/>
                  </a:lnTo>
                  <a:lnTo>
                    <a:pt x="341" y="57"/>
                  </a:lnTo>
                  <a:lnTo>
                    <a:pt x="511" y="57"/>
                  </a:lnTo>
                  <a:lnTo>
                    <a:pt x="568" y="116"/>
                  </a:lnTo>
                  <a:lnTo>
                    <a:pt x="1136" y="116"/>
                  </a:lnTo>
                  <a:lnTo>
                    <a:pt x="1136" y="230"/>
                  </a:lnTo>
                  <a:lnTo>
                    <a:pt x="1306" y="230"/>
                  </a:lnTo>
                  <a:lnTo>
                    <a:pt x="1306" y="344"/>
                  </a:lnTo>
                  <a:lnTo>
                    <a:pt x="0" y="344"/>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68" name="Rectangle 67">
              <a:extLst>
                <a:ext uri="{FF2B5EF4-FFF2-40B4-BE49-F238E27FC236}">
                  <a16:creationId xmlns:a16="http://schemas.microsoft.com/office/drawing/2014/main" id="{51FE8BE5-5E7D-2C4C-9C73-887220CEA50D}"/>
                </a:ext>
              </a:extLst>
            </p:cNvPr>
            <p:cNvSpPr>
              <a:spLocks noChangeArrowheads="1"/>
            </p:cNvSpPr>
            <p:nvPr/>
          </p:nvSpPr>
          <p:spPr bwMode="auto">
            <a:xfrm>
              <a:off x="4491" y="3193"/>
              <a:ext cx="240" cy="26"/>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69" name="Line 68">
              <a:extLst>
                <a:ext uri="{FF2B5EF4-FFF2-40B4-BE49-F238E27FC236}">
                  <a16:creationId xmlns:a16="http://schemas.microsoft.com/office/drawing/2014/main" id="{5EA05809-70F0-AE4B-9241-07F847C7F4F2}"/>
                </a:ext>
              </a:extLst>
            </p:cNvPr>
            <p:cNvSpPr>
              <a:spLocks noChangeShapeType="1"/>
            </p:cNvSpPr>
            <p:nvPr/>
          </p:nvSpPr>
          <p:spPr bwMode="auto">
            <a:xfrm>
              <a:off x="4479" y="3015"/>
              <a:ext cx="1" cy="50"/>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70" name="Freeform 69">
              <a:extLst>
                <a:ext uri="{FF2B5EF4-FFF2-40B4-BE49-F238E27FC236}">
                  <a16:creationId xmlns:a16="http://schemas.microsoft.com/office/drawing/2014/main" id="{2FC6D714-C186-FB43-AAEC-3080AD88172D}"/>
                </a:ext>
              </a:extLst>
            </p:cNvPr>
            <p:cNvSpPr>
              <a:spLocks/>
            </p:cNvSpPr>
            <p:nvPr/>
          </p:nvSpPr>
          <p:spPr bwMode="auto">
            <a:xfrm>
              <a:off x="4471" y="3065"/>
              <a:ext cx="21" cy="25"/>
            </a:xfrm>
            <a:custGeom>
              <a:avLst/>
              <a:gdLst>
                <a:gd name="T0" fmla="*/ 0 w 85"/>
                <a:gd name="T1" fmla="*/ 0 h 99"/>
                <a:gd name="T2" fmla="*/ 0 w 85"/>
                <a:gd name="T3" fmla="*/ 0 h 99"/>
                <a:gd name="T4" fmla="*/ 0 w 85"/>
                <a:gd name="T5" fmla="*/ 0 h 99"/>
                <a:gd name="T6" fmla="*/ 0 w 85"/>
                <a:gd name="T7" fmla="*/ 0 h 99"/>
                <a:gd name="T8" fmla="*/ 0 w 85"/>
                <a:gd name="T9" fmla="*/ 0 h 99"/>
                <a:gd name="T10" fmla="*/ 0 w 85"/>
                <a:gd name="T11" fmla="*/ 0 h 99"/>
                <a:gd name="T12" fmla="*/ 0 w 85"/>
                <a:gd name="T13" fmla="*/ 0 h 9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 h="99">
                  <a:moveTo>
                    <a:pt x="0" y="99"/>
                  </a:moveTo>
                  <a:lnTo>
                    <a:pt x="0" y="0"/>
                  </a:lnTo>
                  <a:lnTo>
                    <a:pt x="85" y="0"/>
                  </a:lnTo>
                  <a:lnTo>
                    <a:pt x="85" y="35"/>
                  </a:lnTo>
                  <a:lnTo>
                    <a:pt x="28" y="35"/>
                  </a:lnTo>
                  <a:lnTo>
                    <a:pt x="28" y="99"/>
                  </a:lnTo>
                  <a:lnTo>
                    <a:pt x="0" y="99"/>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71" name="Freeform 70">
              <a:extLst>
                <a:ext uri="{FF2B5EF4-FFF2-40B4-BE49-F238E27FC236}">
                  <a16:creationId xmlns:a16="http://schemas.microsoft.com/office/drawing/2014/main" id="{94A34539-4721-7044-B994-CD1A0279B30E}"/>
                </a:ext>
              </a:extLst>
            </p:cNvPr>
            <p:cNvSpPr>
              <a:spLocks/>
            </p:cNvSpPr>
            <p:nvPr/>
          </p:nvSpPr>
          <p:spPr bwMode="auto">
            <a:xfrm>
              <a:off x="4590" y="3047"/>
              <a:ext cx="72" cy="104"/>
            </a:xfrm>
            <a:custGeom>
              <a:avLst/>
              <a:gdLst>
                <a:gd name="T0" fmla="*/ 0 w 290"/>
                <a:gd name="T1" fmla="*/ 0 h 415"/>
                <a:gd name="T2" fmla="*/ 0 w 290"/>
                <a:gd name="T3" fmla="*/ 0 h 415"/>
                <a:gd name="T4" fmla="*/ 0 w 290"/>
                <a:gd name="T5" fmla="*/ 0 h 415"/>
                <a:gd name="T6" fmla="*/ 0 w 290"/>
                <a:gd name="T7" fmla="*/ 0 h 415"/>
                <a:gd name="T8" fmla="*/ 0 w 290"/>
                <a:gd name="T9" fmla="*/ 0 h 4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 h="415">
                  <a:moveTo>
                    <a:pt x="0" y="0"/>
                  </a:moveTo>
                  <a:lnTo>
                    <a:pt x="290" y="415"/>
                  </a:lnTo>
                  <a:lnTo>
                    <a:pt x="248" y="406"/>
                  </a:lnTo>
                  <a:lnTo>
                    <a:pt x="0" y="57"/>
                  </a:lnTo>
                  <a:lnTo>
                    <a:pt x="0" y="0"/>
                  </a:lnTo>
                  <a:close/>
                </a:path>
              </a:pathLst>
            </a:custGeom>
            <a:solidFill>
              <a:srgbClr val="9F9F9F"/>
            </a:solidFill>
            <a:ln w="3175">
              <a:solidFill>
                <a:srgbClr val="000000"/>
              </a:solidFill>
              <a:prstDash val="solid"/>
              <a:round/>
              <a:headEnd/>
              <a:tailEnd/>
            </a:ln>
          </p:spPr>
          <p:txBody>
            <a:bodyPr/>
            <a:lstStyle/>
            <a:p>
              <a:endParaRPr lang="zh-CN" altLang="en-US"/>
            </a:p>
          </p:txBody>
        </p:sp>
        <p:sp>
          <p:nvSpPr>
            <p:cNvPr id="66772" name="Freeform 71">
              <a:extLst>
                <a:ext uri="{FF2B5EF4-FFF2-40B4-BE49-F238E27FC236}">
                  <a16:creationId xmlns:a16="http://schemas.microsoft.com/office/drawing/2014/main" id="{335438BD-27DF-7C44-91B1-F190BC1E40CE}"/>
                </a:ext>
              </a:extLst>
            </p:cNvPr>
            <p:cNvSpPr>
              <a:spLocks/>
            </p:cNvSpPr>
            <p:nvPr/>
          </p:nvSpPr>
          <p:spPr bwMode="auto">
            <a:xfrm>
              <a:off x="4433" y="3106"/>
              <a:ext cx="57" cy="114"/>
            </a:xfrm>
            <a:custGeom>
              <a:avLst/>
              <a:gdLst>
                <a:gd name="T0" fmla="*/ 0 w 227"/>
                <a:gd name="T1" fmla="*/ 0 h 458"/>
                <a:gd name="T2" fmla="*/ 0 w 227"/>
                <a:gd name="T3" fmla="*/ 0 h 458"/>
                <a:gd name="T4" fmla="*/ 0 w 227"/>
                <a:gd name="T5" fmla="*/ 0 h 458"/>
                <a:gd name="T6" fmla="*/ 0 w 227"/>
                <a:gd name="T7" fmla="*/ 0 h 458"/>
                <a:gd name="T8" fmla="*/ 0 w 227"/>
                <a:gd name="T9" fmla="*/ 0 h 458"/>
                <a:gd name="T10" fmla="*/ 0 w 227"/>
                <a:gd name="T11" fmla="*/ 0 h 45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7" h="458">
                  <a:moveTo>
                    <a:pt x="170" y="0"/>
                  </a:moveTo>
                  <a:lnTo>
                    <a:pt x="0" y="171"/>
                  </a:lnTo>
                  <a:lnTo>
                    <a:pt x="0" y="458"/>
                  </a:lnTo>
                  <a:lnTo>
                    <a:pt x="227" y="458"/>
                  </a:lnTo>
                  <a:lnTo>
                    <a:pt x="227" y="114"/>
                  </a:lnTo>
                  <a:lnTo>
                    <a:pt x="170"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73" name="Rectangle 72">
              <a:extLst>
                <a:ext uri="{FF2B5EF4-FFF2-40B4-BE49-F238E27FC236}">
                  <a16:creationId xmlns:a16="http://schemas.microsoft.com/office/drawing/2014/main" id="{1217788D-5236-B143-AFA8-D30C2DAF1D76}"/>
                </a:ext>
              </a:extLst>
            </p:cNvPr>
            <p:cNvSpPr>
              <a:spLocks noChangeArrowheads="1"/>
            </p:cNvSpPr>
            <p:nvPr/>
          </p:nvSpPr>
          <p:spPr bwMode="auto">
            <a:xfrm>
              <a:off x="4420" y="3276"/>
              <a:ext cx="395" cy="14"/>
            </a:xfrm>
            <a:prstGeom prst="rect">
              <a:avLst/>
            </a:prstGeom>
            <a:solidFill>
              <a:srgbClr val="9F9F9F"/>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74" name="Rectangle 73">
              <a:extLst>
                <a:ext uri="{FF2B5EF4-FFF2-40B4-BE49-F238E27FC236}">
                  <a16:creationId xmlns:a16="http://schemas.microsoft.com/office/drawing/2014/main" id="{B9D21D52-7EE2-304D-B77E-FBEB879FCB8B}"/>
                </a:ext>
              </a:extLst>
            </p:cNvPr>
            <p:cNvSpPr>
              <a:spLocks noChangeArrowheads="1"/>
            </p:cNvSpPr>
            <p:nvPr/>
          </p:nvSpPr>
          <p:spPr bwMode="auto">
            <a:xfrm>
              <a:off x="4420" y="3250"/>
              <a:ext cx="395" cy="24"/>
            </a:xfrm>
            <a:prstGeom prst="rect">
              <a:avLst/>
            </a:prstGeom>
            <a:solidFill>
              <a:srgbClr val="9F9F9F"/>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75" name="Rectangle 74">
              <a:extLst>
                <a:ext uri="{FF2B5EF4-FFF2-40B4-BE49-F238E27FC236}">
                  <a16:creationId xmlns:a16="http://schemas.microsoft.com/office/drawing/2014/main" id="{1389837A-2506-E94E-8E1A-C6B032CB8CC4}"/>
                </a:ext>
              </a:extLst>
            </p:cNvPr>
            <p:cNvSpPr>
              <a:spLocks noChangeArrowheads="1"/>
            </p:cNvSpPr>
            <p:nvPr/>
          </p:nvSpPr>
          <p:spPr bwMode="auto">
            <a:xfrm>
              <a:off x="4420" y="3221"/>
              <a:ext cx="395" cy="27"/>
            </a:xfrm>
            <a:prstGeom prst="rect">
              <a:avLst/>
            </a:prstGeom>
            <a:solidFill>
              <a:srgbClr val="9F9F9F"/>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76" name="Rectangle 75">
              <a:extLst>
                <a:ext uri="{FF2B5EF4-FFF2-40B4-BE49-F238E27FC236}">
                  <a16:creationId xmlns:a16="http://schemas.microsoft.com/office/drawing/2014/main" id="{FDB52BE2-3952-2241-B157-7FF00CD22F4F}"/>
                </a:ext>
              </a:extLst>
            </p:cNvPr>
            <p:cNvSpPr>
              <a:spLocks noChangeArrowheads="1"/>
            </p:cNvSpPr>
            <p:nvPr/>
          </p:nvSpPr>
          <p:spPr bwMode="auto">
            <a:xfrm>
              <a:off x="4763" y="3200"/>
              <a:ext cx="41" cy="12"/>
            </a:xfrm>
            <a:prstGeom prst="rect">
              <a:avLst/>
            </a:prstGeom>
            <a:solidFill>
              <a:srgbClr val="9F9F9F"/>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77" name="Oval 76">
              <a:extLst>
                <a:ext uri="{FF2B5EF4-FFF2-40B4-BE49-F238E27FC236}">
                  <a16:creationId xmlns:a16="http://schemas.microsoft.com/office/drawing/2014/main" id="{45C0DE8E-FCD0-D141-98FB-BA0DA03D40A3}"/>
                </a:ext>
              </a:extLst>
            </p:cNvPr>
            <p:cNvSpPr>
              <a:spLocks noChangeArrowheads="1"/>
            </p:cNvSpPr>
            <p:nvPr/>
          </p:nvSpPr>
          <p:spPr bwMode="auto">
            <a:xfrm>
              <a:off x="4462" y="3092"/>
              <a:ext cx="28" cy="29"/>
            </a:xfrm>
            <a:prstGeom prst="ellipse">
              <a:avLst/>
            </a:prstGeom>
            <a:solidFill>
              <a:srgbClr val="9F9F9F"/>
            </a:solidFill>
            <a:ln w="3175">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78" name="Rectangle 77">
              <a:extLst>
                <a:ext uri="{FF2B5EF4-FFF2-40B4-BE49-F238E27FC236}">
                  <a16:creationId xmlns:a16="http://schemas.microsoft.com/office/drawing/2014/main" id="{67E1F1FC-6851-C64A-81D3-3A11F70AB7A8}"/>
                </a:ext>
              </a:extLst>
            </p:cNvPr>
            <p:cNvSpPr>
              <a:spLocks noChangeArrowheads="1"/>
            </p:cNvSpPr>
            <p:nvPr/>
          </p:nvSpPr>
          <p:spPr bwMode="auto">
            <a:xfrm>
              <a:off x="4562" y="3036"/>
              <a:ext cx="27" cy="26"/>
            </a:xfrm>
            <a:prstGeom prst="rect">
              <a:avLst/>
            </a:prstGeom>
            <a:solidFill>
              <a:srgbClr val="80808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79" name="Freeform 78">
              <a:extLst>
                <a:ext uri="{FF2B5EF4-FFF2-40B4-BE49-F238E27FC236}">
                  <a16:creationId xmlns:a16="http://schemas.microsoft.com/office/drawing/2014/main" id="{DE58BC5B-6D90-E043-B004-D94AFBBE99F8}"/>
                </a:ext>
              </a:extLst>
            </p:cNvPr>
            <p:cNvSpPr>
              <a:spLocks/>
            </p:cNvSpPr>
            <p:nvPr/>
          </p:nvSpPr>
          <p:spPr bwMode="auto">
            <a:xfrm>
              <a:off x="4547" y="3021"/>
              <a:ext cx="114" cy="114"/>
            </a:xfrm>
            <a:custGeom>
              <a:avLst/>
              <a:gdLst>
                <a:gd name="T0" fmla="*/ 0 w 454"/>
                <a:gd name="T1" fmla="*/ 0 h 455"/>
                <a:gd name="T2" fmla="*/ 0 w 454"/>
                <a:gd name="T3" fmla="*/ 0 h 455"/>
                <a:gd name="T4" fmla="*/ 0 w 454"/>
                <a:gd name="T5" fmla="*/ 0 h 455"/>
                <a:gd name="T6" fmla="*/ 0 w 454"/>
                <a:gd name="T7" fmla="*/ 0 h 455"/>
                <a:gd name="T8" fmla="*/ 0 w 454"/>
                <a:gd name="T9" fmla="*/ 0 h 455"/>
                <a:gd name="T10" fmla="*/ 0 w 454"/>
                <a:gd name="T11" fmla="*/ 0 h 455"/>
                <a:gd name="T12" fmla="*/ 0 w 454"/>
                <a:gd name="T13" fmla="*/ 0 h 45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54" h="455">
                  <a:moveTo>
                    <a:pt x="57" y="455"/>
                  </a:moveTo>
                  <a:lnTo>
                    <a:pt x="57" y="57"/>
                  </a:lnTo>
                  <a:lnTo>
                    <a:pt x="454" y="57"/>
                  </a:lnTo>
                  <a:lnTo>
                    <a:pt x="454" y="0"/>
                  </a:lnTo>
                  <a:lnTo>
                    <a:pt x="0" y="0"/>
                  </a:lnTo>
                  <a:lnTo>
                    <a:pt x="0" y="455"/>
                  </a:lnTo>
                  <a:lnTo>
                    <a:pt x="57" y="455"/>
                  </a:lnTo>
                  <a:close/>
                </a:path>
              </a:pathLst>
            </a:custGeom>
            <a:solidFill>
              <a:srgbClr val="C0C0C0"/>
            </a:solidFill>
            <a:ln w="3175">
              <a:solidFill>
                <a:srgbClr val="000000"/>
              </a:solidFill>
              <a:prstDash val="solid"/>
              <a:round/>
              <a:headEnd/>
              <a:tailEnd/>
            </a:ln>
          </p:spPr>
          <p:txBody>
            <a:bodyPr/>
            <a:lstStyle/>
            <a:p>
              <a:endParaRPr lang="zh-CN" altLang="en-US"/>
            </a:p>
          </p:txBody>
        </p:sp>
        <p:grpSp>
          <p:nvGrpSpPr>
            <p:cNvPr id="66780" name="Group 79">
              <a:extLst>
                <a:ext uri="{FF2B5EF4-FFF2-40B4-BE49-F238E27FC236}">
                  <a16:creationId xmlns:a16="http://schemas.microsoft.com/office/drawing/2014/main" id="{A2E17B44-86ED-F143-AA1D-DF54612015A4}"/>
                </a:ext>
              </a:extLst>
            </p:cNvPr>
            <p:cNvGrpSpPr>
              <a:grpSpLocks/>
            </p:cNvGrpSpPr>
            <p:nvPr/>
          </p:nvGrpSpPr>
          <p:grpSpPr bwMode="auto">
            <a:xfrm>
              <a:off x="4455" y="2913"/>
              <a:ext cx="126" cy="116"/>
              <a:chOff x="4455" y="2913"/>
              <a:chExt cx="126" cy="116"/>
            </a:xfrm>
          </p:grpSpPr>
          <p:sp>
            <p:nvSpPr>
              <p:cNvPr id="66803" name="Oval 80">
                <a:extLst>
                  <a:ext uri="{FF2B5EF4-FFF2-40B4-BE49-F238E27FC236}">
                    <a16:creationId xmlns:a16="http://schemas.microsoft.com/office/drawing/2014/main" id="{514F195D-B458-6049-AF9D-D35A3E1A2F34}"/>
                  </a:ext>
                </a:extLst>
              </p:cNvPr>
              <p:cNvSpPr>
                <a:spLocks noChangeArrowheads="1"/>
              </p:cNvSpPr>
              <p:nvPr/>
            </p:nvSpPr>
            <p:spPr bwMode="auto">
              <a:xfrm>
                <a:off x="4465" y="2913"/>
                <a:ext cx="116" cy="116"/>
              </a:xfrm>
              <a:prstGeom prst="ellipse">
                <a:avLst/>
              </a:prstGeom>
              <a:solidFill>
                <a:srgbClr val="808080"/>
              </a:solidFill>
              <a:ln w="3175">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804" name="Oval 81">
                <a:extLst>
                  <a:ext uri="{FF2B5EF4-FFF2-40B4-BE49-F238E27FC236}">
                    <a16:creationId xmlns:a16="http://schemas.microsoft.com/office/drawing/2014/main" id="{50A6BE9C-5A0F-414B-9E25-14E6516CF824}"/>
                  </a:ext>
                </a:extLst>
              </p:cNvPr>
              <p:cNvSpPr>
                <a:spLocks noChangeArrowheads="1"/>
              </p:cNvSpPr>
              <p:nvPr/>
            </p:nvSpPr>
            <p:spPr bwMode="auto">
              <a:xfrm>
                <a:off x="4455" y="2913"/>
                <a:ext cx="115" cy="116"/>
              </a:xfrm>
              <a:prstGeom prst="ellipse">
                <a:avLst/>
              </a:prstGeom>
              <a:solidFill>
                <a:srgbClr val="C0C0C0"/>
              </a:solidFill>
              <a:ln w="3175">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nvGrpSpPr>
            <p:cNvPr id="66781" name="Group 82">
              <a:extLst>
                <a:ext uri="{FF2B5EF4-FFF2-40B4-BE49-F238E27FC236}">
                  <a16:creationId xmlns:a16="http://schemas.microsoft.com/office/drawing/2014/main" id="{EBD9E35D-C120-5D48-B2FD-628823A89768}"/>
                </a:ext>
              </a:extLst>
            </p:cNvPr>
            <p:cNvGrpSpPr>
              <a:grpSpLocks/>
            </p:cNvGrpSpPr>
            <p:nvPr/>
          </p:nvGrpSpPr>
          <p:grpSpPr bwMode="auto">
            <a:xfrm>
              <a:off x="4504" y="3136"/>
              <a:ext cx="43" cy="112"/>
              <a:chOff x="4504" y="3136"/>
              <a:chExt cx="43" cy="112"/>
            </a:xfrm>
          </p:grpSpPr>
          <p:sp>
            <p:nvSpPr>
              <p:cNvPr id="66794" name="Rectangle 83">
                <a:extLst>
                  <a:ext uri="{FF2B5EF4-FFF2-40B4-BE49-F238E27FC236}">
                    <a16:creationId xmlns:a16="http://schemas.microsoft.com/office/drawing/2014/main" id="{03ACBF78-0705-1147-AF4D-9BC1219C7BC5}"/>
                  </a:ext>
                </a:extLst>
              </p:cNvPr>
              <p:cNvSpPr>
                <a:spLocks noChangeArrowheads="1"/>
              </p:cNvSpPr>
              <p:nvPr/>
            </p:nvSpPr>
            <p:spPr bwMode="auto">
              <a:xfrm>
                <a:off x="4505" y="3136"/>
                <a:ext cx="41" cy="112"/>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66795" name="Group 84">
                <a:extLst>
                  <a:ext uri="{FF2B5EF4-FFF2-40B4-BE49-F238E27FC236}">
                    <a16:creationId xmlns:a16="http://schemas.microsoft.com/office/drawing/2014/main" id="{2CE7B7B4-49DD-3443-B0AC-6CC224782439}"/>
                  </a:ext>
                </a:extLst>
              </p:cNvPr>
              <p:cNvGrpSpPr>
                <a:grpSpLocks/>
              </p:cNvGrpSpPr>
              <p:nvPr/>
            </p:nvGrpSpPr>
            <p:grpSpPr bwMode="auto">
              <a:xfrm>
                <a:off x="4504" y="3149"/>
                <a:ext cx="43" cy="87"/>
                <a:chOff x="4504" y="3149"/>
                <a:chExt cx="43" cy="87"/>
              </a:xfrm>
            </p:grpSpPr>
            <p:sp>
              <p:nvSpPr>
                <p:cNvPr id="66796" name="Line 85">
                  <a:extLst>
                    <a:ext uri="{FF2B5EF4-FFF2-40B4-BE49-F238E27FC236}">
                      <a16:creationId xmlns:a16="http://schemas.microsoft.com/office/drawing/2014/main" id="{57359E4A-0FF9-044F-BC64-F278A59B62D8}"/>
                    </a:ext>
                  </a:extLst>
                </p:cNvPr>
                <p:cNvSpPr>
                  <a:spLocks noChangeShapeType="1"/>
                </p:cNvSpPr>
                <p:nvPr/>
              </p:nvSpPr>
              <p:spPr bwMode="auto">
                <a:xfrm>
                  <a:off x="4504" y="3163"/>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97" name="Line 86">
                  <a:extLst>
                    <a:ext uri="{FF2B5EF4-FFF2-40B4-BE49-F238E27FC236}">
                      <a16:creationId xmlns:a16="http://schemas.microsoft.com/office/drawing/2014/main" id="{5ABB48B1-178B-9C45-8BAD-C0A139542E9C}"/>
                    </a:ext>
                  </a:extLst>
                </p:cNvPr>
                <p:cNvSpPr>
                  <a:spLocks noChangeShapeType="1"/>
                </p:cNvSpPr>
                <p:nvPr/>
              </p:nvSpPr>
              <p:spPr bwMode="auto">
                <a:xfrm>
                  <a:off x="4504" y="3206"/>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98" name="Line 87">
                  <a:extLst>
                    <a:ext uri="{FF2B5EF4-FFF2-40B4-BE49-F238E27FC236}">
                      <a16:creationId xmlns:a16="http://schemas.microsoft.com/office/drawing/2014/main" id="{A6A1CED0-5660-F643-ABEA-0C527F7A6EA0}"/>
                    </a:ext>
                  </a:extLst>
                </p:cNvPr>
                <p:cNvSpPr>
                  <a:spLocks noChangeShapeType="1"/>
                </p:cNvSpPr>
                <p:nvPr/>
              </p:nvSpPr>
              <p:spPr bwMode="auto">
                <a:xfrm>
                  <a:off x="4504" y="3192"/>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99" name="Line 88">
                  <a:extLst>
                    <a:ext uri="{FF2B5EF4-FFF2-40B4-BE49-F238E27FC236}">
                      <a16:creationId xmlns:a16="http://schemas.microsoft.com/office/drawing/2014/main" id="{A445C936-1A71-0046-902D-77F513DDB72C}"/>
                    </a:ext>
                  </a:extLst>
                </p:cNvPr>
                <p:cNvSpPr>
                  <a:spLocks noChangeShapeType="1"/>
                </p:cNvSpPr>
                <p:nvPr/>
              </p:nvSpPr>
              <p:spPr bwMode="auto">
                <a:xfrm>
                  <a:off x="4504" y="3178"/>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800" name="Line 89">
                  <a:extLst>
                    <a:ext uri="{FF2B5EF4-FFF2-40B4-BE49-F238E27FC236}">
                      <a16:creationId xmlns:a16="http://schemas.microsoft.com/office/drawing/2014/main" id="{5E50848A-75C7-E242-A8D5-08D34A3DA6AB}"/>
                    </a:ext>
                  </a:extLst>
                </p:cNvPr>
                <p:cNvSpPr>
                  <a:spLocks noChangeShapeType="1"/>
                </p:cNvSpPr>
                <p:nvPr/>
              </p:nvSpPr>
              <p:spPr bwMode="auto">
                <a:xfrm>
                  <a:off x="4504" y="3149"/>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801" name="Line 90">
                  <a:extLst>
                    <a:ext uri="{FF2B5EF4-FFF2-40B4-BE49-F238E27FC236}">
                      <a16:creationId xmlns:a16="http://schemas.microsoft.com/office/drawing/2014/main" id="{51E0E10D-3538-0544-9057-8A8EB8E171AC}"/>
                    </a:ext>
                  </a:extLst>
                </p:cNvPr>
                <p:cNvSpPr>
                  <a:spLocks noChangeShapeType="1"/>
                </p:cNvSpPr>
                <p:nvPr/>
              </p:nvSpPr>
              <p:spPr bwMode="auto">
                <a:xfrm>
                  <a:off x="4504" y="3220"/>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802" name="Line 91">
                  <a:extLst>
                    <a:ext uri="{FF2B5EF4-FFF2-40B4-BE49-F238E27FC236}">
                      <a16:creationId xmlns:a16="http://schemas.microsoft.com/office/drawing/2014/main" id="{7D1DFB56-DD9C-5549-836F-36C87D6C54F8}"/>
                    </a:ext>
                  </a:extLst>
                </p:cNvPr>
                <p:cNvSpPr>
                  <a:spLocks noChangeShapeType="1"/>
                </p:cNvSpPr>
                <p:nvPr/>
              </p:nvSpPr>
              <p:spPr bwMode="auto">
                <a:xfrm>
                  <a:off x="4504" y="3235"/>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
          <p:nvSpPr>
            <p:cNvPr id="66782" name="Rectangle 92">
              <a:extLst>
                <a:ext uri="{FF2B5EF4-FFF2-40B4-BE49-F238E27FC236}">
                  <a16:creationId xmlns:a16="http://schemas.microsoft.com/office/drawing/2014/main" id="{D2D5D0A3-224A-B648-8DE4-1DAC6A6D8818}"/>
                </a:ext>
              </a:extLst>
            </p:cNvPr>
            <p:cNvSpPr>
              <a:spLocks noChangeArrowheads="1"/>
            </p:cNvSpPr>
            <p:nvPr/>
          </p:nvSpPr>
          <p:spPr bwMode="auto">
            <a:xfrm>
              <a:off x="4775" y="3164"/>
              <a:ext cx="12" cy="27"/>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83" name="Freeform 93">
              <a:extLst>
                <a:ext uri="{FF2B5EF4-FFF2-40B4-BE49-F238E27FC236}">
                  <a16:creationId xmlns:a16="http://schemas.microsoft.com/office/drawing/2014/main" id="{754661B9-BE60-BC49-91B7-CAE72A2E5355}"/>
                </a:ext>
              </a:extLst>
            </p:cNvPr>
            <p:cNvSpPr>
              <a:spLocks/>
            </p:cNvSpPr>
            <p:nvPr/>
          </p:nvSpPr>
          <p:spPr bwMode="auto">
            <a:xfrm>
              <a:off x="4696" y="2871"/>
              <a:ext cx="32" cy="55"/>
            </a:xfrm>
            <a:custGeom>
              <a:avLst/>
              <a:gdLst>
                <a:gd name="T0" fmla="*/ 0 w 129"/>
                <a:gd name="T1" fmla="*/ 0 h 221"/>
                <a:gd name="T2" fmla="*/ 0 w 129"/>
                <a:gd name="T3" fmla="*/ 0 h 221"/>
                <a:gd name="T4" fmla="*/ 0 w 129"/>
                <a:gd name="T5" fmla="*/ 0 h 221"/>
                <a:gd name="T6" fmla="*/ 0 w 129"/>
                <a:gd name="T7" fmla="*/ 0 h 221"/>
                <a:gd name="T8" fmla="*/ 0 w 129"/>
                <a:gd name="T9" fmla="*/ 0 h 2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9" h="221">
                  <a:moveTo>
                    <a:pt x="107" y="0"/>
                  </a:moveTo>
                  <a:lnTo>
                    <a:pt x="0" y="185"/>
                  </a:lnTo>
                  <a:lnTo>
                    <a:pt x="21" y="221"/>
                  </a:lnTo>
                  <a:lnTo>
                    <a:pt x="129" y="7"/>
                  </a:lnTo>
                  <a:lnTo>
                    <a:pt x="107" y="0"/>
                  </a:lnTo>
                  <a:close/>
                </a:path>
              </a:pathLst>
            </a:custGeom>
            <a:solidFill>
              <a:srgbClr val="BFBFDF"/>
            </a:solidFill>
            <a:ln w="3175">
              <a:solidFill>
                <a:srgbClr val="000000"/>
              </a:solidFill>
              <a:prstDash val="solid"/>
              <a:round/>
              <a:headEnd/>
              <a:tailEnd/>
            </a:ln>
          </p:spPr>
          <p:txBody>
            <a:bodyPr/>
            <a:lstStyle/>
            <a:p>
              <a:endParaRPr lang="zh-CN" altLang="en-US"/>
            </a:p>
          </p:txBody>
        </p:sp>
        <p:sp>
          <p:nvSpPr>
            <p:cNvPr id="66784" name="Freeform 94">
              <a:extLst>
                <a:ext uri="{FF2B5EF4-FFF2-40B4-BE49-F238E27FC236}">
                  <a16:creationId xmlns:a16="http://schemas.microsoft.com/office/drawing/2014/main" id="{8BD8DE02-DDD1-024A-A21F-404B0A04D7CA}"/>
                </a:ext>
              </a:extLst>
            </p:cNvPr>
            <p:cNvSpPr>
              <a:spLocks/>
            </p:cNvSpPr>
            <p:nvPr/>
          </p:nvSpPr>
          <p:spPr bwMode="auto">
            <a:xfrm>
              <a:off x="4657" y="2848"/>
              <a:ext cx="62" cy="16"/>
            </a:xfrm>
            <a:custGeom>
              <a:avLst/>
              <a:gdLst>
                <a:gd name="T0" fmla="*/ 0 w 249"/>
                <a:gd name="T1" fmla="*/ 0 h 66"/>
                <a:gd name="T2" fmla="*/ 0 w 249"/>
                <a:gd name="T3" fmla="*/ 0 h 66"/>
                <a:gd name="T4" fmla="*/ 0 w 249"/>
                <a:gd name="T5" fmla="*/ 0 h 66"/>
                <a:gd name="T6" fmla="*/ 0 w 249"/>
                <a:gd name="T7" fmla="*/ 0 h 66"/>
                <a:gd name="T8" fmla="*/ 0 w 249"/>
                <a:gd name="T9" fmla="*/ 0 h 6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9" h="66">
                  <a:moveTo>
                    <a:pt x="241" y="0"/>
                  </a:moveTo>
                  <a:lnTo>
                    <a:pt x="0" y="36"/>
                  </a:lnTo>
                  <a:lnTo>
                    <a:pt x="35" y="66"/>
                  </a:lnTo>
                  <a:lnTo>
                    <a:pt x="249" y="22"/>
                  </a:lnTo>
                  <a:lnTo>
                    <a:pt x="241" y="0"/>
                  </a:lnTo>
                  <a:close/>
                </a:path>
              </a:pathLst>
            </a:custGeom>
            <a:solidFill>
              <a:srgbClr val="BFBFDF"/>
            </a:solidFill>
            <a:ln w="3175">
              <a:solidFill>
                <a:srgbClr val="000000"/>
              </a:solidFill>
              <a:prstDash val="solid"/>
              <a:round/>
              <a:headEnd/>
              <a:tailEnd/>
            </a:ln>
          </p:spPr>
          <p:txBody>
            <a:bodyPr/>
            <a:lstStyle/>
            <a:p>
              <a:endParaRPr lang="zh-CN" altLang="en-US"/>
            </a:p>
          </p:txBody>
        </p:sp>
        <p:sp>
          <p:nvSpPr>
            <p:cNvPr id="66785" name="Freeform 95">
              <a:extLst>
                <a:ext uri="{FF2B5EF4-FFF2-40B4-BE49-F238E27FC236}">
                  <a16:creationId xmlns:a16="http://schemas.microsoft.com/office/drawing/2014/main" id="{3EE18D7C-75D3-7A41-8790-EF6BAC3C796B}"/>
                </a:ext>
              </a:extLst>
            </p:cNvPr>
            <p:cNvSpPr>
              <a:spLocks/>
            </p:cNvSpPr>
            <p:nvPr/>
          </p:nvSpPr>
          <p:spPr bwMode="auto">
            <a:xfrm>
              <a:off x="4516" y="2720"/>
              <a:ext cx="233" cy="367"/>
            </a:xfrm>
            <a:custGeom>
              <a:avLst/>
              <a:gdLst>
                <a:gd name="T0" fmla="*/ 0 w 931"/>
                <a:gd name="T1" fmla="*/ 0 h 1469"/>
                <a:gd name="T2" fmla="*/ 0 w 931"/>
                <a:gd name="T3" fmla="*/ 0 h 1469"/>
                <a:gd name="T4" fmla="*/ 0 w 931"/>
                <a:gd name="T5" fmla="*/ 0 h 1469"/>
                <a:gd name="T6" fmla="*/ 0 w 931"/>
                <a:gd name="T7" fmla="*/ 0 h 1469"/>
                <a:gd name="T8" fmla="*/ 0 w 931"/>
                <a:gd name="T9" fmla="*/ 0 h 1469"/>
                <a:gd name="T10" fmla="*/ 0 w 931"/>
                <a:gd name="T11" fmla="*/ 0 h 1469"/>
                <a:gd name="T12" fmla="*/ 0 w 931"/>
                <a:gd name="T13" fmla="*/ 0 h 1469"/>
                <a:gd name="T14" fmla="*/ 0 w 931"/>
                <a:gd name="T15" fmla="*/ 0 h 1469"/>
                <a:gd name="T16" fmla="*/ 0 w 931"/>
                <a:gd name="T17" fmla="*/ 0 h 1469"/>
                <a:gd name="T18" fmla="*/ 0 w 931"/>
                <a:gd name="T19" fmla="*/ 0 h 1469"/>
                <a:gd name="T20" fmla="*/ 0 w 931"/>
                <a:gd name="T21" fmla="*/ 0 h 1469"/>
                <a:gd name="T22" fmla="*/ 0 w 931"/>
                <a:gd name="T23" fmla="*/ 0 h 1469"/>
                <a:gd name="T24" fmla="*/ 0 w 931"/>
                <a:gd name="T25" fmla="*/ 0 h 1469"/>
                <a:gd name="T26" fmla="*/ 0 w 931"/>
                <a:gd name="T27" fmla="*/ 0 h 1469"/>
                <a:gd name="T28" fmla="*/ 0 w 931"/>
                <a:gd name="T29" fmla="*/ 0 h 1469"/>
                <a:gd name="T30" fmla="*/ 0 w 931"/>
                <a:gd name="T31" fmla="*/ 0 h 1469"/>
                <a:gd name="T32" fmla="*/ 0 w 931"/>
                <a:gd name="T33" fmla="*/ 0 h 1469"/>
                <a:gd name="T34" fmla="*/ 0 w 931"/>
                <a:gd name="T35" fmla="*/ 0 h 1469"/>
                <a:gd name="T36" fmla="*/ 0 w 931"/>
                <a:gd name="T37" fmla="*/ 0 h 1469"/>
                <a:gd name="T38" fmla="*/ 0 w 931"/>
                <a:gd name="T39" fmla="*/ 0 h 1469"/>
                <a:gd name="T40" fmla="*/ 0 w 931"/>
                <a:gd name="T41" fmla="*/ 0 h 1469"/>
                <a:gd name="T42" fmla="*/ 0 w 931"/>
                <a:gd name="T43" fmla="*/ 0 h 1469"/>
                <a:gd name="T44" fmla="*/ 0 w 931"/>
                <a:gd name="T45" fmla="*/ 0 h 14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31" h="1469">
                  <a:moveTo>
                    <a:pt x="30" y="53"/>
                  </a:moveTo>
                  <a:lnTo>
                    <a:pt x="16" y="96"/>
                  </a:lnTo>
                  <a:lnTo>
                    <a:pt x="4" y="150"/>
                  </a:lnTo>
                  <a:lnTo>
                    <a:pt x="0" y="207"/>
                  </a:lnTo>
                  <a:lnTo>
                    <a:pt x="0" y="264"/>
                  </a:lnTo>
                  <a:lnTo>
                    <a:pt x="12" y="338"/>
                  </a:lnTo>
                  <a:lnTo>
                    <a:pt x="23" y="431"/>
                  </a:lnTo>
                  <a:lnTo>
                    <a:pt x="44" y="534"/>
                  </a:lnTo>
                  <a:lnTo>
                    <a:pt x="79" y="653"/>
                  </a:lnTo>
                  <a:lnTo>
                    <a:pt x="133" y="767"/>
                  </a:lnTo>
                  <a:lnTo>
                    <a:pt x="218" y="902"/>
                  </a:lnTo>
                  <a:lnTo>
                    <a:pt x="303" y="1031"/>
                  </a:lnTo>
                  <a:lnTo>
                    <a:pt x="374" y="1116"/>
                  </a:lnTo>
                  <a:lnTo>
                    <a:pt x="473" y="1219"/>
                  </a:lnTo>
                  <a:lnTo>
                    <a:pt x="576" y="1305"/>
                  </a:lnTo>
                  <a:lnTo>
                    <a:pt x="668" y="1373"/>
                  </a:lnTo>
                  <a:lnTo>
                    <a:pt x="735" y="1415"/>
                  </a:lnTo>
                  <a:lnTo>
                    <a:pt x="802" y="1447"/>
                  </a:lnTo>
                  <a:lnTo>
                    <a:pt x="857" y="1469"/>
                  </a:lnTo>
                  <a:lnTo>
                    <a:pt x="899" y="1469"/>
                  </a:lnTo>
                  <a:lnTo>
                    <a:pt x="931" y="1451"/>
                  </a:lnTo>
                  <a:lnTo>
                    <a:pt x="62" y="0"/>
                  </a:lnTo>
                  <a:lnTo>
                    <a:pt x="30" y="53"/>
                  </a:lnTo>
                  <a:close/>
                </a:path>
              </a:pathLst>
            </a:custGeom>
            <a:solidFill>
              <a:srgbClr val="808080"/>
            </a:solidFill>
            <a:ln w="3175">
              <a:solidFill>
                <a:srgbClr val="000000"/>
              </a:solidFill>
              <a:prstDash val="solid"/>
              <a:round/>
              <a:headEnd/>
              <a:tailEnd/>
            </a:ln>
          </p:spPr>
          <p:txBody>
            <a:bodyPr/>
            <a:lstStyle/>
            <a:p>
              <a:endParaRPr lang="zh-CN" altLang="en-US"/>
            </a:p>
          </p:txBody>
        </p:sp>
        <p:sp>
          <p:nvSpPr>
            <p:cNvPr id="66786" name="Freeform 96">
              <a:extLst>
                <a:ext uri="{FF2B5EF4-FFF2-40B4-BE49-F238E27FC236}">
                  <a16:creationId xmlns:a16="http://schemas.microsoft.com/office/drawing/2014/main" id="{D7D920E7-21A8-134B-991D-9D209DEB99C8}"/>
                </a:ext>
              </a:extLst>
            </p:cNvPr>
            <p:cNvSpPr>
              <a:spLocks/>
            </p:cNvSpPr>
            <p:nvPr/>
          </p:nvSpPr>
          <p:spPr bwMode="auto">
            <a:xfrm>
              <a:off x="4529" y="2719"/>
              <a:ext cx="220" cy="364"/>
            </a:xfrm>
            <a:custGeom>
              <a:avLst/>
              <a:gdLst>
                <a:gd name="T0" fmla="*/ 0 w 876"/>
                <a:gd name="T1" fmla="*/ 0 h 1455"/>
                <a:gd name="T2" fmla="*/ 0 w 876"/>
                <a:gd name="T3" fmla="*/ 0 h 1455"/>
                <a:gd name="T4" fmla="*/ 0 w 876"/>
                <a:gd name="T5" fmla="*/ 0 h 1455"/>
                <a:gd name="T6" fmla="*/ 0 w 876"/>
                <a:gd name="T7" fmla="*/ 0 h 1455"/>
                <a:gd name="T8" fmla="*/ 0 w 876"/>
                <a:gd name="T9" fmla="*/ 0 h 1455"/>
                <a:gd name="T10" fmla="*/ 0 w 876"/>
                <a:gd name="T11" fmla="*/ 0 h 1455"/>
                <a:gd name="T12" fmla="*/ 0 w 876"/>
                <a:gd name="T13" fmla="*/ 0 h 1455"/>
                <a:gd name="T14" fmla="*/ 0 w 876"/>
                <a:gd name="T15" fmla="*/ 0 h 1455"/>
                <a:gd name="T16" fmla="*/ 0 w 876"/>
                <a:gd name="T17" fmla="*/ 0 h 1455"/>
                <a:gd name="T18" fmla="*/ 0 w 876"/>
                <a:gd name="T19" fmla="*/ 0 h 1455"/>
                <a:gd name="T20" fmla="*/ 0 w 876"/>
                <a:gd name="T21" fmla="*/ 0 h 1455"/>
                <a:gd name="T22" fmla="*/ 0 w 876"/>
                <a:gd name="T23" fmla="*/ 0 h 1455"/>
                <a:gd name="T24" fmla="*/ 0 w 876"/>
                <a:gd name="T25" fmla="*/ 0 h 1455"/>
                <a:gd name="T26" fmla="*/ 0 w 876"/>
                <a:gd name="T27" fmla="*/ 0 h 1455"/>
                <a:gd name="T28" fmla="*/ 0 w 876"/>
                <a:gd name="T29" fmla="*/ 0 h 1455"/>
                <a:gd name="T30" fmla="*/ 0 w 876"/>
                <a:gd name="T31" fmla="*/ 0 h 1455"/>
                <a:gd name="T32" fmla="*/ 0 w 876"/>
                <a:gd name="T33" fmla="*/ 0 h 1455"/>
                <a:gd name="T34" fmla="*/ 0 w 876"/>
                <a:gd name="T35" fmla="*/ 0 h 1455"/>
                <a:gd name="T36" fmla="*/ 0 w 876"/>
                <a:gd name="T37" fmla="*/ 0 h 1455"/>
                <a:gd name="T38" fmla="*/ 0 w 876"/>
                <a:gd name="T39" fmla="*/ 0 h 1455"/>
                <a:gd name="T40" fmla="*/ 0 w 876"/>
                <a:gd name="T41" fmla="*/ 0 h 1455"/>
                <a:gd name="T42" fmla="*/ 0 w 876"/>
                <a:gd name="T43" fmla="*/ 0 h 1455"/>
                <a:gd name="T44" fmla="*/ 0 w 876"/>
                <a:gd name="T45" fmla="*/ 0 h 1455"/>
                <a:gd name="T46" fmla="*/ 0 w 876"/>
                <a:gd name="T47" fmla="*/ 0 h 1455"/>
                <a:gd name="T48" fmla="*/ 0 w 876"/>
                <a:gd name="T49" fmla="*/ 0 h 1455"/>
                <a:gd name="T50" fmla="*/ 0 w 876"/>
                <a:gd name="T51" fmla="*/ 0 h 1455"/>
                <a:gd name="T52" fmla="*/ 0 w 876"/>
                <a:gd name="T53" fmla="*/ 0 h 1455"/>
                <a:gd name="T54" fmla="*/ 0 w 876"/>
                <a:gd name="T55" fmla="*/ 0 h 1455"/>
                <a:gd name="T56" fmla="*/ 0 w 876"/>
                <a:gd name="T57" fmla="*/ 0 h 1455"/>
                <a:gd name="T58" fmla="*/ 0 w 876"/>
                <a:gd name="T59" fmla="*/ 0 h 1455"/>
                <a:gd name="T60" fmla="*/ 0 w 876"/>
                <a:gd name="T61" fmla="*/ 0 h 1455"/>
                <a:gd name="T62" fmla="*/ 0 w 876"/>
                <a:gd name="T63" fmla="*/ 0 h 1455"/>
                <a:gd name="T64" fmla="*/ 0 w 876"/>
                <a:gd name="T65" fmla="*/ 0 h 1455"/>
                <a:gd name="T66" fmla="*/ 0 w 876"/>
                <a:gd name="T67" fmla="*/ 0 h 1455"/>
                <a:gd name="T68" fmla="*/ 0 w 876"/>
                <a:gd name="T69" fmla="*/ 0 h 1455"/>
                <a:gd name="T70" fmla="*/ 0 w 876"/>
                <a:gd name="T71" fmla="*/ 0 h 1455"/>
                <a:gd name="T72" fmla="*/ 0 w 876"/>
                <a:gd name="T73" fmla="*/ 0 h 1455"/>
                <a:gd name="T74" fmla="*/ 0 w 876"/>
                <a:gd name="T75" fmla="*/ 0 h 1455"/>
                <a:gd name="T76" fmla="*/ 0 w 876"/>
                <a:gd name="T77" fmla="*/ 0 h 1455"/>
                <a:gd name="T78" fmla="*/ 0 w 876"/>
                <a:gd name="T79" fmla="*/ 0 h 1455"/>
                <a:gd name="T80" fmla="*/ 0 w 876"/>
                <a:gd name="T81" fmla="*/ 0 h 1455"/>
                <a:gd name="T82" fmla="*/ 0 w 876"/>
                <a:gd name="T83" fmla="*/ 0 h 1455"/>
                <a:gd name="T84" fmla="*/ 0 w 876"/>
                <a:gd name="T85" fmla="*/ 0 h 1455"/>
                <a:gd name="T86" fmla="*/ 0 w 876"/>
                <a:gd name="T87" fmla="*/ 0 h 1455"/>
                <a:gd name="T88" fmla="*/ 0 w 876"/>
                <a:gd name="T89" fmla="*/ 0 h 145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876" h="1455">
                  <a:moveTo>
                    <a:pt x="7" y="0"/>
                  </a:moveTo>
                  <a:lnTo>
                    <a:pt x="0" y="29"/>
                  </a:lnTo>
                  <a:lnTo>
                    <a:pt x="0" y="93"/>
                  </a:lnTo>
                  <a:lnTo>
                    <a:pt x="3" y="168"/>
                  </a:lnTo>
                  <a:lnTo>
                    <a:pt x="10" y="228"/>
                  </a:lnTo>
                  <a:lnTo>
                    <a:pt x="21" y="307"/>
                  </a:lnTo>
                  <a:lnTo>
                    <a:pt x="35" y="399"/>
                  </a:lnTo>
                  <a:lnTo>
                    <a:pt x="56" y="496"/>
                  </a:lnTo>
                  <a:lnTo>
                    <a:pt x="99" y="618"/>
                  </a:lnTo>
                  <a:lnTo>
                    <a:pt x="163" y="757"/>
                  </a:lnTo>
                  <a:lnTo>
                    <a:pt x="234" y="871"/>
                  </a:lnTo>
                  <a:lnTo>
                    <a:pt x="319" y="992"/>
                  </a:lnTo>
                  <a:lnTo>
                    <a:pt x="397" y="1084"/>
                  </a:lnTo>
                  <a:lnTo>
                    <a:pt x="457" y="1147"/>
                  </a:lnTo>
                  <a:lnTo>
                    <a:pt x="513" y="1206"/>
                  </a:lnTo>
                  <a:lnTo>
                    <a:pt x="574" y="1263"/>
                  </a:lnTo>
                  <a:lnTo>
                    <a:pt x="641" y="1318"/>
                  </a:lnTo>
                  <a:lnTo>
                    <a:pt x="687" y="1355"/>
                  </a:lnTo>
                  <a:lnTo>
                    <a:pt x="737" y="1387"/>
                  </a:lnTo>
                  <a:lnTo>
                    <a:pt x="791" y="1418"/>
                  </a:lnTo>
                  <a:lnTo>
                    <a:pt x="837" y="1448"/>
                  </a:lnTo>
                  <a:lnTo>
                    <a:pt x="865" y="1455"/>
                  </a:lnTo>
                  <a:lnTo>
                    <a:pt x="876" y="1434"/>
                  </a:lnTo>
                  <a:lnTo>
                    <a:pt x="874" y="1404"/>
                  </a:lnTo>
                  <a:lnTo>
                    <a:pt x="867" y="1369"/>
                  </a:lnTo>
                  <a:lnTo>
                    <a:pt x="855" y="1309"/>
                  </a:lnTo>
                  <a:lnTo>
                    <a:pt x="841" y="1229"/>
                  </a:lnTo>
                  <a:lnTo>
                    <a:pt x="823" y="1156"/>
                  </a:lnTo>
                  <a:lnTo>
                    <a:pt x="802" y="1069"/>
                  </a:lnTo>
                  <a:lnTo>
                    <a:pt x="773" y="978"/>
                  </a:lnTo>
                  <a:lnTo>
                    <a:pt x="741" y="905"/>
                  </a:lnTo>
                  <a:lnTo>
                    <a:pt x="715" y="842"/>
                  </a:lnTo>
                  <a:lnTo>
                    <a:pt x="674" y="759"/>
                  </a:lnTo>
                  <a:lnTo>
                    <a:pt x="634" y="686"/>
                  </a:lnTo>
                  <a:lnTo>
                    <a:pt x="586" y="606"/>
                  </a:lnTo>
                  <a:lnTo>
                    <a:pt x="510" y="506"/>
                  </a:lnTo>
                  <a:lnTo>
                    <a:pt x="457" y="435"/>
                  </a:lnTo>
                  <a:lnTo>
                    <a:pt x="380" y="338"/>
                  </a:lnTo>
                  <a:lnTo>
                    <a:pt x="308" y="268"/>
                  </a:lnTo>
                  <a:lnTo>
                    <a:pt x="237" y="195"/>
                  </a:lnTo>
                  <a:lnTo>
                    <a:pt x="184" y="143"/>
                  </a:lnTo>
                  <a:lnTo>
                    <a:pt x="127" y="88"/>
                  </a:lnTo>
                  <a:lnTo>
                    <a:pt x="85" y="50"/>
                  </a:lnTo>
                  <a:lnTo>
                    <a:pt x="42" y="15"/>
                  </a:lnTo>
                  <a:lnTo>
                    <a:pt x="7"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87" name="Freeform 97">
              <a:extLst>
                <a:ext uri="{FF2B5EF4-FFF2-40B4-BE49-F238E27FC236}">
                  <a16:creationId xmlns:a16="http://schemas.microsoft.com/office/drawing/2014/main" id="{F771AD6A-55F2-1543-892E-5651D4C339DB}"/>
                </a:ext>
              </a:extLst>
            </p:cNvPr>
            <p:cNvSpPr>
              <a:spLocks/>
            </p:cNvSpPr>
            <p:nvPr/>
          </p:nvSpPr>
          <p:spPr bwMode="auto">
            <a:xfrm>
              <a:off x="4537" y="2812"/>
              <a:ext cx="216" cy="16"/>
            </a:xfrm>
            <a:custGeom>
              <a:avLst/>
              <a:gdLst>
                <a:gd name="T0" fmla="*/ 0 w 862"/>
                <a:gd name="T1" fmla="*/ 0 h 64"/>
                <a:gd name="T2" fmla="*/ 0 w 862"/>
                <a:gd name="T3" fmla="*/ 0 h 64"/>
                <a:gd name="T4" fmla="*/ 0 w 862"/>
                <a:gd name="T5" fmla="*/ 0 h 64"/>
                <a:gd name="T6" fmla="*/ 0 w 862"/>
                <a:gd name="T7" fmla="*/ 0 h 64"/>
                <a:gd name="T8" fmla="*/ 0 w 862"/>
                <a:gd name="T9" fmla="*/ 0 h 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2" h="64">
                  <a:moveTo>
                    <a:pt x="0" y="0"/>
                  </a:moveTo>
                  <a:lnTo>
                    <a:pt x="862" y="36"/>
                  </a:lnTo>
                  <a:lnTo>
                    <a:pt x="855" y="64"/>
                  </a:lnTo>
                  <a:lnTo>
                    <a:pt x="3" y="28"/>
                  </a:lnTo>
                  <a:lnTo>
                    <a:pt x="0" y="0"/>
                  </a:lnTo>
                  <a:close/>
                </a:path>
              </a:pathLst>
            </a:custGeom>
            <a:solidFill>
              <a:srgbClr val="DFDFFF"/>
            </a:solidFill>
            <a:ln w="3175">
              <a:solidFill>
                <a:srgbClr val="000000"/>
              </a:solidFill>
              <a:prstDash val="solid"/>
              <a:round/>
              <a:headEnd/>
              <a:tailEnd/>
            </a:ln>
          </p:spPr>
          <p:txBody>
            <a:bodyPr/>
            <a:lstStyle/>
            <a:p>
              <a:endParaRPr lang="zh-CN" altLang="en-US"/>
            </a:p>
          </p:txBody>
        </p:sp>
        <p:sp>
          <p:nvSpPr>
            <p:cNvPr id="66788" name="Freeform 98">
              <a:extLst>
                <a:ext uri="{FF2B5EF4-FFF2-40B4-BE49-F238E27FC236}">
                  <a16:creationId xmlns:a16="http://schemas.microsoft.com/office/drawing/2014/main" id="{4DE3CA1C-C4FB-B340-B2EF-2646EB95C951}"/>
                </a:ext>
              </a:extLst>
            </p:cNvPr>
            <p:cNvSpPr>
              <a:spLocks/>
            </p:cNvSpPr>
            <p:nvPr/>
          </p:nvSpPr>
          <p:spPr bwMode="auto">
            <a:xfrm>
              <a:off x="4685" y="2860"/>
              <a:ext cx="77" cy="190"/>
            </a:xfrm>
            <a:custGeom>
              <a:avLst/>
              <a:gdLst>
                <a:gd name="T0" fmla="*/ 0 w 306"/>
                <a:gd name="T1" fmla="*/ 0 h 760"/>
                <a:gd name="T2" fmla="*/ 0 w 306"/>
                <a:gd name="T3" fmla="*/ 0 h 760"/>
                <a:gd name="T4" fmla="*/ 0 w 306"/>
                <a:gd name="T5" fmla="*/ 0 h 760"/>
                <a:gd name="T6" fmla="*/ 0 w 306"/>
                <a:gd name="T7" fmla="*/ 0 h 760"/>
                <a:gd name="T8" fmla="*/ 0 w 306"/>
                <a:gd name="T9" fmla="*/ 0 h 7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760">
                  <a:moveTo>
                    <a:pt x="271" y="16"/>
                  </a:moveTo>
                  <a:lnTo>
                    <a:pt x="0" y="742"/>
                  </a:lnTo>
                  <a:lnTo>
                    <a:pt x="25" y="760"/>
                  </a:lnTo>
                  <a:lnTo>
                    <a:pt x="306" y="0"/>
                  </a:lnTo>
                  <a:lnTo>
                    <a:pt x="271" y="16"/>
                  </a:lnTo>
                  <a:close/>
                </a:path>
              </a:pathLst>
            </a:custGeom>
            <a:solidFill>
              <a:srgbClr val="DFDFFF"/>
            </a:solidFill>
            <a:ln w="3175">
              <a:solidFill>
                <a:srgbClr val="000000"/>
              </a:solidFill>
              <a:prstDash val="solid"/>
              <a:round/>
              <a:headEnd/>
              <a:tailEnd/>
            </a:ln>
          </p:spPr>
          <p:txBody>
            <a:bodyPr/>
            <a:lstStyle/>
            <a:p>
              <a:endParaRPr lang="zh-CN" altLang="en-US"/>
            </a:p>
          </p:txBody>
        </p:sp>
        <p:sp>
          <p:nvSpPr>
            <p:cNvPr id="66789" name="Freeform 99">
              <a:extLst>
                <a:ext uri="{FF2B5EF4-FFF2-40B4-BE49-F238E27FC236}">
                  <a16:creationId xmlns:a16="http://schemas.microsoft.com/office/drawing/2014/main" id="{F1C146C3-6D1C-D44F-AB39-23392A5B4CC2}"/>
                </a:ext>
              </a:extLst>
            </p:cNvPr>
            <p:cNvSpPr>
              <a:spLocks/>
            </p:cNvSpPr>
            <p:nvPr/>
          </p:nvSpPr>
          <p:spPr bwMode="auto">
            <a:xfrm>
              <a:off x="4712" y="2823"/>
              <a:ext cx="63" cy="52"/>
            </a:xfrm>
            <a:custGeom>
              <a:avLst/>
              <a:gdLst>
                <a:gd name="T0" fmla="*/ 0 w 252"/>
                <a:gd name="T1" fmla="*/ 0 h 208"/>
                <a:gd name="T2" fmla="*/ 0 w 252"/>
                <a:gd name="T3" fmla="*/ 0 h 208"/>
                <a:gd name="T4" fmla="*/ 0 w 252"/>
                <a:gd name="T5" fmla="*/ 0 h 208"/>
                <a:gd name="T6" fmla="*/ 0 w 252"/>
                <a:gd name="T7" fmla="*/ 0 h 208"/>
                <a:gd name="T8" fmla="*/ 0 w 252"/>
                <a:gd name="T9" fmla="*/ 0 h 208"/>
                <a:gd name="T10" fmla="*/ 0 w 252"/>
                <a:gd name="T11" fmla="*/ 0 h 208"/>
                <a:gd name="T12" fmla="*/ 0 w 252"/>
                <a:gd name="T13" fmla="*/ 0 h 208"/>
                <a:gd name="T14" fmla="*/ 0 w 252"/>
                <a:gd name="T15" fmla="*/ 0 h 208"/>
                <a:gd name="T16" fmla="*/ 0 w 252"/>
                <a:gd name="T17" fmla="*/ 0 h 208"/>
                <a:gd name="T18" fmla="*/ 0 w 252"/>
                <a:gd name="T19" fmla="*/ 0 h 208"/>
                <a:gd name="T20" fmla="*/ 0 w 252"/>
                <a:gd name="T21" fmla="*/ 0 h 208"/>
                <a:gd name="T22" fmla="*/ 0 w 252"/>
                <a:gd name="T23" fmla="*/ 0 h 208"/>
                <a:gd name="T24" fmla="*/ 0 w 252"/>
                <a:gd name="T25" fmla="*/ 0 h 208"/>
                <a:gd name="T26" fmla="*/ 0 w 252"/>
                <a:gd name="T27" fmla="*/ 0 h 208"/>
                <a:gd name="T28" fmla="*/ 0 w 252"/>
                <a:gd name="T29" fmla="*/ 0 h 20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52" h="208">
                  <a:moveTo>
                    <a:pt x="189" y="0"/>
                  </a:moveTo>
                  <a:lnTo>
                    <a:pt x="10" y="64"/>
                  </a:lnTo>
                  <a:lnTo>
                    <a:pt x="3" y="75"/>
                  </a:lnTo>
                  <a:lnTo>
                    <a:pt x="0" y="96"/>
                  </a:lnTo>
                  <a:lnTo>
                    <a:pt x="2" y="126"/>
                  </a:lnTo>
                  <a:lnTo>
                    <a:pt x="4" y="144"/>
                  </a:lnTo>
                  <a:lnTo>
                    <a:pt x="15" y="170"/>
                  </a:lnTo>
                  <a:lnTo>
                    <a:pt x="33" y="190"/>
                  </a:lnTo>
                  <a:lnTo>
                    <a:pt x="58" y="204"/>
                  </a:lnTo>
                  <a:lnTo>
                    <a:pt x="72" y="208"/>
                  </a:lnTo>
                  <a:lnTo>
                    <a:pt x="86" y="208"/>
                  </a:lnTo>
                  <a:lnTo>
                    <a:pt x="252" y="128"/>
                  </a:lnTo>
                  <a:lnTo>
                    <a:pt x="221" y="103"/>
                  </a:lnTo>
                  <a:lnTo>
                    <a:pt x="203" y="78"/>
                  </a:lnTo>
                  <a:lnTo>
                    <a:pt x="189" y="0"/>
                  </a:lnTo>
                  <a:close/>
                </a:path>
              </a:pathLst>
            </a:custGeom>
            <a:solidFill>
              <a:srgbClr val="BFBFDF"/>
            </a:solidFill>
            <a:ln w="3175">
              <a:solidFill>
                <a:srgbClr val="000000"/>
              </a:solidFill>
              <a:prstDash val="solid"/>
              <a:round/>
              <a:headEnd/>
              <a:tailEnd/>
            </a:ln>
          </p:spPr>
          <p:txBody>
            <a:bodyPr/>
            <a:lstStyle/>
            <a:p>
              <a:endParaRPr lang="zh-CN" altLang="en-US"/>
            </a:p>
          </p:txBody>
        </p:sp>
        <p:sp>
          <p:nvSpPr>
            <p:cNvPr id="66790" name="Freeform 100">
              <a:extLst>
                <a:ext uri="{FF2B5EF4-FFF2-40B4-BE49-F238E27FC236}">
                  <a16:creationId xmlns:a16="http://schemas.microsoft.com/office/drawing/2014/main" id="{3A98B29D-2C1A-CE47-8D9C-D46A1700170B}"/>
                </a:ext>
              </a:extLst>
            </p:cNvPr>
            <p:cNvSpPr>
              <a:spLocks/>
            </p:cNvSpPr>
            <p:nvPr/>
          </p:nvSpPr>
          <p:spPr bwMode="auto">
            <a:xfrm>
              <a:off x="4749" y="2816"/>
              <a:ext cx="35" cy="49"/>
            </a:xfrm>
            <a:custGeom>
              <a:avLst/>
              <a:gdLst>
                <a:gd name="T0" fmla="*/ 0 w 141"/>
                <a:gd name="T1" fmla="*/ 0 h 194"/>
                <a:gd name="T2" fmla="*/ 0 w 141"/>
                <a:gd name="T3" fmla="*/ 0 h 194"/>
                <a:gd name="T4" fmla="*/ 0 w 141"/>
                <a:gd name="T5" fmla="*/ 0 h 194"/>
                <a:gd name="T6" fmla="*/ 0 w 141"/>
                <a:gd name="T7" fmla="*/ 0 h 194"/>
                <a:gd name="T8" fmla="*/ 0 w 141"/>
                <a:gd name="T9" fmla="*/ 0 h 194"/>
                <a:gd name="T10" fmla="*/ 0 w 141"/>
                <a:gd name="T11" fmla="*/ 0 h 194"/>
                <a:gd name="T12" fmla="*/ 0 w 141"/>
                <a:gd name="T13" fmla="*/ 0 h 194"/>
                <a:gd name="T14" fmla="*/ 0 w 141"/>
                <a:gd name="T15" fmla="*/ 0 h 194"/>
                <a:gd name="T16" fmla="*/ 0 w 141"/>
                <a:gd name="T17" fmla="*/ 0 h 194"/>
                <a:gd name="T18" fmla="*/ 0 w 141"/>
                <a:gd name="T19" fmla="*/ 0 h 194"/>
                <a:gd name="T20" fmla="*/ 0 w 141"/>
                <a:gd name="T21" fmla="*/ 0 h 194"/>
                <a:gd name="T22" fmla="*/ 0 w 141"/>
                <a:gd name="T23" fmla="*/ 0 h 194"/>
                <a:gd name="T24" fmla="*/ 0 w 141"/>
                <a:gd name="T25" fmla="*/ 0 h 194"/>
                <a:gd name="T26" fmla="*/ 0 w 141"/>
                <a:gd name="T27" fmla="*/ 0 h 194"/>
                <a:gd name="T28" fmla="*/ 0 w 141"/>
                <a:gd name="T29" fmla="*/ 0 h 194"/>
                <a:gd name="T30" fmla="*/ 0 w 141"/>
                <a:gd name="T31" fmla="*/ 0 h 194"/>
                <a:gd name="T32" fmla="*/ 0 w 141"/>
                <a:gd name="T33" fmla="*/ 0 h 194"/>
                <a:gd name="T34" fmla="*/ 0 w 141"/>
                <a:gd name="T35" fmla="*/ 0 h 194"/>
                <a:gd name="T36" fmla="*/ 0 w 141"/>
                <a:gd name="T37" fmla="*/ 0 h 194"/>
                <a:gd name="T38" fmla="*/ 0 w 141"/>
                <a:gd name="T39" fmla="*/ 0 h 194"/>
                <a:gd name="T40" fmla="*/ 0 w 141"/>
                <a:gd name="T41" fmla="*/ 0 h 194"/>
                <a:gd name="T42" fmla="*/ 0 w 141"/>
                <a:gd name="T43" fmla="*/ 0 h 194"/>
                <a:gd name="T44" fmla="*/ 0 w 141"/>
                <a:gd name="T45" fmla="*/ 0 h 194"/>
                <a:gd name="T46" fmla="*/ 0 w 141"/>
                <a:gd name="T47" fmla="*/ 0 h 194"/>
                <a:gd name="T48" fmla="*/ 0 w 141"/>
                <a:gd name="T49" fmla="*/ 0 h 19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41" h="194">
                  <a:moveTo>
                    <a:pt x="83" y="28"/>
                  </a:moveTo>
                  <a:lnTo>
                    <a:pt x="76" y="16"/>
                  </a:lnTo>
                  <a:lnTo>
                    <a:pt x="62" y="6"/>
                  </a:lnTo>
                  <a:lnTo>
                    <a:pt x="37" y="0"/>
                  </a:lnTo>
                  <a:lnTo>
                    <a:pt x="23" y="2"/>
                  </a:lnTo>
                  <a:lnTo>
                    <a:pt x="13" y="13"/>
                  </a:lnTo>
                  <a:lnTo>
                    <a:pt x="5" y="28"/>
                  </a:lnTo>
                  <a:lnTo>
                    <a:pt x="0" y="52"/>
                  </a:lnTo>
                  <a:lnTo>
                    <a:pt x="1" y="65"/>
                  </a:lnTo>
                  <a:lnTo>
                    <a:pt x="4" y="83"/>
                  </a:lnTo>
                  <a:lnTo>
                    <a:pt x="10" y="109"/>
                  </a:lnTo>
                  <a:lnTo>
                    <a:pt x="20" y="130"/>
                  </a:lnTo>
                  <a:lnTo>
                    <a:pt x="32" y="149"/>
                  </a:lnTo>
                  <a:lnTo>
                    <a:pt x="45" y="166"/>
                  </a:lnTo>
                  <a:lnTo>
                    <a:pt x="59" y="180"/>
                  </a:lnTo>
                  <a:lnTo>
                    <a:pt x="77" y="188"/>
                  </a:lnTo>
                  <a:lnTo>
                    <a:pt x="98" y="194"/>
                  </a:lnTo>
                  <a:lnTo>
                    <a:pt x="116" y="194"/>
                  </a:lnTo>
                  <a:lnTo>
                    <a:pt x="132" y="185"/>
                  </a:lnTo>
                  <a:lnTo>
                    <a:pt x="140" y="170"/>
                  </a:lnTo>
                  <a:lnTo>
                    <a:pt x="141" y="148"/>
                  </a:lnTo>
                  <a:lnTo>
                    <a:pt x="136" y="124"/>
                  </a:lnTo>
                  <a:lnTo>
                    <a:pt x="125" y="92"/>
                  </a:lnTo>
                  <a:lnTo>
                    <a:pt x="101" y="52"/>
                  </a:lnTo>
                  <a:lnTo>
                    <a:pt x="83" y="28"/>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91" name="Freeform 101">
              <a:extLst>
                <a:ext uri="{FF2B5EF4-FFF2-40B4-BE49-F238E27FC236}">
                  <a16:creationId xmlns:a16="http://schemas.microsoft.com/office/drawing/2014/main" id="{27E5C292-1971-D74E-A238-001EB8A1817E}"/>
                </a:ext>
              </a:extLst>
            </p:cNvPr>
            <p:cNvSpPr>
              <a:spLocks/>
            </p:cNvSpPr>
            <p:nvPr/>
          </p:nvSpPr>
          <p:spPr bwMode="auto">
            <a:xfrm>
              <a:off x="4758" y="2819"/>
              <a:ext cx="43" cy="35"/>
            </a:xfrm>
            <a:custGeom>
              <a:avLst/>
              <a:gdLst>
                <a:gd name="T0" fmla="*/ 0 w 173"/>
                <a:gd name="T1" fmla="*/ 0 h 139"/>
                <a:gd name="T2" fmla="*/ 0 w 173"/>
                <a:gd name="T3" fmla="*/ 0 h 139"/>
                <a:gd name="T4" fmla="*/ 0 w 173"/>
                <a:gd name="T5" fmla="*/ 0 h 139"/>
                <a:gd name="T6" fmla="*/ 0 w 173"/>
                <a:gd name="T7" fmla="*/ 0 h 139"/>
                <a:gd name="T8" fmla="*/ 0 w 173"/>
                <a:gd name="T9" fmla="*/ 0 h 139"/>
                <a:gd name="T10" fmla="*/ 0 w 173"/>
                <a:gd name="T11" fmla="*/ 0 h 139"/>
                <a:gd name="T12" fmla="*/ 0 w 173"/>
                <a:gd name="T13" fmla="*/ 0 h 139"/>
                <a:gd name="T14" fmla="*/ 0 w 173"/>
                <a:gd name="T15" fmla="*/ 0 h 139"/>
                <a:gd name="T16" fmla="*/ 0 w 173"/>
                <a:gd name="T17" fmla="*/ 0 h 139"/>
                <a:gd name="T18" fmla="*/ 0 w 173"/>
                <a:gd name="T19" fmla="*/ 0 h 139"/>
                <a:gd name="T20" fmla="*/ 0 w 173"/>
                <a:gd name="T21" fmla="*/ 0 h 139"/>
                <a:gd name="T22" fmla="*/ 0 w 173"/>
                <a:gd name="T23" fmla="*/ 0 h 139"/>
                <a:gd name="T24" fmla="*/ 0 w 173"/>
                <a:gd name="T25" fmla="*/ 0 h 139"/>
                <a:gd name="T26" fmla="*/ 0 w 173"/>
                <a:gd name="T27" fmla="*/ 0 h 139"/>
                <a:gd name="T28" fmla="*/ 0 w 173"/>
                <a:gd name="T29" fmla="*/ 0 h 139"/>
                <a:gd name="T30" fmla="*/ 0 w 173"/>
                <a:gd name="T31" fmla="*/ 0 h 13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73" h="139">
                  <a:moveTo>
                    <a:pt x="13" y="31"/>
                  </a:moveTo>
                  <a:lnTo>
                    <a:pt x="122" y="4"/>
                  </a:lnTo>
                  <a:lnTo>
                    <a:pt x="148" y="0"/>
                  </a:lnTo>
                  <a:lnTo>
                    <a:pt x="165" y="4"/>
                  </a:lnTo>
                  <a:lnTo>
                    <a:pt x="171" y="11"/>
                  </a:lnTo>
                  <a:lnTo>
                    <a:pt x="173" y="25"/>
                  </a:lnTo>
                  <a:lnTo>
                    <a:pt x="165" y="47"/>
                  </a:lnTo>
                  <a:lnTo>
                    <a:pt x="65" y="139"/>
                  </a:lnTo>
                  <a:lnTo>
                    <a:pt x="51" y="138"/>
                  </a:lnTo>
                  <a:lnTo>
                    <a:pt x="34" y="132"/>
                  </a:lnTo>
                  <a:lnTo>
                    <a:pt x="23" y="120"/>
                  </a:lnTo>
                  <a:lnTo>
                    <a:pt x="8" y="103"/>
                  </a:lnTo>
                  <a:lnTo>
                    <a:pt x="1" y="85"/>
                  </a:lnTo>
                  <a:lnTo>
                    <a:pt x="0" y="65"/>
                  </a:lnTo>
                  <a:lnTo>
                    <a:pt x="5" y="46"/>
                  </a:lnTo>
                  <a:lnTo>
                    <a:pt x="13" y="31"/>
                  </a:lnTo>
                  <a:close/>
                </a:path>
              </a:pathLst>
            </a:custGeom>
            <a:solidFill>
              <a:srgbClr val="9F9FBF"/>
            </a:solidFill>
            <a:ln w="3175">
              <a:solidFill>
                <a:srgbClr val="000000"/>
              </a:solidFill>
              <a:prstDash val="solid"/>
              <a:round/>
              <a:headEnd/>
              <a:tailEnd/>
            </a:ln>
          </p:spPr>
          <p:txBody>
            <a:bodyPr/>
            <a:lstStyle/>
            <a:p>
              <a:endParaRPr lang="zh-CN" altLang="en-US"/>
            </a:p>
          </p:txBody>
        </p:sp>
        <p:sp>
          <p:nvSpPr>
            <p:cNvPr id="66792" name="Freeform 102">
              <a:extLst>
                <a:ext uri="{FF2B5EF4-FFF2-40B4-BE49-F238E27FC236}">
                  <a16:creationId xmlns:a16="http://schemas.microsoft.com/office/drawing/2014/main" id="{A7E67D4D-9794-E74C-ABFB-1F743AA202FC}"/>
                </a:ext>
              </a:extLst>
            </p:cNvPr>
            <p:cNvSpPr>
              <a:spLocks/>
            </p:cNvSpPr>
            <p:nvPr/>
          </p:nvSpPr>
          <p:spPr bwMode="auto">
            <a:xfrm>
              <a:off x="4725" y="2836"/>
              <a:ext cx="19" cy="35"/>
            </a:xfrm>
            <a:custGeom>
              <a:avLst/>
              <a:gdLst>
                <a:gd name="T0" fmla="*/ 0 w 74"/>
                <a:gd name="T1" fmla="*/ 0 h 140"/>
                <a:gd name="T2" fmla="*/ 0 w 74"/>
                <a:gd name="T3" fmla="*/ 0 h 140"/>
                <a:gd name="T4" fmla="*/ 0 w 74"/>
                <a:gd name="T5" fmla="*/ 0 h 140"/>
                <a:gd name="T6" fmla="*/ 0 w 74"/>
                <a:gd name="T7" fmla="*/ 0 h 140"/>
                <a:gd name="T8" fmla="*/ 0 w 74"/>
                <a:gd name="T9" fmla="*/ 0 h 140"/>
                <a:gd name="T10" fmla="*/ 0 w 74"/>
                <a:gd name="T11" fmla="*/ 0 h 140"/>
                <a:gd name="T12" fmla="*/ 0 w 74"/>
                <a:gd name="T13" fmla="*/ 0 h 140"/>
                <a:gd name="T14" fmla="*/ 0 w 74"/>
                <a:gd name="T15" fmla="*/ 0 h 140"/>
                <a:gd name="T16" fmla="*/ 0 w 74"/>
                <a:gd name="T17" fmla="*/ 0 h 140"/>
                <a:gd name="T18" fmla="*/ 0 w 74"/>
                <a:gd name="T19" fmla="*/ 0 h 1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140">
                  <a:moveTo>
                    <a:pt x="5" y="0"/>
                  </a:moveTo>
                  <a:lnTo>
                    <a:pt x="0" y="23"/>
                  </a:lnTo>
                  <a:lnTo>
                    <a:pt x="0" y="43"/>
                  </a:lnTo>
                  <a:lnTo>
                    <a:pt x="6" y="68"/>
                  </a:lnTo>
                  <a:lnTo>
                    <a:pt x="12" y="89"/>
                  </a:lnTo>
                  <a:lnTo>
                    <a:pt x="27" y="109"/>
                  </a:lnTo>
                  <a:lnTo>
                    <a:pt x="41" y="122"/>
                  </a:lnTo>
                  <a:lnTo>
                    <a:pt x="52" y="129"/>
                  </a:lnTo>
                  <a:lnTo>
                    <a:pt x="62" y="134"/>
                  </a:lnTo>
                  <a:lnTo>
                    <a:pt x="74" y="14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793" name="Freeform 103">
              <a:extLst>
                <a:ext uri="{FF2B5EF4-FFF2-40B4-BE49-F238E27FC236}">
                  <a16:creationId xmlns:a16="http://schemas.microsoft.com/office/drawing/2014/main" id="{09D1205A-3AB2-884E-A256-713B82C2B809}"/>
                </a:ext>
              </a:extLst>
            </p:cNvPr>
            <p:cNvSpPr>
              <a:spLocks/>
            </p:cNvSpPr>
            <p:nvPr/>
          </p:nvSpPr>
          <p:spPr bwMode="auto">
            <a:xfrm>
              <a:off x="4737" y="2831"/>
              <a:ext cx="18" cy="35"/>
            </a:xfrm>
            <a:custGeom>
              <a:avLst/>
              <a:gdLst>
                <a:gd name="T0" fmla="*/ 0 w 74"/>
                <a:gd name="T1" fmla="*/ 0 h 140"/>
                <a:gd name="T2" fmla="*/ 0 w 74"/>
                <a:gd name="T3" fmla="*/ 0 h 140"/>
                <a:gd name="T4" fmla="*/ 0 w 74"/>
                <a:gd name="T5" fmla="*/ 0 h 140"/>
                <a:gd name="T6" fmla="*/ 0 w 74"/>
                <a:gd name="T7" fmla="*/ 0 h 140"/>
                <a:gd name="T8" fmla="*/ 0 w 74"/>
                <a:gd name="T9" fmla="*/ 0 h 140"/>
                <a:gd name="T10" fmla="*/ 0 w 74"/>
                <a:gd name="T11" fmla="*/ 0 h 140"/>
                <a:gd name="T12" fmla="*/ 0 w 74"/>
                <a:gd name="T13" fmla="*/ 0 h 140"/>
                <a:gd name="T14" fmla="*/ 0 w 74"/>
                <a:gd name="T15" fmla="*/ 0 h 140"/>
                <a:gd name="T16" fmla="*/ 0 w 74"/>
                <a:gd name="T17" fmla="*/ 0 h 140"/>
                <a:gd name="T18" fmla="*/ 0 w 74"/>
                <a:gd name="T19" fmla="*/ 0 h 1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140">
                  <a:moveTo>
                    <a:pt x="5" y="0"/>
                  </a:moveTo>
                  <a:lnTo>
                    <a:pt x="0" y="23"/>
                  </a:lnTo>
                  <a:lnTo>
                    <a:pt x="0" y="43"/>
                  </a:lnTo>
                  <a:lnTo>
                    <a:pt x="6" y="68"/>
                  </a:lnTo>
                  <a:lnTo>
                    <a:pt x="12" y="89"/>
                  </a:lnTo>
                  <a:lnTo>
                    <a:pt x="27" y="108"/>
                  </a:lnTo>
                  <a:lnTo>
                    <a:pt x="41" y="122"/>
                  </a:lnTo>
                  <a:lnTo>
                    <a:pt x="52" y="129"/>
                  </a:lnTo>
                  <a:lnTo>
                    <a:pt x="62" y="134"/>
                  </a:lnTo>
                  <a:lnTo>
                    <a:pt x="74" y="14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pic>
        <p:nvPicPr>
          <p:cNvPr id="66579" name="Picture 104">
            <a:extLst>
              <a:ext uri="{FF2B5EF4-FFF2-40B4-BE49-F238E27FC236}">
                <a16:creationId xmlns:a16="http://schemas.microsoft.com/office/drawing/2014/main" id="{B556CE1F-84EA-9B47-B987-ACE621B07F10}"/>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28047" y="2139554"/>
            <a:ext cx="741759" cy="267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80" name="Picture 105">
            <a:extLst>
              <a:ext uri="{FF2B5EF4-FFF2-40B4-BE49-F238E27FC236}">
                <a16:creationId xmlns:a16="http://schemas.microsoft.com/office/drawing/2014/main" id="{B55D7357-DCF6-A443-9296-B23B80AB14C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06816" y="2895600"/>
            <a:ext cx="390525" cy="215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81" name="Picture 106">
            <a:extLst>
              <a:ext uri="{FF2B5EF4-FFF2-40B4-BE49-F238E27FC236}">
                <a16:creationId xmlns:a16="http://schemas.microsoft.com/office/drawing/2014/main" id="{782A39A8-E8C3-8C4F-A553-9ABDCE67D33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53025" y="1491854"/>
            <a:ext cx="390525" cy="215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6582" name="Group 107">
            <a:extLst>
              <a:ext uri="{FF2B5EF4-FFF2-40B4-BE49-F238E27FC236}">
                <a16:creationId xmlns:a16="http://schemas.microsoft.com/office/drawing/2014/main" id="{563EF1C9-D9E4-C545-B956-255AD3AA75CD}"/>
              </a:ext>
            </a:extLst>
          </p:cNvPr>
          <p:cNvGrpSpPr>
            <a:grpSpLocks/>
          </p:cNvGrpSpPr>
          <p:nvPr/>
        </p:nvGrpSpPr>
        <p:grpSpPr bwMode="auto">
          <a:xfrm flipH="1">
            <a:off x="7122319" y="2626519"/>
            <a:ext cx="311944" cy="378619"/>
            <a:chOff x="4416" y="2717"/>
            <a:chExt cx="404" cy="577"/>
          </a:xfrm>
        </p:grpSpPr>
        <p:sp>
          <p:nvSpPr>
            <p:cNvPr id="66711" name="AutoShape 108">
              <a:extLst>
                <a:ext uri="{FF2B5EF4-FFF2-40B4-BE49-F238E27FC236}">
                  <a16:creationId xmlns:a16="http://schemas.microsoft.com/office/drawing/2014/main" id="{46CC8B45-806C-3C41-9D9F-5691A9CA81E2}"/>
                </a:ext>
              </a:extLst>
            </p:cNvPr>
            <p:cNvSpPr>
              <a:spLocks noChangeAspect="1" noChangeArrowheads="1" noTextEdit="1"/>
            </p:cNvSpPr>
            <p:nvPr/>
          </p:nvSpPr>
          <p:spPr bwMode="auto">
            <a:xfrm>
              <a:off x="4416" y="2717"/>
              <a:ext cx="404" cy="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nvGrpSpPr>
            <p:cNvPr id="66712" name="Group 109">
              <a:extLst>
                <a:ext uri="{FF2B5EF4-FFF2-40B4-BE49-F238E27FC236}">
                  <a16:creationId xmlns:a16="http://schemas.microsoft.com/office/drawing/2014/main" id="{4209027C-BF27-7A48-BB9C-E28F01D792CA}"/>
                </a:ext>
              </a:extLst>
            </p:cNvPr>
            <p:cNvGrpSpPr>
              <a:grpSpLocks/>
            </p:cNvGrpSpPr>
            <p:nvPr/>
          </p:nvGrpSpPr>
          <p:grpSpPr bwMode="auto">
            <a:xfrm>
              <a:off x="4562" y="3066"/>
              <a:ext cx="13" cy="70"/>
              <a:chOff x="4562" y="3066"/>
              <a:chExt cx="13" cy="70"/>
            </a:xfrm>
          </p:grpSpPr>
          <p:sp>
            <p:nvSpPr>
              <p:cNvPr id="66757" name="Rectangle 110">
                <a:extLst>
                  <a:ext uri="{FF2B5EF4-FFF2-40B4-BE49-F238E27FC236}">
                    <a16:creationId xmlns:a16="http://schemas.microsoft.com/office/drawing/2014/main" id="{47BC9925-23C7-AF47-8CE0-2CA900C7A459}"/>
                  </a:ext>
                </a:extLst>
              </p:cNvPr>
              <p:cNvSpPr>
                <a:spLocks noChangeArrowheads="1"/>
              </p:cNvSpPr>
              <p:nvPr/>
            </p:nvSpPr>
            <p:spPr bwMode="auto">
              <a:xfrm>
                <a:off x="4562" y="3067"/>
                <a:ext cx="13" cy="69"/>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58" name="Line 111">
                <a:extLst>
                  <a:ext uri="{FF2B5EF4-FFF2-40B4-BE49-F238E27FC236}">
                    <a16:creationId xmlns:a16="http://schemas.microsoft.com/office/drawing/2014/main" id="{CB385C90-8C46-FD43-9BBB-5660AA150EC6}"/>
                  </a:ext>
                </a:extLst>
              </p:cNvPr>
              <p:cNvSpPr>
                <a:spLocks noChangeShapeType="1"/>
              </p:cNvSpPr>
              <p:nvPr/>
            </p:nvSpPr>
            <p:spPr bwMode="auto">
              <a:xfrm>
                <a:off x="4568" y="3066"/>
                <a:ext cx="1" cy="64"/>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66713" name="Rectangle 112">
              <a:extLst>
                <a:ext uri="{FF2B5EF4-FFF2-40B4-BE49-F238E27FC236}">
                  <a16:creationId xmlns:a16="http://schemas.microsoft.com/office/drawing/2014/main" id="{1A8CE344-BEAF-9347-B5F5-6623CDB95FCC}"/>
                </a:ext>
              </a:extLst>
            </p:cNvPr>
            <p:cNvSpPr>
              <a:spLocks noChangeArrowheads="1"/>
            </p:cNvSpPr>
            <p:nvPr/>
          </p:nvSpPr>
          <p:spPr bwMode="auto">
            <a:xfrm>
              <a:off x="4503" y="3022"/>
              <a:ext cx="43" cy="112"/>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14" name="Freeform 113">
              <a:extLst>
                <a:ext uri="{FF2B5EF4-FFF2-40B4-BE49-F238E27FC236}">
                  <a16:creationId xmlns:a16="http://schemas.microsoft.com/office/drawing/2014/main" id="{D29B2AAB-7CE4-1F49-B4C0-DB249634E16C}"/>
                </a:ext>
              </a:extLst>
            </p:cNvPr>
            <p:cNvSpPr>
              <a:spLocks/>
            </p:cNvSpPr>
            <p:nvPr/>
          </p:nvSpPr>
          <p:spPr bwMode="auto">
            <a:xfrm>
              <a:off x="4663" y="3044"/>
              <a:ext cx="28" cy="24"/>
            </a:xfrm>
            <a:custGeom>
              <a:avLst/>
              <a:gdLst>
                <a:gd name="T0" fmla="*/ 0 w 113"/>
                <a:gd name="T1" fmla="*/ 0 h 95"/>
                <a:gd name="T2" fmla="*/ 0 w 113"/>
                <a:gd name="T3" fmla="*/ 0 h 95"/>
                <a:gd name="T4" fmla="*/ 0 w 113"/>
                <a:gd name="T5" fmla="*/ 0 h 95"/>
                <a:gd name="T6" fmla="*/ 0 w 113"/>
                <a:gd name="T7" fmla="*/ 0 h 95"/>
                <a:gd name="T8" fmla="*/ 0 w 113"/>
                <a:gd name="T9" fmla="*/ 0 h 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 h="95">
                  <a:moveTo>
                    <a:pt x="0" y="0"/>
                  </a:moveTo>
                  <a:lnTo>
                    <a:pt x="0" y="95"/>
                  </a:lnTo>
                  <a:lnTo>
                    <a:pt x="113" y="95"/>
                  </a:lnTo>
                  <a:lnTo>
                    <a:pt x="113" y="19"/>
                  </a:lnTo>
                  <a:lnTo>
                    <a:pt x="0"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715" name="Freeform 114">
              <a:extLst>
                <a:ext uri="{FF2B5EF4-FFF2-40B4-BE49-F238E27FC236}">
                  <a16:creationId xmlns:a16="http://schemas.microsoft.com/office/drawing/2014/main" id="{69A6E540-0DBE-284A-A7B3-756F1A173F2E}"/>
                </a:ext>
              </a:extLst>
            </p:cNvPr>
            <p:cNvSpPr>
              <a:spLocks/>
            </p:cNvSpPr>
            <p:nvPr/>
          </p:nvSpPr>
          <p:spPr bwMode="auto">
            <a:xfrm>
              <a:off x="4604" y="3001"/>
              <a:ext cx="19" cy="21"/>
            </a:xfrm>
            <a:custGeom>
              <a:avLst/>
              <a:gdLst>
                <a:gd name="T0" fmla="*/ 0 w 78"/>
                <a:gd name="T1" fmla="*/ 0 h 86"/>
                <a:gd name="T2" fmla="*/ 0 w 78"/>
                <a:gd name="T3" fmla="*/ 0 h 86"/>
                <a:gd name="T4" fmla="*/ 0 w 78"/>
                <a:gd name="T5" fmla="*/ 0 h 86"/>
                <a:gd name="T6" fmla="*/ 0 w 78"/>
                <a:gd name="T7" fmla="*/ 0 h 86"/>
                <a:gd name="T8" fmla="*/ 0 w 78"/>
                <a:gd name="T9" fmla="*/ 0 h 8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86">
                  <a:moveTo>
                    <a:pt x="43" y="0"/>
                  </a:moveTo>
                  <a:lnTo>
                    <a:pt x="0" y="86"/>
                  </a:lnTo>
                  <a:lnTo>
                    <a:pt x="57" y="79"/>
                  </a:lnTo>
                  <a:lnTo>
                    <a:pt x="78" y="22"/>
                  </a:lnTo>
                  <a:lnTo>
                    <a:pt x="43"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16" name="Freeform 115">
              <a:extLst>
                <a:ext uri="{FF2B5EF4-FFF2-40B4-BE49-F238E27FC236}">
                  <a16:creationId xmlns:a16="http://schemas.microsoft.com/office/drawing/2014/main" id="{B1F8A68C-C77B-3349-B047-D85038C6B7F8}"/>
                </a:ext>
              </a:extLst>
            </p:cNvPr>
            <p:cNvSpPr>
              <a:spLocks/>
            </p:cNvSpPr>
            <p:nvPr/>
          </p:nvSpPr>
          <p:spPr bwMode="auto">
            <a:xfrm>
              <a:off x="4570" y="3144"/>
              <a:ext cx="90" cy="7"/>
            </a:xfrm>
            <a:custGeom>
              <a:avLst/>
              <a:gdLst>
                <a:gd name="T0" fmla="*/ 0 w 360"/>
                <a:gd name="T1" fmla="*/ 0 h 30"/>
                <a:gd name="T2" fmla="*/ 0 w 360"/>
                <a:gd name="T3" fmla="*/ 0 h 30"/>
                <a:gd name="T4" fmla="*/ 0 w 360"/>
                <a:gd name="T5" fmla="*/ 0 h 30"/>
                <a:gd name="T6" fmla="*/ 0 w 360"/>
                <a:gd name="T7" fmla="*/ 0 h 30"/>
                <a:gd name="T8" fmla="*/ 0 w 360"/>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0" h="30">
                  <a:moveTo>
                    <a:pt x="0" y="0"/>
                  </a:moveTo>
                  <a:lnTo>
                    <a:pt x="360" y="0"/>
                  </a:lnTo>
                  <a:lnTo>
                    <a:pt x="360" y="30"/>
                  </a:lnTo>
                  <a:lnTo>
                    <a:pt x="4" y="30"/>
                  </a:lnTo>
                  <a:lnTo>
                    <a:pt x="0" y="0"/>
                  </a:lnTo>
                  <a:close/>
                </a:path>
              </a:pathLst>
            </a:custGeom>
            <a:solidFill>
              <a:srgbClr val="808080"/>
            </a:solidFill>
            <a:ln w="3175">
              <a:solidFill>
                <a:srgbClr val="000000"/>
              </a:solidFill>
              <a:prstDash val="solid"/>
              <a:round/>
              <a:headEnd/>
              <a:tailEnd/>
            </a:ln>
          </p:spPr>
          <p:txBody>
            <a:bodyPr/>
            <a:lstStyle/>
            <a:p>
              <a:endParaRPr lang="zh-CN" altLang="en-US"/>
            </a:p>
          </p:txBody>
        </p:sp>
        <p:sp>
          <p:nvSpPr>
            <p:cNvPr id="66717" name="Freeform 116">
              <a:extLst>
                <a:ext uri="{FF2B5EF4-FFF2-40B4-BE49-F238E27FC236}">
                  <a16:creationId xmlns:a16="http://schemas.microsoft.com/office/drawing/2014/main" id="{12B8D98A-9985-6243-8ED3-02DED32D4D9B}"/>
                </a:ext>
              </a:extLst>
            </p:cNvPr>
            <p:cNvSpPr>
              <a:spLocks/>
            </p:cNvSpPr>
            <p:nvPr/>
          </p:nvSpPr>
          <p:spPr bwMode="auto">
            <a:xfrm>
              <a:off x="4502" y="2862"/>
              <a:ext cx="37" cy="46"/>
            </a:xfrm>
            <a:custGeom>
              <a:avLst/>
              <a:gdLst>
                <a:gd name="T0" fmla="*/ 0 w 150"/>
                <a:gd name="T1" fmla="*/ 0 h 184"/>
                <a:gd name="T2" fmla="*/ 0 w 150"/>
                <a:gd name="T3" fmla="*/ 0 h 184"/>
                <a:gd name="T4" fmla="*/ 0 w 150"/>
                <a:gd name="T5" fmla="*/ 0 h 184"/>
                <a:gd name="T6" fmla="*/ 0 w 150"/>
                <a:gd name="T7" fmla="*/ 0 h 184"/>
                <a:gd name="T8" fmla="*/ 0 w 150"/>
                <a:gd name="T9" fmla="*/ 0 h 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0" h="184">
                  <a:moveTo>
                    <a:pt x="141" y="0"/>
                  </a:moveTo>
                  <a:lnTo>
                    <a:pt x="1" y="131"/>
                  </a:lnTo>
                  <a:lnTo>
                    <a:pt x="0" y="184"/>
                  </a:lnTo>
                  <a:lnTo>
                    <a:pt x="150" y="60"/>
                  </a:lnTo>
                  <a:lnTo>
                    <a:pt x="141"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18" name="Freeform 117">
              <a:extLst>
                <a:ext uri="{FF2B5EF4-FFF2-40B4-BE49-F238E27FC236}">
                  <a16:creationId xmlns:a16="http://schemas.microsoft.com/office/drawing/2014/main" id="{21BC03C5-F763-2148-ADD4-C92099A07761}"/>
                </a:ext>
              </a:extLst>
            </p:cNvPr>
            <p:cNvSpPr>
              <a:spLocks/>
            </p:cNvSpPr>
            <p:nvPr/>
          </p:nvSpPr>
          <p:spPr bwMode="auto">
            <a:xfrm>
              <a:off x="4492" y="2741"/>
              <a:ext cx="57" cy="394"/>
            </a:xfrm>
            <a:custGeom>
              <a:avLst/>
              <a:gdLst>
                <a:gd name="T0" fmla="*/ 0 w 228"/>
                <a:gd name="T1" fmla="*/ 0 h 1575"/>
                <a:gd name="T2" fmla="*/ 0 w 228"/>
                <a:gd name="T3" fmla="*/ 0 h 1575"/>
                <a:gd name="T4" fmla="*/ 0 w 228"/>
                <a:gd name="T5" fmla="*/ 0 h 1575"/>
                <a:gd name="T6" fmla="*/ 0 w 228"/>
                <a:gd name="T7" fmla="*/ 0 h 1575"/>
                <a:gd name="T8" fmla="*/ 0 w 228"/>
                <a:gd name="T9" fmla="*/ 0 h 1575"/>
                <a:gd name="T10" fmla="*/ 0 w 228"/>
                <a:gd name="T11" fmla="*/ 0 h 1575"/>
                <a:gd name="T12" fmla="*/ 0 w 228"/>
                <a:gd name="T13" fmla="*/ 0 h 15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8" h="1575">
                  <a:moveTo>
                    <a:pt x="228" y="0"/>
                  </a:moveTo>
                  <a:lnTo>
                    <a:pt x="0" y="93"/>
                  </a:lnTo>
                  <a:lnTo>
                    <a:pt x="0" y="1575"/>
                  </a:lnTo>
                  <a:lnTo>
                    <a:pt x="42" y="1575"/>
                  </a:lnTo>
                  <a:lnTo>
                    <a:pt x="42" y="228"/>
                  </a:lnTo>
                  <a:lnTo>
                    <a:pt x="228" y="150"/>
                  </a:lnTo>
                  <a:lnTo>
                    <a:pt x="228" y="0"/>
                  </a:lnTo>
                  <a:close/>
                </a:path>
              </a:pathLst>
            </a:custGeom>
            <a:solidFill>
              <a:srgbClr val="9F9F9F"/>
            </a:solidFill>
            <a:ln w="3175">
              <a:solidFill>
                <a:srgbClr val="000000"/>
              </a:solidFill>
              <a:prstDash val="solid"/>
              <a:round/>
              <a:headEnd/>
              <a:tailEnd/>
            </a:ln>
          </p:spPr>
          <p:txBody>
            <a:bodyPr/>
            <a:lstStyle/>
            <a:p>
              <a:endParaRPr lang="zh-CN" altLang="en-US"/>
            </a:p>
          </p:txBody>
        </p:sp>
        <p:sp>
          <p:nvSpPr>
            <p:cNvPr id="66719" name="Freeform 118">
              <a:extLst>
                <a:ext uri="{FF2B5EF4-FFF2-40B4-BE49-F238E27FC236}">
                  <a16:creationId xmlns:a16="http://schemas.microsoft.com/office/drawing/2014/main" id="{5B53E0B7-DD0F-1B4F-8ED2-7D8B04CBD019}"/>
                </a:ext>
              </a:extLst>
            </p:cNvPr>
            <p:cNvSpPr>
              <a:spLocks/>
            </p:cNvSpPr>
            <p:nvPr/>
          </p:nvSpPr>
          <p:spPr bwMode="auto">
            <a:xfrm>
              <a:off x="4490" y="3135"/>
              <a:ext cx="327" cy="85"/>
            </a:xfrm>
            <a:custGeom>
              <a:avLst/>
              <a:gdLst>
                <a:gd name="T0" fmla="*/ 0 w 1306"/>
                <a:gd name="T1" fmla="*/ 0 h 344"/>
                <a:gd name="T2" fmla="*/ 0 w 1306"/>
                <a:gd name="T3" fmla="*/ 0 h 344"/>
                <a:gd name="T4" fmla="*/ 0 w 1306"/>
                <a:gd name="T5" fmla="*/ 0 h 344"/>
                <a:gd name="T6" fmla="*/ 0 w 1306"/>
                <a:gd name="T7" fmla="*/ 0 h 344"/>
                <a:gd name="T8" fmla="*/ 0 w 1306"/>
                <a:gd name="T9" fmla="*/ 0 h 344"/>
                <a:gd name="T10" fmla="*/ 0 w 1306"/>
                <a:gd name="T11" fmla="*/ 0 h 344"/>
                <a:gd name="T12" fmla="*/ 0 w 1306"/>
                <a:gd name="T13" fmla="*/ 0 h 344"/>
                <a:gd name="T14" fmla="*/ 0 w 1306"/>
                <a:gd name="T15" fmla="*/ 0 h 344"/>
                <a:gd name="T16" fmla="*/ 0 w 1306"/>
                <a:gd name="T17" fmla="*/ 0 h 344"/>
                <a:gd name="T18" fmla="*/ 0 w 1306"/>
                <a:gd name="T19" fmla="*/ 0 h 344"/>
                <a:gd name="T20" fmla="*/ 0 w 1306"/>
                <a:gd name="T21" fmla="*/ 0 h 3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306" h="344">
                  <a:moveTo>
                    <a:pt x="0" y="344"/>
                  </a:moveTo>
                  <a:lnTo>
                    <a:pt x="0" y="0"/>
                  </a:lnTo>
                  <a:lnTo>
                    <a:pt x="284" y="0"/>
                  </a:lnTo>
                  <a:lnTo>
                    <a:pt x="341" y="57"/>
                  </a:lnTo>
                  <a:lnTo>
                    <a:pt x="511" y="57"/>
                  </a:lnTo>
                  <a:lnTo>
                    <a:pt x="568" y="116"/>
                  </a:lnTo>
                  <a:lnTo>
                    <a:pt x="1136" y="116"/>
                  </a:lnTo>
                  <a:lnTo>
                    <a:pt x="1136" y="230"/>
                  </a:lnTo>
                  <a:lnTo>
                    <a:pt x="1306" y="230"/>
                  </a:lnTo>
                  <a:lnTo>
                    <a:pt x="1306" y="344"/>
                  </a:lnTo>
                  <a:lnTo>
                    <a:pt x="0" y="344"/>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20" name="Rectangle 119">
              <a:extLst>
                <a:ext uri="{FF2B5EF4-FFF2-40B4-BE49-F238E27FC236}">
                  <a16:creationId xmlns:a16="http://schemas.microsoft.com/office/drawing/2014/main" id="{0DFD87F5-8FC5-3A41-810C-FD04532E4425}"/>
                </a:ext>
              </a:extLst>
            </p:cNvPr>
            <p:cNvSpPr>
              <a:spLocks noChangeArrowheads="1"/>
            </p:cNvSpPr>
            <p:nvPr/>
          </p:nvSpPr>
          <p:spPr bwMode="auto">
            <a:xfrm>
              <a:off x="4491" y="3193"/>
              <a:ext cx="240" cy="26"/>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21" name="Line 120">
              <a:extLst>
                <a:ext uri="{FF2B5EF4-FFF2-40B4-BE49-F238E27FC236}">
                  <a16:creationId xmlns:a16="http://schemas.microsoft.com/office/drawing/2014/main" id="{A624E12B-24B9-EC47-9B5A-92DD4CD02020}"/>
                </a:ext>
              </a:extLst>
            </p:cNvPr>
            <p:cNvSpPr>
              <a:spLocks noChangeShapeType="1"/>
            </p:cNvSpPr>
            <p:nvPr/>
          </p:nvSpPr>
          <p:spPr bwMode="auto">
            <a:xfrm>
              <a:off x="4479" y="3015"/>
              <a:ext cx="1" cy="50"/>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22" name="Freeform 121">
              <a:extLst>
                <a:ext uri="{FF2B5EF4-FFF2-40B4-BE49-F238E27FC236}">
                  <a16:creationId xmlns:a16="http://schemas.microsoft.com/office/drawing/2014/main" id="{A88F3BC6-3781-3B41-912F-BBE15F3CBFCE}"/>
                </a:ext>
              </a:extLst>
            </p:cNvPr>
            <p:cNvSpPr>
              <a:spLocks/>
            </p:cNvSpPr>
            <p:nvPr/>
          </p:nvSpPr>
          <p:spPr bwMode="auto">
            <a:xfrm>
              <a:off x="4471" y="3065"/>
              <a:ext cx="21" cy="25"/>
            </a:xfrm>
            <a:custGeom>
              <a:avLst/>
              <a:gdLst>
                <a:gd name="T0" fmla="*/ 0 w 85"/>
                <a:gd name="T1" fmla="*/ 0 h 99"/>
                <a:gd name="T2" fmla="*/ 0 w 85"/>
                <a:gd name="T3" fmla="*/ 0 h 99"/>
                <a:gd name="T4" fmla="*/ 0 w 85"/>
                <a:gd name="T5" fmla="*/ 0 h 99"/>
                <a:gd name="T6" fmla="*/ 0 w 85"/>
                <a:gd name="T7" fmla="*/ 0 h 99"/>
                <a:gd name="T8" fmla="*/ 0 w 85"/>
                <a:gd name="T9" fmla="*/ 0 h 99"/>
                <a:gd name="T10" fmla="*/ 0 w 85"/>
                <a:gd name="T11" fmla="*/ 0 h 99"/>
                <a:gd name="T12" fmla="*/ 0 w 85"/>
                <a:gd name="T13" fmla="*/ 0 h 9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 h="99">
                  <a:moveTo>
                    <a:pt x="0" y="99"/>
                  </a:moveTo>
                  <a:lnTo>
                    <a:pt x="0" y="0"/>
                  </a:lnTo>
                  <a:lnTo>
                    <a:pt x="85" y="0"/>
                  </a:lnTo>
                  <a:lnTo>
                    <a:pt x="85" y="35"/>
                  </a:lnTo>
                  <a:lnTo>
                    <a:pt x="28" y="35"/>
                  </a:lnTo>
                  <a:lnTo>
                    <a:pt x="28" y="99"/>
                  </a:lnTo>
                  <a:lnTo>
                    <a:pt x="0" y="99"/>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23" name="Freeform 122">
              <a:extLst>
                <a:ext uri="{FF2B5EF4-FFF2-40B4-BE49-F238E27FC236}">
                  <a16:creationId xmlns:a16="http://schemas.microsoft.com/office/drawing/2014/main" id="{8E7061C7-58ED-DC49-B6C0-23EBD51FC897}"/>
                </a:ext>
              </a:extLst>
            </p:cNvPr>
            <p:cNvSpPr>
              <a:spLocks/>
            </p:cNvSpPr>
            <p:nvPr/>
          </p:nvSpPr>
          <p:spPr bwMode="auto">
            <a:xfrm>
              <a:off x="4590" y="3047"/>
              <a:ext cx="72" cy="104"/>
            </a:xfrm>
            <a:custGeom>
              <a:avLst/>
              <a:gdLst>
                <a:gd name="T0" fmla="*/ 0 w 290"/>
                <a:gd name="T1" fmla="*/ 0 h 415"/>
                <a:gd name="T2" fmla="*/ 0 w 290"/>
                <a:gd name="T3" fmla="*/ 0 h 415"/>
                <a:gd name="T4" fmla="*/ 0 w 290"/>
                <a:gd name="T5" fmla="*/ 0 h 415"/>
                <a:gd name="T6" fmla="*/ 0 w 290"/>
                <a:gd name="T7" fmla="*/ 0 h 415"/>
                <a:gd name="T8" fmla="*/ 0 w 290"/>
                <a:gd name="T9" fmla="*/ 0 h 4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 h="415">
                  <a:moveTo>
                    <a:pt x="0" y="0"/>
                  </a:moveTo>
                  <a:lnTo>
                    <a:pt x="290" y="415"/>
                  </a:lnTo>
                  <a:lnTo>
                    <a:pt x="248" y="406"/>
                  </a:lnTo>
                  <a:lnTo>
                    <a:pt x="0" y="57"/>
                  </a:lnTo>
                  <a:lnTo>
                    <a:pt x="0" y="0"/>
                  </a:lnTo>
                  <a:close/>
                </a:path>
              </a:pathLst>
            </a:custGeom>
            <a:solidFill>
              <a:srgbClr val="9F9F9F"/>
            </a:solidFill>
            <a:ln w="3175">
              <a:solidFill>
                <a:srgbClr val="000000"/>
              </a:solidFill>
              <a:prstDash val="solid"/>
              <a:round/>
              <a:headEnd/>
              <a:tailEnd/>
            </a:ln>
          </p:spPr>
          <p:txBody>
            <a:bodyPr/>
            <a:lstStyle/>
            <a:p>
              <a:endParaRPr lang="zh-CN" altLang="en-US"/>
            </a:p>
          </p:txBody>
        </p:sp>
        <p:sp>
          <p:nvSpPr>
            <p:cNvPr id="66724" name="Freeform 123">
              <a:extLst>
                <a:ext uri="{FF2B5EF4-FFF2-40B4-BE49-F238E27FC236}">
                  <a16:creationId xmlns:a16="http://schemas.microsoft.com/office/drawing/2014/main" id="{0063E7A0-2D8F-924D-98DB-5D4F03D05A13}"/>
                </a:ext>
              </a:extLst>
            </p:cNvPr>
            <p:cNvSpPr>
              <a:spLocks/>
            </p:cNvSpPr>
            <p:nvPr/>
          </p:nvSpPr>
          <p:spPr bwMode="auto">
            <a:xfrm>
              <a:off x="4433" y="3106"/>
              <a:ext cx="57" cy="114"/>
            </a:xfrm>
            <a:custGeom>
              <a:avLst/>
              <a:gdLst>
                <a:gd name="T0" fmla="*/ 0 w 227"/>
                <a:gd name="T1" fmla="*/ 0 h 458"/>
                <a:gd name="T2" fmla="*/ 0 w 227"/>
                <a:gd name="T3" fmla="*/ 0 h 458"/>
                <a:gd name="T4" fmla="*/ 0 w 227"/>
                <a:gd name="T5" fmla="*/ 0 h 458"/>
                <a:gd name="T6" fmla="*/ 0 w 227"/>
                <a:gd name="T7" fmla="*/ 0 h 458"/>
                <a:gd name="T8" fmla="*/ 0 w 227"/>
                <a:gd name="T9" fmla="*/ 0 h 458"/>
                <a:gd name="T10" fmla="*/ 0 w 227"/>
                <a:gd name="T11" fmla="*/ 0 h 45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7" h="458">
                  <a:moveTo>
                    <a:pt x="170" y="0"/>
                  </a:moveTo>
                  <a:lnTo>
                    <a:pt x="0" y="171"/>
                  </a:lnTo>
                  <a:lnTo>
                    <a:pt x="0" y="458"/>
                  </a:lnTo>
                  <a:lnTo>
                    <a:pt x="227" y="458"/>
                  </a:lnTo>
                  <a:lnTo>
                    <a:pt x="227" y="114"/>
                  </a:lnTo>
                  <a:lnTo>
                    <a:pt x="170"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25" name="Rectangle 124">
              <a:extLst>
                <a:ext uri="{FF2B5EF4-FFF2-40B4-BE49-F238E27FC236}">
                  <a16:creationId xmlns:a16="http://schemas.microsoft.com/office/drawing/2014/main" id="{DF957343-E2C0-8D4B-87FF-97471888D1E9}"/>
                </a:ext>
              </a:extLst>
            </p:cNvPr>
            <p:cNvSpPr>
              <a:spLocks noChangeArrowheads="1"/>
            </p:cNvSpPr>
            <p:nvPr/>
          </p:nvSpPr>
          <p:spPr bwMode="auto">
            <a:xfrm>
              <a:off x="4420" y="3276"/>
              <a:ext cx="395" cy="14"/>
            </a:xfrm>
            <a:prstGeom prst="rect">
              <a:avLst/>
            </a:prstGeom>
            <a:solidFill>
              <a:srgbClr val="9F9F9F"/>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26" name="Rectangle 125">
              <a:extLst>
                <a:ext uri="{FF2B5EF4-FFF2-40B4-BE49-F238E27FC236}">
                  <a16:creationId xmlns:a16="http://schemas.microsoft.com/office/drawing/2014/main" id="{D6C2E5E0-DFBD-3947-830D-AFBDD5FB1FDB}"/>
                </a:ext>
              </a:extLst>
            </p:cNvPr>
            <p:cNvSpPr>
              <a:spLocks noChangeArrowheads="1"/>
            </p:cNvSpPr>
            <p:nvPr/>
          </p:nvSpPr>
          <p:spPr bwMode="auto">
            <a:xfrm>
              <a:off x="4420" y="3250"/>
              <a:ext cx="395" cy="24"/>
            </a:xfrm>
            <a:prstGeom prst="rect">
              <a:avLst/>
            </a:prstGeom>
            <a:solidFill>
              <a:srgbClr val="9F9F9F"/>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27" name="Rectangle 126">
              <a:extLst>
                <a:ext uri="{FF2B5EF4-FFF2-40B4-BE49-F238E27FC236}">
                  <a16:creationId xmlns:a16="http://schemas.microsoft.com/office/drawing/2014/main" id="{26F8ECB6-DB6A-C643-8944-AB9909D1C225}"/>
                </a:ext>
              </a:extLst>
            </p:cNvPr>
            <p:cNvSpPr>
              <a:spLocks noChangeArrowheads="1"/>
            </p:cNvSpPr>
            <p:nvPr/>
          </p:nvSpPr>
          <p:spPr bwMode="auto">
            <a:xfrm>
              <a:off x="4420" y="3221"/>
              <a:ext cx="395" cy="27"/>
            </a:xfrm>
            <a:prstGeom prst="rect">
              <a:avLst/>
            </a:prstGeom>
            <a:solidFill>
              <a:srgbClr val="9F9F9F"/>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28" name="Rectangle 127">
              <a:extLst>
                <a:ext uri="{FF2B5EF4-FFF2-40B4-BE49-F238E27FC236}">
                  <a16:creationId xmlns:a16="http://schemas.microsoft.com/office/drawing/2014/main" id="{FA5551FE-C3F0-CA43-97A9-98C932F82947}"/>
                </a:ext>
              </a:extLst>
            </p:cNvPr>
            <p:cNvSpPr>
              <a:spLocks noChangeArrowheads="1"/>
            </p:cNvSpPr>
            <p:nvPr/>
          </p:nvSpPr>
          <p:spPr bwMode="auto">
            <a:xfrm>
              <a:off x="4763" y="3200"/>
              <a:ext cx="41" cy="12"/>
            </a:xfrm>
            <a:prstGeom prst="rect">
              <a:avLst/>
            </a:prstGeom>
            <a:solidFill>
              <a:srgbClr val="9F9F9F"/>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29" name="Oval 128">
              <a:extLst>
                <a:ext uri="{FF2B5EF4-FFF2-40B4-BE49-F238E27FC236}">
                  <a16:creationId xmlns:a16="http://schemas.microsoft.com/office/drawing/2014/main" id="{8BA7945B-04AF-3345-A934-FEDAFFCF5B9E}"/>
                </a:ext>
              </a:extLst>
            </p:cNvPr>
            <p:cNvSpPr>
              <a:spLocks noChangeArrowheads="1"/>
            </p:cNvSpPr>
            <p:nvPr/>
          </p:nvSpPr>
          <p:spPr bwMode="auto">
            <a:xfrm>
              <a:off x="4462" y="3092"/>
              <a:ext cx="28" cy="29"/>
            </a:xfrm>
            <a:prstGeom prst="ellipse">
              <a:avLst/>
            </a:prstGeom>
            <a:solidFill>
              <a:srgbClr val="9F9F9F"/>
            </a:solidFill>
            <a:ln w="3175">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30" name="Rectangle 129">
              <a:extLst>
                <a:ext uri="{FF2B5EF4-FFF2-40B4-BE49-F238E27FC236}">
                  <a16:creationId xmlns:a16="http://schemas.microsoft.com/office/drawing/2014/main" id="{C813E85D-2F5E-CE41-A306-8435528354F2}"/>
                </a:ext>
              </a:extLst>
            </p:cNvPr>
            <p:cNvSpPr>
              <a:spLocks noChangeArrowheads="1"/>
            </p:cNvSpPr>
            <p:nvPr/>
          </p:nvSpPr>
          <p:spPr bwMode="auto">
            <a:xfrm>
              <a:off x="4562" y="3036"/>
              <a:ext cx="27" cy="26"/>
            </a:xfrm>
            <a:prstGeom prst="rect">
              <a:avLst/>
            </a:prstGeom>
            <a:solidFill>
              <a:srgbClr val="80808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31" name="Freeform 130">
              <a:extLst>
                <a:ext uri="{FF2B5EF4-FFF2-40B4-BE49-F238E27FC236}">
                  <a16:creationId xmlns:a16="http://schemas.microsoft.com/office/drawing/2014/main" id="{06D00F40-2408-1A43-A96C-C60A7AF31813}"/>
                </a:ext>
              </a:extLst>
            </p:cNvPr>
            <p:cNvSpPr>
              <a:spLocks/>
            </p:cNvSpPr>
            <p:nvPr/>
          </p:nvSpPr>
          <p:spPr bwMode="auto">
            <a:xfrm>
              <a:off x="4547" y="3021"/>
              <a:ext cx="114" cy="114"/>
            </a:xfrm>
            <a:custGeom>
              <a:avLst/>
              <a:gdLst>
                <a:gd name="T0" fmla="*/ 0 w 454"/>
                <a:gd name="T1" fmla="*/ 0 h 455"/>
                <a:gd name="T2" fmla="*/ 0 w 454"/>
                <a:gd name="T3" fmla="*/ 0 h 455"/>
                <a:gd name="T4" fmla="*/ 0 w 454"/>
                <a:gd name="T5" fmla="*/ 0 h 455"/>
                <a:gd name="T6" fmla="*/ 0 w 454"/>
                <a:gd name="T7" fmla="*/ 0 h 455"/>
                <a:gd name="T8" fmla="*/ 0 w 454"/>
                <a:gd name="T9" fmla="*/ 0 h 455"/>
                <a:gd name="T10" fmla="*/ 0 w 454"/>
                <a:gd name="T11" fmla="*/ 0 h 455"/>
                <a:gd name="T12" fmla="*/ 0 w 454"/>
                <a:gd name="T13" fmla="*/ 0 h 45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54" h="455">
                  <a:moveTo>
                    <a:pt x="57" y="455"/>
                  </a:moveTo>
                  <a:lnTo>
                    <a:pt x="57" y="57"/>
                  </a:lnTo>
                  <a:lnTo>
                    <a:pt x="454" y="57"/>
                  </a:lnTo>
                  <a:lnTo>
                    <a:pt x="454" y="0"/>
                  </a:lnTo>
                  <a:lnTo>
                    <a:pt x="0" y="0"/>
                  </a:lnTo>
                  <a:lnTo>
                    <a:pt x="0" y="455"/>
                  </a:lnTo>
                  <a:lnTo>
                    <a:pt x="57" y="455"/>
                  </a:lnTo>
                  <a:close/>
                </a:path>
              </a:pathLst>
            </a:custGeom>
            <a:solidFill>
              <a:srgbClr val="C0C0C0"/>
            </a:solidFill>
            <a:ln w="3175">
              <a:solidFill>
                <a:srgbClr val="000000"/>
              </a:solidFill>
              <a:prstDash val="solid"/>
              <a:round/>
              <a:headEnd/>
              <a:tailEnd/>
            </a:ln>
          </p:spPr>
          <p:txBody>
            <a:bodyPr/>
            <a:lstStyle/>
            <a:p>
              <a:endParaRPr lang="zh-CN" altLang="en-US"/>
            </a:p>
          </p:txBody>
        </p:sp>
        <p:grpSp>
          <p:nvGrpSpPr>
            <p:cNvPr id="66732" name="Group 131">
              <a:extLst>
                <a:ext uri="{FF2B5EF4-FFF2-40B4-BE49-F238E27FC236}">
                  <a16:creationId xmlns:a16="http://schemas.microsoft.com/office/drawing/2014/main" id="{93EFBF13-532F-1B4C-B548-9D7269515462}"/>
                </a:ext>
              </a:extLst>
            </p:cNvPr>
            <p:cNvGrpSpPr>
              <a:grpSpLocks/>
            </p:cNvGrpSpPr>
            <p:nvPr/>
          </p:nvGrpSpPr>
          <p:grpSpPr bwMode="auto">
            <a:xfrm>
              <a:off x="4455" y="2913"/>
              <a:ext cx="126" cy="116"/>
              <a:chOff x="4455" y="2913"/>
              <a:chExt cx="126" cy="116"/>
            </a:xfrm>
          </p:grpSpPr>
          <p:sp>
            <p:nvSpPr>
              <p:cNvPr id="66755" name="Oval 132">
                <a:extLst>
                  <a:ext uri="{FF2B5EF4-FFF2-40B4-BE49-F238E27FC236}">
                    <a16:creationId xmlns:a16="http://schemas.microsoft.com/office/drawing/2014/main" id="{CE2C2A00-B6F3-8A4D-A0B3-76948A8B4ABC}"/>
                  </a:ext>
                </a:extLst>
              </p:cNvPr>
              <p:cNvSpPr>
                <a:spLocks noChangeArrowheads="1"/>
              </p:cNvSpPr>
              <p:nvPr/>
            </p:nvSpPr>
            <p:spPr bwMode="auto">
              <a:xfrm>
                <a:off x="4465" y="2913"/>
                <a:ext cx="116" cy="116"/>
              </a:xfrm>
              <a:prstGeom prst="ellipse">
                <a:avLst/>
              </a:prstGeom>
              <a:solidFill>
                <a:srgbClr val="808080"/>
              </a:solidFill>
              <a:ln w="3175">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56" name="Oval 133">
                <a:extLst>
                  <a:ext uri="{FF2B5EF4-FFF2-40B4-BE49-F238E27FC236}">
                    <a16:creationId xmlns:a16="http://schemas.microsoft.com/office/drawing/2014/main" id="{6DDCC9EE-CDFA-1E48-9BEB-FA839B201040}"/>
                  </a:ext>
                </a:extLst>
              </p:cNvPr>
              <p:cNvSpPr>
                <a:spLocks noChangeArrowheads="1"/>
              </p:cNvSpPr>
              <p:nvPr/>
            </p:nvSpPr>
            <p:spPr bwMode="auto">
              <a:xfrm>
                <a:off x="4455" y="2913"/>
                <a:ext cx="115" cy="116"/>
              </a:xfrm>
              <a:prstGeom prst="ellipse">
                <a:avLst/>
              </a:prstGeom>
              <a:solidFill>
                <a:srgbClr val="C0C0C0"/>
              </a:solidFill>
              <a:ln w="3175">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nvGrpSpPr>
            <p:cNvPr id="66733" name="Group 134">
              <a:extLst>
                <a:ext uri="{FF2B5EF4-FFF2-40B4-BE49-F238E27FC236}">
                  <a16:creationId xmlns:a16="http://schemas.microsoft.com/office/drawing/2014/main" id="{D64C1AFC-E794-AE4B-914E-160D216AAEE6}"/>
                </a:ext>
              </a:extLst>
            </p:cNvPr>
            <p:cNvGrpSpPr>
              <a:grpSpLocks/>
            </p:cNvGrpSpPr>
            <p:nvPr/>
          </p:nvGrpSpPr>
          <p:grpSpPr bwMode="auto">
            <a:xfrm>
              <a:off x="4504" y="3136"/>
              <a:ext cx="43" cy="112"/>
              <a:chOff x="4504" y="3136"/>
              <a:chExt cx="43" cy="112"/>
            </a:xfrm>
          </p:grpSpPr>
          <p:sp>
            <p:nvSpPr>
              <p:cNvPr id="66746" name="Rectangle 135">
                <a:extLst>
                  <a:ext uri="{FF2B5EF4-FFF2-40B4-BE49-F238E27FC236}">
                    <a16:creationId xmlns:a16="http://schemas.microsoft.com/office/drawing/2014/main" id="{4ED90923-AD69-6943-8028-BC49B818E022}"/>
                  </a:ext>
                </a:extLst>
              </p:cNvPr>
              <p:cNvSpPr>
                <a:spLocks noChangeArrowheads="1"/>
              </p:cNvSpPr>
              <p:nvPr/>
            </p:nvSpPr>
            <p:spPr bwMode="auto">
              <a:xfrm>
                <a:off x="4505" y="3136"/>
                <a:ext cx="41" cy="112"/>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66747" name="Group 136">
                <a:extLst>
                  <a:ext uri="{FF2B5EF4-FFF2-40B4-BE49-F238E27FC236}">
                    <a16:creationId xmlns:a16="http://schemas.microsoft.com/office/drawing/2014/main" id="{4EE1072A-E65E-5B4C-929F-48C4EC3D6B94}"/>
                  </a:ext>
                </a:extLst>
              </p:cNvPr>
              <p:cNvGrpSpPr>
                <a:grpSpLocks/>
              </p:cNvGrpSpPr>
              <p:nvPr/>
            </p:nvGrpSpPr>
            <p:grpSpPr bwMode="auto">
              <a:xfrm>
                <a:off x="4504" y="3149"/>
                <a:ext cx="43" cy="87"/>
                <a:chOff x="4504" y="3149"/>
                <a:chExt cx="43" cy="87"/>
              </a:xfrm>
            </p:grpSpPr>
            <p:sp>
              <p:nvSpPr>
                <p:cNvPr id="66748" name="Line 137">
                  <a:extLst>
                    <a:ext uri="{FF2B5EF4-FFF2-40B4-BE49-F238E27FC236}">
                      <a16:creationId xmlns:a16="http://schemas.microsoft.com/office/drawing/2014/main" id="{3DE273D9-05FF-064D-A5D7-81FE92E358BA}"/>
                    </a:ext>
                  </a:extLst>
                </p:cNvPr>
                <p:cNvSpPr>
                  <a:spLocks noChangeShapeType="1"/>
                </p:cNvSpPr>
                <p:nvPr/>
              </p:nvSpPr>
              <p:spPr bwMode="auto">
                <a:xfrm>
                  <a:off x="4504" y="3163"/>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49" name="Line 138">
                  <a:extLst>
                    <a:ext uri="{FF2B5EF4-FFF2-40B4-BE49-F238E27FC236}">
                      <a16:creationId xmlns:a16="http://schemas.microsoft.com/office/drawing/2014/main" id="{7852B2F0-A81C-3847-A20F-F978BF8726D6}"/>
                    </a:ext>
                  </a:extLst>
                </p:cNvPr>
                <p:cNvSpPr>
                  <a:spLocks noChangeShapeType="1"/>
                </p:cNvSpPr>
                <p:nvPr/>
              </p:nvSpPr>
              <p:spPr bwMode="auto">
                <a:xfrm>
                  <a:off x="4504" y="3206"/>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50" name="Line 139">
                  <a:extLst>
                    <a:ext uri="{FF2B5EF4-FFF2-40B4-BE49-F238E27FC236}">
                      <a16:creationId xmlns:a16="http://schemas.microsoft.com/office/drawing/2014/main" id="{75234C52-C1FE-1243-9248-7E097BAF15E4}"/>
                    </a:ext>
                  </a:extLst>
                </p:cNvPr>
                <p:cNvSpPr>
                  <a:spLocks noChangeShapeType="1"/>
                </p:cNvSpPr>
                <p:nvPr/>
              </p:nvSpPr>
              <p:spPr bwMode="auto">
                <a:xfrm>
                  <a:off x="4504" y="3192"/>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51" name="Line 140">
                  <a:extLst>
                    <a:ext uri="{FF2B5EF4-FFF2-40B4-BE49-F238E27FC236}">
                      <a16:creationId xmlns:a16="http://schemas.microsoft.com/office/drawing/2014/main" id="{75824C19-D117-9344-8964-915DD65C929C}"/>
                    </a:ext>
                  </a:extLst>
                </p:cNvPr>
                <p:cNvSpPr>
                  <a:spLocks noChangeShapeType="1"/>
                </p:cNvSpPr>
                <p:nvPr/>
              </p:nvSpPr>
              <p:spPr bwMode="auto">
                <a:xfrm>
                  <a:off x="4504" y="3178"/>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52" name="Line 141">
                  <a:extLst>
                    <a:ext uri="{FF2B5EF4-FFF2-40B4-BE49-F238E27FC236}">
                      <a16:creationId xmlns:a16="http://schemas.microsoft.com/office/drawing/2014/main" id="{091B06C5-5D4C-4142-A5BE-C32E45013DB4}"/>
                    </a:ext>
                  </a:extLst>
                </p:cNvPr>
                <p:cNvSpPr>
                  <a:spLocks noChangeShapeType="1"/>
                </p:cNvSpPr>
                <p:nvPr/>
              </p:nvSpPr>
              <p:spPr bwMode="auto">
                <a:xfrm>
                  <a:off x="4504" y="3149"/>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53" name="Line 142">
                  <a:extLst>
                    <a:ext uri="{FF2B5EF4-FFF2-40B4-BE49-F238E27FC236}">
                      <a16:creationId xmlns:a16="http://schemas.microsoft.com/office/drawing/2014/main" id="{05364487-1771-7D41-8BDC-C95A28228929}"/>
                    </a:ext>
                  </a:extLst>
                </p:cNvPr>
                <p:cNvSpPr>
                  <a:spLocks noChangeShapeType="1"/>
                </p:cNvSpPr>
                <p:nvPr/>
              </p:nvSpPr>
              <p:spPr bwMode="auto">
                <a:xfrm>
                  <a:off x="4504" y="3220"/>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54" name="Line 143">
                  <a:extLst>
                    <a:ext uri="{FF2B5EF4-FFF2-40B4-BE49-F238E27FC236}">
                      <a16:creationId xmlns:a16="http://schemas.microsoft.com/office/drawing/2014/main" id="{615D9C5F-D5ED-1847-822A-7A714C20FA83}"/>
                    </a:ext>
                  </a:extLst>
                </p:cNvPr>
                <p:cNvSpPr>
                  <a:spLocks noChangeShapeType="1"/>
                </p:cNvSpPr>
                <p:nvPr/>
              </p:nvSpPr>
              <p:spPr bwMode="auto">
                <a:xfrm>
                  <a:off x="4504" y="3235"/>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
          <p:nvSpPr>
            <p:cNvPr id="66734" name="Rectangle 144">
              <a:extLst>
                <a:ext uri="{FF2B5EF4-FFF2-40B4-BE49-F238E27FC236}">
                  <a16:creationId xmlns:a16="http://schemas.microsoft.com/office/drawing/2014/main" id="{31E08FEC-79A6-7744-B706-C73A6DC87165}"/>
                </a:ext>
              </a:extLst>
            </p:cNvPr>
            <p:cNvSpPr>
              <a:spLocks noChangeArrowheads="1"/>
            </p:cNvSpPr>
            <p:nvPr/>
          </p:nvSpPr>
          <p:spPr bwMode="auto">
            <a:xfrm>
              <a:off x="4775" y="3164"/>
              <a:ext cx="12" cy="27"/>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35" name="Freeform 145">
              <a:extLst>
                <a:ext uri="{FF2B5EF4-FFF2-40B4-BE49-F238E27FC236}">
                  <a16:creationId xmlns:a16="http://schemas.microsoft.com/office/drawing/2014/main" id="{602570FE-D650-5341-815F-4CC8EF353300}"/>
                </a:ext>
              </a:extLst>
            </p:cNvPr>
            <p:cNvSpPr>
              <a:spLocks/>
            </p:cNvSpPr>
            <p:nvPr/>
          </p:nvSpPr>
          <p:spPr bwMode="auto">
            <a:xfrm>
              <a:off x="4696" y="2871"/>
              <a:ext cx="32" cy="55"/>
            </a:xfrm>
            <a:custGeom>
              <a:avLst/>
              <a:gdLst>
                <a:gd name="T0" fmla="*/ 0 w 129"/>
                <a:gd name="T1" fmla="*/ 0 h 221"/>
                <a:gd name="T2" fmla="*/ 0 w 129"/>
                <a:gd name="T3" fmla="*/ 0 h 221"/>
                <a:gd name="T4" fmla="*/ 0 w 129"/>
                <a:gd name="T5" fmla="*/ 0 h 221"/>
                <a:gd name="T6" fmla="*/ 0 w 129"/>
                <a:gd name="T7" fmla="*/ 0 h 221"/>
                <a:gd name="T8" fmla="*/ 0 w 129"/>
                <a:gd name="T9" fmla="*/ 0 h 2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9" h="221">
                  <a:moveTo>
                    <a:pt x="107" y="0"/>
                  </a:moveTo>
                  <a:lnTo>
                    <a:pt x="0" y="185"/>
                  </a:lnTo>
                  <a:lnTo>
                    <a:pt x="21" y="221"/>
                  </a:lnTo>
                  <a:lnTo>
                    <a:pt x="129" y="7"/>
                  </a:lnTo>
                  <a:lnTo>
                    <a:pt x="107" y="0"/>
                  </a:lnTo>
                  <a:close/>
                </a:path>
              </a:pathLst>
            </a:custGeom>
            <a:solidFill>
              <a:srgbClr val="BFBFDF"/>
            </a:solidFill>
            <a:ln w="3175">
              <a:solidFill>
                <a:srgbClr val="000000"/>
              </a:solidFill>
              <a:prstDash val="solid"/>
              <a:round/>
              <a:headEnd/>
              <a:tailEnd/>
            </a:ln>
          </p:spPr>
          <p:txBody>
            <a:bodyPr/>
            <a:lstStyle/>
            <a:p>
              <a:endParaRPr lang="zh-CN" altLang="en-US"/>
            </a:p>
          </p:txBody>
        </p:sp>
        <p:sp>
          <p:nvSpPr>
            <p:cNvPr id="66736" name="Freeform 146">
              <a:extLst>
                <a:ext uri="{FF2B5EF4-FFF2-40B4-BE49-F238E27FC236}">
                  <a16:creationId xmlns:a16="http://schemas.microsoft.com/office/drawing/2014/main" id="{C50740A8-0471-1545-AF86-C7EB8EEDC141}"/>
                </a:ext>
              </a:extLst>
            </p:cNvPr>
            <p:cNvSpPr>
              <a:spLocks/>
            </p:cNvSpPr>
            <p:nvPr/>
          </p:nvSpPr>
          <p:spPr bwMode="auto">
            <a:xfrm>
              <a:off x="4657" y="2848"/>
              <a:ext cx="62" cy="16"/>
            </a:xfrm>
            <a:custGeom>
              <a:avLst/>
              <a:gdLst>
                <a:gd name="T0" fmla="*/ 0 w 249"/>
                <a:gd name="T1" fmla="*/ 0 h 66"/>
                <a:gd name="T2" fmla="*/ 0 w 249"/>
                <a:gd name="T3" fmla="*/ 0 h 66"/>
                <a:gd name="T4" fmla="*/ 0 w 249"/>
                <a:gd name="T5" fmla="*/ 0 h 66"/>
                <a:gd name="T6" fmla="*/ 0 w 249"/>
                <a:gd name="T7" fmla="*/ 0 h 66"/>
                <a:gd name="T8" fmla="*/ 0 w 249"/>
                <a:gd name="T9" fmla="*/ 0 h 6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9" h="66">
                  <a:moveTo>
                    <a:pt x="241" y="0"/>
                  </a:moveTo>
                  <a:lnTo>
                    <a:pt x="0" y="36"/>
                  </a:lnTo>
                  <a:lnTo>
                    <a:pt x="35" y="66"/>
                  </a:lnTo>
                  <a:lnTo>
                    <a:pt x="249" y="22"/>
                  </a:lnTo>
                  <a:lnTo>
                    <a:pt x="241" y="0"/>
                  </a:lnTo>
                  <a:close/>
                </a:path>
              </a:pathLst>
            </a:custGeom>
            <a:solidFill>
              <a:srgbClr val="BFBFDF"/>
            </a:solidFill>
            <a:ln w="3175">
              <a:solidFill>
                <a:srgbClr val="000000"/>
              </a:solidFill>
              <a:prstDash val="solid"/>
              <a:round/>
              <a:headEnd/>
              <a:tailEnd/>
            </a:ln>
          </p:spPr>
          <p:txBody>
            <a:bodyPr/>
            <a:lstStyle/>
            <a:p>
              <a:endParaRPr lang="zh-CN" altLang="en-US"/>
            </a:p>
          </p:txBody>
        </p:sp>
        <p:sp>
          <p:nvSpPr>
            <p:cNvPr id="66737" name="Freeform 147">
              <a:extLst>
                <a:ext uri="{FF2B5EF4-FFF2-40B4-BE49-F238E27FC236}">
                  <a16:creationId xmlns:a16="http://schemas.microsoft.com/office/drawing/2014/main" id="{B55C3B9E-D492-534C-AD02-DD727AB8B7AA}"/>
                </a:ext>
              </a:extLst>
            </p:cNvPr>
            <p:cNvSpPr>
              <a:spLocks/>
            </p:cNvSpPr>
            <p:nvPr/>
          </p:nvSpPr>
          <p:spPr bwMode="auto">
            <a:xfrm>
              <a:off x="4516" y="2720"/>
              <a:ext cx="233" cy="367"/>
            </a:xfrm>
            <a:custGeom>
              <a:avLst/>
              <a:gdLst>
                <a:gd name="T0" fmla="*/ 0 w 931"/>
                <a:gd name="T1" fmla="*/ 0 h 1469"/>
                <a:gd name="T2" fmla="*/ 0 w 931"/>
                <a:gd name="T3" fmla="*/ 0 h 1469"/>
                <a:gd name="T4" fmla="*/ 0 w 931"/>
                <a:gd name="T5" fmla="*/ 0 h 1469"/>
                <a:gd name="T6" fmla="*/ 0 w 931"/>
                <a:gd name="T7" fmla="*/ 0 h 1469"/>
                <a:gd name="T8" fmla="*/ 0 w 931"/>
                <a:gd name="T9" fmla="*/ 0 h 1469"/>
                <a:gd name="T10" fmla="*/ 0 w 931"/>
                <a:gd name="T11" fmla="*/ 0 h 1469"/>
                <a:gd name="T12" fmla="*/ 0 w 931"/>
                <a:gd name="T13" fmla="*/ 0 h 1469"/>
                <a:gd name="T14" fmla="*/ 0 w 931"/>
                <a:gd name="T15" fmla="*/ 0 h 1469"/>
                <a:gd name="T16" fmla="*/ 0 w 931"/>
                <a:gd name="T17" fmla="*/ 0 h 1469"/>
                <a:gd name="T18" fmla="*/ 0 w 931"/>
                <a:gd name="T19" fmla="*/ 0 h 1469"/>
                <a:gd name="T20" fmla="*/ 0 w 931"/>
                <a:gd name="T21" fmla="*/ 0 h 1469"/>
                <a:gd name="T22" fmla="*/ 0 w 931"/>
                <a:gd name="T23" fmla="*/ 0 h 1469"/>
                <a:gd name="T24" fmla="*/ 0 w 931"/>
                <a:gd name="T25" fmla="*/ 0 h 1469"/>
                <a:gd name="T26" fmla="*/ 0 w 931"/>
                <a:gd name="T27" fmla="*/ 0 h 1469"/>
                <a:gd name="T28" fmla="*/ 0 w 931"/>
                <a:gd name="T29" fmla="*/ 0 h 1469"/>
                <a:gd name="T30" fmla="*/ 0 w 931"/>
                <a:gd name="T31" fmla="*/ 0 h 1469"/>
                <a:gd name="T32" fmla="*/ 0 w 931"/>
                <a:gd name="T33" fmla="*/ 0 h 1469"/>
                <a:gd name="T34" fmla="*/ 0 w 931"/>
                <a:gd name="T35" fmla="*/ 0 h 1469"/>
                <a:gd name="T36" fmla="*/ 0 w 931"/>
                <a:gd name="T37" fmla="*/ 0 h 1469"/>
                <a:gd name="T38" fmla="*/ 0 w 931"/>
                <a:gd name="T39" fmla="*/ 0 h 1469"/>
                <a:gd name="T40" fmla="*/ 0 w 931"/>
                <a:gd name="T41" fmla="*/ 0 h 1469"/>
                <a:gd name="T42" fmla="*/ 0 w 931"/>
                <a:gd name="T43" fmla="*/ 0 h 1469"/>
                <a:gd name="T44" fmla="*/ 0 w 931"/>
                <a:gd name="T45" fmla="*/ 0 h 14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31" h="1469">
                  <a:moveTo>
                    <a:pt x="30" y="53"/>
                  </a:moveTo>
                  <a:lnTo>
                    <a:pt x="16" y="96"/>
                  </a:lnTo>
                  <a:lnTo>
                    <a:pt x="4" y="150"/>
                  </a:lnTo>
                  <a:lnTo>
                    <a:pt x="0" y="207"/>
                  </a:lnTo>
                  <a:lnTo>
                    <a:pt x="0" y="264"/>
                  </a:lnTo>
                  <a:lnTo>
                    <a:pt x="12" y="338"/>
                  </a:lnTo>
                  <a:lnTo>
                    <a:pt x="23" y="431"/>
                  </a:lnTo>
                  <a:lnTo>
                    <a:pt x="44" y="534"/>
                  </a:lnTo>
                  <a:lnTo>
                    <a:pt x="79" y="653"/>
                  </a:lnTo>
                  <a:lnTo>
                    <a:pt x="133" y="767"/>
                  </a:lnTo>
                  <a:lnTo>
                    <a:pt x="218" y="902"/>
                  </a:lnTo>
                  <a:lnTo>
                    <a:pt x="303" y="1031"/>
                  </a:lnTo>
                  <a:lnTo>
                    <a:pt x="374" y="1116"/>
                  </a:lnTo>
                  <a:lnTo>
                    <a:pt x="473" y="1219"/>
                  </a:lnTo>
                  <a:lnTo>
                    <a:pt x="576" y="1305"/>
                  </a:lnTo>
                  <a:lnTo>
                    <a:pt x="668" y="1373"/>
                  </a:lnTo>
                  <a:lnTo>
                    <a:pt x="735" y="1415"/>
                  </a:lnTo>
                  <a:lnTo>
                    <a:pt x="802" y="1447"/>
                  </a:lnTo>
                  <a:lnTo>
                    <a:pt x="857" y="1469"/>
                  </a:lnTo>
                  <a:lnTo>
                    <a:pt x="899" y="1469"/>
                  </a:lnTo>
                  <a:lnTo>
                    <a:pt x="931" y="1451"/>
                  </a:lnTo>
                  <a:lnTo>
                    <a:pt x="62" y="0"/>
                  </a:lnTo>
                  <a:lnTo>
                    <a:pt x="30" y="53"/>
                  </a:lnTo>
                  <a:close/>
                </a:path>
              </a:pathLst>
            </a:custGeom>
            <a:solidFill>
              <a:srgbClr val="808080"/>
            </a:solidFill>
            <a:ln w="3175">
              <a:solidFill>
                <a:srgbClr val="000000"/>
              </a:solidFill>
              <a:prstDash val="solid"/>
              <a:round/>
              <a:headEnd/>
              <a:tailEnd/>
            </a:ln>
          </p:spPr>
          <p:txBody>
            <a:bodyPr/>
            <a:lstStyle/>
            <a:p>
              <a:endParaRPr lang="zh-CN" altLang="en-US"/>
            </a:p>
          </p:txBody>
        </p:sp>
        <p:sp>
          <p:nvSpPr>
            <p:cNvPr id="66738" name="Freeform 148">
              <a:extLst>
                <a:ext uri="{FF2B5EF4-FFF2-40B4-BE49-F238E27FC236}">
                  <a16:creationId xmlns:a16="http://schemas.microsoft.com/office/drawing/2014/main" id="{F3139E19-800E-2F40-92D9-25DABAB9DFF8}"/>
                </a:ext>
              </a:extLst>
            </p:cNvPr>
            <p:cNvSpPr>
              <a:spLocks/>
            </p:cNvSpPr>
            <p:nvPr/>
          </p:nvSpPr>
          <p:spPr bwMode="auto">
            <a:xfrm>
              <a:off x="4529" y="2719"/>
              <a:ext cx="220" cy="364"/>
            </a:xfrm>
            <a:custGeom>
              <a:avLst/>
              <a:gdLst>
                <a:gd name="T0" fmla="*/ 0 w 876"/>
                <a:gd name="T1" fmla="*/ 0 h 1455"/>
                <a:gd name="T2" fmla="*/ 0 w 876"/>
                <a:gd name="T3" fmla="*/ 0 h 1455"/>
                <a:gd name="T4" fmla="*/ 0 w 876"/>
                <a:gd name="T5" fmla="*/ 0 h 1455"/>
                <a:gd name="T6" fmla="*/ 0 w 876"/>
                <a:gd name="T7" fmla="*/ 0 h 1455"/>
                <a:gd name="T8" fmla="*/ 0 w 876"/>
                <a:gd name="T9" fmla="*/ 0 h 1455"/>
                <a:gd name="T10" fmla="*/ 0 w 876"/>
                <a:gd name="T11" fmla="*/ 0 h 1455"/>
                <a:gd name="T12" fmla="*/ 0 w 876"/>
                <a:gd name="T13" fmla="*/ 0 h 1455"/>
                <a:gd name="T14" fmla="*/ 0 w 876"/>
                <a:gd name="T15" fmla="*/ 0 h 1455"/>
                <a:gd name="T16" fmla="*/ 0 w 876"/>
                <a:gd name="T17" fmla="*/ 0 h 1455"/>
                <a:gd name="T18" fmla="*/ 0 w 876"/>
                <a:gd name="T19" fmla="*/ 0 h 1455"/>
                <a:gd name="T20" fmla="*/ 0 w 876"/>
                <a:gd name="T21" fmla="*/ 0 h 1455"/>
                <a:gd name="T22" fmla="*/ 0 w 876"/>
                <a:gd name="T23" fmla="*/ 0 h 1455"/>
                <a:gd name="T24" fmla="*/ 0 w 876"/>
                <a:gd name="T25" fmla="*/ 0 h 1455"/>
                <a:gd name="T26" fmla="*/ 0 w 876"/>
                <a:gd name="T27" fmla="*/ 0 h 1455"/>
                <a:gd name="T28" fmla="*/ 0 w 876"/>
                <a:gd name="T29" fmla="*/ 0 h 1455"/>
                <a:gd name="T30" fmla="*/ 0 w 876"/>
                <a:gd name="T31" fmla="*/ 0 h 1455"/>
                <a:gd name="T32" fmla="*/ 0 w 876"/>
                <a:gd name="T33" fmla="*/ 0 h 1455"/>
                <a:gd name="T34" fmla="*/ 0 w 876"/>
                <a:gd name="T35" fmla="*/ 0 h 1455"/>
                <a:gd name="T36" fmla="*/ 0 w 876"/>
                <a:gd name="T37" fmla="*/ 0 h 1455"/>
                <a:gd name="T38" fmla="*/ 0 w 876"/>
                <a:gd name="T39" fmla="*/ 0 h 1455"/>
                <a:gd name="T40" fmla="*/ 0 w 876"/>
                <a:gd name="T41" fmla="*/ 0 h 1455"/>
                <a:gd name="T42" fmla="*/ 0 w 876"/>
                <a:gd name="T43" fmla="*/ 0 h 1455"/>
                <a:gd name="T44" fmla="*/ 0 w 876"/>
                <a:gd name="T45" fmla="*/ 0 h 1455"/>
                <a:gd name="T46" fmla="*/ 0 w 876"/>
                <a:gd name="T47" fmla="*/ 0 h 1455"/>
                <a:gd name="T48" fmla="*/ 0 w 876"/>
                <a:gd name="T49" fmla="*/ 0 h 1455"/>
                <a:gd name="T50" fmla="*/ 0 w 876"/>
                <a:gd name="T51" fmla="*/ 0 h 1455"/>
                <a:gd name="T52" fmla="*/ 0 w 876"/>
                <a:gd name="T53" fmla="*/ 0 h 1455"/>
                <a:gd name="T54" fmla="*/ 0 w 876"/>
                <a:gd name="T55" fmla="*/ 0 h 1455"/>
                <a:gd name="T56" fmla="*/ 0 w 876"/>
                <a:gd name="T57" fmla="*/ 0 h 1455"/>
                <a:gd name="T58" fmla="*/ 0 w 876"/>
                <a:gd name="T59" fmla="*/ 0 h 1455"/>
                <a:gd name="T60" fmla="*/ 0 w 876"/>
                <a:gd name="T61" fmla="*/ 0 h 1455"/>
                <a:gd name="T62" fmla="*/ 0 w 876"/>
                <a:gd name="T63" fmla="*/ 0 h 1455"/>
                <a:gd name="T64" fmla="*/ 0 w 876"/>
                <a:gd name="T65" fmla="*/ 0 h 1455"/>
                <a:gd name="T66" fmla="*/ 0 w 876"/>
                <a:gd name="T67" fmla="*/ 0 h 1455"/>
                <a:gd name="T68" fmla="*/ 0 w 876"/>
                <a:gd name="T69" fmla="*/ 0 h 1455"/>
                <a:gd name="T70" fmla="*/ 0 w 876"/>
                <a:gd name="T71" fmla="*/ 0 h 1455"/>
                <a:gd name="T72" fmla="*/ 0 w 876"/>
                <a:gd name="T73" fmla="*/ 0 h 1455"/>
                <a:gd name="T74" fmla="*/ 0 w 876"/>
                <a:gd name="T75" fmla="*/ 0 h 1455"/>
                <a:gd name="T76" fmla="*/ 0 w 876"/>
                <a:gd name="T77" fmla="*/ 0 h 1455"/>
                <a:gd name="T78" fmla="*/ 0 w 876"/>
                <a:gd name="T79" fmla="*/ 0 h 1455"/>
                <a:gd name="T80" fmla="*/ 0 w 876"/>
                <a:gd name="T81" fmla="*/ 0 h 1455"/>
                <a:gd name="T82" fmla="*/ 0 w 876"/>
                <a:gd name="T83" fmla="*/ 0 h 1455"/>
                <a:gd name="T84" fmla="*/ 0 w 876"/>
                <a:gd name="T85" fmla="*/ 0 h 1455"/>
                <a:gd name="T86" fmla="*/ 0 w 876"/>
                <a:gd name="T87" fmla="*/ 0 h 1455"/>
                <a:gd name="T88" fmla="*/ 0 w 876"/>
                <a:gd name="T89" fmla="*/ 0 h 145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876" h="1455">
                  <a:moveTo>
                    <a:pt x="7" y="0"/>
                  </a:moveTo>
                  <a:lnTo>
                    <a:pt x="0" y="29"/>
                  </a:lnTo>
                  <a:lnTo>
                    <a:pt x="0" y="93"/>
                  </a:lnTo>
                  <a:lnTo>
                    <a:pt x="3" y="168"/>
                  </a:lnTo>
                  <a:lnTo>
                    <a:pt x="10" y="228"/>
                  </a:lnTo>
                  <a:lnTo>
                    <a:pt x="21" y="307"/>
                  </a:lnTo>
                  <a:lnTo>
                    <a:pt x="35" y="399"/>
                  </a:lnTo>
                  <a:lnTo>
                    <a:pt x="56" y="496"/>
                  </a:lnTo>
                  <a:lnTo>
                    <a:pt x="99" y="618"/>
                  </a:lnTo>
                  <a:lnTo>
                    <a:pt x="163" y="757"/>
                  </a:lnTo>
                  <a:lnTo>
                    <a:pt x="234" y="871"/>
                  </a:lnTo>
                  <a:lnTo>
                    <a:pt x="319" y="992"/>
                  </a:lnTo>
                  <a:lnTo>
                    <a:pt x="397" y="1084"/>
                  </a:lnTo>
                  <a:lnTo>
                    <a:pt x="457" y="1147"/>
                  </a:lnTo>
                  <a:lnTo>
                    <a:pt x="513" y="1206"/>
                  </a:lnTo>
                  <a:lnTo>
                    <a:pt x="574" y="1263"/>
                  </a:lnTo>
                  <a:lnTo>
                    <a:pt x="641" y="1318"/>
                  </a:lnTo>
                  <a:lnTo>
                    <a:pt x="687" y="1355"/>
                  </a:lnTo>
                  <a:lnTo>
                    <a:pt x="737" y="1387"/>
                  </a:lnTo>
                  <a:lnTo>
                    <a:pt x="791" y="1418"/>
                  </a:lnTo>
                  <a:lnTo>
                    <a:pt x="837" y="1448"/>
                  </a:lnTo>
                  <a:lnTo>
                    <a:pt x="865" y="1455"/>
                  </a:lnTo>
                  <a:lnTo>
                    <a:pt x="876" y="1434"/>
                  </a:lnTo>
                  <a:lnTo>
                    <a:pt x="874" y="1404"/>
                  </a:lnTo>
                  <a:lnTo>
                    <a:pt x="867" y="1369"/>
                  </a:lnTo>
                  <a:lnTo>
                    <a:pt x="855" y="1309"/>
                  </a:lnTo>
                  <a:lnTo>
                    <a:pt x="841" y="1229"/>
                  </a:lnTo>
                  <a:lnTo>
                    <a:pt x="823" y="1156"/>
                  </a:lnTo>
                  <a:lnTo>
                    <a:pt x="802" y="1069"/>
                  </a:lnTo>
                  <a:lnTo>
                    <a:pt x="773" y="978"/>
                  </a:lnTo>
                  <a:lnTo>
                    <a:pt x="741" y="905"/>
                  </a:lnTo>
                  <a:lnTo>
                    <a:pt x="715" y="842"/>
                  </a:lnTo>
                  <a:lnTo>
                    <a:pt x="674" y="759"/>
                  </a:lnTo>
                  <a:lnTo>
                    <a:pt x="634" y="686"/>
                  </a:lnTo>
                  <a:lnTo>
                    <a:pt x="586" y="606"/>
                  </a:lnTo>
                  <a:lnTo>
                    <a:pt x="510" y="506"/>
                  </a:lnTo>
                  <a:lnTo>
                    <a:pt x="457" y="435"/>
                  </a:lnTo>
                  <a:lnTo>
                    <a:pt x="380" y="338"/>
                  </a:lnTo>
                  <a:lnTo>
                    <a:pt x="308" y="268"/>
                  </a:lnTo>
                  <a:lnTo>
                    <a:pt x="237" y="195"/>
                  </a:lnTo>
                  <a:lnTo>
                    <a:pt x="184" y="143"/>
                  </a:lnTo>
                  <a:lnTo>
                    <a:pt x="127" y="88"/>
                  </a:lnTo>
                  <a:lnTo>
                    <a:pt x="85" y="50"/>
                  </a:lnTo>
                  <a:lnTo>
                    <a:pt x="42" y="15"/>
                  </a:lnTo>
                  <a:lnTo>
                    <a:pt x="7"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39" name="Freeform 149">
              <a:extLst>
                <a:ext uri="{FF2B5EF4-FFF2-40B4-BE49-F238E27FC236}">
                  <a16:creationId xmlns:a16="http://schemas.microsoft.com/office/drawing/2014/main" id="{2912EB89-7871-3748-9320-5562B1A6198C}"/>
                </a:ext>
              </a:extLst>
            </p:cNvPr>
            <p:cNvSpPr>
              <a:spLocks/>
            </p:cNvSpPr>
            <p:nvPr/>
          </p:nvSpPr>
          <p:spPr bwMode="auto">
            <a:xfrm>
              <a:off x="4537" y="2812"/>
              <a:ext cx="216" cy="16"/>
            </a:xfrm>
            <a:custGeom>
              <a:avLst/>
              <a:gdLst>
                <a:gd name="T0" fmla="*/ 0 w 862"/>
                <a:gd name="T1" fmla="*/ 0 h 64"/>
                <a:gd name="T2" fmla="*/ 0 w 862"/>
                <a:gd name="T3" fmla="*/ 0 h 64"/>
                <a:gd name="T4" fmla="*/ 0 w 862"/>
                <a:gd name="T5" fmla="*/ 0 h 64"/>
                <a:gd name="T6" fmla="*/ 0 w 862"/>
                <a:gd name="T7" fmla="*/ 0 h 64"/>
                <a:gd name="T8" fmla="*/ 0 w 862"/>
                <a:gd name="T9" fmla="*/ 0 h 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2" h="64">
                  <a:moveTo>
                    <a:pt x="0" y="0"/>
                  </a:moveTo>
                  <a:lnTo>
                    <a:pt x="862" y="36"/>
                  </a:lnTo>
                  <a:lnTo>
                    <a:pt x="855" y="64"/>
                  </a:lnTo>
                  <a:lnTo>
                    <a:pt x="3" y="28"/>
                  </a:lnTo>
                  <a:lnTo>
                    <a:pt x="0" y="0"/>
                  </a:lnTo>
                  <a:close/>
                </a:path>
              </a:pathLst>
            </a:custGeom>
            <a:solidFill>
              <a:srgbClr val="DFDFFF"/>
            </a:solidFill>
            <a:ln w="3175">
              <a:solidFill>
                <a:srgbClr val="000000"/>
              </a:solidFill>
              <a:prstDash val="solid"/>
              <a:round/>
              <a:headEnd/>
              <a:tailEnd/>
            </a:ln>
          </p:spPr>
          <p:txBody>
            <a:bodyPr/>
            <a:lstStyle/>
            <a:p>
              <a:endParaRPr lang="zh-CN" altLang="en-US"/>
            </a:p>
          </p:txBody>
        </p:sp>
        <p:sp>
          <p:nvSpPr>
            <p:cNvPr id="66740" name="Freeform 150">
              <a:extLst>
                <a:ext uri="{FF2B5EF4-FFF2-40B4-BE49-F238E27FC236}">
                  <a16:creationId xmlns:a16="http://schemas.microsoft.com/office/drawing/2014/main" id="{CB9FFA22-C60F-8E4A-BB8B-D3BDDF87E215}"/>
                </a:ext>
              </a:extLst>
            </p:cNvPr>
            <p:cNvSpPr>
              <a:spLocks/>
            </p:cNvSpPr>
            <p:nvPr/>
          </p:nvSpPr>
          <p:spPr bwMode="auto">
            <a:xfrm>
              <a:off x="4685" y="2860"/>
              <a:ext cx="77" cy="190"/>
            </a:xfrm>
            <a:custGeom>
              <a:avLst/>
              <a:gdLst>
                <a:gd name="T0" fmla="*/ 0 w 306"/>
                <a:gd name="T1" fmla="*/ 0 h 760"/>
                <a:gd name="T2" fmla="*/ 0 w 306"/>
                <a:gd name="T3" fmla="*/ 0 h 760"/>
                <a:gd name="T4" fmla="*/ 0 w 306"/>
                <a:gd name="T5" fmla="*/ 0 h 760"/>
                <a:gd name="T6" fmla="*/ 0 w 306"/>
                <a:gd name="T7" fmla="*/ 0 h 760"/>
                <a:gd name="T8" fmla="*/ 0 w 306"/>
                <a:gd name="T9" fmla="*/ 0 h 7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760">
                  <a:moveTo>
                    <a:pt x="271" y="16"/>
                  </a:moveTo>
                  <a:lnTo>
                    <a:pt x="0" y="742"/>
                  </a:lnTo>
                  <a:lnTo>
                    <a:pt x="25" y="760"/>
                  </a:lnTo>
                  <a:lnTo>
                    <a:pt x="306" y="0"/>
                  </a:lnTo>
                  <a:lnTo>
                    <a:pt x="271" y="16"/>
                  </a:lnTo>
                  <a:close/>
                </a:path>
              </a:pathLst>
            </a:custGeom>
            <a:solidFill>
              <a:srgbClr val="DFDFFF"/>
            </a:solidFill>
            <a:ln w="3175">
              <a:solidFill>
                <a:srgbClr val="000000"/>
              </a:solidFill>
              <a:prstDash val="solid"/>
              <a:round/>
              <a:headEnd/>
              <a:tailEnd/>
            </a:ln>
          </p:spPr>
          <p:txBody>
            <a:bodyPr/>
            <a:lstStyle/>
            <a:p>
              <a:endParaRPr lang="zh-CN" altLang="en-US"/>
            </a:p>
          </p:txBody>
        </p:sp>
        <p:sp>
          <p:nvSpPr>
            <p:cNvPr id="66741" name="Freeform 151">
              <a:extLst>
                <a:ext uri="{FF2B5EF4-FFF2-40B4-BE49-F238E27FC236}">
                  <a16:creationId xmlns:a16="http://schemas.microsoft.com/office/drawing/2014/main" id="{3D593B0A-010D-9F41-9DC7-64D68A2E16FC}"/>
                </a:ext>
              </a:extLst>
            </p:cNvPr>
            <p:cNvSpPr>
              <a:spLocks/>
            </p:cNvSpPr>
            <p:nvPr/>
          </p:nvSpPr>
          <p:spPr bwMode="auto">
            <a:xfrm>
              <a:off x="4712" y="2823"/>
              <a:ext cx="63" cy="52"/>
            </a:xfrm>
            <a:custGeom>
              <a:avLst/>
              <a:gdLst>
                <a:gd name="T0" fmla="*/ 0 w 252"/>
                <a:gd name="T1" fmla="*/ 0 h 208"/>
                <a:gd name="T2" fmla="*/ 0 w 252"/>
                <a:gd name="T3" fmla="*/ 0 h 208"/>
                <a:gd name="T4" fmla="*/ 0 w 252"/>
                <a:gd name="T5" fmla="*/ 0 h 208"/>
                <a:gd name="T6" fmla="*/ 0 w 252"/>
                <a:gd name="T7" fmla="*/ 0 h 208"/>
                <a:gd name="T8" fmla="*/ 0 w 252"/>
                <a:gd name="T9" fmla="*/ 0 h 208"/>
                <a:gd name="T10" fmla="*/ 0 w 252"/>
                <a:gd name="T11" fmla="*/ 0 h 208"/>
                <a:gd name="T12" fmla="*/ 0 w 252"/>
                <a:gd name="T13" fmla="*/ 0 h 208"/>
                <a:gd name="T14" fmla="*/ 0 w 252"/>
                <a:gd name="T15" fmla="*/ 0 h 208"/>
                <a:gd name="T16" fmla="*/ 0 w 252"/>
                <a:gd name="T17" fmla="*/ 0 h 208"/>
                <a:gd name="T18" fmla="*/ 0 w 252"/>
                <a:gd name="T19" fmla="*/ 0 h 208"/>
                <a:gd name="T20" fmla="*/ 0 w 252"/>
                <a:gd name="T21" fmla="*/ 0 h 208"/>
                <a:gd name="T22" fmla="*/ 0 w 252"/>
                <a:gd name="T23" fmla="*/ 0 h 208"/>
                <a:gd name="T24" fmla="*/ 0 w 252"/>
                <a:gd name="T25" fmla="*/ 0 h 208"/>
                <a:gd name="T26" fmla="*/ 0 w 252"/>
                <a:gd name="T27" fmla="*/ 0 h 208"/>
                <a:gd name="T28" fmla="*/ 0 w 252"/>
                <a:gd name="T29" fmla="*/ 0 h 20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52" h="208">
                  <a:moveTo>
                    <a:pt x="189" y="0"/>
                  </a:moveTo>
                  <a:lnTo>
                    <a:pt x="10" y="64"/>
                  </a:lnTo>
                  <a:lnTo>
                    <a:pt x="3" y="75"/>
                  </a:lnTo>
                  <a:lnTo>
                    <a:pt x="0" y="96"/>
                  </a:lnTo>
                  <a:lnTo>
                    <a:pt x="2" y="126"/>
                  </a:lnTo>
                  <a:lnTo>
                    <a:pt x="4" y="144"/>
                  </a:lnTo>
                  <a:lnTo>
                    <a:pt x="15" y="170"/>
                  </a:lnTo>
                  <a:lnTo>
                    <a:pt x="33" y="190"/>
                  </a:lnTo>
                  <a:lnTo>
                    <a:pt x="58" y="204"/>
                  </a:lnTo>
                  <a:lnTo>
                    <a:pt x="72" y="208"/>
                  </a:lnTo>
                  <a:lnTo>
                    <a:pt x="86" y="208"/>
                  </a:lnTo>
                  <a:lnTo>
                    <a:pt x="252" y="128"/>
                  </a:lnTo>
                  <a:lnTo>
                    <a:pt x="221" y="103"/>
                  </a:lnTo>
                  <a:lnTo>
                    <a:pt x="203" y="78"/>
                  </a:lnTo>
                  <a:lnTo>
                    <a:pt x="189" y="0"/>
                  </a:lnTo>
                  <a:close/>
                </a:path>
              </a:pathLst>
            </a:custGeom>
            <a:solidFill>
              <a:srgbClr val="BFBFDF"/>
            </a:solidFill>
            <a:ln w="3175">
              <a:solidFill>
                <a:srgbClr val="000000"/>
              </a:solidFill>
              <a:prstDash val="solid"/>
              <a:round/>
              <a:headEnd/>
              <a:tailEnd/>
            </a:ln>
          </p:spPr>
          <p:txBody>
            <a:bodyPr/>
            <a:lstStyle/>
            <a:p>
              <a:endParaRPr lang="zh-CN" altLang="en-US"/>
            </a:p>
          </p:txBody>
        </p:sp>
        <p:sp>
          <p:nvSpPr>
            <p:cNvPr id="66742" name="Freeform 152">
              <a:extLst>
                <a:ext uri="{FF2B5EF4-FFF2-40B4-BE49-F238E27FC236}">
                  <a16:creationId xmlns:a16="http://schemas.microsoft.com/office/drawing/2014/main" id="{FC7D00E4-9E0A-3349-B01D-04A9D6ADF32A}"/>
                </a:ext>
              </a:extLst>
            </p:cNvPr>
            <p:cNvSpPr>
              <a:spLocks/>
            </p:cNvSpPr>
            <p:nvPr/>
          </p:nvSpPr>
          <p:spPr bwMode="auto">
            <a:xfrm>
              <a:off x="4749" y="2816"/>
              <a:ext cx="35" cy="49"/>
            </a:xfrm>
            <a:custGeom>
              <a:avLst/>
              <a:gdLst>
                <a:gd name="T0" fmla="*/ 0 w 141"/>
                <a:gd name="T1" fmla="*/ 0 h 194"/>
                <a:gd name="T2" fmla="*/ 0 w 141"/>
                <a:gd name="T3" fmla="*/ 0 h 194"/>
                <a:gd name="T4" fmla="*/ 0 w 141"/>
                <a:gd name="T5" fmla="*/ 0 h 194"/>
                <a:gd name="T6" fmla="*/ 0 w 141"/>
                <a:gd name="T7" fmla="*/ 0 h 194"/>
                <a:gd name="T8" fmla="*/ 0 w 141"/>
                <a:gd name="T9" fmla="*/ 0 h 194"/>
                <a:gd name="T10" fmla="*/ 0 w 141"/>
                <a:gd name="T11" fmla="*/ 0 h 194"/>
                <a:gd name="T12" fmla="*/ 0 w 141"/>
                <a:gd name="T13" fmla="*/ 0 h 194"/>
                <a:gd name="T14" fmla="*/ 0 w 141"/>
                <a:gd name="T15" fmla="*/ 0 h 194"/>
                <a:gd name="T16" fmla="*/ 0 w 141"/>
                <a:gd name="T17" fmla="*/ 0 h 194"/>
                <a:gd name="T18" fmla="*/ 0 w 141"/>
                <a:gd name="T19" fmla="*/ 0 h 194"/>
                <a:gd name="T20" fmla="*/ 0 w 141"/>
                <a:gd name="T21" fmla="*/ 0 h 194"/>
                <a:gd name="T22" fmla="*/ 0 w 141"/>
                <a:gd name="T23" fmla="*/ 0 h 194"/>
                <a:gd name="T24" fmla="*/ 0 w 141"/>
                <a:gd name="T25" fmla="*/ 0 h 194"/>
                <a:gd name="T26" fmla="*/ 0 w 141"/>
                <a:gd name="T27" fmla="*/ 0 h 194"/>
                <a:gd name="T28" fmla="*/ 0 w 141"/>
                <a:gd name="T29" fmla="*/ 0 h 194"/>
                <a:gd name="T30" fmla="*/ 0 w 141"/>
                <a:gd name="T31" fmla="*/ 0 h 194"/>
                <a:gd name="T32" fmla="*/ 0 w 141"/>
                <a:gd name="T33" fmla="*/ 0 h 194"/>
                <a:gd name="T34" fmla="*/ 0 w 141"/>
                <a:gd name="T35" fmla="*/ 0 h 194"/>
                <a:gd name="T36" fmla="*/ 0 w 141"/>
                <a:gd name="T37" fmla="*/ 0 h 194"/>
                <a:gd name="T38" fmla="*/ 0 w 141"/>
                <a:gd name="T39" fmla="*/ 0 h 194"/>
                <a:gd name="T40" fmla="*/ 0 w 141"/>
                <a:gd name="T41" fmla="*/ 0 h 194"/>
                <a:gd name="T42" fmla="*/ 0 w 141"/>
                <a:gd name="T43" fmla="*/ 0 h 194"/>
                <a:gd name="T44" fmla="*/ 0 w 141"/>
                <a:gd name="T45" fmla="*/ 0 h 194"/>
                <a:gd name="T46" fmla="*/ 0 w 141"/>
                <a:gd name="T47" fmla="*/ 0 h 194"/>
                <a:gd name="T48" fmla="*/ 0 w 141"/>
                <a:gd name="T49" fmla="*/ 0 h 19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41" h="194">
                  <a:moveTo>
                    <a:pt x="83" y="28"/>
                  </a:moveTo>
                  <a:lnTo>
                    <a:pt x="76" y="16"/>
                  </a:lnTo>
                  <a:lnTo>
                    <a:pt x="62" y="6"/>
                  </a:lnTo>
                  <a:lnTo>
                    <a:pt x="37" y="0"/>
                  </a:lnTo>
                  <a:lnTo>
                    <a:pt x="23" y="2"/>
                  </a:lnTo>
                  <a:lnTo>
                    <a:pt x="13" y="13"/>
                  </a:lnTo>
                  <a:lnTo>
                    <a:pt x="5" y="28"/>
                  </a:lnTo>
                  <a:lnTo>
                    <a:pt x="0" y="52"/>
                  </a:lnTo>
                  <a:lnTo>
                    <a:pt x="1" y="65"/>
                  </a:lnTo>
                  <a:lnTo>
                    <a:pt x="4" y="83"/>
                  </a:lnTo>
                  <a:lnTo>
                    <a:pt x="10" y="109"/>
                  </a:lnTo>
                  <a:lnTo>
                    <a:pt x="20" y="130"/>
                  </a:lnTo>
                  <a:lnTo>
                    <a:pt x="32" y="149"/>
                  </a:lnTo>
                  <a:lnTo>
                    <a:pt x="45" y="166"/>
                  </a:lnTo>
                  <a:lnTo>
                    <a:pt x="59" y="180"/>
                  </a:lnTo>
                  <a:lnTo>
                    <a:pt x="77" y="188"/>
                  </a:lnTo>
                  <a:lnTo>
                    <a:pt x="98" y="194"/>
                  </a:lnTo>
                  <a:lnTo>
                    <a:pt x="116" y="194"/>
                  </a:lnTo>
                  <a:lnTo>
                    <a:pt x="132" y="185"/>
                  </a:lnTo>
                  <a:lnTo>
                    <a:pt x="140" y="170"/>
                  </a:lnTo>
                  <a:lnTo>
                    <a:pt x="141" y="148"/>
                  </a:lnTo>
                  <a:lnTo>
                    <a:pt x="136" y="124"/>
                  </a:lnTo>
                  <a:lnTo>
                    <a:pt x="125" y="92"/>
                  </a:lnTo>
                  <a:lnTo>
                    <a:pt x="101" y="52"/>
                  </a:lnTo>
                  <a:lnTo>
                    <a:pt x="83" y="28"/>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43" name="Freeform 153">
              <a:extLst>
                <a:ext uri="{FF2B5EF4-FFF2-40B4-BE49-F238E27FC236}">
                  <a16:creationId xmlns:a16="http://schemas.microsoft.com/office/drawing/2014/main" id="{9E5D4217-294F-8840-8286-3AF9E273B026}"/>
                </a:ext>
              </a:extLst>
            </p:cNvPr>
            <p:cNvSpPr>
              <a:spLocks/>
            </p:cNvSpPr>
            <p:nvPr/>
          </p:nvSpPr>
          <p:spPr bwMode="auto">
            <a:xfrm>
              <a:off x="4758" y="2819"/>
              <a:ext cx="43" cy="35"/>
            </a:xfrm>
            <a:custGeom>
              <a:avLst/>
              <a:gdLst>
                <a:gd name="T0" fmla="*/ 0 w 173"/>
                <a:gd name="T1" fmla="*/ 0 h 139"/>
                <a:gd name="T2" fmla="*/ 0 w 173"/>
                <a:gd name="T3" fmla="*/ 0 h 139"/>
                <a:gd name="T4" fmla="*/ 0 w 173"/>
                <a:gd name="T5" fmla="*/ 0 h 139"/>
                <a:gd name="T6" fmla="*/ 0 w 173"/>
                <a:gd name="T7" fmla="*/ 0 h 139"/>
                <a:gd name="T8" fmla="*/ 0 w 173"/>
                <a:gd name="T9" fmla="*/ 0 h 139"/>
                <a:gd name="T10" fmla="*/ 0 w 173"/>
                <a:gd name="T11" fmla="*/ 0 h 139"/>
                <a:gd name="T12" fmla="*/ 0 w 173"/>
                <a:gd name="T13" fmla="*/ 0 h 139"/>
                <a:gd name="T14" fmla="*/ 0 w 173"/>
                <a:gd name="T15" fmla="*/ 0 h 139"/>
                <a:gd name="T16" fmla="*/ 0 w 173"/>
                <a:gd name="T17" fmla="*/ 0 h 139"/>
                <a:gd name="T18" fmla="*/ 0 w 173"/>
                <a:gd name="T19" fmla="*/ 0 h 139"/>
                <a:gd name="T20" fmla="*/ 0 w 173"/>
                <a:gd name="T21" fmla="*/ 0 h 139"/>
                <a:gd name="T22" fmla="*/ 0 w 173"/>
                <a:gd name="T23" fmla="*/ 0 h 139"/>
                <a:gd name="T24" fmla="*/ 0 w 173"/>
                <a:gd name="T25" fmla="*/ 0 h 139"/>
                <a:gd name="T26" fmla="*/ 0 w 173"/>
                <a:gd name="T27" fmla="*/ 0 h 139"/>
                <a:gd name="T28" fmla="*/ 0 w 173"/>
                <a:gd name="T29" fmla="*/ 0 h 139"/>
                <a:gd name="T30" fmla="*/ 0 w 173"/>
                <a:gd name="T31" fmla="*/ 0 h 13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73" h="139">
                  <a:moveTo>
                    <a:pt x="13" y="31"/>
                  </a:moveTo>
                  <a:lnTo>
                    <a:pt x="122" y="4"/>
                  </a:lnTo>
                  <a:lnTo>
                    <a:pt x="148" y="0"/>
                  </a:lnTo>
                  <a:lnTo>
                    <a:pt x="165" y="4"/>
                  </a:lnTo>
                  <a:lnTo>
                    <a:pt x="171" y="11"/>
                  </a:lnTo>
                  <a:lnTo>
                    <a:pt x="173" y="25"/>
                  </a:lnTo>
                  <a:lnTo>
                    <a:pt x="165" y="47"/>
                  </a:lnTo>
                  <a:lnTo>
                    <a:pt x="65" y="139"/>
                  </a:lnTo>
                  <a:lnTo>
                    <a:pt x="51" y="138"/>
                  </a:lnTo>
                  <a:lnTo>
                    <a:pt x="34" y="132"/>
                  </a:lnTo>
                  <a:lnTo>
                    <a:pt x="23" y="120"/>
                  </a:lnTo>
                  <a:lnTo>
                    <a:pt x="8" y="103"/>
                  </a:lnTo>
                  <a:lnTo>
                    <a:pt x="1" y="85"/>
                  </a:lnTo>
                  <a:lnTo>
                    <a:pt x="0" y="65"/>
                  </a:lnTo>
                  <a:lnTo>
                    <a:pt x="5" y="46"/>
                  </a:lnTo>
                  <a:lnTo>
                    <a:pt x="13" y="31"/>
                  </a:lnTo>
                  <a:close/>
                </a:path>
              </a:pathLst>
            </a:custGeom>
            <a:solidFill>
              <a:srgbClr val="9F9FBF"/>
            </a:solidFill>
            <a:ln w="3175">
              <a:solidFill>
                <a:srgbClr val="000000"/>
              </a:solidFill>
              <a:prstDash val="solid"/>
              <a:round/>
              <a:headEnd/>
              <a:tailEnd/>
            </a:ln>
          </p:spPr>
          <p:txBody>
            <a:bodyPr/>
            <a:lstStyle/>
            <a:p>
              <a:endParaRPr lang="zh-CN" altLang="en-US"/>
            </a:p>
          </p:txBody>
        </p:sp>
        <p:sp>
          <p:nvSpPr>
            <p:cNvPr id="66744" name="Freeform 154">
              <a:extLst>
                <a:ext uri="{FF2B5EF4-FFF2-40B4-BE49-F238E27FC236}">
                  <a16:creationId xmlns:a16="http://schemas.microsoft.com/office/drawing/2014/main" id="{5FDFBF80-A36E-2C4C-BDBB-5D82D88C2111}"/>
                </a:ext>
              </a:extLst>
            </p:cNvPr>
            <p:cNvSpPr>
              <a:spLocks/>
            </p:cNvSpPr>
            <p:nvPr/>
          </p:nvSpPr>
          <p:spPr bwMode="auto">
            <a:xfrm>
              <a:off x="4725" y="2836"/>
              <a:ext cx="19" cy="35"/>
            </a:xfrm>
            <a:custGeom>
              <a:avLst/>
              <a:gdLst>
                <a:gd name="T0" fmla="*/ 0 w 74"/>
                <a:gd name="T1" fmla="*/ 0 h 140"/>
                <a:gd name="T2" fmla="*/ 0 w 74"/>
                <a:gd name="T3" fmla="*/ 0 h 140"/>
                <a:gd name="T4" fmla="*/ 0 w 74"/>
                <a:gd name="T5" fmla="*/ 0 h 140"/>
                <a:gd name="T6" fmla="*/ 0 w 74"/>
                <a:gd name="T7" fmla="*/ 0 h 140"/>
                <a:gd name="T8" fmla="*/ 0 w 74"/>
                <a:gd name="T9" fmla="*/ 0 h 140"/>
                <a:gd name="T10" fmla="*/ 0 w 74"/>
                <a:gd name="T11" fmla="*/ 0 h 140"/>
                <a:gd name="T12" fmla="*/ 0 w 74"/>
                <a:gd name="T13" fmla="*/ 0 h 140"/>
                <a:gd name="T14" fmla="*/ 0 w 74"/>
                <a:gd name="T15" fmla="*/ 0 h 140"/>
                <a:gd name="T16" fmla="*/ 0 w 74"/>
                <a:gd name="T17" fmla="*/ 0 h 140"/>
                <a:gd name="T18" fmla="*/ 0 w 74"/>
                <a:gd name="T19" fmla="*/ 0 h 1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140">
                  <a:moveTo>
                    <a:pt x="5" y="0"/>
                  </a:moveTo>
                  <a:lnTo>
                    <a:pt x="0" y="23"/>
                  </a:lnTo>
                  <a:lnTo>
                    <a:pt x="0" y="43"/>
                  </a:lnTo>
                  <a:lnTo>
                    <a:pt x="6" y="68"/>
                  </a:lnTo>
                  <a:lnTo>
                    <a:pt x="12" y="89"/>
                  </a:lnTo>
                  <a:lnTo>
                    <a:pt x="27" y="109"/>
                  </a:lnTo>
                  <a:lnTo>
                    <a:pt x="41" y="122"/>
                  </a:lnTo>
                  <a:lnTo>
                    <a:pt x="52" y="129"/>
                  </a:lnTo>
                  <a:lnTo>
                    <a:pt x="62" y="134"/>
                  </a:lnTo>
                  <a:lnTo>
                    <a:pt x="74" y="14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745" name="Freeform 155">
              <a:extLst>
                <a:ext uri="{FF2B5EF4-FFF2-40B4-BE49-F238E27FC236}">
                  <a16:creationId xmlns:a16="http://schemas.microsoft.com/office/drawing/2014/main" id="{2D89A0D8-EB6D-F245-829B-CFBDBE3846E2}"/>
                </a:ext>
              </a:extLst>
            </p:cNvPr>
            <p:cNvSpPr>
              <a:spLocks/>
            </p:cNvSpPr>
            <p:nvPr/>
          </p:nvSpPr>
          <p:spPr bwMode="auto">
            <a:xfrm>
              <a:off x="4737" y="2831"/>
              <a:ext cx="18" cy="35"/>
            </a:xfrm>
            <a:custGeom>
              <a:avLst/>
              <a:gdLst>
                <a:gd name="T0" fmla="*/ 0 w 74"/>
                <a:gd name="T1" fmla="*/ 0 h 140"/>
                <a:gd name="T2" fmla="*/ 0 w 74"/>
                <a:gd name="T3" fmla="*/ 0 h 140"/>
                <a:gd name="T4" fmla="*/ 0 w 74"/>
                <a:gd name="T5" fmla="*/ 0 h 140"/>
                <a:gd name="T6" fmla="*/ 0 w 74"/>
                <a:gd name="T7" fmla="*/ 0 h 140"/>
                <a:gd name="T8" fmla="*/ 0 w 74"/>
                <a:gd name="T9" fmla="*/ 0 h 140"/>
                <a:gd name="T10" fmla="*/ 0 w 74"/>
                <a:gd name="T11" fmla="*/ 0 h 140"/>
                <a:gd name="T12" fmla="*/ 0 w 74"/>
                <a:gd name="T13" fmla="*/ 0 h 140"/>
                <a:gd name="T14" fmla="*/ 0 w 74"/>
                <a:gd name="T15" fmla="*/ 0 h 140"/>
                <a:gd name="T16" fmla="*/ 0 w 74"/>
                <a:gd name="T17" fmla="*/ 0 h 140"/>
                <a:gd name="T18" fmla="*/ 0 w 74"/>
                <a:gd name="T19" fmla="*/ 0 h 1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140">
                  <a:moveTo>
                    <a:pt x="5" y="0"/>
                  </a:moveTo>
                  <a:lnTo>
                    <a:pt x="0" y="23"/>
                  </a:lnTo>
                  <a:lnTo>
                    <a:pt x="0" y="43"/>
                  </a:lnTo>
                  <a:lnTo>
                    <a:pt x="6" y="68"/>
                  </a:lnTo>
                  <a:lnTo>
                    <a:pt x="12" y="89"/>
                  </a:lnTo>
                  <a:lnTo>
                    <a:pt x="27" y="108"/>
                  </a:lnTo>
                  <a:lnTo>
                    <a:pt x="41" y="122"/>
                  </a:lnTo>
                  <a:lnTo>
                    <a:pt x="52" y="129"/>
                  </a:lnTo>
                  <a:lnTo>
                    <a:pt x="62" y="134"/>
                  </a:lnTo>
                  <a:lnTo>
                    <a:pt x="74" y="14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pic>
        <p:nvPicPr>
          <p:cNvPr id="66583" name="Picture 156" descr="D-Link%20DI-713P%20Wireless%20Broadband%20router">
            <a:extLst>
              <a:ext uri="{FF2B5EF4-FFF2-40B4-BE49-F238E27FC236}">
                <a16:creationId xmlns:a16="http://schemas.microsoft.com/office/drawing/2014/main" id="{3477295B-79BC-B24C-8A7C-677973AB46B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77804" y="2722960"/>
            <a:ext cx="561975" cy="467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6584" name="Group 157">
            <a:extLst>
              <a:ext uri="{FF2B5EF4-FFF2-40B4-BE49-F238E27FC236}">
                <a16:creationId xmlns:a16="http://schemas.microsoft.com/office/drawing/2014/main" id="{4BBDB24B-784C-8748-B3ED-81DB33FE096A}"/>
              </a:ext>
            </a:extLst>
          </p:cNvPr>
          <p:cNvGrpSpPr>
            <a:grpSpLocks/>
          </p:cNvGrpSpPr>
          <p:nvPr/>
        </p:nvGrpSpPr>
        <p:grpSpPr bwMode="auto">
          <a:xfrm>
            <a:off x="2627710" y="2842022"/>
            <a:ext cx="503634" cy="371475"/>
            <a:chOff x="762" y="2391"/>
            <a:chExt cx="423" cy="312"/>
          </a:xfrm>
        </p:grpSpPr>
        <p:grpSp>
          <p:nvGrpSpPr>
            <p:cNvPr id="66701" name="Group 158">
              <a:extLst>
                <a:ext uri="{FF2B5EF4-FFF2-40B4-BE49-F238E27FC236}">
                  <a16:creationId xmlns:a16="http://schemas.microsoft.com/office/drawing/2014/main" id="{9F3507E5-042D-BD46-BE6B-568CEB2F1622}"/>
                </a:ext>
              </a:extLst>
            </p:cNvPr>
            <p:cNvGrpSpPr>
              <a:grpSpLocks/>
            </p:cNvGrpSpPr>
            <p:nvPr/>
          </p:nvGrpSpPr>
          <p:grpSpPr bwMode="auto">
            <a:xfrm>
              <a:off x="867" y="2432"/>
              <a:ext cx="318" cy="271"/>
              <a:chOff x="657" y="1570"/>
              <a:chExt cx="318" cy="311"/>
            </a:xfrm>
          </p:grpSpPr>
          <p:sp>
            <p:nvSpPr>
              <p:cNvPr id="66709" name="Line 159">
                <a:extLst>
                  <a:ext uri="{FF2B5EF4-FFF2-40B4-BE49-F238E27FC236}">
                    <a16:creationId xmlns:a16="http://schemas.microsoft.com/office/drawing/2014/main" id="{3CC504D7-A01A-E64C-A76F-868A9607E193}"/>
                  </a:ext>
                </a:extLst>
              </p:cNvPr>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66710" name="Picture 160" descr="laptop copy">
                <a:extLst>
                  <a:ext uri="{FF2B5EF4-FFF2-40B4-BE49-F238E27FC236}">
                    <a16:creationId xmlns:a16="http://schemas.microsoft.com/office/drawing/2014/main" id="{355B3217-3DA4-2D42-80DF-56BAC8099E9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6702" name="Group 161">
              <a:extLst>
                <a:ext uri="{FF2B5EF4-FFF2-40B4-BE49-F238E27FC236}">
                  <a16:creationId xmlns:a16="http://schemas.microsoft.com/office/drawing/2014/main" id="{A3A22CC5-3634-3C47-B686-7CF3B27D0FA6}"/>
                </a:ext>
              </a:extLst>
            </p:cNvPr>
            <p:cNvGrpSpPr>
              <a:grpSpLocks/>
            </p:cNvGrpSpPr>
            <p:nvPr/>
          </p:nvGrpSpPr>
          <p:grpSpPr bwMode="auto">
            <a:xfrm>
              <a:off x="762" y="2391"/>
              <a:ext cx="306" cy="90"/>
              <a:chOff x="748" y="2251"/>
              <a:chExt cx="306" cy="90"/>
            </a:xfrm>
          </p:grpSpPr>
          <p:sp>
            <p:nvSpPr>
              <p:cNvPr id="66703" name="AutoShape 162">
                <a:extLst>
                  <a:ext uri="{FF2B5EF4-FFF2-40B4-BE49-F238E27FC236}">
                    <a16:creationId xmlns:a16="http://schemas.microsoft.com/office/drawing/2014/main" id="{3D4EE1CB-3493-F44D-B38A-1E49C10BA22C}"/>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704" name="AutoShape 163">
                <a:extLst>
                  <a:ext uri="{FF2B5EF4-FFF2-40B4-BE49-F238E27FC236}">
                    <a16:creationId xmlns:a16="http://schemas.microsoft.com/office/drawing/2014/main" id="{1E71FC4D-473F-644E-9BED-2F0F2FC6466F}"/>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705" name="AutoShape 164">
                <a:extLst>
                  <a:ext uri="{FF2B5EF4-FFF2-40B4-BE49-F238E27FC236}">
                    <a16:creationId xmlns:a16="http://schemas.microsoft.com/office/drawing/2014/main" id="{701B22B8-871E-2B4B-9893-2226C9182766}"/>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706" name="AutoShape 165">
                <a:extLst>
                  <a:ext uri="{FF2B5EF4-FFF2-40B4-BE49-F238E27FC236}">
                    <a16:creationId xmlns:a16="http://schemas.microsoft.com/office/drawing/2014/main" id="{BCE12194-EB75-8B43-B027-BE48EEFA9E91}"/>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707" name="AutoShape 166">
                <a:extLst>
                  <a:ext uri="{FF2B5EF4-FFF2-40B4-BE49-F238E27FC236}">
                    <a16:creationId xmlns:a16="http://schemas.microsoft.com/office/drawing/2014/main" id="{B819F69B-F74F-3F44-B583-4F42831CD959}"/>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708" name="AutoShape 167">
                <a:extLst>
                  <a:ext uri="{FF2B5EF4-FFF2-40B4-BE49-F238E27FC236}">
                    <a16:creationId xmlns:a16="http://schemas.microsoft.com/office/drawing/2014/main" id="{AAE6F76D-9856-F047-ACCF-47616228AF5A}"/>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sp>
        <p:nvSpPr>
          <p:cNvPr id="66585" name="Freeform 168">
            <a:extLst>
              <a:ext uri="{FF2B5EF4-FFF2-40B4-BE49-F238E27FC236}">
                <a16:creationId xmlns:a16="http://schemas.microsoft.com/office/drawing/2014/main" id="{455819FF-F88B-FC41-879F-47F2A7E752A5}"/>
              </a:ext>
            </a:extLst>
          </p:cNvPr>
          <p:cNvSpPr>
            <a:spLocks/>
          </p:cNvSpPr>
          <p:nvPr/>
        </p:nvSpPr>
        <p:spPr bwMode="auto">
          <a:xfrm rot="1390605">
            <a:off x="3744516" y="2518173"/>
            <a:ext cx="152400" cy="225028"/>
          </a:xfrm>
          <a:custGeom>
            <a:avLst/>
            <a:gdLst>
              <a:gd name="T0" fmla="*/ 2147483646 w 336"/>
              <a:gd name="T1" fmla="*/ 0 h 358"/>
              <a:gd name="T2" fmla="*/ 2147483646 w 336"/>
              <a:gd name="T3" fmla="*/ 2147483646 h 358"/>
              <a:gd name="T4" fmla="*/ 2147483646 w 336"/>
              <a:gd name="T5" fmla="*/ 2147483646 h 358"/>
              <a:gd name="T6" fmla="*/ 0 w 336"/>
              <a:gd name="T7" fmla="*/ 2147483646 h 358"/>
              <a:gd name="T8" fmla="*/ 2147483646 w 336"/>
              <a:gd name="T9" fmla="*/ 2147483646 h 358"/>
              <a:gd name="T10" fmla="*/ 2147483646 w 336"/>
              <a:gd name="T11" fmla="*/ 2147483646 h 358"/>
              <a:gd name="T12" fmla="*/ 2147483646 w 336"/>
              <a:gd name="T13" fmla="*/ 0 h 3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grpSp>
        <p:nvGrpSpPr>
          <p:cNvPr id="66586" name="Group 169">
            <a:extLst>
              <a:ext uri="{FF2B5EF4-FFF2-40B4-BE49-F238E27FC236}">
                <a16:creationId xmlns:a16="http://schemas.microsoft.com/office/drawing/2014/main" id="{571C8884-DEB8-8246-8748-B67C9B5AA681}"/>
              </a:ext>
            </a:extLst>
          </p:cNvPr>
          <p:cNvGrpSpPr>
            <a:grpSpLocks/>
          </p:cNvGrpSpPr>
          <p:nvPr/>
        </p:nvGrpSpPr>
        <p:grpSpPr bwMode="auto">
          <a:xfrm>
            <a:off x="1656160" y="1869282"/>
            <a:ext cx="377428" cy="513160"/>
            <a:chOff x="431" y="1479"/>
            <a:chExt cx="317" cy="431"/>
          </a:xfrm>
        </p:grpSpPr>
        <p:sp>
          <p:nvSpPr>
            <p:cNvPr id="66699" name="Line 170">
              <a:extLst>
                <a:ext uri="{FF2B5EF4-FFF2-40B4-BE49-F238E27FC236}">
                  <a16:creationId xmlns:a16="http://schemas.microsoft.com/office/drawing/2014/main" id="{98D8C884-B4EB-8A4A-B3A8-50503C17BBA4}"/>
                </a:ext>
              </a:extLst>
            </p:cNvPr>
            <p:cNvSpPr>
              <a:spLocks noChangeShapeType="1"/>
            </p:cNvSpPr>
            <p:nvPr/>
          </p:nvSpPr>
          <p:spPr bwMode="auto">
            <a:xfrm>
              <a:off x="612" y="1479"/>
              <a:ext cx="0" cy="2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66700" name="Picture 171">
              <a:extLst>
                <a:ext uri="{FF2B5EF4-FFF2-40B4-BE49-F238E27FC236}">
                  <a16:creationId xmlns:a16="http://schemas.microsoft.com/office/drawing/2014/main" id="{C0FF71BF-D08C-7242-8131-9D58DCC5B319}"/>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31" y="1570"/>
              <a:ext cx="317"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66587" name="Picture 172">
            <a:extLst>
              <a:ext uri="{FF2B5EF4-FFF2-40B4-BE49-F238E27FC236}">
                <a16:creationId xmlns:a16="http://schemas.microsoft.com/office/drawing/2014/main" id="{E9E8C0F6-3B0E-B848-BF5B-DBEA090F20BD}"/>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47812" y="1357312"/>
            <a:ext cx="377429" cy="404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588" name="Line 173">
            <a:extLst>
              <a:ext uri="{FF2B5EF4-FFF2-40B4-BE49-F238E27FC236}">
                <a16:creationId xmlns:a16="http://schemas.microsoft.com/office/drawing/2014/main" id="{14E60685-8004-DF49-8929-406138FF8DEA}"/>
              </a:ext>
            </a:extLst>
          </p:cNvPr>
          <p:cNvSpPr>
            <a:spLocks noChangeShapeType="1"/>
          </p:cNvSpPr>
          <p:nvPr/>
        </p:nvSpPr>
        <p:spPr bwMode="auto">
          <a:xfrm flipV="1">
            <a:off x="1331119" y="1869281"/>
            <a:ext cx="226933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89" name="Line 174">
            <a:extLst>
              <a:ext uri="{FF2B5EF4-FFF2-40B4-BE49-F238E27FC236}">
                <a16:creationId xmlns:a16="http://schemas.microsoft.com/office/drawing/2014/main" id="{BF904B63-E5ED-0046-8EEC-B643191B75A0}"/>
              </a:ext>
            </a:extLst>
          </p:cNvPr>
          <p:cNvSpPr>
            <a:spLocks noChangeShapeType="1"/>
          </p:cNvSpPr>
          <p:nvPr/>
        </p:nvSpPr>
        <p:spPr bwMode="auto">
          <a:xfrm>
            <a:off x="3437335" y="1600201"/>
            <a:ext cx="0" cy="2702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66590" name="Picture 175">
            <a:extLst>
              <a:ext uri="{FF2B5EF4-FFF2-40B4-BE49-F238E27FC236}">
                <a16:creationId xmlns:a16="http://schemas.microsoft.com/office/drawing/2014/main" id="{7D389CB5-766B-0043-9CC2-9E2D14716C8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63504" y="1491854"/>
            <a:ext cx="390525" cy="215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6591" name="Group 176">
            <a:extLst>
              <a:ext uri="{FF2B5EF4-FFF2-40B4-BE49-F238E27FC236}">
                <a16:creationId xmlns:a16="http://schemas.microsoft.com/office/drawing/2014/main" id="{59CBCA35-34E5-2F4E-84C7-682A42E15972}"/>
              </a:ext>
            </a:extLst>
          </p:cNvPr>
          <p:cNvGrpSpPr>
            <a:grpSpLocks/>
          </p:cNvGrpSpPr>
          <p:nvPr/>
        </p:nvGrpSpPr>
        <p:grpSpPr bwMode="auto">
          <a:xfrm>
            <a:off x="2033588" y="3274219"/>
            <a:ext cx="503635" cy="371475"/>
            <a:chOff x="762" y="2391"/>
            <a:chExt cx="423" cy="312"/>
          </a:xfrm>
        </p:grpSpPr>
        <p:grpSp>
          <p:nvGrpSpPr>
            <p:cNvPr id="66689" name="Group 177">
              <a:extLst>
                <a:ext uri="{FF2B5EF4-FFF2-40B4-BE49-F238E27FC236}">
                  <a16:creationId xmlns:a16="http://schemas.microsoft.com/office/drawing/2014/main" id="{67C76D5A-C7B7-1C40-B2D0-20FF2B177CDF}"/>
                </a:ext>
              </a:extLst>
            </p:cNvPr>
            <p:cNvGrpSpPr>
              <a:grpSpLocks/>
            </p:cNvGrpSpPr>
            <p:nvPr/>
          </p:nvGrpSpPr>
          <p:grpSpPr bwMode="auto">
            <a:xfrm>
              <a:off x="867" y="2432"/>
              <a:ext cx="318" cy="271"/>
              <a:chOff x="657" y="1570"/>
              <a:chExt cx="318" cy="311"/>
            </a:xfrm>
          </p:grpSpPr>
          <p:sp>
            <p:nvSpPr>
              <p:cNvPr id="66697" name="Line 178">
                <a:extLst>
                  <a:ext uri="{FF2B5EF4-FFF2-40B4-BE49-F238E27FC236}">
                    <a16:creationId xmlns:a16="http://schemas.microsoft.com/office/drawing/2014/main" id="{277CB9DB-2105-F541-8B79-CA7617CE39E6}"/>
                  </a:ext>
                </a:extLst>
              </p:cNvPr>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66698" name="Picture 179" descr="laptop copy">
                <a:extLst>
                  <a:ext uri="{FF2B5EF4-FFF2-40B4-BE49-F238E27FC236}">
                    <a16:creationId xmlns:a16="http://schemas.microsoft.com/office/drawing/2014/main" id="{9A90F33F-E3FD-FB47-A96D-2A95BB1A45B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6690" name="Group 180">
              <a:extLst>
                <a:ext uri="{FF2B5EF4-FFF2-40B4-BE49-F238E27FC236}">
                  <a16:creationId xmlns:a16="http://schemas.microsoft.com/office/drawing/2014/main" id="{68914117-0AD9-2741-BB49-1AD16B9FB8AF}"/>
                </a:ext>
              </a:extLst>
            </p:cNvPr>
            <p:cNvGrpSpPr>
              <a:grpSpLocks/>
            </p:cNvGrpSpPr>
            <p:nvPr/>
          </p:nvGrpSpPr>
          <p:grpSpPr bwMode="auto">
            <a:xfrm>
              <a:off x="762" y="2391"/>
              <a:ext cx="306" cy="90"/>
              <a:chOff x="748" y="2251"/>
              <a:chExt cx="306" cy="90"/>
            </a:xfrm>
          </p:grpSpPr>
          <p:sp>
            <p:nvSpPr>
              <p:cNvPr id="66691" name="AutoShape 181">
                <a:extLst>
                  <a:ext uri="{FF2B5EF4-FFF2-40B4-BE49-F238E27FC236}">
                    <a16:creationId xmlns:a16="http://schemas.microsoft.com/office/drawing/2014/main" id="{8B012640-384B-964F-B0E8-EA2FE4E5ECA0}"/>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92" name="AutoShape 182">
                <a:extLst>
                  <a:ext uri="{FF2B5EF4-FFF2-40B4-BE49-F238E27FC236}">
                    <a16:creationId xmlns:a16="http://schemas.microsoft.com/office/drawing/2014/main" id="{E2B567C5-A260-0B48-9332-B9EE2D6997C3}"/>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93" name="AutoShape 183">
                <a:extLst>
                  <a:ext uri="{FF2B5EF4-FFF2-40B4-BE49-F238E27FC236}">
                    <a16:creationId xmlns:a16="http://schemas.microsoft.com/office/drawing/2014/main" id="{8DB90CD0-DC9E-C745-9D47-D999FBA7414D}"/>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94" name="AutoShape 184">
                <a:extLst>
                  <a:ext uri="{FF2B5EF4-FFF2-40B4-BE49-F238E27FC236}">
                    <a16:creationId xmlns:a16="http://schemas.microsoft.com/office/drawing/2014/main" id="{3D95214D-7E84-0D43-824C-CCF860097A5C}"/>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95" name="AutoShape 185">
                <a:extLst>
                  <a:ext uri="{FF2B5EF4-FFF2-40B4-BE49-F238E27FC236}">
                    <a16:creationId xmlns:a16="http://schemas.microsoft.com/office/drawing/2014/main" id="{57722E50-7E46-F34C-A0EF-894028A12617}"/>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96" name="AutoShape 186">
                <a:extLst>
                  <a:ext uri="{FF2B5EF4-FFF2-40B4-BE49-F238E27FC236}">
                    <a16:creationId xmlns:a16="http://schemas.microsoft.com/office/drawing/2014/main" id="{276A7626-80BB-994A-B11E-4A86E718ED5F}"/>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grpSp>
        <p:nvGrpSpPr>
          <p:cNvPr id="66592" name="Group 187">
            <a:extLst>
              <a:ext uri="{FF2B5EF4-FFF2-40B4-BE49-F238E27FC236}">
                <a16:creationId xmlns:a16="http://schemas.microsoft.com/office/drawing/2014/main" id="{F806F842-70CB-4D4C-AE92-E199BE87DC25}"/>
              </a:ext>
            </a:extLst>
          </p:cNvPr>
          <p:cNvGrpSpPr>
            <a:grpSpLocks/>
          </p:cNvGrpSpPr>
          <p:nvPr/>
        </p:nvGrpSpPr>
        <p:grpSpPr bwMode="auto">
          <a:xfrm>
            <a:off x="2681288" y="3598069"/>
            <a:ext cx="503635" cy="371475"/>
            <a:chOff x="762" y="2391"/>
            <a:chExt cx="423" cy="312"/>
          </a:xfrm>
        </p:grpSpPr>
        <p:grpSp>
          <p:nvGrpSpPr>
            <p:cNvPr id="66679" name="Group 188">
              <a:extLst>
                <a:ext uri="{FF2B5EF4-FFF2-40B4-BE49-F238E27FC236}">
                  <a16:creationId xmlns:a16="http://schemas.microsoft.com/office/drawing/2014/main" id="{72385DAC-7383-AA44-8C7A-70C009740936}"/>
                </a:ext>
              </a:extLst>
            </p:cNvPr>
            <p:cNvGrpSpPr>
              <a:grpSpLocks/>
            </p:cNvGrpSpPr>
            <p:nvPr/>
          </p:nvGrpSpPr>
          <p:grpSpPr bwMode="auto">
            <a:xfrm>
              <a:off x="867" y="2432"/>
              <a:ext cx="318" cy="271"/>
              <a:chOff x="657" y="1570"/>
              <a:chExt cx="318" cy="311"/>
            </a:xfrm>
          </p:grpSpPr>
          <p:sp>
            <p:nvSpPr>
              <p:cNvPr id="66687" name="Line 189">
                <a:extLst>
                  <a:ext uri="{FF2B5EF4-FFF2-40B4-BE49-F238E27FC236}">
                    <a16:creationId xmlns:a16="http://schemas.microsoft.com/office/drawing/2014/main" id="{68C7F07C-9B86-0C48-A761-EE9F9CD41010}"/>
                  </a:ext>
                </a:extLst>
              </p:cNvPr>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66688" name="Picture 190" descr="laptop copy">
                <a:extLst>
                  <a:ext uri="{FF2B5EF4-FFF2-40B4-BE49-F238E27FC236}">
                    <a16:creationId xmlns:a16="http://schemas.microsoft.com/office/drawing/2014/main" id="{E65F24D8-56AE-CC43-8364-B5427E0DE6C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6680" name="Group 191">
              <a:extLst>
                <a:ext uri="{FF2B5EF4-FFF2-40B4-BE49-F238E27FC236}">
                  <a16:creationId xmlns:a16="http://schemas.microsoft.com/office/drawing/2014/main" id="{1F73ADE4-FD75-CC4F-A346-AADCF4263E40}"/>
                </a:ext>
              </a:extLst>
            </p:cNvPr>
            <p:cNvGrpSpPr>
              <a:grpSpLocks/>
            </p:cNvGrpSpPr>
            <p:nvPr/>
          </p:nvGrpSpPr>
          <p:grpSpPr bwMode="auto">
            <a:xfrm>
              <a:off x="762" y="2391"/>
              <a:ext cx="306" cy="90"/>
              <a:chOff x="748" y="2251"/>
              <a:chExt cx="306" cy="90"/>
            </a:xfrm>
          </p:grpSpPr>
          <p:sp>
            <p:nvSpPr>
              <p:cNvPr id="66681" name="AutoShape 192">
                <a:extLst>
                  <a:ext uri="{FF2B5EF4-FFF2-40B4-BE49-F238E27FC236}">
                    <a16:creationId xmlns:a16="http://schemas.microsoft.com/office/drawing/2014/main" id="{7E184440-355E-D94C-A793-5F24AF73FB44}"/>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82" name="AutoShape 193">
                <a:extLst>
                  <a:ext uri="{FF2B5EF4-FFF2-40B4-BE49-F238E27FC236}">
                    <a16:creationId xmlns:a16="http://schemas.microsoft.com/office/drawing/2014/main" id="{FD0E7EAE-F938-A942-83EA-B0256562AAA9}"/>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83" name="AutoShape 194">
                <a:extLst>
                  <a:ext uri="{FF2B5EF4-FFF2-40B4-BE49-F238E27FC236}">
                    <a16:creationId xmlns:a16="http://schemas.microsoft.com/office/drawing/2014/main" id="{78FBF1D3-37CE-484D-B970-54B6D215648E}"/>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84" name="AutoShape 195">
                <a:extLst>
                  <a:ext uri="{FF2B5EF4-FFF2-40B4-BE49-F238E27FC236}">
                    <a16:creationId xmlns:a16="http://schemas.microsoft.com/office/drawing/2014/main" id="{940F12F1-EB7B-AC43-9066-35E3CC81F77C}"/>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85" name="AutoShape 196">
                <a:extLst>
                  <a:ext uri="{FF2B5EF4-FFF2-40B4-BE49-F238E27FC236}">
                    <a16:creationId xmlns:a16="http://schemas.microsoft.com/office/drawing/2014/main" id="{3EC23D82-CCE9-8241-A5EF-0C659AF5A20A}"/>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86" name="AutoShape 197">
                <a:extLst>
                  <a:ext uri="{FF2B5EF4-FFF2-40B4-BE49-F238E27FC236}">
                    <a16:creationId xmlns:a16="http://schemas.microsoft.com/office/drawing/2014/main" id="{729EE46B-3946-3149-BEEF-7FC7AD693B0B}"/>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sp>
        <p:nvSpPr>
          <p:cNvPr id="66593" name="Line 198">
            <a:extLst>
              <a:ext uri="{FF2B5EF4-FFF2-40B4-BE49-F238E27FC236}">
                <a16:creationId xmlns:a16="http://schemas.microsoft.com/office/drawing/2014/main" id="{9A7D1084-51EB-6249-80B3-A30E94471E51}"/>
              </a:ext>
            </a:extLst>
          </p:cNvPr>
          <p:cNvSpPr>
            <a:spLocks noChangeShapeType="1"/>
          </p:cNvSpPr>
          <p:nvPr/>
        </p:nvSpPr>
        <p:spPr bwMode="auto">
          <a:xfrm>
            <a:off x="6030516" y="2301479"/>
            <a:ext cx="1133475" cy="486965"/>
          </a:xfrm>
          <a:prstGeom prst="line">
            <a:avLst/>
          </a:prstGeom>
          <a:noFill/>
          <a:ln w="38100">
            <a:solidFill>
              <a:schemeClr val="folHlink"/>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66594" name="Line 199">
            <a:extLst>
              <a:ext uri="{FF2B5EF4-FFF2-40B4-BE49-F238E27FC236}">
                <a16:creationId xmlns:a16="http://schemas.microsoft.com/office/drawing/2014/main" id="{B86B3183-0F96-ED40-88C0-40E6F9FA5BAF}"/>
              </a:ext>
            </a:extLst>
          </p:cNvPr>
          <p:cNvSpPr>
            <a:spLocks noChangeShapeType="1"/>
          </p:cNvSpPr>
          <p:nvPr/>
        </p:nvSpPr>
        <p:spPr bwMode="auto">
          <a:xfrm flipH="1">
            <a:off x="4787504" y="2356247"/>
            <a:ext cx="539353" cy="323850"/>
          </a:xfrm>
          <a:prstGeom prst="line">
            <a:avLst/>
          </a:prstGeom>
          <a:noFill/>
          <a:ln w="38100">
            <a:solidFill>
              <a:schemeClr val="folHlink"/>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66595" name="Freeform 200">
            <a:extLst>
              <a:ext uri="{FF2B5EF4-FFF2-40B4-BE49-F238E27FC236}">
                <a16:creationId xmlns:a16="http://schemas.microsoft.com/office/drawing/2014/main" id="{2150B5E7-7C08-EF43-8766-16578CBAE88E}"/>
              </a:ext>
            </a:extLst>
          </p:cNvPr>
          <p:cNvSpPr>
            <a:spLocks/>
          </p:cNvSpPr>
          <p:nvPr/>
        </p:nvSpPr>
        <p:spPr bwMode="auto">
          <a:xfrm rot="1901313">
            <a:off x="3150394" y="2788444"/>
            <a:ext cx="152400" cy="225029"/>
          </a:xfrm>
          <a:custGeom>
            <a:avLst/>
            <a:gdLst>
              <a:gd name="T0" fmla="*/ 2147483646 w 336"/>
              <a:gd name="T1" fmla="*/ 0 h 358"/>
              <a:gd name="T2" fmla="*/ 2147483646 w 336"/>
              <a:gd name="T3" fmla="*/ 2147483646 h 358"/>
              <a:gd name="T4" fmla="*/ 2147483646 w 336"/>
              <a:gd name="T5" fmla="*/ 2147483646 h 358"/>
              <a:gd name="T6" fmla="*/ 0 w 336"/>
              <a:gd name="T7" fmla="*/ 2147483646 h 358"/>
              <a:gd name="T8" fmla="*/ 2147483646 w 336"/>
              <a:gd name="T9" fmla="*/ 2147483646 h 358"/>
              <a:gd name="T10" fmla="*/ 2147483646 w 336"/>
              <a:gd name="T11" fmla="*/ 2147483646 h 358"/>
              <a:gd name="T12" fmla="*/ 2147483646 w 336"/>
              <a:gd name="T13" fmla="*/ 0 h 3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66596" name="Freeform 201">
            <a:extLst>
              <a:ext uri="{FF2B5EF4-FFF2-40B4-BE49-F238E27FC236}">
                <a16:creationId xmlns:a16="http://schemas.microsoft.com/office/drawing/2014/main" id="{0E2A4601-C3F4-9C46-A1EE-3E9BAF5CA6A9}"/>
              </a:ext>
            </a:extLst>
          </p:cNvPr>
          <p:cNvSpPr>
            <a:spLocks/>
          </p:cNvSpPr>
          <p:nvPr/>
        </p:nvSpPr>
        <p:spPr bwMode="auto">
          <a:xfrm rot="18818791" flipH="1">
            <a:off x="3149799" y="2609255"/>
            <a:ext cx="152400" cy="225028"/>
          </a:xfrm>
          <a:custGeom>
            <a:avLst/>
            <a:gdLst>
              <a:gd name="T0" fmla="*/ 2147483646 w 336"/>
              <a:gd name="T1" fmla="*/ 0 h 358"/>
              <a:gd name="T2" fmla="*/ 2147483646 w 336"/>
              <a:gd name="T3" fmla="*/ 2147483646 h 358"/>
              <a:gd name="T4" fmla="*/ 2147483646 w 336"/>
              <a:gd name="T5" fmla="*/ 2147483646 h 358"/>
              <a:gd name="T6" fmla="*/ 0 w 336"/>
              <a:gd name="T7" fmla="*/ 2147483646 h 358"/>
              <a:gd name="T8" fmla="*/ 2147483646 w 336"/>
              <a:gd name="T9" fmla="*/ 2147483646 h 358"/>
              <a:gd name="T10" fmla="*/ 2147483646 w 336"/>
              <a:gd name="T11" fmla="*/ 2147483646 h 358"/>
              <a:gd name="T12" fmla="*/ 2147483646 w 336"/>
              <a:gd name="T13" fmla="*/ 0 h 3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66597" name="Freeform 202">
            <a:extLst>
              <a:ext uri="{FF2B5EF4-FFF2-40B4-BE49-F238E27FC236}">
                <a16:creationId xmlns:a16="http://schemas.microsoft.com/office/drawing/2014/main" id="{99B40417-5541-6642-82B0-214E25DF3FD1}"/>
              </a:ext>
            </a:extLst>
          </p:cNvPr>
          <p:cNvSpPr>
            <a:spLocks/>
          </p:cNvSpPr>
          <p:nvPr/>
        </p:nvSpPr>
        <p:spPr bwMode="auto">
          <a:xfrm rot="3575381">
            <a:off x="3780830" y="2653308"/>
            <a:ext cx="152400" cy="225028"/>
          </a:xfrm>
          <a:custGeom>
            <a:avLst/>
            <a:gdLst>
              <a:gd name="T0" fmla="*/ 2147483646 w 336"/>
              <a:gd name="T1" fmla="*/ 0 h 358"/>
              <a:gd name="T2" fmla="*/ 2147483646 w 336"/>
              <a:gd name="T3" fmla="*/ 2147483646 h 358"/>
              <a:gd name="T4" fmla="*/ 2147483646 w 336"/>
              <a:gd name="T5" fmla="*/ 2147483646 h 358"/>
              <a:gd name="T6" fmla="*/ 0 w 336"/>
              <a:gd name="T7" fmla="*/ 2147483646 h 358"/>
              <a:gd name="T8" fmla="*/ 2147483646 w 336"/>
              <a:gd name="T9" fmla="*/ 2147483646 h 358"/>
              <a:gd name="T10" fmla="*/ 2147483646 w 336"/>
              <a:gd name="T11" fmla="*/ 2147483646 h 358"/>
              <a:gd name="T12" fmla="*/ 2147483646 w 336"/>
              <a:gd name="T13" fmla="*/ 0 h 3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66598" name="Text Box 203">
            <a:extLst>
              <a:ext uri="{FF2B5EF4-FFF2-40B4-BE49-F238E27FC236}">
                <a16:creationId xmlns:a16="http://schemas.microsoft.com/office/drawing/2014/main" id="{0C2B6DDE-30DB-CA48-9978-58D84D1556C3}"/>
              </a:ext>
            </a:extLst>
          </p:cNvPr>
          <p:cNvSpPr txBox="1">
            <a:spLocks noChangeArrowheads="1"/>
          </p:cNvSpPr>
          <p:nvPr/>
        </p:nvSpPr>
        <p:spPr bwMode="auto">
          <a:xfrm>
            <a:off x="2141935" y="3705226"/>
            <a:ext cx="74732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a:t>
            </a:r>
            <a:r>
              <a:rPr lang="zh-CN" altLang="en-US" sz="1200">
                <a:solidFill>
                  <a:schemeClr val="folHlink"/>
                </a:solidFill>
                <a:latin typeface="Arial" panose="020B0604020202020204" pitchFamily="34" charset="0"/>
                <a:ea typeface="宋体" panose="02010600030101010101" pitchFamily="2" charset="-122"/>
                <a:cs typeface="黑体" panose="02010609060101010101" pitchFamily="49" charset="-122"/>
              </a:rPr>
              <a:t>主机 </a:t>
            </a: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H</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2</a:t>
            </a:r>
          </a:p>
        </p:txBody>
      </p:sp>
      <p:grpSp>
        <p:nvGrpSpPr>
          <p:cNvPr id="66599" name="Group 204">
            <a:extLst>
              <a:ext uri="{FF2B5EF4-FFF2-40B4-BE49-F238E27FC236}">
                <a16:creationId xmlns:a16="http://schemas.microsoft.com/office/drawing/2014/main" id="{883BA1EA-6D4B-454F-A97D-9EBBA3ED8AC3}"/>
              </a:ext>
            </a:extLst>
          </p:cNvPr>
          <p:cNvGrpSpPr>
            <a:grpSpLocks/>
          </p:cNvGrpSpPr>
          <p:nvPr/>
        </p:nvGrpSpPr>
        <p:grpSpPr bwMode="auto">
          <a:xfrm>
            <a:off x="2250281" y="1870472"/>
            <a:ext cx="377429" cy="513159"/>
            <a:chOff x="431" y="1479"/>
            <a:chExt cx="317" cy="431"/>
          </a:xfrm>
        </p:grpSpPr>
        <p:sp>
          <p:nvSpPr>
            <p:cNvPr id="66677" name="Line 205">
              <a:extLst>
                <a:ext uri="{FF2B5EF4-FFF2-40B4-BE49-F238E27FC236}">
                  <a16:creationId xmlns:a16="http://schemas.microsoft.com/office/drawing/2014/main" id="{3D5F4346-FB8A-8D4D-BD8E-677684FCDDBC}"/>
                </a:ext>
              </a:extLst>
            </p:cNvPr>
            <p:cNvSpPr>
              <a:spLocks noChangeShapeType="1"/>
            </p:cNvSpPr>
            <p:nvPr/>
          </p:nvSpPr>
          <p:spPr bwMode="auto">
            <a:xfrm>
              <a:off x="612" y="1479"/>
              <a:ext cx="0" cy="2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66678" name="Picture 206">
              <a:extLst>
                <a:ext uri="{FF2B5EF4-FFF2-40B4-BE49-F238E27FC236}">
                  <a16:creationId xmlns:a16="http://schemas.microsoft.com/office/drawing/2014/main" id="{1129BEC8-8ADA-DC4E-AF0A-51AFC21A2A1D}"/>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31" y="1570"/>
              <a:ext cx="317"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6600" name="Group 207">
            <a:extLst>
              <a:ext uri="{FF2B5EF4-FFF2-40B4-BE49-F238E27FC236}">
                <a16:creationId xmlns:a16="http://schemas.microsoft.com/office/drawing/2014/main" id="{4D7BBC49-6AEE-9446-B7EC-C4CE6FFDD6E5}"/>
              </a:ext>
            </a:extLst>
          </p:cNvPr>
          <p:cNvGrpSpPr>
            <a:grpSpLocks/>
          </p:cNvGrpSpPr>
          <p:nvPr/>
        </p:nvGrpSpPr>
        <p:grpSpPr bwMode="auto">
          <a:xfrm>
            <a:off x="3006329" y="1871663"/>
            <a:ext cx="377428" cy="513160"/>
            <a:chOff x="431" y="1479"/>
            <a:chExt cx="317" cy="431"/>
          </a:xfrm>
        </p:grpSpPr>
        <p:sp>
          <p:nvSpPr>
            <p:cNvPr id="66675" name="Line 208">
              <a:extLst>
                <a:ext uri="{FF2B5EF4-FFF2-40B4-BE49-F238E27FC236}">
                  <a16:creationId xmlns:a16="http://schemas.microsoft.com/office/drawing/2014/main" id="{BFC2F23B-A3AE-DF4A-A77F-7BCB840BDDB6}"/>
                </a:ext>
              </a:extLst>
            </p:cNvPr>
            <p:cNvSpPr>
              <a:spLocks noChangeShapeType="1"/>
            </p:cNvSpPr>
            <p:nvPr/>
          </p:nvSpPr>
          <p:spPr bwMode="auto">
            <a:xfrm>
              <a:off x="612" y="1479"/>
              <a:ext cx="0" cy="2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66676" name="Picture 209">
              <a:extLst>
                <a:ext uri="{FF2B5EF4-FFF2-40B4-BE49-F238E27FC236}">
                  <a16:creationId xmlns:a16="http://schemas.microsoft.com/office/drawing/2014/main" id="{F5B8A38B-342F-4A4F-8833-01B8C4C71042}"/>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31" y="1570"/>
              <a:ext cx="317"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6601" name="Text Box 210">
            <a:extLst>
              <a:ext uri="{FF2B5EF4-FFF2-40B4-BE49-F238E27FC236}">
                <a16:creationId xmlns:a16="http://schemas.microsoft.com/office/drawing/2014/main" id="{69C9D1DA-11E8-7A41-B829-4CCBBCA1AAE2}"/>
              </a:ext>
            </a:extLst>
          </p:cNvPr>
          <p:cNvSpPr txBox="1">
            <a:spLocks noChangeArrowheads="1"/>
          </p:cNvSpPr>
          <p:nvPr/>
        </p:nvSpPr>
        <p:spPr bwMode="auto">
          <a:xfrm>
            <a:off x="3049191" y="1328738"/>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sp>
        <p:nvSpPr>
          <p:cNvPr id="66602" name="Text Box 211">
            <a:extLst>
              <a:ext uri="{FF2B5EF4-FFF2-40B4-BE49-F238E27FC236}">
                <a16:creationId xmlns:a16="http://schemas.microsoft.com/office/drawing/2014/main" id="{9657EBA8-B6D2-2546-B7E1-80886E30FC78}"/>
              </a:ext>
            </a:extLst>
          </p:cNvPr>
          <p:cNvSpPr txBox="1">
            <a:spLocks noChangeArrowheads="1"/>
          </p:cNvSpPr>
          <p:nvPr/>
        </p:nvSpPr>
        <p:spPr bwMode="auto">
          <a:xfrm>
            <a:off x="6991350" y="3074194"/>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4</a:t>
            </a:r>
          </a:p>
        </p:txBody>
      </p:sp>
      <p:sp>
        <p:nvSpPr>
          <p:cNvPr id="66603" name="Text Box 212">
            <a:extLst>
              <a:ext uri="{FF2B5EF4-FFF2-40B4-BE49-F238E27FC236}">
                <a16:creationId xmlns:a16="http://schemas.microsoft.com/office/drawing/2014/main" id="{F04CCF4D-8DE7-124F-9960-4CCFD400356E}"/>
              </a:ext>
            </a:extLst>
          </p:cNvPr>
          <p:cNvSpPr txBox="1">
            <a:spLocks noChangeArrowheads="1"/>
          </p:cNvSpPr>
          <p:nvPr/>
        </p:nvSpPr>
        <p:spPr bwMode="auto">
          <a:xfrm>
            <a:off x="4193381" y="2696767"/>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5</a:t>
            </a:r>
          </a:p>
        </p:txBody>
      </p:sp>
      <p:sp>
        <p:nvSpPr>
          <p:cNvPr id="66604" name="Text Box 213">
            <a:extLst>
              <a:ext uri="{FF2B5EF4-FFF2-40B4-BE49-F238E27FC236}">
                <a16:creationId xmlns:a16="http://schemas.microsoft.com/office/drawing/2014/main" id="{5945522C-F568-994D-A99F-70734B70373A}"/>
              </a:ext>
            </a:extLst>
          </p:cNvPr>
          <p:cNvSpPr txBox="1">
            <a:spLocks noChangeArrowheads="1"/>
          </p:cNvSpPr>
          <p:nvPr/>
        </p:nvSpPr>
        <p:spPr bwMode="auto">
          <a:xfrm>
            <a:off x="4885135" y="1328738"/>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2</a:t>
            </a:r>
          </a:p>
        </p:txBody>
      </p:sp>
      <p:sp>
        <p:nvSpPr>
          <p:cNvPr id="66605" name="Text Box 214">
            <a:extLst>
              <a:ext uri="{FF2B5EF4-FFF2-40B4-BE49-F238E27FC236}">
                <a16:creationId xmlns:a16="http://schemas.microsoft.com/office/drawing/2014/main" id="{F2B18A12-76D7-EC4F-82AF-EBCD3F638897}"/>
              </a:ext>
            </a:extLst>
          </p:cNvPr>
          <p:cNvSpPr txBox="1">
            <a:spLocks noChangeArrowheads="1"/>
          </p:cNvSpPr>
          <p:nvPr/>
        </p:nvSpPr>
        <p:spPr bwMode="auto">
          <a:xfrm>
            <a:off x="6829425" y="1346598"/>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3</a:t>
            </a:r>
          </a:p>
        </p:txBody>
      </p:sp>
      <p:sp>
        <p:nvSpPr>
          <p:cNvPr id="66606" name="Text Box 215">
            <a:extLst>
              <a:ext uri="{FF2B5EF4-FFF2-40B4-BE49-F238E27FC236}">
                <a16:creationId xmlns:a16="http://schemas.microsoft.com/office/drawing/2014/main" id="{6B66464F-96A3-324C-9D68-A24AC63EB5B3}"/>
              </a:ext>
            </a:extLst>
          </p:cNvPr>
          <p:cNvSpPr txBox="1">
            <a:spLocks noChangeArrowheads="1"/>
          </p:cNvSpPr>
          <p:nvPr/>
        </p:nvSpPr>
        <p:spPr bwMode="auto">
          <a:xfrm>
            <a:off x="3330178" y="410767"/>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sp>
        <p:nvSpPr>
          <p:cNvPr id="66607" name="Text Box 216">
            <a:extLst>
              <a:ext uri="{FF2B5EF4-FFF2-40B4-BE49-F238E27FC236}">
                <a16:creationId xmlns:a16="http://schemas.microsoft.com/office/drawing/2014/main" id="{B541477F-85C0-CF4E-A59B-A01E710284E0}"/>
              </a:ext>
            </a:extLst>
          </p:cNvPr>
          <p:cNvSpPr txBox="1">
            <a:spLocks noChangeArrowheads="1"/>
          </p:cNvSpPr>
          <p:nvPr/>
        </p:nvSpPr>
        <p:spPr bwMode="auto">
          <a:xfrm>
            <a:off x="5208985" y="428626"/>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2</a:t>
            </a:r>
          </a:p>
        </p:txBody>
      </p:sp>
      <p:sp>
        <p:nvSpPr>
          <p:cNvPr id="66608" name="Text Box 217">
            <a:extLst>
              <a:ext uri="{FF2B5EF4-FFF2-40B4-BE49-F238E27FC236}">
                <a16:creationId xmlns:a16="http://schemas.microsoft.com/office/drawing/2014/main" id="{38799C15-13D2-E74E-A5C0-CAADAE082FC4}"/>
              </a:ext>
            </a:extLst>
          </p:cNvPr>
          <p:cNvSpPr txBox="1">
            <a:spLocks noChangeArrowheads="1"/>
          </p:cNvSpPr>
          <p:nvPr/>
        </p:nvSpPr>
        <p:spPr bwMode="auto">
          <a:xfrm>
            <a:off x="7046119" y="428626"/>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3</a:t>
            </a:r>
          </a:p>
        </p:txBody>
      </p:sp>
      <p:sp>
        <p:nvSpPr>
          <p:cNvPr id="66609" name="Text Box 226">
            <a:extLst>
              <a:ext uri="{FF2B5EF4-FFF2-40B4-BE49-F238E27FC236}">
                <a16:creationId xmlns:a16="http://schemas.microsoft.com/office/drawing/2014/main" id="{B25A0AA4-CEE5-834A-87CE-E08DE01BFD6D}"/>
              </a:ext>
            </a:extLst>
          </p:cNvPr>
          <p:cNvSpPr txBox="1">
            <a:spLocks noChangeArrowheads="1"/>
          </p:cNvSpPr>
          <p:nvPr/>
        </p:nvSpPr>
        <p:spPr bwMode="auto">
          <a:xfrm>
            <a:off x="1703785" y="85726"/>
            <a:ext cx="3529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H</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sp>
        <p:nvSpPr>
          <p:cNvPr id="66610" name="Text Box 227">
            <a:extLst>
              <a:ext uri="{FF2B5EF4-FFF2-40B4-BE49-F238E27FC236}">
                <a16:creationId xmlns:a16="http://schemas.microsoft.com/office/drawing/2014/main" id="{9435BA94-1D66-364C-A739-845D9D07726F}"/>
              </a:ext>
            </a:extLst>
          </p:cNvPr>
          <p:cNvSpPr txBox="1">
            <a:spLocks noChangeArrowheads="1"/>
          </p:cNvSpPr>
          <p:nvPr/>
        </p:nvSpPr>
        <p:spPr bwMode="auto">
          <a:xfrm>
            <a:off x="4463653" y="3074194"/>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5</a:t>
            </a:r>
          </a:p>
        </p:txBody>
      </p:sp>
      <p:sp>
        <p:nvSpPr>
          <p:cNvPr id="66611" name="Text Box 228">
            <a:extLst>
              <a:ext uri="{FF2B5EF4-FFF2-40B4-BE49-F238E27FC236}">
                <a16:creationId xmlns:a16="http://schemas.microsoft.com/office/drawing/2014/main" id="{1225B2FD-B6A6-3F4E-8E07-FB8A10A2D8DA}"/>
              </a:ext>
            </a:extLst>
          </p:cNvPr>
          <p:cNvSpPr txBox="1">
            <a:spLocks noChangeArrowheads="1"/>
          </p:cNvSpPr>
          <p:nvPr/>
        </p:nvSpPr>
        <p:spPr bwMode="auto">
          <a:xfrm>
            <a:off x="3492103" y="3596879"/>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H</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2</a:t>
            </a:r>
          </a:p>
        </p:txBody>
      </p:sp>
      <p:grpSp>
        <p:nvGrpSpPr>
          <p:cNvPr id="66612" name="Group 229">
            <a:extLst>
              <a:ext uri="{FF2B5EF4-FFF2-40B4-BE49-F238E27FC236}">
                <a16:creationId xmlns:a16="http://schemas.microsoft.com/office/drawing/2014/main" id="{B760E47D-5BD0-E046-ACF4-D7A2061AC444}"/>
              </a:ext>
            </a:extLst>
          </p:cNvPr>
          <p:cNvGrpSpPr>
            <a:grpSpLocks/>
          </p:cNvGrpSpPr>
          <p:nvPr/>
        </p:nvGrpSpPr>
        <p:grpSpPr bwMode="auto">
          <a:xfrm>
            <a:off x="6407944" y="1924050"/>
            <a:ext cx="1079897" cy="647700"/>
            <a:chOff x="385" y="2795"/>
            <a:chExt cx="1769" cy="816"/>
          </a:xfrm>
        </p:grpSpPr>
        <p:sp>
          <p:nvSpPr>
            <p:cNvPr id="970982" name="Oval 230">
              <a:extLst>
                <a:ext uri="{FF2B5EF4-FFF2-40B4-BE49-F238E27FC236}">
                  <a16:creationId xmlns:a16="http://schemas.microsoft.com/office/drawing/2014/main" id="{5C1E547D-38F3-744E-8082-086FCED56724}"/>
                </a:ext>
              </a:extLst>
            </p:cNvPr>
            <p:cNvSpPr>
              <a:spLocks noChangeArrowheads="1"/>
            </p:cNvSpPr>
            <p:nvPr/>
          </p:nvSpPr>
          <p:spPr bwMode="auto">
            <a:xfrm>
              <a:off x="1588" y="306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83" name="Oval 231">
              <a:extLst>
                <a:ext uri="{FF2B5EF4-FFF2-40B4-BE49-F238E27FC236}">
                  <a16:creationId xmlns:a16="http://schemas.microsoft.com/office/drawing/2014/main" id="{FFF92810-A599-7F47-B070-3BDE3E0AD08C}"/>
                </a:ext>
              </a:extLst>
            </p:cNvPr>
            <p:cNvSpPr>
              <a:spLocks noChangeArrowheads="1"/>
            </p:cNvSpPr>
            <p:nvPr/>
          </p:nvSpPr>
          <p:spPr bwMode="auto">
            <a:xfrm>
              <a:off x="927" y="3274"/>
              <a:ext cx="885" cy="337"/>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84" name="Oval 232">
              <a:extLst>
                <a:ext uri="{FF2B5EF4-FFF2-40B4-BE49-F238E27FC236}">
                  <a16:creationId xmlns:a16="http://schemas.microsoft.com/office/drawing/2014/main" id="{CCAFBC45-6322-1D42-8810-74D131F1FB5C}"/>
                </a:ext>
              </a:extLst>
            </p:cNvPr>
            <p:cNvSpPr>
              <a:spLocks noChangeArrowheads="1"/>
            </p:cNvSpPr>
            <p:nvPr/>
          </p:nvSpPr>
          <p:spPr bwMode="auto">
            <a:xfrm>
              <a:off x="502" y="3205"/>
              <a:ext cx="585" cy="280"/>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85" name="Oval 233">
              <a:extLst>
                <a:ext uri="{FF2B5EF4-FFF2-40B4-BE49-F238E27FC236}">
                  <a16:creationId xmlns:a16="http://schemas.microsoft.com/office/drawing/2014/main" id="{23F381CF-5277-CC48-8BE9-FDE31CAE506C}"/>
                </a:ext>
              </a:extLst>
            </p:cNvPr>
            <p:cNvSpPr>
              <a:spLocks noChangeArrowheads="1"/>
            </p:cNvSpPr>
            <p:nvPr/>
          </p:nvSpPr>
          <p:spPr bwMode="auto">
            <a:xfrm>
              <a:off x="385" y="3085"/>
              <a:ext cx="384" cy="25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86" name="Oval 234">
              <a:extLst>
                <a:ext uri="{FF2B5EF4-FFF2-40B4-BE49-F238E27FC236}">
                  <a16:creationId xmlns:a16="http://schemas.microsoft.com/office/drawing/2014/main" id="{7AAA1E82-8245-A141-B788-E43E22D291DC}"/>
                </a:ext>
              </a:extLst>
            </p:cNvPr>
            <p:cNvSpPr>
              <a:spLocks noChangeArrowheads="1"/>
            </p:cNvSpPr>
            <p:nvPr/>
          </p:nvSpPr>
          <p:spPr bwMode="auto">
            <a:xfrm>
              <a:off x="566" y="2884"/>
              <a:ext cx="575"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87" name="Oval 235">
              <a:extLst>
                <a:ext uri="{FF2B5EF4-FFF2-40B4-BE49-F238E27FC236}">
                  <a16:creationId xmlns:a16="http://schemas.microsoft.com/office/drawing/2014/main" id="{927BDEBD-3CB3-CC4D-B4AB-32359130ED92}"/>
                </a:ext>
              </a:extLst>
            </p:cNvPr>
            <p:cNvSpPr>
              <a:spLocks noChangeArrowheads="1"/>
            </p:cNvSpPr>
            <p:nvPr/>
          </p:nvSpPr>
          <p:spPr bwMode="auto">
            <a:xfrm>
              <a:off x="992" y="2795"/>
              <a:ext cx="757"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88" name="Oval 236">
              <a:extLst>
                <a:ext uri="{FF2B5EF4-FFF2-40B4-BE49-F238E27FC236}">
                  <a16:creationId xmlns:a16="http://schemas.microsoft.com/office/drawing/2014/main" id="{406FFBD4-D2E5-6D48-840F-E1345064D612}"/>
                </a:ext>
              </a:extLst>
            </p:cNvPr>
            <p:cNvSpPr>
              <a:spLocks noChangeArrowheads="1"/>
            </p:cNvSpPr>
            <p:nvPr/>
          </p:nvSpPr>
          <p:spPr bwMode="auto">
            <a:xfrm>
              <a:off x="1505" y="2891"/>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89" name="Oval 237">
              <a:extLst>
                <a:ext uri="{FF2B5EF4-FFF2-40B4-BE49-F238E27FC236}">
                  <a16:creationId xmlns:a16="http://schemas.microsoft.com/office/drawing/2014/main" id="{33BE3682-D3E3-074C-ADC2-FE0529A4BD31}"/>
                </a:ext>
              </a:extLst>
            </p:cNvPr>
            <p:cNvSpPr>
              <a:spLocks noChangeArrowheads="1"/>
            </p:cNvSpPr>
            <p:nvPr/>
          </p:nvSpPr>
          <p:spPr bwMode="auto">
            <a:xfrm>
              <a:off x="705" y="2987"/>
              <a:ext cx="1141" cy="41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90" name="Oval 238">
              <a:extLst>
                <a:ext uri="{FF2B5EF4-FFF2-40B4-BE49-F238E27FC236}">
                  <a16:creationId xmlns:a16="http://schemas.microsoft.com/office/drawing/2014/main" id="{9E9E4BBF-5F4D-2A42-9F79-404B2E72EC5F}"/>
                </a:ext>
              </a:extLst>
            </p:cNvPr>
            <p:cNvSpPr>
              <a:spLocks noChangeArrowheads="1"/>
            </p:cNvSpPr>
            <p:nvPr/>
          </p:nvSpPr>
          <p:spPr bwMode="auto">
            <a:xfrm rot="1336630">
              <a:off x="1473" y="3067"/>
              <a:ext cx="556" cy="417"/>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91" name="Oval 239">
              <a:extLst>
                <a:ext uri="{FF2B5EF4-FFF2-40B4-BE49-F238E27FC236}">
                  <a16:creationId xmlns:a16="http://schemas.microsoft.com/office/drawing/2014/main" id="{FD709349-352E-9541-91A9-B4A675A50F70}"/>
                </a:ext>
              </a:extLst>
            </p:cNvPr>
            <p:cNvSpPr>
              <a:spLocks noChangeArrowheads="1"/>
            </p:cNvSpPr>
            <p:nvPr/>
          </p:nvSpPr>
          <p:spPr bwMode="auto">
            <a:xfrm>
              <a:off x="1003" y="2812"/>
              <a:ext cx="757"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92" name="Oval 240">
              <a:extLst>
                <a:ext uri="{FF2B5EF4-FFF2-40B4-BE49-F238E27FC236}">
                  <a16:creationId xmlns:a16="http://schemas.microsoft.com/office/drawing/2014/main" id="{C4DE572A-7359-6249-8036-2D7CAD2F3CFF}"/>
                </a:ext>
              </a:extLst>
            </p:cNvPr>
            <p:cNvSpPr>
              <a:spLocks noChangeArrowheads="1"/>
            </p:cNvSpPr>
            <p:nvPr/>
          </p:nvSpPr>
          <p:spPr bwMode="auto">
            <a:xfrm>
              <a:off x="576" y="2899"/>
              <a:ext cx="575"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93" name="Oval 241">
              <a:extLst>
                <a:ext uri="{FF2B5EF4-FFF2-40B4-BE49-F238E27FC236}">
                  <a16:creationId xmlns:a16="http://schemas.microsoft.com/office/drawing/2014/main" id="{67E9E7F6-D893-7A46-A9D1-4C6B2E789577}"/>
                </a:ext>
              </a:extLst>
            </p:cNvPr>
            <p:cNvSpPr>
              <a:spLocks noChangeArrowheads="1"/>
            </p:cNvSpPr>
            <p:nvPr/>
          </p:nvSpPr>
          <p:spPr bwMode="auto">
            <a:xfrm>
              <a:off x="397" y="3100"/>
              <a:ext cx="382" cy="256"/>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94" name="Oval 242">
              <a:extLst>
                <a:ext uri="{FF2B5EF4-FFF2-40B4-BE49-F238E27FC236}">
                  <a16:creationId xmlns:a16="http://schemas.microsoft.com/office/drawing/2014/main" id="{7D685364-FF7A-D845-92E5-2D856FA6BC12}"/>
                </a:ext>
              </a:extLst>
            </p:cNvPr>
            <p:cNvSpPr>
              <a:spLocks noChangeArrowheads="1"/>
            </p:cNvSpPr>
            <p:nvPr/>
          </p:nvSpPr>
          <p:spPr bwMode="auto">
            <a:xfrm>
              <a:off x="1514" y="2908"/>
              <a:ext cx="554" cy="24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95" name="Oval 243">
              <a:extLst>
                <a:ext uri="{FF2B5EF4-FFF2-40B4-BE49-F238E27FC236}">
                  <a16:creationId xmlns:a16="http://schemas.microsoft.com/office/drawing/2014/main" id="{0ACA2154-5AB8-0A41-9C84-C7B5C23D9EC7}"/>
                </a:ext>
              </a:extLst>
            </p:cNvPr>
            <p:cNvSpPr>
              <a:spLocks noChangeArrowheads="1"/>
            </p:cNvSpPr>
            <p:nvPr/>
          </p:nvSpPr>
          <p:spPr bwMode="auto">
            <a:xfrm>
              <a:off x="1598" y="3076"/>
              <a:ext cx="556" cy="249"/>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96" name="Oval 244">
              <a:extLst>
                <a:ext uri="{FF2B5EF4-FFF2-40B4-BE49-F238E27FC236}">
                  <a16:creationId xmlns:a16="http://schemas.microsoft.com/office/drawing/2014/main" id="{E8C7F0B7-D936-5645-891A-5995D6CAAAA2}"/>
                </a:ext>
              </a:extLst>
            </p:cNvPr>
            <p:cNvSpPr>
              <a:spLocks noChangeArrowheads="1"/>
            </p:cNvSpPr>
            <p:nvPr/>
          </p:nvSpPr>
          <p:spPr bwMode="auto">
            <a:xfrm>
              <a:off x="715" y="3004"/>
              <a:ext cx="1141" cy="41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97" name="Oval 245">
              <a:extLst>
                <a:ext uri="{FF2B5EF4-FFF2-40B4-BE49-F238E27FC236}">
                  <a16:creationId xmlns:a16="http://schemas.microsoft.com/office/drawing/2014/main" id="{9E51EA17-B6A1-774B-9022-E8501E8BE1D2}"/>
                </a:ext>
              </a:extLst>
            </p:cNvPr>
            <p:cNvSpPr>
              <a:spLocks noChangeArrowheads="1"/>
            </p:cNvSpPr>
            <p:nvPr/>
          </p:nvSpPr>
          <p:spPr bwMode="auto">
            <a:xfrm>
              <a:off x="514" y="3220"/>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6674" name="Freeform 246">
              <a:extLst>
                <a:ext uri="{FF2B5EF4-FFF2-40B4-BE49-F238E27FC236}">
                  <a16:creationId xmlns:a16="http://schemas.microsoft.com/office/drawing/2014/main" id="{C9D80952-5409-C147-A4F3-FD20FC78E978}"/>
                </a:ext>
              </a:extLst>
            </p:cNvPr>
            <p:cNvSpPr>
              <a:spLocks/>
            </p:cNvSpPr>
            <p:nvPr/>
          </p:nvSpPr>
          <p:spPr bwMode="auto">
            <a:xfrm>
              <a:off x="566"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66613" name="Text Box 247">
            <a:extLst>
              <a:ext uri="{FF2B5EF4-FFF2-40B4-BE49-F238E27FC236}">
                <a16:creationId xmlns:a16="http://schemas.microsoft.com/office/drawing/2014/main" id="{C44971EC-24F4-7941-8D71-BA8ED8B35184}"/>
              </a:ext>
            </a:extLst>
          </p:cNvPr>
          <p:cNvSpPr txBox="1">
            <a:spLocks noChangeArrowheads="1"/>
          </p:cNvSpPr>
          <p:nvPr/>
        </p:nvSpPr>
        <p:spPr bwMode="auto">
          <a:xfrm>
            <a:off x="6731794" y="2678907"/>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4</a:t>
            </a:r>
          </a:p>
        </p:txBody>
      </p:sp>
      <p:sp>
        <p:nvSpPr>
          <p:cNvPr id="66614" name="AutoShape 248">
            <a:extLst>
              <a:ext uri="{FF2B5EF4-FFF2-40B4-BE49-F238E27FC236}">
                <a16:creationId xmlns:a16="http://schemas.microsoft.com/office/drawing/2014/main" id="{7AAC6B2C-1EBF-9C43-8E69-476F52AA788A}"/>
              </a:ext>
            </a:extLst>
          </p:cNvPr>
          <p:cNvSpPr>
            <a:spLocks noChangeArrowheads="1"/>
          </p:cNvSpPr>
          <p:nvPr/>
        </p:nvSpPr>
        <p:spPr bwMode="auto">
          <a:xfrm>
            <a:off x="3925491" y="1631156"/>
            <a:ext cx="1025128" cy="238125"/>
          </a:xfrm>
          <a:prstGeom prst="rightArrow">
            <a:avLst>
              <a:gd name="adj1" fmla="val 59778"/>
              <a:gd name="adj2" fmla="val 116374"/>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200">
                <a:solidFill>
                  <a:schemeClr val="folHlink"/>
                </a:solidFill>
                <a:latin typeface="Arial" panose="020B0604020202020204" pitchFamily="34" charset="0"/>
                <a:ea typeface="宋体" panose="02010600030101010101" pitchFamily="2" charset="-122"/>
                <a:cs typeface="黑体" panose="02010609060101010101" pitchFamily="49" charset="-122"/>
              </a:rPr>
              <a:t>间接交付</a:t>
            </a:r>
          </a:p>
        </p:txBody>
      </p:sp>
      <p:sp>
        <p:nvSpPr>
          <p:cNvPr id="66615" name="AutoShape 249">
            <a:extLst>
              <a:ext uri="{FF2B5EF4-FFF2-40B4-BE49-F238E27FC236}">
                <a16:creationId xmlns:a16="http://schemas.microsoft.com/office/drawing/2014/main" id="{7C26407B-E4E0-524A-BB0B-44073AD4F4CA}"/>
              </a:ext>
            </a:extLst>
          </p:cNvPr>
          <p:cNvSpPr>
            <a:spLocks noChangeArrowheads="1"/>
          </p:cNvSpPr>
          <p:nvPr/>
        </p:nvSpPr>
        <p:spPr bwMode="auto">
          <a:xfrm>
            <a:off x="5651898" y="1633537"/>
            <a:ext cx="1188244" cy="290513"/>
          </a:xfrm>
          <a:prstGeom prst="rightArrow">
            <a:avLst>
              <a:gd name="adj1" fmla="val 59778"/>
              <a:gd name="adj2" fmla="val 110567"/>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200">
                <a:solidFill>
                  <a:schemeClr val="folHlink"/>
                </a:solidFill>
                <a:latin typeface="Arial" panose="020B0604020202020204" pitchFamily="34" charset="0"/>
                <a:ea typeface="宋体" panose="02010600030101010101" pitchFamily="2" charset="-122"/>
                <a:cs typeface="黑体" panose="02010609060101010101" pitchFamily="49" charset="-122"/>
              </a:rPr>
              <a:t>间接交付</a:t>
            </a:r>
          </a:p>
        </p:txBody>
      </p:sp>
      <p:sp>
        <p:nvSpPr>
          <p:cNvPr id="66616" name="AutoShape 250">
            <a:extLst>
              <a:ext uri="{FF2B5EF4-FFF2-40B4-BE49-F238E27FC236}">
                <a16:creationId xmlns:a16="http://schemas.microsoft.com/office/drawing/2014/main" id="{DE37DB3C-8A8B-4545-A8B3-54B92CB8444E}"/>
              </a:ext>
            </a:extLst>
          </p:cNvPr>
          <p:cNvSpPr>
            <a:spLocks noChangeArrowheads="1"/>
          </p:cNvSpPr>
          <p:nvPr/>
        </p:nvSpPr>
        <p:spPr bwMode="auto">
          <a:xfrm>
            <a:off x="2087166" y="1437085"/>
            <a:ext cx="920353" cy="270272"/>
          </a:xfrm>
          <a:prstGeom prst="rightArrow">
            <a:avLst>
              <a:gd name="adj1" fmla="val 59778"/>
              <a:gd name="adj2" fmla="val 92053"/>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200">
                <a:solidFill>
                  <a:schemeClr val="folHlink"/>
                </a:solidFill>
                <a:latin typeface="Arial" panose="020B0604020202020204" pitchFamily="34" charset="0"/>
                <a:ea typeface="宋体" panose="02010600030101010101" pitchFamily="2" charset="-122"/>
                <a:cs typeface="黑体" panose="02010609060101010101" pitchFamily="49" charset="-122"/>
              </a:rPr>
              <a:t>间接交付</a:t>
            </a:r>
          </a:p>
        </p:txBody>
      </p:sp>
      <p:sp>
        <p:nvSpPr>
          <p:cNvPr id="66617" name="AutoShape 251">
            <a:extLst>
              <a:ext uri="{FF2B5EF4-FFF2-40B4-BE49-F238E27FC236}">
                <a16:creationId xmlns:a16="http://schemas.microsoft.com/office/drawing/2014/main" id="{36A694C3-15FF-4F44-AB0A-CC5C324BB970}"/>
              </a:ext>
            </a:extLst>
          </p:cNvPr>
          <p:cNvSpPr>
            <a:spLocks noChangeArrowheads="1"/>
          </p:cNvSpPr>
          <p:nvPr/>
        </p:nvSpPr>
        <p:spPr bwMode="auto">
          <a:xfrm rot="6744589" flipV="1">
            <a:off x="6839546" y="2031802"/>
            <a:ext cx="1026319" cy="270272"/>
          </a:xfrm>
          <a:prstGeom prst="rightArrow">
            <a:avLst>
              <a:gd name="adj1" fmla="val 59778"/>
              <a:gd name="adj2" fmla="val 102652"/>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200">
                <a:solidFill>
                  <a:schemeClr val="folHlink"/>
                </a:solidFill>
                <a:latin typeface="Arial" panose="020B0604020202020204" pitchFamily="34" charset="0"/>
                <a:ea typeface="宋体" panose="02010600030101010101" pitchFamily="2" charset="-122"/>
                <a:cs typeface="黑体" panose="02010609060101010101" pitchFamily="49" charset="-122"/>
              </a:rPr>
              <a:t>间接交付</a:t>
            </a:r>
          </a:p>
        </p:txBody>
      </p:sp>
      <p:sp>
        <p:nvSpPr>
          <p:cNvPr id="66618" name="AutoShape 252">
            <a:extLst>
              <a:ext uri="{FF2B5EF4-FFF2-40B4-BE49-F238E27FC236}">
                <a16:creationId xmlns:a16="http://schemas.microsoft.com/office/drawing/2014/main" id="{A4F9BC01-E28A-1544-819F-197A4AEB0B1A}"/>
              </a:ext>
            </a:extLst>
          </p:cNvPr>
          <p:cNvSpPr>
            <a:spLocks noChangeArrowheads="1"/>
          </p:cNvSpPr>
          <p:nvPr/>
        </p:nvSpPr>
        <p:spPr bwMode="auto">
          <a:xfrm flipH="1">
            <a:off x="5112544" y="2842023"/>
            <a:ext cx="1512094" cy="269081"/>
          </a:xfrm>
          <a:prstGeom prst="rightArrow">
            <a:avLst>
              <a:gd name="adj1" fmla="val 59778"/>
              <a:gd name="adj2" fmla="val 151908"/>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200">
                <a:solidFill>
                  <a:schemeClr val="folHlink"/>
                </a:solidFill>
                <a:latin typeface="Arial" panose="020B0604020202020204" pitchFamily="34" charset="0"/>
                <a:ea typeface="宋体" panose="02010600030101010101" pitchFamily="2" charset="-122"/>
                <a:cs typeface="黑体" panose="02010609060101010101" pitchFamily="49" charset="-122"/>
              </a:rPr>
              <a:t>间接交付</a:t>
            </a:r>
          </a:p>
        </p:txBody>
      </p:sp>
      <p:sp>
        <p:nvSpPr>
          <p:cNvPr id="66619" name="AutoShape 253">
            <a:extLst>
              <a:ext uri="{FF2B5EF4-FFF2-40B4-BE49-F238E27FC236}">
                <a16:creationId xmlns:a16="http://schemas.microsoft.com/office/drawing/2014/main" id="{28BF4481-7DA1-3847-926C-2635A056BA2A}"/>
              </a:ext>
            </a:extLst>
          </p:cNvPr>
          <p:cNvSpPr>
            <a:spLocks noChangeArrowheads="1"/>
          </p:cNvSpPr>
          <p:nvPr/>
        </p:nvSpPr>
        <p:spPr bwMode="auto">
          <a:xfrm rot="20314671" flipH="1">
            <a:off x="3168254" y="3219451"/>
            <a:ext cx="1133475" cy="269081"/>
          </a:xfrm>
          <a:prstGeom prst="rightArrow">
            <a:avLst>
              <a:gd name="adj1" fmla="val 59778"/>
              <a:gd name="adj2" fmla="val 113871"/>
            </a:avLst>
          </a:prstGeom>
          <a:solidFill>
            <a:srgbClr val="FFCCCC"/>
          </a:solidFill>
          <a:ln w="38100" cmpd="dbl">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200">
                <a:solidFill>
                  <a:schemeClr val="folHlink"/>
                </a:solidFill>
                <a:latin typeface="Arial" panose="020B0604020202020204" pitchFamily="34" charset="0"/>
                <a:ea typeface="宋体" panose="02010600030101010101" pitchFamily="2" charset="-122"/>
                <a:cs typeface="黑体" panose="02010609060101010101" pitchFamily="49" charset="-122"/>
              </a:rPr>
              <a:t>直接交付</a:t>
            </a:r>
          </a:p>
        </p:txBody>
      </p:sp>
      <p:grpSp>
        <p:nvGrpSpPr>
          <p:cNvPr id="66620" name="Group 254">
            <a:extLst>
              <a:ext uri="{FF2B5EF4-FFF2-40B4-BE49-F238E27FC236}">
                <a16:creationId xmlns:a16="http://schemas.microsoft.com/office/drawing/2014/main" id="{6FD68ADF-B133-B24D-A853-4CB5F231593D}"/>
              </a:ext>
            </a:extLst>
          </p:cNvPr>
          <p:cNvGrpSpPr>
            <a:grpSpLocks/>
          </p:cNvGrpSpPr>
          <p:nvPr/>
        </p:nvGrpSpPr>
        <p:grpSpPr bwMode="auto">
          <a:xfrm>
            <a:off x="3186112" y="667942"/>
            <a:ext cx="576262" cy="646510"/>
            <a:chOff x="1716" y="561"/>
            <a:chExt cx="484" cy="543"/>
          </a:xfrm>
        </p:grpSpPr>
        <p:sp>
          <p:nvSpPr>
            <p:cNvPr id="66652" name="Rectangle 255">
              <a:extLst>
                <a:ext uri="{FF2B5EF4-FFF2-40B4-BE49-F238E27FC236}">
                  <a16:creationId xmlns:a16="http://schemas.microsoft.com/office/drawing/2014/main" id="{825C9046-479A-7E4C-AA44-5C3284DD38FA}"/>
                </a:ext>
              </a:extLst>
            </p:cNvPr>
            <p:cNvSpPr>
              <a:spLocks noChangeArrowheads="1"/>
            </p:cNvSpPr>
            <p:nvPr/>
          </p:nvSpPr>
          <p:spPr bwMode="auto">
            <a:xfrm>
              <a:off x="1728" y="586"/>
              <a:ext cx="467" cy="174"/>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53" name="Rectangle 256">
              <a:extLst>
                <a:ext uri="{FF2B5EF4-FFF2-40B4-BE49-F238E27FC236}">
                  <a16:creationId xmlns:a16="http://schemas.microsoft.com/office/drawing/2014/main" id="{AD577679-21CB-5C45-A52A-684D467EDA07}"/>
                </a:ext>
              </a:extLst>
            </p:cNvPr>
            <p:cNvSpPr>
              <a:spLocks noChangeArrowheads="1"/>
            </p:cNvSpPr>
            <p:nvPr/>
          </p:nvSpPr>
          <p:spPr bwMode="auto">
            <a:xfrm>
              <a:off x="1721" y="585"/>
              <a:ext cx="479" cy="46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54" name="Line 257">
              <a:extLst>
                <a:ext uri="{FF2B5EF4-FFF2-40B4-BE49-F238E27FC236}">
                  <a16:creationId xmlns:a16="http://schemas.microsoft.com/office/drawing/2014/main" id="{D9321EF3-465D-CC4C-A4C0-223720E9AD6D}"/>
                </a:ext>
              </a:extLst>
            </p:cNvPr>
            <p:cNvSpPr>
              <a:spLocks noChangeShapeType="1"/>
            </p:cNvSpPr>
            <p:nvPr/>
          </p:nvSpPr>
          <p:spPr bwMode="auto">
            <a:xfrm>
              <a:off x="1721" y="754"/>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55" name="Line 258">
              <a:extLst>
                <a:ext uri="{FF2B5EF4-FFF2-40B4-BE49-F238E27FC236}">
                  <a16:creationId xmlns:a16="http://schemas.microsoft.com/office/drawing/2014/main" id="{8A52C803-C1D2-654F-8DF5-D5C30B887EFF}"/>
                </a:ext>
              </a:extLst>
            </p:cNvPr>
            <p:cNvSpPr>
              <a:spLocks noChangeShapeType="1"/>
            </p:cNvSpPr>
            <p:nvPr/>
          </p:nvSpPr>
          <p:spPr bwMode="auto">
            <a:xfrm>
              <a:off x="1721" y="906"/>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56" name="Line 259">
              <a:extLst>
                <a:ext uri="{FF2B5EF4-FFF2-40B4-BE49-F238E27FC236}">
                  <a16:creationId xmlns:a16="http://schemas.microsoft.com/office/drawing/2014/main" id="{80E511CC-F39F-F542-A4CF-C9FA294D6511}"/>
                </a:ext>
              </a:extLst>
            </p:cNvPr>
            <p:cNvSpPr>
              <a:spLocks noChangeShapeType="1"/>
            </p:cNvSpPr>
            <p:nvPr/>
          </p:nvSpPr>
          <p:spPr bwMode="auto">
            <a:xfrm>
              <a:off x="1961" y="748"/>
              <a:ext cx="1" cy="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57" name="Text Box 260">
              <a:extLst>
                <a:ext uri="{FF2B5EF4-FFF2-40B4-BE49-F238E27FC236}">
                  <a16:creationId xmlns:a16="http://schemas.microsoft.com/office/drawing/2014/main" id="{09767804-06DE-2349-B418-A90D1AF4E028}"/>
                </a:ext>
              </a:extLst>
            </p:cNvPr>
            <p:cNvSpPr txBox="1">
              <a:spLocks noChangeArrowheads="1"/>
            </p:cNvSpPr>
            <p:nvPr/>
          </p:nvSpPr>
          <p:spPr bwMode="auto">
            <a:xfrm>
              <a:off x="1716" y="561"/>
              <a:ext cx="480" cy="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3</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2     2</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1     1</a:t>
              </a:r>
            </a:p>
          </p:txBody>
        </p:sp>
      </p:grpSp>
      <p:grpSp>
        <p:nvGrpSpPr>
          <p:cNvPr id="66621" name="Group 261">
            <a:extLst>
              <a:ext uri="{FF2B5EF4-FFF2-40B4-BE49-F238E27FC236}">
                <a16:creationId xmlns:a16="http://schemas.microsoft.com/office/drawing/2014/main" id="{1810964F-04D2-9944-B3CA-B742676498EC}"/>
              </a:ext>
            </a:extLst>
          </p:cNvPr>
          <p:cNvGrpSpPr>
            <a:grpSpLocks/>
          </p:cNvGrpSpPr>
          <p:nvPr/>
        </p:nvGrpSpPr>
        <p:grpSpPr bwMode="auto">
          <a:xfrm>
            <a:off x="5075634" y="667942"/>
            <a:ext cx="576263" cy="646510"/>
            <a:chOff x="1716" y="561"/>
            <a:chExt cx="484" cy="543"/>
          </a:xfrm>
        </p:grpSpPr>
        <p:sp>
          <p:nvSpPr>
            <p:cNvPr id="66646" name="Rectangle 262">
              <a:extLst>
                <a:ext uri="{FF2B5EF4-FFF2-40B4-BE49-F238E27FC236}">
                  <a16:creationId xmlns:a16="http://schemas.microsoft.com/office/drawing/2014/main" id="{A495845A-9824-8846-8A17-06A6248D9FFF}"/>
                </a:ext>
              </a:extLst>
            </p:cNvPr>
            <p:cNvSpPr>
              <a:spLocks noChangeArrowheads="1"/>
            </p:cNvSpPr>
            <p:nvPr/>
          </p:nvSpPr>
          <p:spPr bwMode="auto">
            <a:xfrm>
              <a:off x="1728" y="586"/>
              <a:ext cx="467" cy="174"/>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47" name="Rectangle 263">
              <a:extLst>
                <a:ext uri="{FF2B5EF4-FFF2-40B4-BE49-F238E27FC236}">
                  <a16:creationId xmlns:a16="http://schemas.microsoft.com/office/drawing/2014/main" id="{B8463861-14AD-EB42-A980-14F6DEE817CC}"/>
                </a:ext>
              </a:extLst>
            </p:cNvPr>
            <p:cNvSpPr>
              <a:spLocks noChangeArrowheads="1"/>
            </p:cNvSpPr>
            <p:nvPr/>
          </p:nvSpPr>
          <p:spPr bwMode="auto">
            <a:xfrm>
              <a:off x="1721" y="585"/>
              <a:ext cx="479" cy="46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48" name="Line 264">
              <a:extLst>
                <a:ext uri="{FF2B5EF4-FFF2-40B4-BE49-F238E27FC236}">
                  <a16:creationId xmlns:a16="http://schemas.microsoft.com/office/drawing/2014/main" id="{E3D5A62F-5F57-3B46-A4FD-F9C83F3224F8}"/>
                </a:ext>
              </a:extLst>
            </p:cNvPr>
            <p:cNvSpPr>
              <a:spLocks noChangeShapeType="1"/>
            </p:cNvSpPr>
            <p:nvPr/>
          </p:nvSpPr>
          <p:spPr bwMode="auto">
            <a:xfrm>
              <a:off x="1721" y="754"/>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49" name="Line 265">
              <a:extLst>
                <a:ext uri="{FF2B5EF4-FFF2-40B4-BE49-F238E27FC236}">
                  <a16:creationId xmlns:a16="http://schemas.microsoft.com/office/drawing/2014/main" id="{89A8B9BA-F920-934D-B60A-CC0BA03CB50F}"/>
                </a:ext>
              </a:extLst>
            </p:cNvPr>
            <p:cNvSpPr>
              <a:spLocks noChangeShapeType="1"/>
            </p:cNvSpPr>
            <p:nvPr/>
          </p:nvSpPr>
          <p:spPr bwMode="auto">
            <a:xfrm>
              <a:off x="1721" y="906"/>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50" name="Line 266">
              <a:extLst>
                <a:ext uri="{FF2B5EF4-FFF2-40B4-BE49-F238E27FC236}">
                  <a16:creationId xmlns:a16="http://schemas.microsoft.com/office/drawing/2014/main" id="{179C2DE3-B487-DC44-AD92-7EA9420AE353}"/>
                </a:ext>
              </a:extLst>
            </p:cNvPr>
            <p:cNvSpPr>
              <a:spLocks noChangeShapeType="1"/>
            </p:cNvSpPr>
            <p:nvPr/>
          </p:nvSpPr>
          <p:spPr bwMode="auto">
            <a:xfrm>
              <a:off x="1961" y="748"/>
              <a:ext cx="1" cy="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51" name="Text Box 267">
              <a:extLst>
                <a:ext uri="{FF2B5EF4-FFF2-40B4-BE49-F238E27FC236}">
                  <a16:creationId xmlns:a16="http://schemas.microsoft.com/office/drawing/2014/main" id="{AE27C41B-C105-1F49-BA48-6610AC9E0243}"/>
                </a:ext>
              </a:extLst>
            </p:cNvPr>
            <p:cNvSpPr txBox="1">
              <a:spLocks noChangeArrowheads="1"/>
            </p:cNvSpPr>
            <p:nvPr/>
          </p:nvSpPr>
          <p:spPr bwMode="auto">
            <a:xfrm>
              <a:off x="1716" y="561"/>
              <a:ext cx="480" cy="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3</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2     2</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1     1</a:t>
              </a:r>
            </a:p>
          </p:txBody>
        </p:sp>
      </p:grpSp>
      <p:grpSp>
        <p:nvGrpSpPr>
          <p:cNvPr id="66622" name="Group 268">
            <a:extLst>
              <a:ext uri="{FF2B5EF4-FFF2-40B4-BE49-F238E27FC236}">
                <a16:creationId xmlns:a16="http://schemas.microsoft.com/office/drawing/2014/main" id="{5DDC1054-B7BD-4248-801B-15D4E28C500A}"/>
              </a:ext>
            </a:extLst>
          </p:cNvPr>
          <p:cNvGrpSpPr>
            <a:grpSpLocks/>
          </p:cNvGrpSpPr>
          <p:nvPr/>
        </p:nvGrpSpPr>
        <p:grpSpPr bwMode="auto">
          <a:xfrm>
            <a:off x="6996112" y="667942"/>
            <a:ext cx="576262" cy="646510"/>
            <a:chOff x="1716" y="561"/>
            <a:chExt cx="484" cy="543"/>
          </a:xfrm>
        </p:grpSpPr>
        <p:sp>
          <p:nvSpPr>
            <p:cNvPr id="66640" name="Rectangle 269">
              <a:extLst>
                <a:ext uri="{FF2B5EF4-FFF2-40B4-BE49-F238E27FC236}">
                  <a16:creationId xmlns:a16="http://schemas.microsoft.com/office/drawing/2014/main" id="{9640176C-5954-2441-B8D7-042632392F80}"/>
                </a:ext>
              </a:extLst>
            </p:cNvPr>
            <p:cNvSpPr>
              <a:spLocks noChangeArrowheads="1"/>
            </p:cNvSpPr>
            <p:nvPr/>
          </p:nvSpPr>
          <p:spPr bwMode="auto">
            <a:xfrm>
              <a:off x="1728" y="586"/>
              <a:ext cx="467" cy="174"/>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41" name="Rectangle 270">
              <a:extLst>
                <a:ext uri="{FF2B5EF4-FFF2-40B4-BE49-F238E27FC236}">
                  <a16:creationId xmlns:a16="http://schemas.microsoft.com/office/drawing/2014/main" id="{8297FCB3-CA12-C74C-91FC-73FAFC70AF54}"/>
                </a:ext>
              </a:extLst>
            </p:cNvPr>
            <p:cNvSpPr>
              <a:spLocks noChangeArrowheads="1"/>
            </p:cNvSpPr>
            <p:nvPr/>
          </p:nvSpPr>
          <p:spPr bwMode="auto">
            <a:xfrm>
              <a:off x="1721" y="585"/>
              <a:ext cx="479" cy="46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42" name="Line 271">
              <a:extLst>
                <a:ext uri="{FF2B5EF4-FFF2-40B4-BE49-F238E27FC236}">
                  <a16:creationId xmlns:a16="http://schemas.microsoft.com/office/drawing/2014/main" id="{BF7C88D3-31FA-664A-8149-DDE28B403765}"/>
                </a:ext>
              </a:extLst>
            </p:cNvPr>
            <p:cNvSpPr>
              <a:spLocks noChangeShapeType="1"/>
            </p:cNvSpPr>
            <p:nvPr/>
          </p:nvSpPr>
          <p:spPr bwMode="auto">
            <a:xfrm>
              <a:off x="1721" y="754"/>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43" name="Line 272">
              <a:extLst>
                <a:ext uri="{FF2B5EF4-FFF2-40B4-BE49-F238E27FC236}">
                  <a16:creationId xmlns:a16="http://schemas.microsoft.com/office/drawing/2014/main" id="{06577B46-2CA1-7B47-B33A-7AD326A4B3EB}"/>
                </a:ext>
              </a:extLst>
            </p:cNvPr>
            <p:cNvSpPr>
              <a:spLocks noChangeShapeType="1"/>
            </p:cNvSpPr>
            <p:nvPr/>
          </p:nvSpPr>
          <p:spPr bwMode="auto">
            <a:xfrm>
              <a:off x="1721" y="906"/>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44" name="Line 273">
              <a:extLst>
                <a:ext uri="{FF2B5EF4-FFF2-40B4-BE49-F238E27FC236}">
                  <a16:creationId xmlns:a16="http://schemas.microsoft.com/office/drawing/2014/main" id="{6218ED9B-649D-D741-9543-A68831DA3871}"/>
                </a:ext>
              </a:extLst>
            </p:cNvPr>
            <p:cNvSpPr>
              <a:spLocks noChangeShapeType="1"/>
            </p:cNvSpPr>
            <p:nvPr/>
          </p:nvSpPr>
          <p:spPr bwMode="auto">
            <a:xfrm>
              <a:off x="1961" y="748"/>
              <a:ext cx="1" cy="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45" name="Text Box 274">
              <a:extLst>
                <a:ext uri="{FF2B5EF4-FFF2-40B4-BE49-F238E27FC236}">
                  <a16:creationId xmlns:a16="http://schemas.microsoft.com/office/drawing/2014/main" id="{0C5EF783-2507-C149-8FB6-BF3D1350BBDA}"/>
                </a:ext>
              </a:extLst>
            </p:cNvPr>
            <p:cNvSpPr txBox="1">
              <a:spLocks noChangeArrowheads="1"/>
            </p:cNvSpPr>
            <p:nvPr/>
          </p:nvSpPr>
          <p:spPr bwMode="auto">
            <a:xfrm>
              <a:off x="1716" y="561"/>
              <a:ext cx="480" cy="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3</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2     2</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1     1</a:t>
              </a:r>
            </a:p>
          </p:txBody>
        </p:sp>
      </p:grpSp>
      <p:grpSp>
        <p:nvGrpSpPr>
          <p:cNvPr id="66623" name="Group 275">
            <a:extLst>
              <a:ext uri="{FF2B5EF4-FFF2-40B4-BE49-F238E27FC236}">
                <a16:creationId xmlns:a16="http://schemas.microsoft.com/office/drawing/2014/main" id="{8600E5C0-6DE2-4B4B-AABC-0E28B8262FDC}"/>
              </a:ext>
            </a:extLst>
          </p:cNvPr>
          <p:cNvGrpSpPr>
            <a:grpSpLocks/>
          </p:cNvGrpSpPr>
          <p:nvPr/>
        </p:nvGrpSpPr>
        <p:grpSpPr bwMode="auto">
          <a:xfrm>
            <a:off x="4319587" y="3301604"/>
            <a:ext cx="576262" cy="646510"/>
            <a:chOff x="1716" y="561"/>
            <a:chExt cx="484" cy="543"/>
          </a:xfrm>
        </p:grpSpPr>
        <p:sp>
          <p:nvSpPr>
            <p:cNvPr id="66634" name="Rectangle 276">
              <a:extLst>
                <a:ext uri="{FF2B5EF4-FFF2-40B4-BE49-F238E27FC236}">
                  <a16:creationId xmlns:a16="http://schemas.microsoft.com/office/drawing/2014/main" id="{3357832C-8904-414F-8FBD-DFE8848B44EB}"/>
                </a:ext>
              </a:extLst>
            </p:cNvPr>
            <p:cNvSpPr>
              <a:spLocks noChangeArrowheads="1"/>
            </p:cNvSpPr>
            <p:nvPr/>
          </p:nvSpPr>
          <p:spPr bwMode="auto">
            <a:xfrm>
              <a:off x="1728" y="586"/>
              <a:ext cx="467" cy="174"/>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35" name="Rectangle 277">
              <a:extLst>
                <a:ext uri="{FF2B5EF4-FFF2-40B4-BE49-F238E27FC236}">
                  <a16:creationId xmlns:a16="http://schemas.microsoft.com/office/drawing/2014/main" id="{D2DC7076-43B0-5A4A-881D-23979150AF97}"/>
                </a:ext>
              </a:extLst>
            </p:cNvPr>
            <p:cNvSpPr>
              <a:spLocks noChangeArrowheads="1"/>
            </p:cNvSpPr>
            <p:nvPr/>
          </p:nvSpPr>
          <p:spPr bwMode="auto">
            <a:xfrm>
              <a:off x="1721" y="585"/>
              <a:ext cx="479" cy="46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36" name="Line 278">
              <a:extLst>
                <a:ext uri="{FF2B5EF4-FFF2-40B4-BE49-F238E27FC236}">
                  <a16:creationId xmlns:a16="http://schemas.microsoft.com/office/drawing/2014/main" id="{1256593A-F2B9-8C41-AC94-7F70EA2FDD02}"/>
                </a:ext>
              </a:extLst>
            </p:cNvPr>
            <p:cNvSpPr>
              <a:spLocks noChangeShapeType="1"/>
            </p:cNvSpPr>
            <p:nvPr/>
          </p:nvSpPr>
          <p:spPr bwMode="auto">
            <a:xfrm>
              <a:off x="1721" y="754"/>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37" name="Line 279">
              <a:extLst>
                <a:ext uri="{FF2B5EF4-FFF2-40B4-BE49-F238E27FC236}">
                  <a16:creationId xmlns:a16="http://schemas.microsoft.com/office/drawing/2014/main" id="{DF692D7D-654B-8048-BDC9-20AB1FD4385E}"/>
                </a:ext>
              </a:extLst>
            </p:cNvPr>
            <p:cNvSpPr>
              <a:spLocks noChangeShapeType="1"/>
            </p:cNvSpPr>
            <p:nvPr/>
          </p:nvSpPr>
          <p:spPr bwMode="auto">
            <a:xfrm>
              <a:off x="1721" y="906"/>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38" name="Line 280">
              <a:extLst>
                <a:ext uri="{FF2B5EF4-FFF2-40B4-BE49-F238E27FC236}">
                  <a16:creationId xmlns:a16="http://schemas.microsoft.com/office/drawing/2014/main" id="{6B590626-06B5-B243-AE6D-0FE53B4F6D14}"/>
                </a:ext>
              </a:extLst>
            </p:cNvPr>
            <p:cNvSpPr>
              <a:spLocks noChangeShapeType="1"/>
            </p:cNvSpPr>
            <p:nvPr/>
          </p:nvSpPr>
          <p:spPr bwMode="auto">
            <a:xfrm>
              <a:off x="1961" y="748"/>
              <a:ext cx="1" cy="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39" name="Text Box 281">
              <a:extLst>
                <a:ext uri="{FF2B5EF4-FFF2-40B4-BE49-F238E27FC236}">
                  <a16:creationId xmlns:a16="http://schemas.microsoft.com/office/drawing/2014/main" id="{C01E0845-02E4-7841-9913-74BF69EB938F}"/>
                </a:ext>
              </a:extLst>
            </p:cNvPr>
            <p:cNvSpPr txBox="1">
              <a:spLocks noChangeArrowheads="1"/>
            </p:cNvSpPr>
            <p:nvPr/>
          </p:nvSpPr>
          <p:spPr bwMode="auto">
            <a:xfrm>
              <a:off x="1716" y="561"/>
              <a:ext cx="480" cy="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3</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2     2</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1     1</a:t>
              </a:r>
            </a:p>
          </p:txBody>
        </p:sp>
      </p:grpSp>
      <p:grpSp>
        <p:nvGrpSpPr>
          <p:cNvPr id="66624" name="Group 282">
            <a:extLst>
              <a:ext uri="{FF2B5EF4-FFF2-40B4-BE49-F238E27FC236}">
                <a16:creationId xmlns:a16="http://schemas.microsoft.com/office/drawing/2014/main" id="{AD74AB08-AC5C-ED42-8F9B-3824B032A62D}"/>
              </a:ext>
            </a:extLst>
          </p:cNvPr>
          <p:cNvGrpSpPr>
            <a:grpSpLocks/>
          </p:cNvGrpSpPr>
          <p:nvPr/>
        </p:nvGrpSpPr>
        <p:grpSpPr bwMode="auto">
          <a:xfrm>
            <a:off x="6858000" y="3301604"/>
            <a:ext cx="576262" cy="646510"/>
            <a:chOff x="1716" y="561"/>
            <a:chExt cx="484" cy="543"/>
          </a:xfrm>
        </p:grpSpPr>
        <p:sp>
          <p:nvSpPr>
            <p:cNvPr id="66628" name="Rectangle 283">
              <a:extLst>
                <a:ext uri="{FF2B5EF4-FFF2-40B4-BE49-F238E27FC236}">
                  <a16:creationId xmlns:a16="http://schemas.microsoft.com/office/drawing/2014/main" id="{81700001-4395-E845-9EA7-CF5A7E081AB8}"/>
                </a:ext>
              </a:extLst>
            </p:cNvPr>
            <p:cNvSpPr>
              <a:spLocks noChangeArrowheads="1"/>
            </p:cNvSpPr>
            <p:nvPr/>
          </p:nvSpPr>
          <p:spPr bwMode="auto">
            <a:xfrm>
              <a:off x="1728" y="586"/>
              <a:ext cx="467" cy="174"/>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29" name="Rectangle 284">
              <a:extLst>
                <a:ext uri="{FF2B5EF4-FFF2-40B4-BE49-F238E27FC236}">
                  <a16:creationId xmlns:a16="http://schemas.microsoft.com/office/drawing/2014/main" id="{7A1FB154-860A-3046-BAD1-2F65824B1E0C}"/>
                </a:ext>
              </a:extLst>
            </p:cNvPr>
            <p:cNvSpPr>
              <a:spLocks noChangeArrowheads="1"/>
            </p:cNvSpPr>
            <p:nvPr/>
          </p:nvSpPr>
          <p:spPr bwMode="auto">
            <a:xfrm>
              <a:off x="1721" y="585"/>
              <a:ext cx="479" cy="46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30" name="Line 285">
              <a:extLst>
                <a:ext uri="{FF2B5EF4-FFF2-40B4-BE49-F238E27FC236}">
                  <a16:creationId xmlns:a16="http://schemas.microsoft.com/office/drawing/2014/main" id="{57ACD2E1-ED80-7F4C-A6AE-9338ED7EC88D}"/>
                </a:ext>
              </a:extLst>
            </p:cNvPr>
            <p:cNvSpPr>
              <a:spLocks noChangeShapeType="1"/>
            </p:cNvSpPr>
            <p:nvPr/>
          </p:nvSpPr>
          <p:spPr bwMode="auto">
            <a:xfrm>
              <a:off x="1721" y="754"/>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31" name="Line 286">
              <a:extLst>
                <a:ext uri="{FF2B5EF4-FFF2-40B4-BE49-F238E27FC236}">
                  <a16:creationId xmlns:a16="http://schemas.microsoft.com/office/drawing/2014/main" id="{F41B445B-983B-824F-A473-60EBDCCD7278}"/>
                </a:ext>
              </a:extLst>
            </p:cNvPr>
            <p:cNvSpPr>
              <a:spLocks noChangeShapeType="1"/>
            </p:cNvSpPr>
            <p:nvPr/>
          </p:nvSpPr>
          <p:spPr bwMode="auto">
            <a:xfrm>
              <a:off x="1721" y="906"/>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32" name="Line 287">
              <a:extLst>
                <a:ext uri="{FF2B5EF4-FFF2-40B4-BE49-F238E27FC236}">
                  <a16:creationId xmlns:a16="http://schemas.microsoft.com/office/drawing/2014/main" id="{998941E6-12D9-9A47-8798-5D39F2B1D850}"/>
                </a:ext>
              </a:extLst>
            </p:cNvPr>
            <p:cNvSpPr>
              <a:spLocks noChangeShapeType="1"/>
            </p:cNvSpPr>
            <p:nvPr/>
          </p:nvSpPr>
          <p:spPr bwMode="auto">
            <a:xfrm>
              <a:off x="1961" y="748"/>
              <a:ext cx="1" cy="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33" name="Text Box 288">
              <a:extLst>
                <a:ext uri="{FF2B5EF4-FFF2-40B4-BE49-F238E27FC236}">
                  <a16:creationId xmlns:a16="http://schemas.microsoft.com/office/drawing/2014/main" id="{F57E2515-FB3A-044C-818E-F9ACC21900BD}"/>
                </a:ext>
              </a:extLst>
            </p:cNvPr>
            <p:cNvSpPr txBox="1">
              <a:spLocks noChangeArrowheads="1"/>
            </p:cNvSpPr>
            <p:nvPr/>
          </p:nvSpPr>
          <p:spPr bwMode="auto">
            <a:xfrm>
              <a:off x="1716" y="561"/>
              <a:ext cx="480" cy="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3</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2     2</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1     1</a:t>
              </a:r>
            </a:p>
          </p:txBody>
        </p:sp>
      </p:grpSp>
      <p:sp>
        <p:nvSpPr>
          <p:cNvPr id="66625" name="Freeform 289">
            <a:extLst>
              <a:ext uri="{FF2B5EF4-FFF2-40B4-BE49-F238E27FC236}">
                <a16:creationId xmlns:a16="http://schemas.microsoft.com/office/drawing/2014/main" id="{971D6B39-CF9B-A64A-8B63-3190D034796B}"/>
              </a:ext>
            </a:extLst>
          </p:cNvPr>
          <p:cNvSpPr>
            <a:spLocks/>
          </p:cNvSpPr>
          <p:nvPr/>
        </p:nvSpPr>
        <p:spPr bwMode="auto">
          <a:xfrm>
            <a:off x="1980010" y="411957"/>
            <a:ext cx="5843588" cy="4341019"/>
          </a:xfrm>
          <a:custGeom>
            <a:avLst/>
            <a:gdLst>
              <a:gd name="T0" fmla="*/ 2147483646 w 4908"/>
              <a:gd name="T1" fmla="*/ 0 h 3646"/>
              <a:gd name="T2" fmla="*/ 2147483646 w 4908"/>
              <a:gd name="T3" fmla="*/ 2147483646 h 3646"/>
              <a:gd name="T4" fmla="*/ 2147483646 w 4908"/>
              <a:gd name="T5" fmla="*/ 2147483646 h 3646"/>
              <a:gd name="T6" fmla="*/ 2147483646 w 4908"/>
              <a:gd name="T7" fmla="*/ 2147483646 h 3646"/>
              <a:gd name="T8" fmla="*/ 2147483646 w 4908"/>
              <a:gd name="T9" fmla="*/ 2147483646 h 3646"/>
              <a:gd name="T10" fmla="*/ 2147483646 w 4908"/>
              <a:gd name="T11" fmla="*/ 2147483646 h 3646"/>
              <a:gd name="T12" fmla="*/ 2147483646 w 4908"/>
              <a:gd name="T13" fmla="*/ 2147483646 h 3646"/>
              <a:gd name="T14" fmla="*/ 2147483646 w 4908"/>
              <a:gd name="T15" fmla="*/ 2147483646 h 3646"/>
              <a:gd name="T16" fmla="*/ 2147483646 w 4908"/>
              <a:gd name="T17" fmla="*/ 2147483646 h 3646"/>
              <a:gd name="T18" fmla="*/ 2147483646 w 4908"/>
              <a:gd name="T19" fmla="*/ 2147483646 h 3646"/>
              <a:gd name="T20" fmla="*/ 2147483646 w 4908"/>
              <a:gd name="T21" fmla="*/ 2147483646 h 3646"/>
              <a:gd name="T22" fmla="*/ 2147483646 w 4908"/>
              <a:gd name="T23" fmla="*/ 2147483646 h 3646"/>
              <a:gd name="T24" fmla="*/ 2147483646 w 4908"/>
              <a:gd name="T25" fmla="*/ 2147483646 h 3646"/>
              <a:gd name="T26" fmla="*/ 2147483646 w 4908"/>
              <a:gd name="T27" fmla="*/ 2147483646 h 3646"/>
              <a:gd name="T28" fmla="*/ 2147483646 w 4908"/>
              <a:gd name="T29" fmla="*/ 2147483646 h 3646"/>
              <a:gd name="T30" fmla="*/ 2147483646 w 4908"/>
              <a:gd name="T31" fmla="*/ 2147483646 h 3646"/>
              <a:gd name="T32" fmla="*/ 2147483646 w 4908"/>
              <a:gd name="T33" fmla="*/ 2147483646 h 3646"/>
              <a:gd name="T34" fmla="*/ 2147483646 w 4908"/>
              <a:gd name="T35" fmla="*/ 2147483646 h 3646"/>
              <a:gd name="T36" fmla="*/ 2147483646 w 4908"/>
              <a:gd name="T37" fmla="*/ 2147483646 h 3646"/>
              <a:gd name="T38" fmla="*/ 2147483646 w 4908"/>
              <a:gd name="T39" fmla="*/ 2147483646 h 3646"/>
              <a:gd name="T40" fmla="*/ 2147483646 w 4908"/>
              <a:gd name="T41" fmla="*/ 2147483646 h 3646"/>
              <a:gd name="T42" fmla="*/ 2147483646 w 4908"/>
              <a:gd name="T43" fmla="*/ 2147483646 h 3646"/>
              <a:gd name="T44" fmla="*/ 2147483646 w 4908"/>
              <a:gd name="T45" fmla="*/ 2147483646 h 3646"/>
              <a:gd name="T46" fmla="*/ 2147483646 w 4908"/>
              <a:gd name="T47" fmla="*/ 2147483646 h 3646"/>
              <a:gd name="T48" fmla="*/ 2147483646 w 4908"/>
              <a:gd name="T49" fmla="*/ 2147483646 h 3646"/>
              <a:gd name="T50" fmla="*/ 2147483646 w 4908"/>
              <a:gd name="T51" fmla="*/ 2147483646 h 3646"/>
              <a:gd name="T52" fmla="*/ 2147483646 w 4908"/>
              <a:gd name="T53" fmla="*/ 2147483646 h 3646"/>
              <a:gd name="T54" fmla="*/ 2147483646 w 4908"/>
              <a:gd name="T55" fmla="*/ 2147483646 h 3646"/>
              <a:gd name="T56" fmla="*/ 2147483646 w 4908"/>
              <a:gd name="T57" fmla="*/ 2147483646 h 3646"/>
              <a:gd name="T58" fmla="*/ 2147483646 w 4908"/>
              <a:gd name="T59" fmla="*/ 2147483646 h 3646"/>
              <a:gd name="T60" fmla="*/ 2147483646 w 4908"/>
              <a:gd name="T61" fmla="*/ 2147483646 h 3646"/>
              <a:gd name="T62" fmla="*/ 2147483646 w 4908"/>
              <a:gd name="T63" fmla="*/ 2147483646 h 3646"/>
              <a:gd name="T64" fmla="*/ 2147483646 w 4908"/>
              <a:gd name="T65" fmla="*/ 2147483646 h 3646"/>
              <a:gd name="T66" fmla="*/ 2147483646 w 4908"/>
              <a:gd name="T67" fmla="*/ 2147483646 h 3646"/>
              <a:gd name="T68" fmla="*/ 2147483646 w 4908"/>
              <a:gd name="T69" fmla="*/ 2147483646 h 3646"/>
              <a:gd name="T70" fmla="*/ 2147483646 w 4908"/>
              <a:gd name="T71" fmla="*/ 2147483646 h 3646"/>
              <a:gd name="T72" fmla="*/ 2147483646 w 4908"/>
              <a:gd name="T73" fmla="*/ 2147483646 h 3646"/>
              <a:gd name="T74" fmla="*/ 2147483646 w 4908"/>
              <a:gd name="T75" fmla="*/ 2147483646 h 3646"/>
              <a:gd name="T76" fmla="*/ 2147483646 w 4908"/>
              <a:gd name="T77" fmla="*/ 2147483646 h 3646"/>
              <a:gd name="T78" fmla="*/ 2147483646 w 4908"/>
              <a:gd name="T79" fmla="*/ 2147483646 h 3646"/>
              <a:gd name="T80" fmla="*/ 2147483646 w 4908"/>
              <a:gd name="T81" fmla="*/ 2147483646 h 3646"/>
              <a:gd name="T82" fmla="*/ 2147483646 w 4908"/>
              <a:gd name="T83" fmla="*/ 2147483646 h 3646"/>
              <a:gd name="T84" fmla="*/ 2147483646 w 4908"/>
              <a:gd name="T85" fmla="*/ 2147483646 h 3646"/>
              <a:gd name="T86" fmla="*/ 2147483646 w 4908"/>
              <a:gd name="T87" fmla="*/ 2147483646 h 3646"/>
              <a:gd name="T88" fmla="*/ 2147483646 w 4908"/>
              <a:gd name="T89" fmla="*/ 2147483646 h 3646"/>
              <a:gd name="T90" fmla="*/ 2147483646 w 4908"/>
              <a:gd name="T91" fmla="*/ 2147483646 h 3646"/>
              <a:gd name="T92" fmla="*/ 2147483646 w 4908"/>
              <a:gd name="T93" fmla="*/ 2147483646 h 3646"/>
              <a:gd name="T94" fmla="*/ 2147483646 w 4908"/>
              <a:gd name="T95" fmla="*/ 2147483646 h 3646"/>
              <a:gd name="T96" fmla="*/ 2147483646 w 4908"/>
              <a:gd name="T97" fmla="*/ 2147483646 h 3646"/>
              <a:gd name="T98" fmla="*/ 2147483646 w 4908"/>
              <a:gd name="T99" fmla="*/ 2147483646 h 3646"/>
              <a:gd name="T100" fmla="*/ 2147483646 w 4908"/>
              <a:gd name="T101" fmla="*/ 2147483646 h 3646"/>
              <a:gd name="T102" fmla="*/ 2147483646 w 4908"/>
              <a:gd name="T103" fmla="*/ 2147483646 h 3646"/>
              <a:gd name="T104" fmla="*/ 2147483646 w 4908"/>
              <a:gd name="T105" fmla="*/ 2147483646 h 3646"/>
              <a:gd name="T106" fmla="*/ 2147483646 w 4908"/>
              <a:gd name="T107" fmla="*/ 2147483646 h 3646"/>
              <a:gd name="T108" fmla="*/ 2147483646 w 4908"/>
              <a:gd name="T109" fmla="*/ 2147483646 h 3646"/>
              <a:gd name="T110" fmla="*/ 2147483646 w 4908"/>
              <a:gd name="T111" fmla="*/ 2147483646 h 3646"/>
              <a:gd name="T112" fmla="*/ 2147483646 w 4908"/>
              <a:gd name="T113" fmla="*/ 2147483646 h 3646"/>
              <a:gd name="T114" fmla="*/ 2147483646 w 4908"/>
              <a:gd name="T115" fmla="*/ 2147483646 h 3646"/>
              <a:gd name="T116" fmla="*/ 2147483646 w 4908"/>
              <a:gd name="T117" fmla="*/ 2147483646 h 3646"/>
              <a:gd name="T118" fmla="*/ 2147483646 w 4908"/>
              <a:gd name="T119" fmla="*/ 2147483646 h 3646"/>
              <a:gd name="T120" fmla="*/ 2147483646 w 4908"/>
              <a:gd name="T121" fmla="*/ 2147483646 h 3646"/>
              <a:gd name="T122" fmla="*/ 2147483646 w 4908"/>
              <a:gd name="T123" fmla="*/ 2147483646 h 364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908" h="3646">
                <a:moveTo>
                  <a:pt x="4" y="0"/>
                </a:moveTo>
                <a:cubicBezTo>
                  <a:pt x="0" y="162"/>
                  <a:pt x="3" y="330"/>
                  <a:pt x="4" y="453"/>
                </a:cubicBezTo>
                <a:cubicBezTo>
                  <a:pt x="5" y="576"/>
                  <a:pt x="2" y="679"/>
                  <a:pt x="13" y="736"/>
                </a:cubicBezTo>
                <a:cubicBezTo>
                  <a:pt x="24" y="793"/>
                  <a:pt x="25" y="781"/>
                  <a:pt x="69" y="794"/>
                </a:cubicBezTo>
                <a:cubicBezTo>
                  <a:pt x="113" y="807"/>
                  <a:pt x="194" y="808"/>
                  <a:pt x="279" y="812"/>
                </a:cubicBezTo>
                <a:cubicBezTo>
                  <a:pt x="364" y="816"/>
                  <a:pt x="472" y="815"/>
                  <a:pt x="579" y="815"/>
                </a:cubicBezTo>
                <a:cubicBezTo>
                  <a:pt x="686" y="815"/>
                  <a:pt x="840" y="822"/>
                  <a:pt x="924" y="809"/>
                </a:cubicBezTo>
                <a:cubicBezTo>
                  <a:pt x="1008" y="796"/>
                  <a:pt x="1054" y="806"/>
                  <a:pt x="1083" y="737"/>
                </a:cubicBezTo>
                <a:cubicBezTo>
                  <a:pt x="1112" y="668"/>
                  <a:pt x="1083" y="476"/>
                  <a:pt x="1098" y="398"/>
                </a:cubicBezTo>
                <a:cubicBezTo>
                  <a:pt x="1113" y="320"/>
                  <a:pt x="1124" y="287"/>
                  <a:pt x="1175" y="269"/>
                </a:cubicBezTo>
                <a:cubicBezTo>
                  <a:pt x="1226" y="251"/>
                  <a:pt x="1361" y="243"/>
                  <a:pt x="1406" y="290"/>
                </a:cubicBezTo>
                <a:cubicBezTo>
                  <a:pt x="1451" y="337"/>
                  <a:pt x="1432" y="471"/>
                  <a:pt x="1442" y="551"/>
                </a:cubicBezTo>
                <a:cubicBezTo>
                  <a:pt x="1452" y="631"/>
                  <a:pt x="1427" y="730"/>
                  <a:pt x="1466" y="773"/>
                </a:cubicBezTo>
                <a:cubicBezTo>
                  <a:pt x="1505" y="816"/>
                  <a:pt x="1611" y="804"/>
                  <a:pt x="1676" y="809"/>
                </a:cubicBezTo>
                <a:cubicBezTo>
                  <a:pt x="1741" y="814"/>
                  <a:pt x="1747" y="804"/>
                  <a:pt x="1859" y="803"/>
                </a:cubicBezTo>
                <a:cubicBezTo>
                  <a:pt x="1971" y="802"/>
                  <a:pt x="2240" y="807"/>
                  <a:pt x="2349" y="803"/>
                </a:cubicBezTo>
                <a:cubicBezTo>
                  <a:pt x="2458" y="799"/>
                  <a:pt x="2466" y="800"/>
                  <a:pt x="2514" y="779"/>
                </a:cubicBezTo>
                <a:cubicBezTo>
                  <a:pt x="2562" y="758"/>
                  <a:pt x="2612" y="744"/>
                  <a:pt x="2636" y="680"/>
                </a:cubicBezTo>
                <a:cubicBezTo>
                  <a:pt x="2660" y="616"/>
                  <a:pt x="2645" y="459"/>
                  <a:pt x="2660" y="392"/>
                </a:cubicBezTo>
                <a:cubicBezTo>
                  <a:pt x="2675" y="325"/>
                  <a:pt x="2674" y="292"/>
                  <a:pt x="2726" y="275"/>
                </a:cubicBezTo>
                <a:cubicBezTo>
                  <a:pt x="2778" y="258"/>
                  <a:pt x="2925" y="256"/>
                  <a:pt x="2975" y="287"/>
                </a:cubicBezTo>
                <a:cubicBezTo>
                  <a:pt x="3025" y="318"/>
                  <a:pt x="3013" y="396"/>
                  <a:pt x="3026" y="464"/>
                </a:cubicBezTo>
                <a:cubicBezTo>
                  <a:pt x="3039" y="532"/>
                  <a:pt x="3027" y="638"/>
                  <a:pt x="3053" y="695"/>
                </a:cubicBezTo>
                <a:cubicBezTo>
                  <a:pt x="3079" y="752"/>
                  <a:pt x="3114" y="786"/>
                  <a:pt x="3185" y="806"/>
                </a:cubicBezTo>
                <a:cubicBezTo>
                  <a:pt x="3256" y="826"/>
                  <a:pt x="3364" y="813"/>
                  <a:pt x="3479" y="815"/>
                </a:cubicBezTo>
                <a:cubicBezTo>
                  <a:pt x="3594" y="817"/>
                  <a:pt x="3754" y="822"/>
                  <a:pt x="3875" y="818"/>
                </a:cubicBezTo>
                <a:cubicBezTo>
                  <a:pt x="3996" y="814"/>
                  <a:pt x="4143" y="822"/>
                  <a:pt x="4208" y="791"/>
                </a:cubicBezTo>
                <a:cubicBezTo>
                  <a:pt x="4273" y="760"/>
                  <a:pt x="4254" y="692"/>
                  <a:pt x="4265" y="629"/>
                </a:cubicBezTo>
                <a:cubicBezTo>
                  <a:pt x="4276" y="566"/>
                  <a:pt x="4259" y="469"/>
                  <a:pt x="4274" y="410"/>
                </a:cubicBezTo>
                <a:cubicBezTo>
                  <a:pt x="4289" y="351"/>
                  <a:pt x="4304" y="290"/>
                  <a:pt x="4358" y="272"/>
                </a:cubicBezTo>
                <a:cubicBezTo>
                  <a:pt x="4412" y="254"/>
                  <a:pt x="4549" y="243"/>
                  <a:pt x="4598" y="299"/>
                </a:cubicBezTo>
                <a:cubicBezTo>
                  <a:pt x="4647" y="355"/>
                  <a:pt x="4638" y="522"/>
                  <a:pt x="4652" y="608"/>
                </a:cubicBezTo>
                <a:cubicBezTo>
                  <a:pt x="4666" y="694"/>
                  <a:pt x="4644" y="733"/>
                  <a:pt x="4681" y="814"/>
                </a:cubicBezTo>
                <a:cubicBezTo>
                  <a:pt x="4718" y="895"/>
                  <a:pt x="4838" y="930"/>
                  <a:pt x="4873" y="1094"/>
                </a:cubicBezTo>
                <a:cubicBezTo>
                  <a:pt x="4908" y="1258"/>
                  <a:pt x="4889" y="1567"/>
                  <a:pt x="4889" y="1798"/>
                </a:cubicBezTo>
                <a:cubicBezTo>
                  <a:pt x="4889" y="2029"/>
                  <a:pt x="4883" y="2284"/>
                  <a:pt x="4873" y="2478"/>
                </a:cubicBezTo>
                <a:cubicBezTo>
                  <a:pt x="4863" y="2672"/>
                  <a:pt x="4864" y="2871"/>
                  <a:pt x="4829" y="2962"/>
                </a:cubicBezTo>
                <a:cubicBezTo>
                  <a:pt x="4794" y="3053"/>
                  <a:pt x="4708" y="3023"/>
                  <a:pt x="4661" y="3026"/>
                </a:cubicBezTo>
                <a:cubicBezTo>
                  <a:pt x="4614" y="3029"/>
                  <a:pt x="4568" y="3013"/>
                  <a:pt x="4545" y="2982"/>
                </a:cubicBezTo>
                <a:cubicBezTo>
                  <a:pt x="4522" y="2951"/>
                  <a:pt x="4526" y="2897"/>
                  <a:pt x="4521" y="2838"/>
                </a:cubicBezTo>
                <a:cubicBezTo>
                  <a:pt x="4516" y="2779"/>
                  <a:pt x="4526" y="2683"/>
                  <a:pt x="4517" y="2626"/>
                </a:cubicBezTo>
                <a:cubicBezTo>
                  <a:pt x="4508" y="2569"/>
                  <a:pt x="4520" y="2516"/>
                  <a:pt x="4469" y="2494"/>
                </a:cubicBezTo>
                <a:cubicBezTo>
                  <a:pt x="4418" y="2472"/>
                  <a:pt x="4264" y="2468"/>
                  <a:pt x="4209" y="2494"/>
                </a:cubicBezTo>
                <a:cubicBezTo>
                  <a:pt x="4154" y="2520"/>
                  <a:pt x="4155" y="2569"/>
                  <a:pt x="4141" y="2650"/>
                </a:cubicBezTo>
                <a:cubicBezTo>
                  <a:pt x="4127" y="2731"/>
                  <a:pt x="4168" y="2911"/>
                  <a:pt x="4125" y="2978"/>
                </a:cubicBezTo>
                <a:cubicBezTo>
                  <a:pt x="4082" y="3045"/>
                  <a:pt x="4033" y="3042"/>
                  <a:pt x="3881" y="3053"/>
                </a:cubicBezTo>
                <a:cubicBezTo>
                  <a:pt x="3729" y="3064"/>
                  <a:pt x="3378" y="3048"/>
                  <a:pt x="3213" y="3046"/>
                </a:cubicBezTo>
                <a:cubicBezTo>
                  <a:pt x="3048" y="3044"/>
                  <a:pt x="2992" y="3045"/>
                  <a:pt x="2893" y="3042"/>
                </a:cubicBezTo>
                <a:cubicBezTo>
                  <a:pt x="2794" y="3039"/>
                  <a:pt x="2696" y="3041"/>
                  <a:pt x="2617" y="3026"/>
                </a:cubicBezTo>
                <a:cubicBezTo>
                  <a:pt x="2538" y="3011"/>
                  <a:pt x="2454" y="3010"/>
                  <a:pt x="2417" y="2950"/>
                </a:cubicBezTo>
                <a:cubicBezTo>
                  <a:pt x="2380" y="2890"/>
                  <a:pt x="2411" y="2743"/>
                  <a:pt x="2393" y="2666"/>
                </a:cubicBezTo>
                <a:cubicBezTo>
                  <a:pt x="2375" y="2589"/>
                  <a:pt x="2360" y="2515"/>
                  <a:pt x="2309" y="2490"/>
                </a:cubicBezTo>
                <a:cubicBezTo>
                  <a:pt x="2258" y="2465"/>
                  <a:pt x="2134" y="2452"/>
                  <a:pt x="2085" y="2514"/>
                </a:cubicBezTo>
                <a:cubicBezTo>
                  <a:pt x="2036" y="2576"/>
                  <a:pt x="2031" y="2743"/>
                  <a:pt x="2017" y="2862"/>
                </a:cubicBezTo>
                <a:cubicBezTo>
                  <a:pt x="2003" y="2981"/>
                  <a:pt x="2010" y="3116"/>
                  <a:pt x="2001" y="3226"/>
                </a:cubicBezTo>
                <a:cubicBezTo>
                  <a:pt x="1992" y="3336"/>
                  <a:pt x="1988" y="3455"/>
                  <a:pt x="1961" y="3522"/>
                </a:cubicBezTo>
                <a:cubicBezTo>
                  <a:pt x="1934" y="3589"/>
                  <a:pt x="1891" y="3606"/>
                  <a:pt x="1837" y="3626"/>
                </a:cubicBezTo>
                <a:cubicBezTo>
                  <a:pt x="1783" y="3646"/>
                  <a:pt x="1707" y="3641"/>
                  <a:pt x="1637" y="3642"/>
                </a:cubicBezTo>
                <a:cubicBezTo>
                  <a:pt x="1567" y="3643"/>
                  <a:pt x="1480" y="3645"/>
                  <a:pt x="1415" y="3632"/>
                </a:cubicBezTo>
                <a:cubicBezTo>
                  <a:pt x="1350" y="3619"/>
                  <a:pt x="1278" y="3636"/>
                  <a:pt x="1247" y="3563"/>
                </a:cubicBezTo>
                <a:cubicBezTo>
                  <a:pt x="1216" y="3490"/>
                  <a:pt x="1232" y="3314"/>
                  <a:pt x="1229" y="3191"/>
                </a:cubicBezTo>
                <a:cubicBezTo>
                  <a:pt x="1226" y="3068"/>
                  <a:pt x="1229" y="2902"/>
                  <a:pt x="1229" y="2826"/>
                </a:cubicBezTo>
              </a:path>
            </a:pathLst>
          </a:custGeom>
          <a:noFill/>
          <a:ln w="57150" cmpd="sng">
            <a:solidFill>
              <a:schemeClr val="hlink"/>
            </a:solidFill>
            <a:round/>
            <a:headEnd type="none" w="med" len="lg"/>
            <a:tailEnd type="triangle" w="med" len="lg"/>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626" name="Text Box 290">
            <a:extLst>
              <a:ext uri="{FF2B5EF4-FFF2-40B4-BE49-F238E27FC236}">
                <a16:creationId xmlns:a16="http://schemas.microsoft.com/office/drawing/2014/main" id="{7DF91D9E-0926-4043-B8F8-FDE74496313C}"/>
              </a:ext>
            </a:extLst>
          </p:cNvPr>
          <p:cNvSpPr txBox="1">
            <a:spLocks noChangeArrowheads="1"/>
          </p:cNvSpPr>
          <p:nvPr/>
        </p:nvSpPr>
        <p:spPr bwMode="auto">
          <a:xfrm>
            <a:off x="3142060" y="33337"/>
            <a:ext cx="2962671" cy="415498"/>
          </a:xfrm>
          <a:prstGeom prst="rect">
            <a:avLst/>
          </a:prstGeom>
          <a:solidFill>
            <a:srgbClr val="CCECFF"/>
          </a:solidFill>
          <a:ln w="9525">
            <a:solidFill>
              <a:schemeClr val="folHlink"/>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dirty="0">
                <a:solidFill>
                  <a:schemeClr val="tx1"/>
                </a:solidFill>
                <a:latin typeface="Tahoma" panose="020B0604030504040204" pitchFamily="34" charset="0"/>
                <a:ea typeface="宋体" panose="02010600030101010101" pitchFamily="2" charset="-122"/>
                <a:cs typeface="黑体" panose="02010609060101010101" pitchFamily="49" charset="-122"/>
              </a:rPr>
              <a:t>分组在互联网中的传送 </a:t>
            </a:r>
          </a:p>
        </p:txBody>
      </p:sp>
      <p:sp>
        <p:nvSpPr>
          <p:cNvPr id="66627" name="幻灯片编号占位符 1">
            <a:extLst>
              <a:ext uri="{FF2B5EF4-FFF2-40B4-BE49-F238E27FC236}">
                <a16:creationId xmlns:a16="http://schemas.microsoft.com/office/drawing/2014/main" id="{2E8C3792-689E-1240-B87F-C1CEE72ECACD}"/>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294B9D2-167A-FC4F-8BAC-E0EE9123504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25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819141260"/>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09" name="Rectangle 2">
            <a:extLst>
              <a:ext uri="{FF2B5EF4-FFF2-40B4-BE49-F238E27FC236}">
                <a16:creationId xmlns:a16="http://schemas.microsoft.com/office/drawing/2014/main" id="{23C26777-77EE-DE47-8450-065C7A5B2F69}"/>
              </a:ext>
            </a:extLst>
          </p:cNvPr>
          <p:cNvSpPr>
            <a:spLocks noGrp="1" noChangeArrowheads="1"/>
          </p:cNvSpPr>
          <p:nvPr>
            <p:ph type="title"/>
          </p:nvPr>
        </p:nvSpPr>
        <p:spPr/>
        <p:txBody>
          <a:bodyPr/>
          <a:lstStyle/>
          <a:p>
            <a:pPr eaLnBrk="1" hangingPunct="1"/>
            <a:r>
              <a:rPr lang="zh-CN" altLang="en-US" sz="3000" dirty="0">
                <a:ea typeface="宋体" panose="02010600030101010101" pitchFamily="2" charset="-122"/>
              </a:rPr>
              <a:t>从网络层看 </a:t>
            </a:r>
            <a:r>
              <a:rPr lang="en-US" altLang="zh-CN" sz="3000" dirty="0">
                <a:ea typeface="宋体" panose="02010600030101010101" pitchFamily="2" charset="-122"/>
              </a:rPr>
              <a:t>IP </a:t>
            </a:r>
            <a:r>
              <a:rPr lang="zh-CN" altLang="en-US" sz="3000" dirty="0">
                <a:ea typeface="宋体" panose="02010600030101010101" pitchFamily="2" charset="-122"/>
              </a:rPr>
              <a:t>数据报的传送 </a:t>
            </a:r>
          </a:p>
        </p:txBody>
      </p:sp>
      <p:sp>
        <p:nvSpPr>
          <p:cNvPr id="68610" name="Rectangle 3">
            <a:extLst>
              <a:ext uri="{FF2B5EF4-FFF2-40B4-BE49-F238E27FC236}">
                <a16:creationId xmlns:a16="http://schemas.microsoft.com/office/drawing/2014/main" id="{EC39D300-EA55-B443-A5B2-266EF5B04562}"/>
              </a:ext>
            </a:extLst>
          </p:cNvPr>
          <p:cNvSpPr>
            <a:spLocks noGrp="1" noChangeArrowheads="1"/>
          </p:cNvSpPr>
          <p:nvPr>
            <p:ph type="body" idx="1"/>
          </p:nvPr>
        </p:nvSpPr>
        <p:spPr>
          <a:xfrm>
            <a:off x="133563" y="1102519"/>
            <a:ext cx="8804952" cy="1198960"/>
          </a:xfrm>
        </p:spPr>
        <p:txBody>
          <a:bodyPr/>
          <a:lstStyle/>
          <a:p>
            <a:pPr eaLnBrk="1" hangingPunct="1"/>
            <a:r>
              <a:rPr lang="zh-CN" altLang="en-US" dirty="0">
                <a:latin typeface="Times New Roman" panose="02020603050405020304" pitchFamily="18" charset="0"/>
                <a:ea typeface="宋体" panose="02010600030101010101" pitchFamily="2" charset="-122"/>
              </a:rPr>
              <a:t>如果我们只从网络层考虑问题，那么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数据报就可以想象是在网络层中传送。</a:t>
            </a:r>
          </a:p>
        </p:txBody>
      </p:sp>
      <p:sp>
        <p:nvSpPr>
          <p:cNvPr id="68611" name="Line 4">
            <a:extLst>
              <a:ext uri="{FF2B5EF4-FFF2-40B4-BE49-F238E27FC236}">
                <a16:creationId xmlns:a16="http://schemas.microsoft.com/office/drawing/2014/main" id="{2DFFD83F-9763-CE41-A0CA-002EBEA80B30}"/>
              </a:ext>
            </a:extLst>
          </p:cNvPr>
          <p:cNvSpPr>
            <a:spLocks noChangeShapeType="1"/>
          </p:cNvSpPr>
          <p:nvPr/>
        </p:nvSpPr>
        <p:spPr bwMode="auto">
          <a:xfrm>
            <a:off x="1709737" y="2858691"/>
            <a:ext cx="577810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12" name="Rectangle 5">
            <a:extLst>
              <a:ext uri="{FF2B5EF4-FFF2-40B4-BE49-F238E27FC236}">
                <a16:creationId xmlns:a16="http://schemas.microsoft.com/office/drawing/2014/main" id="{025B4C67-62D9-D541-8E45-0C7FBE0FF95E}"/>
              </a:ext>
            </a:extLst>
          </p:cNvPr>
          <p:cNvSpPr>
            <a:spLocks noChangeArrowheads="1"/>
          </p:cNvSpPr>
          <p:nvPr/>
        </p:nvSpPr>
        <p:spPr bwMode="auto">
          <a:xfrm>
            <a:off x="1277541" y="2696766"/>
            <a:ext cx="594122" cy="270272"/>
          </a:xfrm>
          <a:prstGeom prst="rect">
            <a:avLst/>
          </a:prstGeom>
          <a:solidFill>
            <a:srgbClr val="FFCCCC"/>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35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p:txBody>
      </p:sp>
      <p:sp>
        <p:nvSpPr>
          <p:cNvPr id="68613" name="Rectangle 6">
            <a:extLst>
              <a:ext uri="{FF2B5EF4-FFF2-40B4-BE49-F238E27FC236}">
                <a16:creationId xmlns:a16="http://schemas.microsoft.com/office/drawing/2014/main" id="{06C1A53F-5321-2D40-9326-7B258CAB5E4B}"/>
              </a:ext>
            </a:extLst>
          </p:cNvPr>
          <p:cNvSpPr>
            <a:spLocks noChangeArrowheads="1"/>
          </p:cNvSpPr>
          <p:nvPr/>
        </p:nvSpPr>
        <p:spPr bwMode="auto">
          <a:xfrm>
            <a:off x="2276476" y="2696766"/>
            <a:ext cx="594122" cy="270272"/>
          </a:xfrm>
          <a:prstGeom prst="rect">
            <a:avLst/>
          </a:prstGeom>
          <a:solidFill>
            <a:srgbClr val="FFCCCC"/>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35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p:txBody>
      </p:sp>
      <p:sp>
        <p:nvSpPr>
          <p:cNvPr id="68614" name="Rectangle 7">
            <a:extLst>
              <a:ext uri="{FF2B5EF4-FFF2-40B4-BE49-F238E27FC236}">
                <a16:creationId xmlns:a16="http://schemas.microsoft.com/office/drawing/2014/main" id="{069B9C9A-CB6E-3241-8F61-33E36AB73DBB}"/>
              </a:ext>
            </a:extLst>
          </p:cNvPr>
          <p:cNvSpPr>
            <a:spLocks noChangeArrowheads="1"/>
          </p:cNvSpPr>
          <p:nvPr/>
        </p:nvSpPr>
        <p:spPr bwMode="auto">
          <a:xfrm>
            <a:off x="4275535" y="2696766"/>
            <a:ext cx="594122" cy="270272"/>
          </a:xfrm>
          <a:prstGeom prst="rect">
            <a:avLst/>
          </a:prstGeom>
          <a:solidFill>
            <a:srgbClr val="FFCCCC"/>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35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p:txBody>
      </p:sp>
      <p:sp>
        <p:nvSpPr>
          <p:cNvPr id="68615" name="Rectangle 8">
            <a:extLst>
              <a:ext uri="{FF2B5EF4-FFF2-40B4-BE49-F238E27FC236}">
                <a16:creationId xmlns:a16="http://schemas.microsoft.com/office/drawing/2014/main" id="{D5194B1E-322B-3A4E-B736-158FB509267B}"/>
              </a:ext>
            </a:extLst>
          </p:cNvPr>
          <p:cNvSpPr>
            <a:spLocks noChangeArrowheads="1"/>
          </p:cNvSpPr>
          <p:nvPr/>
        </p:nvSpPr>
        <p:spPr bwMode="auto">
          <a:xfrm>
            <a:off x="5275660" y="2696766"/>
            <a:ext cx="594122" cy="270272"/>
          </a:xfrm>
          <a:prstGeom prst="rect">
            <a:avLst/>
          </a:prstGeom>
          <a:solidFill>
            <a:srgbClr val="FFCCCC"/>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35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p:txBody>
      </p:sp>
      <p:sp>
        <p:nvSpPr>
          <p:cNvPr id="68616" name="Rectangle 9">
            <a:extLst>
              <a:ext uri="{FF2B5EF4-FFF2-40B4-BE49-F238E27FC236}">
                <a16:creationId xmlns:a16="http://schemas.microsoft.com/office/drawing/2014/main" id="{1F51CDAE-86A4-BF41-97CC-9813FE7B7AE6}"/>
              </a:ext>
            </a:extLst>
          </p:cNvPr>
          <p:cNvSpPr>
            <a:spLocks noChangeArrowheads="1"/>
          </p:cNvSpPr>
          <p:nvPr/>
        </p:nvSpPr>
        <p:spPr bwMode="auto">
          <a:xfrm>
            <a:off x="6274594" y="2696766"/>
            <a:ext cx="594122" cy="270272"/>
          </a:xfrm>
          <a:prstGeom prst="rect">
            <a:avLst/>
          </a:prstGeom>
          <a:solidFill>
            <a:srgbClr val="FFCCCC"/>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35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p:txBody>
      </p:sp>
      <p:sp>
        <p:nvSpPr>
          <p:cNvPr id="68617" name="Rectangle 10">
            <a:extLst>
              <a:ext uri="{FF2B5EF4-FFF2-40B4-BE49-F238E27FC236}">
                <a16:creationId xmlns:a16="http://schemas.microsoft.com/office/drawing/2014/main" id="{33EA7960-6005-C040-A6F8-E8AE4F556D4D}"/>
              </a:ext>
            </a:extLst>
          </p:cNvPr>
          <p:cNvSpPr>
            <a:spLocks noChangeArrowheads="1"/>
          </p:cNvSpPr>
          <p:nvPr/>
        </p:nvSpPr>
        <p:spPr bwMode="auto">
          <a:xfrm>
            <a:off x="7274719" y="2696766"/>
            <a:ext cx="594122" cy="270272"/>
          </a:xfrm>
          <a:prstGeom prst="rect">
            <a:avLst/>
          </a:prstGeom>
          <a:solidFill>
            <a:srgbClr val="FFCCCC"/>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35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p:txBody>
      </p:sp>
      <p:sp>
        <p:nvSpPr>
          <p:cNvPr id="68618" name="Rectangle 11">
            <a:extLst>
              <a:ext uri="{FF2B5EF4-FFF2-40B4-BE49-F238E27FC236}">
                <a16:creationId xmlns:a16="http://schemas.microsoft.com/office/drawing/2014/main" id="{FC26D1D3-D225-2E4D-A89D-036DD849378E}"/>
              </a:ext>
            </a:extLst>
          </p:cNvPr>
          <p:cNvSpPr>
            <a:spLocks noChangeArrowheads="1"/>
          </p:cNvSpPr>
          <p:nvPr/>
        </p:nvSpPr>
        <p:spPr bwMode="auto">
          <a:xfrm>
            <a:off x="3276601" y="2696766"/>
            <a:ext cx="594122" cy="270272"/>
          </a:xfrm>
          <a:prstGeom prst="rect">
            <a:avLst/>
          </a:prstGeom>
          <a:solidFill>
            <a:srgbClr val="FFCCCC"/>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35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p:txBody>
      </p:sp>
      <p:sp>
        <p:nvSpPr>
          <p:cNvPr id="68619" name="Text Box 12">
            <a:extLst>
              <a:ext uri="{FF2B5EF4-FFF2-40B4-BE49-F238E27FC236}">
                <a16:creationId xmlns:a16="http://schemas.microsoft.com/office/drawing/2014/main" id="{A96FCCD1-E39E-074F-B840-3B690CC75D56}"/>
              </a:ext>
            </a:extLst>
          </p:cNvPr>
          <p:cNvSpPr txBox="1">
            <a:spLocks noChangeArrowheads="1"/>
          </p:cNvSpPr>
          <p:nvPr/>
        </p:nvSpPr>
        <p:spPr bwMode="auto">
          <a:xfrm>
            <a:off x="1709737" y="2209800"/>
            <a:ext cx="91249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350">
                <a:solidFill>
                  <a:schemeClr val="folHlink"/>
                </a:solidFill>
                <a:latin typeface="Arial" panose="020B0604020202020204" pitchFamily="34" charset="0"/>
                <a:ea typeface="宋体" panose="02010600030101010101" pitchFamily="2" charset="-122"/>
                <a:cs typeface="黑体" panose="02010609060101010101" pitchFamily="49" charset="-122"/>
              </a:rPr>
              <a:t>IP </a:t>
            </a:r>
            <a:r>
              <a:rPr lang="zh-CN" altLang="en-US" sz="1350">
                <a:solidFill>
                  <a:schemeClr val="folHlink"/>
                </a:solidFill>
                <a:latin typeface="Arial" panose="020B0604020202020204" pitchFamily="34" charset="0"/>
                <a:ea typeface="宋体" panose="02010600030101010101" pitchFamily="2" charset="-122"/>
                <a:cs typeface="黑体" panose="02010609060101010101" pitchFamily="49" charset="-122"/>
              </a:rPr>
              <a:t>数据报</a:t>
            </a:r>
          </a:p>
        </p:txBody>
      </p:sp>
      <p:sp>
        <p:nvSpPr>
          <p:cNvPr id="68620" name="Text Box 13">
            <a:extLst>
              <a:ext uri="{FF2B5EF4-FFF2-40B4-BE49-F238E27FC236}">
                <a16:creationId xmlns:a16="http://schemas.microsoft.com/office/drawing/2014/main" id="{F472C329-58E1-7D42-8B07-477705A61B7A}"/>
              </a:ext>
            </a:extLst>
          </p:cNvPr>
          <p:cNvSpPr txBox="1">
            <a:spLocks noChangeArrowheads="1"/>
          </p:cNvSpPr>
          <p:nvPr/>
        </p:nvSpPr>
        <p:spPr bwMode="auto">
          <a:xfrm>
            <a:off x="1409700" y="2947987"/>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350">
                <a:solidFill>
                  <a:schemeClr val="folHlink"/>
                </a:solidFill>
                <a:latin typeface="Arial" panose="020B0604020202020204" pitchFamily="34" charset="0"/>
                <a:ea typeface="宋体" panose="02010600030101010101" pitchFamily="2" charset="-122"/>
                <a:cs typeface="黑体" panose="02010609060101010101" pitchFamily="49" charset="-122"/>
              </a:rPr>
              <a:t>H</a:t>
            </a:r>
            <a:r>
              <a:rPr lang="en-US" altLang="zh-CN" sz="135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sp>
        <p:nvSpPr>
          <p:cNvPr id="68621" name="Text Box 14">
            <a:extLst>
              <a:ext uri="{FF2B5EF4-FFF2-40B4-BE49-F238E27FC236}">
                <a16:creationId xmlns:a16="http://schemas.microsoft.com/office/drawing/2014/main" id="{138B247C-7DC5-F745-8AA6-7FE062B355E5}"/>
              </a:ext>
            </a:extLst>
          </p:cNvPr>
          <p:cNvSpPr txBox="1">
            <a:spLocks noChangeArrowheads="1"/>
          </p:cNvSpPr>
          <p:nvPr/>
        </p:nvSpPr>
        <p:spPr bwMode="auto">
          <a:xfrm>
            <a:off x="2420541" y="2947987"/>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350">
                <a:solidFill>
                  <a:schemeClr val="folHlink"/>
                </a:solidFill>
                <a:latin typeface="Arial" panose="020B0604020202020204" pitchFamily="34" charset="0"/>
                <a:ea typeface="宋体" panose="02010600030101010101" pitchFamily="2" charset="-122"/>
                <a:cs typeface="黑体" panose="02010609060101010101" pitchFamily="49" charset="-122"/>
              </a:rPr>
              <a:t>R</a:t>
            </a:r>
            <a:r>
              <a:rPr lang="en-US" altLang="zh-CN" sz="135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sp>
        <p:nvSpPr>
          <p:cNvPr id="68622" name="Text Box 15">
            <a:extLst>
              <a:ext uri="{FF2B5EF4-FFF2-40B4-BE49-F238E27FC236}">
                <a16:creationId xmlns:a16="http://schemas.microsoft.com/office/drawing/2014/main" id="{31A04E4B-0142-2248-B857-827128DF6BE6}"/>
              </a:ext>
            </a:extLst>
          </p:cNvPr>
          <p:cNvSpPr txBox="1">
            <a:spLocks noChangeArrowheads="1"/>
          </p:cNvSpPr>
          <p:nvPr/>
        </p:nvSpPr>
        <p:spPr bwMode="auto">
          <a:xfrm>
            <a:off x="3423047" y="2947987"/>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350">
                <a:solidFill>
                  <a:schemeClr val="folHlink"/>
                </a:solidFill>
                <a:latin typeface="Arial" panose="020B0604020202020204" pitchFamily="34" charset="0"/>
                <a:ea typeface="宋体" panose="02010600030101010101" pitchFamily="2" charset="-122"/>
                <a:cs typeface="黑体" panose="02010609060101010101" pitchFamily="49" charset="-122"/>
              </a:rPr>
              <a:t>R</a:t>
            </a:r>
            <a:r>
              <a:rPr lang="en-US" altLang="zh-CN" sz="135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2</a:t>
            </a:r>
          </a:p>
        </p:txBody>
      </p:sp>
      <p:sp>
        <p:nvSpPr>
          <p:cNvPr id="68623" name="Text Box 16">
            <a:extLst>
              <a:ext uri="{FF2B5EF4-FFF2-40B4-BE49-F238E27FC236}">
                <a16:creationId xmlns:a16="http://schemas.microsoft.com/office/drawing/2014/main" id="{5D03A0CE-1866-2D45-AA57-C2938B97BED7}"/>
              </a:ext>
            </a:extLst>
          </p:cNvPr>
          <p:cNvSpPr txBox="1">
            <a:spLocks noChangeArrowheads="1"/>
          </p:cNvSpPr>
          <p:nvPr/>
        </p:nvSpPr>
        <p:spPr bwMode="auto">
          <a:xfrm>
            <a:off x="4425554" y="2947987"/>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350">
                <a:solidFill>
                  <a:schemeClr val="folHlink"/>
                </a:solidFill>
                <a:latin typeface="Arial" panose="020B0604020202020204" pitchFamily="34" charset="0"/>
                <a:ea typeface="宋体" panose="02010600030101010101" pitchFamily="2" charset="-122"/>
                <a:cs typeface="黑体" panose="02010609060101010101" pitchFamily="49" charset="-122"/>
              </a:rPr>
              <a:t>R</a:t>
            </a:r>
            <a:r>
              <a:rPr lang="en-US" altLang="zh-CN" sz="135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3</a:t>
            </a:r>
          </a:p>
        </p:txBody>
      </p:sp>
      <p:sp>
        <p:nvSpPr>
          <p:cNvPr id="68624" name="Text Box 17">
            <a:extLst>
              <a:ext uri="{FF2B5EF4-FFF2-40B4-BE49-F238E27FC236}">
                <a16:creationId xmlns:a16="http://schemas.microsoft.com/office/drawing/2014/main" id="{20BCFACD-E0E5-BE4B-9D08-9B4D40709F6D}"/>
              </a:ext>
            </a:extLst>
          </p:cNvPr>
          <p:cNvSpPr txBox="1">
            <a:spLocks noChangeArrowheads="1"/>
          </p:cNvSpPr>
          <p:nvPr/>
        </p:nvSpPr>
        <p:spPr bwMode="auto">
          <a:xfrm>
            <a:off x="5428060" y="2947987"/>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350">
                <a:solidFill>
                  <a:schemeClr val="folHlink"/>
                </a:solidFill>
                <a:latin typeface="Arial" panose="020B0604020202020204" pitchFamily="34" charset="0"/>
                <a:ea typeface="宋体" panose="02010600030101010101" pitchFamily="2" charset="-122"/>
                <a:cs typeface="黑体" panose="02010609060101010101" pitchFamily="49" charset="-122"/>
              </a:rPr>
              <a:t>R</a:t>
            </a:r>
            <a:r>
              <a:rPr lang="en-US" altLang="zh-CN" sz="135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4</a:t>
            </a:r>
          </a:p>
        </p:txBody>
      </p:sp>
      <p:sp>
        <p:nvSpPr>
          <p:cNvPr id="68625" name="Text Box 18">
            <a:extLst>
              <a:ext uri="{FF2B5EF4-FFF2-40B4-BE49-F238E27FC236}">
                <a16:creationId xmlns:a16="http://schemas.microsoft.com/office/drawing/2014/main" id="{811D46C9-D10F-B94A-BD96-00651364C4F5}"/>
              </a:ext>
            </a:extLst>
          </p:cNvPr>
          <p:cNvSpPr txBox="1">
            <a:spLocks noChangeArrowheads="1"/>
          </p:cNvSpPr>
          <p:nvPr/>
        </p:nvSpPr>
        <p:spPr bwMode="auto">
          <a:xfrm>
            <a:off x="6430566" y="2947987"/>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350">
                <a:solidFill>
                  <a:schemeClr val="folHlink"/>
                </a:solidFill>
                <a:latin typeface="Arial" panose="020B0604020202020204" pitchFamily="34" charset="0"/>
                <a:ea typeface="宋体" panose="02010600030101010101" pitchFamily="2" charset="-122"/>
                <a:cs typeface="黑体" panose="02010609060101010101" pitchFamily="49" charset="-122"/>
              </a:rPr>
              <a:t>R</a:t>
            </a:r>
            <a:r>
              <a:rPr lang="en-US" altLang="zh-CN" sz="135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5</a:t>
            </a:r>
          </a:p>
        </p:txBody>
      </p:sp>
      <p:sp>
        <p:nvSpPr>
          <p:cNvPr id="68626" name="Text Box 19">
            <a:extLst>
              <a:ext uri="{FF2B5EF4-FFF2-40B4-BE49-F238E27FC236}">
                <a16:creationId xmlns:a16="http://schemas.microsoft.com/office/drawing/2014/main" id="{1D95D64B-CD3E-9845-89B5-A9257D2F6149}"/>
              </a:ext>
            </a:extLst>
          </p:cNvPr>
          <p:cNvSpPr txBox="1">
            <a:spLocks noChangeArrowheads="1"/>
          </p:cNvSpPr>
          <p:nvPr/>
        </p:nvSpPr>
        <p:spPr bwMode="auto">
          <a:xfrm>
            <a:off x="7434263" y="2947987"/>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350">
                <a:solidFill>
                  <a:schemeClr val="folHlink"/>
                </a:solidFill>
                <a:latin typeface="Arial" panose="020B0604020202020204" pitchFamily="34" charset="0"/>
                <a:ea typeface="宋体" panose="02010600030101010101" pitchFamily="2" charset="-122"/>
                <a:cs typeface="黑体" panose="02010609060101010101" pitchFamily="49" charset="-122"/>
              </a:rPr>
              <a:t>H</a:t>
            </a:r>
            <a:r>
              <a:rPr lang="en-US" altLang="zh-CN" sz="135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2</a:t>
            </a:r>
          </a:p>
        </p:txBody>
      </p:sp>
      <p:grpSp>
        <p:nvGrpSpPr>
          <p:cNvPr id="68627" name="Group 20">
            <a:extLst>
              <a:ext uri="{FF2B5EF4-FFF2-40B4-BE49-F238E27FC236}">
                <a16:creationId xmlns:a16="http://schemas.microsoft.com/office/drawing/2014/main" id="{432BDF2E-5850-1842-8648-0E35532F5B5B}"/>
              </a:ext>
            </a:extLst>
          </p:cNvPr>
          <p:cNvGrpSpPr>
            <a:grpSpLocks/>
          </p:cNvGrpSpPr>
          <p:nvPr/>
        </p:nvGrpSpPr>
        <p:grpSpPr bwMode="auto">
          <a:xfrm>
            <a:off x="1871663" y="2481263"/>
            <a:ext cx="540544" cy="161925"/>
            <a:chOff x="1156" y="2432"/>
            <a:chExt cx="454" cy="136"/>
          </a:xfrm>
        </p:grpSpPr>
        <p:sp>
          <p:nvSpPr>
            <p:cNvPr id="68644" name="Rectangle 21">
              <a:extLst>
                <a:ext uri="{FF2B5EF4-FFF2-40B4-BE49-F238E27FC236}">
                  <a16:creationId xmlns:a16="http://schemas.microsoft.com/office/drawing/2014/main" id="{0E8A7CD8-BD66-BC40-BC57-895631E74377}"/>
                </a:ext>
              </a:extLst>
            </p:cNvPr>
            <p:cNvSpPr>
              <a:spLocks noChangeArrowheads="1"/>
            </p:cNvSpPr>
            <p:nvPr/>
          </p:nvSpPr>
          <p:spPr bwMode="auto">
            <a:xfrm>
              <a:off x="1156" y="2432"/>
              <a:ext cx="318" cy="13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8645" name="Line 22">
              <a:extLst>
                <a:ext uri="{FF2B5EF4-FFF2-40B4-BE49-F238E27FC236}">
                  <a16:creationId xmlns:a16="http://schemas.microsoft.com/office/drawing/2014/main" id="{1240DF6D-7107-994B-8763-F995E0BDFA8C}"/>
                </a:ext>
              </a:extLst>
            </p:cNvPr>
            <p:cNvSpPr>
              <a:spLocks noChangeShapeType="1"/>
            </p:cNvSpPr>
            <p:nvPr/>
          </p:nvSpPr>
          <p:spPr bwMode="auto">
            <a:xfrm>
              <a:off x="1429" y="2500"/>
              <a:ext cx="181" cy="0"/>
            </a:xfrm>
            <a:prstGeom prst="line">
              <a:avLst/>
            </a:prstGeom>
            <a:noFill/>
            <a:ln w="28575">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grpSp>
      <p:grpSp>
        <p:nvGrpSpPr>
          <p:cNvPr id="68628" name="Group 23">
            <a:extLst>
              <a:ext uri="{FF2B5EF4-FFF2-40B4-BE49-F238E27FC236}">
                <a16:creationId xmlns:a16="http://schemas.microsoft.com/office/drawing/2014/main" id="{37B80597-F918-2342-B3CE-68FABB3F30CD}"/>
              </a:ext>
            </a:extLst>
          </p:cNvPr>
          <p:cNvGrpSpPr>
            <a:grpSpLocks/>
          </p:cNvGrpSpPr>
          <p:nvPr/>
        </p:nvGrpSpPr>
        <p:grpSpPr bwMode="auto">
          <a:xfrm>
            <a:off x="2875360" y="2481263"/>
            <a:ext cx="540544" cy="161925"/>
            <a:chOff x="1156" y="2432"/>
            <a:chExt cx="454" cy="136"/>
          </a:xfrm>
        </p:grpSpPr>
        <p:sp>
          <p:nvSpPr>
            <p:cNvPr id="68642" name="Rectangle 24">
              <a:extLst>
                <a:ext uri="{FF2B5EF4-FFF2-40B4-BE49-F238E27FC236}">
                  <a16:creationId xmlns:a16="http://schemas.microsoft.com/office/drawing/2014/main" id="{9578A656-6F04-CC48-BDE5-550BF6591338}"/>
                </a:ext>
              </a:extLst>
            </p:cNvPr>
            <p:cNvSpPr>
              <a:spLocks noChangeArrowheads="1"/>
            </p:cNvSpPr>
            <p:nvPr/>
          </p:nvSpPr>
          <p:spPr bwMode="auto">
            <a:xfrm>
              <a:off x="1156" y="2432"/>
              <a:ext cx="318" cy="13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8643" name="Line 25">
              <a:extLst>
                <a:ext uri="{FF2B5EF4-FFF2-40B4-BE49-F238E27FC236}">
                  <a16:creationId xmlns:a16="http://schemas.microsoft.com/office/drawing/2014/main" id="{82C561C7-0B09-374D-B22F-E835FA5EC268}"/>
                </a:ext>
              </a:extLst>
            </p:cNvPr>
            <p:cNvSpPr>
              <a:spLocks noChangeShapeType="1"/>
            </p:cNvSpPr>
            <p:nvPr/>
          </p:nvSpPr>
          <p:spPr bwMode="auto">
            <a:xfrm>
              <a:off x="1429" y="2500"/>
              <a:ext cx="181" cy="0"/>
            </a:xfrm>
            <a:prstGeom prst="line">
              <a:avLst/>
            </a:prstGeom>
            <a:noFill/>
            <a:ln w="28575">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grpSp>
      <p:grpSp>
        <p:nvGrpSpPr>
          <p:cNvPr id="68629" name="Group 26">
            <a:extLst>
              <a:ext uri="{FF2B5EF4-FFF2-40B4-BE49-F238E27FC236}">
                <a16:creationId xmlns:a16="http://schemas.microsoft.com/office/drawing/2014/main" id="{0FEEE20E-BD1D-FC44-B917-4808706AE5D1}"/>
              </a:ext>
            </a:extLst>
          </p:cNvPr>
          <p:cNvGrpSpPr>
            <a:grpSpLocks/>
          </p:cNvGrpSpPr>
          <p:nvPr/>
        </p:nvGrpSpPr>
        <p:grpSpPr bwMode="auto">
          <a:xfrm>
            <a:off x="3880248" y="2481263"/>
            <a:ext cx="540544" cy="161925"/>
            <a:chOff x="1156" y="2432"/>
            <a:chExt cx="454" cy="136"/>
          </a:xfrm>
        </p:grpSpPr>
        <p:sp>
          <p:nvSpPr>
            <p:cNvPr id="68640" name="Rectangle 27">
              <a:extLst>
                <a:ext uri="{FF2B5EF4-FFF2-40B4-BE49-F238E27FC236}">
                  <a16:creationId xmlns:a16="http://schemas.microsoft.com/office/drawing/2014/main" id="{74116B9E-E1C8-7144-A861-7CD487D6D94C}"/>
                </a:ext>
              </a:extLst>
            </p:cNvPr>
            <p:cNvSpPr>
              <a:spLocks noChangeArrowheads="1"/>
            </p:cNvSpPr>
            <p:nvPr/>
          </p:nvSpPr>
          <p:spPr bwMode="auto">
            <a:xfrm>
              <a:off x="1156" y="2432"/>
              <a:ext cx="318" cy="13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8641" name="Line 28">
              <a:extLst>
                <a:ext uri="{FF2B5EF4-FFF2-40B4-BE49-F238E27FC236}">
                  <a16:creationId xmlns:a16="http://schemas.microsoft.com/office/drawing/2014/main" id="{5EF2BE99-15C9-734D-B97E-A62D7C08C83B}"/>
                </a:ext>
              </a:extLst>
            </p:cNvPr>
            <p:cNvSpPr>
              <a:spLocks noChangeShapeType="1"/>
            </p:cNvSpPr>
            <p:nvPr/>
          </p:nvSpPr>
          <p:spPr bwMode="auto">
            <a:xfrm>
              <a:off x="1429" y="2500"/>
              <a:ext cx="181" cy="0"/>
            </a:xfrm>
            <a:prstGeom prst="line">
              <a:avLst/>
            </a:prstGeom>
            <a:noFill/>
            <a:ln w="28575">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grpSp>
      <p:grpSp>
        <p:nvGrpSpPr>
          <p:cNvPr id="68630" name="Group 29">
            <a:extLst>
              <a:ext uri="{FF2B5EF4-FFF2-40B4-BE49-F238E27FC236}">
                <a16:creationId xmlns:a16="http://schemas.microsoft.com/office/drawing/2014/main" id="{57E554F8-C364-CD45-8815-52700509EC73}"/>
              </a:ext>
            </a:extLst>
          </p:cNvPr>
          <p:cNvGrpSpPr>
            <a:grpSpLocks/>
          </p:cNvGrpSpPr>
          <p:nvPr/>
        </p:nvGrpSpPr>
        <p:grpSpPr bwMode="auto">
          <a:xfrm>
            <a:off x="4883944" y="2481263"/>
            <a:ext cx="540544" cy="161925"/>
            <a:chOff x="1156" y="2432"/>
            <a:chExt cx="454" cy="136"/>
          </a:xfrm>
        </p:grpSpPr>
        <p:sp>
          <p:nvSpPr>
            <p:cNvPr id="68638" name="Rectangle 30">
              <a:extLst>
                <a:ext uri="{FF2B5EF4-FFF2-40B4-BE49-F238E27FC236}">
                  <a16:creationId xmlns:a16="http://schemas.microsoft.com/office/drawing/2014/main" id="{C59EA440-85E2-ED4E-8C97-4611554E7E09}"/>
                </a:ext>
              </a:extLst>
            </p:cNvPr>
            <p:cNvSpPr>
              <a:spLocks noChangeArrowheads="1"/>
            </p:cNvSpPr>
            <p:nvPr/>
          </p:nvSpPr>
          <p:spPr bwMode="auto">
            <a:xfrm>
              <a:off x="1156" y="2432"/>
              <a:ext cx="318" cy="13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8639" name="Line 31">
              <a:extLst>
                <a:ext uri="{FF2B5EF4-FFF2-40B4-BE49-F238E27FC236}">
                  <a16:creationId xmlns:a16="http://schemas.microsoft.com/office/drawing/2014/main" id="{2B8DA5AE-E649-C347-9D91-72A2A99EF033}"/>
                </a:ext>
              </a:extLst>
            </p:cNvPr>
            <p:cNvSpPr>
              <a:spLocks noChangeShapeType="1"/>
            </p:cNvSpPr>
            <p:nvPr/>
          </p:nvSpPr>
          <p:spPr bwMode="auto">
            <a:xfrm>
              <a:off x="1429" y="2500"/>
              <a:ext cx="181" cy="0"/>
            </a:xfrm>
            <a:prstGeom prst="line">
              <a:avLst/>
            </a:prstGeom>
            <a:noFill/>
            <a:ln w="28575">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grpSp>
      <p:grpSp>
        <p:nvGrpSpPr>
          <p:cNvPr id="68631" name="Group 32">
            <a:extLst>
              <a:ext uri="{FF2B5EF4-FFF2-40B4-BE49-F238E27FC236}">
                <a16:creationId xmlns:a16="http://schemas.microsoft.com/office/drawing/2014/main" id="{B3C5FEF9-99F4-0843-8D9B-B8939B613240}"/>
              </a:ext>
            </a:extLst>
          </p:cNvPr>
          <p:cNvGrpSpPr>
            <a:grpSpLocks/>
          </p:cNvGrpSpPr>
          <p:nvPr/>
        </p:nvGrpSpPr>
        <p:grpSpPr bwMode="auto">
          <a:xfrm>
            <a:off x="5888832" y="2481263"/>
            <a:ext cx="540544" cy="161925"/>
            <a:chOff x="1156" y="2432"/>
            <a:chExt cx="454" cy="136"/>
          </a:xfrm>
        </p:grpSpPr>
        <p:sp>
          <p:nvSpPr>
            <p:cNvPr id="68636" name="Rectangle 33">
              <a:extLst>
                <a:ext uri="{FF2B5EF4-FFF2-40B4-BE49-F238E27FC236}">
                  <a16:creationId xmlns:a16="http://schemas.microsoft.com/office/drawing/2014/main" id="{58426635-965C-6549-B050-880C2CC78D64}"/>
                </a:ext>
              </a:extLst>
            </p:cNvPr>
            <p:cNvSpPr>
              <a:spLocks noChangeArrowheads="1"/>
            </p:cNvSpPr>
            <p:nvPr/>
          </p:nvSpPr>
          <p:spPr bwMode="auto">
            <a:xfrm>
              <a:off x="1156" y="2432"/>
              <a:ext cx="318" cy="13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8637" name="Line 34">
              <a:extLst>
                <a:ext uri="{FF2B5EF4-FFF2-40B4-BE49-F238E27FC236}">
                  <a16:creationId xmlns:a16="http://schemas.microsoft.com/office/drawing/2014/main" id="{1A3800B0-5C7C-2F4F-8156-B25849039769}"/>
                </a:ext>
              </a:extLst>
            </p:cNvPr>
            <p:cNvSpPr>
              <a:spLocks noChangeShapeType="1"/>
            </p:cNvSpPr>
            <p:nvPr/>
          </p:nvSpPr>
          <p:spPr bwMode="auto">
            <a:xfrm>
              <a:off x="1429" y="2500"/>
              <a:ext cx="181" cy="0"/>
            </a:xfrm>
            <a:prstGeom prst="line">
              <a:avLst/>
            </a:prstGeom>
            <a:noFill/>
            <a:ln w="28575">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grpSp>
      <p:grpSp>
        <p:nvGrpSpPr>
          <p:cNvPr id="68632" name="Group 35">
            <a:extLst>
              <a:ext uri="{FF2B5EF4-FFF2-40B4-BE49-F238E27FC236}">
                <a16:creationId xmlns:a16="http://schemas.microsoft.com/office/drawing/2014/main" id="{C3C823EF-787F-9F48-98E4-9F13C01A3E88}"/>
              </a:ext>
            </a:extLst>
          </p:cNvPr>
          <p:cNvGrpSpPr>
            <a:grpSpLocks/>
          </p:cNvGrpSpPr>
          <p:nvPr/>
        </p:nvGrpSpPr>
        <p:grpSpPr bwMode="auto">
          <a:xfrm>
            <a:off x="6893719" y="2481263"/>
            <a:ext cx="540544" cy="161925"/>
            <a:chOff x="1156" y="2432"/>
            <a:chExt cx="454" cy="136"/>
          </a:xfrm>
        </p:grpSpPr>
        <p:sp>
          <p:nvSpPr>
            <p:cNvPr id="68634" name="Rectangle 36">
              <a:extLst>
                <a:ext uri="{FF2B5EF4-FFF2-40B4-BE49-F238E27FC236}">
                  <a16:creationId xmlns:a16="http://schemas.microsoft.com/office/drawing/2014/main" id="{BB29C979-165B-A44D-BC54-51408E9AEE58}"/>
                </a:ext>
              </a:extLst>
            </p:cNvPr>
            <p:cNvSpPr>
              <a:spLocks noChangeArrowheads="1"/>
            </p:cNvSpPr>
            <p:nvPr/>
          </p:nvSpPr>
          <p:spPr bwMode="auto">
            <a:xfrm>
              <a:off x="1156" y="2432"/>
              <a:ext cx="318" cy="13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8635" name="Line 37">
              <a:extLst>
                <a:ext uri="{FF2B5EF4-FFF2-40B4-BE49-F238E27FC236}">
                  <a16:creationId xmlns:a16="http://schemas.microsoft.com/office/drawing/2014/main" id="{04E74003-493F-B447-847C-415F3496227F}"/>
                </a:ext>
              </a:extLst>
            </p:cNvPr>
            <p:cNvSpPr>
              <a:spLocks noChangeShapeType="1"/>
            </p:cNvSpPr>
            <p:nvPr/>
          </p:nvSpPr>
          <p:spPr bwMode="auto">
            <a:xfrm>
              <a:off x="1429" y="2500"/>
              <a:ext cx="181" cy="0"/>
            </a:xfrm>
            <a:prstGeom prst="line">
              <a:avLst/>
            </a:prstGeom>
            <a:noFill/>
            <a:ln w="28575">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grpSp>
      <p:sp>
        <p:nvSpPr>
          <p:cNvPr id="68633" name="幻灯片编号占位符 1">
            <a:extLst>
              <a:ext uri="{FF2B5EF4-FFF2-40B4-BE49-F238E27FC236}">
                <a16:creationId xmlns:a16="http://schemas.microsoft.com/office/drawing/2014/main" id="{D6012FCA-CA4E-C945-B99C-6F11666E522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E019626-4701-CC4B-AB75-CF3DA069876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26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498239622"/>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7" name="Rectangle 2">
            <a:extLst>
              <a:ext uri="{FF2B5EF4-FFF2-40B4-BE49-F238E27FC236}">
                <a16:creationId xmlns:a16="http://schemas.microsoft.com/office/drawing/2014/main" id="{57DEFDE6-ACF5-C94C-8B55-E5D3A86836F1}"/>
              </a:ext>
            </a:extLst>
          </p:cNvPr>
          <p:cNvSpPr>
            <a:spLocks noGrp="1" noChangeArrowheads="1"/>
          </p:cNvSpPr>
          <p:nvPr>
            <p:ph type="title"/>
          </p:nvPr>
        </p:nvSpPr>
        <p:spPr>
          <a:xfrm>
            <a:off x="171450" y="160735"/>
            <a:ext cx="8875872" cy="719375"/>
          </a:xfrm>
        </p:spPr>
        <p:txBody>
          <a:bodyPr/>
          <a:lstStyle/>
          <a:p>
            <a:pPr eaLnBrk="1" hangingPunct="1"/>
            <a:r>
              <a:rPr lang="en-US" altLang="zh-CN" dirty="0">
                <a:latin typeface="Times New Roman" panose="02020603050405020304" pitchFamily="18" charset="0"/>
                <a:ea typeface="宋体" panose="02010600030101010101" pitchFamily="2" charset="-122"/>
              </a:rPr>
              <a:t>4.2.2  </a:t>
            </a:r>
            <a:r>
              <a:rPr lang="zh-CN" altLang="en-US" dirty="0">
                <a:latin typeface="Times New Roman" panose="02020603050405020304" pitchFamily="18" charset="0"/>
                <a:ea typeface="宋体" panose="02010600030101010101" pitchFamily="2" charset="-122"/>
              </a:rPr>
              <a:t>分类的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a:t>
            </a:r>
          </a:p>
        </p:txBody>
      </p:sp>
      <p:sp>
        <p:nvSpPr>
          <p:cNvPr id="141315" name="Rectangle 3">
            <a:extLst>
              <a:ext uri="{FF2B5EF4-FFF2-40B4-BE49-F238E27FC236}">
                <a16:creationId xmlns:a16="http://schemas.microsoft.com/office/drawing/2014/main" id="{1012D400-9204-6347-ADD7-4A0168901AA5}"/>
              </a:ext>
            </a:extLst>
          </p:cNvPr>
          <p:cNvSpPr>
            <a:spLocks noGrp="1" noChangeArrowheads="1"/>
          </p:cNvSpPr>
          <p:nvPr>
            <p:ph type="body" idx="1"/>
          </p:nvPr>
        </p:nvSpPr>
        <p:spPr>
          <a:xfrm>
            <a:off x="171450" y="1805940"/>
            <a:ext cx="8732520" cy="2710102"/>
          </a:xfrm>
        </p:spPr>
        <p:txBody>
          <a:bodyPr/>
          <a:lstStyle/>
          <a:p>
            <a:pPr algn="just" eaLnBrk="1" hangingPunct="1"/>
            <a:r>
              <a:rPr lang="zh-CN" altLang="en-US" dirty="0">
                <a:latin typeface="Times New Roman" panose="02020603050405020304" pitchFamily="18" charset="0"/>
                <a:ea typeface="宋体" panose="02010600030101010101" pitchFamily="2" charset="-122"/>
              </a:rPr>
              <a:t>我们把整个因特网看成为一个单一的、抽象的网络。</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地址就是给每个连接在因特网上的主机（或路由器）分配一个在全世界范围是唯一的 </a:t>
            </a:r>
            <a:r>
              <a:rPr lang="en-US" altLang="zh-CN" dirty="0">
                <a:latin typeface="Times New Roman" panose="02020603050405020304" pitchFamily="18" charset="0"/>
                <a:ea typeface="宋体" panose="02010600030101010101" pitchFamily="2" charset="-122"/>
              </a:rPr>
              <a:t>32 </a:t>
            </a:r>
            <a:r>
              <a:rPr lang="zh-CN" altLang="en-US" dirty="0">
                <a:latin typeface="Times New Roman" panose="02020603050405020304" pitchFamily="18" charset="0"/>
                <a:ea typeface="宋体" panose="02010600030101010101" pitchFamily="2" charset="-122"/>
              </a:rPr>
              <a:t>位的标识符。</a:t>
            </a:r>
          </a:p>
          <a:p>
            <a:pPr algn="just" eaLnBrk="1" hangingPunct="1"/>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地址现在由</a:t>
            </a:r>
            <a:r>
              <a:rPr lang="zh-CN" altLang="en-US" dirty="0">
                <a:solidFill>
                  <a:schemeClr val="hlink"/>
                </a:solidFill>
                <a:latin typeface="Times New Roman" panose="02020603050405020304" pitchFamily="18" charset="0"/>
                <a:ea typeface="宋体" panose="02010600030101010101" pitchFamily="2" charset="-122"/>
              </a:rPr>
              <a:t>因特网名字与号码指派公司</a:t>
            </a:r>
            <a:r>
              <a:rPr lang="en-US" altLang="zh-CN" dirty="0">
                <a:latin typeface="Times New Roman" panose="02020603050405020304" pitchFamily="18" charset="0"/>
                <a:ea typeface="宋体" panose="02010600030101010101" pitchFamily="2" charset="-122"/>
              </a:rPr>
              <a:t>ICANN (Internet Corporation for Assigned Names and Numbers)</a:t>
            </a:r>
            <a:r>
              <a:rPr lang="zh-CN" altLang="en-US" dirty="0">
                <a:latin typeface="Times New Roman" panose="02020603050405020304" pitchFamily="18" charset="0"/>
                <a:ea typeface="宋体" panose="02010600030101010101" pitchFamily="2" charset="-122"/>
              </a:rPr>
              <a:t>进行分配  </a:t>
            </a:r>
          </a:p>
        </p:txBody>
      </p:sp>
      <p:sp>
        <p:nvSpPr>
          <p:cNvPr id="70659" name="幻灯片编号占位符 1">
            <a:extLst>
              <a:ext uri="{FF2B5EF4-FFF2-40B4-BE49-F238E27FC236}">
                <a16:creationId xmlns:a16="http://schemas.microsoft.com/office/drawing/2014/main" id="{F9CE9B98-9A3B-A142-8039-A82762D9134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50016C2-F797-1944-A758-4AC6E8C70AC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27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 name="矩形 1">
            <a:extLst>
              <a:ext uri="{FF2B5EF4-FFF2-40B4-BE49-F238E27FC236}">
                <a16:creationId xmlns:a16="http://schemas.microsoft.com/office/drawing/2014/main" id="{0E2C8940-B58B-9946-A41D-F502BB6421CC}"/>
              </a:ext>
            </a:extLst>
          </p:cNvPr>
          <p:cNvSpPr/>
          <p:nvPr/>
        </p:nvSpPr>
        <p:spPr>
          <a:xfrm>
            <a:off x="171450" y="1081415"/>
            <a:ext cx="4572000" cy="523220"/>
          </a:xfrm>
          <a:prstGeom prst="rect">
            <a:avLst/>
          </a:prstGeom>
        </p:spPr>
        <p:txBody>
          <a:bodyPr>
            <a:spAutoFit/>
          </a:bodyPr>
          <a:lstStyle/>
          <a:p>
            <a:r>
              <a:rPr lang="en-US" altLang="zh-CN" sz="2800" dirty="0"/>
              <a:t>1.   IP </a:t>
            </a:r>
            <a:r>
              <a:rPr lang="zh-CN" altLang="en-US" sz="2800" dirty="0"/>
              <a:t>地址及其表示方法</a:t>
            </a:r>
            <a:r>
              <a:rPr lang="zh-CN" altLang="en-US" sz="2800" dirty="0">
                <a:latin typeface="Times New Roman" panose="02020603050405020304" pitchFamily="18" charset="0"/>
              </a:rPr>
              <a:t> </a:t>
            </a:r>
            <a:endParaRPr lang="zh-CN" altLang="en-US" sz="2800" dirty="0"/>
          </a:p>
        </p:txBody>
      </p:sp>
    </p:spTree>
    <p:extLst>
      <p:ext uri="{BB962C8B-B14F-4D97-AF65-F5344CB8AC3E}">
        <p14:creationId xmlns:p14="http://schemas.microsoft.com/office/powerpoint/2010/main" val="347942120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131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1315" grpId="0" build="p"/>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5" name="Rectangle 2">
            <a:extLst>
              <a:ext uri="{FF2B5EF4-FFF2-40B4-BE49-F238E27FC236}">
                <a16:creationId xmlns:a16="http://schemas.microsoft.com/office/drawing/2014/main" id="{ACA1C929-5F0D-4E49-9B75-8E786FABEA74}"/>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地址的编址方法 </a:t>
            </a:r>
          </a:p>
        </p:txBody>
      </p:sp>
      <p:sp>
        <p:nvSpPr>
          <p:cNvPr id="143363" name="Rectangle 3">
            <a:extLst>
              <a:ext uri="{FF2B5EF4-FFF2-40B4-BE49-F238E27FC236}">
                <a16:creationId xmlns:a16="http://schemas.microsoft.com/office/drawing/2014/main" id="{C048285E-E833-0C4E-9AA4-7E1D212BA425}"/>
              </a:ext>
            </a:extLst>
          </p:cNvPr>
          <p:cNvSpPr>
            <a:spLocks noGrp="1" noChangeArrowheads="1"/>
          </p:cNvSpPr>
          <p:nvPr>
            <p:ph type="body" idx="1"/>
          </p:nvPr>
        </p:nvSpPr>
        <p:spPr>
          <a:xfrm>
            <a:off x="228600" y="1113235"/>
            <a:ext cx="8709916" cy="3402806"/>
          </a:xfrm>
        </p:spPr>
        <p:txBody>
          <a:bodyPr/>
          <a:lstStyle/>
          <a:p>
            <a:pPr algn="just" eaLnBrk="1" hangingPunct="1"/>
            <a:r>
              <a:rPr lang="zh-CN" altLang="en-US" dirty="0">
                <a:solidFill>
                  <a:schemeClr val="hlink"/>
                </a:solidFill>
                <a:latin typeface="Times New Roman" panose="02020603050405020304" pitchFamily="18" charset="0"/>
                <a:ea typeface="宋体" panose="02010600030101010101" pitchFamily="2" charset="-122"/>
              </a:rPr>
              <a:t>分类的 </a:t>
            </a:r>
            <a:r>
              <a:rPr lang="en-US" altLang="zh-CN" dirty="0">
                <a:solidFill>
                  <a:schemeClr val="hlink"/>
                </a:solidFill>
                <a:latin typeface="Times New Roman" panose="02020603050405020304" pitchFamily="18" charset="0"/>
                <a:ea typeface="宋体" panose="02010600030101010101" pitchFamily="2" charset="-122"/>
              </a:rPr>
              <a:t>IP </a:t>
            </a:r>
            <a:r>
              <a:rPr lang="zh-CN" altLang="en-US" dirty="0">
                <a:solidFill>
                  <a:schemeClr val="hlink"/>
                </a:solidFill>
                <a:latin typeface="Times New Roman" panose="02020603050405020304" pitchFamily="18" charset="0"/>
                <a:ea typeface="宋体" panose="02010600030101010101" pitchFamily="2" charset="-122"/>
              </a:rPr>
              <a:t>地址</a:t>
            </a:r>
            <a:r>
              <a:rPr lang="zh-CN" altLang="en-US" dirty="0">
                <a:latin typeface="Times New Roman" panose="02020603050405020304" pitchFamily="18" charset="0"/>
                <a:ea typeface="宋体" panose="02010600030101010101" pitchFamily="2" charset="-122"/>
              </a:rPr>
              <a:t>。这是最基本的编址方法，在 </a:t>
            </a:r>
            <a:r>
              <a:rPr lang="en-US" altLang="zh-CN" dirty="0">
                <a:latin typeface="Times New Roman" panose="02020603050405020304" pitchFamily="18" charset="0"/>
                <a:ea typeface="宋体" panose="02010600030101010101" pitchFamily="2" charset="-122"/>
              </a:rPr>
              <a:t>1981 </a:t>
            </a:r>
            <a:r>
              <a:rPr lang="zh-CN" altLang="en-US" dirty="0">
                <a:latin typeface="Times New Roman" panose="02020603050405020304" pitchFamily="18" charset="0"/>
                <a:ea typeface="宋体" panose="02010600030101010101" pitchFamily="2" charset="-122"/>
              </a:rPr>
              <a:t>年就通过了相应的标准协议。</a:t>
            </a:r>
          </a:p>
          <a:p>
            <a:pPr algn="just" eaLnBrk="1" hangingPunct="1"/>
            <a:r>
              <a:rPr lang="zh-CN" altLang="en-US" dirty="0">
                <a:solidFill>
                  <a:schemeClr val="hlink"/>
                </a:solidFill>
                <a:latin typeface="Times New Roman" panose="02020603050405020304" pitchFamily="18" charset="0"/>
                <a:ea typeface="宋体" panose="02010600030101010101" pitchFamily="2" charset="-122"/>
              </a:rPr>
              <a:t>子网的划分</a:t>
            </a:r>
            <a:r>
              <a:rPr lang="zh-CN" altLang="en-US" dirty="0">
                <a:latin typeface="Times New Roman" panose="02020603050405020304" pitchFamily="18" charset="0"/>
                <a:ea typeface="宋体" panose="02010600030101010101" pitchFamily="2" charset="-122"/>
              </a:rPr>
              <a:t>。这是对最基本的编址方法的改进，其标准</a:t>
            </a:r>
            <a:r>
              <a:rPr lang="en-US" altLang="zh-CN" dirty="0">
                <a:latin typeface="Times New Roman" panose="02020603050405020304" pitchFamily="18" charset="0"/>
                <a:ea typeface="宋体" panose="02010600030101010101" pitchFamily="2" charset="-122"/>
              </a:rPr>
              <a:t>[RFC 950]</a:t>
            </a:r>
            <a:r>
              <a:rPr lang="zh-CN" altLang="en-US" dirty="0">
                <a:latin typeface="Times New Roman" panose="02020603050405020304" pitchFamily="18" charset="0"/>
                <a:ea typeface="宋体" panose="02010600030101010101" pitchFamily="2" charset="-122"/>
              </a:rPr>
              <a:t>在 </a:t>
            </a:r>
            <a:r>
              <a:rPr lang="en-US" altLang="zh-CN" dirty="0">
                <a:latin typeface="Times New Roman" panose="02020603050405020304" pitchFamily="18" charset="0"/>
                <a:ea typeface="宋体" panose="02010600030101010101" pitchFamily="2" charset="-122"/>
              </a:rPr>
              <a:t>1985 </a:t>
            </a:r>
            <a:r>
              <a:rPr lang="zh-CN" altLang="en-US" dirty="0">
                <a:latin typeface="Times New Roman" panose="02020603050405020304" pitchFamily="18" charset="0"/>
                <a:ea typeface="宋体" panose="02010600030101010101" pitchFamily="2" charset="-122"/>
              </a:rPr>
              <a:t>年通过。</a:t>
            </a:r>
          </a:p>
          <a:p>
            <a:pPr algn="just" eaLnBrk="1" hangingPunct="1"/>
            <a:r>
              <a:rPr lang="zh-CN" altLang="en-US" dirty="0">
                <a:solidFill>
                  <a:schemeClr val="hlink"/>
                </a:solidFill>
                <a:latin typeface="Times New Roman" panose="02020603050405020304" pitchFamily="18" charset="0"/>
                <a:ea typeface="宋体" panose="02010600030101010101" pitchFamily="2" charset="-122"/>
              </a:rPr>
              <a:t>构成超网</a:t>
            </a:r>
            <a:r>
              <a:rPr lang="zh-CN" altLang="en-US" dirty="0">
                <a:latin typeface="Times New Roman" panose="02020603050405020304" pitchFamily="18" charset="0"/>
                <a:ea typeface="宋体" panose="02010600030101010101" pitchFamily="2" charset="-122"/>
              </a:rPr>
              <a:t>。这是比较新的无分类编址方法。</a:t>
            </a:r>
            <a:r>
              <a:rPr lang="en-US" altLang="zh-CN" dirty="0">
                <a:latin typeface="Times New Roman" panose="02020603050405020304" pitchFamily="18" charset="0"/>
                <a:ea typeface="宋体" panose="02010600030101010101" pitchFamily="2" charset="-122"/>
              </a:rPr>
              <a:t>1993 </a:t>
            </a:r>
            <a:r>
              <a:rPr lang="zh-CN" altLang="en-US" dirty="0">
                <a:latin typeface="Times New Roman" panose="02020603050405020304" pitchFamily="18" charset="0"/>
                <a:ea typeface="宋体" panose="02010600030101010101" pitchFamily="2" charset="-122"/>
              </a:rPr>
              <a:t>年提出后很快就得到推广应用。</a:t>
            </a:r>
          </a:p>
        </p:txBody>
      </p:sp>
      <p:sp>
        <p:nvSpPr>
          <p:cNvPr id="72707" name="幻灯片编号占位符 1">
            <a:extLst>
              <a:ext uri="{FF2B5EF4-FFF2-40B4-BE49-F238E27FC236}">
                <a16:creationId xmlns:a16="http://schemas.microsoft.com/office/drawing/2014/main" id="{84644E25-37FB-DD44-A973-04418774FD1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B2EACB9-6CA6-8048-A287-D6B72C84FB3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28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95247288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336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4336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363" grpId="0" build="p"/>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8" name="Rectangle 4">
            <a:extLst>
              <a:ext uri="{FF2B5EF4-FFF2-40B4-BE49-F238E27FC236}">
                <a16:creationId xmlns:a16="http://schemas.microsoft.com/office/drawing/2014/main" id="{9D25E646-8A49-A740-8EBF-E2D8B7AF9C2F}"/>
              </a:ext>
            </a:extLst>
          </p:cNvPr>
          <p:cNvSpPr>
            <a:spLocks noChangeArrowheads="1"/>
          </p:cNvSpPr>
          <p:nvPr/>
        </p:nvSpPr>
        <p:spPr bwMode="auto">
          <a:xfrm>
            <a:off x="1595914" y="2680097"/>
            <a:ext cx="6156722" cy="594122"/>
          </a:xfrm>
          <a:prstGeom prst="rect">
            <a:avLst/>
          </a:prstGeom>
          <a:solidFill>
            <a:srgbClr val="FFFF99"/>
          </a:solidFill>
          <a:ln w="38100">
            <a:solidFill>
              <a:srgbClr val="333399"/>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74754" name="Rectangle 2">
            <a:extLst>
              <a:ext uri="{FF2B5EF4-FFF2-40B4-BE49-F238E27FC236}">
                <a16:creationId xmlns:a16="http://schemas.microsoft.com/office/drawing/2014/main" id="{12B34781-3D45-0B42-B2ED-CE4BD9A57041}"/>
              </a:ext>
            </a:extLst>
          </p:cNvPr>
          <p:cNvSpPr>
            <a:spLocks noGrp="1" noChangeArrowheads="1"/>
          </p:cNvSpPr>
          <p:nvPr>
            <p:ph type="title"/>
          </p:nvPr>
        </p:nvSpPr>
        <p:spPr/>
        <p:txBody>
          <a:bodyPr/>
          <a:lstStyle/>
          <a:p>
            <a:pPr marL="628650" indent="-628650" eaLnBrk="1" hangingPunct="1"/>
            <a:r>
              <a:rPr lang="zh-CN" altLang="en-US" dirty="0">
                <a:latin typeface="Times New Roman" panose="02020603050405020304" pitchFamily="18" charset="0"/>
                <a:ea typeface="宋体" panose="02010600030101010101" pitchFamily="2" charset="-122"/>
              </a:rPr>
              <a:t>分类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 </a:t>
            </a:r>
          </a:p>
        </p:txBody>
      </p:sp>
      <p:sp>
        <p:nvSpPr>
          <p:cNvPr id="74755" name="Rectangle 3">
            <a:extLst>
              <a:ext uri="{FF2B5EF4-FFF2-40B4-BE49-F238E27FC236}">
                <a16:creationId xmlns:a16="http://schemas.microsoft.com/office/drawing/2014/main" id="{B7932E73-7D8E-CD43-8803-B6E472813DE7}"/>
              </a:ext>
            </a:extLst>
          </p:cNvPr>
          <p:cNvSpPr>
            <a:spLocks noGrp="1" noChangeArrowheads="1"/>
          </p:cNvSpPr>
          <p:nvPr>
            <p:ph type="body" idx="1"/>
          </p:nvPr>
        </p:nvSpPr>
        <p:spPr>
          <a:xfrm>
            <a:off x="133563" y="1006079"/>
            <a:ext cx="8804953" cy="3942159"/>
          </a:xfrm>
        </p:spPr>
        <p:txBody>
          <a:bodyPr/>
          <a:lstStyle/>
          <a:p>
            <a:pPr algn="just" eaLnBrk="1" hangingPunct="1"/>
            <a:r>
              <a:rPr lang="zh-CN" altLang="en-US" dirty="0">
                <a:latin typeface="Times New Roman" panose="02020603050405020304" pitchFamily="18" charset="0"/>
                <a:ea typeface="宋体" panose="02010600030101010101" pitchFamily="2" charset="-122"/>
              </a:rPr>
              <a:t>每一类地址都由两个固定长度的字段组成，其中一个字段是</a:t>
            </a:r>
            <a:r>
              <a:rPr lang="zh-CN" altLang="en-US" dirty="0">
                <a:solidFill>
                  <a:schemeClr val="hlink"/>
                </a:solidFill>
                <a:latin typeface="Times New Roman" panose="02020603050405020304" pitchFamily="18" charset="0"/>
                <a:ea typeface="宋体" panose="02010600030101010101" pitchFamily="2" charset="-122"/>
              </a:rPr>
              <a:t>网络号 </a:t>
            </a:r>
            <a:r>
              <a:rPr lang="en-US" altLang="zh-CN" dirty="0">
                <a:solidFill>
                  <a:schemeClr val="hlink"/>
                </a:solidFill>
                <a:latin typeface="Times New Roman" panose="02020603050405020304" pitchFamily="18" charset="0"/>
                <a:ea typeface="宋体" panose="02010600030101010101" pitchFamily="2" charset="-122"/>
              </a:rPr>
              <a:t>net-id</a:t>
            </a:r>
            <a:r>
              <a:rPr lang="zh-CN" altLang="en-US" dirty="0">
                <a:latin typeface="Times New Roman" panose="02020603050405020304" pitchFamily="18" charset="0"/>
                <a:ea typeface="宋体" panose="02010600030101010101" pitchFamily="2" charset="-122"/>
              </a:rPr>
              <a:t>，它标志主机（或路由器）所连接到的网络，而另一个字段则是</a:t>
            </a:r>
            <a:r>
              <a:rPr lang="zh-CN" altLang="en-US" dirty="0">
                <a:solidFill>
                  <a:schemeClr val="hlink"/>
                </a:solidFill>
                <a:latin typeface="Times New Roman" panose="02020603050405020304" pitchFamily="18" charset="0"/>
                <a:ea typeface="宋体" panose="02010600030101010101" pitchFamily="2" charset="-122"/>
              </a:rPr>
              <a:t>主机号 </a:t>
            </a:r>
            <a:r>
              <a:rPr lang="en-US" altLang="zh-CN" dirty="0">
                <a:solidFill>
                  <a:schemeClr val="hlink"/>
                </a:solidFill>
                <a:latin typeface="Times New Roman" panose="02020603050405020304" pitchFamily="18" charset="0"/>
                <a:ea typeface="宋体" panose="02010600030101010101" pitchFamily="2" charset="-122"/>
              </a:rPr>
              <a:t>host-id</a:t>
            </a:r>
            <a:r>
              <a:rPr lang="zh-CN" altLang="en-US" dirty="0">
                <a:latin typeface="Times New Roman" panose="02020603050405020304" pitchFamily="18" charset="0"/>
                <a:ea typeface="宋体" panose="02010600030101010101" pitchFamily="2" charset="-122"/>
              </a:rPr>
              <a:t>，它标志该主机（或路由器）。</a:t>
            </a:r>
          </a:p>
          <a:p>
            <a:pPr algn="just" eaLnBrk="1" hangingPunct="1"/>
            <a:r>
              <a:rPr lang="zh-CN" altLang="en-US" dirty="0">
                <a:latin typeface="Times New Roman" panose="02020603050405020304" pitchFamily="18" charset="0"/>
                <a:ea typeface="宋体" panose="02010600030101010101" pitchFamily="2" charset="-122"/>
              </a:rPr>
              <a:t>两级的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地址可以记为：</a:t>
            </a:r>
          </a:p>
          <a:p>
            <a:pPr algn="just" eaLnBrk="1" hangingPunct="1">
              <a:spcBef>
                <a:spcPct val="50000"/>
              </a:spcBef>
              <a:buFont typeface="Wingdings" pitchFamily="2" charset="2"/>
              <a:buNone/>
            </a:pPr>
            <a:r>
              <a:rPr lang="zh-CN" altLang="en-US" dirty="0">
                <a:latin typeface="Times New Roman" panose="02020603050405020304" pitchFamily="18" charset="0"/>
                <a:ea typeface="宋体" panose="02010600030101010101" pitchFamily="2" charset="-122"/>
              </a:rPr>
              <a:t>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 </a:t>
            </a:r>
            <a:r>
              <a:rPr lang="en-US" altLang="zh-CN" dirty="0">
                <a:latin typeface="Times New Roman" panose="02020603050405020304" pitchFamily="18" charset="0"/>
                <a:ea typeface="宋体" panose="02010600030101010101" pitchFamily="2" charset="-122"/>
              </a:rPr>
              <a:t>::= { &lt;</a:t>
            </a:r>
            <a:r>
              <a:rPr lang="zh-CN" altLang="en-US" dirty="0">
                <a:latin typeface="Times New Roman" panose="02020603050405020304" pitchFamily="18" charset="0"/>
                <a:ea typeface="宋体" panose="02010600030101010101" pitchFamily="2" charset="-122"/>
              </a:rPr>
              <a:t>网络号</a:t>
            </a:r>
            <a:r>
              <a:rPr lang="en-US" altLang="zh-CN" dirty="0">
                <a:latin typeface="Times New Roman" panose="02020603050405020304" pitchFamily="18" charset="0"/>
                <a:ea typeface="宋体" panose="02010600030101010101" pitchFamily="2" charset="-122"/>
              </a:rPr>
              <a:t>&gt;, &lt;</a:t>
            </a:r>
            <a:r>
              <a:rPr lang="zh-CN" altLang="en-US" dirty="0">
                <a:latin typeface="Times New Roman" panose="02020603050405020304" pitchFamily="18" charset="0"/>
                <a:ea typeface="宋体" panose="02010600030101010101" pitchFamily="2" charset="-122"/>
              </a:rPr>
              <a:t>主机号</a:t>
            </a:r>
            <a:r>
              <a:rPr lang="en-US" altLang="zh-CN" dirty="0">
                <a:latin typeface="Times New Roman" panose="02020603050405020304" pitchFamily="18" charset="0"/>
                <a:ea typeface="宋体" panose="02010600030101010101" pitchFamily="2" charset="-122"/>
              </a:rPr>
              <a:t>&gt;}       (4-1)</a:t>
            </a:r>
          </a:p>
        </p:txBody>
      </p:sp>
      <p:sp>
        <p:nvSpPr>
          <p:cNvPr id="74756" name="Text Box 5">
            <a:extLst>
              <a:ext uri="{FF2B5EF4-FFF2-40B4-BE49-F238E27FC236}">
                <a16:creationId xmlns:a16="http://schemas.microsoft.com/office/drawing/2014/main" id="{ACFB3DD7-BC89-224F-B5B8-126FC9BCA32F}"/>
              </a:ext>
            </a:extLst>
          </p:cNvPr>
          <p:cNvSpPr txBox="1">
            <a:spLocks noChangeArrowheads="1"/>
          </p:cNvSpPr>
          <p:nvPr/>
        </p:nvSpPr>
        <p:spPr bwMode="auto">
          <a:xfrm>
            <a:off x="2742010" y="3423760"/>
            <a:ext cx="277351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400" dirty="0">
                <a:latin typeface="Arial" panose="020B0604020202020204" pitchFamily="34" charset="0"/>
                <a:ea typeface="宋体" panose="02010600030101010101" pitchFamily="2" charset="-122"/>
                <a:cs typeface="黑体" panose="02010609060101010101" pitchFamily="49" charset="-122"/>
              </a:rPr>
              <a:t>::= </a:t>
            </a:r>
            <a:r>
              <a:rPr lang="zh-CN" altLang="en-US" sz="2400" dirty="0">
                <a:latin typeface="Arial" panose="020B0604020202020204" pitchFamily="34" charset="0"/>
                <a:ea typeface="宋体" panose="02010600030101010101" pitchFamily="2" charset="-122"/>
                <a:cs typeface="黑体" panose="02010609060101010101" pitchFamily="49" charset="-122"/>
              </a:rPr>
              <a:t>代表“</a:t>
            </a:r>
            <a:r>
              <a:rPr lang="zh-CN" altLang="en-US" sz="2400" dirty="0">
                <a:solidFill>
                  <a:schemeClr val="hlink"/>
                </a:solidFill>
                <a:latin typeface="Arial" panose="020B0604020202020204" pitchFamily="34" charset="0"/>
                <a:ea typeface="宋体" panose="02010600030101010101" pitchFamily="2" charset="-122"/>
                <a:cs typeface="黑体" panose="02010609060101010101" pitchFamily="49" charset="-122"/>
              </a:rPr>
              <a:t>定义为</a:t>
            </a:r>
            <a:r>
              <a:rPr lang="zh-CN" altLang="en-US" sz="2400" dirty="0">
                <a:latin typeface="Arial" panose="020B0604020202020204" pitchFamily="34" charset="0"/>
                <a:ea typeface="宋体" panose="02010600030101010101" pitchFamily="2" charset="-122"/>
                <a:cs typeface="黑体" panose="02010609060101010101" pitchFamily="49" charset="-122"/>
              </a:rPr>
              <a:t>”</a:t>
            </a:r>
          </a:p>
        </p:txBody>
      </p:sp>
      <p:sp>
        <p:nvSpPr>
          <p:cNvPr id="74757" name="幻灯片编号占位符 1">
            <a:extLst>
              <a:ext uri="{FF2B5EF4-FFF2-40B4-BE49-F238E27FC236}">
                <a16:creationId xmlns:a16="http://schemas.microsoft.com/office/drawing/2014/main" id="{667B3084-0A11-CC42-BDD8-E8C263BB485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B06EED0-430B-F847-97E1-D636028452C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29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775768186"/>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6801" name="Line 2">
            <a:extLst>
              <a:ext uri="{FF2B5EF4-FFF2-40B4-BE49-F238E27FC236}">
                <a16:creationId xmlns:a16="http://schemas.microsoft.com/office/drawing/2014/main" id="{84BCBA0A-3540-3447-8225-4DFC4DC57F81}"/>
              </a:ext>
            </a:extLst>
          </p:cNvPr>
          <p:cNvSpPr>
            <a:spLocks noChangeShapeType="1"/>
          </p:cNvSpPr>
          <p:nvPr/>
        </p:nvSpPr>
        <p:spPr bwMode="auto">
          <a:xfrm flipV="1">
            <a:off x="2408635" y="3169444"/>
            <a:ext cx="397906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6802" name="Rectangle 3">
            <a:extLst>
              <a:ext uri="{FF2B5EF4-FFF2-40B4-BE49-F238E27FC236}">
                <a16:creationId xmlns:a16="http://schemas.microsoft.com/office/drawing/2014/main" id="{7E3939AB-BF19-FE4B-B66A-6A234736D8C8}"/>
              </a:ext>
            </a:extLst>
          </p:cNvPr>
          <p:cNvSpPr>
            <a:spLocks noChangeArrowheads="1"/>
          </p:cNvSpPr>
          <p:nvPr/>
        </p:nvSpPr>
        <p:spPr bwMode="auto">
          <a:xfrm>
            <a:off x="3956447" y="3006329"/>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6803" name="Rectangle 4">
            <a:extLst>
              <a:ext uri="{FF2B5EF4-FFF2-40B4-BE49-F238E27FC236}">
                <a16:creationId xmlns:a16="http://schemas.microsoft.com/office/drawing/2014/main" id="{8E8FA8F4-6961-DF4C-85AF-76F79736345E}"/>
              </a:ext>
            </a:extLst>
          </p:cNvPr>
          <p:cNvSpPr>
            <a:spLocks noChangeArrowheads="1"/>
          </p:cNvSpPr>
          <p:nvPr/>
        </p:nvSpPr>
        <p:spPr bwMode="auto">
          <a:xfrm>
            <a:off x="2408635" y="2678906"/>
            <a:ext cx="5285184" cy="33337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6804" name="Line 5">
            <a:extLst>
              <a:ext uri="{FF2B5EF4-FFF2-40B4-BE49-F238E27FC236}">
                <a16:creationId xmlns:a16="http://schemas.microsoft.com/office/drawing/2014/main" id="{EE1055C0-B47A-DB4C-95FC-15741BF44388}"/>
              </a:ext>
            </a:extLst>
          </p:cNvPr>
          <p:cNvSpPr>
            <a:spLocks noChangeShapeType="1"/>
          </p:cNvSpPr>
          <p:nvPr/>
        </p:nvSpPr>
        <p:spPr bwMode="auto">
          <a:xfrm>
            <a:off x="3702844" y="1183481"/>
            <a:ext cx="39826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6805" name="Rectangle 6">
            <a:extLst>
              <a:ext uri="{FF2B5EF4-FFF2-40B4-BE49-F238E27FC236}">
                <a16:creationId xmlns:a16="http://schemas.microsoft.com/office/drawing/2014/main" id="{698D6F6F-9627-0848-80EE-EC05C0623425}"/>
              </a:ext>
            </a:extLst>
          </p:cNvPr>
          <p:cNvSpPr>
            <a:spLocks noChangeArrowheads="1"/>
          </p:cNvSpPr>
          <p:nvPr/>
        </p:nvSpPr>
        <p:spPr bwMode="auto">
          <a:xfrm>
            <a:off x="5117219" y="1027510"/>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6806" name="Line 7">
            <a:extLst>
              <a:ext uri="{FF2B5EF4-FFF2-40B4-BE49-F238E27FC236}">
                <a16:creationId xmlns:a16="http://schemas.microsoft.com/office/drawing/2014/main" id="{4B479D21-38F8-7047-A0B5-EF80ACC33EA5}"/>
              </a:ext>
            </a:extLst>
          </p:cNvPr>
          <p:cNvSpPr>
            <a:spLocks noChangeShapeType="1"/>
          </p:cNvSpPr>
          <p:nvPr/>
        </p:nvSpPr>
        <p:spPr bwMode="auto">
          <a:xfrm flipV="1">
            <a:off x="2438400" y="2184797"/>
            <a:ext cx="260627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6807" name="Rectangle 8">
            <a:extLst>
              <a:ext uri="{FF2B5EF4-FFF2-40B4-BE49-F238E27FC236}">
                <a16:creationId xmlns:a16="http://schemas.microsoft.com/office/drawing/2014/main" id="{D7268A20-A192-DA4B-8054-13985EDB6A3A}"/>
              </a:ext>
            </a:extLst>
          </p:cNvPr>
          <p:cNvSpPr>
            <a:spLocks noChangeArrowheads="1"/>
          </p:cNvSpPr>
          <p:nvPr/>
        </p:nvSpPr>
        <p:spPr bwMode="auto">
          <a:xfrm>
            <a:off x="3281363" y="2031207"/>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6808" name="Line 9">
            <a:extLst>
              <a:ext uri="{FF2B5EF4-FFF2-40B4-BE49-F238E27FC236}">
                <a16:creationId xmlns:a16="http://schemas.microsoft.com/office/drawing/2014/main" id="{C09742F3-3CD9-4141-8C8F-CCA3C9D21491}"/>
              </a:ext>
            </a:extLst>
          </p:cNvPr>
          <p:cNvSpPr>
            <a:spLocks noChangeShapeType="1"/>
          </p:cNvSpPr>
          <p:nvPr/>
        </p:nvSpPr>
        <p:spPr bwMode="auto">
          <a:xfrm>
            <a:off x="2380060" y="1183481"/>
            <a:ext cx="132278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6809" name="Rectangle 10">
            <a:extLst>
              <a:ext uri="{FF2B5EF4-FFF2-40B4-BE49-F238E27FC236}">
                <a16:creationId xmlns:a16="http://schemas.microsoft.com/office/drawing/2014/main" id="{317A4146-B2A3-7448-86F6-A842B3AF3C3D}"/>
              </a:ext>
            </a:extLst>
          </p:cNvPr>
          <p:cNvSpPr>
            <a:spLocks noChangeArrowheads="1"/>
          </p:cNvSpPr>
          <p:nvPr/>
        </p:nvSpPr>
        <p:spPr bwMode="auto">
          <a:xfrm>
            <a:off x="2682261" y="1027510"/>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6810" name="Rectangle 11">
            <a:extLst>
              <a:ext uri="{FF2B5EF4-FFF2-40B4-BE49-F238E27FC236}">
                <a16:creationId xmlns:a16="http://schemas.microsoft.com/office/drawing/2014/main" id="{A78548AE-1992-E44B-A320-5AF9B39ABB6F}"/>
              </a:ext>
            </a:extLst>
          </p:cNvPr>
          <p:cNvSpPr>
            <a:spLocks noChangeArrowheads="1"/>
          </p:cNvSpPr>
          <p:nvPr/>
        </p:nvSpPr>
        <p:spPr bwMode="auto">
          <a:xfrm>
            <a:off x="2382441" y="700088"/>
            <a:ext cx="5313759" cy="332185"/>
          </a:xfrm>
          <a:prstGeom prst="rect">
            <a:avLst/>
          </a:prstGeom>
          <a:solidFill>
            <a:srgbClr val="FFFF99"/>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6811" name="Rectangle 12">
            <a:extLst>
              <a:ext uri="{FF2B5EF4-FFF2-40B4-BE49-F238E27FC236}">
                <a16:creationId xmlns:a16="http://schemas.microsoft.com/office/drawing/2014/main" id="{5EBD48D3-94A9-F347-B267-68C5E69CD92D}"/>
              </a:ext>
            </a:extLst>
          </p:cNvPr>
          <p:cNvSpPr>
            <a:spLocks noChangeArrowheads="1"/>
          </p:cNvSpPr>
          <p:nvPr/>
        </p:nvSpPr>
        <p:spPr bwMode="auto">
          <a:xfrm>
            <a:off x="2397919" y="1706167"/>
            <a:ext cx="5303044" cy="33456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6812" name="Rectangle 13">
            <a:extLst>
              <a:ext uri="{FF2B5EF4-FFF2-40B4-BE49-F238E27FC236}">
                <a16:creationId xmlns:a16="http://schemas.microsoft.com/office/drawing/2014/main" id="{A09CA370-F97E-2A48-82E6-248E7B963802}"/>
              </a:ext>
            </a:extLst>
          </p:cNvPr>
          <p:cNvSpPr>
            <a:spLocks noGrp="1" noChangeArrowheads="1"/>
          </p:cNvSpPr>
          <p:nvPr>
            <p:ph type="title"/>
          </p:nvPr>
        </p:nvSpPr>
        <p:spPr>
          <a:xfrm>
            <a:off x="1439467" y="33337"/>
            <a:ext cx="6411515" cy="576263"/>
          </a:xfrm>
        </p:spPr>
        <p:txBody>
          <a:bodyPr/>
          <a:lstStyle/>
          <a:p>
            <a:pPr algn="ctr" eaLnBrk="1" hangingPunct="1"/>
            <a:r>
              <a:rPr lang="en-US" altLang="zh-CN" sz="3000">
                <a:ea typeface="宋体" panose="02010600030101010101" pitchFamily="2" charset="-122"/>
              </a:rPr>
              <a:t>IP </a:t>
            </a:r>
            <a:r>
              <a:rPr lang="zh-CN" altLang="en-US" sz="3000">
                <a:ea typeface="宋体" panose="02010600030101010101" pitchFamily="2" charset="-122"/>
              </a:rPr>
              <a:t>地址中的网络号字段和主机号字段 </a:t>
            </a:r>
          </a:p>
        </p:txBody>
      </p:sp>
      <p:sp>
        <p:nvSpPr>
          <p:cNvPr id="76813" name="Rectangle 14">
            <a:extLst>
              <a:ext uri="{FF2B5EF4-FFF2-40B4-BE49-F238E27FC236}">
                <a16:creationId xmlns:a16="http://schemas.microsoft.com/office/drawing/2014/main" id="{50E17F08-DFDA-3B4A-969D-0BE2F559147F}"/>
              </a:ext>
            </a:extLst>
          </p:cNvPr>
          <p:cNvSpPr>
            <a:spLocks noChangeArrowheads="1"/>
          </p:cNvSpPr>
          <p:nvPr/>
        </p:nvSpPr>
        <p:spPr bwMode="auto">
          <a:xfrm>
            <a:off x="2415778" y="2689622"/>
            <a:ext cx="3975497" cy="317897"/>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6814" name="Rectangle 15">
            <a:extLst>
              <a:ext uri="{FF2B5EF4-FFF2-40B4-BE49-F238E27FC236}">
                <a16:creationId xmlns:a16="http://schemas.microsoft.com/office/drawing/2014/main" id="{9CE68C75-D2A7-AF40-AED3-30E806F7B51D}"/>
              </a:ext>
            </a:extLst>
          </p:cNvPr>
          <p:cNvSpPr>
            <a:spLocks noChangeArrowheads="1"/>
          </p:cNvSpPr>
          <p:nvPr/>
        </p:nvSpPr>
        <p:spPr bwMode="auto">
          <a:xfrm>
            <a:off x="2414587" y="1725217"/>
            <a:ext cx="2633663" cy="30718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6815" name="Rectangle 16">
            <a:extLst>
              <a:ext uri="{FF2B5EF4-FFF2-40B4-BE49-F238E27FC236}">
                <a16:creationId xmlns:a16="http://schemas.microsoft.com/office/drawing/2014/main" id="{FFB1A9E7-FE54-FF4D-BF37-E9B87F11D74F}"/>
              </a:ext>
            </a:extLst>
          </p:cNvPr>
          <p:cNvSpPr>
            <a:spLocks noChangeArrowheads="1"/>
          </p:cNvSpPr>
          <p:nvPr/>
        </p:nvSpPr>
        <p:spPr bwMode="auto">
          <a:xfrm>
            <a:off x="2400301" y="717947"/>
            <a:ext cx="1297781" cy="304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6816" name="Rectangle 17">
            <a:extLst>
              <a:ext uri="{FF2B5EF4-FFF2-40B4-BE49-F238E27FC236}">
                <a16:creationId xmlns:a16="http://schemas.microsoft.com/office/drawing/2014/main" id="{1787388B-5940-4347-8757-01DA2F06CF2C}"/>
              </a:ext>
            </a:extLst>
          </p:cNvPr>
          <p:cNvSpPr>
            <a:spLocks noChangeArrowheads="1"/>
          </p:cNvSpPr>
          <p:nvPr/>
        </p:nvSpPr>
        <p:spPr bwMode="auto">
          <a:xfrm>
            <a:off x="2341960" y="695325"/>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76817" name="Rectangle 18">
            <a:extLst>
              <a:ext uri="{FF2B5EF4-FFF2-40B4-BE49-F238E27FC236}">
                <a16:creationId xmlns:a16="http://schemas.microsoft.com/office/drawing/2014/main" id="{DB5724F5-B0B9-E24D-A1D9-BF1A37B9D7AD}"/>
              </a:ext>
            </a:extLst>
          </p:cNvPr>
          <p:cNvSpPr>
            <a:spLocks noChangeArrowheads="1"/>
          </p:cNvSpPr>
          <p:nvPr/>
        </p:nvSpPr>
        <p:spPr bwMode="auto">
          <a:xfrm>
            <a:off x="1497806" y="716757"/>
            <a:ext cx="88463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6818" name="Line 19">
            <a:extLst>
              <a:ext uri="{FF2B5EF4-FFF2-40B4-BE49-F238E27FC236}">
                <a16:creationId xmlns:a16="http://schemas.microsoft.com/office/drawing/2014/main" id="{091B4121-FB39-A548-B33C-78A774DA0848}"/>
              </a:ext>
            </a:extLst>
          </p:cNvPr>
          <p:cNvSpPr>
            <a:spLocks noChangeShapeType="1"/>
          </p:cNvSpPr>
          <p:nvPr/>
        </p:nvSpPr>
        <p:spPr bwMode="auto">
          <a:xfrm>
            <a:off x="2574131" y="700088"/>
            <a:ext cx="0" cy="316706"/>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6819" name="Line 20">
            <a:extLst>
              <a:ext uri="{FF2B5EF4-FFF2-40B4-BE49-F238E27FC236}">
                <a16:creationId xmlns:a16="http://schemas.microsoft.com/office/drawing/2014/main" id="{A904FEA6-DF36-F242-98F8-76DE759CF88D}"/>
              </a:ext>
            </a:extLst>
          </p:cNvPr>
          <p:cNvSpPr>
            <a:spLocks noChangeShapeType="1"/>
          </p:cNvSpPr>
          <p:nvPr/>
        </p:nvSpPr>
        <p:spPr bwMode="auto">
          <a:xfrm>
            <a:off x="3702844" y="700087"/>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6820" name="Line 21">
            <a:extLst>
              <a:ext uri="{FF2B5EF4-FFF2-40B4-BE49-F238E27FC236}">
                <a16:creationId xmlns:a16="http://schemas.microsoft.com/office/drawing/2014/main" id="{B3431FE4-2189-8348-924F-B3106C7B25DA}"/>
              </a:ext>
            </a:extLst>
          </p:cNvPr>
          <p:cNvSpPr>
            <a:spLocks noChangeShapeType="1"/>
          </p:cNvSpPr>
          <p:nvPr/>
        </p:nvSpPr>
        <p:spPr bwMode="auto">
          <a:xfrm>
            <a:off x="2380060"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21" name="Line 22">
            <a:extLst>
              <a:ext uri="{FF2B5EF4-FFF2-40B4-BE49-F238E27FC236}">
                <a16:creationId xmlns:a16="http://schemas.microsoft.com/office/drawing/2014/main" id="{6CABE8C9-791E-F54D-9D23-03F1941761CC}"/>
              </a:ext>
            </a:extLst>
          </p:cNvPr>
          <p:cNvSpPr>
            <a:spLocks noChangeShapeType="1"/>
          </p:cNvSpPr>
          <p:nvPr/>
        </p:nvSpPr>
        <p:spPr bwMode="auto">
          <a:xfrm>
            <a:off x="3702844"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22" name="Line 23">
            <a:extLst>
              <a:ext uri="{FF2B5EF4-FFF2-40B4-BE49-F238E27FC236}">
                <a16:creationId xmlns:a16="http://schemas.microsoft.com/office/drawing/2014/main" id="{FF8BD731-5EC6-7042-832D-11D041A06406}"/>
              </a:ext>
            </a:extLst>
          </p:cNvPr>
          <p:cNvSpPr>
            <a:spLocks noChangeShapeType="1"/>
          </p:cNvSpPr>
          <p:nvPr/>
        </p:nvSpPr>
        <p:spPr bwMode="auto">
          <a:xfrm>
            <a:off x="7685485"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23" name="Line 24">
            <a:extLst>
              <a:ext uri="{FF2B5EF4-FFF2-40B4-BE49-F238E27FC236}">
                <a16:creationId xmlns:a16="http://schemas.microsoft.com/office/drawing/2014/main" id="{05D51050-8237-6447-A5F9-57ECFF70753D}"/>
              </a:ext>
            </a:extLst>
          </p:cNvPr>
          <p:cNvSpPr>
            <a:spLocks noChangeShapeType="1"/>
          </p:cNvSpPr>
          <p:nvPr/>
        </p:nvSpPr>
        <p:spPr bwMode="auto">
          <a:xfrm flipV="1">
            <a:off x="5054204" y="2184798"/>
            <a:ext cx="2606278" cy="2381"/>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6824" name="Rectangle 25">
            <a:extLst>
              <a:ext uri="{FF2B5EF4-FFF2-40B4-BE49-F238E27FC236}">
                <a16:creationId xmlns:a16="http://schemas.microsoft.com/office/drawing/2014/main" id="{0A9FB48C-EDA2-184B-80A3-ADF96C16ECCF}"/>
              </a:ext>
            </a:extLst>
          </p:cNvPr>
          <p:cNvSpPr>
            <a:spLocks noChangeArrowheads="1"/>
          </p:cNvSpPr>
          <p:nvPr/>
        </p:nvSpPr>
        <p:spPr bwMode="auto">
          <a:xfrm>
            <a:off x="5966134" y="2051448"/>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6825" name="Line 26">
            <a:extLst>
              <a:ext uri="{FF2B5EF4-FFF2-40B4-BE49-F238E27FC236}">
                <a16:creationId xmlns:a16="http://schemas.microsoft.com/office/drawing/2014/main" id="{3B706459-FC10-F941-BF25-96C54CFBFECD}"/>
              </a:ext>
            </a:extLst>
          </p:cNvPr>
          <p:cNvSpPr>
            <a:spLocks noChangeShapeType="1"/>
          </p:cNvSpPr>
          <p:nvPr/>
        </p:nvSpPr>
        <p:spPr bwMode="auto">
          <a:xfrm>
            <a:off x="2408635"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26" name="Line 27">
            <a:extLst>
              <a:ext uri="{FF2B5EF4-FFF2-40B4-BE49-F238E27FC236}">
                <a16:creationId xmlns:a16="http://schemas.microsoft.com/office/drawing/2014/main" id="{9844B901-EA59-9246-9636-A4186307C4D7}"/>
              </a:ext>
            </a:extLst>
          </p:cNvPr>
          <p:cNvSpPr>
            <a:spLocks noChangeShapeType="1"/>
          </p:cNvSpPr>
          <p:nvPr/>
        </p:nvSpPr>
        <p:spPr bwMode="auto">
          <a:xfrm>
            <a:off x="5054204"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27" name="Line 28">
            <a:extLst>
              <a:ext uri="{FF2B5EF4-FFF2-40B4-BE49-F238E27FC236}">
                <a16:creationId xmlns:a16="http://schemas.microsoft.com/office/drawing/2014/main" id="{94D781BB-D361-2948-A5C9-7EA7A3D9FECE}"/>
              </a:ext>
            </a:extLst>
          </p:cNvPr>
          <p:cNvSpPr>
            <a:spLocks noChangeShapeType="1"/>
          </p:cNvSpPr>
          <p:nvPr/>
        </p:nvSpPr>
        <p:spPr bwMode="auto">
          <a:xfrm>
            <a:off x="7675960"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28" name="Rectangle 29">
            <a:extLst>
              <a:ext uri="{FF2B5EF4-FFF2-40B4-BE49-F238E27FC236}">
                <a16:creationId xmlns:a16="http://schemas.microsoft.com/office/drawing/2014/main" id="{45E901BA-D569-A64C-9142-57F0DC9FD55A}"/>
              </a:ext>
            </a:extLst>
          </p:cNvPr>
          <p:cNvSpPr>
            <a:spLocks noChangeArrowheads="1"/>
          </p:cNvSpPr>
          <p:nvPr/>
        </p:nvSpPr>
        <p:spPr bwMode="auto">
          <a:xfrm>
            <a:off x="1512094" y="1714500"/>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6829" name="Line 30">
            <a:extLst>
              <a:ext uri="{FF2B5EF4-FFF2-40B4-BE49-F238E27FC236}">
                <a16:creationId xmlns:a16="http://schemas.microsoft.com/office/drawing/2014/main" id="{F2D023A5-2B62-DC43-9CE4-A295E72ECA82}"/>
              </a:ext>
            </a:extLst>
          </p:cNvPr>
          <p:cNvSpPr>
            <a:spLocks noChangeShapeType="1"/>
          </p:cNvSpPr>
          <p:nvPr/>
        </p:nvSpPr>
        <p:spPr bwMode="auto">
          <a:xfrm>
            <a:off x="5054204" y="1713310"/>
            <a:ext cx="0" cy="3250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6830" name="Rectangle 31">
            <a:extLst>
              <a:ext uri="{FF2B5EF4-FFF2-40B4-BE49-F238E27FC236}">
                <a16:creationId xmlns:a16="http://schemas.microsoft.com/office/drawing/2014/main" id="{FC584245-0E4B-1147-9D44-7F9718B02C1D}"/>
              </a:ext>
            </a:extLst>
          </p:cNvPr>
          <p:cNvSpPr>
            <a:spLocks noChangeArrowheads="1"/>
          </p:cNvSpPr>
          <p:nvPr/>
        </p:nvSpPr>
        <p:spPr bwMode="auto">
          <a:xfrm>
            <a:off x="1512094" y="2686050"/>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C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6831" name="Rectangle 32">
            <a:extLst>
              <a:ext uri="{FF2B5EF4-FFF2-40B4-BE49-F238E27FC236}">
                <a16:creationId xmlns:a16="http://schemas.microsoft.com/office/drawing/2014/main" id="{57882E9D-8BB5-FD41-A9C3-0A48360F47E9}"/>
              </a:ext>
            </a:extLst>
          </p:cNvPr>
          <p:cNvSpPr>
            <a:spLocks noChangeArrowheads="1"/>
          </p:cNvSpPr>
          <p:nvPr/>
        </p:nvSpPr>
        <p:spPr bwMode="auto">
          <a:xfrm>
            <a:off x="2653904" y="270033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76832" name="Rectangle 33">
            <a:extLst>
              <a:ext uri="{FF2B5EF4-FFF2-40B4-BE49-F238E27FC236}">
                <a16:creationId xmlns:a16="http://schemas.microsoft.com/office/drawing/2014/main" id="{37B14292-6FD4-7F43-BB1F-11D20F57273E}"/>
              </a:ext>
            </a:extLst>
          </p:cNvPr>
          <p:cNvSpPr>
            <a:spLocks noChangeArrowheads="1"/>
          </p:cNvSpPr>
          <p:nvPr/>
        </p:nvSpPr>
        <p:spPr bwMode="auto">
          <a:xfrm>
            <a:off x="2363392" y="2694385"/>
            <a:ext cx="36433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76833" name="Rectangle 34">
            <a:extLst>
              <a:ext uri="{FF2B5EF4-FFF2-40B4-BE49-F238E27FC236}">
                <a16:creationId xmlns:a16="http://schemas.microsoft.com/office/drawing/2014/main" id="{BC1DB1B4-0D76-024D-9672-C842FB4F8C99}"/>
              </a:ext>
            </a:extLst>
          </p:cNvPr>
          <p:cNvSpPr>
            <a:spLocks noChangeArrowheads="1"/>
          </p:cNvSpPr>
          <p:nvPr/>
        </p:nvSpPr>
        <p:spPr bwMode="auto">
          <a:xfrm>
            <a:off x="2509838" y="2700338"/>
            <a:ext cx="36195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76834" name="Line 35">
            <a:extLst>
              <a:ext uri="{FF2B5EF4-FFF2-40B4-BE49-F238E27FC236}">
                <a16:creationId xmlns:a16="http://schemas.microsoft.com/office/drawing/2014/main" id="{49AA51A6-D26A-8747-986A-7B55B320363A}"/>
              </a:ext>
            </a:extLst>
          </p:cNvPr>
          <p:cNvSpPr>
            <a:spLocks noChangeShapeType="1"/>
          </p:cNvSpPr>
          <p:nvPr/>
        </p:nvSpPr>
        <p:spPr bwMode="auto">
          <a:xfrm>
            <a:off x="2921794" y="2677716"/>
            <a:ext cx="0" cy="32980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6835" name="Line 36">
            <a:extLst>
              <a:ext uri="{FF2B5EF4-FFF2-40B4-BE49-F238E27FC236}">
                <a16:creationId xmlns:a16="http://schemas.microsoft.com/office/drawing/2014/main" id="{73A8BFCF-DAF1-CE4F-BF6A-2BF77C93152C}"/>
              </a:ext>
            </a:extLst>
          </p:cNvPr>
          <p:cNvSpPr>
            <a:spLocks noChangeShapeType="1"/>
          </p:cNvSpPr>
          <p:nvPr/>
        </p:nvSpPr>
        <p:spPr bwMode="auto">
          <a:xfrm>
            <a:off x="6405563" y="2674144"/>
            <a:ext cx="0" cy="330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6836" name="Line 37">
            <a:extLst>
              <a:ext uri="{FF2B5EF4-FFF2-40B4-BE49-F238E27FC236}">
                <a16:creationId xmlns:a16="http://schemas.microsoft.com/office/drawing/2014/main" id="{0698C47F-38E6-944E-A482-0696DB5B4260}"/>
              </a:ext>
            </a:extLst>
          </p:cNvPr>
          <p:cNvSpPr>
            <a:spLocks noChangeShapeType="1"/>
          </p:cNvSpPr>
          <p:nvPr/>
        </p:nvSpPr>
        <p:spPr bwMode="auto">
          <a:xfrm flipV="1">
            <a:off x="6409135" y="3157538"/>
            <a:ext cx="1276350" cy="13097"/>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nvGrpSpPr>
          <p:cNvPr id="76837" name="Group 38">
            <a:extLst>
              <a:ext uri="{FF2B5EF4-FFF2-40B4-BE49-F238E27FC236}">
                <a16:creationId xmlns:a16="http://schemas.microsoft.com/office/drawing/2014/main" id="{C51CFE6E-977E-3D48-BF45-768E7EF29604}"/>
              </a:ext>
            </a:extLst>
          </p:cNvPr>
          <p:cNvGrpSpPr>
            <a:grpSpLocks/>
          </p:cNvGrpSpPr>
          <p:nvPr/>
        </p:nvGrpSpPr>
        <p:grpSpPr bwMode="auto">
          <a:xfrm>
            <a:off x="6706789" y="3027760"/>
            <a:ext cx="741645" cy="482430"/>
            <a:chOff x="2832" y="3024"/>
            <a:chExt cx="429" cy="381"/>
          </a:xfrm>
        </p:grpSpPr>
        <p:sp>
          <p:nvSpPr>
            <p:cNvPr id="76855" name="Rectangle 39">
              <a:extLst>
                <a:ext uri="{FF2B5EF4-FFF2-40B4-BE49-F238E27FC236}">
                  <a16:creationId xmlns:a16="http://schemas.microsoft.com/office/drawing/2014/main" id="{FA707E21-C983-864C-B19C-34E2305EF35E}"/>
                </a:ext>
              </a:extLst>
            </p:cNvPr>
            <p:cNvSpPr>
              <a:spLocks noChangeArrowheads="1"/>
            </p:cNvSpPr>
            <p:nvPr/>
          </p:nvSpPr>
          <p:spPr bwMode="auto">
            <a:xfrm>
              <a:off x="2832" y="3072"/>
              <a:ext cx="426" cy="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6856" name="Rectangle 40">
              <a:extLst>
                <a:ext uri="{FF2B5EF4-FFF2-40B4-BE49-F238E27FC236}">
                  <a16:creationId xmlns:a16="http://schemas.microsoft.com/office/drawing/2014/main" id="{ADFC8510-42CC-034A-9534-A21C969C8840}"/>
                </a:ext>
              </a:extLst>
            </p:cNvPr>
            <p:cNvSpPr>
              <a:spLocks noChangeArrowheads="1"/>
            </p:cNvSpPr>
            <p:nvPr/>
          </p:nvSpPr>
          <p:spPr bwMode="auto">
            <a:xfrm>
              <a:off x="2847" y="3024"/>
              <a:ext cx="414"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grpSp>
      <p:sp>
        <p:nvSpPr>
          <p:cNvPr id="76838" name="Line 41">
            <a:extLst>
              <a:ext uri="{FF2B5EF4-FFF2-40B4-BE49-F238E27FC236}">
                <a16:creationId xmlns:a16="http://schemas.microsoft.com/office/drawing/2014/main" id="{559D532B-2074-A54D-9647-1AB8C1E74B7A}"/>
              </a:ext>
            </a:extLst>
          </p:cNvPr>
          <p:cNvSpPr>
            <a:spLocks noChangeShapeType="1"/>
          </p:cNvSpPr>
          <p:nvPr/>
        </p:nvSpPr>
        <p:spPr bwMode="auto">
          <a:xfrm>
            <a:off x="2408635" y="3055144"/>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39" name="Line 42">
            <a:extLst>
              <a:ext uri="{FF2B5EF4-FFF2-40B4-BE49-F238E27FC236}">
                <a16:creationId xmlns:a16="http://schemas.microsoft.com/office/drawing/2014/main" id="{E7067550-D1CC-1146-8671-DF20E33C5395}"/>
              </a:ext>
            </a:extLst>
          </p:cNvPr>
          <p:cNvSpPr>
            <a:spLocks noChangeShapeType="1"/>
          </p:cNvSpPr>
          <p:nvPr/>
        </p:nvSpPr>
        <p:spPr bwMode="auto">
          <a:xfrm>
            <a:off x="6409135" y="3057525"/>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40" name="Line 43">
            <a:extLst>
              <a:ext uri="{FF2B5EF4-FFF2-40B4-BE49-F238E27FC236}">
                <a16:creationId xmlns:a16="http://schemas.microsoft.com/office/drawing/2014/main" id="{7B6C609E-20B0-024A-9874-4BEC7003E365}"/>
              </a:ext>
            </a:extLst>
          </p:cNvPr>
          <p:cNvSpPr>
            <a:spLocks noChangeShapeType="1"/>
          </p:cNvSpPr>
          <p:nvPr/>
        </p:nvSpPr>
        <p:spPr bwMode="auto">
          <a:xfrm>
            <a:off x="7675960" y="30432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41" name="Rectangle 44">
            <a:extLst>
              <a:ext uri="{FF2B5EF4-FFF2-40B4-BE49-F238E27FC236}">
                <a16:creationId xmlns:a16="http://schemas.microsoft.com/office/drawing/2014/main" id="{6B61DA01-7C98-7E45-A3E5-B0A472EC0FA3}"/>
              </a:ext>
            </a:extLst>
          </p:cNvPr>
          <p:cNvSpPr>
            <a:spLocks noChangeArrowheads="1"/>
          </p:cNvSpPr>
          <p:nvPr/>
        </p:nvSpPr>
        <p:spPr bwMode="auto">
          <a:xfrm>
            <a:off x="2403872" y="3711179"/>
            <a:ext cx="5300663"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6842" name="Rectangle 45">
            <a:extLst>
              <a:ext uri="{FF2B5EF4-FFF2-40B4-BE49-F238E27FC236}">
                <a16:creationId xmlns:a16="http://schemas.microsoft.com/office/drawing/2014/main" id="{D0A5E403-48CD-AA44-852E-343AE40AAAB9}"/>
              </a:ext>
            </a:extLst>
          </p:cNvPr>
          <p:cNvSpPr>
            <a:spLocks noChangeArrowheads="1"/>
          </p:cNvSpPr>
          <p:nvPr/>
        </p:nvSpPr>
        <p:spPr bwMode="auto">
          <a:xfrm>
            <a:off x="1497807" y="371951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D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6843" name="Line 46">
            <a:extLst>
              <a:ext uri="{FF2B5EF4-FFF2-40B4-BE49-F238E27FC236}">
                <a16:creationId xmlns:a16="http://schemas.microsoft.com/office/drawing/2014/main" id="{2D90468C-B359-E345-8FDD-8224F6E55FEC}"/>
              </a:ext>
            </a:extLst>
          </p:cNvPr>
          <p:cNvSpPr>
            <a:spLocks noChangeShapeType="1"/>
          </p:cNvSpPr>
          <p:nvPr/>
        </p:nvSpPr>
        <p:spPr bwMode="auto">
          <a:xfrm>
            <a:off x="2989660" y="3717132"/>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6844" name="Rectangle 47">
            <a:extLst>
              <a:ext uri="{FF2B5EF4-FFF2-40B4-BE49-F238E27FC236}">
                <a16:creationId xmlns:a16="http://schemas.microsoft.com/office/drawing/2014/main" id="{3F3919F2-B2AB-7740-BC82-A85FC9507BA9}"/>
              </a:ext>
            </a:extLst>
          </p:cNvPr>
          <p:cNvSpPr>
            <a:spLocks noChangeArrowheads="1"/>
          </p:cNvSpPr>
          <p:nvPr/>
        </p:nvSpPr>
        <p:spPr bwMode="auto">
          <a:xfrm>
            <a:off x="2356247" y="3709988"/>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76845" name="Rectangle 48">
            <a:extLst>
              <a:ext uri="{FF2B5EF4-FFF2-40B4-BE49-F238E27FC236}">
                <a16:creationId xmlns:a16="http://schemas.microsoft.com/office/drawing/2014/main" id="{5247589A-D8A1-8946-9AA0-24F8A19D732E}"/>
              </a:ext>
            </a:extLst>
          </p:cNvPr>
          <p:cNvSpPr>
            <a:spLocks noChangeArrowheads="1"/>
          </p:cNvSpPr>
          <p:nvPr/>
        </p:nvSpPr>
        <p:spPr bwMode="auto">
          <a:xfrm>
            <a:off x="4480323" y="373261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多 播 地 址</a:t>
            </a:r>
          </a:p>
        </p:txBody>
      </p:sp>
      <p:sp>
        <p:nvSpPr>
          <p:cNvPr id="76846" name="Rectangle 49">
            <a:extLst>
              <a:ext uri="{FF2B5EF4-FFF2-40B4-BE49-F238E27FC236}">
                <a16:creationId xmlns:a16="http://schemas.microsoft.com/office/drawing/2014/main" id="{EEC583B7-A225-6F42-A48D-4A808B0EEB73}"/>
              </a:ext>
            </a:extLst>
          </p:cNvPr>
          <p:cNvSpPr>
            <a:spLocks noChangeArrowheads="1"/>
          </p:cNvSpPr>
          <p:nvPr/>
        </p:nvSpPr>
        <p:spPr bwMode="auto">
          <a:xfrm>
            <a:off x="2409826" y="4436269"/>
            <a:ext cx="5289947"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6847" name="Rectangle 50">
            <a:extLst>
              <a:ext uri="{FF2B5EF4-FFF2-40B4-BE49-F238E27FC236}">
                <a16:creationId xmlns:a16="http://schemas.microsoft.com/office/drawing/2014/main" id="{DD0B1747-3A47-2842-A216-02CAF546A698}"/>
              </a:ext>
            </a:extLst>
          </p:cNvPr>
          <p:cNvSpPr>
            <a:spLocks noChangeArrowheads="1"/>
          </p:cNvSpPr>
          <p:nvPr/>
        </p:nvSpPr>
        <p:spPr bwMode="auto">
          <a:xfrm>
            <a:off x="1525191" y="4443413"/>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E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6848" name="Rectangle 51">
            <a:extLst>
              <a:ext uri="{FF2B5EF4-FFF2-40B4-BE49-F238E27FC236}">
                <a16:creationId xmlns:a16="http://schemas.microsoft.com/office/drawing/2014/main" id="{85E943E5-18A6-FA4C-8382-DCB95ABD4840}"/>
              </a:ext>
            </a:extLst>
          </p:cNvPr>
          <p:cNvSpPr>
            <a:spLocks noChangeArrowheads="1"/>
          </p:cNvSpPr>
          <p:nvPr/>
        </p:nvSpPr>
        <p:spPr bwMode="auto">
          <a:xfrm>
            <a:off x="4071938" y="4451748"/>
            <a:ext cx="18009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保 留 为 今 后 使 用</a:t>
            </a:r>
          </a:p>
        </p:txBody>
      </p:sp>
      <p:sp>
        <p:nvSpPr>
          <p:cNvPr id="76849" name="Line 52">
            <a:extLst>
              <a:ext uri="{FF2B5EF4-FFF2-40B4-BE49-F238E27FC236}">
                <a16:creationId xmlns:a16="http://schemas.microsoft.com/office/drawing/2014/main" id="{EB358CE9-E764-4D45-87C5-267277B76F55}"/>
              </a:ext>
            </a:extLst>
          </p:cNvPr>
          <p:cNvSpPr>
            <a:spLocks noChangeShapeType="1"/>
          </p:cNvSpPr>
          <p:nvPr/>
        </p:nvSpPr>
        <p:spPr bwMode="auto">
          <a:xfrm>
            <a:off x="3006329" y="4455319"/>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6850" name="Rectangle 53">
            <a:extLst>
              <a:ext uri="{FF2B5EF4-FFF2-40B4-BE49-F238E27FC236}">
                <a16:creationId xmlns:a16="http://schemas.microsoft.com/office/drawing/2014/main" id="{A954DFFD-68E7-6F4C-AD39-A87C36F74877}"/>
              </a:ext>
            </a:extLst>
          </p:cNvPr>
          <p:cNvSpPr>
            <a:spLocks noChangeArrowheads="1"/>
          </p:cNvSpPr>
          <p:nvPr/>
        </p:nvSpPr>
        <p:spPr bwMode="auto">
          <a:xfrm>
            <a:off x="2356247" y="4441032"/>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76851" name="Rectangle 54">
            <a:extLst>
              <a:ext uri="{FF2B5EF4-FFF2-40B4-BE49-F238E27FC236}">
                <a16:creationId xmlns:a16="http://schemas.microsoft.com/office/drawing/2014/main" id="{E2B2D92A-0DF4-C64F-9F27-820A78537E61}"/>
              </a:ext>
            </a:extLst>
          </p:cNvPr>
          <p:cNvSpPr>
            <a:spLocks noChangeArrowheads="1"/>
          </p:cNvSpPr>
          <p:nvPr/>
        </p:nvSpPr>
        <p:spPr bwMode="auto">
          <a:xfrm>
            <a:off x="2497932" y="1702594"/>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76852" name="Rectangle 55">
            <a:extLst>
              <a:ext uri="{FF2B5EF4-FFF2-40B4-BE49-F238E27FC236}">
                <a16:creationId xmlns:a16="http://schemas.microsoft.com/office/drawing/2014/main" id="{66894AF4-AA2A-1A40-B6C7-EE8595F766D2}"/>
              </a:ext>
            </a:extLst>
          </p:cNvPr>
          <p:cNvSpPr>
            <a:spLocks noChangeArrowheads="1"/>
          </p:cNvSpPr>
          <p:nvPr/>
        </p:nvSpPr>
        <p:spPr bwMode="auto">
          <a:xfrm>
            <a:off x="2353867" y="1702594"/>
            <a:ext cx="36314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76853" name="Line 56">
            <a:extLst>
              <a:ext uri="{FF2B5EF4-FFF2-40B4-BE49-F238E27FC236}">
                <a16:creationId xmlns:a16="http://schemas.microsoft.com/office/drawing/2014/main" id="{330B3C26-E340-8F47-9993-FEF4E8620A00}"/>
              </a:ext>
            </a:extLst>
          </p:cNvPr>
          <p:cNvSpPr>
            <a:spLocks noChangeShapeType="1"/>
          </p:cNvSpPr>
          <p:nvPr/>
        </p:nvSpPr>
        <p:spPr bwMode="auto">
          <a:xfrm>
            <a:off x="2767013" y="1700213"/>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6854" name="幻灯片编号占位符 1">
            <a:extLst>
              <a:ext uri="{FF2B5EF4-FFF2-40B4-BE49-F238E27FC236}">
                <a16:creationId xmlns:a16="http://schemas.microsoft.com/office/drawing/2014/main" id="{F994F4EE-F818-1748-B794-47AF9CC46E54}"/>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A72AE69-585A-4C42-B7F7-9D0962CBAAC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42133592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8849" name="Line 36">
            <a:extLst>
              <a:ext uri="{FF2B5EF4-FFF2-40B4-BE49-F238E27FC236}">
                <a16:creationId xmlns:a16="http://schemas.microsoft.com/office/drawing/2014/main" id="{27D898DE-DF2F-904A-907E-5C75ABECFD6E}"/>
              </a:ext>
            </a:extLst>
          </p:cNvPr>
          <p:cNvSpPr>
            <a:spLocks noChangeShapeType="1"/>
          </p:cNvSpPr>
          <p:nvPr/>
        </p:nvSpPr>
        <p:spPr bwMode="auto">
          <a:xfrm flipV="1">
            <a:off x="2408635" y="3169444"/>
            <a:ext cx="397906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8850" name="Rectangle 38">
            <a:extLst>
              <a:ext uri="{FF2B5EF4-FFF2-40B4-BE49-F238E27FC236}">
                <a16:creationId xmlns:a16="http://schemas.microsoft.com/office/drawing/2014/main" id="{7DBCAC17-7451-C04B-BABD-93458672D469}"/>
              </a:ext>
            </a:extLst>
          </p:cNvPr>
          <p:cNvSpPr>
            <a:spLocks noChangeArrowheads="1"/>
          </p:cNvSpPr>
          <p:nvPr/>
        </p:nvSpPr>
        <p:spPr bwMode="auto">
          <a:xfrm>
            <a:off x="3977879" y="3003948"/>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8851" name="Rectangle 55">
            <a:extLst>
              <a:ext uri="{FF2B5EF4-FFF2-40B4-BE49-F238E27FC236}">
                <a16:creationId xmlns:a16="http://schemas.microsoft.com/office/drawing/2014/main" id="{5B7FDDFE-6E1E-494D-8E7D-ED54CD387073}"/>
              </a:ext>
            </a:extLst>
          </p:cNvPr>
          <p:cNvSpPr>
            <a:spLocks noChangeArrowheads="1"/>
          </p:cNvSpPr>
          <p:nvPr/>
        </p:nvSpPr>
        <p:spPr bwMode="auto">
          <a:xfrm>
            <a:off x="2408635" y="2678906"/>
            <a:ext cx="5285184" cy="33337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8852" name="Line 9">
            <a:extLst>
              <a:ext uri="{FF2B5EF4-FFF2-40B4-BE49-F238E27FC236}">
                <a16:creationId xmlns:a16="http://schemas.microsoft.com/office/drawing/2014/main" id="{B5C406E1-7DAE-1043-803C-A978FF0BF583}"/>
              </a:ext>
            </a:extLst>
          </p:cNvPr>
          <p:cNvSpPr>
            <a:spLocks noChangeShapeType="1"/>
          </p:cNvSpPr>
          <p:nvPr/>
        </p:nvSpPr>
        <p:spPr bwMode="auto">
          <a:xfrm>
            <a:off x="3702844" y="1183481"/>
            <a:ext cx="39826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8853" name="Rectangle 11">
            <a:extLst>
              <a:ext uri="{FF2B5EF4-FFF2-40B4-BE49-F238E27FC236}">
                <a16:creationId xmlns:a16="http://schemas.microsoft.com/office/drawing/2014/main" id="{10F8E74E-36D7-7A47-A715-11B68B13880A}"/>
              </a:ext>
            </a:extLst>
          </p:cNvPr>
          <p:cNvSpPr>
            <a:spLocks noChangeArrowheads="1"/>
          </p:cNvSpPr>
          <p:nvPr/>
        </p:nvSpPr>
        <p:spPr bwMode="auto">
          <a:xfrm>
            <a:off x="5117219" y="1027510"/>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8854" name="Line 20">
            <a:extLst>
              <a:ext uri="{FF2B5EF4-FFF2-40B4-BE49-F238E27FC236}">
                <a16:creationId xmlns:a16="http://schemas.microsoft.com/office/drawing/2014/main" id="{459BFE2A-2C1F-954A-B89E-C5D97DE872FA}"/>
              </a:ext>
            </a:extLst>
          </p:cNvPr>
          <p:cNvSpPr>
            <a:spLocks noChangeShapeType="1"/>
          </p:cNvSpPr>
          <p:nvPr/>
        </p:nvSpPr>
        <p:spPr bwMode="auto">
          <a:xfrm flipV="1">
            <a:off x="2438400" y="2184797"/>
            <a:ext cx="260627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8855" name="Rectangle 22">
            <a:extLst>
              <a:ext uri="{FF2B5EF4-FFF2-40B4-BE49-F238E27FC236}">
                <a16:creationId xmlns:a16="http://schemas.microsoft.com/office/drawing/2014/main" id="{F3B813B2-7DFC-494D-9006-994065EC3746}"/>
              </a:ext>
            </a:extLst>
          </p:cNvPr>
          <p:cNvSpPr>
            <a:spLocks noChangeArrowheads="1"/>
          </p:cNvSpPr>
          <p:nvPr/>
        </p:nvSpPr>
        <p:spPr bwMode="auto">
          <a:xfrm>
            <a:off x="3281363" y="2031207"/>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8856" name="Line 8">
            <a:extLst>
              <a:ext uri="{FF2B5EF4-FFF2-40B4-BE49-F238E27FC236}">
                <a16:creationId xmlns:a16="http://schemas.microsoft.com/office/drawing/2014/main" id="{3D22D622-03E1-8744-9DA2-075C66EDE102}"/>
              </a:ext>
            </a:extLst>
          </p:cNvPr>
          <p:cNvSpPr>
            <a:spLocks noChangeShapeType="1"/>
          </p:cNvSpPr>
          <p:nvPr/>
        </p:nvSpPr>
        <p:spPr bwMode="auto">
          <a:xfrm>
            <a:off x="2380060" y="1183481"/>
            <a:ext cx="132278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8857" name="Rectangle 10">
            <a:extLst>
              <a:ext uri="{FF2B5EF4-FFF2-40B4-BE49-F238E27FC236}">
                <a16:creationId xmlns:a16="http://schemas.microsoft.com/office/drawing/2014/main" id="{12BB4624-6713-6E41-ADB8-47E23048E134}"/>
              </a:ext>
            </a:extLst>
          </p:cNvPr>
          <p:cNvSpPr>
            <a:spLocks noChangeArrowheads="1"/>
          </p:cNvSpPr>
          <p:nvPr/>
        </p:nvSpPr>
        <p:spPr bwMode="auto">
          <a:xfrm>
            <a:off x="2682261" y="1027510"/>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8858" name="Rectangle 12">
            <a:extLst>
              <a:ext uri="{FF2B5EF4-FFF2-40B4-BE49-F238E27FC236}">
                <a16:creationId xmlns:a16="http://schemas.microsoft.com/office/drawing/2014/main" id="{695A11BE-46AE-B54C-855E-95D33DB341B4}"/>
              </a:ext>
            </a:extLst>
          </p:cNvPr>
          <p:cNvSpPr>
            <a:spLocks noChangeArrowheads="1"/>
          </p:cNvSpPr>
          <p:nvPr/>
        </p:nvSpPr>
        <p:spPr bwMode="auto">
          <a:xfrm>
            <a:off x="2382441" y="700088"/>
            <a:ext cx="5313759" cy="332185"/>
          </a:xfrm>
          <a:prstGeom prst="rect">
            <a:avLst/>
          </a:prstGeom>
          <a:solidFill>
            <a:srgbClr val="FFFF99"/>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8859" name="Rectangle 27">
            <a:extLst>
              <a:ext uri="{FF2B5EF4-FFF2-40B4-BE49-F238E27FC236}">
                <a16:creationId xmlns:a16="http://schemas.microsoft.com/office/drawing/2014/main" id="{CC57A6A0-CBDD-A848-BD6A-B35C3A3C75D3}"/>
              </a:ext>
            </a:extLst>
          </p:cNvPr>
          <p:cNvSpPr>
            <a:spLocks noChangeArrowheads="1"/>
          </p:cNvSpPr>
          <p:nvPr/>
        </p:nvSpPr>
        <p:spPr bwMode="auto">
          <a:xfrm>
            <a:off x="2397919" y="1706167"/>
            <a:ext cx="5303044" cy="33456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8860" name="Rectangle 2">
            <a:extLst>
              <a:ext uri="{FF2B5EF4-FFF2-40B4-BE49-F238E27FC236}">
                <a16:creationId xmlns:a16="http://schemas.microsoft.com/office/drawing/2014/main" id="{2FA0A1BC-3382-9A47-B292-72D7B05B7901}"/>
              </a:ext>
            </a:extLst>
          </p:cNvPr>
          <p:cNvSpPr>
            <a:spLocks noGrp="1" noChangeArrowheads="1"/>
          </p:cNvSpPr>
          <p:nvPr>
            <p:ph type="title"/>
          </p:nvPr>
        </p:nvSpPr>
        <p:spPr>
          <a:xfrm>
            <a:off x="1439467" y="33337"/>
            <a:ext cx="6411515" cy="576263"/>
          </a:xfrm>
        </p:spPr>
        <p:txBody>
          <a:bodyPr/>
          <a:lstStyle/>
          <a:p>
            <a:pPr algn="ctr" eaLnBrk="1" hangingPunct="1"/>
            <a:r>
              <a:rPr lang="en-US" altLang="zh-CN" sz="3000">
                <a:ea typeface="宋体" panose="02010600030101010101" pitchFamily="2" charset="-122"/>
              </a:rPr>
              <a:t>IP </a:t>
            </a:r>
            <a:r>
              <a:rPr lang="zh-CN" altLang="en-US" sz="3000">
                <a:ea typeface="宋体" panose="02010600030101010101" pitchFamily="2" charset="-122"/>
              </a:rPr>
              <a:t>地址中的网络号字段和主机号字段 </a:t>
            </a:r>
          </a:p>
        </p:txBody>
      </p:sp>
      <p:sp>
        <p:nvSpPr>
          <p:cNvPr id="78861" name="Rectangle 5">
            <a:extLst>
              <a:ext uri="{FF2B5EF4-FFF2-40B4-BE49-F238E27FC236}">
                <a16:creationId xmlns:a16="http://schemas.microsoft.com/office/drawing/2014/main" id="{38E607E4-0059-E149-BFED-C78D91C7AEA0}"/>
              </a:ext>
            </a:extLst>
          </p:cNvPr>
          <p:cNvSpPr>
            <a:spLocks noChangeArrowheads="1"/>
          </p:cNvSpPr>
          <p:nvPr/>
        </p:nvSpPr>
        <p:spPr bwMode="auto">
          <a:xfrm>
            <a:off x="2415778" y="2689622"/>
            <a:ext cx="3975497" cy="317897"/>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8862" name="Rectangle 6">
            <a:extLst>
              <a:ext uri="{FF2B5EF4-FFF2-40B4-BE49-F238E27FC236}">
                <a16:creationId xmlns:a16="http://schemas.microsoft.com/office/drawing/2014/main" id="{6A991644-4BB3-4049-9DC7-5BA31E4D3A4F}"/>
              </a:ext>
            </a:extLst>
          </p:cNvPr>
          <p:cNvSpPr>
            <a:spLocks noChangeArrowheads="1"/>
          </p:cNvSpPr>
          <p:nvPr/>
        </p:nvSpPr>
        <p:spPr bwMode="auto">
          <a:xfrm>
            <a:off x="2414587" y="1725217"/>
            <a:ext cx="2633663" cy="30718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8863" name="Rectangle 7">
            <a:extLst>
              <a:ext uri="{FF2B5EF4-FFF2-40B4-BE49-F238E27FC236}">
                <a16:creationId xmlns:a16="http://schemas.microsoft.com/office/drawing/2014/main" id="{3F252E0F-3C26-F94C-B657-B8883DFCCC20}"/>
              </a:ext>
            </a:extLst>
          </p:cNvPr>
          <p:cNvSpPr>
            <a:spLocks noChangeArrowheads="1"/>
          </p:cNvSpPr>
          <p:nvPr/>
        </p:nvSpPr>
        <p:spPr bwMode="auto">
          <a:xfrm>
            <a:off x="2400301" y="717947"/>
            <a:ext cx="1297781" cy="304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8864" name="Rectangle 13">
            <a:extLst>
              <a:ext uri="{FF2B5EF4-FFF2-40B4-BE49-F238E27FC236}">
                <a16:creationId xmlns:a16="http://schemas.microsoft.com/office/drawing/2014/main" id="{D3A4DAC9-F2E2-E747-80BF-B79A22A0E297}"/>
              </a:ext>
            </a:extLst>
          </p:cNvPr>
          <p:cNvSpPr>
            <a:spLocks noChangeArrowheads="1"/>
          </p:cNvSpPr>
          <p:nvPr/>
        </p:nvSpPr>
        <p:spPr bwMode="auto">
          <a:xfrm>
            <a:off x="2341960" y="695325"/>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78865" name="Rectangle 14">
            <a:extLst>
              <a:ext uri="{FF2B5EF4-FFF2-40B4-BE49-F238E27FC236}">
                <a16:creationId xmlns:a16="http://schemas.microsoft.com/office/drawing/2014/main" id="{2A3EDEDD-6854-E646-A17C-D6DFBC507318}"/>
              </a:ext>
            </a:extLst>
          </p:cNvPr>
          <p:cNvSpPr>
            <a:spLocks noChangeArrowheads="1"/>
          </p:cNvSpPr>
          <p:nvPr/>
        </p:nvSpPr>
        <p:spPr bwMode="auto">
          <a:xfrm>
            <a:off x="1497806" y="716757"/>
            <a:ext cx="88463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8866" name="Line 15">
            <a:extLst>
              <a:ext uri="{FF2B5EF4-FFF2-40B4-BE49-F238E27FC236}">
                <a16:creationId xmlns:a16="http://schemas.microsoft.com/office/drawing/2014/main" id="{A4C21FBA-D374-CD40-BF81-4B473A238ABD}"/>
              </a:ext>
            </a:extLst>
          </p:cNvPr>
          <p:cNvSpPr>
            <a:spLocks noChangeShapeType="1"/>
          </p:cNvSpPr>
          <p:nvPr/>
        </p:nvSpPr>
        <p:spPr bwMode="auto">
          <a:xfrm>
            <a:off x="2574131" y="700088"/>
            <a:ext cx="0" cy="316706"/>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8867" name="Line 16">
            <a:extLst>
              <a:ext uri="{FF2B5EF4-FFF2-40B4-BE49-F238E27FC236}">
                <a16:creationId xmlns:a16="http://schemas.microsoft.com/office/drawing/2014/main" id="{B985FE08-1AF8-7945-AA41-CF58A82EF850}"/>
              </a:ext>
            </a:extLst>
          </p:cNvPr>
          <p:cNvSpPr>
            <a:spLocks noChangeShapeType="1"/>
          </p:cNvSpPr>
          <p:nvPr/>
        </p:nvSpPr>
        <p:spPr bwMode="auto">
          <a:xfrm>
            <a:off x="3702844" y="700087"/>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8868" name="Line 17">
            <a:extLst>
              <a:ext uri="{FF2B5EF4-FFF2-40B4-BE49-F238E27FC236}">
                <a16:creationId xmlns:a16="http://schemas.microsoft.com/office/drawing/2014/main" id="{D2BC1E9C-4774-3E44-8AE7-DCDDBCFC0A49}"/>
              </a:ext>
            </a:extLst>
          </p:cNvPr>
          <p:cNvSpPr>
            <a:spLocks noChangeShapeType="1"/>
          </p:cNvSpPr>
          <p:nvPr/>
        </p:nvSpPr>
        <p:spPr bwMode="auto">
          <a:xfrm>
            <a:off x="2380060"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69" name="Line 18">
            <a:extLst>
              <a:ext uri="{FF2B5EF4-FFF2-40B4-BE49-F238E27FC236}">
                <a16:creationId xmlns:a16="http://schemas.microsoft.com/office/drawing/2014/main" id="{FB7DF604-C192-4042-956D-F8705D477934}"/>
              </a:ext>
            </a:extLst>
          </p:cNvPr>
          <p:cNvSpPr>
            <a:spLocks noChangeShapeType="1"/>
          </p:cNvSpPr>
          <p:nvPr/>
        </p:nvSpPr>
        <p:spPr bwMode="auto">
          <a:xfrm>
            <a:off x="3702844"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70" name="Line 19">
            <a:extLst>
              <a:ext uri="{FF2B5EF4-FFF2-40B4-BE49-F238E27FC236}">
                <a16:creationId xmlns:a16="http://schemas.microsoft.com/office/drawing/2014/main" id="{5A85806E-5F26-1641-92A9-8CE9A99DEC47}"/>
              </a:ext>
            </a:extLst>
          </p:cNvPr>
          <p:cNvSpPr>
            <a:spLocks noChangeShapeType="1"/>
          </p:cNvSpPr>
          <p:nvPr/>
        </p:nvSpPr>
        <p:spPr bwMode="auto">
          <a:xfrm>
            <a:off x="7685485"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71" name="Line 21">
            <a:extLst>
              <a:ext uri="{FF2B5EF4-FFF2-40B4-BE49-F238E27FC236}">
                <a16:creationId xmlns:a16="http://schemas.microsoft.com/office/drawing/2014/main" id="{89481A0D-8FCC-5C4A-AB0C-A610D4182BB3}"/>
              </a:ext>
            </a:extLst>
          </p:cNvPr>
          <p:cNvSpPr>
            <a:spLocks noChangeShapeType="1"/>
          </p:cNvSpPr>
          <p:nvPr/>
        </p:nvSpPr>
        <p:spPr bwMode="auto">
          <a:xfrm flipV="1">
            <a:off x="5054204" y="2184798"/>
            <a:ext cx="2606278" cy="2381"/>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8872" name="Rectangle 23">
            <a:extLst>
              <a:ext uri="{FF2B5EF4-FFF2-40B4-BE49-F238E27FC236}">
                <a16:creationId xmlns:a16="http://schemas.microsoft.com/office/drawing/2014/main" id="{D1457022-B9CB-754A-B0EF-50EC981E5937}"/>
              </a:ext>
            </a:extLst>
          </p:cNvPr>
          <p:cNvSpPr>
            <a:spLocks noChangeArrowheads="1"/>
          </p:cNvSpPr>
          <p:nvPr/>
        </p:nvSpPr>
        <p:spPr bwMode="auto">
          <a:xfrm>
            <a:off x="5966134" y="2051448"/>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8873" name="Line 24">
            <a:extLst>
              <a:ext uri="{FF2B5EF4-FFF2-40B4-BE49-F238E27FC236}">
                <a16:creationId xmlns:a16="http://schemas.microsoft.com/office/drawing/2014/main" id="{FFA70EBD-5D7F-164F-ACF1-37B3536233DE}"/>
              </a:ext>
            </a:extLst>
          </p:cNvPr>
          <p:cNvSpPr>
            <a:spLocks noChangeShapeType="1"/>
          </p:cNvSpPr>
          <p:nvPr/>
        </p:nvSpPr>
        <p:spPr bwMode="auto">
          <a:xfrm>
            <a:off x="2408635"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74" name="Line 25">
            <a:extLst>
              <a:ext uri="{FF2B5EF4-FFF2-40B4-BE49-F238E27FC236}">
                <a16:creationId xmlns:a16="http://schemas.microsoft.com/office/drawing/2014/main" id="{A84D0732-0064-174A-8597-07499164E78E}"/>
              </a:ext>
            </a:extLst>
          </p:cNvPr>
          <p:cNvSpPr>
            <a:spLocks noChangeShapeType="1"/>
          </p:cNvSpPr>
          <p:nvPr/>
        </p:nvSpPr>
        <p:spPr bwMode="auto">
          <a:xfrm>
            <a:off x="5054204"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75" name="Line 26">
            <a:extLst>
              <a:ext uri="{FF2B5EF4-FFF2-40B4-BE49-F238E27FC236}">
                <a16:creationId xmlns:a16="http://schemas.microsoft.com/office/drawing/2014/main" id="{0ECAB9B2-94DE-6648-8627-645CBAFEB561}"/>
              </a:ext>
            </a:extLst>
          </p:cNvPr>
          <p:cNvSpPr>
            <a:spLocks noChangeShapeType="1"/>
          </p:cNvSpPr>
          <p:nvPr/>
        </p:nvSpPr>
        <p:spPr bwMode="auto">
          <a:xfrm>
            <a:off x="7675960"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76" name="Rectangle 28">
            <a:extLst>
              <a:ext uri="{FF2B5EF4-FFF2-40B4-BE49-F238E27FC236}">
                <a16:creationId xmlns:a16="http://schemas.microsoft.com/office/drawing/2014/main" id="{55074F98-B846-574D-8F22-DCCD77A12B17}"/>
              </a:ext>
            </a:extLst>
          </p:cNvPr>
          <p:cNvSpPr>
            <a:spLocks noChangeArrowheads="1"/>
          </p:cNvSpPr>
          <p:nvPr/>
        </p:nvSpPr>
        <p:spPr bwMode="auto">
          <a:xfrm>
            <a:off x="1512094" y="1714500"/>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8877" name="Line 29">
            <a:extLst>
              <a:ext uri="{FF2B5EF4-FFF2-40B4-BE49-F238E27FC236}">
                <a16:creationId xmlns:a16="http://schemas.microsoft.com/office/drawing/2014/main" id="{09A8EE99-AD4D-EB42-AE1A-6DD8117B6705}"/>
              </a:ext>
            </a:extLst>
          </p:cNvPr>
          <p:cNvSpPr>
            <a:spLocks noChangeShapeType="1"/>
          </p:cNvSpPr>
          <p:nvPr/>
        </p:nvSpPr>
        <p:spPr bwMode="auto">
          <a:xfrm>
            <a:off x="5054204" y="1713310"/>
            <a:ext cx="0" cy="3250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8878" name="Rectangle 30">
            <a:extLst>
              <a:ext uri="{FF2B5EF4-FFF2-40B4-BE49-F238E27FC236}">
                <a16:creationId xmlns:a16="http://schemas.microsoft.com/office/drawing/2014/main" id="{817DD2A3-7069-B54C-B803-411D141499F0}"/>
              </a:ext>
            </a:extLst>
          </p:cNvPr>
          <p:cNvSpPr>
            <a:spLocks noChangeArrowheads="1"/>
          </p:cNvSpPr>
          <p:nvPr/>
        </p:nvSpPr>
        <p:spPr bwMode="auto">
          <a:xfrm>
            <a:off x="1512094" y="2686050"/>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C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8879" name="Rectangle 31">
            <a:extLst>
              <a:ext uri="{FF2B5EF4-FFF2-40B4-BE49-F238E27FC236}">
                <a16:creationId xmlns:a16="http://schemas.microsoft.com/office/drawing/2014/main" id="{7ACEB87E-4CF7-F948-982A-86A710B6C6E8}"/>
              </a:ext>
            </a:extLst>
          </p:cNvPr>
          <p:cNvSpPr>
            <a:spLocks noChangeArrowheads="1"/>
          </p:cNvSpPr>
          <p:nvPr/>
        </p:nvSpPr>
        <p:spPr bwMode="auto">
          <a:xfrm>
            <a:off x="2653904" y="270033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78880" name="Rectangle 32">
            <a:extLst>
              <a:ext uri="{FF2B5EF4-FFF2-40B4-BE49-F238E27FC236}">
                <a16:creationId xmlns:a16="http://schemas.microsoft.com/office/drawing/2014/main" id="{CA119322-075E-F447-B5EF-59396520D826}"/>
              </a:ext>
            </a:extLst>
          </p:cNvPr>
          <p:cNvSpPr>
            <a:spLocks noChangeArrowheads="1"/>
          </p:cNvSpPr>
          <p:nvPr/>
        </p:nvSpPr>
        <p:spPr bwMode="auto">
          <a:xfrm>
            <a:off x="2363392" y="2694385"/>
            <a:ext cx="36433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78881" name="Rectangle 33">
            <a:extLst>
              <a:ext uri="{FF2B5EF4-FFF2-40B4-BE49-F238E27FC236}">
                <a16:creationId xmlns:a16="http://schemas.microsoft.com/office/drawing/2014/main" id="{F78EAAA2-602B-6E4C-85FB-66BB040A55C6}"/>
              </a:ext>
            </a:extLst>
          </p:cNvPr>
          <p:cNvSpPr>
            <a:spLocks noChangeArrowheads="1"/>
          </p:cNvSpPr>
          <p:nvPr/>
        </p:nvSpPr>
        <p:spPr bwMode="auto">
          <a:xfrm>
            <a:off x="2509838" y="2700338"/>
            <a:ext cx="36195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78882" name="Line 34">
            <a:extLst>
              <a:ext uri="{FF2B5EF4-FFF2-40B4-BE49-F238E27FC236}">
                <a16:creationId xmlns:a16="http://schemas.microsoft.com/office/drawing/2014/main" id="{4F477985-DB3E-354F-A119-55457C6D2DD0}"/>
              </a:ext>
            </a:extLst>
          </p:cNvPr>
          <p:cNvSpPr>
            <a:spLocks noChangeShapeType="1"/>
          </p:cNvSpPr>
          <p:nvPr/>
        </p:nvSpPr>
        <p:spPr bwMode="auto">
          <a:xfrm>
            <a:off x="2921794" y="2677716"/>
            <a:ext cx="0" cy="32980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8883" name="Line 35">
            <a:extLst>
              <a:ext uri="{FF2B5EF4-FFF2-40B4-BE49-F238E27FC236}">
                <a16:creationId xmlns:a16="http://schemas.microsoft.com/office/drawing/2014/main" id="{199CBFC4-E0EB-6845-B320-DC310F0956A5}"/>
              </a:ext>
            </a:extLst>
          </p:cNvPr>
          <p:cNvSpPr>
            <a:spLocks noChangeShapeType="1"/>
          </p:cNvSpPr>
          <p:nvPr/>
        </p:nvSpPr>
        <p:spPr bwMode="auto">
          <a:xfrm>
            <a:off x="6405563" y="2674144"/>
            <a:ext cx="0" cy="330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8884" name="Line 37">
            <a:extLst>
              <a:ext uri="{FF2B5EF4-FFF2-40B4-BE49-F238E27FC236}">
                <a16:creationId xmlns:a16="http://schemas.microsoft.com/office/drawing/2014/main" id="{07903362-4A27-C24F-BD17-C989267221E3}"/>
              </a:ext>
            </a:extLst>
          </p:cNvPr>
          <p:cNvSpPr>
            <a:spLocks noChangeShapeType="1"/>
          </p:cNvSpPr>
          <p:nvPr/>
        </p:nvSpPr>
        <p:spPr bwMode="auto">
          <a:xfrm flipV="1">
            <a:off x="6409135" y="3157538"/>
            <a:ext cx="1276350" cy="13097"/>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nvGrpSpPr>
          <p:cNvPr id="78885" name="Group 39">
            <a:extLst>
              <a:ext uri="{FF2B5EF4-FFF2-40B4-BE49-F238E27FC236}">
                <a16:creationId xmlns:a16="http://schemas.microsoft.com/office/drawing/2014/main" id="{ED94F936-D390-BD4C-99D2-686077BE4B0E}"/>
              </a:ext>
            </a:extLst>
          </p:cNvPr>
          <p:cNvGrpSpPr>
            <a:grpSpLocks/>
          </p:cNvGrpSpPr>
          <p:nvPr/>
        </p:nvGrpSpPr>
        <p:grpSpPr bwMode="auto">
          <a:xfrm>
            <a:off x="6706789" y="3027760"/>
            <a:ext cx="741645" cy="482430"/>
            <a:chOff x="2832" y="3024"/>
            <a:chExt cx="429" cy="381"/>
          </a:xfrm>
        </p:grpSpPr>
        <p:sp>
          <p:nvSpPr>
            <p:cNvPr id="78904" name="Rectangle 40">
              <a:extLst>
                <a:ext uri="{FF2B5EF4-FFF2-40B4-BE49-F238E27FC236}">
                  <a16:creationId xmlns:a16="http://schemas.microsoft.com/office/drawing/2014/main" id="{F916ABD3-563A-C640-BCC9-5E47F6BBFA51}"/>
                </a:ext>
              </a:extLst>
            </p:cNvPr>
            <p:cNvSpPr>
              <a:spLocks noChangeArrowheads="1"/>
            </p:cNvSpPr>
            <p:nvPr/>
          </p:nvSpPr>
          <p:spPr bwMode="auto">
            <a:xfrm>
              <a:off x="2832" y="3072"/>
              <a:ext cx="426" cy="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8905" name="Rectangle 41">
              <a:extLst>
                <a:ext uri="{FF2B5EF4-FFF2-40B4-BE49-F238E27FC236}">
                  <a16:creationId xmlns:a16="http://schemas.microsoft.com/office/drawing/2014/main" id="{07CDF053-7F8F-494A-A69F-0E6609CA732B}"/>
                </a:ext>
              </a:extLst>
            </p:cNvPr>
            <p:cNvSpPr>
              <a:spLocks noChangeArrowheads="1"/>
            </p:cNvSpPr>
            <p:nvPr/>
          </p:nvSpPr>
          <p:spPr bwMode="auto">
            <a:xfrm>
              <a:off x="2847" y="3024"/>
              <a:ext cx="414"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grpSp>
      <p:sp>
        <p:nvSpPr>
          <p:cNvPr id="78886" name="Line 42">
            <a:extLst>
              <a:ext uri="{FF2B5EF4-FFF2-40B4-BE49-F238E27FC236}">
                <a16:creationId xmlns:a16="http://schemas.microsoft.com/office/drawing/2014/main" id="{184945E1-13A2-614B-BDE6-40C04002A4A6}"/>
              </a:ext>
            </a:extLst>
          </p:cNvPr>
          <p:cNvSpPr>
            <a:spLocks noChangeShapeType="1"/>
          </p:cNvSpPr>
          <p:nvPr/>
        </p:nvSpPr>
        <p:spPr bwMode="auto">
          <a:xfrm>
            <a:off x="2408635" y="3055144"/>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87" name="Line 43">
            <a:extLst>
              <a:ext uri="{FF2B5EF4-FFF2-40B4-BE49-F238E27FC236}">
                <a16:creationId xmlns:a16="http://schemas.microsoft.com/office/drawing/2014/main" id="{923EE223-9653-C94C-A4F1-F977114BFC6B}"/>
              </a:ext>
            </a:extLst>
          </p:cNvPr>
          <p:cNvSpPr>
            <a:spLocks noChangeShapeType="1"/>
          </p:cNvSpPr>
          <p:nvPr/>
        </p:nvSpPr>
        <p:spPr bwMode="auto">
          <a:xfrm>
            <a:off x="6409135" y="3057525"/>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88" name="Line 44">
            <a:extLst>
              <a:ext uri="{FF2B5EF4-FFF2-40B4-BE49-F238E27FC236}">
                <a16:creationId xmlns:a16="http://schemas.microsoft.com/office/drawing/2014/main" id="{ABF709FB-03D7-FF4D-8D57-7C0D36CE223B}"/>
              </a:ext>
            </a:extLst>
          </p:cNvPr>
          <p:cNvSpPr>
            <a:spLocks noChangeShapeType="1"/>
          </p:cNvSpPr>
          <p:nvPr/>
        </p:nvSpPr>
        <p:spPr bwMode="auto">
          <a:xfrm>
            <a:off x="7675960" y="30432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89" name="Rectangle 45">
            <a:extLst>
              <a:ext uri="{FF2B5EF4-FFF2-40B4-BE49-F238E27FC236}">
                <a16:creationId xmlns:a16="http://schemas.microsoft.com/office/drawing/2014/main" id="{98AA5A34-2C9F-594B-9F77-F4B9D1FF0306}"/>
              </a:ext>
            </a:extLst>
          </p:cNvPr>
          <p:cNvSpPr>
            <a:spLocks noChangeArrowheads="1"/>
          </p:cNvSpPr>
          <p:nvPr/>
        </p:nvSpPr>
        <p:spPr bwMode="auto">
          <a:xfrm>
            <a:off x="2403872" y="3711179"/>
            <a:ext cx="5300663"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8890" name="Rectangle 46">
            <a:extLst>
              <a:ext uri="{FF2B5EF4-FFF2-40B4-BE49-F238E27FC236}">
                <a16:creationId xmlns:a16="http://schemas.microsoft.com/office/drawing/2014/main" id="{45BB2887-0EC3-AE4A-87B0-D41727707CDF}"/>
              </a:ext>
            </a:extLst>
          </p:cNvPr>
          <p:cNvSpPr>
            <a:spLocks noChangeArrowheads="1"/>
          </p:cNvSpPr>
          <p:nvPr/>
        </p:nvSpPr>
        <p:spPr bwMode="auto">
          <a:xfrm>
            <a:off x="1497807" y="371951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D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8891" name="Line 47">
            <a:extLst>
              <a:ext uri="{FF2B5EF4-FFF2-40B4-BE49-F238E27FC236}">
                <a16:creationId xmlns:a16="http://schemas.microsoft.com/office/drawing/2014/main" id="{68D3C6C2-C8DD-7144-B86C-EF42F62BB2F1}"/>
              </a:ext>
            </a:extLst>
          </p:cNvPr>
          <p:cNvSpPr>
            <a:spLocks noChangeShapeType="1"/>
          </p:cNvSpPr>
          <p:nvPr/>
        </p:nvSpPr>
        <p:spPr bwMode="auto">
          <a:xfrm>
            <a:off x="2989660" y="3717132"/>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8892" name="Rectangle 48">
            <a:extLst>
              <a:ext uri="{FF2B5EF4-FFF2-40B4-BE49-F238E27FC236}">
                <a16:creationId xmlns:a16="http://schemas.microsoft.com/office/drawing/2014/main" id="{DFAE10FF-FBBA-3F42-87B2-062BBCB33055}"/>
              </a:ext>
            </a:extLst>
          </p:cNvPr>
          <p:cNvSpPr>
            <a:spLocks noChangeArrowheads="1"/>
          </p:cNvSpPr>
          <p:nvPr/>
        </p:nvSpPr>
        <p:spPr bwMode="auto">
          <a:xfrm>
            <a:off x="2356247" y="3709988"/>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78893" name="Rectangle 49">
            <a:extLst>
              <a:ext uri="{FF2B5EF4-FFF2-40B4-BE49-F238E27FC236}">
                <a16:creationId xmlns:a16="http://schemas.microsoft.com/office/drawing/2014/main" id="{7DFF9A69-9F5F-3241-A6C4-67A0122F4987}"/>
              </a:ext>
            </a:extLst>
          </p:cNvPr>
          <p:cNvSpPr>
            <a:spLocks noChangeArrowheads="1"/>
          </p:cNvSpPr>
          <p:nvPr/>
        </p:nvSpPr>
        <p:spPr bwMode="auto">
          <a:xfrm>
            <a:off x="4480323" y="373261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多 播 地 址</a:t>
            </a:r>
          </a:p>
        </p:txBody>
      </p:sp>
      <p:sp>
        <p:nvSpPr>
          <p:cNvPr id="78894" name="Rectangle 50">
            <a:extLst>
              <a:ext uri="{FF2B5EF4-FFF2-40B4-BE49-F238E27FC236}">
                <a16:creationId xmlns:a16="http://schemas.microsoft.com/office/drawing/2014/main" id="{255A0803-2903-544F-8FA1-57557E223F06}"/>
              </a:ext>
            </a:extLst>
          </p:cNvPr>
          <p:cNvSpPr>
            <a:spLocks noChangeArrowheads="1"/>
          </p:cNvSpPr>
          <p:nvPr/>
        </p:nvSpPr>
        <p:spPr bwMode="auto">
          <a:xfrm>
            <a:off x="2409826" y="4436269"/>
            <a:ext cx="5289947"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8895" name="Rectangle 51">
            <a:extLst>
              <a:ext uri="{FF2B5EF4-FFF2-40B4-BE49-F238E27FC236}">
                <a16:creationId xmlns:a16="http://schemas.microsoft.com/office/drawing/2014/main" id="{D23B38AF-7F6F-4B46-9C62-C4E0E34A9890}"/>
              </a:ext>
            </a:extLst>
          </p:cNvPr>
          <p:cNvSpPr>
            <a:spLocks noChangeArrowheads="1"/>
          </p:cNvSpPr>
          <p:nvPr/>
        </p:nvSpPr>
        <p:spPr bwMode="auto">
          <a:xfrm>
            <a:off x="1525191" y="4443413"/>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E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8896" name="Rectangle 52">
            <a:extLst>
              <a:ext uri="{FF2B5EF4-FFF2-40B4-BE49-F238E27FC236}">
                <a16:creationId xmlns:a16="http://schemas.microsoft.com/office/drawing/2014/main" id="{DCFDB5BE-5365-3E4E-8A0D-D55B644B6100}"/>
              </a:ext>
            </a:extLst>
          </p:cNvPr>
          <p:cNvSpPr>
            <a:spLocks noChangeArrowheads="1"/>
          </p:cNvSpPr>
          <p:nvPr/>
        </p:nvSpPr>
        <p:spPr bwMode="auto">
          <a:xfrm>
            <a:off x="4071938" y="4451748"/>
            <a:ext cx="18009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保 留 为 今 后 使 用</a:t>
            </a:r>
          </a:p>
        </p:txBody>
      </p:sp>
      <p:sp>
        <p:nvSpPr>
          <p:cNvPr id="78897" name="Line 53">
            <a:extLst>
              <a:ext uri="{FF2B5EF4-FFF2-40B4-BE49-F238E27FC236}">
                <a16:creationId xmlns:a16="http://schemas.microsoft.com/office/drawing/2014/main" id="{F20A57A0-A81A-1E44-AFAE-859E29C299B2}"/>
              </a:ext>
            </a:extLst>
          </p:cNvPr>
          <p:cNvSpPr>
            <a:spLocks noChangeShapeType="1"/>
          </p:cNvSpPr>
          <p:nvPr/>
        </p:nvSpPr>
        <p:spPr bwMode="auto">
          <a:xfrm>
            <a:off x="2951560" y="4455319"/>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8898" name="Rectangle 54">
            <a:extLst>
              <a:ext uri="{FF2B5EF4-FFF2-40B4-BE49-F238E27FC236}">
                <a16:creationId xmlns:a16="http://schemas.microsoft.com/office/drawing/2014/main" id="{BD341A31-8C3A-C041-BFD7-76AD4610E533}"/>
              </a:ext>
            </a:extLst>
          </p:cNvPr>
          <p:cNvSpPr>
            <a:spLocks noChangeArrowheads="1"/>
          </p:cNvSpPr>
          <p:nvPr/>
        </p:nvSpPr>
        <p:spPr bwMode="auto">
          <a:xfrm>
            <a:off x="2356247" y="4441032"/>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78899" name="Rectangle 56">
            <a:extLst>
              <a:ext uri="{FF2B5EF4-FFF2-40B4-BE49-F238E27FC236}">
                <a16:creationId xmlns:a16="http://schemas.microsoft.com/office/drawing/2014/main" id="{D12995E7-F4A3-4E49-88C5-2BA474368A13}"/>
              </a:ext>
            </a:extLst>
          </p:cNvPr>
          <p:cNvSpPr>
            <a:spLocks noChangeArrowheads="1"/>
          </p:cNvSpPr>
          <p:nvPr/>
        </p:nvSpPr>
        <p:spPr bwMode="auto">
          <a:xfrm>
            <a:off x="2497932" y="1702594"/>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78900" name="Rectangle 57">
            <a:extLst>
              <a:ext uri="{FF2B5EF4-FFF2-40B4-BE49-F238E27FC236}">
                <a16:creationId xmlns:a16="http://schemas.microsoft.com/office/drawing/2014/main" id="{A7BFC6B1-39E1-D94C-A933-608F6AB6E44B}"/>
              </a:ext>
            </a:extLst>
          </p:cNvPr>
          <p:cNvSpPr>
            <a:spLocks noChangeArrowheads="1"/>
          </p:cNvSpPr>
          <p:nvPr/>
        </p:nvSpPr>
        <p:spPr bwMode="auto">
          <a:xfrm>
            <a:off x="2353867" y="1702594"/>
            <a:ext cx="36314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78901" name="Line 58">
            <a:extLst>
              <a:ext uri="{FF2B5EF4-FFF2-40B4-BE49-F238E27FC236}">
                <a16:creationId xmlns:a16="http://schemas.microsoft.com/office/drawing/2014/main" id="{FCC22492-BB0E-3B42-AB68-75D2E174F39E}"/>
              </a:ext>
            </a:extLst>
          </p:cNvPr>
          <p:cNvSpPr>
            <a:spLocks noChangeShapeType="1"/>
          </p:cNvSpPr>
          <p:nvPr/>
        </p:nvSpPr>
        <p:spPr bwMode="auto">
          <a:xfrm>
            <a:off x="2767013" y="1700213"/>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8902" name="AutoShape 61">
            <a:extLst>
              <a:ext uri="{FF2B5EF4-FFF2-40B4-BE49-F238E27FC236}">
                <a16:creationId xmlns:a16="http://schemas.microsoft.com/office/drawing/2014/main" id="{84940FFC-6D92-C64F-8988-B69FC3817E0C}"/>
              </a:ext>
            </a:extLst>
          </p:cNvPr>
          <p:cNvSpPr>
            <a:spLocks noChangeArrowheads="1"/>
          </p:cNvSpPr>
          <p:nvPr/>
        </p:nvSpPr>
        <p:spPr bwMode="auto">
          <a:xfrm>
            <a:off x="2303860" y="3543300"/>
            <a:ext cx="5130403" cy="485775"/>
          </a:xfrm>
          <a:prstGeom prst="wedgeRoundRectCallout">
            <a:avLst>
              <a:gd name="adj1" fmla="val -30759"/>
              <a:gd name="adj2" fmla="val -608333"/>
              <a:gd name="adj3" fmla="val 16667"/>
            </a:avLst>
          </a:prstGeom>
          <a:solidFill>
            <a:srgbClr val="66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A </a:t>
            </a:r>
            <a:r>
              <a:rPr lang="zh-CN" altLang="en-US" sz="2100">
                <a:latin typeface="Arial" panose="020B0604020202020204" pitchFamily="34" charset="0"/>
                <a:ea typeface="宋体" panose="02010600030101010101" pitchFamily="2" charset="-122"/>
                <a:cs typeface="黑体" panose="02010609060101010101" pitchFamily="49" charset="-122"/>
              </a:rPr>
              <a:t>类地址的网络号字段 </a:t>
            </a:r>
            <a:r>
              <a:rPr lang="en-US" altLang="zh-CN" sz="2100">
                <a:latin typeface="Arial" panose="020B0604020202020204" pitchFamily="34" charset="0"/>
                <a:ea typeface="宋体" panose="02010600030101010101" pitchFamily="2" charset="-122"/>
                <a:cs typeface="黑体" panose="02010609060101010101" pitchFamily="49" charset="-122"/>
              </a:rPr>
              <a:t>net-id </a:t>
            </a:r>
            <a:r>
              <a:rPr lang="zh-CN" altLang="en-US" sz="2100">
                <a:latin typeface="Arial" panose="020B0604020202020204" pitchFamily="34" charset="0"/>
                <a:ea typeface="宋体" panose="02010600030101010101" pitchFamily="2" charset="-122"/>
                <a:cs typeface="黑体" panose="02010609060101010101" pitchFamily="49" charset="-122"/>
              </a:rPr>
              <a:t>为 </a:t>
            </a:r>
            <a:r>
              <a:rPr lang="en-US" altLang="zh-CN" sz="2100">
                <a:latin typeface="Arial" panose="020B0604020202020204" pitchFamily="34" charset="0"/>
                <a:ea typeface="宋体" panose="02010600030101010101" pitchFamily="2" charset="-122"/>
                <a:cs typeface="黑体" panose="02010609060101010101" pitchFamily="49" charset="-122"/>
              </a:rPr>
              <a:t>1 </a:t>
            </a:r>
            <a:r>
              <a:rPr lang="zh-CN" altLang="en-US" sz="2100">
                <a:latin typeface="Arial" panose="020B0604020202020204" pitchFamily="34" charset="0"/>
                <a:ea typeface="宋体" panose="02010600030101010101" pitchFamily="2" charset="-122"/>
                <a:cs typeface="黑体" panose="02010609060101010101" pitchFamily="49" charset="-122"/>
              </a:rPr>
              <a:t>字节</a:t>
            </a:r>
          </a:p>
        </p:txBody>
      </p:sp>
      <p:sp>
        <p:nvSpPr>
          <p:cNvPr id="78903" name="幻灯片编号占位符 1">
            <a:extLst>
              <a:ext uri="{FF2B5EF4-FFF2-40B4-BE49-F238E27FC236}">
                <a16:creationId xmlns:a16="http://schemas.microsoft.com/office/drawing/2014/main" id="{18036010-AF06-9740-967C-2E2B3E187A92}"/>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13B42F5-6C46-BE49-AD17-9F475F33D4FA}"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249213865"/>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0897" name="Line 2">
            <a:extLst>
              <a:ext uri="{FF2B5EF4-FFF2-40B4-BE49-F238E27FC236}">
                <a16:creationId xmlns:a16="http://schemas.microsoft.com/office/drawing/2014/main" id="{67B6BD35-2CFF-4243-B683-EB3F99A6A696}"/>
              </a:ext>
            </a:extLst>
          </p:cNvPr>
          <p:cNvSpPr>
            <a:spLocks noChangeShapeType="1"/>
          </p:cNvSpPr>
          <p:nvPr/>
        </p:nvSpPr>
        <p:spPr bwMode="auto">
          <a:xfrm flipV="1">
            <a:off x="2408635" y="3169444"/>
            <a:ext cx="397906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0898" name="Rectangle 3">
            <a:extLst>
              <a:ext uri="{FF2B5EF4-FFF2-40B4-BE49-F238E27FC236}">
                <a16:creationId xmlns:a16="http://schemas.microsoft.com/office/drawing/2014/main" id="{9C19C3D0-4EEC-4B48-9273-15ACFFEC9AC9}"/>
              </a:ext>
            </a:extLst>
          </p:cNvPr>
          <p:cNvSpPr>
            <a:spLocks noChangeArrowheads="1"/>
          </p:cNvSpPr>
          <p:nvPr/>
        </p:nvSpPr>
        <p:spPr bwMode="auto">
          <a:xfrm>
            <a:off x="3956447" y="3006329"/>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0899" name="Rectangle 4">
            <a:extLst>
              <a:ext uri="{FF2B5EF4-FFF2-40B4-BE49-F238E27FC236}">
                <a16:creationId xmlns:a16="http://schemas.microsoft.com/office/drawing/2014/main" id="{7F7A779E-353C-674C-B792-31ED299CCDA4}"/>
              </a:ext>
            </a:extLst>
          </p:cNvPr>
          <p:cNvSpPr>
            <a:spLocks noChangeArrowheads="1"/>
          </p:cNvSpPr>
          <p:nvPr/>
        </p:nvSpPr>
        <p:spPr bwMode="auto">
          <a:xfrm>
            <a:off x="2408635" y="2678906"/>
            <a:ext cx="5285184" cy="33337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0900" name="Line 5">
            <a:extLst>
              <a:ext uri="{FF2B5EF4-FFF2-40B4-BE49-F238E27FC236}">
                <a16:creationId xmlns:a16="http://schemas.microsoft.com/office/drawing/2014/main" id="{DBD007B8-92E9-4745-89AC-3AADF0CA7ECC}"/>
              </a:ext>
            </a:extLst>
          </p:cNvPr>
          <p:cNvSpPr>
            <a:spLocks noChangeShapeType="1"/>
          </p:cNvSpPr>
          <p:nvPr/>
        </p:nvSpPr>
        <p:spPr bwMode="auto">
          <a:xfrm>
            <a:off x="3702844" y="1183481"/>
            <a:ext cx="39826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0901" name="Rectangle 6">
            <a:extLst>
              <a:ext uri="{FF2B5EF4-FFF2-40B4-BE49-F238E27FC236}">
                <a16:creationId xmlns:a16="http://schemas.microsoft.com/office/drawing/2014/main" id="{49725EC0-9B4D-E94D-ACCF-2C64372E6446}"/>
              </a:ext>
            </a:extLst>
          </p:cNvPr>
          <p:cNvSpPr>
            <a:spLocks noChangeArrowheads="1"/>
          </p:cNvSpPr>
          <p:nvPr/>
        </p:nvSpPr>
        <p:spPr bwMode="auto">
          <a:xfrm>
            <a:off x="5117219" y="1027510"/>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0902" name="Line 7">
            <a:extLst>
              <a:ext uri="{FF2B5EF4-FFF2-40B4-BE49-F238E27FC236}">
                <a16:creationId xmlns:a16="http://schemas.microsoft.com/office/drawing/2014/main" id="{DDF2FAFF-4555-3946-BD36-D8D7BD48DBE1}"/>
              </a:ext>
            </a:extLst>
          </p:cNvPr>
          <p:cNvSpPr>
            <a:spLocks noChangeShapeType="1"/>
          </p:cNvSpPr>
          <p:nvPr/>
        </p:nvSpPr>
        <p:spPr bwMode="auto">
          <a:xfrm flipV="1">
            <a:off x="2438400" y="2184797"/>
            <a:ext cx="260627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0903" name="Rectangle 8">
            <a:extLst>
              <a:ext uri="{FF2B5EF4-FFF2-40B4-BE49-F238E27FC236}">
                <a16:creationId xmlns:a16="http://schemas.microsoft.com/office/drawing/2014/main" id="{7245BCFC-6585-E74F-BD6A-A0492FC8BC30}"/>
              </a:ext>
            </a:extLst>
          </p:cNvPr>
          <p:cNvSpPr>
            <a:spLocks noChangeArrowheads="1"/>
          </p:cNvSpPr>
          <p:nvPr/>
        </p:nvSpPr>
        <p:spPr bwMode="auto">
          <a:xfrm>
            <a:off x="3281363" y="2031207"/>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0904" name="Line 9">
            <a:extLst>
              <a:ext uri="{FF2B5EF4-FFF2-40B4-BE49-F238E27FC236}">
                <a16:creationId xmlns:a16="http://schemas.microsoft.com/office/drawing/2014/main" id="{19EFB378-3B2C-B644-9879-90CEABF09B7D}"/>
              </a:ext>
            </a:extLst>
          </p:cNvPr>
          <p:cNvSpPr>
            <a:spLocks noChangeShapeType="1"/>
          </p:cNvSpPr>
          <p:nvPr/>
        </p:nvSpPr>
        <p:spPr bwMode="auto">
          <a:xfrm>
            <a:off x="2380060" y="1183481"/>
            <a:ext cx="132278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0905" name="Rectangle 10">
            <a:extLst>
              <a:ext uri="{FF2B5EF4-FFF2-40B4-BE49-F238E27FC236}">
                <a16:creationId xmlns:a16="http://schemas.microsoft.com/office/drawing/2014/main" id="{CF7E2A42-7C37-DC4E-944E-61E8D82A6B35}"/>
              </a:ext>
            </a:extLst>
          </p:cNvPr>
          <p:cNvSpPr>
            <a:spLocks noChangeArrowheads="1"/>
          </p:cNvSpPr>
          <p:nvPr/>
        </p:nvSpPr>
        <p:spPr bwMode="auto">
          <a:xfrm>
            <a:off x="2682261" y="1027510"/>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0906" name="Rectangle 11">
            <a:extLst>
              <a:ext uri="{FF2B5EF4-FFF2-40B4-BE49-F238E27FC236}">
                <a16:creationId xmlns:a16="http://schemas.microsoft.com/office/drawing/2014/main" id="{5F4DE2D8-CB99-DA42-8426-B2B9903E1B66}"/>
              </a:ext>
            </a:extLst>
          </p:cNvPr>
          <p:cNvSpPr>
            <a:spLocks noChangeArrowheads="1"/>
          </p:cNvSpPr>
          <p:nvPr/>
        </p:nvSpPr>
        <p:spPr bwMode="auto">
          <a:xfrm>
            <a:off x="2382441" y="700088"/>
            <a:ext cx="5313759" cy="332185"/>
          </a:xfrm>
          <a:prstGeom prst="rect">
            <a:avLst/>
          </a:prstGeom>
          <a:solidFill>
            <a:srgbClr val="FFFF99"/>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0907" name="Rectangle 12">
            <a:extLst>
              <a:ext uri="{FF2B5EF4-FFF2-40B4-BE49-F238E27FC236}">
                <a16:creationId xmlns:a16="http://schemas.microsoft.com/office/drawing/2014/main" id="{38383053-3925-9746-B485-148C661AC297}"/>
              </a:ext>
            </a:extLst>
          </p:cNvPr>
          <p:cNvSpPr>
            <a:spLocks noChangeArrowheads="1"/>
          </p:cNvSpPr>
          <p:nvPr/>
        </p:nvSpPr>
        <p:spPr bwMode="auto">
          <a:xfrm>
            <a:off x="2397919" y="1706167"/>
            <a:ext cx="5303044" cy="33456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0908" name="Rectangle 13">
            <a:extLst>
              <a:ext uri="{FF2B5EF4-FFF2-40B4-BE49-F238E27FC236}">
                <a16:creationId xmlns:a16="http://schemas.microsoft.com/office/drawing/2014/main" id="{B21D3830-64E0-B248-B1BA-E56D6A56F96C}"/>
              </a:ext>
            </a:extLst>
          </p:cNvPr>
          <p:cNvSpPr>
            <a:spLocks noGrp="1" noChangeArrowheads="1"/>
          </p:cNvSpPr>
          <p:nvPr>
            <p:ph type="title"/>
          </p:nvPr>
        </p:nvSpPr>
        <p:spPr>
          <a:xfrm>
            <a:off x="1439467" y="33337"/>
            <a:ext cx="6411515" cy="576263"/>
          </a:xfrm>
        </p:spPr>
        <p:txBody>
          <a:bodyPr/>
          <a:lstStyle/>
          <a:p>
            <a:pPr algn="ctr" eaLnBrk="1" hangingPunct="1"/>
            <a:r>
              <a:rPr lang="en-US" altLang="zh-CN" sz="3000">
                <a:ea typeface="宋体" panose="02010600030101010101" pitchFamily="2" charset="-122"/>
              </a:rPr>
              <a:t>IP </a:t>
            </a:r>
            <a:r>
              <a:rPr lang="zh-CN" altLang="en-US" sz="3000">
                <a:ea typeface="宋体" panose="02010600030101010101" pitchFamily="2" charset="-122"/>
              </a:rPr>
              <a:t>地址中的网络号字段和主机号字段 </a:t>
            </a:r>
          </a:p>
        </p:txBody>
      </p:sp>
      <p:sp>
        <p:nvSpPr>
          <p:cNvPr id="80909" name="Rectangle 14">
            <a:extLst>
              <a:ext uri="{FF2B5EF4-FFF2-40B4-BE49-F238E27FC236}">
                <a16:creationId xmlns:a16="http://schemas.microsoft.com/office/drawing/2014/main" id="{44F34015-85ED-F248-85E3-59E609FFCE2D}"/>
              </a:ext>
            </a:extLst>
          </p:cNvPr>
          <p:cNvSpPr>
            <a:spLocks noChangeArrowheads="1"/>
          </p:cNvSpPr>
          <p:nvPr/>
        </p:nvSpPr>
        <p:spPr bwMode="auto">
          <a:xfrm>
            <a:off x="2415778" y="2689622"/>
            <a:ext cx="3975497" cy="317897"/>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0910" name="Rectangle 15">
            <a:extLst>
              <a:ext uri="{FF2B5EF4-FFF2-40B4-BE49-F238E27FC236}">
                <a16:creationId xmlns:a16="http://schemas.microsoft.com/office/drawing/2014/main" id="{AEE6C6B0-7B42-5845-82F7-B04220453798}"/>
              </a:ext>
            </a:extLst>
          </p:cNvPr>
          <p:cNvSpPr>
            <a:spLocks noChangeArrowheads="1"/>
          </p:cNvSpPr>
          <p:nvPr/>
        </p:nvSpPr>
        <p:spPr bwMode="auto">
          <a:xfrm>
            <a:off x="2414587" y="1725217"/>
            <a:ext cx="2633663" cy="30718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0911" name="Rectangle 16">
            <a:extLst>
              <a:ext uri="{FF2B5EF4-FFF2-40B4-BE49-F238E27FC236}">
                <a16:creationId xmlns:a16="http://schemas.microsoft.com/office/drawing/2014/main" id="{912C820F-AEC5-CE44-9F98-DD7195296C7E}"/>
              </a:ext>
            </a:extLst>
          </p:cNvPr>
          <p:cNvSpPr>
            <a:spLocks noChangeArrowheads="1"/>
          </p:cNvSpPr>
          <p:nvPr/>
        </p:nvSpPr>
        <p:spPr bwMode="auto">
          <a:xfrm>
            <a:off x="2400301" y="717947"/>
            <a:ext cx="1297781" cy="304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0912" name="Rectangle 17">
            <a:extLst>
              <a:ext uri="{FF2B5EF4-FFF2-40B4-BE49-F238E27FC236}">
                <a16:creationId xmlns:a16="http://schemas.microsoft.com/office/drawing/2014/main" id="{4DEC8DFE-6F07-9B4C-8C26-0DDE194533BB}"/>
              </a:ext>
            </a:extLst>
          </p:cNvPr>
          <p:cNvSpPr>
            <a:spLocks noChangeArrowheads="1"/>
          </p:cNvSpPr>
          <p:nvPr/>
        </p:nvSpPr>
        <p:spPr bwMode="auto">
          <a:xfrm>
            <a:off x="2341960" y="695325"/>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0913" name="Rectangle 18">
            <a:extLst>
              <a:ext uri="{FF2B5EF4-FFF2-40B4-BE49-F238E27FC236}">
                <a16:creationId xmlns:a16="http://schemas.microsoft.com/office/drawing/2014/main" id="{3645D6CF-BF92-C941-9069-A401203A50CC}"/>
              </a:ext>
            </a:extLst>
          </p:cNvPr>
          <p:cNvSpPr>
            <a:spLocks noChangeArrowheads="1"/>
          </p:cNvSpPr>
          <p:nvPr/>
        </p:nvSpPr>
        <p:spPr bwMode="auto">
          <a:xfrm>
            <a:off x="1497806" y="716757"/>
            <a:ext cx="88463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0914" name="Line 19">
            <a:extLst>
              <a:ext uri="{FF2B5EF4-FFF2-40B4-BE49-F238E27FC236}">
                <a16:creationId xmlns:a16="http://schemas.microsoft.com/office/drawing/2014/main" id="{ADCE6AA3-5794-C846-9344-AC730D944D3E}"/>
              </a:ext>
            </a:extLst>
          </p:cNvPr>
          <p:cNvSpPr>
            <a:spLocks noChangeShapeType="1"/>
          </p:cNvSpPr>
          <p:nvPr/>
        </p:nvSpPr>
        <p:spPr bwMode="auto">
          <a:xfrm>
            <a:off x="2574131" y="700088"/>
            <a:ext cx="0" cy="316706"/>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0915" name="Line 20">
            <a:extLst>
              <a:ext uri="{FF2B5EF4-FFF2-40B4-BE49-F238E27FC236}">
                <a16:creationId xmlns:a16="http://schemas.microsoft.com/office/drawing/2014/main" id="{700AE0A6-4E82-A74A-9BA5-8E4D77839757}"/>
              </a:ext>
            </a:extLst>
          </p:cNvPr>
          <p:cNvSpPr>
            <a:spLocks noChangeShapeType="1"/>
          </p:cNvSpPr>
          <p:nvPr/>
        </p:nvSpPr>
        <p:spPr bwMode="auto">
          <a:xfrm>
            <a:off x="3702844" y="700087"/>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0916" name="Line 21">
            <a:extLst>
              <a:ext uri="{FF2B5EF4-FFF2-40B4-BE49-F238E27FC236}">
                <a16:creationId xmlns:a16="http://schemas.microsoft.com/office/drawing/2014/main" id="{65A22AB5-AAE5-D449-BE93-C62FE71B2691}"/>
              </a:ext>
            </a:extLst>
          </p:cNvPr>
          <p:cNvSpPr>
            <a:spLocks noChangeShapeType="1"/>
          </p:cNvSpPr>
          <p:nvPr/>
        </p:nvSpPr>
        <p:spPr bwMode="auto">
          <a:xfrm>
            <a:off x="2380060"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17" name="Line 22">
            <a:extLst>
              <a:ext uri="{FF2B5EF4-FFF2-40B4-BE49-F238E27FC236}">
                <a16:creationId xmlns:a16="http://schemas.microsoft.com/office/drawing/2014/main" id="{A24306C3-0D26-E04A-87C6-9DE380810967}"/>
              </a:ext>
            </a:extLst>
          </p:cNvPr>
          <p:cNvSpPr>
            <a:spLocks noChangeShapeType="1"/>
          </p:cNvSpPr>
          <p:nvPr/>
        </p:nvSpPr>
        <p:spPr bwMode="auto">
          <a:xfrm>
            <a:off x="3702844"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18" name="Line 23">
            <a:extLst>
              <a:ext uri="{FF2B5EF4-FFF2-40B4-BE49-F238E27FC236}">
                <a16:creationId xmlns:a16="http://schemas.microsoft.com/office/drawing/2014/main" id="{F5CDF0DE-0380-B645-A367-EDFAEB98E858}"/>
              </a:ext>
            </a:extLst>
          </p:cNvPr>
          <p:cNvSpPr>
            <a:spLocks noChangeShapeType="1"/>
          </p:cNvSpPr>
          <p:nvPr/>
        </p:nvSpPr>
        <p:spPr bwMode="auto">
          <a:xfrm>
            <a:off x="7685485"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19" name="Line 24">
            <a:extLst>
              <a:ext uri="{FF2B5EF4-FFF2-40B4-BE49-F238E27FC236}">
                <a16:creationId xmlns:a16="http://schemas.microsoft.com/office/drawing/2014/main" id="{CB749D9C-825B-2F4B-87A3-5DE0C7CC52C4}"/>
              </a:ext>
            </a:extLst>
          </p:cNvPr>
          <p:cNvSpPr>
            <a:spLocks noChangeShapeType="1"/>
          </p:cNvSpPr>
          <p:nvPr/>
        </p:nvSpPr>
        <p:spPr bwMode="auto">
          <a:xfrm flipV="1">
            <a:off x="5054204" y="2184798"/>
            <a:ext cx="2606278" cy="2381"/>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0920" name="Rectangle 25">
            <a:extLst>
              <a:ext uri="{FF2B5EF4-FFF2-40B4-BE49-F238E27FC236}">
                <a16:creationId xmlns:a16="http://schemas.microsoft.com/office/drawing/2014/main" id="{364B41D4-B204-BF4F-B6D8-257119E22100}"/>
              </a:ext>
            </a:extLst>
          </p:cNvPr>
          <p:cNvSpPr>
            <a:spLocks noChangeArrowheads="1"/>
          </p:cNvSpPr>
          <p:nvPr/>
        </p:nvSpPr>
        <p:spPr bwMode="auto">
          <a:xfrm>
            <a:off x="5966134" y="2051448"/>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0921" name="Line 26">
            <a:extLst>
              <a:ext uri="{FF2B5EF4-FFF2-40B4-BE49-F238E27FC236}">
                <a16:creationId xmlns:a16="http://schemas.microsoft.com/office/drawing/2014/main" id="{D1BC8147-28CC-D643-B222-17F0315308AA}"/>
              </a:ext>
            </a:extLst>
          </p:cNvPr>
          <p:cNvSpPr>
            <a:spLocks noChangeShapeType="1"/>
          </p:cNvSpPr>
          <p:nvPr/>
        </p:nvSpPr>
        <p:spPr bwMode="auto">
          <a:xfrm>
            <a:off x="2408635"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22" name="Line 27">
            <a:extLst>
              <a:ext uri="{FF2B5EF4-FFF2-40B4-BE49-F238E27FC236}">
                <a16:creationId xmlns:a16="http://schemas.microsoft.com/office/drawing/2014/main" id="{6AB9C092-E8BC-8F48-BE73-7F61151D719A}"/>
              </a:ext>
            </a:extLst>
          </p:cNvPr>
          <p:cNvSpPr>
            <a:spLocks noChangeShapeType="1"/>
          </p:cNvSpPr>
          <p:nvPr/>
        </p:nvSpPr>
        <p:spPr bwMode="auto">
          <a:xfrm>
            <a:off x="5054204"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23" name="Line 28">
            <a:extLst>
              <a:ext uri="{FF2B5EF4-FFF2-40B4-BE49-F238E27FC236}">
                <a16:creationId xmlns:a16="http://schemas.microsoft.com/office/drawing/2014/main" id="{6087FF4D-6F72-5A4A-8900-03013F1E3795}"/>
              </a:ext>
            </a:extLst>
          </p:cNvPr>
          <p:cNvSpPr>
            <a:spLocks noChangeShapeType="1"/>
          </p:cNvSpPr>
          <p:nvPr/>
        </p:nvSpPr>
        <p:spPr bwMode="auto">
          <a:xfrm>
            <a:off x="7675960"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24" name="Rectangle 29">
            <a:extLst>
              <a:ext uri="{FF2B5EF4-FFF2-40B4-BE49-F238E27FC236}">
                <a16:creationId xmlns:a16="http://schemas.microsoft.com/office/drawing/2014/main" id="{542A1BAF-3FDB-0749-A411-9813C3E7499C}"/>
              </a:ext>
            </a:extLst>
          </p:cNvPr>
          <p:cNvSpPr>
            <a:spLocks noChangeArrowheads="1"/>
          </p:cNvSpPr>
          <p:nvPr/>
        </p:nvSpPr>
        <p:spPr bwMode="auto">
          <a:xfrm>
            <a:off x="1512094" y="1714500"/>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0925" name="Line 30">
            <a:extLst>
              <a:ext uri="{FF2B5EF4-FFF2-40B4-BE49-F238E27FC236}">
                <a16:creationId xmlns:a16="http://schemas.microsoft.com/office/drawing/2014/main" id="{AA6F49C7-70A9-EE42-B429-1195C06AC1E3}"/>
              </a:ext>
            </a:extLst>
          </p:cNvPr>
          <p:cNvSpPr>
            <a:spLocks noChangeShapeType="1"/>
          </p:cNvSpPr>
          <p:nvPr/>
        </p:nvSpPr>
        <p:spPr bwMode="auto">
          <a:xfrm>
            <a:off x="5054204" y="1713310"/>
            <a:ext cx="0" cy="3250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0926" name="Rectangle 31">
            <a:extLst>
              <a:ext uri="{FF2B5EF4-FFF2-40B4-BE49-F238E27FC236}">
                <a16:creationId xmlns:a16="http://schemas.microsoft.com/office/drawing/2014/main" id="{47919B52-6670-D34F-B5DF-20B40F0D5E89}"/>
              </a:ext>
            </a:extLst>
          </p:cNvPr>
          <p:cNvSpPr>
            <a:spLocks noChangeArrowheads="1"/>
          </p:cNvSpPr>
          <p:nvPr/>
        </p:nvSpPr>
        <p:spPr bwMode="auto">
          <a:xfrm>
            <a:off x="1512094" y="2686050"/>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C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0927" name="Rectangle 32">
            <a:extLst>
              <a:ext uri="{FF2B5EF4-FFF2-40B4-BE49-F238E27FC236}">
                <a16:creationId xmlns:a16="http://schemas.microsoft.com/office/drawing/2014/main" id="{4675BC31-E0EA-1E4F-9883-27B1103DE1C0}"/>
              </a:ext>
            </a:extLst>
          </p:cNvPr>
          <p:cNvSpPr>
            <a:spLocks noChangeArrowheads="1"/>
          </p:cNvSpPr>
          <p:nvPr/>
        </p:nvSpPr>
        <p:spPr bwMode="auto">
          <a:xfrm>
            <a:off x="2653904" y="270033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0928" name="Rectangle 33">
            <a:extLst>
              <a:ext uri="{FF2B5EF4-FFF2-40B4-BE49-F238E27FC236}">
                <a16:creationId xmlns:a16="http://schemas.microsoft.com/office/drawing/2014/main" id="{F263D1DA-B690-194E-AF28-E17A701DB172}"/>
              </a:ext>
            </a:extLst>
          </p:cNvPr>
          <p:cNvSpPr>
            <a:spLocks noChangeArrowheads="1"/>
          </p:cNvSpPr>
          <p:nvPr/>
        </p:nvSpPr>
        <p:spPr bwMode="auto">
          <a:xfrm>
            <a:off x="2363392" y="2694385"/>
            <a:ext cx="36433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0929" name="Rectangle 34">
            <a:extLst>
              <a:ext uri="{FF2B5EF4-FFF2-40B4-BE49-F238E27FC236}">
                <a16:creationId xmlns:a16="http://schemas.microsoft.com/office/drawing/2014/main" id="{8FBC3B0A-DD04-524E-830B-A41A83BDAB00}"/>
              </a:ext>
            </a:extLst>
          </p:cNvPr>
          <p:cNvSpPr>
            <a:spLocks noChangeArrowheads="1"/>
          </p:cNvSpPr>
          <p:nvPr/>
        </p:nvSpPr>
        <p:spPr bwMode="auto">
          <a:xfrm>
            <a:off x="2509838" y="2700338"/>
            <a:ext cx="36195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0930" name="Line 35">
            <a:extLst>
              <a:ext uri="{FF2B5EF4-FFF2-40B4-BE49-F238E27FC236}">
                <a16:creationId xmlns:a16="http://schemas.microsoft.com/office/drawing/2014/main" id="{24297356-582B-C848-86DB-095267B9B7DC}"/>
              </a:ext>
            </a:extLst>
          </p:cNvPr>
          <p:cNvSpPr>
            <a:spLocks noChangeShapeType="1"/>
          </p:cNvSpPr>
          <p:nvPr/>
        </p:nvSpPr>
        <p:spPr bwMode="auto">
          <a:xfrm>
            <a:off x="2921794" y="2677716"/>
            <a:ext cx="0" cy="32980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0931" name="Line 36">
            <a:extLst>
              <a:ext uri="{FF2B5EF4-FFF2-40B4-BE49-F238E27FC236}">
                <a16:creationId xmlns:a16="http://schemas.microsoft.com/office/drawing/2014/main" id="{390F8BB9-1C4D-4544-A9AB-39856AA63CBD}"/>
              </a:ext>
            </a:extLst>
          </p:cNvPr>
          <p:cNvSpPr>
            <a:spLocks noChangeShapeType="1"/>
          </p:cNvSpPr>
          <p:nvPr/>
        </p:nvSpPr>
        <p:spPr bwMode="auto">
          <a:xfrm>
            <a:off x="6405563" y="2674144"/>
            <a:ext cx="0" cy="330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0932" name="Line 37">
            <a:extLst>
              <a:ext uri="{FF2B5EF4-FFF2-40B4-BE49-F238E27FC236}">
                <a16:creationId xmlns:a16="http://schemas.microsoft.com/office/drawing/2014/main" id="{467165D9-BD63-5E42-B273-6DFF3C7F8C8F}"/>
              </a:ext>
            </a:extLst>
          </p:cNvPr>
          <p:cNvSpPr>
            <a:spLocks noChangeShapeType="1"/>
          </p:cNvSpPr>
          <p:nvPr/>
        </p:nvSpPr>
        <p:spPr bwMode="auto">
          <a:xfrm flipV="1">
            <a:off x="6409135" y="3157538"/>
            <a:ext cx="1276350" cy="13097"/>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nvGrpSpPr>
          <p:cNvPr id="80933" name="Group 38">
            <a:extLst>
              <a:ext uri="{FF2B5EF4-FFF2-40B4-BE49-F238E27FC236}">
                <a16:creationId xmlns:a16="http://schemas.microsoft.com/office/drawing/2014/main" id="{DB727A4D-9E57-944C-9BE1-35EEE05336FE}"/>
              </a:ext>
            </a:extLst>
          </p:cNvPr>
          <p:cNvGrpSpPr>
            <a:grpSpLocks/>
          </p:cNvGrpSpPr>
          <p:nvPr/>
        </p:nvGrpSpPr>
        <p:grpSpPr bwMode="auto">
          <a:xfrm>
            <a:off x="6706789" y="3027760"/>
            <a:ext cx="741645" cy="482430"/>
            <a:chOff x="2832" y="3024"/>
            <a:chExt cx="429" cy="381"/>
          </a:xfrm>
        </p:grpSpPr>
        <p:sp>
          <p:nvSpPr>
            <p:cNvPr id="80952" name="Rectangle 39">
              <a:extLst>
                <a:ext uri="{FF2B5EF4-FFF2-40B4-BE49-F238E27FC236}">
                  <a16:creationId xmlns:a16="http://schemas.microsoft.com/office/drawing/2014/main" id="{7842C9F4-7639-354F-AB79-A2CCC03F7F69}"/>
                </a:ext>
              </a:extLst>
            </p:cNvPr>
            <p:cNvSpPr>
              <a:spLocks noChangeArrowheads="1"/>
            </p:cNvSpPr>
            <p:nvPr/>
          </p:nvSpPr>
          <p:spPr bwMode="auto">
            <a:xfrm>
              <a:off x="2832" y="3072"/>
              <a:ext cx="426" cy="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0953" name="Rectangle 40">
              <a:extLst>
                <a:ext uri="{FF2B5EF4-FFF2-40B4-BE49-F238E27FC236}">
                  <a16:creationId xmlns:a16="http://schemas.microsoft.com/office/drawing/2014/main" id="{12C0C02F-F9D5-764F-85B2-7E383AA2E551}"/>
                </a:ext>
              </a:extLst>
            </p:cNvPr>
            <p:cNvSpPr>
              <a:spLocks noChangeArrowheads="1"/>
            </p:cNvSpPr>
            <p:nvPr/>
          </p:nvSpPr>
          <p:spPr bwMode="auto">
            <a:xfrm>
              <a:off x="2847" y="3024"/>
              <a:ext cx="414"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grpSp>
      <p:sp>
        <p:nvSpPr>
          <p:cNvPr id="80934" name="Line 41">
            <a:extLst>
              <a:ext uri="{FF2B5EF4-FFF2-40B4-BE49-F238E27FC236}">
                <a16:creationId xmlns:a16="http://schemas.microsoft.com/office/drawing/2014/main" id="{45BF3676-138A-7142-A75C-94F1D3D4ECE4}"/>
              </a:ext>
            </a:extLst>
          </p:cNvPr>
          <p:cNvSpPr>
            <a:spLocks noChangeShapeType="1"/>
          </p:cNvSpPr>
          <p:nvPr/>
        </p:nvSpPr>
        <p:spPr bwMode="auto">
          <a:xfrm>
            <a:off x="2408635" y="3055144"/>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35" name="Line 42">
            <a:extLst>
              <a:ext uri="{FF2B5EF4-FFF2-40B4-BE49-F238E27FC236}">
                <a16:creationId xmlns:a16="http://schemas.microsoft.com/office/drawing/2014/main" id="{ED34BB48-5B3E-914A-88C6-F9CEEFAEBF86}"/>
              </a:ext>
            </a:extLst>
          </p:cNvPr>
          <p:cNvSpPr>
            <a:spLocks noChangeShapeType="1"/>
          </p:cNvSpPr>
          <p:nvPr/>
        </p:nvSpPr>
        <p:spPr bwMode="auto">
          <a:xfrm>
            <a:off x="6409135" y="3057525"/>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36" name="Line 43">
            <a:extLst>
              <a:ext uri="{FF2B5EF4-FFF2-40B4-BE49-F238E27FC236}">
                <a16:creationId xmlns:a16="http://schemas.microsoft.com/office/drawing/2014/main" id="{C82E2AB4-2B2B-3C41-9684-0BFE474ABEF1}"/>
              </a:ext>
            </a:extLst>
          </p:cNvPr>
          <p:cNvSpPr>
            <a:spLocks noChangeShapeType="1"/>
          </p:cNvSpPr>
          <p:nvPr/>
        </p:nvSpPr>
        <p:spPr bwMode="auto">
          <a:xfrm>
            <a:off x="7675960" y="30432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37" name="Rectangle 44">
            <a:extLst>
              <a:ext uri="{FF2B5EF4-FFF2-40B4-BE49-F238E27FC236}">
                <a16:creationId xmlns:a16="http://schemas.microsoft.com/office/drawing/2014/main" id="{410B55F3-5BFD-AE4C-A189-1FB250C49133}"/>
              </a:ext>
            </a:extLst>
          </p:cNvPr>
          <p:cNvSpPr>
            <a:spLocks noChangeArrowheads="1"/>
          </p:cNvSpPr>
          <p:nvPr/>
        </p:nvSpPr>
        <p:spPr bwMode="auto">
          <a:xfrm>
            <a:off x="2403872" y="3711179"/>
            <a:ext cx="5300663"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0938" name="Rectangle 45">
            <a:extLst>
              <a:ext uri="{FF2B5EF4-FFF2-40B4-BE49-F238E27FC236}">
                <a16:creationId xmlns:a16="http://schemas.microsoft.com/office/drawing/2014/main" id="{0DFBB8C9-EF33-D148-8F46-951F0770AA02}"/>
              </a:ext>
            </a:extLst>
          </p:cNvPr>
          <p:cNvSpPr>
            <a:spLocks noChangeArrowheads="1"/>
          </p:cNvSpPr>
          <p:nvPr/>
        </p:nvSpPr>
        <p:spPr bwMode="auto">
          <a:xfrm>
            <a:off x="1497807" y="371951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D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0939" name="Line 46">
            <a:extLst>
              <a:ext uri="{FF2B5EF4-FFF2-40B4-BE49-F238E27FC236}">
                <a16:creationId xmlns:a16="http://schemas.microsoft.com/office/drawing/2014/main" id="{715BFB60-D774-6048-99D3-4536A5A4A527}"/>
              </a:ext>
            </a:extLst>
          </p:cNvPr>
          <p:cNvSpPr>
            <a:spLocks noChangeShapeType="1"/>
          </p:cNvSpPr>
          <p:nvPr/>
        </p:nvSpPr>
        <p:spPr bwMode="auto">
          <a:xfrm>
            <a:off x="2989660" y="3717132"/>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0940" name="Rectangle 47">
            <a:extLst>
              <a:ext uri="{FF2B5EF4-FFF2-40B4-BE49-F238E27FC236}">
                <a16:creationId xmlns:a16="http://schemas.microsoft.com/office/drawing/2014/main" id="{C6D920E6-4599-0345-830D-FB3BCB61FA1E}"/>
              </a:ext>
            </a:extLst>
          </p:cNvPr>
          <p:cNvSpPr>
            <a:spLocks noChangeArrowheads="1"/>
          </p:cNvSpPr>
          <p:nvPr/>
        </p:nvSpPr>
        <p:spPr bwMode="auto">
          <a:xfrm>
            <a:off x="2356247" y="3709988"/>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0941" name="Rectangle 48">
            <a:extLst>
              <a:ext uri="{FF2B5EF4-FFF2-40B4-BE49-F238E27FC236}">
                <a16:creationId xmlns:a16="http://schemas.microsoft.com/office/drawing/2014/main" id="{6BBA1ED8-EC8A-AD42-9E40-3030806B94D9}"/>
              </a:ext>
            </a:extLst>
          </p:cNvPr>
          <p:cNvSpPr>
            <a:spLocks noChangeArrowheads="1"/>
          </p:cNvSpPr>
          <p:nvPr/>
        </p:nvSpPr>
        <p:spPr bwMode="auto">
          <a:xfrm>
            <a:off x="4480323" y="373261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多 播 地 址</a:t>
            </a:r>
          </a:p>
        </p:txBody>
      </p:sp>
      <p:sp>
        <p:nvSpPr>
          <p:cNvPr id="80942" name="Rectangle 49">
            <a:extLst>
              <a:ext uri="{FF2B5EF4-FFF2-40B4-BE49-F238E27FC236}">
                <a16:creationId xmlns:a16="http://schemas.microsoft.com/office/drawing/2014/main" id="{95784927-DD46-D340-B840-25CDEA2209D9}"/>
              </a:ext>
            </a:extLst>
          </p:cNvPr>
          <p:cNvSpPr>
            <a:spLocks noChangeArrowheads="1"/>
          </p:cNvSpPr>
          <p:nvPr/>
        </p:nvSpPr>
        <p:spPr bwMode="auto">
          <a:xfrm>
            <a:off x="2409826" y="4436269"/>
            <a:ext cx="5289947"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0943" name="Rectangle 50">
            <a:extLst>
              <a:ext uri="{FF2B5EF4-FFF2-40B4-BE49-F238E27FC236}">
                <a16:creationId xmlns:a16="http://schemas.microsoft.com/office/drawing/2014/main" id="{3DDBCEDC-CA02-C143-B93F-20D41A6B3D91}"/>
              </a:ext>
            </a:extLst>
          </p:cNvPr>
          <p:cNvSpPr>
            <a:spLocks noChangeArrowheads="1"/>
          </p:cNvSpPr>
          <p:nvPr/>
        </p:nvSpPr>
        <p:spPr bwMode="auto">
          <a:xfrm>
            <a:off x="1525191" y="4443413"/>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E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0944" name="Rectangle 51">
            <a:extLst>
              <a:ext uri="{FF2B5EF4-FFF2-40B4-BE49-F238E27FC236}">
                <a16:creationId xmlns:a16="http://schemas.microsoft.com/office/drawing/2014/main" id="{2A27E1E9-1767-7A42-B042-4FA850988E34}"/>
              </a:ext>
            </a:extLst>
          </p:cNvPr>
          <p:cNvSpPr>
            <a:spLocks noChangeArrowheads="1"/>
          </p:cNvSpPr>
          <p:nvPr/>
        </p:nvSpPr>
        <p:spPr bwMode="auto">
          <a:xfrm>
            <a:off x="4071938" y="4451748"/>
            <a:ext cx="18009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保 留 为 今 后 使 用</a:t>
            </a:r>
          </a:p>
        </p:txBody>
      </p:sp>
      <p:sp>
        <p:nvSpPr>
          <p:cNvPr id="80945" name="Line 52">
            <a:extLst>
              <a:ext uri="{FF2B5EF4-FFF2-40B4-BE49-F238E27FC236}">
                <a16:creationId xmlns:a16="http://schemas.microsoft.com/office/drawing/2014/main" id="{B896ECC2-999A-4C47-BD9A-E53F5952E97E}"/>
              </a:ext>
            </a:extLst>
          </p:cNvPr>
          <p:cNvSpPr>
            <a:spLocks noChangeShapeType="1"/>
          </p:cNvSpPr>
          <p:nvPr/>
        </p:nvSpPr>
        <p:spPr bwMode="auto">
          <a:xfrm>
            <a:off x="2951560" y="4455319"/>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0946" name="Rectangle 53">
            <a:extLst>
              <a:ext uri="{FF2B5EF4-FFF2-40B4-BE49-F238E27FC236}">
                <a16:creationId xmlns:a16="http://schemas.microsoft.com/office/drawing/2014/main" id="{0BBE9BBD-1522-7F4A-982E-11A31BF80946}"/>
              </a:ext>
            </a:extLst>
          </p:cNvPr>
          <p:cNvSpPr>
            <a:spLocks noChangeArrowheads="1"/>
          </p:cNvSpPr>
          <p:nvPr/>
        </p:nvSpPr>
        <p:spPr bwMode="auto">
          <a:xfrm>
            <a:off x="2356247" y="4441032"/>
            <a:ext cx="67566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80947" name="Rectangle 54">
            <a:extLst>
              <a:ext uri="{FF2B5EF4-FFF2-40B4-BE49-F238E27FC236}">
                <a16:creationId xmlns:a16="http://schemas.microsoft.com/office/drawing/2014/main" id="{DC4B9044-9E66-7048-8878-1331F9DDB35E}"/>
              </a:ext>
            </a:extLst>
          </p:cNvPr>
          <p:cNvSpPr>
            <a:spLocks noChangeArrowheads="1"/>
          </p:cNvSpPr>
          <p:nvPr/>
        </p:nvSpPr>
        <p:spPr bwMode="auto">
          <a:xfrm>
            <a:off x="2497932" y="1702594"/>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0948" name="Rectangle 55">
            <a:extLst>
              <a:ext uri="{FF2B5EF4-FFF2-40B4-BE49-F238E27FC236}">
                <a16:creationId xmlns:a16="http://schemas.microsoft.com/office/drawing/2014/main" id="{5DE0F16A-F001-1743-BAF2-03A8050F0FCF}"/>
              </a:ext>
            </a:extLst>
          </p:cNvPr>
          <p:cNvSpPr>
            <a:spLocks noChangeArrowheads="1"/>
          </p:cNvSpPr>
          <p:nvPr/>
        </p:nvSpPr>
        <p:spPr bwMode="auto">
          <a:xfrm>
            <a:off x="2353867" y="1702594"/>
            <a:ext cx="36314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0949" name="Line 56">
            <a:extLst>
              <a:ext uri="{FF2B5EF4-FFF2-40B4-BE49-F238E27FC236}">
                <a16:creationId xmlns:a16="http://schemas.microsoft.com/office/drawing/2014/main" id="{F52BC069-2C49-9A4B-A73E-248088272C35}"/>
              </a:ext>
            </a:extLst>
          </p:cNvPr>
          <p:cNvSpPr>
            <a:spLocks noChangeShapeType="1"/>
          </p:cNvSpPr>
          <p:nvPr/>
        </p:nvSpPr>
        <p:spPr bwMode="auto">
          <a:xfrm>
            <a:off x="2767013" y="1700213"/>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0950" name="AutoShape 57">
            <a:extLst>
              <a:ext uri="{FF2B5EF4-FFF2-40B4-BE49-F238E27FC236}">
                <a16:creationId xmlns:a16="http://schemas.microsoft.com/office/drawing/2014/main" id="{5A993DA2-122B-7743-B7CA-D1FDE7F72E2E}"/>
              </a:ext>
            </a:extLst>
          </p:cNvPr>
          <p:cNvSpPr>
            <a:spLocks noChangeArrowheads="1"/>
          </p:cNvSpPr>
          <p:nvPr/>
        </p:nvSpPr>
        <p:spPr bwMode="auto">
          <a:xfrm>
            <a:off x="2195513" y="3544491"/>
            <a:ext cx="5238750" cy="485775"/>
          </a:xfrm>
          <a:prstGeom prst="wedgeRoundRectCallout">
            <a:avLst>
              <a:gd name="adj1" fmla="val -11907"/>
              <a:gd name="adj2" fmla="val -411273"/>
              <a:gd name="adj3" fmla="val 16667"/>
            </a:avLst>
          </a:prstGeom>
          <a:solidFill>
            <a:srgbClr val="66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B </a:t>
            </a:r>
            <a:r>
              <a:rPr lang="zh-CN" altLang="en-US" sz="2100">
                <a:latin typeface="Arial" panose="020B0604020202020204" pitchFamily="34" charset="0"/>
                <a:ea typeface="宋体" panose="02010600030101010101" pitchFamily="2" charset="-122"/>
                <a:cs typeface="黑体" panose="02010609060101010101" pitchFamily="49" charset="-122"/>
              </a:rPr>
              <a:t>类地址的网络号字段 </a:t>
            </a:r>
            <a:r>
              <a:rPr lang="en-US" altLang="zh-CN" sz="2100">
                <a:latin typeface="Arial" panose="020B0604020202020204" pitchFamily="34" charset="0"/>
                <a:ea typeface="宋体" panose="02010600030101010101" pitchFamily="2" charset="-122"/>
                <a:cs typeface="黑体" panose="02010609060101010101" pitchFamily="49" charset="-122"/>
              </a:rPr>
              <a:t>net-id </a:t>
            </a:r>
            <a:r>
              <a:rPr lang="zh-CN" altLang="en-US" sz="2100">
                <a:latin typeface="Arial" panose="020B0604020202020204" pitchFamily="34" charset="0"/>
                <a:ea typeface="宋体" panose="02010600030101010101" pitchFamily="2" charset="-122"/>
                <a:cs typeface="黑体" panose="02010609060101010101" pitchFamily="49" charset="-122"/>
              </a:rPr>
              <a:t>为 </a:t>
            </a:r>
            <a:r>
              <a:rPr lang="en-US" altLang="zh-CN" sz="2100">
                <a:latin typeface="Arial" panose="020B0604020202020204" pitchFamily="34" charset="0"/>
                <a:ea typeface="宋体" panose="02010600030101010101" pitchFamily="2" charset="-122"/>
                <a:cs typeface="黑体" panose="02010609060101010101" pitchFamily="49" charset="-122"/>
              </a:rPr>
              <a:t>2 </a:t>
            </a:r>
            <a:r>
              <a:rPr lang="zh-CN" altLang="en-US" sz="2100">
                <a:latin typeface="Arial" panose="020B0604020202020204" pitchFamily="34" charset="0"/>
                <a:ea typeface="宋体" panose="02010600030101010101" pitchFamily="2" charset="-122"/>
                <a:cs typeface="黑体" panose="02010609060101010101" pitchFamily="49" charset="-122"/>
              </a:rPr>
              <a:t>字节</a:t>
            </a:r>
          </a:p>
        </p:txBody>
      </p:sp>
      <p:sp>
        <p:nvSpPr>
          <p:cNvPr id="80951" name="幻灯片编号占位符 1">
            <a:extLst>
              <a:ext uri="{FF2B5EF4-FFF2-40B4-BE49-F238E27FC236}">
                <a16:creationId xmlns:a16="http://schemas.microsoft.com/office/drawing/2014/main" id="{74D1EFDD-496C-5042-AC71-8FE76FDE7B44}"/>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BBB493C-DDD0-AC44-A9D3-51D555E2C694}"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694006602"/>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2945" name="Line 2">
            <a:extLst>
              <a:ext uri="{FF2B5EF4-FFF2-40B4-BE49-F238E27FC236}">
                <a16:creationId xmlns:a16="http://schemas.microsoft.com/office/drawing/2014/main" id="{EDD3588A-E77B-B343-AD0D-4BF897C01758}"/>
              </a:ext>
            </a:extLst>
          </p:cNvPr>
          <p:cNvSpPr>
            <a:spLocks noChangeShapeType="1"/>
          </p:cNvSpPr>
          <p:nvPr/>
        </p:nvSpPr>
        <p:spPr bwMode="auto">
          <a:xfrm flipV="1">
            <a:off x="2408635" y="3169444"/>
            <a:ext cx="397906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2946" name="Rectangle 3">
            <a:extLst>
              <a:ext uri="{FF2B5EF4-FFF2-40B4-BE49-F238E27FC236}">
                <a16:creationId xmlns:a16="http://schemas.microsoft.com/office/drawing/2014/main" id="{4FBF9956-E6DE-F34D-9EDA-8EA1F7BC51C7}"/>
              </a:ext>
            </a:extLst>
          </p:cNvPr>
          <p:cNvSpPr>
            <a:spLocks noChangeArrowheads="1"/>
          </p:cNvSpPr>
          <p:nvPr/>
        </p:nvSpPr>
        <p:spPr bwMode="auto">
          <a:xfrm>
            <a:off x="3956447" y="3006329"/>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2947" name="Rectangle 4">
            <a:extLst>
              <a:ext uri="{FF2B5EF4-FFF2-40B4-BE49-F238E27FC236}">
                <a16:creationId xmlns:a16="http://schemas.microsoft.com/office/drawing/2014/main" id="{BFD8C5F0-1069-9442-A01D-6F7957511137}"/>
              </a:ext>
            </a:extLst>
          </p:cNvPr>
          <p:cNvSpPr>
            <a:spLocks noChangeArrowheads="1"/>
          </p:cNvSpPr>
          <p:nvPr/>
        </p:nvSpPr>
        <p:spPr bwMode="auto">
          <a:xfrm>
            <a:off x="2408635" y="2678906"/>
            <a:ext cx="5285184" cy="33337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2948" name="Line 5">
            <a:extLst>
              <a:ext uri="{FF2B5EF4-FFF2-40B4-BE49-F238E27FC236}">
                <a16:creationId xmlns:a16="http://schemas.microsoft.com/office/drawing/2014/main" id="{059FDB18-3384-1249-BEA5-9ED25CA6AB13}"/>
              </a:ext>
            </a:extLst>
          </p:cNvPr>
          <p:cNvSpPr>
            <a:spLocks noChangeShapeType="1"/>
          </p:cNvSpPr>
          <p:nvPr/>
        </p:nvSpPr>
        <p:spPr bwMode="auto">
          <a:xfrm>
            <a:off x="3702844" y="1183481"/>
            <a:ext cx="39826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2949" name="Rectangle 6">
            <a:extLst>
              <a:ext uri="{FF2B5EF4-FFF2-40B4-BE49-F238E27FC236}">
                <a16:creationId xmlns:a16="http://schemas.microsoft.com/office/drawing/2014/main" id="{55A746C9-1312-EB47-9D65-A72E9A48C78F}"/>
              </a:ext>
            </a:extLst>
          </p:cNvPr>
          <p:cNvSpPr>
            <a:spLocks noChangeArrowheads="1"/>
          </p:cNvSpPr>
          <p:nvPr/>
        </p:nvSpPr>
        <p:spPr bwMode="auto">
          <a:xfrm>
            <a:off x="5117219" y="1027510"/>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2950" name="Line 7">
            <a:extLst>
              <a:ext uri="{FF2B5EF4-FFF2-40B4-BE49-F238E27FC236}">
                <a16:creationId xmlns:a16="http://schemas.microsoft.com/office/drawing/2014/main" id="{033B992C-0058-DB40-937E-0E7D3F58D993}"/>
              </a:ext>
            </a:extLst>
          </p:cNvPr>
          <p:cNvSpPr>
            <a:spLocks noChangeShapeType="1"/>
          </p:cNvSpPr>
          <p:nvPr/>
        </p:nvSpPr>
        <p:spPr bwMode="auto">
          <a:xfrm flipV="1">
            <a:off x="2438400" y="2184797"/>
            <a:ext cx="260627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2951" name="Rectangle 8">
            <a:extLst>
              <a:ext uri="{FF2B5EF4-FFF2-40B4-BE49-F238E27FC236}">
                <a16:creationId xmlns:a16="http://schemas.microsoft.com/office/drawing/2014/main" id="{C7ADF15B-6B0D-664B-A53A-5D9CD0E3D6B5}"/>
              </a:ext>
            </a:extLst>
          </p:cNvPr>
          <p:cNvSpPr>
            <a:spLocks noChangeArrowheads="1"/>
          </p:cNvSpPr>
          <p:nvPr/>
        </p:nvSpPr>
        <p:spPr bwMode="auto">
          <a:xfrm>
            <a:off x="3281363" y="2031207"/>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2952" name="Line 9">
            <a:extLst>
              <a:ext uri="{FF2B5EF4-FFF2-40B4-BE49-F238E27FC236}">
                <a16:creationId xmlns:a16="http://schemas.microsoft.com/office/drawing/2014/main" id="{3E69E1A7-0338-484F-8B33-D1D89E5232EE}"/>
              </a:ext>
            </a:extLst>
          </p:cNvPr>
          <p:cNvSpPr>
            <a:spLocks noChangeShapeType="1"/>
          </p:cNvSpPr>
          <p:nvPr/>
        </p:nvSpPr>
        <p:spPr bwMode="auto">
          <a:xfrm>
            <a:off x="2380060" y="1183481"/>
            <a:ext cx="132278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2953" name="Rectangle 10">
            <a:extLst>
              <a:ext uri="{FF2B5EF4-FFF2-40B4-BE49-F238E27FC236}">
                <a16:creationId xmlns:a16="http://schemas.microsoft.com/office/drawing/2014/main" id="{22513917-B1C8-9049-BC65-CE6BC916A7EA}"/>
              </a:ext>
            </a:extLst>
          </p:cNvPr>
          <p:cNvSpPr>
            <a:spLocks noChangeArrowheads="1"/>
          </p:cNvSpPr>
          <p:nvPr/>
        </p:nvSpPr>
        <p:spPr bwMode="auto">
          <a:xfrm>
            <a:off x="2682261" y="1027510"/>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2954" name="Rectangle 11">
            <a:extLst>
              <a:ext uri="{FF2B5EF4-FFF2-40B4-BE49-F238E27FC236}">
                <a16:creationId xmlns:a16="http://schemas.microsoft.com/office/drawing/2014/main" id="{CAF51B4F-28FC-E945-9029-124E16BA3768}"/>
              </a:ext>
            </a:extLst>
          </p:cNvPr>
          <p:cNvSpPr>
            <a:spLocks noChangeArrowheads="1"/>
          </p:cNvSpPr>
          <p:nvPr/>
        </p:nvSpPr>
        <p:spPr bwMode="auto">
          <a:xfrm>
            <a:off x="2382441" y="700088"/>
            <a:ext cx="5313759" cy="332185"/>
          </a:xfrm>
          <a:prstGeom prst="rect">
            <a:avLst/>
          </a:prstGeom>
          <a:solidFill>
            <a:srgbClr val="FFFF99"/>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2955" name="Rectangle 12">
            <a:extLst>
              <a:ext uri="{FF2B5EF4-FFF2-40B4-BE49-F238E27FC236}">
                <a16:creationId xmlns:a16="http://schemas.microsoft.com/office/drawing/2014/main" id="{BD6ED57F-57A4-BB44-A8DA-A8FBDE643A15}"/>
              </a:ext>
            </a:extLst>
          </p:cNvPr>
          <p:cNvSpPr>
            <a:spLocks noChangeArrowheads="1"/>
          </p:cNvSpPr>
          <p:nvPr/>
        </p:nvSpPr>
        <p:spPr bwMode="auto">
          <a:xfrm>
            <a:off x="2397919" y="1706167"/>
            <a:ext cx="5303044" cy="33456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2956" name="Rectangle 13">
            <a:extLst>
              <a:ext uri="{FF2B5EF4-FFF2-40B4-BE49-F238E27FC236}">
                <a16:creationId xmlns:a16="http://schemas.microsoft.com/office/drawing/2014/main" id="{4C86DD4E-EE38-F44A-AFBD-B959F0489E80}"/>
              </a:ext>
            </a:extLst>
          </p:cNvPr>
          <p:cNvSpPr>
            <a:spLocks noGrp="1" noChangeArrowheads="1"/>
          </p:cNvSpPr>
          <p:nvPr>
            <p:ph type="title"/>
          </p:nvPr>
        </p:nvSpPr>
        <p:spPr>
          <a:xfrm>
            <a:off x="1439467" y="33337"/>
            <a:ext cx="6411515" cy="576263"/>
          </a:xfrm>
        </p:spPr>
        <p:txBody>
          <a:bodyPr/>
          <a:lstStyle/>
          <a:p>
            <a:pPr algn="ctr" eaLnBrk="1" hangingPunct="1"/>
            <a:r>
              <a:rPr lang="en-US" altLang="zh-CN" sz="3000">
                <a:ea typeface="宋体" panose="02010600030101010101" pitchFamily="2" charset="-122"/>
              </a:rPr>
              <a:t>IP </a:t>
            </a:r>
            <a:r>
              <a:rPr lang="zh-CN" altLang="en-US" sz="3000">
                <a:ea typeface="宋体" panose="02010600030101010101" pitchFamily="2" charset="-122"/>
              </a:rPr>
              <a:t>地址中的网络号字段和主机号字段 </a:t>
            </a:r>
          </a:p>
        </p:txBody>
      </p:sp>
      <p:sp>
        <p:nvSpPr>
          <p:cNvPr id="82957" name="Rectangle 14">
            <a:extLst>
              <a:ext uri="{FF2B5EF4-FFF2-40B4-BE49-F238E27FC236}">
                <a16:creationId xmlns:a16="http://schemas.microsoft.com/office/drawing/2014/main" id="{D6C61F5D-9AA7-D741-B884-A7CD986ED20B}"/>
              </a:ext>
            </a:extLst>
          </p:cNvPr>
          <p:cNvSpPr>
            <a:spLocks noChangeArrowheads="1"/>
          </p:cNvSpPr>
          <p:nvPr/>
        </p:nvSpPr>
        <p:spPr bwMode="auto">
          <a:xfrm>
            <a:off x="2415778" y="2689622"/>
            <a:ext cx="3975497" cy="317897"/>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2958" name="Rectangle 15">
            <a:extLst>
              <a:ext uri="{FF2B5EF4-FFF2-40B4-BE49-F238E27FC236}">
                <a16:creationId xmlns:a16="http://schemas.microsoft.com/office/drawing/2014/main" id="{9482AED9-C66E-E542-9ADD-583EFED3E01F}"/>
              </a:ext>
            </a:extLst>
          </p:cNvPr>
          <p:cNvSpPr>
            <a:spLocks noChangeArrowheads="1"/>
          </p:cNvSpPr>
          <p:nvPr/>
        </p:nvSpPr>
        <p:spPr bwMode="auto">
          <a:xfrm>
            <a:off x="2414587" y="1725217"/>
            <a:ext cx="2633663" cy="30718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2959" name="Rectangle 16">
            <a:extLst>
              <a:ext uri="{FF2B5EF4-FFF2-40B4-BE49-F238E27FC236}">
                <a16:creationId xmlns:a16="http://schemas.microsoft.com/office/drawing/2014/main" id="{CCACF278-9531-644E-9DCC-EB2DB5F7EC9B}"/>
              </a:ext>
            </a:extLst>
          </p:cNvPr>
          <p:cNvSpPr>
            <a:spLocks noChangeArrowheads="1"/>
          </p:cNvSpPr>
          <p:nvPr/>
        </p:nvSpPr>
        <p:spPr bwMode="auto">
          <a:xfrm>
            <a:off x="2400301" y="717947"/>
            <a:ext cx="1297781" cy="304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2960" name="Rectangle 17">
            <a:extLst>
              <a:ext uri="{FF2B5EF4-FFF2-40B4-BE49-F238E27FC236}">
                <a16:creationId xmlns:a16="http://schemas.microsoft.com/office/drawing/2014/main" id="{E7C723FF-60B3-8347-AACB-B8C9A4DAFB57}"/>
              </a:ext>
            </a:extLst>
          </p:cNvPr>
          <p:cNvSpPr>
            <a:spLocks noChangeArrowheads="1"/>
          </p:cNvSpPr>
          <p:nvPr/>
        </p:nvSpPr>
        <p:spPr bwMode="auto">
          <a:xfrm>
            <a:off x="2341960" y="695325"/>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2961" name="Rectangle 18">
            <a:extLst>
              <a:ext uri="{FF2B5EF4-FFF2-40B4-BE49-F238E27FC236}">
                <a16:creationId xmlns:a16="http://schemas.microsoft.com/office/drawing/2014/main" id="{C7B0C4EC-57ED-9E45-A4CD-2AE2FCB94DE7}"/>
              </a:ext>
            </a:extLst>
          </p:cNvPr>
          <p:cNvSpPr>
            <a:spLocks noChangeArrowheads="1"/>
          </p:cNvSpPr>
          <p:nvPr/>
        </p:nvSpPr>
        <p:spPr bwMode="auto">
          <a:xfrm>
            <a:off x="1497806" y="716757"/>
            <a:ext cx="88463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2962" name="Line 19">
            <a:extLst>
              <a:ext uri="{FF2B5EF4-FFF2-40B4-BE49-F238E27FC236}">
                <a16:creationId xmlns:a16="http://schemas.microsoft.com/office/drawing/2014/main" id="{964C2ABA-8EB8-1445-BDCF-0BE558477B14}"/>
              </a:ext>
            </a:extLst>
          </p:cNvPr>
          <p:cNvSpPr>
            <a:spLocks noChangeShapeType="1"/>
          </p:cNvSpPr>
          <p:nvPr/>
        </p:nvSpPr>
        <p:spPr bwMode="auto">
          <a:xfrm>
            <a:off x="2574131" y="700088"/>
            <a:ext cx="0" cy="316706"/>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2963" name="Line 20">
            <a:extLst>
              <a:ext uri="{FF2B5EF4-FFF2-40B4-BE49-F238E27FC236}">
                <a16:creationId xmlns:a16="http://schemas.microsoft.com/office/drawing/2014/main" id="{851BD239-0868-AE4E-A050-D4176323AA4F}"/>
              </a:ext>
            </a:extLst>
          </p:cNvPr>
          <p:cNvSpPr>
            <a:spLocks noChangeShapeType="1"/>
          </p:cNvSpPr>
          <p:nvPr/>
        </p:nvSpPr>
        <p:spPr bwMode="auto">
          <a:xfrm>
            <a:off x="3702844" y="700087"/>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2964" name="Line 21">
            <a:extLst>
              <a:ext uri="{FF2B5EF4-FFF2-40B4-BE49-F238E27FC236}">
                <a16:creationId xmlns:a16="http://schemas.microsoft.com/office/drawing/2014/main" id="{00332D7F-D691-A64B-AD94-6B7B23A8A8AD}"/>
              </a:ext>
            </a:extLst>
          </p:cNvPr>
          <p:cNvSpPr>
            <a:spLocks noChangeShapeType="1"/>
          </p:cNvSpPr>
          <p:nvPr/>
        </p:nvSpPr>
        <p:spPr bwMode="auto">
          <a:xfrm>
            <a:off x="2380060"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65" name="Line 22">
            <a:extLst>
              <a:ext uri="{FF2B5EF4-FFF2-40B4-BE49-F238E27FC236}">
                <a16:creationId xmlns:a16="http://schemas.microsoft.com/office/drawing/2014/main" id="{1EF2E273-B6BA-C648-A5DD-CEF1462CA78A}"/>
              </a:ext>
            </a:extLst>
          </p:cNvPr>
          <p:cNvSpPr>
            <a:spLocks noChangeShapeType="1"/>
          </p:cNvSpPr>
          <p:nvPr/>
        </p:nvSpPr>
        <p:spPr bwMode="auto">
          <a:xfrm>
            <a:off x="3702844"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66" name="Line 23">
            <a:extLst>
              <a:ext uri="{FF2B5EF4-FFF2-40B4-BE49-F238E27FC236}">
                <a16:creationId xmlns:a16="http://schemas.microsoft.com/office/drawing/2014/main" id="{2BC5592B-599F-F040-AED6-F37E17C40B5A}"/>
              </a:ext>
            </a:extLst>
          </p:cNvPr>
          <p:cNvSpPr>
            <a:spLocks noChangeShapeType="1"/>
          </p:cNvSpPr>
          <p:nvPr/>
        </p:nvSpPr>
        <p:spPr bwMode="auto">
          <a:xfrm>
            <a:off x="7685485"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67" name="Line 24">
            <a:extLst>
              <a:ext uri="{FF2B5EF4-FFF2-40B4-BE49-F238E27FC236}">
                <a16:creationId xmlns:a16="http://schemas.microsoft.com/office/drawing/2014/main" id="{4B854183-4159-734B-9085-82C2EECC9E0E}"/>
              </a:ext>
            </a:extLst>
          </p:cNvPr>
          <p:cNvSpPr>
            <a:spLocks noChangeShapeType="1"/>
          </p:cNvSpPr>
          <p:nvPr/>
        </p:nvSpPr>
        <p:spPr bwMode="auto">
          <a:xfrm flipV="1">
            <a:off x="5054204" y="2184798"/>
            <a:ext cx="2606278" cy="2381"/>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2968" name="Rectangle 25">
            <a:extLst>
              <a:ext uri="{FF2B5EF4-FFF2-40B4-BE49-F238E27FC236}">
                <a16:creationId xmlns:a16="http://schemas.microsoft.com/office/drawing/2014/main" id="{B7227E0B-4F5A-3A41-8A44-B696D7C8FEF2}"/>
              </a:ext>
            </a:extLst>
          </p:cNvPr>
          <p:cNvSpPr>
            <a:spLocks noChangeArrowheads="1"/>
          </p:cNvSpPr>
          <p:nvPr/>
        </p:nvSpPr>
        <p:spPr bwMode="auto">
          <a:xfrm>
            <a:off x="5966134" y="2051448"/>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2969" name="Line 26">
            <a:extLst>
              <a:ext uri="{FF2B5EF4-FFF2-40B4-BE49-F238E27FC236}">
                <a16:creationId xmlns:a16="http://schemas.microsoft.com/office/drawing/2014/main" id="{B75F78D7-4069-9F48-8FEB-71BEE4ABD2FC}"/>
              </a:ext>
            </a:extLst>
          </p:cNvPr>
          <p:cNvSpPr>
            <a:spLocks noChangeShapeType="1"/>
          </p:cNvSpPr>
          <p:nvPr/>
        </p:nvSpPr>
        <p:spPr bwMode="auto">
          <a:xfrm>
            <a:off x="2408635"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70" name="Line 27">
            <a:extLst>
              <a:ext uri="{FF2B5EF4-FFF2-40B4-BE49-F238E27FC236}">
                <a16:creationId xmlns:a16="http://schemas.microsoft.com/office/drawing/2014/main" id="{D86D6BE4-A5D2-D349-B2BB-CE1691EBA087}"/>
              </a:ext>
            </a:extLst>
          </p:cNvPr>
          <p:cNvSpPr>
            <a:spLocks noChangeShapeType="1"/>
          </p:cNvSpPr>
          <p:nvPr/>
        </p:nvSpPr>
        <p:spPr bwMode="auto">
          <a:xfrm>
            <a:off x="5054204"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71" name="Line 28">
            <a:extLst>
              <a:ext uri="{FF2B5EF4-FFF2-40B4-BE49-F238E27FC236}">
                <a16:creationId xmlns:a16="http://schemas.microsoft.com/office/drawing/2014/main" id="{D7ECC28B-ABAF-7F40-B76F-56870682B8BB}"/>
              </a:ext>
            </a:extLst>
          </p:cNvPr>
          <p:cNvSpPr>
            <a:spLocks noChangeShapeType="1"/>
          </p:cNvSpPr>
          <p:nvPr/>
        </p:nvSpPr>
        <p:spPr bwMode="auto">
          <a:xfrm>
            <a:off x="7675960"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72" name="Rectangle 29">
            <a:extLst>
              <a:ext uri="{FF2B5EF4-FFF2-40B4-BE49-F238E27FC236}">
                <a16:creationId xmlns:a16="http://schemas.microsoft.com/office/drawing/2014/main" id="{5F8BB5BF-6658-3E41-B8AB-EB561752E945}"/>
              </a:ext>
            </a:extLst>
          </p:cNvPr>
          <p:cNvSpPr>
            <a:spLocks noChangeArrowheads="1"/>
          </p:cNvSpPr>
          <p:nvPr/>
        </p:nvSpPr>
        <p:spPr bwMode="auto">
          <a:xfrm>
            <a:off x="1512094" y="1714500"/>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2973" name="Line 30">
            <a:extLst>
              <a:ext uri="{FF2B5EF4-FFF2-40B4-BE49-F238E27FC236}">
                <a16:creationId xmlns:a16="http://schemas.microsoft.com/office/drawing/2014/main" id="{625E73F5-1881-5343-8211-488CE21785D4}"/>
              </a:ext>
            </a:extLst>
          </p:cNvPr>
          <p:cNvSpPr>
            <a:spLocks noChangeShapeType="1"/>
          </p:cNvSpPr>
          <p:nvPr/>
        </p:nvSpPr>
        <p:spPr bwMode="auto">
          <a:xfrm>
            <a:off x="5054204" y="1713310"/>
            <a:ext cx="0" cy="3250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2974" name="Rectangle 31">
            <a:extLst>
              <a:ext uri="{FF2B5EF4-FFF2-40B4-BE49-F238E27FC236}">
                <a16:creationId xmlns:a16="http://schemas.microsoft.com/office/drawing/2014/main" id="{1CC5E971-2E78-754F-958C-6E305D925934}"/>
              </a:ext>
            </a:extLst>
          </p:cNvPr>
          <p:cNvSpPr>
            <a:spLocks noChangeArrowheads="1"/>
          </p:cNvSpPr>
          <p:nvPr/>
        </p:nvSpPr>
        <p:spPr bwMode="auto">
          <a:xfrm>
            <a:off x="1512094" y="2686050"/>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C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2975" name="Rectangle 32">
            <a:extLst>
              <a:ext uri="{FF2B5EF4-FFF2-40B4-BE49-F238E27FC236}">
                <a16:creationId xmlns:a16="http://schemas.microsoft.com/office/drawing/2014/main" id="{25F3F4F0-514C-394A-8808-C5BB255D58E5}"/>
              </a:ext>
            </a:extLst>
          </p:cNvPr>
          <p:cNvSpPr>
            <a:spLocks noChangeArrowheads="1"/>
          </p:cNvSpPr>
          <p:nvPr/>
        </p:nvSpPr>
        <p:spPr bwMode="auto">
          <a:xfrm>
            <a:off x="2653904" y="270033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2976" name="Rectangle 33">
            <a:extLst>
              <a:ext uri="{FF2B5EF4-FFF2-40B4-BE49-F238E27FC236}">
                <a16:creationId xmlns:a16="http://schemas.microsoft.com/office/drawing/2014/main" id="{10CA903E-6042-C34F-8C5B-8C8900DF6503}"/>
              </a:ext>
            </a:extLst>
          </p:cNvPr>
          <p:cNvSpPr>
            <a:spLocks noChangeArrowheads="1"/>
          </p:cNvSpPr>
          <p:nvPr/>
        </p:nvSpPr>
        <p:spPr bwMode="auto">
          <a:xfrm>
            <a:off x="2363392" y="2694385"/>
            <a:ext cx="36433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2977" name="Rectangle 34">
            <a:extLst>
              <a:ext uri="{FF2B5EF4-FFF2-40B4-BE49-F238E27FC236}">
                <a16:creationId xmlns:a16="http://schemas.microsoft.com/office/drawing/2014/main" id="{90FB05D9-7DA9-B94F-BF76-37380B3B6B6A}"/>
              </a:ext>
            </a:extLst>
          </p:cNvPr>
          <p:cNvSpPr>
            <a:spLocks noChangeArrowheads="1"/>
          </p:cNvSpPr>
          <p:nvPr/>
        </p:nvSpPr>
        <p:spPr bwMode="auto">
          <a:xfrm>
            <a:off x="2509838" y="2700338"/>
            <a:ext cx="36195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2978" name="Line 35">
            <a:extLst>
              <a:ext uri="{FF2B5EF4-FFF2-40B4-BE49-F238E27FC236}">
                <a16:creationId xmlns:a16="http://schemas.microsoft.com/office/drawing/2014/main" id="{668202BB-5C5B-BE4C-85A8-5730AC2E8869}"/>
              </a:ext>
            </a:extLst>
          </p:cNvPr>
          <p:cNvSpPr>
            <a:spLocks noChangeShapeType="1"/>
          </p:cNvSpPr>
          <p:nvPr/>
        </p:nvSpPr>
        <p:spPr bwMode="auto">
          <a:xfrm>
            <a:off x="2921794" y="2677716"/>
            <a:ext cx="0" cy="32980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2979" name="Line 36">
            <a:extLst>
              <a:ext uri="{FF2B5EF4-FFF2-40B4-BE49-F238E27FC236}">
                <a16:creationId xmlns:a16="http://schemas.microsoft.com/office/drawing/2014/main" id="{9632A6D3-69ED-FE45-8421-741FB4A92B0C}"/>
              </a:ext>
            </a:extLst>
          </p:cNvPr>
          <p:cNvSpPr>
            <a:spLocks noChangeShapeType="1"/>
          </p:cNvSpPr>
          <p:nvPr/>
        </p:nvSpPr>
        <p:spPr bwMode="auto">
          <a:xfrm>
            <a:off x="6405563" y="2674144"/>
            <a:ext cx="0" cy="330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2980" name="Line 37">
            <a:extLst>
              <a:ext uri="{FF2B5EF4-FFF2-40B4-BE49-F238E27FC236}">
                <a16:creationId xmlns:a16="http://schemas.microsoft.com/office/drawing/2014/main" id="{4DD8D55F-AF9A-C147-8135-9C9355C3BC6D}"/>
              </a:ext>
            </a:extLst>
          </p:cNvPr>
          <p:cNvSpPr>
            <a:spLocks noChangeShapeType="1"/>
          </p:cNvSpPr>
          <p:nvPr/>
        </p:nvSpPr>
        <p:spPr bwMode="auto">
          <a:xfrm flipV="1">
            <a:off x="6409135" y="3157538"/>
            <a:ext cx="1276350" cy="13097"/>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nvGrpSpPr>
          <p:cNvPr id="82981" name="Group 38">
            <a:extLst>
              <a:ext uri="{FF2B5EF4-FFF2-40B4-BE49-F238E27FC236}">
                <a16:creationId xmlns:a16="http://schemas.microsoft.com/office/drawing/2014/main" id="{7F11E9E8-1CEF-9D4F-881A-00F661A3F7F2}"/>
              </a:ext>
            </a:extLst>
          </p:cNvPr>
          <p:cNvGrpSpPr>
            <a:grpSpLocks/>
          </p:cNvGrpSpPr>
          <p:nvPr/>
        </p:nvGrpSpPr>
        <p:grpSpPr bwMode="auto">
          <a:xfrm>
            <a:off x="6706789" y="3027760"/>
            <a:ext cx="741645" cy="482430"/>
            <a:chOff x="2832" y="3024"/>
            <a:chExt cx="429" cy="381"/>
          </a:xfrm>
        </p:grpSpPr>
        <p:sp>
          <p:nvSpPr>
            <p:cNvPr id="83000" name="Rectangle 39">
              <a:extLst>
                <a:ext uri="{FF2B5EF4-FFF2-40B4-BE49-F238E27FC236}">
                  <a16:creationId xmlns:a16="http://schemas.microsoft.com/office/drawing/2014/main" id="{93CB197F-13BA-0049-98EF-85A01B4D31F3}"/>
                </a:ext>
              </a:extLst>
            </p:cNvPr>
            <p:cNvSpPr>
              <a:spLocks noChangeArrowheads="1"/>
            </p:cNvSpPr>
            <p:nvPr/>
          </p:nvSpPr>
          <p:spPr bwMode="auto">
            <a:xfrm>
              <a:off x="2832" y="3072"/>
              <a:ext cx="426" cy="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3001" name="Rectangle 40">
              <a:extLst>
                <a:ext uri="{FF2B5EF4-FFF2-40B4-BE49-F238E27FC236}">
                  <a16:creationId xmlns:a16="http://schemas.microsoft.com/office/drawing/2014/main" id="{0E0AFAD0-6454-E149-89A2-987F53EC3FF5}"/>
                </a:ext>
              </a:extLst>
            </p:cNvPr>
            <p:cNvSpPr>
              <a:spLocks noChangeArrowheads="1"/>
            </p:cNvSpPr>
            <p:nvPr/>
          </p:nvSpPr>
          <p:spPr bwMode="auto">
            <a:xfrm>
              <a:off x="2847" y="3024"/>
              <a:ext cx="414"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grpSp>
      <p:sp>
        <p:nvSpPr>
          <p:cNvPr id="82982" name="Line 41">
            <a:extLst>
              <a:ext uri="{FF2B5EF4-FFF2-40B4-BE49-F238E27FC236}">
                <a16:creationId xmlns:a16="http://schemas.microsoft.com/office/drawing/2014/main" id="{406DDE6B-BBBB-4243-9105-FCCB106F24C1}"/>
              </a:ext>
            </a:extLst>
          </p:cNvPr>
          <p:cNvSpPr>
            <a:spLocks noChangeShapeType="1"/>
          </p:cNvSpPr>
          <p:nvPr/>
        </p:nvSpPr>
        <p:spPr bwMode="auto">
          <a:xfrm>
            <a:off x="2408635" y="3055144"/>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83" name="Line 42">
            <a:extLst>
              <a:ext uri="{FF2B5EF4-FFF2-40B4-BE49-F238E27FC236}">
                <a16:creationId xmlns:a16="http://schemas.microsoft.com/office/drawing/2014/main" id="{30A69477-CF97-D54E-A571-668ACF21ED35}"/>
              </a:ext>
            </a:extLst>
          </p:cNvPr>
          <p:cNvSpPr>
            <a:spLocks noChangeShapeType="1"/>
          </p:cNvSpPr>
          <p:nvPr/>
        </p:nvSpPr>
        <p:spPr bwMode="auto">
          <a:xfrm>
            <a:off x="6409135" y="3057525"/>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84" name="Line 43">
            <a:extLst>
              <a:ext uri="{FF2B5EF4-FFF2-40B4-BE49-F238E27FC236}">
                <a16:creationId xmlns:a16="http://schemas.microsoft.com/office/drawing/2014/main" id="{D9719CDB-E76B-7845-9247-4BE47AD7303E}"/>
              </a:ext>
            </a:extLst>
          </p:cNvPr>
          <p:cNvSpPr>
            <a:spLocks noChangeShapeType="1"/>
          </p:cNvSpPr>
          <p:nvPr/>
        </p:nvSpPr>
        <p:spPr bwMode="auto">
          <a:xfrm>
            <a:off x="7675960" y="30432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85" name="Rectangle 44">
            <a:extLst>
              <a:ext uri="{FF2B5EF4-FFF2-40B4-BE49-F238E27FC236}">
                <a16:creationId xmlns:a16="http://schemas.microsoft.com/office/drawing/2014/main" id="{9538B462-4FFE-1549-BAE2-4261D5CD088E}"/>
              </a:ext>
            </a:extLst>
          </p:cNvPr>
          <p:cNvSpPr>
            <a:spLocks noChangeArrowheads="1"/>
          </p:cNvSpPr>
          <p:nvPr/>
        </p:nvSpPr>
        <p:spPr bwMode="auto">
          <a:xfrm>
            <a:off x="2403872" y="3711179"/>
            <a:ext cx="5300663"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2986" name="Rectangle 45">
            <a:extLst>
              <a:ext uri="{FF2B5EF4-FFF2-40B4-BE49-F238E27FC236}">
                <a16:creationId xmlns:a16="http://schemas.microsoft.com/office/drawing/2014/main" id="{D9EA2228-ED16-F54E-90EC-33B891E22B79}"/>
              </a:ext>
            </a:extLst>
          </p:cNvPr>
          <p:cNvSpPr>
            <a:spLocks noChangeArrowheads="1"/>
          </p:cNvSpPr>
          <p:nvPr/>
        </p:nvSpPr>
        <p:spPr bwMode="auto">
          <a:xfrm>
            <a:off x="1497807" y="371951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D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2987" name="Line 46">
            <a:extLst>
              <a:ext uri="{FF2B5EF4-FFF2-40B4-BE49-F238E27FC236}">
                <a16:creationId xmlns:a16="http://schemas.microsoft.com/office/drawing/2014/main" id="{837F2D2D-9F85-5849-BBB4-736AC032B0BB}"/>
              </a:ext>
            </a:extLst>
          </p:cNvPr>
          <p:cNvSpPr>
            <a:spLocks noChangeShapeType="1"/>
          </p:cNvSpPr>
          <p:nvPr/>
        </p:nvSpPr>
        <p:spPr bwMode="auto">
          <a:xfrm>
            <a:off x="2989660" y="3717132"/>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2988" name="Rectangle 47">
            <a:extLst>
              <a:ext uri="{FF2B5EF4-FFF2-40B4-BE49-F238E27FC236}">
                <a16:creationId xmlns:a16="http://schemas.microsoft.com/office/drawing/2014/main" id="{F8C9399F-8123-EF4E-9A04-A46034CF13AE}"/>
              </a:ext>
            </a:extLst>
          </p:cNvPr>
          <p:cNvSpPr>
            <a:spLocks noChangeArrowheads="1"/>
          </p:cNvSpPr>
          <p:nvPr/>
        </p:nvSpPr>
        <p:spPr bwMode="auto">
          <a:xfrm>
            <a:off x="2356247" y="3709988"/>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2989" name="Rectangle 48">
            <a:extLst>
              <a:ext uri="{FF2B5EF4-FFF2-40B4-BE49-F238E27FC236}">
                <a16:creationId xmlns:a16="http://schemas.microsoft.com/office/drawing/2014/main" id="{CA34B41B-C4FE-6C45-BF3D-62C4D914DF9C}"/>
              </a:ext>
            </a:extLst>
          </p:cNvPr>
          <p:cNvSpPr>
            <a:spLocks noChangeArrowheads="1"/>
          </p:cNvSpPr>
          <p:nvPr/>
        </p:nvSpPr>
        <p:spPr bwMode="auto">
          <a:xfrm>
            <a:off x="4480323" y="373261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多 播 地 址</a:t>
            </a:r>
          </a:p>
        </p:txBody>
      </p:sp>
      <p:sp>
        <p:nvSpPr>
          <p:cNvPr id="82990" name="Rectangle 49">
            <a:extLst>
              <a:ext uri="{FF2B5EF4-FFF2-40B4-BE49-F238E27FC236}">
                <a16:creationId xmlns:a16="http://schemas.microsoft.com/office/drawing/2014/main" id="{699B2E45-FAC7-424C-9FBB-82E94781B4CE}"/>
              </a:ext>
            </a:extLst>
          </p:cNvPr>
          <p:cNvSpPr>
            <a:spLocks noChangeArrowheads="1"/>
          </p:cNvSpPr>
          <p:nvPr/>
        </p:nvSpPr>
        <p:spPr bwMode="auto">
          <a:xfrm>
            <a:off x="2409826" y="4436269"/>
            <a:ext cx="5289947"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2991" name="Rectangle 50">
            <a:extLst>
              <a:ext uri="{FF2B5EF4-FFF2-40B4-BE49-F238E27FC236}">
                <a16:creationId xmlns:a16="http://schemas.microsoft.com/office/drawing/2014/main" id="{D3780B1F-643C-EB44-AF28-409E9618AC34}"/>
              </a:ext>
            </a:extLst>
          </p:cNvPr>
          <p:cNvSpPr>
            <a:spLocks noChangeArrowheads="1"/>
          </p:cNvSpPr>
          <p:nvPr/>
        </p:nvSpPr>
        <p:spPr bwMode="auto">
          <a:xfrm>
            <a:off x="1525191" y="4443413"/>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E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2992" name="Rectangle 51">
            <a:extLst>
              <a:ext uri="{FF2B5EF4-FFF2-40B4-BE49-F238E27FC236}">
                <a16:creationId xmlns:a16="http://schemas.microsoft.com/office/drawing/2014/main" id="{B2711AB1-4073-3842-A475-DA9459ECEB77}"/>
              </a:ext>
            </a:extLst>
          </p:cNvPr>
          <p:cNvSpPr>
            <a:spLocks noChangeArrowheads="1"/>
          </p:cNvSpPr>
          <p:nvPr/>
        </p:nvSpPr>
        <p:spPr bwMode="auto">
          <a:xfrm>
            <a:off x="4071938" y="4451748"/>
            <a:ext cx="18009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保 留 为 今 后 使 用</a:t>
            </a:r>
          </a:p>
        </p:txBody>
      </p:sp>
      <p:sp>
        <p:nvSpPr>
          <p:cNvPr id="82993" name="Line 52">
            <a:extLst>
              <a:ext uri="{FF2B5EF4-FFF2-40B4-BE49-F238E27FC236}">
                <a16:creationId xmlns:a16="http://schemas.microsoft.com/office/drawing/2014/main" id="{95CF74F4-9F49-EC44-AAFC-1AC3424EEAE1}"/>
              </a:ext>
            </a:extLst>
          </p:cNvPr>
          <p:cNvSpPr>
            <a:spLocks noChangeShapeType="1"/>
          </p:cNvSpPr>
          <p:nvPr/>
        </p:nvSpPr>
        <p:spPr bwMode="auto">
          <a:xfrm>
            <a:off x="2951560" y="4455319"/>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2994" name="Rectangle 53">
            <a:extLst>
              <a:ext uri="{FF2B5EF4-FFF2-40B4-BE49-F238E27FC236}">
                <a16:creationId xmlns:a16="http://schemas.microsoft.com/office/drawing/2014/main" id="{7010F822-F8DE-114B-9788-D57AFAC6D637}"/>
              </a:ext>
            </a:extLst>
          </p:cNvPr>
          <p:cNvSpPr>
            <a:spLocks noChangeArrowheads="1"/>
          </p:cNvSpPr>
          <p:nvPr/>
        </p:nvSpPr>
        <p:spPr bwMode="auto">
          <a:xfrm>
            <a:off x="2356247" y="4441032"/>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2995" name="Rectangle 54">
            <a:extLst>
              <a:ext uri="{FF2B5EF4-FFF2-40B4-BE49-F238E27FC236}">
                <a16:creationId xmlns:a16="http://schemas.microsoft.com/office/drawing/2014/main" id="{0EC6E43E-01CA-864D-9976-9A4552EC59B0}"/>
              </a:ext>
            </a:extLst>
          </p:cNvPr>
          <p:cNvSpPr>
            <a:spLocks noChangeArrowheads="1"/>
          </p:cNvSpPr>
          <p:nvPr/>
        </p:nvSpPr>
        <p:spPr bwMode="auto">
          <a:xfrm>
            <a:off x="2497932" y="1702594"/>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2996" name="Rectangle 55">
            <a:extLst>
              <a:ext uri="{FF2B5EF4-FFF2-40B4-BE49-F238E27FC236}">
                <a16:creationId xmlns:a16="http://schemas.microsoft.com/office/drawing/2014/main" id="{5CCC1CED-08F6-3A4A-B409-7A096154C280}"/>
              </a:ext>
            </a:extLst>
          </p:cNvPr>
          <p:cNvSpPr>
            <a:spLocks noChangeArrowheads="1"/>
          </p:cNvSpPr>
          <p:nvPr/>
        </p:nvSpPr>
        <p:spPr bwMode="auto">
          <a:xfrm>
            <a:off x="2353867" y="1702594"/>
            <a:ext cx="36314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2997" name="Line 56">
            <a:extLst>
              <a:ext uri="{FF2B5EF4-FFF2-40B4-BE49-F238E27FC236}">
                <a16:creationId xmlns:a16="http://schemas.microsoft.com/office/drawing/2014/main" id="{31DFE41C-DC3D-874D-BA88-15FF10AD7328}"/>
              </a:ext>
            </a:extLst>
          </p:cNvPr>
          <p:cNvSpPr>
            <a:spLocks noChangeShapeType="1"/>
          </p:cNvSpPr>
          <p:nvPr/>
        </p:nvSpPr>
        <p:spPr bwMode="auto">
          <a:xfrm>
            <a:off x="2767013" y="1700213"/>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2998" name="AutoShape 57">
            <a:extLst>
              <a:ext uri="{FF2B5EF4-FFF2-40B4-BE49-F238E27FC236}">
                <a16:creationId xmlns:a16="http://schemas.microsoft.com/office/drawing/2014/main" id="{66403C67-BCD1-694F-A037-24EBAB338C96}"/>
              </a:ext>
            </a:extLst>
          </p:cNvPr>
          <p:cNvSpPr>
            <a:spLocks noChangeArrowheads="1"/>
          </p:cNvSpPr>
          <p:nvPr/>
        </p:nvSpPr>
        <p:spPr bwMode="auto">
          <a:xfrm>
            <a:off x="2250282" y="3544491"/>
            <a:ext cx="5183981" cy="485775"/>
          </a:xfrm>
          <a:prstGeom prst="wedgeRoundRectCallout">
            <a:avLst>
              <a:gd name="adj1" fmla="val 667"/>
              <a:gd name="adj2" fmla="val -202449"/>
              <a:gd name="adj3" fmla="val 16667"/>
            </a:avLst>
          </a:prstGeom>
          <a:solidFill>
            <a:srgbClr val="66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C </a:t>
            </a:r>
            <a:r>
              <a:rPr lang="zh-CN" altLang="en-US" sz="2100">
                <a:latin typeface="Arial" panose="020B0604020202020204" pitchFamily="34" charset="0"/>
                <a:ea typeface="宋体" panose="02010600030101010101" pitchFamily="2" charset="-122"/>
                <a:cs typeface="黑体" panose="02010609060101010101" pitchFamily="49" charset="-122"/>
              </a:rPr>
              <a:t>类地址的网络号字段 </a:t>
            </a:r>
            <a:r>
              <a:rPr lang="en-US" altLang="zh-CN" sz="2100">
                <a:latin typeface="Arial" panose="020B0604020202020204" pitchFamily="34" charset="0"/>
                <a:ea typeface="宋体" panose="02010600030101010101" pitchFamily="2" charset="-122"/>
                <a:cs typeface="黑体" panose="02010609060101010101" pitchFamily="49" charset="-122"/>
              </a:rPr>
              <a:t>net-id </a:t>
            </a:r>
            <a:r>
              <a:rPr lang="zh-CN" altLang="en-US" sz="2100">
                <a:latin typeface="Arial" panose="020B0604020202020204" pitchFamily="34" charset="0"/>
                <a:ea typeface="宋体" panose="02010600030101010101" pitchFamily="2" charset="-122"/>
                <a:cs typeface="黑体" panose="02010609060101010101" pitchFamily="49" charset="-122"/>
              </a:rPr>
              <a:t>为 </a:t>
            </a:r>
            <a:r>
              <a:rPr lang="en-US" altLang="zh-CN" sz="2100">
                <a:latin typeface="Arial" panose="020B0604020202020204" pitchFamily="34" charset="0"/>
                <a:ea typeface="宋体" panose="02010600030101010101" pitchFamily="2" charset="-122"/>
                <a:cs typeface="黑体" panose="02010609060101010101" pitchFamily="49" charset="-122"/>
              </a:rPr>
              <a:t>3 </a:t>
            </a:r>
            <a:r>
              <a:rPr lang="zh-CN" altLang="en-US" sz="2100">
                <a:latin typeface="Arial" panose="020B0604020202020204" pitchFamily="34" charset="0"/>
                <a:ea typeface="宋体" panose="02010600030101010101" pitchFamily="2" charset="-122"/>
                <a:cs typeface="黑体" panose="02010609060101010101" pitchFamily="49" charset="-122"/>
              </a:rPr>
              <a:t>字节</a:t>
            </a:r>
          </a:p>
        </p:txBody>
      </p:sp>
      <p:sp>
        <p:nvSpPr>
          <p:cNvPr id="82999" name="幻灯片编号占位符 1">
            <a:extLst>
              <a:ext uri="{FF2B5EF4-FFF2-40B4-BE49-F238E27FC236}">
                <a16:creationId xmlns:a16="http://schemas.microsoft.com/office/drawing/2014/main" id="{0BF888A9-C06E-9647-BDA5-142C38C28D0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5F7D5B4-11B6-4143-BA5B-F62F11FDC95D}"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07700212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4993" name="Line 2">
            <a:extLst>
              <a:ext uri="{FF2B5EF4-FFF2-40B4-BE49-F238E27FC236}">
                <a16:creationId xmlns:a16="http://schemas.microsoft.com/office/drawing/2014/main" id="{389F3C2D-D517-4842-A248-2AE98F070D37}"/>
              </a:ext>
            </a:extLst>
          </p:cNvPr>
          <p:cNvSpPr>
            <a:spLocks noChangeShapeType="1"/>
          </p:cNvSpPr>
          <p:nvPr/>
        </p:nvSpPr>
        <p:spPr bwMode="auto">
          <a:xfrm flipV="1">
            <a:off x="2408635" y="3169444"/>
            <a:ext cx="397906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4994" name="Rectangle 3">
            <a:extLst>
              <a:ext uri="{FF2B5EF4-FFF2-40B4-BE49-F238E27FC236}">
                <a16:creationId xmlns:a16="http://schemas.microsoft.com/office/drawing/2014/main" id="{FDCF3316-4056-0441-B35D-C22A80A11F2C}"/>
              </a:ext>
            </a:extLst>
          </p:cNvPr>
          <p:cNvSpPr>
            <a:spLocks noChangeArrowheads="1"/>
          </p:cNvSpPr>
          <p:nvPr/>
        </p:nvSpPr>
        <p:spPr bwMode="auto">
          <a:xfrm>
            <a:off x="3956447" y="3006329"/>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bit</a:t>
            </a:r>
          </a:p>
        </p:txBody>
      </p:sp>
      <p:sp>
        <p:nvSpPr>
          <p:cNvPr id="84995" name="Rectangle 4">
            <a:extLst>
              <a:ext uri="{FF2B5EF4-FFF2-40B4-BE49-F238E27FC236}">
                <a16:creationId xmlns:a16="http://schemas.microsoft.com/office/drawing/2014/main" id="{4B77C930-C6C7-044D-BC8B-BCBD22E6B519}"/>
              </a:ext>
            </a:extLst>
          </p:cNvPr>
          <p:cNvSpPr>
            <a:spLocks noChangeArrowheads="1"/>
          </p:cNvSpPr>
          <p:nvPr/>
        </p:nvSpPr>
        <p:spPr bwMode="auto">
          <a:xfrm>
            <a:off x="2408635" y="2678906"/>
            <a:ext cx="5285184" cy="33337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4996" name="Line 5">
            <a:extLst>
              <a:ext uri="{FF2B5EF4-FFF2-40B4-BE49-F238E27FC236}">
                <a16:creationId xmlns:a16="http://schemas.microsoft.com/office/drawing/2014/main" id="{33B11DB2-DEE6-2048-BC21-5C0BDA901B93}"/>
              </a:ext>
            </a:extLst>
          </p:cNvPr>
          <p:cNvSpPr>
            <a:spLocks noChangeShapeType="1"/>
          </p:cNvSpPr>
          <p:nvPr/>
        </p:nvSpPr>
        <p:spPr bwMode="auto">
          <a:xfrm>
            <a:off x="3702844" y="1183481"/>
            <a:ext cx="39826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4997" name="Rectangle 6">
            <a:extLst>
              <a:ext uri="{FF2B5EF4-FFF2-40B4-BE49-F238E27FC236}">
                <a16:creationId xmlns:a16="http://schemas.microsoft.com/office/drawing/2014/main" id="{DC515A69-3B94-F745-A8FD-B7E50FC010AA}"/>
              </a:ext>
            </a:extLst>
          </p:cNvPr>
          <p:cNvSpPr>
            <a:spLocks noChangeArrowheads="1"/>
          </p:cNvSpPr>
          <p:nvPr/>
        </p:nvSpPr>
        <p:spPr bwMode="auto">
          <a:xfrm>
            <a:off x="5117219" y="1027510"/>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4998" name="Line 7">
            <a:extLst>
              <a:ext uri="{FF2B5EF4-FFF2-40B4-BE49-F238E27FC236}">
                <a16:creationId xmlns:a16="http://schemas.microsoft.com/office/drawing/2014/main" id="{B2768586-6657-5D4E-9DBD-A37BC3539F59}"/>
              </a:ext>
            </a:extLst>
          </p:cNvPr>
          <p:cNvSpPr>
            <a:spLocks noChangeShapeType="1"/>
          </p:cNvSpPr>
          <p:nvPr/>
        </p:nvSpPr>
        <p:spPr bwMode="auto">
          <a:xfrm flipV="1">
            <a:off x="2438400" y="2184797"/>
            <a:ext cx="260627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4999" name="Rectangle 8">
            <a:extLst>
              <a:ext uri="{FF2B5EF4-FFF2-40B4-BE49-F238E27FC236}">
                <a16:creationId xmlns:a16="http://schemas.microsoft.com/office/drawing/2014/main" id="{2115C672-F075-C14C-862E-1AAC0868D07A}"/>
              </a:ext>
            </a:extLst>
          </p:cNvPr>
          <p:cNvSpPr>
            <a:spLocks noChangeArrowheads="1"/>
          </p:cNvSpPr>
          <p:nvPr/>
        </p:nvSpPr>
        <p:spPr bwMode="auto">
          <a:xfrm>
            <a:off x="3281363" y="2031207"/>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5000" name="Line 9">
            <a:extLst>
              <a:ext uri="{FF2B5EF4-FFF2-40B4-BE49-F238E27FC236}">
                <a16:creationId xmlns:a16="http://schemas.microsoft.com/office/drawing/2014/main" id="{E93AE883-671E-2644-81DB-DA8896F0930E}"/>
              </a:ext>
            </a:extLst>
          </p:cNvPr>
          <p:cNvSpPr>
            <a:spLocks noChangeShapeType="1"/>
          </p:cNvSpPr>
          <p:nvPr/>
        </p:nvSpPr>
        <p:spPr bwMode="auto">
          <a:xfrm>
            <a:off x="2380060" y="1183481"/>
            <a:ext cx="132278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5001" name="Rectangle 10">
            <a:extLst>
              <a:ext uri="{FF2B5EF4-FFF2-40B4-BE49-F238E27FC236}">
                <a16:creationId xmlns:a16="http://schemas.microsoft.com/office/drawing/2014/main" id="{178195F9-CA1C-A94F-A82F-7D62D755E8E3}"/>
              </a:ext>
            </a:extLst>
          </p:cNvPr>
          <p:cNvSpPr>
            <a:spLocks noChangeArrowheads="1"/>
          </p:cNvSpPr>
          <p:nvPr/>
        </p:nvSpPr>
        <p:spPr bwMode="auto">
          <a:xfrm>
            <a:off x="2682261" y="1027510"/>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5002" name="Rectangle 11">
            <a:extLst>
              <a:ext uri="{FF2B5EF4-FFF2-40B4-BE49-F238E27FC236}">
                <a16:creationId xmlns:a16="http://schemas.microsoft.com/office/drawing/2014/main" id="{213F4698-FC2F-2B45-87D8-BBB62D6C1042}"/>
              </a:ext>
            </a:extLst>
          </p:cNvPr>
          <p:cNvSpPr>
            <a:spLocks noChangeArrowheads="1"/>
          </p:cNvSpPr>
          <p:nvPr/>
        </p:nvSpPr>
        <p:spPr bwMode="auto">
          <a:xfrm>
            <a:off x="2382441" y="700088"/>
            <a:ext cx="5313759" cy="332185"/>
          </a:xfrm>
          <a:prstGeom prst="rect">
            <a:avLst/>
          </a:prstGeom>
          <a:solidFill>
            <a:srgbClr val="FFFF99"/>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5003" name="Rectangle 12">
            <a:extLst>
              <a:ext uri="{FF2B5EF4-FFF2-40B4-BE49-F238E27FC236}">
                <a16:creationId xmlns:a16="http://schemas.microsoft.com/office/drawing/2014/main" id="{60E1F877-1814-7944-83A6-A1D578E16276}"/>
              </a:ext>
            </a:extLst>
          </p:cNvPr>
          <p:cNvSpPr>
            <a:spLocks noChangeArrowheads="1"/>
          </p:cNvSpPr>
          <p:nvPr/>
        </p:nvSpPr>
        <p:spPr bwMode="auto">
          <a:xfrm>
            <a:off x="2397919" y="1706167"/>
            <a:ext cx="5303044" cy="33456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5004" name="Rectangle 13">
            <a:extLst>
              <a:ext uri="{FF2B5EF4-FFF2-40B4-BE49-F238E27FC236}">
                <a16:creationId xmlns:a16="http://schemas.microsoft.com/office/drawing/2014/main" id="{FD70DED4-5550-D942-90E4-E96BA49E5716}"/>
              </a:ext>
            </a:extLst>
          </p:cNvPr>
          <p:cNvSpPr>
            <a:spLocks noGrp="1" noChangeArrowheads="1"/>
          </p:cNvSpPr>
          <p:nvPr>
            <p:ph type="title"/>
          </p:nvPr>
        </p:nvSpPr>
        <p:spPr>
          <a:xfrm>
            <a:off x="1439467" y="33337"/>
            <a:ext cx="6411515" cy="576263"/>
          </a:xfrm>
        </p:spPr>
        <p:txBody>
          <a:bodyPr/>
          <a:lstStyle/>
          <a:p>
            <a:pPr algn="ctr" eaLnBrk="1" hangingPunct="1"/>
            <a:r>
              <a:rPr lang="en-US" altLang="zh-CN" sz="3000">
                <a:ea typeface="宋体" panose="02010600030101010101" pitchFamily="2" charset="-122"/>
              </a:rPr>
              <a:t>IP </a:t>
            </a:r>
            <a:r>
              <a:rPr lang="zh-CN" altLang="en-US" sz="3000">
                <a:ea typeface="宋体" panose="02010600030101010101" pitchFamily="2" charset="-122"/>
              </a:rPr>
              <a:t>地址中的网络号字段和主机号字段 </a:t>
            </a:r>
          </a:p>
        </p:txBody>
      </p:sp>
      <p:sp>
        <p:nvSpPr>
          <p:cNvPr id="85005" name="Rectangle 14">
            <a:extLst>
              <a:ext uri="{FF2B5EF4-FFF2-40B4-BE49-F238E27FC236}">
                <a16:creationId xmlns:a16="http://schemas.microsoft.com/office/drawing/2014/main" id="{0F1051D9-5729-1349-AD42-6339ADA5717F}"/>
              </a:ext>
            </a:extLst>
          </p:cNvPr>
          <p:cNvSpPr>
            <a:spLocks noChangeArrowheads="1"/>
          </p:cNvSpPr>
          <p:nvPr/>
        </p:nvSpPr>
        <p:spPr bwMode="auto">
          <a:xfrm>
            <a:off x="2415778" y="2689622"/>
            <a:ext cx="3975497" cy="317897"/>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5006" name="Rectangle 15">
            <a:extLst>
              <a:ext uri="{FF2B5EF4-FFF2-40B4-BE49-F238E27FC236}">
                <a16:creationId xmlns:a16="http://schemas.microsoft.com/office/drawing/2014/main" id="{0F5E260C-DB6A-4E45-82DC-32BB60C760FD}"/>
              </a:ext>
            </a:extLst>
          </p:cNvPr>
          <p:cNvSpPr>
            <a:spLocks noChangeArrowheads="1"/>
          </p:cNvSpPr>
          <p:nvPr/>
        </p:nvSpPr>
        <p:spPr bwMode="auto">
          <a:xfrm>
            <a:off x="2414587" y="1725217"/>
            <a:ext cx="2633663" cy="30718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5007" name="Rectangle 16">
            <a:extLst>
              <a:ext uri="{FF2B5EF4-FFF2-40B4-BE49-F238E27FC236}">
                <a16:creationId xmlns:a16="http://schemas.microsoft.com/office/drawing/2014/main" id="{AF674B4D-9593-1640-8B94-0489EA001AF1}"/>
              </a:ext>
            </a:extLst>
          </p:cNvPr>
          <p:cNvSpPr>
            <a:spLocks noChangeArrowheads="1"/>
          </p:cNvSpPr>
          <p:nvPr/>
        </p:nvSpPr>
        <p:spPr bwMode="auto">
          <a:xfrm>
            <a:off x="2400301" y="717947"/>
            <a:ext cx="1297781" cy="304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5008" name="Rectangle 17">
            <a:extLst>
              <a:ext uri="{FF2B5EF4-FFF2-40B4-BE49-F238E27FC236}">
                <a16:creationId xmlns:a16="http://schemas.microsoft.com/office/drawing/2014/main" id="{FFF9D4C1-22AD-B545-92B4-CB10E889E9F0}"/>
              </a:ext>
            </a:extLst>
          </p:cNvPr>
          <p:cNvSpPr>
            <a:spLocks noChangeArrowheads="1"/>
          </p:cNvSpPr>
          <p:nvPr/>
        </p:nvSpPr>
        <p:spPr bwMode="auto">
          <a:xfrm>
            <a:off x="2341960" y="695325"/>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5009" name="Rectangle 18">
            <a:extLst>
              <a:ext uri="{FF2B5EF4-FFF2-40B4-BE49-F238E27FC236}">
                <a16:creationId xmlns:a16="http://schemas.microsoft.com/office/drawing/2014/main" id="{878B32A2-D5E5-5246-B963-C2E9BA29784D}"/>
              </a:ext>
            </a:extLst>
          </p:cNvPr>
          <p:cNvSpPr>
            <a:spLocks noChangeArrowheads="1"/>
          </p:cNvSpPr>
          <p:nvPr/>
        </p:nvSpPr>
        <p:spPr bwMode="auto">
          <a:xfrm>
            <a:off x="1497806" y="716757"/>
            <a:ext cx="88463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5010" name="Line 19">
            <a:extLst>
              <a:ext uri="{FF2B5EF4-FFF2-40B4-BE49-F238E27FC236}">
                <a16:creationId xmlns:a16="http://schemas.microsoft.com/office/drawing/2014/main" id="{270816C1-7DF6-DA4F-B7C9-9C975AF06E68}"/>
              </a:ext>
            </a:extLst>
          </p:cNvPr>
          <p:cNvSpPr>
            <a:spLocks noChangeShapeType="1"/>
          </p:cNvSpPr>
          <p:nvPr/>
        </p:nvSpPr>
        <p:spPr bwMode="auto">
          <a:xfrm>
            <a:off x="2574131" y="700088"/>
            <a:ext cx="0" cy="316706"/>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5011" name="Line 20">
            <a:extLst>
              <a:ext uri="{FF2B5EF4-FFF2-40B4-BE49-F238E27FC236}">
                <a16:creationId xmlns:a16="http://schemas.microsoft.com/office/drawing/2014/main" id="{A833A652-F773-AB4C-8848-1C7EE85A4ED1}"/>
              </a:ext>
            </a:extLst>
          </p:cNvPr>
          <p:cNvSpPr>
            <a:spLocks noChangeShapeType="1"/>
          </p:cNvSpPr>
          <p:nvPr/>
        </p:nvSpPr>
        <p:spPr bwMode="auto">
          <a:xfrm>
            <a:off x="3702844" y="700087"/>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5012" name="Line 21">
            <a:extLst>
              <a:ext uri="{FF2B5EF4-FFF2-40B4-BE49-F238E27FC236}">
                <a16:creationId xmlns:a16="http://schemas.microsoft.com/office/drawing/2014/main" id="{02BEA72B-84A3-A942-8846-BB59F721E5B2}"/>
              </a:ext>
            </a:extLst>
          </p:cNvPr>
          <p:cNvSpPr>
            <a:spLocks noChangeShapeType="1"/>
          </p:cNvSpPr>
          <p:nvPr/>
        </p:nvSpPr>
        <p:spPr bwMode="auto">
          <a:xfrm>
            <a:off x="2380060"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13" name="Line 22">
            <a:extLst>
              <a:ext uri="{FF2B5EF4-FFF2-40B4-BE49-F238E27FC236}">
                <a16:creationId xmlns:a16="http://schemas.microsoft.com/office/drawing/2014/main" id="{E7063AE1-CCFF-9545-B9CE-46AC5AB68635}"/>
              </a:ext>
            </a:extLst>
          </p:cNvPr>
          <p:cNvSpPr>
            <a:spLocks noChangeShapeType="1"/>
          </p:cNvSpPr>
          <p:nvPr/>
        </p:nvSpPr>
        <p:spPr bwMode="auto">
          <a:xfrm>
            <a:off x="3702844"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14" name="Line 23">
            <a:extLst>
              <a:ext uri="{FF2B5EF4-FFF2-40B4-BE49-F238E27FC236}">
                <a16:creationId xmlns:a16="http://schemas.microsoft.com/office/drawing/2014/main" id="{15E77A41-649D-E64F-925E-6F16E7DFDD1D}"/>
              </a:ext>
            </a:extLst>
          </p:cNvPr>
          <p:cNvSpPr>
            <a:spLocks noChangeShapeType="1"/>
          </p:cNvSpPr>
          <p:nvPr/>
        </p:nvSpPr>
        <p:spPr bwMode="auto">
          <a:xfrm>
            <a:off x="7685485"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15" name="Line 24">
            <a:extLst>
              <a:ext uri="{FF2B5EF4-FFF2-40B4-BE49-F238E27FC236}">
                <a16:creationId xmlns:a16="http://schemas.microsoft.com/office/drawing/2014/main" id="{E4507521-3C49-0944-AE4D-75BF2CE639A0}"/>
              </a:ext>
            </a:extLst>
          </p:cNvPr>
          <p:cNvSpPr>
            <a:spLocks noChangeShapeType="1"/>
          </p:cNvSpPr>
          <p:nvPr/>
        </p:nvSpPr>
        <p:spPr bwMode="auto">
          <a:xfrm flipV="1">
            <a:off x="5054204" y="2184798"/>
            <a:ext cx="2606278" cy="2381"/>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5016" name="Rectangle 25">
            <a:extLst>
              <a:ext uri="{FF2B5EF4-FFF2-40B4-BE49-F238E27FC236}">
                <a16:creationId xmlns:a16="http://schemas.microsoft.com/office/drawing/2014/main" id="{320A814C-81B6-A04C-A392-0FD038DF3D42}"/>
              </a:ext>
            </a:extLst>
          </p:cNvPr>
          <p:cNvSpPr>
            <a:spLocks noChangeArrowheads="1"/>
          </p:cNvSpPr>
          <p:nvPr/>
        </p:nvSpPr>
        <p:spPr bwMode="auto">
          <a:xfrm>
            <a:off x="5966134" y="2051448"/>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5017" name="Line 26">
            <a:extLst>
              <a:ext uri="{FF2B5EF4-FFF2-40B4-BE49-F238E27FC236}">
                <a16:creationId xmlns:a16="http://schemas.microsoft.com/office/drawing/2014/main" id="{2E61F863-96AE-DE4C-A47F-59E10BA335F9}"/>
              </a:ext>
            </a:extLst>
          </p:cNvPr>
          <p:cNvSpPr>
            <a:spLocks noChangeShapeType="1"/>
          </p:cNvSpPr>
          <p:nvPr/>
        </p:nvSpPr>
        <p:spPr bwMode="auto">
          <a:xfrm>
            <a:off x="2408635"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18" name="Line 27">
            <a:extLst>
              <a:ext uri="{FF2B5EF4-FFF2-40B4-BE49-F238E27FC236}">
                <a16:creationId xmlns:a16="http://schemas.microsoft.com/office/drawing/2014/main" id="{354412B6-D51D-F448-9EE2-1205C7E572E9}"/>
              </a:ext>
            </a:extLst>
          </p:cNvPr>
          <p:cNvSpPr>
            <a:spLocks noChangeShapeType="1"/>
          </p:cNvSpPr>
          <p:nvPr/>
        </p:nvSpPr>
        <p:spPr bwMode="auto">
          <a:xfrm>
            <a:off x="5054204"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19" name="Line 28">
            <a:extLst>
              <a:ext uri="{FF2B5EF4-FFF2-40B4-BE49-F238E27FC236}">
                <a16:creationId xmlns:a16="http://schemas.microsoft.com/office/drawing/2014/main" id="{001B4A55-0C1A-664F-B02F-21AF78B8146D}"/>
              </a:ext>
            </a:extLst>
          </p:cNvPr>
          <p:cNvSpPr>
            <a:spLocks noChangeShapeType="1"/>
          </p:cNvSpPr>
          <p:nvPr/>
        </p:nvSpPr>
        <p:spPr bwMode="auto">
          <a:xfrm>
            <a:off x="7675960"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20" name="Rectangle 29">
            <a:extLst>
              <a:ext uri="{FF2B5EF4-FFF2-40B4-BE49-F238E27FC236}">
                <a16:creationId xmlns:a16="http://schemas.microsoft.com/office/drawing/2014/main" id="{5E684B32-CA0F-4F48-A60B-96C1044217C3}"/>
              </a:ext>
            </a:extLst>
          </p:cNvPr>
          <p:cNvSpPr>
            <a:spLocks noChangeArrowheads="1"/>
          </p:cNvSpPr>
          <p:nvPr/>
        </p:nvSpPr>
        <p:spPr bwMode="auto">
          <a:xfrm>
            <a:off x="1512094" y="1714500"/>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5021" name="Line 30">
            <a:extLst>
              <a:ext uri="{FF2B5EF4-FFF2-40B4-BE49-F238E27FC236}">
                <a16:creationId xmlns:a16="http://schemas.microsoft.com/office/drawing/2014/main" id="{977543AB-9024-534C-8DA4-62D51B78F070}"/>
              </a:ext>
            </a:extLst>
          </p:cNvPr>
          <p:cNvSpPr>
            <a:spLocks noChangeShapeType="1"/>
          </p:cNvSpPr>
          <p:nvPr/>
        </p:nvSpPr>
        <p:spPr bwMode="auto">
          <a:xfrm>
            <a:off x="5054204" y="1713310"/>
            <a:ext cx="0" cy="3250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5022" name="Rectangle 31">
            <a:extLst>
              <a:ext uri="{FF2B5EF4-FFF2-40B4-BE49-F238E27FC236}">
                <a16:creationId xmlns:a16="http://schemas.microsoft.com/office/drawing/2014/main" id="{001E47CC-FF3C-3540-8124-6D713A1B3A8F}"/>
              </a:ext>
            </a:extLst>
          </p:cNvPr>
          <p:cNvSpPr>
            <a:spLocks noChangeArrowheads="1"/>
          </p:cNvSpPr>
          <p:nvPr/>
        </p:nvSpPr>
        <p:spPr bwMode="auto">
          <a:xfrm>
            <a:off x="1512094" y="2686050"/>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C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5023" name="Rectangle 32">
            <a:extLst>
              <a:ext uri="{FF2B5EF4-FFF2-40B4-BE49-F238E27FC236}">
                <a16:creationId xmlns:a16="http://schemas.microsoft.com/office/drawing/2014/main" id="{AC2153C7-E1F3-7446-854C-F6C9D8AC359F}"/>
              </a:ext>
            </a:extLst>
          </p:cNvPr>
          <p:cNvSpPr>
            <a:spLocks noChangeArrowheads="1"/>
          </p:cNvSpPr>
          <p:nvPr/>
        </p:nvSpPr>
        <p:spPr bwMode="auto">
          <a:xfrm>
            <a:off x="2653904" y="270033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5024" name="Rectangle 33">
            <a:extLst>
              <a:ext uri="{FF2B5EF4-FFF2-40B4-BE49-F238E27FC236}">
                <a16:creationId xmlns:a16="http://schemas.microsoft.com/office/drawing/2014/main" id="{38C9426F-90A4-1B4D-A779-9466A10F5746}"/>
              </a:ext>
            </a:extLst>
          </p:cNvPr>
          <p:cNvSpPr>
            <a:spLocks noChangeArrowheads="1"/>
          </p:cNvSpPr>
          <p:nvPr/>
        </p:nvSpPr>
        <p:spPr bwMode="auto">
          <a:xfrm>
            <a:off x="2363392" y="2694385"/>
            <a:ext cx="36433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5025" name="Rectangle 34">
            <a:extLst>
              <a:ext uri="{FF2B5EF4-FFF2-40B4-BE49-F238E27FC236}">
                <a16:creationId xmlns:a16="http://schemas.microsoft.com/office/drawing/2014/main" id="{24583BDB-B0A6-6A40-8211-0ACB8007D13E}"/>
              </a:ext>
            </a:extLst>
          </p:cNvPr>
          <p:cNvSpPr>
            <a:spLocks noChangeArrowheads="1"/>
          </p:cNvSpPr>
          <p:nvPr/>
        </p:nvSpPr>
        <p:spPr bwMode="auto">
          <a:xfrm>
            <a:off x="2509838" y="2700338"/>
            <a:ext cx="36195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5026" name="Line 35">
            <a:extLst>
              <a:ext uri="{FF2B5EF4-FFF2-40B4-BE49-F238E27FC236}">
                <a16:creationId xmlns:a16="http://schemas.microsoft.com/office/drawing/2014/main" id="{C2AAC4C8-F630-894B-A1FA-534BC3623B0E}"/>
              </a:ext>
            </a:extLst>
          </p:cNvPr>
          <p:cNvSpPr>
            <a:spLocks noChangeShapeType="1"/>
          </p:cNvSpPr>
          <p:nvPr/>
        </p:nvSpPr>
        <p:spPr bwMode="auto">
          <a:xfrm>
            <a:off x="2921794" y="2677716"/>
            <a:ext cx="0" cy="32980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5027" name="Line 36">
            <a:extLst>
              <a:ext uri="{FF2B5EF4-FFF2-40B4-BE49-F238E27FC236}">
                <a16:creationId xmlns:a16="http://schemas.microsoft.com/office/drawing/2014/main" id="{B165CE3F-D63D-EA45-BF50-037A5B7A2550}"/>
              </a:ext>
            </a:extLst>
          </p:cNvPr>
          <p:cNvSpPr>
            <a:spLocks noChangeShapeType="1"/>
          </p:cNvSpPr>
          <p:nvPr/>
        </p:nvSpPr>
        <p:spPr bwMode="auto">
          <a:xfrm>
            <a:off x="6405563" y="2674144"/>
            <a:ext cx="0" cy="330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5028" name="Line 37">
            <a:extLst>
              <a:ext uri="{FF2B5EF4-FFF2-40B4-BE49-F238E27FC236}">
                <a16:creationId xmlns:a16="http://schemas.microsoft.com/office/drawing/2014/main" id="{B2CE46FD-B4E7-BB4F-BE16-A0DE421FB72A}"/>
              </a:ext>
            </a:extLst>
          </p:cNvPr>
          <p:cNvSpPr>
            <a:spLocks noChangeShapeType="1"/>
          </p:cNvSpPr>
          <p:nvPr/>
        </p:nvSpPr>
        <p:spPr bwMode="auto">
          <a:xfrm flipV="1">
            <a:off x="6409135" y="3157538"/>
            <a:ext cx="1276350" cy="13097"/>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nvGrpSpPr>
          <p:cNvPr id="85029" name="Group 38">
            <a:extLst>
              <a:ext uri="{FF2B5EF4-FFF2-40B4-BE49-F238E27FC236}">
                <a16:creationId xmlns:a16="http://schemas.microsoft.com/office/drawing/2014/main" id="{B08C282E-15D3-B147-B416-25D866A06BB3}"/>
              </a:ext>
            </a:extLst>
          </p:cNvPr>
          <p:cNvGrpSpPr>
            <a:grpSpLocks/>
          </p:cNvGrpSpPr>
          <p:nvPr/>
        </p:nvGrpSpPr>
        <p:grpSpPr bwMode="auto">
          <a:xfrm>
            <a:off x="6706789" y="3027760"/>
            <a:ext cx="741645" cy="482430"/>
            <a:chOff x="2832" y="3024"/>
            <a:chExt cx="429" cy="381"/>
          </a:xfrm>
        </p:grpSpPr>
        <p:sp>
          <p:nvSpPr>
            <p:cNvPr id="85048" name="Rectangle 39">
              <a:extLst>
                <a:ext uri="{FF2B5EF4-FFF2-40B4-BE49-F238E27FC236}">
                  <a16:creationId xmlns:a16="http://schemas.microsoft.com/office/drawing/2014/main" id="{EB00B2E2-645E-7E49-AE80-C037E834AD5B}"/>
                </a:ext>
              </a:extLst>
            </p:cNvPr>
            <p:cNvSpPr>
              <a:spLocks noChangeArrowheads="1"/>
            </p:cNvSpPr>
            <p:nvPr/>
          </p:nvSpPr>
          <p:spPr bwMode="auto">
            <a:xfrm>
              <a:off x="2832" y="3072"/>
              <a:ext cx="426" cy="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5049" name="Rectangle 40">
              <a:extLst>
                <a:ext uri="{FF2B5EF4-FFF2-40B4-BE49-F238E27FC236}">
                  <a16:creationId xmlns:a16="http://schemas.microsoft.com/office/drawing/2014/main" id="{66A2A239-54A5-B843-833E-17E5A14972BB}"/>
                </a:ext>
              </a:extLst>
            </p:cNvPr>
            <p:cNvSpPr>
              <a:spLocks noChangeArrowheads="1"/>
            </p:cNvSpPr>
            <p:nvPr/>
          </p:nvSpPr>
          <p:spPr bwMode="auto">
            <a:xfrm>
              <a:off x="2847" y="3024"/>
              <a:ext cx="414"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grpSp>
      <p:sp>
        <p:nvSpPr>
          <p:cNvPr id="85030" name="Line 41">
            <a:extLst>
              <a:ext uri="{FF2B5EF4-FFF2-40B4-BE49-F238E27FC236}">
                <a16:creationId xmlns:a16="http://schemas.microsoft.com/office/drawing/2014/main" id="{85D1F738-37A0-A647-B999-721152956435}"/>
              </a:ext>
            </a:extLst>
          </p:cNvPr>
          <p:cNvSpPr>
            <a:spLocks noChangeShapeType="1"/>
          </p:cNvSpPr>
          <p:nvPr/>
        </p:nvSpPr>
        <p:spPr bwMode="auto">
          <a:xfrm>
            <a:off x="2408635" y="3055144"/>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31" name="Line 42">
            <a:extLst>
              <a:ext uri="{FF2B5EF4-FFF2-40B4-BE49-F238E27FC236}">
                <a16:creationId xmlns:a16="http://schemas.microsoft.com/office/drawing/2014/main" id="{24326852-6DF3-BD4E-BC02-B73CD9AD7B6E}"/>
              </a:ext>
            </a:extLst>
          </p:cNvPr>
          <p:cNvSpPr>
            <a:spLocks noChangeShapeType="1"/>
          </p:cNvSpPr>
          <p:nvPr/>
        </p:nvSpPr>
        <p:spPr bwMode="auto">
          <a:xfrm>
            <a:off x="6409135" y="3057525"/>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32" name="Line 43">
            <a:extLst>
              <a:ext uri="{FF2B5EF4-FFF2-40B4-BE49-F238E27FC236}">
                <a16:creationId xmlns:a16="http://schemas.microsoft.com/office/drawing/2014/main" id="{EB4EEF97-D80B-294D-9BB1-BC2795446BB9}"/>
              </a:ext>
            </a:extLst>
          </p:cNvPr>
          <p:cNvSpPr>
            <a:spLocks noChangeShapeType="1"/>
          </p:cNvSpPr>
          <p:nvPr/>
        </p:nvSpPr>
        <p:spPr bwMode="auto">
          <a:xfrm>
            <a:off x="7675960" y="30432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33" name="Rectangle 44">
            <a:extLst>
              <a:ext uri="{FF2B5EF4-FFF2-40B4-BE49-F238E27FC236}">
                <a16:creationId xmlns:a16="http://schemas.microsoft.com/office/drawing/2014/main" id="{1C050003-3EA4-8E4E-ADE3-8B43CD03FEFF}"/>
              </a:ext>
            </a:extLst>
          </p:cNvPr>
          <p:cNvSpPr>
            <a:spLocks noChangeArrowheads="1"/>
          </p:cNvSpPr>
          <p:nvPr/>
        </p:nvSpPr>
        <p:spPr bwMode="auto">
          <a:xfrm>
            <a:off x="2403872" y="3711179"/>
            <a:ext cx="5300663"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5034" name="Rectangle 45">
            <a:extLst>
              <a:ext uri="{FF2B5EF4-FFF2-40B4-BE49-F238E27FC236}">
                <a16:creationId xmlns:a16="http://schemas.microsoft.com/office/drawing/2014/main" id="{D4EC31F9-5FBE-6048-91BF-8155EF79ACB1}"/>
              </a:ext>
            </a:extLst>
          </p:cNvPr>
          <p:cNvSpPr>
            <a:spLocks noChangeArrowheads="1"/>
          </p:cNvSpPr>
          <p:nvPr/>
        </p:nvSpPr>
        <p:spPr bwMode="auto">
          <a:xfrm>
            <a:off x="1497807" y="371951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D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5035" name="Line 46">
            <a:extLst>
              <a:ext uri="{FF2B5EF4-FFF2-40B4-BE49-F238E27FC236}">
                <a16:creationId xmlns:a16="http://schemas.microsoft.com/office/drawing/2014/main" id="{6FF49AB4-C0CB-5748-9AD6-ED7AFA21ED45}"/>
              </a:ext>
            </a:extLst>
          </p:cNvPr>
          <p:cNvSpPr>
            <a:spLocks noChangeShapeType="1"/>
          </p:cNvSpPr>
          <p:nvPr/>
        </p:nvSpPr>
        <p:spPr bwMode="auto">
          <a:xfrm>
            <a:off x="2989660" y="3717132"/>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5036" name="Rectangle 47">
            <a:extLst>
              <a:ext uri="{FF2B5EF4-FFF2-40B4-BE49-F238E27FC236}">
                <a16:creationId xmlns:a16="http://schemas.microsoft.com/office/drawing/2014/main" id="{3963C0DD-56F7-9F48-BA5C-C3D1982C3A53}"/>
              </a:ext>
            </a:extLst>
          </p:cNvPr>
          <p:cNvSpPr>
            <a:spLocks noChangeArrowheads="1"/>
          </p:cNvSpPr>
          <p:nvPr/>
        </p:nvSpPr>
        <p:spPr bwMode="auto">
          <a:xfrm>
            <a:off x="2356247" y="3709988"/>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5037" name="Rectangle 48">
            <a:extLst>
              <a:ext uri="{FF2B5EF4-FFF2-40B4-BE49-F238E27FC236}">
                <a16:creationId xmlns:a16="http://schemas.microsoft.com/office/drawing/2014/main" id="{A22FE4A9-E337-F642-A054-274A9AC419E9}"/>
              </a:ext>
            </a:extLst>
          </p:cNvPr>
          <p:cNvSpPr>
            <a:spLocks noChangeArrowheads="1"/>
          </p:cNvSpPr>
          <p:nvPr/>
        </p:nvSpPr>
        <p:spPr bwMode="auto">
          <a:xfrm>
            <a:off x="4480323" y="373261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多 播 地 址</a:t>
            </a:r>
          </a:p>
        </p:txBody>
      </p:sp>
      <p:sp>
        <p:nvSpPr>
          <p:cNvPr id="85038" name="Rectangle 49">
            <a:extLst>
              <a:ext uri="{FF2B5EF4-FFF2-40B4-BE49-F238E27FC236}">
                <a16:creationId xmlns:a16="http://schemas.microsoft.com/office/drawing/2014/main" id="{CD375CA9-7BB3-1C43-89D0-7BA591D90D76}"/>
              </a:ext>
            </a:extLst>
          </p:cNvPr>
          <p:cNvSpPr>
            <a:spLocks noChangeArrowheads="1"/>
          </p:cNvSpPr>
          <p:nvPr/>
        </p:nvSpPr>
        <p:spPr bwMode="auto">
          <a:xfrm>
            <a:off x="2409826" y="4436269"/>
            <a:ext cx="5289947"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5039" name="Rectangle 50">
            <a:extLst>
              <a:ext uri="{FF2B5EF4-FFF2-40B4-BE49-F238E27FC236}">
                <a16:creationId xmlns:a16="http://schemas.microsoft.com/office/drawing/2014/main" id="{4FFFC6DD-FD6B-344B-AFA3-5E661B4D95DF}"/>
              </a:ext>
            </a:extLst>
          </p:cNvPr>
          <p:cNvSpPr>
            <a:spLocks noChangeArrowheads="1"/>
          </p:cNvSpPr>
          <p:nvPr/>
        </p:nvSpPr>
        <p:spPr bwMode="auto">
          <a:xfrm>
            <a:off x="1525191" y="4443413"/>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E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5040" name="Rectangle 51">
            <a:extLst>
              <a:ext uri="{FF2B5EF4-FFF2-40B4-BE49-F238E27FC236}">
                <a16:creationId xmlns:a16="http://schemas.microsoft.com/office/drawing/2014/main" id="{5874D30C-9928-5048-83BC-CAB09CA0F8A4}"/>
              </a:ext>
            </a:extLst>
          </p:cNvPr>
          <p:cNvSpPr>
            <a:spLocks noChangeArrowheads="1"/>
          </p:cNvSpPr>
          <p:nvPr/>
        </p:nvSpPr>
        <p:spPr bwMode="auto">
          <a:xfrm>
            <a:off x="4071938" y="4451748"/>
            <a:ext cx="18009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保 留 为 今 后 使 用</a:t>
            </a:r>
          </a:p>
        </p:txBody>
      </p:sp>
      <p:sp>
        <p:nvSpPr>
          <p:cNvPr id="85041" name="Line 52">
            <a:extLst>
              <a:ext uri="{FF2B5EF4-FFF2-40B4-BE49-F238E27FC236}">
                <a16:creationId xmlns:a16="http://schemas.microsoft.com/office/drawing/2014/main" id="{A5C9E845-C8AF-E04C-9456-19AF8C39EBDC}"/>
              </a:ext>
            </a:extLst>
          </p:cNvPr>
          <p:cNvSpPr>
            <a:spLocks noChangeShapeType="1"/>
          </p:cNvSpPr>
          <p:nvPr/>
        </p:nvSpPr>
        <p:spPr bwMode="auto">
          <a:xfrm>
            <a:off x="2951560" y="4455319"/>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5042" name="Rectangle 53">
            <a:extLst>
              <a:ext uri="{FF2B5EF4-FFF2-40B4-BE49-F238E27FC236}">
                <a16:creationId xmlns:a16="http://schemas.microsoft.com/office/drawing/2014/main" id="{61871E29-512A-314E-9107-0BACD4E50B11}"/>
              </a:ext>
            </a:extLst>
          </p:cNvPr>
          <p:cNvSpPr>
            <a:spLocks noChangeArrowheads="1"/>
          </p:cNvSpPr>
          <p:nvPr/>
        </p:nvSpPr>
        <p:spPr bwMode="auto">
          <a:xfrm>
            <a:off x="2356247" y="4441032"/>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5043" name="Rectangle 54">
            <a:extLst>
              <a:ext uri="{FF2B5EF4-FFF2-40B4-BE49-F238E27FC236}">
                <a16:creationId xmlns:a16="http://schemas.microsoft.com/office/drawing/2014/main" id="{73A68750-7DDB-4D4C-95FE-35F0532D4F2D}"/>
              </a:ext>
            </a:extLst>
          </p:cNvPr>
          <p:cNvSpPr>
            <a:spLocks noChangeArrowheads="1"/>
          </p:cNvSpPr>
          <p:nvPr/>
        </p:nvSpPr>
        <p:spPr bwMode="auto">
          <a:xfrm>
            <a:off x="2497932" y="1702594"/>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5044" name="Rectangle 55">
            <a:extLst>
              <a:ext uri="{FF2B5EF4-FFF2-40B4-BE49-F238E27FC236}">
                <a16:creationId xmlns:a16="http://schemas.microsoft.com/office/drawing/2014/main" id="{3711CAE0-BA91-784B-B726-BBBC74800A34}"/>
              </a:ext>
            </a:extLst>
          </p:cNvPr>
          <p:cNvSpPr>
            <a:spLocks noChangeArrowheads="1"/>
          </p:cNvSpPr>
          <p:nvPr/>
        </p:nvSpPr>
        <p:spPr bwMode="auto">
          <a:xfrm>
            <a:off x="2353867" y="1702594"/>
            <a:ext cx="36314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5045" name="Line 56">
            <a:extLst>
              <a:ext uri="{FF2B5EF4-FFF2-40B4-BE49-F238E27FC236}">
                <a16:creationId xmlns:a16="http://schemas.microsoft.com/office/drawing/2014/main" id="{2E660265-C80E-A040-B51D-B183D5309457}"/>
              </a:ext>
            </a:extLst>
          </p:cNvPr>
          <p:cNvSpPr>
            <a:spLocks noChangeShapeType="1"/>
          </p:cNvSpPr>
          <p:nvPr/>
        </p:nvSpPr>
        <p:spPr bwMode="auto">
          <a:xfrm>
            <a:off x="2767013" y="1700213"/>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5046" name="AutoShape 57">
            <a:extLst>
              <a:ext uri="{FF2B5EF4-FFF2-40B4-BE49-F238E27FC236}">
                <a16:creationId xmlns:a16="http://schemas.microsoft.com/office/drawing/2014/main" id="{FE4E1A47-63F6-594D-A275-59F64A98FCAA}"/>
              </a:ext>
            </a:extLst>
          </p:cNvPr>
          <p:cNvSpPr>
            <a:spLocks noChangeArrowheads="1"/>
          </p:cNvSpPr>
          <p:nvPr/>
        </p:nvSpPr>
        <p:spPr bwMode="auto">
          <a:xfrm>
            <a:off x="2303860" y="3544491"/>
            <a:ext cx="5345906" cy="485775"/>
          </a:xfrm>
          <a:prstGeom prst="wedgeRoundRectCallout">
            <a:avLst>
              <a:gd name="adj1" fmla="val -1069"/>
              <a:gd name="adj2" fmla="val -620097"/>
              <a:gd name="adj3" fmla="val 16667"/>
            </a:avLst>
          </a:prstGeom>
          <a:solidFill>
            <a:srgbClr val="66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A </a:t>
            </a:r>
            <a:r>
              <a:rPr lang="zh-CN" altLang="en-US" sz="2100">
                <a:latin typeface="Arial" panose="020B0604020202020204" pitchFamily="34" charset="0"/>
                <a:ea typeface="宋体" panose="02010600030101010101" pitchFamily="2" charset="-122"/>
                <a:cs typeface="黑体" panose="02010609060101010101" pitchFamily="49" charset="-122"/>
              </a:rPr>
              <a:t>类地址的主机号字段 </a:t>
            </a:r>
            <a:r>
              <a:rPr lang="en-US" altLang="zh-CN" sz="2100">
                <a:latin typeface="Arial" panose="020B0604020202020204" pitchFamily="34" charset="0"/>
                <a:ea typeface="宋体" panose="02010600030101010101" pitchFamily="2" charset="-122"/>
                <a:cs typeface="黑体" panose="02010609060101010101" pitchFamily="49" charset="-122"/>
              </a:rPr>
              <a:t>host-id </a:t>
            </a:r>
            <a:r>
              <a:rPr lang="zh-CN" altLang="en-US" sz="2100">
                <a:latin typeface="Arial" panose="020B0604020202020204" pitchFamily="34" charset="0"/>
                <a:ea typeface="宋体" panose="02010600030101010101" pitchFamily="2" charset="-122"/>
                <a:cs typeface="黑体" panose="02010609060101010101" pitchFamily="49" charset="-122"/>
              </a:rPr>
              <a:t>为 </a:t>
            </a:r>
            <a:r>
              <a:rPr lang="en-US" altLang="zh-CN" sz="2100">
                <a:latin typeface="Arial" panose="020B0604020202020204" pitchFamily="34" charset="0"/>
                <a:ea typeface="宋体" panose="02010600030101010101" pitchFamily="2" charset="-122"/>
                <a:cs typeface="黑体" panose="02010609060101010101" pitchFamily="49" charset="-122"/>
              </a:rPr>
              <a:t>3 </a:t>
            </a:r>
            <a:r>
              <a:rPr lang="zh-CN" altLang="en-US" sz="2100">
                <a:latin typeface="Arial" panose="020B0604020202020204" pitchFamily="34" charset="0"/>
                <a:ea typeface="宋体" panose="02010600030101010101" pitchFamily="2" charset="-122"/>
                <a:cs typeface="黑体" panose="02010609060101010101" pitchFamily="49" charset="-122"/>
              </a:rPr>
              <a:t>字节</a:t>
            </a:r>
          </a:p>
        </p:txBody>
      </p:sp>
      <p:sp>
        <p:nvSpPr>
          <p:cNvPr id="85047" name="幻灯片编号占位符 1">
            <a:extLst>
              <a:ext uri="{FF2B5EF4-FFF2-40B4-BE49-F238E27FC236}">
                <a16:creationId xmlns:a16="http://schemas.microsoft.com/office/drawing/2014/main" id="{C65136BB-592F-F248-8099-AB04D4CD826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C44D8F0-27CE-1B46-990A-EA8BEE8FDE68}"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476721832"/>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7041" name="Line 2">
            <a:extLst>
              <a:ext uri="{FF2B5EF4-FFF2-40B4-BE49-F238E27FC236}">
                <a16:creationId xmlns:a16="http://schemas.microsoft.com/office/drawing/2014/main" id="{F9CFB270-0DA2-3D4F-BA6A-5F0EB91C3314}"/>
              </a:ext>
            </a:extLst>
          </p:cNvPr>
          <p:cNvSpPr>
            <a:spLocks noChangeShapeType="1"/>
          </p:cNvSpPr>
          <p:nvPr/>
        </p:nvSpPr>
        <p:spPr bwMode="auto">
          <a:xfrm flipV="1">
            <a:off x="2408635" y="3169444"/>
            <a:ext cx="397906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7042" name="Rectangle 3">
            <a:extLst>
              <a:ext uri="{FF2B5EF4-FFF2-40B4-BE49-F238E27FC236}">
                <a16:creationId xmlns:a16="http://schemas.microsoft.com/office/drawing/2014/main" id="{98CDC4E4-3749-2E44-A53B-711B0F915FFF}"/>
              </a:ext>
            </a:extLst>
          </p:cNvPr>
          <p:cNvSpPr>
            <a:spLocks noChangeArrowheads="1"/>
          </p:cNvSpPr>
          <p:nvPr/>
        </p:nvSpPr>
        <p:spPr bwMode="auto">
          <a:xfrm>
            <a:off x="3956447" y="3006329"/>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7043" name="Rectangle 4">
            <a:extLst>
              <a:ext uri="{FF2B5EF4-FFF2-40B4-BE49-F238E27FC236}">
                <a16:creationId xmlns:a16="http://schemas.microsoft.com/office/drawing/2014/main" id="{A4805513-13EA-4C41-A398-2550365D22C2}"/>
              </a:ext>
            </a:extLst>
          </p:cNvPr>
          <p:cNvSpPr>
            <a:spLocks noChangeArrowheads="1"/>
          </p:cNvSpPr>
          <p:nvPr/>
        </p:nvSpPr>
        <p:spPr bwMode="auto">
          <a:xfrm>
            <a:off x="2408635" y="2678906"/>
            <a:ext cx="5285184" cy="33337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7044" name="Line 5">
            <a:extLst>
              <a:ext uri="{FF2B5EF4-FFF2-40B4-BE49-F238E27FC236}">
                <a16:creationId xmlns:a16="http://schemas.microsoft.com/office/drawing/2014/main" id="{73646564-27CF-1E45-B3DA-7AFA0C52BA40}"/>
              </a:ext>
            </a:extLst>
          </p:cNvPr>
          <p:cNvSpPr>
            <a:spLocks noChangeShapeType="1"/>
          </p:cNvSpPr>
          <p:nvPr/>
        </p:nvSpPr>
        <p:spPr bwMode="auto">
          <a:xfrm>
            <a:off x="3702844" y="1183481"/>
            <a:ext cx="39826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7045" name="Rectangle 6">
            <a:extLst>
              <a:ext uri="{FF2B5EF4-FFF2-40B4-BE49-F238E27FC236}">
                <a16:creationId xmlns:a16="http://schemas.microsoft.com/office/drawing/2014/main" id="{0A5F3694-A3D1-4943-AAB1-1447AF1960E2}"/>
              </a:ext>
            </a:extLst>
          </p:cNvPr>
          <p:cNvSpPr>
            <a:spLocks noChangeArrowheads="1"/>
          </p:cNvSpPr>
          <p:nvPr/>
        </p:nvSpPr>
        <p:spPr bwMode="auto">
          <a:xfrm>
            <a:off x="5117219" y="1027510"/>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7046" name="Line 7">
            <a:extLst>
              <a:ext uri="{FF2B5EF4-FFF2-40B4-BE49-F238E27FC236}">
                <a16:creationId xmlns:a16="http://schemas.microsoft.com/office/drawing/2014/main" id="{D987B243-9B11-3B46-97A9-00C8F85C7534}"/>
              </a:ext>
            </a:extLst>
          </p:cNvPr>
          <p:cNvSpPr>
            <a:spLocks noChangeShapeType="1"/>
          </p:cNvSpPr>
          <p:nvPr/>
        </p:nvSpPr>
        <p:spPr bwMode="auto">
          <a:xfrm flipV="1">
            <a:off x="2438400" y="2184797"/>
            <a:ext cx="260627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7047" name="Rectangle 8">
            <a:extLst>
              <a:ext uri="{FF2B5EF4-FFF2-40B4-BE49-F238E27FC236}">
                <a16:creationId xmlns:a16="http://schemas.microsoft.com/office/drawing/2014/main" id="{EDCDE13D-63E1-DA4A-A704-97F689D8C359}"/>
              </a:ext>
            </a:extLst>
          </p:cNvPr>
          <p:cNvSpPr>
            <a:spLocks noChangeArrowheads="1"/>
          </p:cNvSpPr>
          <p:nvPr/>
        </p:nvSpPr>
        <p:spPr bwMode="auto">
          <a:xfrm>
            <a:off x="3281363" y="2031207"/>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7048" name="Line 9">
            <a:extLst>
              <a:ext uri="{FF2B5EF4-FFF2-40B4-BE49-F238E27FC236}">
                <a16:creationId xmlns:a16="http://schemas.microsoft.com/office/drawing/2014/main" id="{C2F6C4A5-2691-6549-A08E-9FA276B0D71B}"/>
              </a:ext>
            </a:extLst>
          </p:cNvPr>
          <p:cNvSpPr>
            <a:spLocks noChangeShapeType="1"/>
          </p:cNvSpPr>
          <p:nvPr/>
        </p:nvSpPr>
        <p:spPr bwMode="auto">
          <a:xfrm>
            <a:off x="2380060" y="1183481"/>
            <a:ext cx="132278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7049" name="Rectangle 10">
            <a:extLst>
              <a:ext uri="{FF2B5EF4-FFF2-40B4-BE49-F238E27FC236}">
                <a16:creationId xmlns:a16="http://schemas.microsoft.com/office/drawing/2014/main" id="{DE54B38B-7DA3-4B4C-941B-FDE43C04D203}"/>
              </a:ext>
            </a:extLst>
          </p:cNvPr>
          <p:cNvSpPr>
            <a:spLocks noChangeArrowheads="1"/>
          </p:cNvSpPr>
          <p:nvPr/>
        </p:nvSpPr>
        <p:spPr bwMode="auto">
          <a:xfrm>
            <a:off x="2682261" y="1027510"/>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7050" name="Rectangle 11">
            <a:extLst>
              <a:ext uri="{FF2B5EF4-FFF2-40B4-BE49-F238E27FC236}">
                <a16:creationId xmlns:a16="http://schemas.microsoft.com/office/drawing/2014/main" id="{0C00FD1D-1EF1-664D-A15B-B288349DE738}"/>
              </a:ext>
            </a:extLst>
          </p:cNvPr>
          <p:cNvSpPr>
            <a:spLocks noChangeArrowheads="1"/>
          </p:cNvSpPr>
          <p:nvPr/>
        </p:nvSpPr>
        <p:spPr bwMode="auto">
          <a:xfrm>
            <a:off x="2382441" y="700088"/>
            <a:ext cx="5313759" cy="332185"/>
          </a:xfrm>
          <a:prstGeom prst="rect">
            <a:avLst/>
          </a:prstGeom>
          <a:solidFill>
            <a:srgbClr val="FFFF99"/>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7051" name="Rectangle 12">
            <a:extLst>
              <a:ext uri="{FF2B5EF4-FFF2-40B4-BE49-F238E27FC236}">
                <a16:creationId xmlns:a16="http://schemas.microsoft.com/office/drawing/2014/main" id="{124A464B-4FCF-E947-B56A-91585FB29AEB}"/>
              </a:ext>
            </a:extLst>
          </p:cNvPr>
          <p:cNvSpPr>
            <a:spLocks noChangeArrowheads="1"/>
          </p:cNvSpPr>
          <p:nvPr/>
        </p:nvSpPr>
        <p:spPr bwMode="auto">
          <a:xfrm>
            <a:off x="2397919" y="1706167"/>
            <a:ext cx="5303044" cy="33456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7052" name="Rectangle 13">
            <a:extLst>
              <a:ext uri="{FF2B5EF4-FFF2-40B4-BE49-F238E27FC236}">
                <a16:creationId xmlns:a16="http://schemas.microsoft.com/office/drawing/2014/main" id="{0CC5CE91-C5C7-EF4C-9AE3-BB160E8AA3CB}"/>
              </a:ext>
            </a:extLst>
          </p:cNvPr>
          <p:cNvSpPr>
            <a:spLocks noGrp="1" noChangeArrowheads="1"/>
          </p:cNvSpPr>
          <p:nvPr>
            <p:ph type="title"/>
          </p:nvPr>
        </p:nvSpPr>
        <p:spPr>
          <a:xfrm>
            <a:off x="1439467" y="33337"/>
            <a:ext cx="6411515" cy="576263"/>
          </a:xfrm>
        </p:spPr>
        <p:txBody>
          <a:bodyPr/>
          <a:lstStyle/>
          <a:p>
            <a:pPr algn="ctr" eaLnBrk="1" hangingPunct="1"/>
            <a:r>
              <a:rPr lang="en-US" altLang="zh-CN" sz="3000">
                <a:ea typeface="宋体" panose="02010600030101010101" pitchFamily="2" charset="-122"/>
              </a:rPr>
              <a:t>IP </a:t>
            </a:r>
            <a:r>
              <a:rPr lang="zh-CN" altLang="en-US" sz="3000">
                <a:ea typeface="宋体" panose="02010600030101010101" pitchFamily="2" charset="-122"/>
              </a:rPr>
              <a:t>地址中的网络号字段和主机号字段 </a:t>
            </a:r>
          </a:p>
        </p:txBody>
      </p:sp>
      <p:sp>
        <p:nvSpPr>
          <p:cNvPr id="87053" name="Rectangle 14">
            <a:extLst>
              <a:ext uri="{FF2B5EF4-FFF2-40B4-BE49-F238E27FC236}">
                <a16:creationId xmlns:a16="http://schemas.microsoft.com/office/drawing/2014/main" id="{7AB5FDAA-8F3A-234A-9F37-CD4E1893DFB2}"/>
              </a:ext>
            </a:extLst>
          </p:cNvPr>
          <p:cNvSpPr>
            <a:spLocks noChangeArrowheads="1"/>
          </p:cNvSpPr>
          <p:nvPr/>
        </p:nvSpPr>
        <p:spPr bwMode="auto">
          <a:xfrm>
            <a:off x="2415778" y="2689622"/>
            <a:ext cx="3975497" cy="317897"/>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7054" name="Rectangle 15">
            <a:extLst>
              <a:ext uri="{FF2B5EF4-FFF2-40B4-BE49-F238E27FC236}">
                <a16:creationId xmlns:a16="http://schemas.microsoft.com/office/drawing/2014/main" id="{282D5C5A-ACD4-9C4D-9EF6-9A5A1BBA62BE}"/>
              </a:ext>
            </a:extLst>
          </p:cNvPr>
          <p:cNvSpPr>
            <a:spLocks noChangeArrowheads="1"/>
          </p:cNvSpPr>
          <p:nvPr/>
        </p:nvSpPr>
        <p:spPr bwMode="auto">
          <a:xfrm>
            <a:off x="2414587" y="1725217"/>
            <a:ext cx="2633663" cy="30718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7055" name="Rectangle 16">
            <a:extLst>
              <a:ext uri="{FF2B5EF4-FFF2-40B4-BE49-F238E27FC236}">
                <a16:creationId xmlns:a16="http://schemas.microsoft.com/office/drawing/2014/main" id="{6D7126A9-EECE-A24E-A823-59E7F736A68F}"/>
              </a:ext>
            </a:extLst>
          </p:cNvPr>
          <p:cNvSpPr>
            <a:spLocks noChangeArrowheads="1"/>
          </p:cNvSpPr>
          <p:nvPr/>
        </p:nvSpPr>
        <p:spPr bwMode="auto">
          <a:xfrm>
            <a:off x="2400301" y="717947"/>
            <a:ext cx="1297781" cy="304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7056" name="Rectangle 17">
            <a:extLst>
              <a:ext uri="{FF2B5EF4-FFF2-40B4-BE49-F238E27FC236}">
                <a16:creationId xmlns:a16="http://schemas.microsoft.com/office/drawing/2014/main" id="{0B65E315-5C5D-CD48-9E60-C3D7FB3D2AEB}"/>
              </a:ext>
            </a:extLst>
          </p:cNvPr>
          <p:cNvSpPr>
            <a:spLocks noChangeArrowheads="1"/>
          </p:cNvSpPr>
          <p:nvPr/>
        </p:nvSpPr>
        <p:spPr bwMode="auto">
          <a:xfrm>
            <a:off x="2341960" y="695325"/>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7057" name="Rectangle 18">
            <a:extLst>
              <a:ext uri="{FF2B5EF4-FFF2-40B4-BE49-F238E27FC236}">
                <a16:creationId xmlns:a16="http://schemas.microsoft.com/office/drawing/2014/main" id="{CA648E4A-7C96-E749-B9E5-D12CF393F256}"/>
              </a:ext>
            </a:extLst>
          </p:cNvPr>
          <p:cNvSpPr>
            <a:spLocks noChangeArrowheads="1"/>
          </p:cNvSpPr>
          <p:nvPr/>
        </p:nvSpPr>
        <p:spPr bwMode="auto">
          <a:xfrm>
            <a:off x="1497806" y="716757"/>
            <a:ext cx="88463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7058" name="Line 19">
            <a:extLst>
              <a:ext uri="{FF2B5EF4-FFF2-40B4-BE49-F238E27FC236}">
                <a16:creationId xmlns:a16="http://schemas.microsoft.com/office/drawing/2014/main" id="{C0E1D075-2DEE-6C43-A3C2-BF7A2D872DBA}"/>
              </a:ext>
            </a:extLst>
          </p:cNvPr>
          <p:cNvSpPr>
            <a:spLocks noChangeShapeType="1"/>
          </p:cNvSpPr>
          <p:nvPr/>
        </p:nvSpPr>
        <p:spPr bwMode="auto">
          <a:xfrm>
            <a:off x="2574131" y="700088"/>
            <a:ext cx="0" cy="316706"/>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059" name="Line 20">
            <a:extLst>
              <a:ext uri="{FF2B5EF4-FFF2-40B4-BE49-F238E27FC236}">
                <a16:creationId xmlns:a16="http://schemas.microsoft.com/office/drawing/2014/main" id="{4EF471DB-9BC1-7F4F-8AB8-315317F5A61E}"/>
              </a:ext>
            </a:extLst>
          </p:cNvPr>
          <p:cNvSpPr>
            <a:spLocks noChangeShapeType="1"/>
          </p:cNvSpPr>
          <p:nvPr/>
        </p:nvSpPr>
        <p:spPr bwMode="auto">
          <a:xfrm>
            <a:off x="3702844" y="700087"/>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060" name="Line 21">
            <a:extLst>
              <a:ext uri="{FF2B5EF4-FFF2-40B4-BE49-F238E27FC236}">
                <a16:creationId xmlns:a16="http://schemas.microsoft.com/office/drawing/2014/main" id="{CFB545B8-7FDA-3E4C-9363-33E70DCBE7A3}"/>
              </a:ext>
            </a:extLst>
          </p:cNvPr>
          <p:cNvSpPr>
            <a:spLocks noChangeShapeType="1"/>
          </p:cNvSpPr>
          <p:nvPr/>
        </p:nvSpPr>
        <p:spPr bwMode="auto">
          <a:xfrm>
            <a:off x="2380060"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61" name="Line 22">
            <a:extLst>
              <a:ext uri="{FF2B5EF4-FFF2-40B4-BE49-F238E27FC236}">
                <a16:creationId xmlns:a16="http://schemas.microsoft.com/office/drawing/2014/main" id="{E8B634B4-ED05-134F-850B-C8DE8D6476FC}"/>
              </a:ext>
            </a:extLst>
          </p:cNvPr>
          <p:cNvSpPr>
            <a:spLocks noChangeShapeType="1"/>
          </p:cNvSpPr>
          <p:nvPr/>
        </p:nvSpPr>
        <p:spPr bwMode="auto">
          <a:xfrm>
            <a:off x="3702844"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62" name="Line 23">
            <a:extLst>
              <a:ext uri="{FF2B5EF4-FFF2-40B4-BE49-F238E27FC236}">
                <a16:creationId xmlns:a16="http://schemas.microsoft.com/office/drawing/2014/main" id="{4BF5E9C0-A21B-974A-921E-4583EF3F0215}"/>
              </a:ext>
            </a:extLst>
          </p:cNvPr>
          <p:cNvSpPr>
            <a:spLocks noChangeShapeType="1"/>
          </p:cNvSpPr>
          <p:nvPr/>
        </p:nvSpPr>
        <p:spPr bwMode="auto">
          <a:xfrm>
            <a:off x="7685485"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63" name="Line 24">
            <a:extLst>
              <a:ext uri="{FF2B5EF4-FFF2-40B4-BE49-F238E27FC236}">
                <a16:creationId xmlns:a16="http://schemas.microsoft.com/office/drawing/2014/main" id="{B531EE58-3B27-4D45-A0C2-DFEDD22BACF3}"/>
              </a:ext>
            </a:extLst>
          </p:cNvPr>
          <p:cNvSpPr>
            <a:spLocks noChangeShapeType="1"/>
          </p:cNvSpPr>
          <p:nvPr/>
        </p:nvSpPr>
        <p:spPr bwMode="auto">
          <a:xfrm flipV="1">
            <a:off x="5054204" y="2184798"/>
            <a:ext cx="2606278" cy="2381"/>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7064" name="Rectangle 25">
            <a:extLst>
              <a:ext uri="{FF2B5EF4-FFF2-40B4-BE49-F238E27FC236}">
                <a16:creationId xmlns:a16="http://schemas.microsoft.com/office/drawing/2014/main" id="{1DA5A64D-8FDB-5549-928C-BA232DDE5856}"/>
              </a:ext>
            </a:extLst>
          </p:cNvPr>
          <p:cNvSpPr>
            <a:spLocks noChangeArrowheads="1"/>
          </p:cNvSpPr>
          <p:nvPr/>
        </p:nvSpPr>
        <p:spPr bwMode="auto">
          <a:xfrm>
            <a:off x="5966134" y="2051448"/>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7065" name="Line 26">
            <a:extLst>
              <a:ext uri="{FF2B5EF4-FFF2-40B4-BE49-F238E27FC236}">
                <a16:creationId xmlns:a16="http://schemas.microsoft.com/office/drawing/2014/main" id="{21C135A4-9339-E04D-89BF-C6FB850C4258}"/>
              </a:ext>
            </a:extLst>
          </p:cNvPr>
          <p:cNvSpPr>
            <a:spLocks noChangeShapeType="1"/>
          </p:cNvSpPr>
          <p:nvPr/>
        </p:nvSpPr>
        <p:spPr bwMode="auto">
          <a:xfrm>
            <a:off x="2408635"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66" name="Line 27">
            <a:extLst>
              <a:ext uri="{FF2B5EF4-FFF2-40B4-BE49-F238E27FC236}">
                <a16:creationId xmlns:a16="http://schemas.microsoft.com/office/drawing/2014/main" id="{8F66753C-872A-0C45-91C2-01ED802B6DA0}"/>
              </a:ext>
            </a:extLst>
          </p:cNvPr>
          <p:cNvSpPr>
            <a:spLocks noChangeShapeType="1"/>
          </p:cNvSpPr>
          <p:nvPr/>
        </p:nvSpPr>
        <p:spPr bwMode="auto">
          <a:xfrm>
            <a:off x="5054204"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67" name="Line 28">
            <a:extLst>
              <a:ext uri="{FF2B5EF4-FFF2-40B4-BE49-F238E27FC236}">
                <a16:creationId xmlns:a16="http://schemas.microsoft.com/office/drawing/2014/main" id="{904CA789-1646-7840-A3BF-207DEBFF23D1}"/>
              </a:ext>
            </a:extLst>
          </p:cNvPr>
          <p:cNvSpPr>
            <a:spLocks noChangeShapeType="1"/>
          </p:cNvSpPr>
          <p:nvPr/>
        </p:nvSpPr>
        <p:spPr bwMode="auto">
          <a:xfrm>
            <a:off x="7675960"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68" name="Rectangle 29">
            <a:extLst>
              <a:ext uri="{FF2B5EF4-FFF2-40B4-BE49-F238E27FC236}">
                <a16:creationId xmlns:a16="http://schemas.microsoft.com/office/drawing/2014/main" id="{84792550-2FC5-FE4F-95F2-0ACFAC3EFFAC}"/>
              </a:ext>
            </a:extLst>
          </p:cNvPr>
          <p:cNvSpPr>
            <a:spLocks noChangeArrowheads="1"/>
          </p:cNvSpPr>
          <p:nvPr/>
        </p:nvSpPr>
        <p:spPr bwMode="auto">
          <a:xfrm>
            <a:off x="1512094" y="1714500"/>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7069" name="Line 30">
            <a:extLst>
              <a:ext uri="{FF2B5EF4-FFF2-40B4-BE49-F238E27FC236}">
                <a16:creationId xmlns:a16="http://schemas.microsoft.com/office/drawing/2014/main" id="{161066AE-A425-5147-9272-B8037A51FC12}"/>
              </a:ext>
            </a:extLst>
          </p:cNvPr>
          <p:cNvSpPr>
            <a:spLocks noChangeShapeType="1"/>
          </p:cNvSpPr>
          <p:nvPr/>
        </p:nvSpPr>
        <p:spPr bwMode="auto">
          <a:xfrm>
            <a:off x="5054204" y="1713310"/>
            <a:ext cx="0" cy="3250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070" name="Rectangle 31">
            <a:extLst>
              <a:ext uri="{FF2B5EF4-FFF2-40B4-BE49-F238E27FC236}">
                <a16:creationId xmlns:a16="http://schemas.microsoft.com/office/drawing/2014/main" id="{6FBE1156-3CE0-A545-95F3-7C321CA24983}"/>
              </a:ext>
            </a:extLst>
          </p:cNvPr>
          <p:cNvSpPr>
            <a:spLocks noChangeArrowheads="1"/>
          </p:cNvSpPr>
          <p:nvPr/>
        </p:nvSpPr>
        <p:spPr bwMode="auto">
          <a:xfrm>
            <a:off x="1512094" y="2686050"/>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C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7071" name="Rectangle 32">
            <a:extLst>
              <a:ext uri="{FF2B5EF4-FFF2-40B4-BE49-F238E27FC236}">
                <a16:creationId xmlns:a16="http://schemas.microsoft.com/office/drawing/2014/main" id="{48BAD119-33A1-BF46-9228-FED29DA54D7B}"/>
              </a:ext>
            </a:extLst>
          </p:cNvPr>
          <p:cNvSpPr>
            <a:spLocks noChangeArrowheads="1"/>
          </p:cNvSpPr>
          <p:nvPr/>
        </p:nvSpPr>
        <p:spPr bwMode="auto">
          <a:xfrm>
            <a:off x="2653904" y="270033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7072" name="Rectangle 33">
            <a:extLst>
              <a:ext uri="{FF2B5EF4-FFF2-40B4-BE49-F238E27FC236}">
                <a16:creationId xmlns:a16="http://schemas.microsoft.com/office/drawing/2014/main" id="{9A71C573-C5BE-7D41-AE02-02F9754FA00E}"/>
              </a:ext>
            </a:extLst>
          </p:cNvPr>
          <p:cNvSpPr>
            <a:spLocks noChangeArrowheads="1"/>
          </p:cNvSpPr>
          <p:nvPr/>
        </p:nvSpPr>
        <p:spPr bwMode="auto">
          <a:xfrm>
            <a:off x="2363392" y="2694385"/>
            <a:ext cx="36433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7073" name="Rectangle 34">
            <a:extLst>
              <a:ext uri="{FF2B5EF4-FFF2-40B4-BE49-F238E27FC236}">
                <a16:creationId xmlns:a16="http://schemas.microsoft.com/office/drawing/2014/main" id="{57F8A67B-8E6D-074A-B0AC-ED248F7AECEC}"/>
              </a:ext>
            </a:extLst>
          </p:cNvPr>
          <p:cNvSpPr>
            <a:spLocks noChangeArrowheads="1"/>
          </p:cNvSpPr>
          <p:nvPr/>
        </p:nvSpPr>
        <p:spPr bwMode="auto">
          <a:xfrm>
            <a:off x="2509838" y="2700338"/>
            <a:ext cx="36195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7074" name="Line 35">
            <a:extLst>
              <a:ext uri="{FF2B5EF4-FFF2-40B4-BE49-F238E27FC236}">
                <a16:creationId xmlns:a16="http://schemas.microsoft.com/office/drawing/2014/main" id="{1D66E64B-02FA-D54A-9CF3-68DC09B1A2EE}"/>
              </a:ext>
            </a:extLst>
          </p:cNvPr>
          <p:cNvSpPr>
            <a:spLocks noChangeShapeType="1"/>
          </p:cNvSpPr>
          <p:nvPr/>
        </p:nvSpPr>
        <p:spPr bwMode="auto">
          <a:xfrm>
            <a:off x="2921794" y="2677716"/>
            <a:ext cx="0" cy="32980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075" name="Line 36">
            <a:extLst>
              <a:ext uri="{FF2B5EF4-FFF2-40B4-BE49-F238E27FC236}">
                <a16:creationId xmlns:a16="http://schemas.microsoft.com/office/drawing/2014/main" id="{B03C56B3-3B18-244F-AC47-889C4F8EF130}"/>
              </a:ext>
            </a:extLst>
          </p:cNvPr>
          <p:cNvSpPr>
            <a:spLocks noChangeShapeType="1"/>
          </p:cNvSpPr>
          <p:nvPr/>
        </p:nvSpPr>
        <p:spPr bwMode="auto">
          <a:xfrm>
            <a:off x="6405563" y="2674144"/>
            <a:ext cx="0" cy="330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076" name="Line 37">
            <a:extLst>
              <a:ext uri="{FF2B5EF4-FFF2-40B4-BE49-F238E27FC236}">
                <a16:creationId xmlns:a16="http://schemas.microsoft.com/office/drawing/2014/main" id="{00283D66-64ED-9A41-8511-566F9BBA2B21}"/>
              </a:ext>
            </a:extLst>
          </p:cNvPr>
          <p:cNvSpPr>
            <a:spLocks noChangeShapeType="1"/>
          </p:cNvSpPr>
          <p:nvPr/>
        </p:nvSpPr>
        <p:spPr bwMode="auto">
          <a:xfrm flipV="1">
            <a:off x="6409135" y="3157538"/>
            <a:ext cx="1276350" cy="13097"/>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nvGrpSpPr>
          <p:cNvPr id="87077" name="Group 38">
            <a:extLst>
              <a:ext uri="{FF2B5EF4-FFF2-40B4-BE49-F238E27FC236}">
                <a16:creationId xmlns:a16="http://schemas.microsoft.com/office/drawing/2014/main" id="{98AEF3BA-E5FE-B341-9E64-A0D8732B64C1}"/>
              </a:ext>
            </a:extLst>
          </p:cNvPr>
          <p:cNvGrpSpPr>
            <a:grpSpLocks/>
          </p:cNvGrpSpPr>
          <p:nvPr/>
        </p:nvGrpSpPr>
        <p:grpSpPr bwMode="auto">
          <a:xfrm>
            <a:off x="6706789" y="3027760"/>
            <a:ext cx="741645" cy="482430"/>
            <a:chOff x="2832" y="3024"/>
            <a:chExt cx="429" cy="381"/>
          </a:xfrm>
        </p:grpSpPr>
        <p:sp>
          <p:nvSpPr>
            <p:cNvPr id="87096" name="Rectangle 39">
              <a:extLst>
                <a:ext uri="{FF2B5EF4-FFF2-40B4-BE49-F238E27FC236}">
                  <a16:creationId xmlns:a16="http://schemas.microsoft.com/office/drawing/2014/main" id="{ED1836CC-43B5-1D47-84E3-4A11CD3E80AB}"/>
                </a:ext>
              </a:extLst>
            </p:cNvPr>
            <p:cNvSpPr>
              <a:spLocks noChangeArrowheads="1"/>
            </p:cNvSpPr>
            <p:nvPr/>
          </p:nvSpPr>
          <p:spPr bwMode="auto">
            <a:xfrm>
              <a:off x="2832" y="3072"/>
              <a:ext cx="426" cy="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7097" name="Rectangle 40">
              <a:extLst>
                <a:ext uri="{FF2B5EF4-FFF2-40B4-BE49-F238E27FC236}">
                  <a16:creationId xmlns:a16="http://schemas.microsoft.com/office/drawing/2014/main" id="{ABA9F164-358B-F845-84C6-FF336EFE08EC}"/>
                </a:ext>
              </a:extLst>
            </p:cNvPr>
            <p:cNvSpPr>
              <a:spLocks noChangeArrowheads="1"/>
            </p:cNvSpPr>
            <p:nvPr/>
          </p:nvSpPr>
          <p:spPr bwMode="auto">
            <a:xfrm>
              <a:off x="2847" y="3024"/>
              <a:ext cx="414"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grpSp>
      <p:sp>
        <p:nvSpPr>
          <p:cNvPr id="87078" name="Line 41">
            <a:extLst>
              <a:ext uri="{FF2B5EF4-FFF2-40B4-BE49-F238E27FC236}">
                <a16:creationId xmlns:a16="http://schemas.microsoft.com/office/drawing/2014/main" id="{2C4A9651-C176-754B-A77C-C96AD587A53C}"/>
              </a:ext>
            </a:extLst>
          </p:cNvPr>
          <p:cNvSpPr>
            <a:spLocks noChangeShapeType="1"/>
          </p:cNvSpPr>
          <p:nvPr/>
        </p:nvSpPr>
        <p:spPr bwMode="auto">
          <a:xfrm>
            <a:off x="2408635" y="3055144"/>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79" name="Line 42">
            <a:extLst>
              <a:ext uri="{FF2B5EF4-FFF2-40B4-BE49-F238E27FC236}">
                <a16:creationId xmlns:a16="http://schemas.microsoft.com/office/drawing/2014/main" id="{D193645C-C4FF-ED4B-B03C-82B31FCEA3F8}"/>
              </a:ext>
            </a:extLst>
          </p:cNvPr>
          <p:cNvSpPr>
            <a:spLocks noChangeShapeType="1"/>
          </p:cNvSpPr>
          <p:nvPr/>
        </p:nvSpPr>
        <p:spPr bwMode="auto">
          <a:xfrm>
            <a:off x="6409135" y="3057525"/>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80" name="Line 43">
            <a:extLst>
              <a:ext uri="{FF2B5EF4-FFF2-40B4-BE49-F238E27FC236}">
                <a16:creationId xmlns:a16="http://schemas.microsoft.com/office/drawing/2014/main" id="{36CBAA7A-5506-484E-9EA1-BBA9B229DE5A}"/>
              </a:ext>
            </a:extLst>
          </p:cNvPr>
          <p:cNvSpPr>
            <a:spLocks noChangeShapeType="1"/>
          </p:cNvSpPr>
          <p:nvPr/>
        </p:nvSpPr>
        <p:spPr bwMode="auto">
          <a:xfrm>
            <a:off x="7675960" y="30432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81" name="Rectangle 44">
            <a:extLst>
              <a:ext uri="{FF2B5EF4-FFF2-40B4-BE49-F238E27FC236}">
                <a16:creationId xmlns:a16="http://schemas.microsoft.com/office/drawing/2014/main" id="{CA0147BA-A414-6548-80F0-D24BAE54F2C2}"/>
              </a:ext>
            </a:extLst>
          </p:cNvPr>
          <p:cNvSpPr>
            <a:spLocks noChangeArrowheads="1"/>
          </p:cNvSpPr>
          <p:nvPr/>
        </p:nvSpPr>
        <p:spPr bwMode="auto">
          <a:xfrm>
            <a:off x="2403872" y="3711179"/>
            <a:ext cx="5300663"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7082" name="Rectangle 45">
            <a:extLst>
              <a:ext uri="{FF2B5EF4-FFF2-40B4-BE49-F238E27FC236}">
                <a16:creationId xmlns:a16="http://schemas.microsoft.com/office/drawing/2014/main" id="{565366AF-2555-7048-A86F-6247C4E70614}"/>
              </a:ext>
            </a:extLst>
          </p:cNvPr>
          <p:cNvSpPr>
            <a:spLocks noChangeArrowheads="1"/>
          </p:cNvSpPr>
          <p:nvPr/>
        </p:nvSpPr>
        <p:spPr bwMode="auto">
          <a:xfrm>
            <a:off x="1497807" y="371951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D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7083" name="Line 46">
            <a:extLst>
              <a:ext uri="{FF2B5EF4-FFF2-40B4-BE49-F238E27FC236}">
                <a16:creationId xmlns:a16="http://schemas.microsoft.com/office/drawing/2014/main" id="{82C302C3-AB69-574A-9B90-032E76C47AEA}"/>
              </a:ext>
            </a:extLst>
          </p:cNvPr>
          <p:cNvSpPr>
            <a:spLocks noChangeShapeType="1"/>
          </p:cNvSpPr>
          <p:nvPr/>
        </p:nvSpPr>
        <p:spPr bwMode="auto">
          <a:xfrm>
            <a:off x="2989660" y="3717132"/>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084" name="Rectangle 47">
            <a:extLst>
              <a:ext uri="{FF2B5EF4-FFF2-40B4-BE49-F238E27FC236}">
                <a16:creationId xmlns:a16="http://schemas.microsoft.com/office/drawing/2014/main" id="{5F7B6EBB-743D-D44C-B5C5-086DF5198824}"/>
              </a:ext>
            </a:extLst>
          </p:cNvPr>
          <p:cNvSpPr>
            <a:spLocks noChangeArrowheads="1"/>
          </p:cNvSpPr>
          <p:nvPr/>
        </p:nvSpPr>
        <p:spPr bwMode="auto">
          <a:xfrm>
            <a:off x="2356247" y="3709988"/>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7085" name="Rectangle 48">
            <a:extLst>
              <a:ext uri="{FF2B5EF4-FFF2-40B4-BE49-F238E27FC236}">
                <a16:creationId xmlns:a16="http://schemas.microsoft.com/office/drawing/2014/main" id="{F25E8AD5-22D9-BC46-BAFF-DD356C786C51}"/>
              </a:ext>
            </a:extLst>
          </p:cNvPr>
          <p:cNvSpPr>
            <a:spLocks noChangeArrowheads="1"/>
          </p:cNvSpPr>
          <p:nvPr/>
        </p:nvSpPr>
        <p:spPr bwMode="auto">
          <a:xfrm>
            <a:off x="4480323" y="373261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多 播 地 址</a:t>
            </a:r>
          </a:p>
        </p:txBody>
      </p:sp>
      <p:sp>
        <p:nvSpPr>
          <p:cNvPr id="87086" name="Rectangle 49">
            <a:extLst>
              <a:ext uri="{FF2B5EF4-FFF2-40B4-BE49-F238E27FC236}">
                <a16:creationId xmlns:a16="http://schemas.microsoft.com/office/drawing/2014/main" id="{A2A601E9-DF10-8D44-AAD9-116E20B0A11D}"/>
              </a:ext>
            </a:extLst>
          </p:cNvPr>
          <p:cNvSpPr>
            <a:spLocks noChangeArrowheads="1"/>
          </p:cNvSpPr>
          <p:nvPr/>
        </p:nvSpPr>
        <p:spPr bwMode="auto">
          <a:xfrm>
            <a:off x="2409826" y="4436269"/>
            <a:ext cx="5289947"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7087" name="Rectangle 50">
            <a:extLst>
              <a:ext uri="{FF2B5EF4-FFF2-40B4-BE49-F238E27FC236}">
                <a16:creationId xmlns:a16="http://schemas.microsoft.com/office/drawing/2014/main" id="{A1DE9FD7-A6E3-984F-91FE-494159D2D948}"/>
              </a:ext>
            </a:extLst>
          </p:cNvPr>
          <p:cNvSpPr>
            <a:spLocks noChangeArrowheads="1"/>
          </p:cNvSpPr>
          <p:nvPr/>
        </p:nvSpPr>
        <p:spPr bwMode="auto">
          <a:xfrm>
            <a:off x="1525191" y="4443413"/>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E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7088" name="Rectangle 51">
            <a:extLst>
              <a:ext uri="{FF2B5EF4-FFF2-40B4-BE49-F238E27FC236}">
                <a16:creationId xmlns:a16="http://schemas.microsoft.com/office/drawing/2014/main" id="{4B4EF7B3-1949-1149-8CE0-E95DFFCF4EBE}"/>
              </a:ext>
            </a:extLst>
          </p:cNvPr>
          <p:cNvSpPr>
            <a:spLocks noChangeArrowheads="1"/>
          </p:cNvSpPr>
          <p:nvPr/>
        </p:nvSpPr>
        <p:spPr bwMode="auto">
          <a:xfrm>
            <a:off x="4071938" y="4451748"/>
            <a:ext cx="18009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保 留 为 今 后 使 用</a:t>
            </a:r>
          </a:p>
        </p:txBody>
      </p:sp>
      <p:sp>
        <p:nvSpPr>
          <p:cNvPr id="87089" name="Line 52">
            <a:extLst>
              <a:ext uri="{FF2B5EF4-FFF2-40B4-BE49-F238E27FC236}">
                <a16:creationId xmlns:a16="http://schemas.microsoft.com/office/drawing/2014/main" id="{5FB88DED-AE68-6E48-BE2F-F780617A1EED}"/>
              </a:ext>
            </a:extLst>
          </p:cNvPr>
          <p:cNvSpPr>
            <a:spLocks noChangeShapeType="1"/>
          </p:cNvSpPr>
          <p:nvPr/>
        </p:nvSpPr>
        <p:spPr bwMode="auto">
          <a:xfrm>
            <a:off x="2951560" y="4455319"/>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090" name="Rectangle 53">
            <a:extLst>
              <a:ext uri="{FF2B5EF4-FFF2-40B4-BE49-F238E27FC236}">
                <a16:creationId xmlns:a16="http://schemas.microsoft.com/office/drawing/2014/main" id="{0315E5C7-B69F-D141-9054-C70BF9D2ED6E}"/>
              </a:ext>
            </a:extLst>
          </p:cNvPr>
          <p:cNvSpPr>
            <a:spLocks noChangeArrowheads="1"/>
          </p:cNvSpPr>
          <p:nvPr/>
        </p:nvSpPr>
        <p:spPr bwMode="auto">
          <a:xfrm>
            <a:off x="2356247" y="4441032"/>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7091" name="Rectangle 54">
            <a:extLst>
              <a:ext uri="{FF2B5EF4-FFF2-40B4-BE49-F238E27FC236}">
                <a16:creationId xmlns:a16="http://schemas.microsoft.com/office/drawing/2014/main" id="{11DDAE4C-4817-4F44-9B8C-57471415A129}"/>
              </a:ext>
            </a:extLst>
          </p:cNvPr>
          <p:cNvSpPr>
            <a:spLocks noChangeArrowheads="1"/>
          </p:cNvSpPr>
          <p:nvPr/>
        </p:nvSpPr>
        <p:spPr bwMode="auto">
          <a:xfrm>
            <a:off x="2497932" y="1702594"/>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7092" name="Rectangle 55">
            <a:extLst>
              <a:ext uri="{FF2B5EF4-FFF2-40B4-BE49-F238E27FC236}">
                <a16:creationId xmlns:a16="http://schemas.microsoft.com/office/drawing/2014/main" id="{79117E95-7FBD-AB4A-A00E-43D126CE964F}"/>
              </a:ext>
            </a:extLst>
          </p:cNvPr>
          <p:cNvSpPr>
            <a:spLocks noChangeArrowheads="1"/>
          </p:cNvSpPr>
          <p:nvPr/>
        </p:nvSpPr>
        <p:spPr bwMode="auto">
          <a:xfrm>
            <a:off x="2353867" y="1702594"/>
            <a:ext cx="36314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7093" name="Line 56">
            <a:extLst>
              <a:ext uri="{FF2B5EF4-FFF2-40B4-BE49-F238E27FC236}">
                <a16:creationId xmlns:a16="http://schemas.microsoft.com/office/drawing/2014/main" id="{FEF5B88B-7BA2-EE48-BC7A-0D7D40FB5A01}"/>
              </a:ext>
            </a:extLst>
          </p:cNvPr>
          <p:cNvSpPr>
            <a:spLocks noChangeShapeType="1"/>
          </p:cNvSpPr>
          <p:nvPr/>
        </p:nvSpPr>
        <p:spPr bwMode="auto">
          <a:xfrm>
            <a:off x="2767013" y="1700213"/>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094" name="AutoShape 57">
            <a:extLst>
              <a:ext uri="{FF2B5EF4-FFF2-40B4-BE49-F238E27FC236}">
                <a16:creationId xmlns:a16="http://schemas.microsoft.com/office/drawing/2014/main" id="{A7DCCF5B-C4EB-7E4E-9F91-A2E098068A56}"/>
              </a:ext>
            </a:extLst>
          </p:cNvPr>
          <p:cNvSpPr>
            <a:spLocks noChangeArrowheads="1"/>
          </p:cNvSpPr>
          <p:nvPr/>
        </p:nvSpPr>
        <p:spPr bwMode="auto">
          <a:xfrm>
            <a:off x="2195513" y="3544491"/>
            <a:ext cx="5238750" cy="485775"/>
          </a:xfrm>
          <a:prstGeom prst="wedgeRoundRectCallout">
            <a:avLst>
              <a:gd name="adj1" fmla="val 13181"/>
              <a:gd name="adj2" fmla="val -425981"/>
              <a:gd name="adj3" fmla="val 16667"/>
            </a:avLst>
          </a:prstGeom>
          <a:solidFill>
            <a:srgbClr val="66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B </a:t>
            </a:r>
            <a:r>
              <a:rPr lang="zh-CN" altLang="en-US" sz="2100">
                <a:latin typeface="Arial" panose="020B0604020202020204" pitchFamily="34" charset="0"/>
                <a:ea typeface="宋体" panose="02010600030101010101" pitchFamily="2" charset="-122"/>
                <a:cs typeface="黑体" panose="02010609060101010101" pitchFamily="49" charset="-122"/>
              </a:rPr>
              <a:t>类地址的主机号字段 </a:t>
            </a:r>
            <a:r>
              <a:rPr lang="en-US" altLang="zh-CN" sz="2100">
                <a:latin typeface="Arial" panose="020B0604020202020204" pitchFamily="34" charset="0"/>
                <a:ea typeface="宋体" panose="02010600030101010101" pitchFamily="2" charset="-122"/>
                <a:cs typeface="黑体" panose="02010609060101010101" pitchFamily="49" charset="-122"/>
              </a:rPr>
              <a:t>host-id </a:t>
            </a:r>
            <a:r>
              <a:rPr lang="zh-CN" altLang="en-US" sz="2100">
                <a:latin typeface="Arial" panose="020B0604020202020204" pitchFamily="34" charset="0"/>
                <a:ea typeface="宋体" panose="02010600030101010101" pitchFamily="2" charset="-122"/>
                <a:cs typeface="黑体" panose="02010609060101010101" pitchFamily="49" charset="-122"/>
              </a:rPr>
              <a:t>为 </a:t>
            </a:r>
            <a:r>
              <a:rPr lang="en-US" altLang="zh-CN" sz="2100">
                <a:latin typeface="Arial" panose="020B0604020202020204" pitchFamily="34" charset="0"/>
                <a:ea typeface="宋体" panose="02010600030101010101" pitchFamily="2" charset="-122"/>
                <a:cs typeface="黑体" panose="02010609060101010101" pitchFamily="49" charset="-122"/>
              </a:rPr>
              <a:t>2 </a:t>
            </a:r>
            <a:r>
              <a:rPr lang="zh-CN" altLang="en-US" sz="2100">
                <a:latin typeface="Arial" panose="020B0604020202020204" pitchFamily="34" charset="0"/>
                <a:ea typeface="宋体" panose="02010600030101010101" pitchFamily="2" charset="-122"/>
                <a:cs typeface="黑体" panose="02010609060101010101" pitchFamily="49" charset="-122"/>
              </a:rPr>
              <a:t>字节</a:t>
            </a:r>
          </a:p>
        </p:txBody>
      </p:sp>
      <p:sp>
        <p:nvSpPr>
          <p:cNvPr id="87095" name="幻灯片编号占位符 1">
            <a:extLst>
              <a:ext uri="{FF2B5EF4-FFF2-40B4-BE49-F238E27FC236}">
                <a16:creationId xmlns:a16="http://schemas.microsoft.com/office/drawing/2014/main" id="{E5C104B0-0B8A-594C-AE69-070CEB538AB4}"/>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A8CAF151-97B5-4340-9C30-BDDA48332CE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84183806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9089" name="Line 2">
            <a:extLst>
              <a:ext uri="{FF2B5EF4-FFF2-40B4-BE49-F238E27FC236}">
                <a16:creationId xmlns:a16="http://schemas.microsoft.com/office/drawing/2014/main" id="{A73490E6-BB0F-8447-AA30-AD1E73B215F7}"/>
              </a:ext>
            </a:extLst>
          </p:cNvPr>
          <p:cNvSpPr>
            <a:spLocks noChangeShapeType="1"/>
          </p:cNvSpPr>
          <p:nvPr/>
        </p:nvSpPr>
        <p:spPr bwMode="auto">
          <a:xfrm flipV="1">
            <a:off x="2408635" y="3169444"/>
            <a:ext cx="397906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9090" name="Rectangle 3">
            <a:extLst>
              <a:ext uri="{FF2B5EF4-FFF2-40B4-BE49-F238E27FC236}">
                <a16:creationId xmlns:a16="http://schemas.microsoft.com/office/drawing/2014/main" id="{69CDCC5C-1D94-A042-8295-680B0AAC3DE1}"/>
              </a:ext>
            </a:extLst>
          </p:cNvPr>
          <p:cNvSpPr>
            <a:spLocks noChangeArrowheads="1"/>
          </p:cNvSpPr>
          <p:nvPr/>
        </p:nvSpPr>
        <p:spPr bwMode="auto">
          <a:xfrm>
            <a:off x="3956447" y="3006329"/>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9091" name="Rectangle 4">
            <a:extLst>
              <a:ext uri="{FF2B5EF4-FFF2-40B4-BE49-F238E27FC236}">
                <a16:creationId xmlns:a16="http://schemas.microsoft.com/office/drawing/2014/main" id="{D4C07BB5-1848-F542-8913-515CE032AEB6}"/>
              </a:ext>
            </a:extLst>
          </p:cNvPr>
          <p:cNvSpPr>
            <a:spLocks noChangeArrowheads="1"/>
          </p:cNvSpPr>
          <p:nvPr/>
        </p:nvSpPr>
        <p:spPr bwMode="auto">
          <a:xfrm>
            <a:off x="2408635" y="2678906"/>
            <a:ext cx="5285184" cy="33337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9092" name="Line 5">
            <a:extLst>
              <a:ext uri="{FF2B5EF4-FFF2-40B4-BE49-F238E27FC236}">
                <a16:creationId xmlns:a16="http://schemas.microsoft.com/office/drawing/2014/main" id="{4245DA57-6FFE-DD4B-8249-69E6BEA7D56B}"/>
              </a:ext>
            </a:extLst>
          </p:cNvPr>
          <p:cNvSpPr>
            <a:spLocks noChangeShapeType="1"/>
          </p:cNvSpPr>
          <p:nvPr/>
        </p:nvSpPr>
        <p:spPr bwMode="auto">
          <a:xfrm>
            <a:off x="3702844" y="1183481"/>
            <a:ext cx="39826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9093" name="Rectangle 6">
            <a:extLst>
              <a:ext uri="{FF2B5EF4-FFF2-40B4-BE49-F238E27FC236}">
                <a16:creationId xmlns:a16="http://schemas.microsoft.com/office/drawing/2014/main" id="{191BE73C-8949-AB4B-A67A-0FF8BF3141E6}"/>
              </a:ext>
            </a:extLst>
          </p:cNvPr>
          <p:cNvSpPr>
            <a:spLocks noChangeArrowheads="1"/>
          </p:cNvSpPr>
          <p:nvPr/>
        </p:nvSpPr>
        <p:spPr bwMode="auto">
          <a:xfrm>
            <a:off x="5117219" y="1027510"/>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9094" name="Line 7">
            <a:extLst>
              <a:ext uri="{FF2B5EF4-FFF2-40B4-BE49-F238E27FC236}">
                <a16:creationId xmlns:a16="http://schemas.microsoft.com/office/drawing/2014/main" id="{C26CF514-DCE7-CB4C-8969-AA4FAF16F486}"/>
              </a:ext>
            </a:extLst>
          </p:cNvPr>
          <p:cNvSpPr>
            <a:spLocks noChangeShapeType="1"/>
          </p:cNvSpPr>
          <p:nvPr/>
        </p:nvSpPr>
        <p:spPr bwMode="auto">
          <a:xfrm flipV="1">
            <a:off x="2438400" y="2184797"/>
            <a:ext cx="260627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9095" name="Rectangle 8">
            <a:extLst>
              <a:ext uri="{FF2B5EF4-FFF2-40B4-BE49-F238E27FC236}">
                <a16:creationId xmlns:a16="http://schemas.microsoft.com/office/drawing/2014/main" id="{B9556EAB-E124-C04F-B17E-6D1E705BED30}"/>
              </a:ext>
            </a:extLst>
          </p:cNvPr>
          <p:cNvSpPr>
            <a:spLocks noChangeArrowheads="1"/>
          </p:cNvSpPr>
          <p:nvPr/>
        </p:nvSpPr>
        <p:spPr bwMode="auto">
          <a:xfrm>
            <a:off x="3281363" y="2031207"/>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9096" name="Line 9">
            <a:extLst>
              <a:ext uri="{FF2B5EF4-FFF2-40B4-BE49-F238E27FC236}">
                <a16:creationId xmlns:a16="http://schemas.microsoft.com/office/drawing/2014/main" id="{795E6B02-8CB6-6843-B24A-462A0A87AC93}"/>
              </a:ext>
            </a:extLst>
          </p:cNvPr>
          <p:cNvSpPr>
            <a:spLocks noChangeShapeType="1"/>
          </p:cNvSpPr>
          <p:nvPr/>
        </p:nvSpPr>
        <p:spPr bwMode="auto">
          <a:xfrm>
            <a:off x="2380060" y="1183481"/>
            <a:ext cx="132278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9097" name="Rectangle 10">
            <a:extLst>
              <a:ext uri="{FF2B5EF4-FFF2-40B4-BE49-F238E27FC236}">
                <a16:creationId xmlns:a16="http://schemas.microsoft.com/office/drawing/2014/main" id="{26CB9C67-6C18-A04D-A696-392FDF83C2CD}"/>
              </a:ext>
            </a:extLst>
          </p:cNvPr>
          <p:cNvSpPr>
            <a:spLocks noChangeArrowheads="1"/>
          </p:cNvSpPr>
          <p:nvPr/>
        </p:nvSpPr>
        <p:spPr bwMode="auto">
          <a:xfrm>
            <a:off x="2682261" y="1027510"/>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9098" name="Rectangle 11">
            <a:extLst>
              <a:ext uri="{FF2B5EF4-FFF2-40B4-BE49-F238E27FC236}">
                <a16:creationId xmlns:a16="http://schemas.microsoft.com/office/drawing/2014/main" id="{3813CD39-4837-4741-AAB0-966EBCE72D24}"/>
              </a:ext>
            </a:extLst>
          </p:cNvPr>
          <p:cNvSpPr>
            <a:spLocks noChangeArrowheads="1"/>
          </p:cNvSpPr>
          <p:nvPr/>
        </p:nvSpPr>
        <p:spPr bwMode="auto">
          <a:xfrm>
            <a:off x="2382441" y="700088"/>
            <a:ext cx="5313759" cy="332185"/>
          </a:xfrm>
          <a:prstGeom prst="rect">
            <a:avLst/>
          </a:prstGeom>
          <a:solidFill>
            <a:srgbClr val="FFFF99"/>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9099" name="Rectangle 12">
            <a:extLst>
              <a:ext uri="{FF2B5EF4-FFF2-40B4-BE49-F238E27FC236}">
                <a16:creationId xmlns:a16="http://schemas.microsoft.com/office/drawing/2014/main" id="{A22518CD-8A66-C845-843F-6AB67D48FFB5}"/>
              </a:ext>
            </a:extLst>
          </p:cNvPr>
          <p:cNvSpPr>
            <a:spLocks noChangeArrowheads="1"/>
          </p:cNvSpPr>
          <p:nvPr/>
        </p:nvSpPr>
        <p:spPr bwMode="auto">
          <a:xfrm>
            <a:off x="2397919" y="1706167"/>
            <a:ext cx="5303044" cy="33456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9100" name="Rectangle 13">
            <a:extLst>
              <a:ext uri="{FF2B5EF4-FFF2-40B4-BE49-F238E27FC236}">
                <a16:creationId xmlns:a16="http://schemas.microsoft.com/office/drawing/2014/main" id="{34ED95C0-C9DD-0D43-870A-448B30679826}"/>
              </a:ext>
            </a:extLst>
          </p:cNvPr>
          <p:cNvSpPr>
            <a:spLocks noGrp="1" noChangeArrowheads="1"/>
          </p:cNvSpPr>
          <p:nvPr>
            <p:ph type="title"/>
          </p:nvPr>
        </p:nvSpPr>
        <p:spPr>
          <a:xfrm>
            <a:off x="1439467" y="33337"/>
            <a:ext cx="6411515" cy="576263"/>
          </a:xfrm>
        </p:spPr>
        <p:txBody>
          <a:bodyPr/>
          <a:lstStyle/>
          <a:p>
            <a:pPr algn="ctr" eaLnBrk="1" hangingPunct="1"/>
            <a:r>
              <a:rPr lang="en-US" altLang="zh-CN" sz="3000">
                <a:ea typeface="宋体" panose="02010600030101010101" pitchFamily="2" charset="-122"/>
              </a:rPr>
              <a:t>IP </a:t>
            </a:r>
            <a:r>
              <a:rPr lang="zh-CN" altLang="en-US" sz="3000">
                <a:ea typeface="宋体" panose="02010600030101010101" pitchFamily="2" charset="-122"/>
              </a:rPr>
              <a:t>地址中的网络号字段和主机号字段 </a:t>
            </a:r>
          </a:p>
        </p:txBody>
      </p:sp>
      <p:sp>
        <p:nvSpPr>
          <p:cNvPr id="89101" name="Rectangle 14">
            <a:extLst>
              <a:ext uri="{FF2B5EF4-FFF2-40B4-BE49-F238E27FC236}">
                <a16:creationId xmlns:a16="http://schemas.microsoft.com/office/drawing/2014/main" id="{E48CF769-6AE7-0E41-9853-4B44AA289568}"/>
              </a:ext>
            </a:extLst>
          </p:cNvPr>
          <p:cNvSpPr>
            <a:spLocks noChangeArrowheads="1"/>
          </p:cNvSpPr>
          <p:nvPr/>
        </p:nvSpPr>
        <p:spPr bwMode="auto">
          <a:xfrm>
            <a:off x="2415778" y="2689622"/>
            <a:ext cx="3975497" cy="317897"/>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9102" name="Rectangle 15">
            <a:extLst>
              <a:ext uri="{FF2B5EF4-FFF2-40B4-BE49-F238E27FC236}">
                <a16:creationId xmlns:a16="http://schemas.microsoft.com/office/drawing/2014/main" id="{6F1F3156-BB69-194E-B37D-14BC6979D8F2}"/>
              </a:ext>
            </a:extLst>
          </p:cNvPr>
          <p:cNvSpPr>
            <a:spLocks noChangeArrowheads="1"/>
          </p:cNvSpPr>
          <p:nvPr/>
        </p:nvSpPr>
        <p:spPr bwMode="auto">
          <a:xfrm>
            <a:off x="2414587" y="1725217"/>
            <a:ext cx="2633663" cy="30718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9103" name="Rectangle 16">
            <a:extLst>
              <a:ext uri="{FF2B5EF4-FFF2-40B4-BE49-F238E27FC236}">
                <a16:creationId xmlns:a16="http://schemas.microsoft.com/office/drawing/2014/main" id="{22164A02-8C3C-DE4E-9122-4354452F0927}"/>
              </a:ext>
            </a:extLst>
          </p:cNvPr>
          <p:cNvSpPr>
            <a:spLocks noChangeArrowheads="1"/>
          </p:cNvSpPr>
          <p:nvPr/>
        </p:nvSpPr>
        <p:spPr bwMode="auto">
          <a:xfrm>
            <a:off x="2400301" y="717947"/>
            <a:ext cx="1297781" cy="304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9104" name="Rectangle 17">
            <a:extLst>
              <a:ext uri="{FF2B5EF4-FFF2-40B4-BE49-F238E27FC236}">
                <a16:creationId xmlns:a16="http://schemas.microsoft.com/office/drawing/2014/main" id="{D5750B82-3F7B-BA4D-9218-EB4BD75BF70B}"/>
              </a:ext>
            </a:extLst>
          </p:cNvPr>
          <p:cNvSpPr>
            <a:spLocks noChangeArrowheads="1"/>
          </p:cNvSpPr>
          <p:nvPr/>
        </p:nvSpPr>
        <p:spPr bwMode="auto">
          <a:xfrm>
            <a:off x="2341960" y="695325"/>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9105" name="Rectangle 18">
            <a:extLst>
              <a:ext uri="{FF2B5EF4-FFF2-40B4-BE49-F238E27FC236}">
                <a16:creationId xmlns:a16="http://schemas.microsoft.com/office/drawing/2014/main" id="{B57078EB-F502-1144-A413-B187DBD8D3B5}"/>
              </a:ext>
            </a:extLst>
          </p:cNvPr>
          <p:cNvSpPr>
            <a:spLocks noChangeArrowheads="1"/>
          </p:cNvSpPr>
          <p:nvPr/>
        </p:nvSpPr>
        <p:spPr bwMode="auto">
          <a:xfrm>
            <a:off x="1497806" y="716757"/>
            <a:ext cx="88463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9106" name="Line 19">
            <a:extLst>
              <a:ext uri="{FF2B5EF4-FFF2-40B4-BE49-F238E27FC236}">
                <a16:creationId xmlns:a16="http://schemas.microsoft.com/office/drawing/2014/main" id="{5053BF51-4796-0A42-BA26-72919332581E}"/>
              </a:ext>
            </a:extLst>
          </p:cNvPr>
          <p:cNvSpPr>
            <a:spLocks noChangeShapeType="1"/>
          </p:cNvSpPr>
          <p:nvPr/>
        </p:nvSpPr>
        <p:spPr bwMode="auto">
          <a:xfrm>
            <a:off x="2574131" y="700088"/>
            <a:ext cx="0" cy="316706"/>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107" name="Line 20">
            <a:extLst>
              <a:ext uri="{FF2B5EF4-FFF2-40B4-BE49-F238E27FC236}">
                <a16:creationId xmlns:a16="http://schemas.microsoft.com/office/drawing/2014/main" id="{62534BFD-3E4B-264D-8477-17ED669811B0}"/>
              </a:ext>
            </a:extLst>
          </p:cNvPr>
          <p:cNvSpPr>
            <a:spLocks noChangeShapeType="1"/>
          </p:cNvSpPr>
          <p:nvPr/>
        </p:nvSpPr>
        <p:spPr bwMode="auto">
          <a:xfrm>
            <a:off x="3702844" y="700087"/>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108" name="Line 21">
            <a:extLst>
              <a:ext uri="{FF2B5EF4-FFF2-40B4-BE49-F238E27FC236}">
                <a16:creationId xmlns:a16="http://schemas.microsoft.com/office/drawing/2014/main" id="{C5BF6069-1ED5-A948-B534-A1D0223CC961}"/>
              </a:ext>
            </a:extLst>
          </p:cNvPr>
          <p:cNvSpPr>
            <a:spLocks noChangeShapeType="1"/>
          </p:cNvSpPr>
          <p:nvPr/>
        </p:nvSpPr>
        <p:spPr bwMode="auto">
          <a:xfrm>
            <a:off x="2380060"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09" name="Line 22">
            <a:extLst>
              <a:ext uri="{FF2B5EF4-FFF2-40B4-BE49-F238E27FC236}">
                <a16:creationId xmlns:a16="http://schemas.microsoft.com/office/drawing/2014/main" id="{73A2F03C-E12B-034E-B641-162E1FCB0615}"/>
              </a:ext>
            </a:extLst>
          </p:cNvPr>
          <p:cNvSpPr>
            <a:spLocks noChangeShapeType="1"/>
          </p:cNvSpPr>
          <p:nvPr/>
        </p:nvSpPr>
        <p:spPr bwMode="auto">
          <a:xfrm>
            <a:off x="3702844"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10" name="Line 23">
            <a:extLst>
              <a:ext uri="{FF2B5EF4-FFF2-40B4-BE49-F238E27FC236}">
                <a16:creationId xmlns:a16="http://schemas.microsoft.com/office/drawing/2014/main" id="{4EE0E851-4641-494D-86BE-79B70BD77F42}"/>
              </a:ext>
            </a:extLst>
          </p:cNvPr>
          <p:cNvSpPr>
            <a:spLocks noChangeShapeType="1"/>
          </p:cNvSpPr>
          <p:nvPr/>
        </p:nvSpPr>
        <p:spPr bwMode="auto">
          <a:xfrm>
            <a:off x="7685485"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11" name="Line 24">
            <a:extLst>
              <a:ext uri="{FF2B5EF4-FFF2-40B4-BE49-F238E27FC236}">
                <a16:creationId xmlns:a16="http://schemas.microsoft.com/office/drawing/2014/main" id="{12842EAE-F262-FC49-AF0A-075EA1D40B33}"/>
              </a:ext>
            </a:extLst>
          </p:cNvPr>
          <p:cNvSpPr>
            <a:spLocks noChangeShapeType="1"/>
          </p:cNvSpPr>
          <p:nvPr/>
        </p:nvSpPr>
        <p:spPr bwMode="auto">
          <a:xfrm flipV="1">
            <a:off x="5054204" y="2184798"/>
            <a:ext cx="2606278" cy="2381"/>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9112" name="Rectangle 25">
            <a:extLst>
              <a:ext uri="{FF2B5EF4-FFF2-40B4-BE49-F238E27FC236}">
                <a16:creationId xmlns:a16="http://schemas.microsoft.com/office/drawing/2014/main" id="{D1C663B2-70C3-3242-B7B1-0DD52DDF82C6}"/>
              </a:ext>
            </a:extLst>
          </p:cNvPr>
          <p:cNvSpPr>
            <a:spLocks noChangeArrowheads="1"/>
          </p:cNvSpPr>
          <p:nvPr/>
        </p:nvSpPr>
        <p:spPr bwMode="auto">
          <a:xfrm>
            <a:off x="5966134" y="2051448"/>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9113" name="Line 26">
            <a:extLst>
              <a:ext uri="{FF2B5EF4-FFF2-40B4-BE49-F238E27FC236}">
                <a16:creationId xmlns:a16="http://schemas.microsoft.com/office/drawing/2014/main" id="{0F58E5B3-5C02-4846-8D29-C880591B9C5B}"/>
              </a:ext>
            </a:extLst>
          </p:cNvPr>
          <p:cNvSpPr>
            <a:spLocks noChangeShapeType="1"/>
          </p:cNvSpPr>
          <p:nvPr/>
        </p:nvSpPr>
        <p:spPr bwMode="auto">
          <a:xfrm>
            <a:off x="2408635"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14" name="Line 27">
            <a:extLst>
              <a:ext uri="{FF2B5EF4-FFF2-40B4-BE49-F238E27FC236}">
                <a16:creationId xmlns:a16="http://schemas.microsoft.com/office/drawing/2014/main" id="{3F1945E1-DEE2-1641-BE49-D959BE706E33}"/>
              </a:ext>
            </a:extLst>
          </p:cNvPr>
          <p:cNvSpPr>
            <a:spLocks noChangeShapeType="1"/>
          </p:cNvSpPr>
          <p:nvPr/>
        </p:nvSpPr>
        <p:spPr bwMode="auto">
          <a:xfrm>
            <a:off x="5054204"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15" name="Line 28">
            <a:extLst>
              <a:ext uri="{FF2B5EF4-FFF2-40B4-BE49-F238E27FC236}">
                <a16:creationId xmlns:a16="http://schemas.microsoft.com/office/drawing/2014/main" id="{6B6D4CF4-17A7-4443-900E-B0BE4CD506FC}"/>
              </a:ext>
            </a:extLst>
          </p:cNvPr>
          <p:cNvSpPr>
            <a:spLocks noChangeShapeType="1"/>
          </p:cNvSpPr>
          <p:nvPr/>
        </p:nvSpPr>
        <p:spPr bwMode="auto">
          <a:xfrm>
            <a:off x="7675960"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16" name="Rectangle 29">
            <a:extLst>
              <a:ext uri="{FF2B5EF4-FFF2-40B4-BE49-F238E27FC236}">
                <a16:creationId xmlns:a16="http://schemas.microsoft.com/office/drawing/2014/main" id="{D8348465-A1F4-C141-9A5F-22FCF7950A4F}"/>
              </a:ext>
            </a:extLst>
          </p:cNvPr>
          <p:cNvSpPr>
            <a:spLocks noChangeArrowheads="1"/>
          </p:cNvSpPr>
          <p:nvPr/>
        </p:nvSpPr>
        <p:spPr bwMode="auto">
          <a:xfrm>
            <a:off x="1512094" y="1714500"/>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9117" name="Line 30">
            <a:extLst>
              <a:ext uri="{FF2B5EF4-FFF2-40B4-BE49-F238E27FC236}">
                <a16:creationId xmlns:a16="http://schemas.microsoft.com/office/drawing/2014/main" id="{71159A62-5C42-3545-9323-BEBC853F4D3D}"/>
              </a:ext>
            </a:extLst>
          </p:cNvPr>
          <p:cNvSpPr>
            <a:spLocks noChangeShapeType="1"/>
          </p:cNvSpPr>
          <p:nvPr/>
        </p:nvSpPr>
        <p:spPr bwMode="auto">
          <a:xfrm>
            <a:off x="5054204" y="1713310"/>
            <a:ext cx="0" cy="3250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118" name="Rectangle 31">
            <a:extLst>
              <a:ext uri="{FF2B5EF4-FFF2-40B4-BE49-F238E27FC236}">
                <a16:creationId xmlns:a16="http://schemas.microsoft.com/office/drawing/2014/main" id="{6DE1FA4D-F5F3-D64F-B2E9-59405813CD5A}"/>
              </a:ext>
            </a:extLst>
          </p:cNvPr>
          <p:cNvSpPr>
            <a:spLocks noChangeArrowheads="1"/>
          </p:cNvSpPr>
          <p:nvPr/>
        </p:nvSpPr>
        <p:spPr bwMode="auto">
          <a:xfrm>
            <a:off x="1512094" y="2686050"/>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C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9119" name="Rectangle 32">
            <a:extLst>
              <a:ext uri="{FF2B5EF4-FFF2-40B4-BE49-F238E27FC236}">
                <a16:creationId xmlns:a16="http://schemas.microsoft.com/office/drawing/2014/main" id="{C9A06E22-79BC-8644-996A-AF8348F390D6}"/>
              </a:ext>
            </a:extLst>
          </p:cNvPr>
          <p:cNvSpPr>
            <a:spLocks noChangeArrowheads="1"/>
          </p:cNvSpPr>
          <p:nvPr/>
        </p:nvSpPr>
        <p:spPr bwMode="auto">
          <a:xfrm>
            <a:off x="2653904" y="270033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9120" name="Rectangle 33">
            <a:extLst>
              <a:ext uri="{FF2B5EF4-FFF2-40B4-BE49-F238E27FC236}">
                <a16:creationId xmlns:a16="http://schemas.microsoft.com/office/drawing/2014/main" id="{A813AE38-0FAD-8A46-9922-45AF70AE72F7}"/>
              </a:ext>
            </a:extLst>
          </p:cNvPr>
          <p:cNvSpPr>
            <a:spLocks noChangeArrowheads="1"/>
          </p:cNvSpPr>
          <p:nvPr/>
        </p:nvSpPr>
        <p:spPr bwMode="auto">
          <a:xfrm>
            <a:off x="2363392" y="2694385"/>
            <a:ext cx="36433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9121" name="Rectangle 34">
            <a:extLst>
              <a:ext uri="{FF2B5EF4-FFF2-40B4-BE49-F238E27FC236}">
                <a16:creationId xmlns:a16="http://schemas.microsoft.com/office/drawing/2014/main" id="{6F36B539-0BFE-684E-87F8-E89661338CBC}"/>
              </a:ext>
            </a:extLst>
          </p:cNvPr>
          <p:cNvSpPr>
            <a:spLocks noChangeArrowheads="1"/>
          </p:cNvSpPr>
          <p:nvPr/>
        </p:nvSpPr>
        <p:spPr bwMode="auto">
          <a:xfrm>
            <a:off x="2509838" y="2700338"/>
            <a:ext cx="36195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9122" name="Line 35">
            <a:extLst>
              <a:ext uri="{FF2B5EF4-FFF2-40B4-BE49-F238E27FC236}">
                <a16:creationId xmlns:a16="http://schemas.microsoft.com/office/drawing/2014/main" id="{BCA86C97-4594-4B44-AB35-36E2386D2BE6}"/>
              </a:ext>
            </a:extLst>
          </p:cNvPr>
          <p:cNvSpPr>
            <a:spLocks noChangeShapeType="1"/>
          </p:cNvSpPr>
          <p:nvPr/>
        </p:nvSpPr>
        <p:spPr bwMode="auto">
          <a:xfrm>
            <a:off x="2921794" y="2677716"/>
            <a:ext cx="0" cy="32980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123" name="Line 36">
            <a:extLst>
              <a:ext uri="{FF2B5EF4-FFF2-40B4-BE49-F238E27FC236}">
                <a16:creationId xmlns:a16="http://schemas.microsoft.com/office/drawing/2014/main" id="{3A136E58-6C1C-9B49-AC57-20695DF05C66}"/>
              </a:ext>
            </a:extLst>
          </p:cNvPr>
          <p:cNvSpPr>
            <a:spLocks noChangeShapeType="1"/>
          </p:cNvSpPr>
          <p:nvPr/>
        </p:nvSpPr>
        <p:spPr bwMode="auto">
          <a:xfrm>
            <a:off x="6405563" y="2674144"/>
            <a:ext cx="0" cy="330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124" name="Line 37">
            <a:extLst>
              <a:ext uri="{FF2B5EF4-FFF2-40B4-BE49-F238E27FC236}">
                <a16:creationId xmlns:a16="http://schemas.microsoft.com/office/drawing/2014/main" id="{1227B293-045D-8943-83C0-1A7703B72498}"/>
              </a:ext>
            </a:extLst>
          </p:cNvPr>
          <p:cNvSpPr>
            <a:spLocks noChangeShapeType="1"/>
          </p:cNvSpPr>
          <p:nvPr/>
        </p:nvSpPr>
        <p:spPr bwMode="auto">
          <a:xfrm flipV="1">
            <a:off x="6409135" y="3157538"/>
            <a:ext cx="1276350" cy="13097"/>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nvGrpSpPr>
          <p:cNvPr id="89125" name="Group 38">
            <a:extLst>
              <a:ext uri="{FF2B5EF4-FFF2-40B4-BE49-F238E27FC236}">
                <a16:creationId xmlns:a16="http://schemas.microsoft.com/office/drawing/2014/main" id="{2239295F-2FA9-A343-ACAB-E745B92E1044}"/>
              </a:ext>
            </a:extLst>
          </p:cNvPr>
          <p:cNvGrpSpPr>
            <a:grpSpLocks/>
          </p:cNvGrpSpPr>
          <p:nvPr/>
        </p:nvGrpSpPr>
        <p:grpSpPr bwMode="auto">
          <a:xfrm>
            <a:off x="6706789" y="3027760"/>
            <a:ext cx="741645" cy="482430"/>
            <a:chOff x="2832" y="3024"/>
            <a:chExt cx="429" cy="381"/>
          </a:xfrm>
        </p:grpSpPr>
        <p:sp>
          <p:nvSpPr>
            <p:cNvPr id="89144" name="Rectangle 39">
              <a:extLst>
                <a:ext uri="{FF2B5EF4-FFF2-40B4-BE49-F238E27FC236}">
                  <a16:creationId xmlns:a16="http://schemas.microsoft.com/office/drawing/2014/main" id="{E3186033-B160-9E4F-922B-F4EA41313A83}"/>
                </a:ext>
              </a:extLst>
            </p:cNvPr>
            <p:cNvSpPr>
              <a:spLocks noChangeArrowheads="1"/>
            </p:cNvSpPr>
            <p:nvPr/>
          </p:nvSpPr>
          <p:spPr bwMode="auto">
            <a:xfrm>
              <a:off x="2832" y="3072"/>
              <a:ext cx="426" cy="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9145" name="Rectangle 40">
              <a:extLst>
                <a:ext uri="{FF2B5EF4-FFF2-40B4-BE49-F238E27FC236}">
                  <a16:creationId xmlns:a16="http://schemas.microsoft.com/office/drawing/2014/main" id="{A37C63BE-AD20-2B4E-A1D0-9ECFC5F7809F}"/>
                </a:ext>
              </a:extLst>
            </p:cNvPr>
            <p:cNvSpPr>
              <a:spLocks noChangeArrowheads="1"/>
            </p:cNvSpPr>
            <p:nvPr/>
          </p:nvSpPr>
          <p:spPr bwMode="auto">
            <a:xfrm>
              <a:off x="2847" y="3024"/>
              <a:ext cx="414"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grpSp>
      <p:sp>
        <p:nvSpPr>
          <p:cNvPr id="89126" name="Line 41">
            <a:extLst>
              <a:ext uri="{FF2B5EF4-FFF2-40B4-BE49-F238E27FC236}">
                <a16:creationId xmlns:a16="http://schemas.microsoft.com/office/drawing/2014/main" id="{F8984C20-E337-4742-87E1-41B5E5EE82DA}"/>
              </a:ext>
            </a:extLst>
          </p:cNvPr>
          <p:cNvSpPr>
            <a:spLocks noChangeShapeType="1"/>
          </p:cNvSpPr>
          <p:nvPr/>
        </p:nvSpPr>
        <p:spPr bwMode="auto">
          <a:xfrm>
            <a:off x="2408635" y="3055144"/>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27" name="Line 42">
            <a:extLst>
              <a:ext uri="{FF2B5EF4-FFF2-40B4-BE49-F238E27FC236}">
                <a16:creationId xmlns:a16="http://schemas.microsoft.com/office/drawing/2014/main" id="{DC9B30F8-981C-FB49-964B-FC20EEE86662}"/>
              </a:ext>
            </a:extLst>
          </p:cNvPr>
          <p:cNvSpPr>
            <a:spLocks noChangeShapeType="1"/>
          </p:cNvSpPr>
          <p:nvPr/>
        </p:nvSpPr>
        <p:spPr bwMode="auto">
          <a:xfrm>
            <a:off x="6409135" y="3057525"/>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28" name="Line 43">
            <a:extLst>
              <a:ext uri="{FF2B5EF4-FFF2-40B4-BE49-F238E27FC236}">
                <a16:creationId xmlns:a16="http://schemas.microsoft.com/office/drawing/2014/main" id="{95647A0E-63A4-1D4E-82DA-754CF50077E2}"/>
              </a:ext>
            </a:extLst>
          </p:cNvPr>
          <p:cNvSpPr>
            <a:spLocks noChangeShapeType="1"/>
          </p:cNvSpPr>
          <p:nvPr/>
        </p:nvSpPr>
        <p:spPr bwMode="auto">
          <a:xfrm>
            <a:off x="7675960" y="30432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29" name="Rectangle 44">
            <a:extLst>
              <a:ext uri="{FF2B5EF4-FFF2-40B4-BE49-F238E27FC236}">
                <a16:creationId xmlns:a16="http://schemas.microsoft.com/office/drawing/2014/main" id="{10CAC0AC-999C-6D4B-8888-1417697B7480}"/>
              </a:ext>
            </a:extLst>
          </p:cNvPr>
          <p:cNvSpPr>
            <a:spLocks noChangeArrowheads="1"/>
          </p:cNvSpPr>
          <p:nvPr/>
        </p:nvSpPr>
        <p:spPr bwMode="auto">
          <a:xfrm>
            <a:off x="2403872" y="3711179"/>
            <a:ext cx="5300663"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9130" name="Rectangle 45">
            <a:extLst>
              <a:ext uri="{FF2B5EF4-FFF2-40B4-BE49-F238E27FC236}">
                <a16:creationId xmlns:a16="http://schemas.microsoft.com/office/drawing/2014/main" id="{89B4FC5F-0405-D340-97DA-0219C81DA94B}"/>
              </a:ext>
            </a:extLst>
          </p:cNvPr>
          <p:cNvSpPr>
            <a:spLocks noChangeArrowheads="1"/>
          </p:cNvSpPr>
          <p:nvPr/>
        </p:nvSpPr>
        <p:spPr bwMode="auto">
          <a:xfrm>
            <a:off x="1497807" y="371951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D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9131" name="Line 46">
            <a:extLst>
              <a:ext uri="{FF2B5EF4-FFF2-40B4-BE49-F238E27FC236}">
                <a16:creationId xmlns:a16="http://schemas.microsoft.com/office/drawing/2014/main" id="{10B99749-2C60-6946-AC8D-B082B0EC2DB3}"/>
              </a:ext>
            </a:extLst>
          </p:cNvPr>
          <p:cNvSpPr>
            <a:spLocks noChangeShapeType="1"/>
          </p:cNvSpPr>
          <p:nvPr/>
        </p:nvSpPr>
        <p:spPr bwMode="auto">
          <a:xfrm>
            <a:off x="2989660" y="3717132"/>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132" name="Rectangle 47">
            <a:extLst>
              <a:ext uri="{FF2B5EF4-FFF2-40B4-BE49-F238E27FC236}">
                <a16:creationId xmlns:a16="http://schemas.microsoft.com/office/drawing/2014/main" id="{0840C516-9A25-BE44-9FDF-D7814437CE43}"/>
              </a:ext>
            </a:extLst>
          </p:cNvPr>
          <p:cNvSpPr>
            <a:spLocks noChangeArrowheads="1"/>
          </p:cNvSpPr>
          <p:nvPr/>
        </p:nvSpPr>
        <p:spPr bwMode="auto">
          <a:xfrm>
            <a:off x="2356247" y="3709988"/>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9133" name="Rectangle 48">
            <a:extLst>
              <a:ext uri="{FF2B5EF4-FFF2-40B4-BE49-F238E27FC236}">
                <a16:creationId xmlns:a16="http://schemas.microsoft.com/office/drawing/2014/main" id="{4E7CBD9A-267F-454B-8D0B-BA58128D52B7}"/>
              </a:ext>
            </a:extLst>
          </p:cNvPr>
          <p:cNvSpPr>
            <a:spLocks noChangeArrowheads="1"/>
          </p:cNvSpPr>
          <p:nvPr/>
        </p:nvSpPr>
        <p:spPr bwMode="auto">
          <a:xfrm>
            <a:off x="4480323" y="373261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多 播 地 址</a:t>
            </a:r>
          </a:p>
        </p:txBody>
      </p:sp>
      <p:sp>
        <p:nvSpPr>
          <p:cNvPr id="89134" name="Rectangle 49">
            <a:extLst>
              <a:ext uri="{FF2B5EF4-FFF2-40B4-BE49-F238E27FC236}">
                <a16:creationId xmlns:a16="http://schemas.microsoft.com/office/drawing/2014/main" id="{5DB47239-2FE2-3349-A3D2-5584AAD99162}"/>
              </a:ext>
            </a:extLst>
          </p:cNvPr>
          <p:cNvSpPr>
            <a:spLocks noChangeArrowheads="1"/>
          </p:cNvSpPr>
          <p:nvPr/>
        </p:nvSpPr>
        <p:spPr bwMode="auto">
          <a:xfrm>
            <a:off x="2409826" y="4436269"/>
            <a:ext cx="5289947"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9135" name="Rectangle 50">
            <a:extLst>
              <a:ext uri="{FF2B5EF4-FFF2-40B4-BE49-F238E27FC236}">
                <a16:creationId xmlns:a16="http://schemas.microsoft.com/office/drawing/2014/main" id="{DF1EDF27-9C44-BA4E-A554-02EE454E22CE}"/>
              </a:ext>
            </a:extLst>
          </p:cNvPr>
          <p:cNvSpPr>
            <a:spLocks noChangeArrowheads="1"/>
          </p:cNvSpPr>
          <p:nvPr/>
        </p:nvSpPr>
        <p:spPr bwMode="auto">
          <a:xfrm>
            <a:off x="1525191" y="4443413"/>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E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9136" name="Rectangle 51">
            <a:extLst>
              <a:ext uri="{FF2B5EF4-FFF2-40B4-BE49-F238E27FC236}">
                <a16:creationId xmlns:a16="http://schemas.microsoft.com/office/drawing/2014/main" id="{84468C6D-85E2-F041-B5D9-4E0DA35F0286}"/>
              </a:ext>
            </a:extLst>
          </p:cNvPr>
          <p:cNvSpPr>
            <a:spLocks noChangeArrowheads="1"/>
          </p:cNvSpPr>
          <p:nvPr/>
        </p:nvSpPr>
        <p:spPr bwMode="auto">
          <a:xfrm>
            <a:off x="4071938" y="4451748"/>
            <a:ext cx="18009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保 留 为 今 后 使 用</a:t>
            </a:r>
          </a:p>
        </p:txBody>
      </p:sp>
      <p:sp>
        <p:nvSpPr>
          <p:cNvPr id="89137" name="Line 52">
            <a:extLst>
              <a:ext uri="{FF2B5EF4-FFF2-40B4-BE49-F238E27FC236}">
                <a16:creationId xmlns:a16="http://schemas.microsoft.com/office/drawing/2014/main" id="{AC1E7241-E3A4-7447-82CD-341074D58C4D}"/>
              </a:ext>
            </a:extLst>
          </p:cNvPr>
          <p:cNvSpPr>
            <a:spLocks noChangeShapeType="1"/>
          </p:cNvSpPr>
          <p:nvPr/>
        </p:nvSpPr>
        <p:spPr bwMode="auto">
          <a:xfrm>
            <a:off x="2951560" y="4455319"/>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138" name="Rectangle 53">
            <a:extLst>
              <a:ext uri="{FF2B5EF4-FFF2-40B4-BE49-F238E27FC236}">
                <a16:creationId xmlns:a16="http://schemas.microsoft.com/office/drawing/2014/main" id="{43CC8D09-05F3-614A-8ECE-9B5D432661D5}"/>
              </a:ext>
            </a:extLst>
          </p:cNvPr>
          <p:cNvSpPr>
            <a:spLocks noChangeArrowheads="1"/>
          </p:cNvSpPr>
          <p:nvPr/>
        </p:nvSpPr>
        <p:spPr bwMode="auto">
          <a:xfrm>
            <a:off x="2356247" y="4441032"/>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9139" name="Rectangle 54">
            <a:extLst>
              <a:ext uri="{FF2B5EF4-FFF2-40B4-BE49-F238E27FC236}">
                <a16:creationId xmlns:a16="http://schemas.microsoft.com/office/drawing/2014/main" id="{DC3D12A3-76CD-F847-8D08-90EB49BF24A3}"/>
              </a:ext>
            </a:extLst>
          </p:cNvPr>
          <p:cNvSpPr>
            <a:spLocks noChangeArrowheads="1"/>
          </p:cNvSpPr>
          <p:nvPr/>
        </p:nvSpPr>
        <p:spPr bwMode="auto">
          <a:xfrm>
            <a:off x="2497932" y="1702594"/>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9140" name="Rectangle 55">
            <a:extLst>
              <a:ext uri="{FF2B5EF4-FFF2-40B4-BE49-F238E27FC236}">
                <a16:creationId xmlns:a16="http://schemas.microsoft.com/office/drawing/2014/main" id="{DF3A43A5-7E64-C344-A006-B4317B4507C5}"/>
              </a:ext>
            </a:extLst>
          </p:cNvPr>
          <p:cNvSpPr>
            <a:spLocks noChangeArrowheads="1"/>
          </p:cNvSpPr>
          <p:nvPr/>
        </p:nvSpPr>
        <p:spPr bwMode="auto">
          <a:xfrm>
            <a:off x="2353867" y="1702594"/>
            <a:ext cx="36314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9141" name="Line 56">
            <a:extLst>
              <a:ext uri="{FF2B5EF4-FFF2-40B4-BE49-F238E27FC236}">
                <a16:creationId xmlns:a16="http://schemas.microsoft.com/office/drawing/2014/main" id="{3915C24E-01AE-254F-B946-B347C04C5D31}"/>
              </a:ext>
            </a:extLst>
          </p:cNvPr>
          <p:cNvSpPr>
            <a:spLocks noChangeShapeType="1"/>
          </p:cNvSpPr>
          <p:nvPr/>
        </p:nvSpPr>
        <p:spPr bwMode="auto">
          <a:xfrm>
            <a:off x="2767013" y="1700213"/>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142" name="AutoShape 57">
            <a:extLst>
              <a:ext uri="{FF2B5EF4-FFF2-40B4-BE49-F238E27FC236}">
                <a16:creationId xmlns:a16="http://schemas.microsoft.com/office/drawing/2014/main" id="{87F88039-4FA5-3E45-B8DF-63AA563086DC}"/>
              </a:ext>
            </a:extLst>
          </p:cNvPr>
          <p:cNvSpPr>
            <a:spLocks noChangeArrowheads="1"/>
          </p:cNvSpPr>
          <p:nvPr/>
        </p:nvSpPr>
        <p:spPr bwMode="auto">
          <a:xfrm>
            <a:off x="2357438" y="3544491"/>
            <a:ext cx="5345906" cy="485775"/>
          </a:xfrm>
          <a:prstGeom prst="wedgeRoundRectCallout">
            <a:avLst>
              <a:gd name="adj1" fmla="val 32273"/>
              <a:gd name="adj2" fmla="val -202449"/>
              <a:gd name="adj3" fmla="val 16667"/>
            </a:avLst>
          </a:prstGeom>
          <a:solidFill>
            <a:srgbClr val="66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C </a:t>
            </a:r>
            <a:r>
              <a:rPr lang="zh-CN" altLang="en-US" sz="2100">
                <a:latin typeface="Arial" panose="020B0604020202020204" pitchFamily="34" charset="0"/>
                <a:ea typeface="宋体" panose="02010600030101010101" pitchFamily="2" charset="-122"/>
                <a:cs typeface="黑体" panose="02010609060101010101" pitchFamily="49" charset="-122"/>
              </a:rPr>
              <a:t>类地址的主机号字段 </a:t>
            </a:r>
            <a:r>
              <a:rPr lang="en-US" altLang="zh-CN" sz="2100">
                <a:latin typeface="Arial" panose="020B0604020202020204" pitchFamily="34" charset="0"/>
                <a:ea typeface="宋体" panose="02010600030101010101" pitchFamily="2" charset="-122"/>
                <a:cs typeface="黑体" panose="02010609060101010101" pitchFamily="49" charset="-122"/>
              </a:rPr>
              <a:t>host-id </a:t>
            </a:r>
            <a:r>
              <a:rPr lang="zh-CN" altLang="en-US" sz="2100">
                <a:latin typeface="Arial" panose="020B0604020202020204" pitchFamily="34" charset="0"/>
                <a:ea typeface="宋体" panose="02010600030101010101" pitchFamily="2" charset="-122"/>
                <a:cs typeface="黑体" panose="02010609060101010101" pitchFamily="49" charset="-122"/>
              </a:rPr>
              <a:t>为 </a:t>
            </a:r>
            <a:r>
              <a:rPr lang="en-US" altLang="zh-CN" sz="2100">
                <a:latin typeface="Arial" panose="020B0604020202020204" pitchFamily="34" charset="0"/>
                <a:ea typeface="宋体" panose="02010600030101010101" pitchFamily="2" charset="-122"/>
                <a:cs typeface="黑体" panose="02010609060101010101" pitchFamily="49" charset="-122"/>
              </a:rPr>
              <a:t>1 </a:t>
            </a:r>
            <a:r>
              <a:rPr lang="zh-CN" altLang="en-US" sz="2100">
                <a:latin typeface="Arial" panose="020B0604020202020204" pitchFamily="34" charset="0"/>
                <a:ea typeface="宋体" panose="02010600030101010101" pitchFamily="2" charset="-122"/>
                <a:cs typeface="黑体" panose="02010609060101010101" pitchFamily="49" charset="-122"/>
              </a:rPr>
              <a:t>字节</a:t>
            </a:r>
          </a:p>
        </p:txBody>
      </p:sp>
      <p:sp>
        <p:nvSpPr>
          <p:cNvPr id="89143" name="幻灯片编号占位符 1">
            <a:extLst>
              <a:ext uri="{FF2B5EF4-FFF2-40B4-BE49-F238E27FC236}">
                <a16:creationId xmlns:a16="http://schemas.microsoft.com/office/drawing/2014/main" id="{C6E00594-F4A4-674A-A285-D379667258D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F90C65B-B31E-2042-B6BB-867C609EDC8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760442516"/>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1137" name="Line 2">
            <a:extLst>
              <a:ext uri="{FF2B5EF4-FFF2-40B4-BE49-F238E27FC236}">
                <a16:creationId xmlns:a16="http://schemas.microsoft.com/office/drawing/2014/main" id="{5BB5E703-C590-BE4E-AE3B-79E65BBE0419}"/>
              </a:ext>
            </a:extLst>
          </p:cNvPr>
          <p:cNvSpPr>
            <a:spLocks noChangeShapeType="1"/>
          </p:cNvSpPr>
          <p:nvPr/>
        </p:nvSpPr>
        <p:spPr bwMode="auto">
          <a:xfrm flipV="1">
            <a:off x="2408635" y="3169444"/>
            <a:ext cx="397906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1138" name="Rectangle 3">
            <a:extLst>
              <a:ext uri="{FF2B5EF4-FFF2-40B4-BE49-F238E27FC236}">
                <a16:creationId xmlns:a16="http://schemas.microsoft.com/office/drawing/2014/main" id="{B45B8016-7F1A-2D44-9C02-37E3FAE45D4B}"/>
              </a:ext>
            </a:extLst>
          </p:cNvPr>
          <p:cNvSpPr>
            <a:spLocks noChangeArrowheads="1"/>
          </p:cNvSpPr>
          <p:nvPr/>
        </p:nvSpPr>
        <p:spPr bwMode="auto">
          <a:xfrm>
            <a:off x="3956447" y="3006329"/>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91139" name="Rectangle 4">
            <a:extLst>
              <a:ext uri="{FF2B5EF4-FFF2-40B4-BE49-F238E27FC236}">
                <a16:creationId xmlns:a16="http://schemas.microsoft.com/office/drawing/2014/main" id="{C3B47E14-65D2-484B-8E76-CCD2E5ED05B4}"/>
              </a:ext>
            </a:extLst>
          </p:cNvPr>
          <p:cNvSpPr>
            <a:spLocks noChangeArrowheads="1"/>
          </p:cNvSpPr>
          <p:nvPr/>
        </p:nvSpPr>
        <p:spPr bwMode="auto">
          <a:xfrm>
            <a:off x="2408635" y="2678906"/>
            <a:ext cx="5285184" cy="33337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1140" name="Line 5">
            <a:extLst>
              <a:ext uri="{FF2B5EF4-FFF2-40B4-BE49-F238E27FC236}">
                <a16:creationId xmlns:a16="http://schemas.microsoft.com/office/drawing/2014/main" id="{415139D9-7821-F84E-A800-0AA4F9472740}"/>
              </a:ext>
            </a:extLst>
          </p:cNvPr>
          <p:cNvSpPr>
            <a:spLocks noChangeShapeType="1"/>
          </p:cNvSpPr>
          <p:nvPr/>
        </p:nvSpPr>
        <p:spPr bwMode="auto">
          <a:xfrm>
            <a:off x="3702844" y="1183481"/>
            <a:ext cx="39826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1141" name="Rectangle 6">
            <a:extLst>
              <a:ext uri="{FF2B5EF4-FFF2-40B4-BE49-F238E27FC236}">
                <a16:creationId xmlns:a16="http://schemas.microsoft.com/office/drawing/2014/main" id="{8460C8B7-2FC4-5947-851B-A8A107014E46}"/>
              </a:ext>
            </a:extLst>
          </p:cNvPr>
          <p:cNvSpPr>
            <a:spLocks noChangeArrowheads="1"/>
          </p:cNvSpPr>
          <p:nvPr/>
        </p:nvSpPr>
        <p:spPr bwMode="auto">
          <a:xfrm>
            <a:off x="5117219" y="1027510"/>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91142" name="Line 7">
            <a:extLst>
              <a:ext uri="{FF2B5EF4-FFF2-40B4-BE49-F238E27FC236}">
                <a16:creationId xmlns:a16="http://schemas.microsoft.com/office/drawing/2014/main" id="{67CF6335-87F3-C447-A75E-22255C7844C4}"/>
              </a:ext>
            </a:extLst>
          </p:cNvPr>
          <p:cNvSpPr>
            <a:spLocks noChangeShapeType="1"/>
          </p:cNvSpPr>
          <p:nvPr/>
        </p:nvSpPr>
        <p:spPr bwMode="auto">
          <a:xfrm flipV="1">
            <a:off x="2438400" y="2184797"/>
            <a:ext cx="260627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1143" name="Rectangle 8">
            <a:extLst>
              <a:ext uri="{FF2B5EF4-FFF2-40B4-BE49-F238E27FC236}">
                <a16:creationId xmlns:a16="http://schemas.microsoft.com/office/drawing/2014/main" id="{D88F8779-8ACD-7A46-A9B7-56A13D5D5649}"/>
              </a:ext>
            </a:extLst>
          </p:cNvPr>
          <p:cNvSpPr>
            <a:spLocks noChangeArrowheads="1"/>
          </p:cNvSpPr>
          <p:nvPr/>
        </p:nvSpPr>
        <p:spPr bwMode="auto">
          <a:xfrm>
            <a:off x="3281363" y="2031207"/>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bit</a:t>
            </a:r>
          </a:p>
        </p:txBody>
      </p:sp>
      <p:sp>
        <p:nvSpPr>
          <p:cNvPr id="91144" name="Line 9">
            <a:extLst>
              <a:ext uri="{FF2B5EF4-FFF2-40B4-BE49-F238E27FC236}">
                <a16:creationId xmlns:a16="http://schemas.microsoft.com/office/drawing/2014/main" id="{F1ED071C-6D95-EB4D-87DA-302A13FAA38A}"/>
              </a:ext>
            </a:extLst>
          </p:cNvPr>
          <p:cNvSpPr>
            <a:spLocks noChangeShapeType="1"/>
          </p:cNvSpPr>
          <p:nvPr/>
        </p:nvSpPr>
        <p:spPr bwMode="auto">
          <a:xfrm>
            <a:off x="2380060" y="1183481"/>
            <a:ext cx="132278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1145" name="Rectangle 10">
            <a:extLst>
              <a:ext uri="{FF2B5EF4-FFF2-40B4-BE49-F238E27FC236}">
                <a16:creationId xmlns:a16="http://schemas.microsoft.com/office/drawing/2014/main" id="{3DFA9A87-4D72-4444-A067-E1CB57D758CD}"/>
              </a:ext>
            </a:extLst>
          </p:cNvPr>
          <p:cNvSpPr>
            <a:spLocks noChangeArrowheads="1"/>
          </p:cNvSpPr>
          <p:nvPr/>
        </p:nvSpPr>
        <p:spPr bwMode="auto">
          <a:xfrm>
            <a:off x="2682261" y="1027510"/>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91146" name="Rectangle 11">
            <a:extLst>
              <a:ext uri="{FF2B5EF4-FFF2-40B4-BE49-F238E27FC236}">
                <a16:creationId xmlns:a16="http://schemas.microsoft.com/office/drawing/2014/main" id="{B56057D8-CE05-D34A-BDFA-6DD2E495B324}"/>
              </a:ext>
            </a:extLst>
          </p:cNvPr>
          <p:cNvSpPr>
            <a:spLocks noChangeArrowheads="1"/>
          </p:cNvSpPr>
          <p:nvPr/>
        </p:nvSpPr>
        <p:spPr bwMode="auto">
          <a:xfrm>
            <a:off x="2382441" y="700088"/>
            <a:ext cx="5313759" cy="332185"/>
          </a:xfrm>
          <a:prstGeom prst="rect">
            <a:avLst/>
          </a:prstGeom>
          <a:solidFill>
            <a:srgbClr val="FFFF99"/>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1147" name="Rectangle 12">
            <a:extLst>
              <a:ext uri="{FF2B5EF4-FFF2-40B4-BE49-F238E27FC236}">
                <a16:creationId xmlns:a16="http://schemas.microsoft.com/office/drawing/2014/main" id="{8F718C92-5AE8-C54D-AEBC-E1D35D591D65}"/>
              </a:ext>
            </a:extLst>
          </p:cNvPr>
          <p:cNvSpPr>
            <a:spLocks noChangeArrowheads="1"/>
          </p:cNvSpPr>
          <p:nvPr/>
        </p:nvSpPr>
        <p:spPr bwMode="auto">
          <a:xfrm>
            <a:off x="2397919" y="1706167"/>
            <a:ext cx="5303044" cy="33456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1148" name="Rectangle 13">
            <a:extLst>
              <a:ext uri="{FF2B5EF4-FFF2-40B4-BE49-F238E27FC236}">
                <a16:creationId xmlns:a16="http://schemas.microsoft.com/office/drawing/2014/main" id="{F254C584-E754-4243-882C-34DB9B01DAA7}"/>
              </a:ext>
            </a:extLst>
          </p:cNvPr>
          <p:cNvSpPr>
            <a:spLocks noGrp="1" noChangeArrowheads="1"/>
          </p:cNvSpPr>
          <p:nvPr>
            <p:ph type="title"/>
          </p:nvPr>
        </p:nvSpPr>
        <p:spPr>
          <a:xfrm>
            <a:off x="1439467" y="33337"/>
            <a:ext cx="6411515" cy="576263"/>
          </a:xfrm>
        </p:spPr>
        <p:txBody>
          <a:bodyPr/>
          <a:lstStyle/>
          <a:p>
            <a:pPr algn="ctr" eaLnBrk="1" hangingPunct="1"/>
            <a:r>
              <a:rPr lang="en-US" altLang="zh-CN" sz="3000">
                <a:ea typeface="宋体" panose="02010600030101010101" pitchFamily="2" charset="-122"/>
              </a:rPr>
              <a:t>IP </a:t>
            </a:r>
            <a:r>
              <a:rPr lang="zh-CN" altLang="en-US" sz="3000">
                <a:ea typeface="宋体" panose="02010600030101010101" pitchFamily="2" charset="-122"/>
              </a:rPr>
              <a:t>地址中的网络号字段和主机号字段 </a:t>
            </a:r>
          </a:p>
        </p:txBody>
      </p:sp>
      <p:sp>
        <p:nvSpPr>
          <p:cNvPr id="91149" name="Rectangle 14">
            <a:extLst>
              <a:ext uri="{FF2B5EF4-FFF2-40B4-BE49-F238E27FC236}">
                <a16:creationId xmlns:a16="http://schemas.microsoft.com/office/drawing/2014/main" id="{37BEA9C4-FB49-EC49-AF69-AFEA8F61AA11}"/>
              </a:ext>
            </a:extLst>
          </p:cNvPr>
          <p:cNvSpPr>
            <a:spLocks noChangeArrowheads="1"/>
          </p:cNvSpPr>
          <p:nvPr/>
        </p:nvSpPr>
        <p:spPr bwMode="auto">
          <a:xfrm>
            <a:off x="2415778" y="2689622"/>
            <a:ext cx="3975497" cy="317897"/>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1150" name="Rectangle 15">
            <a:extLst>
              <a:ext uri="{FF2B5EF4-FFF2-40B4-BE49-F238E27FC236}">
                <a16:creationId xmlns:a16="http://schemas.microsoft.com/office/drawing/2014/main" id="{19CF6D3A-BC96-CB4F-AE38-40790076D7E5}"/>
              </a:ext>
            </a:extLst>
          </p:cNvPr>
          <p:cNvSpPr>
            <a:spLocks noChangeArrowheads="1"/>
          </p:cNvSpPr>
          <p:nvPr/>
        </p:nvSpPr>
        <p:spPr bwMode="auto">
          <a:xfrm>
            <a:off x="2414587" y="1725217"/>
            <a:ext cx="2633663" cy="30718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1151" name="Rectangle 16">
            <a:extLst>
              <a:ext uri="{FF2B5EF4-FFF2-40B4-BE49-F238E27FC236}">
                <a16:creationId xmlns:a16="http://schemas.microsoft.com/office/drawing/2014/main" id="{FA0F9530-A366-0C47-BDC3-143E0B3E9943}"/>
              </a:ext>
            </a:extLst>
          </p:cNvPr>
          <p:cNvSpPr>
            <a:spLocks noChangeArrowheads="1"/>
          </p:cNvSpPr>
          <p:nvPr/>
        </p:nvSpPr>
        <p:spPr bwMode="auto">
          <a:xfrm>
            <a:off x="2400301" y="717947"/>
            <a:ext cx="1297781" cy="304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1152" name="Rectangle 17">
            <a:extLst>
              <a:ext uri="{FF2B5EF4-FFF2-40B4-BE49-F238E27FC236}">
                <a16:creationId xmlns:a16="http://schemas.microsoft.com/office/drawing/2014/main" id="{A9C9F4D5-D566-7041-A110-B0E3FBE067A3}"/>
              </a:ext>
            </a:extLst>
          </p:cNvPr>
          <p:cNvSpPr>
            <a:spLocks noChangeArrowheads="1"/>
          </p:cNvSpPr>
          <p:nvPr/>
        </p:nvSpPr>
        <p:spPr bwMode="auto">
          <a:xfrm>
            <a:off x="2341960" y="695325"/>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91153" name="Rectangle 18">
            <a:extLst>
              <a:ext uri="{FF2B5EF4-FFF2-40B4-BE49-F238E27FC236}">
                <a16:creationId xmlns:a16="http://schemas.microsoft.com/office/drawing/2014/main" id="{52DDE0F9-D66F-F44D-9536-529AFCE09618}"/>
              </a:ext>
            </a:extLst>
          </p:cNvPr>
          <p:cNvSpPr>
            <a:spLocks noChangeArrowheads="1"/>
          </p:cNvSpPr>
          <p:nvPr/>
        </p:nvSpPr>
        <p:spPr bwMode="auto">
          <a:xfrm>
            <a:off x="1497806" y="716757"/>
            <a:ext cx="88463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1154" name="Line 19">
            <a:extLst>
              <a:ext uri="{FF2B5EF4-FFF2-40B4-BE49-F238E27FC236}">
                <a16:creationId xmlns:a16="http://schemas.microsoft.com/office/drawing/2014/main" id="{E3CFBB23-921F-A140-87C6-31230080D905}"/>
              </a:ext>
            </a:extLst>
          </p:cNvPr>
          <p:cNvSpPr>
            <a:spLocks noChangeShapeType="1"/>
          </p:cNvSpPr>
          <p:nvPr/>
        </p:nvSpPr>
        <p:spPr bwMode="auto">
          <a:xfrm>
            <a:off x="2574131" y="700088"/>
            <a:ext cx="0" cy="316706"/>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155" name="Line 20">
            <a:extLst>
              <a:ext uri="{FF2B5EF4-FFF2-40B4-BE49-F238E27FC236}">
                <a16:creationId xmlns:a16="http://schemas.microsoft.com/office/drawing/2014/main" id="{2F839FFC-F439-024F-BC82-3838986C8A71}"/>
              </a:ext>
            </a:extLst>
          </p:cNvPr>
          <p:cNvSpPr>
            <a:spLocks noChangeShapeType="1"/>
          </p:cNvSpPr>
          <p:nvPr/>
        </p:nvSpPr>
        <p:spPr bwMode="auto">
          <a:xfrm>
            <a:off x="3702844" y="700087"/>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156" name="Line 21">
            <a:extLst>
              <a:ext uri="{FF2B5EF4-FFF2-40B4-BE49-F238E27FC236}">
                <a16:creationId xmlns:a16="http://schemas.microsoft.com/office/drawing/2014/main" id="{5F1229DB-AF55-8540-B061-6D61F3728D25}"/>
              </a:ext>
            </a:extLst>
          </p:cNvPr>
          <p:cNvSpPr>
            <a:spLocks noChangeShapeType="1"/>
          </p:cNvSpPr>
          <p:nvPr/>
        </p:nvSpPr>
        <p:spPr bwMode="auto">
          <a:xfrm>
            <a:off x="2380060"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57" name="Line 22">
            <a:extLst>
              <a:ext uri="{FF2B5EF4-FFF2-40B4-BE49-F238E27FC236}">
                <a16:creationId xmlns:a16="http://schemas.microsoft.com/office/drawing/2014/main" id="{9579B29C-CB46-BE49-A9F5-86EC9B43E4B0}"/>
              </a:ext>
            </a:extLst>
          </p:cNvPr>
          <p:cNvSpPr>
            <a:spLocks noChangeShapeType="1"/>
          </p:cNvSpPr>
          <p:nvPr/>
        </p:nvSpPr>
        <p:spPr bwMode="auto">
          <a:xfrm>
            <a:off x="3702844"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58" name="Line 23">
            <a:extLst>
              <a:ext uri="{FF2B5EF4-FFF2-40B4-BE49-F238E27FC236}">
                <a16:creationId xmlns:a16="http://schemas.microsoft.com/office/drawing/2014/main" id="{50B21C77-5196-8F41-9330-742F405A0AAC}"/>
              </a:ext>
            </a:extLst>
          </p:cNvPr>
          <p:cNvSpPr>
            <a:spLocks noChangeShapeType="1"/>
          </p:cNvSpPr>
          <p:nvPr/>
        </p:nvSpPr>
        <p:spPr bwMode="auto">
          <a:xfrm>
            <a:off x="7685485"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59" name="Line 24">
            <a:extLst>
              <a:ext uri="{FF2B5EF4-FFF2-40B4-BE49-F238E27FC236}">
                <a16:creationId xmlns:a16="http://schemas.microsoft.com/office/drawing/2014/main" id="{7DE86F65-B6E9-3B45-A9E7-8C71F16D0239}"/>
              </a:ext>
            </a:extLst>
          </p:cNvPr>
          <p:cNvSpPr>
            <a:spLocks noChangeShapeType="1"/>
          </p:cNvSpPr>
          <p:nvPr/>
        </p:nvSpPr>
        <p:spPr bwMode="auto">
          <a:xfrm flipV="1">
            <a:off x="5054204" y="2184798"/>
            <a:ext cx="2606278" cy="2381"/>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1160" name="Rectangle 25">
            <a:extLst>
              <a:ext uri="{FF2B5EF4-FFF2-40B4-BE49-F238E27FC236}">
                <a16:creationId xmlns:a16="http://schemas.microsoft.com/office/drawing/2014/main" id="{171C22A7-359D-CC41-A835-A5596EC136CF}"/>
              </a:ext>
            </a:extLst>
          </p:cNvPr>
          <p:cNvSpPr>
            <a:spLocks noChangeArrowheads="1"/>
          </p:cNvSpPr>
          <p:nvPr/>
        </p:nvSpPr>
        <p:spPr bwMode="auto">
          <a:xfrm>
            <a:off x="5966134" y="2051448"/>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91161" name="Line 26">
            <a:extLst>
              <a:ext uri="{FF2B5EF4-FFF2-40B4-BE49-F238E27FC236}">
                <a16:creationId xmlns:a16="http://schemas.microsoft.com/office/drawing/2014/main" id="{2E12FA38-CAA5-064F-83CA-50E81F95E095}"/>
              </a:ext>
            </a:extLst>
          </p:cNvPr>
          <p:cNvSpPr>
            <a:spLocks noChangeShapeType="1"/>
          </p:cNvSpPr>
          <p:nvPr/>
        </p:nvSpPr>
        <p:spPr bwMode="auto">
          <a:xfrm>
            <a:off x="2408635"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62" name="Line 27">
            <a:extLst>
              <a:ext uri="{FF2B5EF4-FFF2-40B4-BE49-F238E27FC236}">
                <a16:creationId xmlns:a16="http://schemas.microsoft.com/office/drawing/2014/main" id="{02DC0C7D-DA7F-9B4A-A7B2-A147E41EC5D3}"/>
              </a:ext>
            </a:extLst>
          </p:cNvPr>
          <p:cNvSpPr>
            <a:spLocks noChangeShapeType="1"/>
          </p:cNvSpPr>
          <p:nvPr/>
        </p:nvSpPr>
        <p:spPr bwMode="auto">
          <a:xfrm>
            <a:off x="5054204"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63" name="Line 28">
            <a:extLst>
              <a:ext uri="{FF2B5EF4-FFF2-40B4-BE49-F238E27FC236}">
                <a16:creationId xmlns:a16="http://schemas.microsoft.com/office/drawing/2014/main" id="{93ACCBE6-7635-0848-8930-1DC684028FA3}"/>
              </a:ext>
            </a:extLst>
          </p:cNvPr>
          <p:cNvSpPr>
            <a:spLocks noChangeShapeType="1"/>
          </p:cNvSpPr>
          <p:nvPr/>
        </p:nvSpPr>
        <p:spPr bwMode="auto">
          <a:xfrm>
            <a:off x="7675960"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64" name="Rectangle 29">
            <a:extLst>
              <a:ext uri="{FF2B5EF4-FFF2-40B4-BE49-F238E27FC236}">
                <a16:creationId xmlns:a16="http://schemas.microsoft.com/office/drawing/2014/main" id="{0B5E6E7E-18BC-1B48-9DEB-0AD460B8510F}"/>
              </a:ext>
            </a:extLst>
          </p:cNvPr>
          <p:cNvSpPr>
            <a:spLocks noChangeArrowheads="1"/>
          </p:cNvSpPr>
          <p:nvPr/>
        </p:nvSpPr>
        <p:spPr bwMode="auto">
          <a:xfrm>
            <a:off x="1512094" y="1714500"/>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1165" name="Line 30">
            <a:extLst>
              <a:ext uri="{FF2B5EF4-FFF2-40B4-BE49-F238E27FC236}">
                <a16:creationId xmlns:a16="http://schemas.microsoft.com/office/drawing/2014/main" id="{F79458BC-FBA0-E843-AE1C-08AD11160E31}"/>
              </a:ext>
            </a:extLst>
          </p:cNvPr>
          <p:cNvSpPr>
            <a:spLocks noChangeShapeType="1"/>
          </p:cNvSpPr>
          <p:nvPr/>
        </p:nvSpPr>
        <p:spPr bwMode="auto">
          <a:xfrm>
            <a:off x="5054204" y="1713310"/>
            <a:ext cx="0" cy="3250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166" name="Rectangle 31">
            <a:extLst>
              <a:ext uri="{FF2B5EF4-FFF2-40B4-BE49-F238E27FC236}">
                <a16:creationId xmlns:a16="http://schemas.microsoft.com/office/drawing/2014/main" id="{67D94B90-F093-E94C-809B-EAADF5920BBE}"/>
              </a:ext>
            </a:extLst>
          </p:cNvPr>
          <p:cNvSpPr>
            <a:spLocks noChangeArrowheads="1"/>
          </p:cNvSpPr>
          <p:nvPr/>
        </p:nvSpPr>
        <p:spPr bwMode="auto">
          <a:xfrm>
            <a:off x="1512094" y="2686050"/>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C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1167" name="Rectangle 32">
            <a:extLst>
              <a:ext uri="{FF2B5EF4-FFF2-40B4-BE49-F238E27FC236}">
                <a16:creationId xmlns:a16="http://schemas.microsoft.com/office/drawing/2014/main" id="{27B9F5AB-9998-974A-9CD9-419B05BDB72A}"/>
              </a:ext>
            </a:extLst>
          </p:cNvPr>
          <p:cNvSpPr>
            <a:spLocks noChangeArrowheads="1"/>
          </p:cNvSpPr>
          <p:nvPr/>
        </p:nvSpPr>
        <p:spPr bwMode="auto">
          <a:xfrm>
            <a:off x="2653904" y="270033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91168" name="Rectangle 33">
            <a:extLst>
              <a:ext uri="{FF2B5EF4-FFF2-40B4-BE49-F238E27FC236}">
                <a16:creationId xmlns:a16="http://schemas.microsoft.com/office/drawing/2014/main" id="{985CB7DD-0878-4249-8EF0-4EBED8DA670D}"/>
              </a:ext>
            </a:extLst>
          </p:cNvPr>
          <p:cNvSpPr>
            <a:spLocks noChangeArrowheads="1"/>
          </p:cNvSpPr>
          <p:nvPr/>
        </p:nvSpPr>
        <p:spPr bwMode="auto">
          <a:xfrm>
            <a:off x="2363392" y="2694385"/>
            <a:ext cx="36433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91169" name="Rectangle 34">
            <a:extLst>
              <a:ext uri="{FF2B5EF4-FFF2-40B4-BE49-F238E27FC236}">
                <a16:creationId xmlns:a16="http://schemas.microsoft.com/office/drawing/2014/main" id="{887D5605-C72D-2843-8822-C2D44B1CD1B6}"/>
              </a:ext>
            </a:extLst>
          </p:cNvPr>
          <p:cNvSpPr>
            <a:spLocks noChangeArrowheads="1"/>
          </p:cNvSpPr>
          <p:nvPr/>
        </p:nvSpPr>
        <p:spPr bwMode="auto">
          <a:xfrm>
            <a:off x="2509838" y="2700338"/>
            <a:ext cx="36195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91170" name="Line 35">
            <a:extLst>
              <a:ext uri="{FF2B5EF4-FFF2-40B4-BE49-F238E27FC236}">
                <a16:creationId xmlns:a16="http://schemas.microsoft.com/office/drawing/2014/main" id="{BAAE9EBE-0B58-7645-9E54-7BE8105AB04F}"/>
              </a:ext>
            </a:extLst>
          </p:cNvPr>
          <p:cNvSpPr>
            <a:spLocks noChangeShapeType="1"/>
          </p:cNvSpPr>
          <p:nvPr/>
        </p:nvSpPr>
        <p:spPr bwMode="auto">
          <a:xfrm>
            <a:off x="2921794" y="2677716"/>
            <a:ext cx="0" cy="32980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171" name="Line 36">
            <a:extLst>
              <a:ext uri="{FF2B5EF4-FFF2-40B4-BE49-F238E27FC236}">
                <a16:creationId xmlns:a16="http://schemas.microsoft.com/office/drawing/2014/main" id="{B1F6A260-0763-6544-B39C-814579A32561}"/>
              </a:ext>
            </a:extLst>
          </p:cNvPr>
          <p:cNvSpPr>
            <a:spLocks noChangeShapeType="1"/>
          </p:cNvSpPr>
          <p:nvPr/>
        </p:nvSpPr>
        <p:spPr bwMode="auto">
          <a:xfrm>
            <a:off x="6405563" y="2674144"/>
            <a:ext cx="0" cy="330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172" name="Line 37">
            <a:extLst>
              <a:ext uri="{FF2B5EF4-FFF2-40B4-BE49-F238E27FC236}">
                <a16:creationId xmlns:a16="http://schemas.microsoft.com/office/drawing/2014/main" id="{180E0E69-3513-5C4B-88ED-6C803D2FCA80}"/>
              </a:ext>
            </a:extLst>
          </p:cNvPr>
          <p:cNvSpPr>
            <a:spLocks noChangeShapeType="1"/>
          </p:cNvSpPr>
          <p:nvPr/>
        </p:nvSpPr>
        <p:spPr bwMode="auto">
          <a:xfrm flipV="1">
            <a:off x="6409135" y="3157538"/>
            <a:ext cx="1276350" cy="13097"/>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nvGrpSpPr>
          <p:cNvPr id="91173" name="Group 38">
            <a:extLst>
              <a:ext uri="{FF2B5EF4-FFF2-40B4-BE49-F238E27FC236}">
                <a16:creationId xmlns:a16="http://schemas.microsoft.com/office/drawing/2014/main" id="{81E2D8F2-E1F8-5949-8A8F-C75D94B46986}"/>
              </a:ext>
            </a:extLst>
          </p:cNvPr>
          <p:cNvGrpSpPr>
            <a:grpSpLocks/>
          </p:cNvGrpSpPr>
          <p:nvPr/>
        </p:nvGrpSpPr>
        <p:grpSpPr bwMode="auto">
          <a:xfrm>
            <a:off x="6706789" y="3027760"/>
            <a:ext cx="741645" cy="482430"/>
            <a:chOff x="2832" y="3024"/>
            <a:chExt cx="429" cy="381"/>
          </a:xfrm>
        </p:grpSpPr>
        <p:sp>
          <p:nvSpPr>
            <p:cNvPr id="91192" name="Rectangle 39">
              <a:extLst>
                <a:ext uri="{FF2B5EF4-FFF2-40B4-BE49-F238E27FC236}">
                  <a16:creationId xmlns:a16="http://schemas.microsoft.com/office/drawing/2014/main" id="{A786C67A-CA65-654C-979B-97708193B04D}"/>
                </a:ext>
              </a:extLst>
            </p:cNvPr>
            <p:cNvSpPr>
              <a:spLocks noChangeArrowheads="1"/>
            </p:cNvSpPr>
            <p:nvPr/>
          </p:nvSpPr>
          <p:spPr bwMode="auto">
            <a:xfrm>
              <a:off x="2832" y="3072"/>
              <a:ext cx="426" cy="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1193" name="Rectangle 40">
              <a:extLst>
                <a:ext uri="{FF2B5EF4-FFF2-40B4-BE49-F238E27FC236}">
                  <a16:creationId xmlns:a16="http://schemas.microsoft.com/office/drawing/2014/main" id="{39A3E756-0BDE-0447-87DE-548E09A4A5AC}"/>
                </a:ext>
              </a:extLst>
            </p:cNvPr>
            <p:cNvSpPr>
              <a:spLocks noChangeArrowheads="1"/>
            </p:cNvSpPr>
            <p:nvPr/>
          </p:nvSpPr>
          <p:spPr bwMode="auto">
            <a:xfrm>
              <a:off x="2847" y="3024"/>
              <a:ext cx="414"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grpSp>
      <p:sp>
        <p:nvSpPr>
          <p:cNvPr id="91174" name="Line 41">
            <a:extLst>
              <a:ext uri="{FF2B5EF4-FFF2-40B4-BE49-F238E27FC236}">
                <a16:creationId xmlns:a16="http://schemas.microsoft.com/office/drawing/2014/main" id="{FC9E9772-3443-9D4A-BCB9-B936B044C942}"/>
              </a:ext>
            </a:extLst>
          </p:cNvPr>
          <p:cNvSpPr>
            <a:spLocks noChangeShapeType="1"/>
          </p:cNvSpPr>
          <p:nvPr/>
        </p:nvSpPr>
        <p:spPr bwMode="auto">
          <a:xfrm>
            <a:off x="2408635" y="3055144"/>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75" name="Line 42">
            <a:extLst>
              <a:ext uri="{FF2B5EF4-FFF2-40B4-BE49-F238E27FC236}">
                <a16:creationId xmlns:a16="http://schemas.microsoft.com/office/drawing/2014/main" id="{E7FECE97-222C-AA47-A24A-3F057D7E4981}"/>
              </a:ext>
            </a:extLst>
          </p:cNvPr>
          <p:cNvSpPr>
            <a:spLocks noChangeShapeType="1"/>
          </p:cNvSpPr>
          <p:nvPr/>
        </p:nvSpPr>
        <p:spPr bwMode="auto">
          <a:xfrm>
            <a:off x="6409135" y="3057525"/>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76" name="Line 43">
            <a:extLst>
              <a:ext uri="{FF2B5EF4-FFF2-40B4-BE49-F238E27FC236}">
                <a16:creationId xmlns:a16="http://schemas.microsoft.com/office/drawing/2014/main" id="{C3DA45C6-6CDE-A14E-8F4D-DDDCE6BBBF89}"/>
              </a:ext>
            </a:extLst>
          </p:cNvPr>
          <p:cNvSpPr>
            <a:spLocks noChangeShapeType="1"/>
          </p:cNvSpPr>
          <p:nvPr/>
        </p:nvSpPr>
        <p:spPr bwMode="auto">
          <a:xfrm>
            <a:off x="7675960" y="30432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77" name="Rectangle 44">
            <a:extLst>
              <a:ext uri="{FF2B5EF4-FFF2-40B4-BE49-F238E27FC236}">
                <a16:creationId xmlns:a16="http://schemas.microsoft.com/office/drawing/2014/main" id="{3424A69B-73E7-8945-A24E-4CAA4442C57F}"/>
              </a:ext>
            </a:extLst>
          </p:cNvPr>
          <p:cNvSpPr>
            <a:spLocks noChangeArrowheads="1"/>
          </p:cNvSpPr>
          <p:nvPr/>
        </p:nvSpPr>
        <p:spPr bwMode="auto">
          <a:xfrm>
            <a:off x="2403872" y="3711179"/>
            <a:ext cx="5300663"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1178" name="Rectangle 45">
            <a:extLst>
              <a:ext uri="{FF2B5EF4-FFF2-40B4-BE49-F238E27FC236}">
                <a16:creationId xmlns:a16="http://schemas.microsoft.com/office/drawing/2014/main" id="{9DDAF7DF-26A2-AC4E-953D-15BC20207796}"/>
              </a:ext>
            </a:extLst>
          </p:cNvPr>
          <p:cNvSpPr>
            <a:spLocks noChangeArrowheads="1"/>
          </p:cNvSpPr>
          <p:nvPr/>
        </p:nvSpPr>
        <p:spPr bwMode="auto">
          <a:xfrm>
            <a:off x="1497807" y="371951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D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1179" name="Line 46">
            <a:extLst>
              <a:ext uri="{FF2B5EF4-FFF2-40B4-BE49-F238E27FC236}">
                <a16:creationId xmlns:a16="http://schemas.microsoft.com/office/drawing/2014/main" id="{8C2C89AD-F409-A84B-A267-9CBD30EBFD42}"/>
              </a:ext>
            </a:extLst>
          </p:cNvPr>
          <p:cNvSpPr>
            <a:spLocks noChangeShapeType="1"/>
          </p:cNvSpPr>
          <p:nvPr/>
        </p:nvSpPr>
        <p:spPr bwMode="auto">
          <a:xfrm>
            <a:off x="2989660" y="3717132"/>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180" name="Rectangle 47">
            <a:extLst>
              <a:ext uri="{FF2B5EF4-FFF2-40B4-BE49-F238E27FC236}">
                <a16:creationId xmlns:a16="http://schemas.microsoft.com/office/drawing/2014/main" id="{DC6F57CF-0D78-5048-9105-75B897E71389}"/>
              </a:ext>
            </a:extLst>
          </p:cNvPr>
          <p:cNvSpPr>
            <a:spLocks noChangeArrowheads="1"/>
          </p:cNvSpPr>
          <p:nvPr/>
        </p:nvSpPr>
        <p:spPr bwMode="auto">
          <a:xfrm>
            <a:off x="2356247" y="3709988"/>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91181" name="Rectangle 48">
            <a:extLst>
              <a:ext uri="{FF2B5EF4-FFF2-40B4-BE49-F238E27FC236}">
                <a16:creationId xmlns:a16="http://schemas.microsoft.com/office/drawing/2014/main" id="{C38B2172-FE4A-5940-B6CA-69DE9C33CCCF}"/>
              </a:ext>
            </a:extLst>
          </p:cNvPr>
          <p:cNvSpPr>
            <a:spLocks noChangeArrowheads="1"/>
          </p:cNvSpPr>
          <p:nvPr/>
        </p:nvSpPr>
        <p:spPr bwMode="auto">
          <a:xfrm>
            <a:off x="4480323" y="373261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多 播 地 址</a:t>
            </a:r>
          </a:p>
        </p:txBody>
      </p:sp>
      <p:sp>
        <p:nvSpPr>
          <p:cNvPr id="91182" name="Rectangle 49">
            <a:extLst>
              <a:ext uri="{FF2B5EF4-FFF2-40B4-BE49-F238E27FC236}">
                <a16:creationId xmlns:a16="http://schemas.microsoft.com/office/drawing/2014/main" id="{1EF93797-3DBC-7940-8787-A2EAA94442E3}"/>
              </a:ext>
            </a:extLst>
          </p:cNvPr>
          <p:cNvSpPr>
            <a:spLocks noChangeArrowheads="1"/>
          </p:cNvSpPr>
          <p:nvPr/>
        </p:nvSpPr>
        <p:spPr bwMode="auto">
          <a:xfrm>
            <a:off x="2409826" y="4436269"/>
            <a:ext cx="5289947"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1183" name="Rectangle 50">
            <a:extLst>
              <a:ext uri="{FF2B5EF4-FFF2-40B4-BE49-F238E27FC236}">
                <a16:creationId xmlns:a16="http://schemas.microsoft.com/office/drawing/2014/main" id="{56D55882-7DA8-0342-8C7F-B001E8FE630F}"/>
              </a:ext>
            </a:extLst>
          </p:cNvPr>
          <p:cNvSpPr>
            <a:spLocks noChangeArrowheads="1"/>
          </p:cNvSpPr>
          <p:nvPr/>
        </p:nvSpPr>
        <p:spPr bwMode="auto">
          <a:xfrm>
            <a:off x="1525191" y="4443413"/>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E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1184" name="Rectangle 51">
            <a:extLst>
              <a:ext uri="{FF2B5EF4-FFF2-40B4-BE49-F238E27FC236}">
                <a16:creationId xmlns:a16="http://schemas.microsoft.com/office/drawing/2014/main" id="{5102F801-D905-F146-A78F-87A5D3B9E085}"/>
              </a:ext>
            </a:extLst>
          </p:cNvPr>
          <p:cNvSpPr>
            <a:spLocks noChangeArrowheads="1"/>
          </p:cNvSpPr>
          <p:nvPr/>
        </p:nvSpPr>
        <p:spPr bwMode="auto">
          <a:xfrm>
            <a:off x="4071938" y="4451748"/>
            <a:ext cx="18009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保 留 为 今 后 使 用</a:t>
            </a:r>
          </a:p>
        </p:txBody>
      </p:sp>
      <p:sp>
        <p:nvSpPr>
          <p:cNvPr id="91185" name="Line 52">
            <a:extLst>
              <a:ext uri="{FF2B5EF4-FFF2-40B4-BE49-F238E27FC236}">
                <a16:creationId xmlns:a16="http://schemas.microsoft.com/office/drawing/2014/main" id="{A4A2C1FB-92D3-8B4B-B7CF-55757E7A1CFB}"/>
              </a:ext>
            </a:extLst>
          </p:cNvPr>
          <p:cNvSpPr>
            <a:spLocks noChangeShapeType="1"/>
          </p:cNvSpPr>
          <p:nvPr/>
        </p:nvSpPr>
        <p:spPr bwMode="auto">
          <a:xfrm>
            <a:off x="2951560" y="4455319"/>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186" name="Rectangle 53">
            <a:extLst>
              <a:ext uri="{FF2B5EF4-FFF2-40B4-BE49-F238E27FC236}">
                <a16:creationId xmlns:a16="http://schemas.microsoft.com/office/drawing/2014/main" id="{98B9B1FE-DD2E-B243-95D4-E6859EFFDC59}"/>
              </a:ext>
            </a:extLst>
          </p:cNvPr>
          <p:cNvSpPr>
            <a:spLocks noChangeArrowheads="1"/>
          </p:cNvSpPr>
          <p:nvPr/>
        </p:nvSpPr>
        <p:spPr bwMode="auto">
          <a:xfrm>
            <a:off x="2356247" y="4441032"/>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91187" name="Rectangle 54">
            <a:extLst>
              <a:ext uri="{FF2B5EF4-FFF2-40B4-BE49-F238E27FC236}">
                <a16:creationId xmlns:a16="http://schemas.microsoft.com/office/drawing/2014/main" id="{288AB6F0-E7B0-9D46-BFC1-C611048CF094}"/>
              </a:ext>
            </a:extLst>
          </p:cNvPr>
          <p:cNvSpPr>
            <a:spLocks noChangeArrowheads="1"/>
          </p:cNvSpPr>
          <p:nvPr/>
        </p:nvSpPr>
        <p:spPr bwMode="auto">
          <a:xfrm>
            <a:off x="2497932" y="1702594"/>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91188" name="Rectangle 55">
            <a:extLst>
              <a:ext uri="{FF2B5EF4-FFF2-40B4-BE49-F238E27FC236}">
                <a16:creationId xmlns:a16="http://schemas.microsoft.com/office/drawing/2014/main" id="{EE80BA62-1608-4140-AAE4-CBE3373E08FF}"/>
              </a:ext>
            </a:extLst>
          </p:cNvPr>
          <p:cNvSpPr>
            <a:spLocks noChangeArrowheads="1"/>
          </p:cNvSpPr>
          <p:nvPr/>
        </p:nvSpPr>
        <p:spPr bwMode="auto">
          <a:xfrm>
            <a:off x="2353867" y="1702594"/>
            <a:ext cx="36314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91189" name="Line 56">
            <a:extLst>
              <a:ext uri="{FF2B5EF4-FFF2-40B4-BE49-F238E27FC236}">
                <a16:creationId xmlns:a16="http://schemas.microsoft.com/office/drawing/2014/main" id="{6AD6EC3C-4C86-B646-8179-A62908A1EAD4}"/>
              </a:ext>
            </a:extLst>
          </p:cNvPr>
          <p:cNvSpPr>
            <a:spLocks noChangeShapeType="1"/>
          </p:cNvSpPr>
          <p:nvPr/>
        </p:nvSpPr>
        <p:spPr bwMode="auto">
          <a:xfrm>
            <a:off x="2767013" y="1700213"/>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190" name="AutoShape 57">
            <a:extLst>
              <a:ext uri="{FF2B5EF4-FFF2-40B4-BE49-F238E27FC236}">
                <a16:creationId xmlns:a16="http://schemas.microsoft.com/office/drawing/2014/main" id="{DE136A77-6D15-E243-9BB9-A3B8ABDFDF00}"/>
              </a:ext>
            </a:extLst>
          </p:cNvPr>
          <p:cNvSpPr>
            <a:spLocks noChangeArrowheads="1"/>
          </p:cNvSpPr>
          <p:nvPr/>
        </p:nvSpPr>
        <p:spPr bwMode="auto">
          <a:xfrm>
            <a:off x="2357438" y="2085975"/>
            <a:ext cx="4050506" cy="485775"/>
          </a:xfrm>
          <a:prstGeom prst="wedgeRoundRectCallout">
            <a:avLst>
              <a:gd name="adj1" fmla="val 33185"/>
              <a:gd name="adj2" fmla="val 324019"/>
              <a:gd name="adj3" fmla="val 16667"/>
            </a:avLst>
          </a:prstGeom>
          <a:solidFill>
            <a:srgbClr val="66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D </a:t>
            </a:r>
            <a:r>
              <a:rPr lang="zh-CN" altLang="en-US" sz="2100">
                <a:latin typeface="Arial" panose="020B0604020202020204" pitchFamily="34" charset="0"/>
                <a:ea typeface="宋体" panose="02010600030101010101" pitchFamily="2" charset="-122"/>
                <a:cs typeface="黑体" panose="02010609060101010101" pitchFamily="49" charset="-122"/>
              </a:rPr>
              <a:t>类地址是多播地址</a:t>
            </a:r>
            <a:r>
              <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rPr>
              <a:t> </a:t>
            </a:r>
          </a:p>
        </p:txBody>
      </p:sp>
      <p:sp>
        <p:nvSpPr>
          <p:cNvPr id="91191" name="幻灯片编号占位符 1">
            <a:extLst>
              <a:ext uri="{FF2B5EF4-FFF2-40B4-BE49-F238E27FC236}">
                <a16:creationId xmlns:a16="http://schemas.microsoft.com/office/drawing/2014/main" id="{2C34CD0A-CBA1-E347-8451-DA01A88366E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ED13F8BC-A359-D743-B1DD-86060E7D382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60183911"/>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3185" name="Line 2">
            <a:extLst>
              <a:ext uri="{FF2B5EF4-FFF2-40B4-BE49-F238E27FC236}">
                <a16:creationId xmlns:a16="http://schemas.microsoft.com/office/drawing/2014/main" id="{7F494D86-5AB7-D048-B741-DB2F815E38C3}"/>
              </a:ext>
            </a:extLst>
          </p:cNvPr>
          <p:cNvSpPr>
            <a:spLocks noChangeShapeType="1"/>
          </p:cNvSpPr>
          <p:nvPr/>
        </p:nvSpPr>
        <p:spPr bwMode="auto">
          <a:xfrm flipV="1">
            <a:off x="2408635" y="3169444"/>
            <a:ext cx="397906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3186" name="Rectangle 3">
            <a:extLst>
              <a:ext uri="{FF2B5EF4-FFF2-40B4-BE49-F238E27FC236}">
                <a16:creationId xmlns:a16="http://schemas.microsoft.com/office/drawing/2014/main" id="{1B0F2D68-7D44-6A43-B477-9A25601D5AA5}"/>
              </a:ext>
            </a:extLst>
          </p:cNvPr>
          <p:cNvSpPr>
            <a:spLocks noChangeArrowheads="1"/>
          </p:cNvSpPr>
          <p:nvPr/>
        </p:nvSpPr>
        <p:spPr bwMode="auto">
          <a:xfrm>
            <a:off x="3956447" y="3006329"/>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93187" name="Rectangle 4">
            <a:extLst>
              <a:ext uri="{FF2B5EF4-FFF2-40B4-BE49-F238E27FC236}">
                <a16:creationId xmlns:a16="http://schemas.microsoft.com/office/drawing/2014/main" id="{AA395796-87A5-584F-A569-4975DDC631AC}"/>
              </a:ext>
            </a:extLst>
          </p:cNvPr>
          <p:cNvSpPr>
            <a:spLocks noChangeArrowheads="1"/>
          </p:cNvSpPr>
          <p:nvPr/>
        </p:nvSpPr>
        <p:spPr bwMode="auto">
          <a:xfrm>
            <a:off x="2408635" y="2678906"/>
            <a:ext cx="5285184" cy="33337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3188" name="Line 5">
            <a:extLst>
              <a:ext uri="{FF2B5EF4-FFF2-40B4-BE49-F238E27FC236}">
                <a16:creationId xmlns:a16="http://schemas.microsoft.com/office/drawing/2014/main" id="{C171D3EC-79CC-1343-8241-F30891BFB929}"/>
              </a:ext>
            </a:extLst>
          </p:cNvPr>
          <p:cNvSpPr>
            <a:spLocks noChangeShapeType="1"/>
          </p:cNvSpPr>
          <p:nvPr/>
        </p:nvSpPr>
        <p:spPr bwMode="auto">
          <a:xfrm>
            <a:off x="3702844" y="1183481"/>
            <a:ext cx="39826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3189" name="Rectangle 6">
            <a:extLst>
              <a:ext uri="{FF2B5EF4-FFF2-40B4-BE49-F238E27FC236}">
                <a16:creationId xmlns:a16="http://schemas.microsoft.com/office/drawing/2014/main" id="{EDC99512-6188-5442-B530-FF9DEC1F918A}"/>
              </a:ext>
            </a:extLst>
          </p:cNvPr>
          <p:cNvSpPr>
            <a:spLocks noChangeArrowheads="1"/>
          </p:cNvSpPr>
          <p:nvPr/>
        </p:nvSpPr>
        <p:spPr bwMode="auto">
          <a:xfrm>
            <a:off x="5117219" y="1027510"/>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93190" name="Line 7">
            <a:extLst>
              <a:ext uri="{FF2B5EF4-FFF2-40B4-BE49-F238E27FC236}">
                <a16:creationId xmlns:a16="http://schemas.microsoft.com/office/drawing/2014/main" id="{1AEE16FF-56FE-1B49-92F5-90F1D90A819C}"/>
              </a:ext>
            </a:extLst>
          </p:cNvPr>
          <p:cNvSpPr>
            <a:spLocks noChangeShapeType="1"/>
          </p:cNvSpPr>
          <p:nvPr/>
        </p:nvSpPr>
        <p:spPr bwMode="auto">
          <a:xfrm flipV="1">
            <a:off x="2438400" y="2184797"/>
            <a:ext cx="260627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3191" name="Rectangle 8">
            <a:extLst>
              <a:ext uri="{FF2B5EF4-FFF2-40B4-BE49-F238E27FC236}">
                <a16:creationId xmlns:a16="http://schemas.microsoft.com/office/drawing/2014/main" id="{AC58B104-8C0E-744A-A5CF-6D206C0CCE5E}"/>
              </a:ext>
            </a:extLst>
          </p:cNvPr>
          <p:cNvSpPr>
            <a:spLocks noChangeArrowheads="1"/>
          </p:cNvSpPr>
          <p:nvPr/>
        </p:nvSpPr>
        <p:spPr bwMode="auto">
          <a:xfrm>
            <a:off x="3281363" y="2031207"/>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bit</a:t>
            </a:r>
          </a:p>
        </p:txBody>
      </p:sp>
      <p:sp>
        <p:nvSpPr>
          <p:cNvPr id="93192" name="Line 9">
            <a:extLst>
              <a:ext uri="{FF2B5EF4-FFF2-40B4-BE49-F238E27FC236}">
                <a16:creationId xmlns:a16="http://schemas.microsoft.com/office/drawing/2014/main" id="{BEC7425C-5671-2548-BF20-E31B3D679FD7}"/>
              </a:ext>
            </a:extLst>
          </p:cNvPr>
          <p:cNvSpPr>
            <a:spLocks noChangeShapeType="1"/>
          </p:cNvSpPr>
          <p:nvPr/>
        </p:nvSpPr>
        <p:spPr bwMode="auto">
          <a:xfrm>
            <a:off x="2380060" y="1183481"/>
            <a:ext cx="132278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3193" name="Rectangle 10">
            <a:extLst>
              <a:ext uri="{FF2B5EF4-FFF2-40B4-BE49-F238E27FC236}">
                <a16:creationId xmlns:a16="http://schemas.microsoft.com/office/drawing/2014/main" id="{834043C7-9C6A-AB40-AD62-10FEC1C3DA90}"/>
              </a:ext>
            </a:extLst>
          </p:cNvPr>
          <p:cNvSpPr>
            <a:spLocks noChangeArrowheads="1"/>
          </p:cNvSpPr>
          <p:nvPr/>
        </p:nvSpPr>
        <p:spPr bwMode="auto">
          <a:xfrm>
            <a:off x="2682261" y="1027510"/>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93194" name="Rectangle 11">
            <a:extLst>
              <a:ext uri="{FF2B5EF4-FFF2-40B4-BE49-F238E27FC236}">
                <a16:creationId xmlns:a16="http://schemas.microsoft.com/office/drawing/2014/main" id="{F250DB45-11EF-154E-912E-FCF744B6B73E}"/>
              </a:ext>
            </a:extLst>
          </p:cNvPr>
          <p:cNvSpPr>
            <a:spLocks noChangeArrowheads="1"/>
          </p:cNvSpPr>
          <p:nvPr/>
        </p:nvSpPr>
        <p:spPr bwMode="auto">
          <a:xfrm>
            <a:off x="2382441" y="700088"/>
            <a:ext cx="5313759" cy="332185"/>
          </a:xfrm>
          <a:prstGeom prst="rect">
            <a:avLst/>
          </a:prstGeom>
          <a:solidFill>
            <a:srgbClr val="FFFF99"/>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3195" name="Rectangle 12">
            <a:extLst>
              <a:ext uri="{FF2B5EF4-FFF2-40B4-BE49-F238E27FC236}">
                <a16:creationId xmlns:a16="http://schemas.microsoft.com/office/drawing/2014/main" id="{E61BBF4C-38DF-D34A-97FA-2DB52FAE867C}"/>
              </a:ext>
            </a:extLst>
          </p:cNvPr>
          <p:cNvSpPr>
            <a:spLocks noChangeArrowheads="1"/>
          </p:cNvSpPr>
          <p:nvPr/>
        </p:nvSpPr>
        <p:spPr bwMode="auto">
          <a:xfrm>
            <a:off x="2397919" y="1706167"/>
            <a:ext cx="5303044" cy="33456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3196" name="Rectangle 13">
            <a:extLst>
              <a:ext uri="{FF2B5EF4-FFF2-40B4-BE49-F238E27FC236}">
                <a16:creationId xmlns:a16="http://schemas.microsoft.com/office/drawing/2014/main" id="{E920750D-575B-B542-9844-D9432BC902B9}"/>
              </a:ext>
            </a:extLst>
          </p:cNvPr>
          <p:cNvSpPr>
            <a:spLocks noGrp="1" noChangeArrowheads="1"/>
          </p:cNvSpPr>
          <p:nvPr>
            <p:ph type="title"/>
          </p:nvPr>
        </p:nvSpPr>
        <p:spPr>
          <a:xfrm>
            <a:off x="1439467" y="33337"/>
            <a:ext cx="6411515" cy="576263"/>
          </a:xfrm>
        </p:spPr>
        <p:txBody>
          <a:bodyPr/>
          <a:lstStyle/>
          <a:p>
            <a:pPr algn="ctr" eaLnBrk="1" hangingPunct="1"/>
            <a:r>
              <a:rPr lang="en-US" altLang="zh-CN" sz="3000">
                <a:ea typeface="宋体" panose="02010600030101010101" pitchFamily="2" charset="-122"/>
              </a:rPr>
              <a:t>IP </a:t>
            </a:r>
            <a:r>
              <a:rPr lang="zh-CN" altLang="en-US" sz="3000">
                <a:ea typeface="宋体" panose="02010600030101010101" pitchFamily="2" charset="-122"/>
              </a:rPr>
              <a:t>地址中的网络号字段和主机号字段 </a:t>
            </a:r>
          </a:p>
        </p:txBody>
      </p:sp>
      <p:sp>
        <p:nvSpPr>
          <p:cNvPr id="93197" name="Rectangle 14">
            <a:extLst>
              <a:ext uri="{FF2B5EF4-FFF2-40B4-BE49-F238E27FC236}">
                <a16:creationId xmlns:a16="http://schemas.microsoft.com/office/drawing/2014/main" id="{5F3DAB04-5FAE-9248-B67D-6B1FA4589B6E}"/>
              </a:ext>
            </a:extLst>
          </p:cNvPr>
          <p:cNvSpPr>
            <a:spLocks noChangeArrowheads="1"/>
          </p:cNvSpPr>
          <p:nvPr/>
        </p:nvSpPr>
        <p:spPr bwMode="auto">
          <a:xfrm>
            <a:off x="2415778" y="2689622"/>
            <a:ext cx="3975497" cy="317897"/>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3198" name="Rectangle 15">
            <a:extLst>
              <a:ext uri="{FF2B5EF4-FFF2-40B4-BE49-F238E27FC236}">
                <a16:creationId xmlns:a16="http://schemas.microsoft.com/office/drawing/2014/main" id="{C6BAC24A-5B3B-3B4A-A923-CBB2F1C3AC80}"/>
              </a:ext>
            </a:extLst>
          </p:cNvPr>
          <p:cNvSpPr>
            <a:spLocks noChangeArrowheads="1"/>
          </p:cNvSpPr>
          <p:nvPr/>
        </p:nvSpPr>
        <p:spPr bwMode="auto">
          <a:xfrm>
            <a:off x="2414587" y="1725217"/>
            <a:ext cx="2633663" cy="30718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3199" name="Rectangle 16">
            <a:extLst>
              <a:ext uri="{FF2B5EF4-FFF2-40B4-BE49-F238E27FC236}">
                <a16:creationId xmlns:a16="http://schemas.microsoft.com/office/drawing/2014/main" id="{F42939CF-8E98-2D49-96DF-9A4619B2CB06}"/>
              </a:ext>
            </a:extLst>
          </p:cNvPr>
          <p:cNvSpPr>
            <a:spLocks noChangeArrowheads="1"/>
          </p:cNvSpPr>
          <p:nvPr/>
        </p:nvSpPr>
        <p:spPr bwMode="auto">
          <a:xfrm>
            <a:off x="2400301" y="717947"/>
            <a:ext cx="1297781" cy="304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3200" name="Rectangle 17">
            <a:extLst>
              <a:ext uri="{FF2B5EF4-FFF2-40B4-BE49-F238E27FC236}">
                <a16:creationId xmlns:a16="http://schemas.microsoft.com/office/drawing/2014/main" id="{97CF8B69-962D-2C4C-BA4D-B683DD70861C}"/>
              </a:ext>
            </a:extLst>
          </p:cNvPr>
          <p:cNvSpPr>
            <a:spLocks noChangeArrowheads="1"/>
          </p:cNvSpPr>
          <p:nvPr/>
        </p:nvSpPr>
        <p:spPr bwMode="auto">
          <a:xfrm>
            <a:off x="2341960" y="695325"/>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93201" name="Rectangle 18">
            <a:extLst>
              <a:ext uri="{FF2B5EF4-FFF2-40B4-BE49-F238E27FC236}">
                <a16:creationId xmlns:a16="http://schemas.microsoft.com/office/drawing/2014/main" id="{39713973-9DDE-FD48-BBD8-9215791AB375}"/>
              </a:ext>
            </a:extLst>
          </p:cNvPr>
          <p:cNvSpPr>
            <a:spLocks noChangeArrowheads="1"/>
          </p:cNvSpPr>
          <p:nvPr/>
        </p:nvSpPr>
        <p:spPr bwMode="auto">
          <a:xfrm>
            <a:off x="1497806" y="716757"/>
            <a:ext cx="88463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3202" name="Line 19">
            <a:extLst>
              <a:ext uri="{FF2B5EF4-FFF2-40B4-BE49-F238E27FC236}">
                <a16:creationId xmlns:a16="http://schemas.microsoft.com/office/drawing/2014/main" id="{2DED2DBB-F35E-684F-94F5-411AEAF2AE0C}"/>
              </a:ext>
            </a:extLst>
          </p:cNvPr>
          <p:cNvSpPr>
            <a:spLocks noChangeShapeType="1"/>
          </p:cNvSpPr>
          <p:nvPr/>
        </p:nvSpPr>
        <p:spPr bwMode="auto">
          <a:xfrm>
            <a:off x="2574131" y="700088"/>
            <a:ext cx="0" cy="316706"/>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203" name="Line 20">
            <a:extLst>
              <a:ext uri="{FF2B5EF4-FFF2-40B4-BE49-F238E27FC236}">
                <a16:creationId xmlns:a16="http://schemas.microsoft.com/office/drawing/2014/main" id="{725245F5-23FC-B149-BEC1-3D1601F0329A}"/>
              </a:ext>
            </a:extLst>
          </p:cNvPr>
          <p:cNvSpPr>
            <a:spLocks noChangeShapeType="1"/>
          </p:cNvSpPr>
          <p:nvPr/>
        </p:nvSpPr>
        <p:spPr bwMode="auto">
          <a:xfrm>
            <a:off x="3702844" y="700087"/>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204" name="Line 21">
            <a:extLst>
              <a:ext uri="{FF2B5EF4-FFF2-40B4-BE49-F238E27FC236}">
                <a16:creationId xmlns:a16="http://schemas.microsoft.com/office/drawing/2014/main" id="{16E0E915-E3CE-0241-86C0-883497B55BB2}"/>
              </a:ext>
            </a:extLst>
          </p:cNvPr>
          <p:cNvSpPr>
            <a:spLocks noChangeShapeType="1"/>
          </p:cNvSpPr>
          <p:nvPr/>
        </p:nvSpPr>
        <p:spPr bwMode="auto">
          <a:xfrm>
            <a:off x="2380060"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05" name="Line 22">
            <a:extLst>
              <a:ext uri="{FF2B5EF4-FFF2-40B4-BE49-F238E27FC236}">
                <a16:creationId xmlns:a16="http://schemas.microsoft.com/office/drawing/2014/main" id="{7E1B22A5-E5BC-394F-84F1-4AE9AC66077B}"/>
              </a:ext>
            </a:extLst>
          </p:cNvPr>
          <p:cNvSpPr>
            <a:spLocks noChangeShapeType="1"/>
          </p:cNvSpPr>
          <p:nvPr/>
        </p:nvSpPr>
        <p:spPr bwMode="auto">
          <a:xfrm>
            <a:off x="3702844"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06" name="Line 23">
            <a:extLst>
              <a:ext uri="{FF2B5EF4-FFF2-40B4-BE49-F238E27FC236}">
                <a16:creationId xmlns:a16="http://schemas.microsoft.com/office/drawing/2014/main" id="{DD33DD14-61FF-4D4C-A31E-3567F7D7E997}"/>
              </a:ext>
            </a:extLst>
          </p:cNvPr>
          <p:cNvSpPr>
            <a:spLocks noChangeShapeType="1"/>
          </p:cNvSpPr>
          <p:nvPr/>
        </p:nvSpPr>
        <p:spPr bwMode="auto">
          <a:xfrm>
            <a:off x="7685485"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07" name="Line 24">
            <a:extLst>
              <a:ext uri="{FF2B5EF4-FFF2-40B4-BE49-F238E27FC236}">
                <a16:creationId xmlns:a16="http://schemas.microsoft.com/office/drawing/2014/main" id="{A693FB2A-48B0-644D-975D-87202CBD3CAC}"/>
              </a:ext>
            </a:extLst>
          </p:cNvPr>
          <p:cNvSpPr>
            <a:spLocks noChangeShapeType="1"/>
          </p:cNvSpPr>
          <p:nvPr/>
        </p:nvSpPr>
        <p:spPr bwMode="auto">
          <a:xfrm flipV="1">
            <a:off x="5054204" y="2184798"/>
            <a:ext cx="2606278" cy="2381"/>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3208" name="Rectangle 25">
            <a:extLst>
              <a:ext uri="{FF2B5EF4-FFF2-40B4-BE49-F238E27FC236}">
                <a16:creationId xmlns:a16="http://schemas.microsoft.com/office/drawing/2014/main" id="{A84F93D8-7772-7B4C-B913-1F8DF0E734E4}"/>
              </a:ext>
            </a:extLst>
          </p:cNvPr>
          <p:cNvSpPr>
            <a:spLocks noChangeArrowheads="1"/>
          </p:cNvSpPr>
          <p:nvPr/>
        </p:nvSpPr>
        <p:spPr bwMode="auto">
          <a:xfrm>
            <a:off x="5966134" y="2051448"/>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93209" name="Line 26">
            <a:extLst>
              <a:ext uri="{FF2B5EF4-FFF2-40B4-BE49-F238E27FC236}">
                <a16:creationId xmlns:a16="http://schemas.microsoft.com/office/drawing/2014/main" id="{EB784C0A-9127-7740-83B7-D1BD12C32C5A}"/>
              </a:ext>
            </a:extLst>
          </p:cNvPr>
          <p:cNvSpPr>
            <a:spLocks noChangeShapeType="1"/>
          </p:cNvSpPr>
          <p:nvPr/>
        </p:nvSpPr>
        <p:spPr bwMode="auto">
          <a:xfrm>
            <a:off x="2408635"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10" name="Line 27">
            <a:extLst>
              <a:ext uri="{FF2B5EF4-FFF2-40B4-BE49-F238E27FC236}">
                <a16:creationId xmlns:a16="http://schemas.microsoft.com/office/drawing/2014/main" id="{9C6720AC-417E-F647-9F92-457BD37CFEC8}"/>
              </a:ext>
            </a:extLst>
          </p:cNvPr>
          <p:cNvSpPr>
            <a:spLocks noChangeShapeType="1"/>
          </p:cNvSpPr>
          <p:nvPr/>
        </p:nvSpPr>
        <p:spPr bwMode="auto">
          <a:xfrm>
            <a:off x="5054204"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11" name="Line 28">
            <a:extLst>
              <a:ext uri="{FF2B5EF4-FFF2-40B4-BE49-F238E27FC236}">
                <a16:creationId xmlns:a16="http://schemas.microsoft.com/office/drawing/2014/main" id="{D983C953-C981-7442-B824-9659F283B385}"/>
              </a:ext>
            </a:extLst>
          </p:cNvPr>
          <p:cNvSpPr>
            <a:spLocks noChangeShapeType="1"/>
          </p:cNvSpPr>
          <p:nvPr/>
        </p:nvSpPr>
        <p:spPr bwMode="auto">
          <a:xfrm>
            <a:off x="7675960"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12" name="Rectangle 29">
            <a:extLst>
              <a:ext uri="{FF2B5EF4-FFF2-40B4-BE49-F238E27FC236}">
                <a16:creationId xmlns:a16="http://schemas.microsoft.com/office/drawing/2014/main" id="{4508F814-7527-DF40-B765-813D3F253C48}"/>
              </a:ext>
            </a:extLst>
          </p:cNvPr>
          <p:cNvSpPr>
            <a:spLocks noChangeArrowheads="1"/>
          </p:cNvSpPr>
          <p:nvPr/>
        </p:nvSpPr>
        <p:spPr bwMode="auto">
          <a:xfrm>
            <a:off x="1512094" y="1714500"/>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3213" name="Line 30">
            <a:extLst>
              <a:ext uri="{FF2B5EF4-FFF2-40B4-BE49-F238E27FC236}">
                <a16:creationId xmlns:a16="http://schemas.microsoft.com/office/drawing/2014/main" id="{0C28C866-89D6-9245-9473-5F34C9576CC4}"/>
              </a:ext>
            </a:extLst>
          </p:cNvPr>
          <p:cNvSpPr>
            <a:spLocks noChangeShapeType="1"/>
          </p:cNvSpPr>
          <p:nvPr/>
        </p:nvSpPr>
        <p:spPr bwMode="auto">
          <a:xfrm>
            <a:off x="5054204" y="1713310"/>
            <a:ext cx="0" cy="3250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214" name="Rectangle 31">
            <a:extLst>
              <a:ext uri="{FF2B5EF4-FFF2-40B4-BE49-F238E27FC236}">
                <a16:creationId xmlns:a16="http://schemas.microsoft.com/office/drawing/2014/main" id="{F78C6707-1BF0-764C-B8A4-F9CFA16E7355}"/>
              </a:ext>
            </a:extLst>
          </p:cNvPr>
          <p:cNvSpPr>
            <a:spLocks noChangeArrowheads="1"/>
          </p:cNvSpPr>
          <p:nvPr/>
        </p:nvSpPr>
        <p:spPr bwMode="auto">
          <a:xfrm>
            <a:off x="1512094" y="2686050"/>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C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3215" name="Rectangle 32">
            <a:extLst>
              <a:ext uri="{FF2B5EF4-FFF2-40B4-BE49-F238E27FC236}">
                <a16:creationId xmlns:a16="http://schemas.microsoft.com/office/drawing/2014/main" id="{4E16701A-6B60-A345-B35C-D8D01A5149FB}"/>
              </a:ext>
            </a:extLst>
          </p:cNvPr>
          <p:cNvSpPr>
            <a:spLocks noChangeArrowheads="1"/>
          </p:cNvSpPr>
          <p:nvPr/>
        </p:nvSpPr>
        <p:spPr bwMode="auto">
          <a:xfrm>
            <a:off x="2653904" y="270033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93216" name="Rectangle 33">
            <a:extLst>
              <a:ext uri="{FF2B5EF4-FFF2-40B4-BE49-F238E27FC236}">
                <a16:creationId xmlns:a16="http://schemas.microsoft.com/office/drawing/2014/main" id="{5A8485A6-AA70-5347-A69A-342279793559}"/>
              </a:ext>
            </a:extLst>
          </p:cNvPr>
          <p:cNvSpPr>
            <a:spLocks noChangeArrowheads="1"/>
          </p:cNvSpPr>
          <p:nvPr/>
        </p:nvSpPr>
        <p:spPr bwMode="auto">
          <a:xfrm>
            <a:off x="2363392" y="2694385"/>
            <a:ext cx="36433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93217" name="Rectangle 34">
            <a:extLst>
              <a:ext uri="{FF2B5EF4-FFF2-40B4-BE49-F238E27FC236}">
                <a16:creationId xmlns:a16="http://schemas.microsoft.com/office/drawing/2014/main" id="{6D6C920C-41D2-9C49-B9A6-7163FE4A0B54}"/>
              </a:ext>
            </a:extLst>
          </p:cNvPr>
          <p:cNvSpPr>
            <a:spLocks noChangeArrowheads="1"/>
          </p:cNvSpPr>
          <p:nvPr/>
        </p:nvSpPr>
        <p:spPr bwMode="auto">
          <a:xfrm>
            <a:off x="2509838" y="2700338"/>
            <a:ext cx="36195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93218" name="Line 35">
            <a:extLst>
              <a:ext uri="{FF2B5EF4-FFF2-40B4-BE49-F238E27FC236}">
                <a16:creationId xmlns:a16="http://schemas.microsoft.com/office/drawing/2014/main" id="{CEC743E3-95E9-1846-BA8D-839880A19FAE}"/>
              </a:ext>
            </a:extLst>
          </p:cNvPr>
          <p:cNvSpPr>
            <a:spLocks noChangeShapeType="1"/>
          </p:cNvSpPr>
          <p:nvPr/>
        </p:nvSpPr>
        <p:spPr bwMode="auto">
          <a:xfrm>
            <a:off x="2921794" y="2677716"/>
            <a:ext cx="0" cy="32980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219" name="Line 36">
            <a:extLst>
              <a:ext uri="{FF2B5EF4-FFF2-40B4-BE49-F238E27FC236}">
                <a16:creationId xmlns:a16="http://schemas.microsoft.com/office/drawing/2014/main" id="{E5FDB8A5-9198-AA4B-BB88-0A6D8C18D941}"/>
              </a:ext>
            </a:extLst>
          </p:cNvPr>
          <p:cNvSpPr>
            <a:spLocks noChangeShapeType="1"/>
          </p:cNvSpPr>
          <p:nvPr/>
        </p:nvSpPr>
        <p:spPr bwMode="auto">
          <a:xfrm>
            <a:off x="6405563" y="2674144"/>
            <a:ext cx="0" cy="330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220" name="Line 37">
            <a:extLst>
              <a:ext uri="{FF2B5EF4-FFF2-40B4-BE49-F238E27FC236}">
                <a16:creationId xmlns:a16="http://schemas.microsoft.com/office/drawing/2014/main" id="{DB324CD1-92CF-0649-BA05-29F76B26D462}"/>
              </a:ext>
            </a:extLst>
          </p:cNvPr>
          <p:cNvSpPr>
            <a:spLocks noChangeShapeType="1"/>
          </p:cNvSpPr>
          <p:nvPr/>
        </p:nvSpPr>
        <p:spPr bwMode="auto">
          <a:xfrm flipV="1">
            <a:off x="6409135" y="3157538"/>
            <a:ext cx="1276350" cy="13097"/>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nvGrpSpPr>
          <p:cNvPr id="93221" name="Group 38">
            <a:extLst>
              <a:ext uri="{FF2B5EF4-FFF2-40B4-BE49-F238E27FC236}">
                <a16:creationId xmlns:a16="http://schemas.microsoft.com/office/drawing/2014/main" id="{4E306DE6-0869-A544-BB99-092EFFDE4D59}"/>
              </a:ext>
            </a:extLst>
          </p:cNvPr>
          <p:cNvGrpSpPr>
            <a:grpSpLocks/>
          </p:cNvGrpSpPr>
          <p:nvPr/>
        </p:nvGrpSpPr>
        <p:grpSpPr bwMode="auto">
          <a:xfrm>
            <a:off x="6706789" y="3027760"/>
            <a:ext cx="741645" cy="482430"/>
            <a:chOff x="2832" y="3024"/>
            <a:chExt cx="429" cy="381"/>
          </a:xfrm>
        </p:grpSpPr>
        <p:sp>
          <p:nvSpPr>
            <p:cNvPr id="93240" name="Rectangle 39">
              <a:extLst>
                <a:ext uri="{FF2B5EF4-FFF2-40B4-BE49-F238E27FC236}">
                  <a16:creationId xmlns:a16="http://schemas.microsoft.com/office/drawing/2014/main" id="{0B0D8FBA-07DF-8847-843A-932500DBE4E9}"/>
                </a:ext>
              </a:extLst>
            </p:cNvPr>
            <p:cNvSpPr>
              <a:spLocks noChangeArrowheads="1"/>
            </p:cNvSpPr>
            <p:nvPr/>
          </p:nvSpPr>
          <p:spPr bwMode="auto">
            <a:xfrm>
              <a:off x="2832" y="3072"/>
              <a:ext cx="426" cy="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3241" name="Rectangle 40">
              <a:extLst>
                <a:ext uri="{FF2B5EF4-FFF2-40B4-BE49-F238E27FC236}">
                  <a16:creationId xmlns:a16="http://schemas.microsoft.com/office/drawing/2014/main" id="{BFC63899-7E4E-9041-BA9F-A68F7868C80B}"/>
                </a:ext>
              </a:extLst>
            </p:cNvPr>
            <p:cNvSpPr>
              <a:spLocks noChangeArrowheads="1"/>
            </p:cNvSpPr>
            <p:nvPr/>
          </p:nvSpPr>
          <p:spPr bwMode="auto">
            <a:xfrm>
              <a:off x="2847" y="3024"/>
              <a:ext cx="414"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grpSp>
      <p:sp>
        <p:nvSpPr>
          <p:cNvPr id="93222" name="Line 41">
            <a:extLst>
              <a:ext uri="{FF2B5EF4-FFF2-40B4-BE49-F238E27FC236}">
                <a16:creationId xmlns:a16="http://schemas.microsoft.com/office/drawing/2014/main" id="{9FDD5299-F841-0A40-9169-C574F18D6BDC}"/>
              </a:ext>
            </a:extLst>
          </p:cNvPr>
          <p:cNvSpPr>
            <a:spLocks noChangeShapeType="1"/>
          </p:cNvSpPr>
          <p:nvPr/>
        </p:nvSpPr>
        <p:spPr bwMode="auto">
          <a:xfrm>
            <a:off x="2408635" y="3055144"/>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23" name="Line 42">
            <a:extLst>
              <a:ext uri="{FF2B5EF4-FFF2-40B4-BE49-F238E27FC236}">
                <a16:creationId xmlns:a16="http://schemas.microsoft.com/office/drawing/2014/main" id="{AEA272EA-06E3-0542-A0F0-3B34961A23C6}"/>
              </a:ext>
            </a:extLst>
          </p:cNvPr>
          <p:cNvSpPr>
            <a:spLocks noChangeShapeType="1"/>
          </p:cNvSpPr>
          <p:nvPr/>
        </p:nvSpPr>
        <p:spPr bwMode="auto">
          <a:xfrm>
            <a:off x="6409135" y="3057525"/>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24" name="Line 43">
            <a:extLst>
              <a:ext uri="{FF2B5EF4-FFF2-40B4-BE49-F238E27FC236}">
                <a16:creationId xmlns:a16="http://schemas.microsoft.com/office/drawing/2014/main" id="{9FAFD13E-DDD1-6041-830A-D31D9949DD22}"/>
              </a:ext>
            </a:extLst>
          </p:cNvPr>
          <p:cNvSpPr>
            <a:spLocks noChangeShapeType="1"/>
          </p:cNvSpPr>
          <p:nvPr/>
        </p:nvSpPr>
        <p:spPr bwMode="auto">
          <a:xfrm>
            <a:off x="7675960" y="30432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25" name="Rectangle 44">
            <a:extLst>
              <a:ext uri="{FF2B5EF4-FFF2-40B4-BE49-F238E27FC236}">
                <a16:creationId xmlns:a16="http://schemas.microsoft.com/office/drawing/2014/main" id="{B6FFED84-DE67-674C-BF2F-CB1EEFB60346}"/>
              </a:ext>
            </a:extLst>
          </p:cNvPr>
          <p:cNvSpPr>
            <a:spLocks noChangeArrowheads="1"/>
          </p:cNvSpPr>
          <p:nvPr/>
        </p:nvSpPr>
        <p:spPr bwMode="auto">
          <a:xfrm>
            <a:off x="2403872" y="3711179"/>
            <a:ext cx="5300663"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3226" name="Rectangle 45">
            <a:extLst>
              <a:ext uri="{FF2B5EF4-FFF2-40B4-BE49-F238E27FC236}">
                <a16:creationId xmlns:a16="http://schemas.microsoft.com/office/drawing/2014/main" id="{01C84314-0678-7848-8124-BB90DEFEE0DC}"/>
              </a:ext>
            </a:extLst>
          </p:cNvPr>
          <p:cNvSpPr>
            <a:spLocks noChangeArrowheads="1"/>
          </p:cNvSpPr>
          <p:nvPr/>
        </p:nvSpPr>
        <p:spPr bwMode="auto">
          <a:xfrm>
            <a:off x="1497807" y="371951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D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3227" name="Line 46">
            <a:extLst>
              <a:ext uri="{FF2B5EF4-FFF2-40B4-BE49-F238E27FC236}">
                <a16:creationId xmlns:a16="http://schemas.microsoft.com/office/drawing/2014/main" id="{5353668F-006C-2543-B661-033EB4941F16}"/>
              </a:ext>
            </a:extLst>
          </p:cNvPr>
          <p:cNvSpPr>
            <a:spLocks noChangeShapeType="1"/>
          </p:cNvSpPr>
          <p:nvPr/>
        </p:nvSpPr>
        <p:spPr bwMode="auto">
          <a:xfrm>
            <a:off x="2989660" y="3717132"/>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228" name="Rectangle 47">
            <a:extLst>
              <a:ext uri="{FF2B5EF4-FFF2-40B4-BE49-F238E27FC236}">
                <a16:creationId xmlns:a16="http://schemas.microsoft.com/office/drawing/2014/main" id="{84CF6B5A-FC0F-C344-AE5C-5F60167B9551}"/>
              </a:ext>
            </a:extLst>
          </p:cNvPr>
          <p:cNvSpPr>
            <a:spLocks noChangeArrowheads="1"/>
          </p:cNvSpPr>
          <p:nvPr/>
        </p:nvSpPr>
        <p:spPr bwMode="auto">
          <a:xfrm>
            <a:off x="2356247" y="3709988"/>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93229" name="Rectangle 48">
            <a:extLst>
              <a:ext uri="{FF2B5EF4-FFF2-40B4-BE49-F238E27FC236}">
                <a16:creationId xmlns:a16="http://schemas.microsoft.com/office/drawing/2014/main" id="{244AD414-1028-B94E-AC7A-4B3A606CFADB}"/>
              </a:ext>
            </a:extLst>
          </p:cNvPr>
          <p:cNvSpPr>
            <a:spLocks noChangeArrowheads="1"/>
          </p:cNvSpPr>
          <p:nvPr/>
        </p:nvSpPr>
        <p:spPr bwMode="auto">
          <a:xfrm>
            <a:off x="4480323" y="373261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多 播 地 址</a:t>
            </a:r>
          </a:p>
        </p:txBody>
      </p:sp>
      <p:sp>
        <p:nvSpPr>
          <p:cNvPr id="93230" name="Rectangle 49">
            <a:extLst>
              <a:ext uri="{FF2B5EF4-FFF2-40B4-BE49-F238E27FC236}">
                <a16:creationId xmlns:a16="http://schemas.microsoft.com/office/drawing/2014/main" id="{32F4960F-0DB3-CB46-865A-1B9004919532}"/>
              </a:ext>
            </a:extLst>
          </p:cNvPr>
          <p:cNvSpPr>
            <a:spLocks noChangeArrowheads="1"/>
          </p:cNvSpPr>
          <p:nvPr/>
        </p:nvSpPr>
        <p:spPr bwMode="auto">
          <a:xfrm>
            <a:off x="2409826" y="4436269"/>
            <a:ext cx="5289947"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3231" name="Rectangle 50">
            <a:extLst>
              <a:ext uri="{FF2B5EF4-FFF2-40B4-BE49-F238E27FC236}">
                <a16:creationId xmlns:a16="http://schemas.microsoft.com/office/drawing/2014/main" id="{16C6B639-FAB5-9B46-82D9-03569E525702}"/>
              </a:ext>
            </a:extLst>
          </p:cNvPr>
          <p:cNvSpPr>
            <a:spLocks noChangeArrowheads="1"/>
          </p:cNvSpPr>
          <p:nvPr/>
        </p:nvSpPr>
        <p:spPr bwMode="auto">
          <a:xfrm>
            <a:off x="1525191" y="4443413"/>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E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3232" name="Rectangle 51">
            <a:extLst>
              <a:ext uri="{FF2B5EF4-FFF2-40B4-BE49-F238E27FC236}">
                <a16:creationId xmlns:a16="http://schemas.microsoft.com/office/drawing/2014/main" id="{53C9FC1C-0A23-3C45-A384-11E36A778CE6}"/>
              </a:ext>
            </a:extLst>
          </p:cNvPr>
          <p:cNvSpPr>
            <a:spLocks noChangeArrowheads="1"/>
          </p:cNvSpPr>
          <p:nvPr/>
        </p:nvSpPr>
        <p:spPr bwMode="auto">
          <a:xfrm>
            <a:off x="4071938" y="4451748"/>
            <a:ext cx="18009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保 留 为 今 后 使 用</a:t>
            </a:r>
          </a:p>
        </p:txBody>
      </p:sp>
      <p:sp>
        <p:nvSpPr>
          <p:cNvPr id="93233" name="Line 52">
            <a:extLst>
              <a:ext uri="{FF2B5EF4-FFF2-40B4-BE49-F238E27FC236}">
                <a16:creationId xmlns:a16="http://schemas.microsoft.com/office/drawing/2014/main" id="{5355E661-F0CF-2D42-B19B-45991340663C}"/>
              </a:ext>
            </a:extLst>
          </p:cNvPr>
          <p:cNvSpPr>
            <a:spLocks noChangeShapeType="1"/>
          </p:cNvSpPr>
          <p:nvPr/>
        </p:nvSpPr>
        <p:spPr bwMode="auto">
          <a:xfrm>
            <a:off x="2951560" y="4455319"/>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234" name="Rectangle 53">
            <a:extLst>
              <a:ext uri="{FF2B5EF4-FFF2-40B4-BE49-F238E27FC236}">
                <a16:creationId xmlns:a16="http://schemas.microsoft.com/office/drawing/2014/main" id="{FCE4F413-8368-FA48-982E-3316678162AB}"/>
              </a:ext>
            </a:extLst>
          </p:cNvPr>
          <p:cNvSpPr>
            <a:spLocks noChangeArrowheads="1"/>
          </p:cNvSpPr>
          <p:nvPr/>
        </p:nvSpPr>
        <p:spPr bwMode="auto">
          <a:xfrm>
            <a:off x="2356247" y="4441032"/>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93235" name="Rectangle 54">
            <a:extLst>
              <a:ext uri="{FF2B5EF4-FFF2-40B4-BE49-F238E27FC236}">
                <a16:creationId xmlns:a16="http://schemas.microsoft.com/office/drawing/2014/main" id="{726BCF03-6DBC-6F45-A1A4-8D589523CF50}"/>
              </a:ext>
            </a:extLst>
          </p:cNvPr>
          <p:cNvSpPr>
            <a:spLocks noChangeArrowheads="1"/>
          </p:cNvSpPr>
          <p:nvPr/>
        </p:nvSpPr>
        <p:spPr bwMode="auto">
          <a:xfrm>
            <a:off x="2497932" y="1702594"/>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93236" name="Rectangle 55">
            <a:extLst>
              <a:ext uri="{FF2B5EF4-FFF2-40B4-BE49-F238E27FC236}">
                <a16:creationId xmlns:a16="http://schemas.microsoft.com/office/drawing/2014/main" id="{00BE0519-0701-5544-9070-E5B686D59211}"/>
              </a:ext>
            </a:extLst>
          </p:cNvPr>
          <p:cNvSpPr>
            <a:spLocks noChangeArrowheads="1"/>
          </p:cNvSpPr>
          <p:nvPr/>
        </p:nvSpPr>
        <p:spPr bwMode="auto">
          <a:xfrm>
            <a:off x="2353867" y="1702594"/>
            <a:ext cx="36314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93237" name="Line 56">
            <a:extLst>
              <a:ext uri="{FF2B5EF4-FFF2-40B4-BE49-F238E27FC236}">
                <a16:creationId xmlns:a16="http://schemas.microsoft.com/office/drawing/2014/main" id="{FDE6BBD5-0A3F-EE42-A7FC-9F06C92B6B45}"/>
              </a:ext>
            </a:extLst>
          </p:cNvPr>
          <p:cNvSpPr>
            <a:spLocks noChangeShapeType="1"/>
          </p:cNvSpPr>
          <p:nvPr/>
        </p:nvSpPr>
        <p:spPr bwMode="auto">
          <a:xfrm>
            <a:off x="2767013" y="1700213"/>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238" name="AutoShape 57">
            <a:extLst>
              <a:ext uri="{FF2B5EF4-FFF2-40B4-BE49-F238E27FC236}">
                <a16:creationId xmlns:a16="http://schemas.microsoft.com/office/drawing/2014/main" id="{F52E725C-BA27-294B-BE19-B68604325CCC}"/>
              </a:ext>
            </a:extLst>
          </p:cNvPr>
          <p:cNvSpPr>
            <a:spLocks noChangeArrowheads="1"/>
          </p:cNvSpPr>
          <p:nvPr/>
        </p:nvSpPr>
        <p:spPr bwMode="auto">
          <a:xfrm>
            <a:off x="2357438" y="2085975"/>
            <a:ext cx="4050506" cy="485775"/>
          </a:xfrm>
          <a:prstGeom prst="wedgeRoundRectCallout">
            <a:avLst>
              <a:gd name="adj1" fmla="val 43417"/>
              <a:gd name="adj2" fmla="val 476963"/>
              <a:gd name="adj3" fmla="val 16667"/>
            </a:avLst>
          </a:prstGeom>
          <a:solidFill>
            <a:srgbClr val="66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E </a:t>
            </a:r>
            <a:r>
              <a:rPr lang="zh-CN" altLang="en-US" sz="2100">
                <a:latin typeface="Arial" panose="020B0604020202020204" pitchFamily="34" charset="0"/>
                <a:ea typeface="宋体" panose="02010600030101010101" pitchFamily="2" charset="-122"/>
                <a:cs typeface="黑体" panose="02010609060101010101" pitchFamily="49" charset="-122"/>
              </a:rPr>
              <a:t>类地址保留为今后使用</a:t>
            </a:r>
            <a:r>
              <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rPr>
              <a:t> </a:t>
            </a:r>
          </a:p>
        </p:txBody>
      </p:sp>
      <p:sp>
        <p:nvSpPr>
          <p:cNvPr id="93239" name="幻灯片编号占位符 1">
            <a:extLst>
              <a:ext uri="{FF2B5EF4-FFF2-40B4-BE49-F238E27FC236}">
                <a16:creationId xmlns:a16="http://schemas.microsoft.com/office/drawing/2014/main" id="{59C05C21-90F7-034D-8EB7-BA9D5AFECB6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C162443-33C0-5A4D-9988-0BCEB5331C4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314724391"/>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2">
            <a:extLst>
              <a:ext uri="{FF2B5EF4-FFF2-40B4-BE49-F238E27FC236}">
                <a16:creationId xmlns:a16="http://schemas.microsoft.com/office/drawing/2014/main" id="{0291C77F-A3BE-F34A-8DF5-7A86639221EA}"/>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点分十进制记法 </a:t>
            </a:r>
          </a:p>
        </p:txBody>
      </p:sp>
      <p:grpSp>
        <p:nvGrpSpPr>
          <p:cNvPr id="95234" name="Group 27">
            <a:extLst>
              <a:ext uri="{FF2B5EF4-FFF2-40B4-BE49-F238E27FC236}">
                <a16:creationId xmlns:a16="http://schemas.microsoft.com/office/drawing/2014/main" id="{9B691C78-969D-4248-A608-CF9467621727}"/>
              </a:ext>
            </a:extLst>
          </p:cNvPr>
          <p:cNvGrpSpPr>
            <a:grpSpLocks/>
          </p:cNvGrpSpPr>
          <p:nvPr/>
        </p:nvGrpSpPr>
        <p:grpSpPr bwMode="auto">
          <a:xfrm>
            <a:off x="1382315" y="1545431"/>
            <a:ext cx="6379370" cy="553641"/>
            <a:chOff x="201" y="1298"/>
            <a:chExt cx="5358" cy="465"/>
          </a:xfrm>
        </p:grpSpPr>
        <p:sp>
          <p:nvSpPr>
            <p:cNvPr id="95258" name="Rectangle 6">
              <a:extLst>
                <a:ext uri="{FF2B5EF4-FFF2-40B4-BE49-F238E27FC236}">
                  <a16:creationId xmlns:a16="http://schemas.microsoft.com/office/drawing/2014/main" id="{57A97092-61E0-114C-8268-510A6216A138}"/>
                </a:ext>
              </a:extLst>
            </p:cNvPr>
            <p:cNvSpPr>
              <a:spLocks noChangeArrowheads="1"/>
            </p:cNvSpPr>
            <p:nvPr/>
          </p:nvSpPr>
          <p:spPr bwMode="auto">
            <a:xfrm>
              <a:off x="2502" y="1351"/>
              <a:ext cx="3057" cy="410"/>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10000000000010110000001100011111 </a:t>
              </a:r>
            </a:p>
          </p:txBody>
        </p:sp>
        <p:sp>
          <p:nvSpPr>
            <p:cNvPr id="95259" name="Text Box 7">
              <a:extLst>
                <a:ext uri="{FF2B5EF4-FFF2-40B4-BE49-F238E27FC236}">
                  <a16:creationId xmlns:a16="http://schemas.microsoft.com/office/drawing/2014/main" id="{7B83DE0A-B8C8-FA4D-A7B0-16CA0BBE516D}"/>
                </a:ext>
              </a:extLst>
            </p:cNvPr>
            <p:cNvSpPr txBox="1">
              <a:spLocks noChangeArrowheads="1"/>
            </p:cNvSpPr>
            <p:nvPr/>
          </p:nvSpPr>
          <p:spPr bwMode="auto">
            <a:xfrm>
              <a:off x="201" y="1298"/>
              <a:ext cx="1936"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dirty="0">
                  <a:latin typeface="微软雅黑" panose="020B0503020204020204" pitchFamily="34" charset="-122"/>
                  <a:ea typeface="宋体" panose="02010600030101010101" pitchFamily="2" charset="-122"/>
                </a:rPr>
                <a:t>机器中存放的 </a:t>
              </a:r>
              <a:r>
                <a:rPr kumimoji="1" lang="en-US" altLang="zh-CN" sz="1500" dirty="0">
                  <a:latin typeface="微软雅黑" panose="020B0503020204020204" pitchFamily="34" charset="-122"/>
                  <a:ea typeface="宋体" panose="02010600030101010101" pitchFamily="2" charset="-122"/>
                </a:rPr>
                <a:t>IP </a:t>
              </a:r>
              <a:r>
                <a:rPr kumimoji="1" lang="zh-CN" altLang="en-US" sz="1500" dirty="0">
                  <a:latin typeface="微软雅黑" panose="020B0503020204020204" pitchFamily="34" charset="-122"/>
                  <a:ea typeface="宋体" panose="02010600030101010101" pitchFamily="2" charset="-122"/>
                </a:rPr>
                <a:t>地址</a:t>
              </a:r>
            </a:p>
            <a:p>
              <a:pPr algn="ctr" eaLnBrk="1" hangingPunct="1">
                <a:spcBef>
                  <a:spcPct val="0"/>
                </a:spcBef>
                <a:buClrTx/>
                <a:buSzTx/>
                <a:buFontTx/>
                <a:buNone/>
              </a:pPr>
              <a:r>
                <a:rPr kumimoji="1" lang="zh-CN" altLang="en-US" sz="1500" dirty="0">
                  <a:latin typeface="微软雅黑" panose="020B0503020204020204" pitchFamily="34" charset="-122"/>
                  <a:ea typeface="宋体" panose="02010600030101010101" pitchFamily="2" charset="-122"/>
                </a:rPr>
                <a:t>是 </a:t>
              </a:r>
              <a:r>
                <a:rPr kumimoji="1" lang="en-US" altLang="zh-CN" sz="1500" dirty="0">
                  <a:latin typeface="微软雅黑" panose="020B0503020204020204" pitchFamily="34" charset="-122"/>
                  <a:ea typeface="宋体" panose="02010600030101010101" pitchFamily="2" charset="-122"/>
                </a:rPr>
                <a:t>32 </a:t>
              </a:r>
              <a:r>
                <a:rPr kumimoji="1" lang="zh-CN" altLang="en-US" sz="1500" dirty="0">
                  <a:latin typeface="微软雅黑" panose="020B0503020204020204" pitchFamily="34" charset="-122"/>
                  <a:ea typeface="宋体" panose="02010600030101010101" pitchFamily="2" charset="-122"/>
                </a:rPr>
                <a:t>位 二进制代码</a:t>
              </a:r>
            </a:p>
          </p:txBody>
        </p:sp>
        <p:sp>
          <p:nvSpPr>
            <p:cNvPr id="95260" name="Line 8">
              <a:extLst>
                <a:ext uri="{FF2B5EF4-FFF2-40B4-BE49-F238E27FC236}">
                  <a16:creationId xmlns:a16="http://schemas.microsoft.com/office/drawing/2014/main" id="{D03EFC28-6D68-0E42-9787-707AAA72CBD4}"/>
                </a:ext>
              </a:extLst>
            </p:cNvPr>
            <p:cNvSpPr>
              <a:spLocks noChangeShapeType="1"/>
            </p:cNvSpPr>
            <p:nvPr/>
          </p:nvSpPr>
          <p:spPr bwMode="auto">
            <a:xfrm>
              <a:off x="2052" y="1557"/>
              <a:ext cx="368" cy="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206878" name="Group 30">
            <a:extLst>
              <a:ext uri="{FF2B5EF4-FFF2-40B4-BE49-F238E27FC236}">
                <a16:creationId xmlns:a16="http://schemas.microsoft.com/office/drawing/2014/main" id="{8E059816-6A0A-0A49-80DC-2A5DEDB77807}"/>
              </a:ext>
            </a:extLst>
          </p:cNvPr>
          <p:cNvGrpSpPr>
            <a:grpSpLocks/>
          </p:cNvGrpSpPr>
          <p:nvPr/>
        </p:nvGrpSpPr>
        <p:grpSpPr bwMode="auto">
          <a:xfrm>
            <a:off x="1538287" y="2139557"/>
            <a:ext cx="6229351" cy="553642"/>
            <a:chOff x="332" y="1797"/>
            <a:chExt cx="5232" cy="465"/>
          </a:xfrm>
        </p:grpSpPr>
        <p:sp>
          <p:nvSpPr>
            <p:cNvPr id="95255" name="Text Box 5">
              <a:extLst>
                <a:ext uri="{FF2B5EF4-FFF2-40B4-BE49-F238E27FC236}">
                  <a16:creationId xmlns:a16="http://schemas.microsoft.com/office/drawing/2014/main" id="{AF2423DB-454F-E84B-AABE-7AE1590C7A4C}"/>
                </a:ext>
              </a:extLst>
            </p:cNvPr>
            <p:cNvSpPr txBox="1">
              <a:spLocks noChangeArrowheads="1"/>
            </p:cNvSpPr>
            <p:nvPr/>
          </p:nvSpPr>
          <p:spPr bwMode="auto">
            <a:xfrm>
              <a:off x="2417" y="1910"/>
              <a:ext cx="3147"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10000000</a:t>
              </a:r>
              <a:r>
                <a:rPr kumimoji="1" lang="en-US" altLang="zh-CN" sz="1500">
                  <a:solidFill>
                    <a:srgbClr val="FFCCFF"/>
                  </a:solidFill>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00001011 00000011 00011111 </a:t>
              </a:r>
            </a:p>
          </p:txBody>
        </p:sp>
        <p:sp>
          <p:nvSpPr>
            <p:cNvPr id="95256" name="Text Box 9">
              <a:extLst>
                <a:ext uri="{FF2B5EF4-FFF2-40B4-BE49-F238E27FC236}">
                  <a16:creationId xmlns:a16="http://schemas.microsoft.com/office/drawing/2014/main" id="{81E2FAE9-BF21-684C-BD74-F5B8F5ADB589}"/>
                </a:ext>
              </a:extLst>
            </p:cNvPr>
            <p:cNvSpPr txBox="1">
              <a:spLocks noChangeArrowheads="1"/>
            </p:cNvSpPr>
            <p:nvPr/>
          </p:nvSpPr>
          <p:spPr bwMode="auto">
            <a:xfrm>
              <a:off x="332" y="1797"/>
              <a:ext cx="1800"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每隔 </a:t>
              </a:r>
              <a:r>
                <a:rPr kumimoji="1" lang="en-US" altLang="zh-CN" sz="1500">
                  <a:latin typeface="微软雅黑" panose="020B0503020204020204" pitchFamily="34" charset="-122"/>
                  <a:ea typeface="宋体" panose="02010600030101010101" pitchFamily="2" charset="-122"/>
                </a:rPr>
                <a:t>8 </a:t>
              </a:r>
              <a:r>
                <a:rPr kumimoji="1" lang="zh-CN" altLang="en-US" sz="1500">
                  <a:latin typeface="微软雅黑" panose="020B0503020204020204" pitchFamily="34" charset="-122"/>
                  <a:ea typeface="宋体" panose="02010600030101010101" pitchFamily="2" charset="-122"/>
                </a:rPr>
                <a:t>位插入一个空格</a:t>
              </a:r>
            </a:p>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能够提高可读性</a:t>
              </a:r>
            </a:p>
          </p:txBody>
        </p:sp>
        <p:sp>
          <p:nvSpPr>
            <p:cNvPr id="95257" name="Line 10">
              <a:extLst>
                <a:ext uri="{FF2B5EF4-FFF2-40B4-BE49-F238E27FC236}">
                  <a16:creationId xmlns:a16="http://schemas.microsoft.com/office/drawing/2014/main" id="{14D56D40-C24C-ED4C-AABB-738BED82B7FF}"/>
                </a:ext>
              </a:extLst>
            </p:cNvPr>
            <p:cNvSpPr>
              <a:spLocks noChangeShapeType="1"/>
            </p:cNvSpPr>
            <p:nvPr/>
          </p:nvSpPr>
          <p:spPr bwMode="auto">
            <a:xfrm>
              <a:off x="2052" y="2047"/>
              <a:ext cx="368" cy="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sp>
        <p:nvSpPr>
          <p:cNvPr id="206859" name="Text Box 11">
            <a:extLst>
              <a:ext uri="{FF2B5EF4-FFF2-40B4-BE49-F238E27FC236}">
                <a16:creationId xmlns:a16="http://schemas.microsoft.com/office/drawing/2014/main" id="{65930BAA-097E-634F-9E98-E87426CDD5CA}"/>
              </a:ext>
            </a:extLst>
          </p:cNvPr>
          <p:cNvSpPr txBox="1">
            <a:spLocks noChangeArrowheads="1"/>
          </p:cNvSpPr>
          <p:nvPr/>
        </p:nvSpPr>
        <p:spPr bwMode="auto">
          <a:xfrm>
            <a:off x="1770363" y="3598069"/>
            <a:ext cx="1915910"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采用点分十进制记法</a:t>
            </a:r>
          </a:p>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则更加便于使用</a:t>
            </a:r>
          </a:p>
        </p:txBody>
      </p:sp>
      <p:sp>
        <p:nvSpPr>
          <p:cNvPr id="206860" name="Text Box 12">
            <a:extLst>
              <a:ext uri="{FF2B5EF4-FFF2-40B4-BE49-F238E27FC236}">
                <a16:creationId xmlns:a16="http://schemas.microsoft.com/office/drawing/2014/main" id="{8547E406-B4DC-7840-AD65-9C1F86DA4AF2}"/>
              </a:ext>
            </a:extLst>
          </p:cNvPr>
          <p:cNvSpPr txBox="1">
            <a:spLocks noChangeArrowheads="1"/>
          </p:cNvSpPr>
          <p:nvPr/>
        </p:nvSpPr>
        <p:spPr bwMode="auto">
          <a:xfrm>
            <a:off x="5285185" y="3725466"/>
            <a:ext cx="1241174" cy="323165"/>
          </a:xfrm>
          <a:prstGeom prst="rect">
            <a:avLst/>
          </a:prstGeom>
          <a:noFill/>
          <a:ln w="9525">
            <a:solidFill>
              <a:srgbClr val="333399"/>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128.11.3.31 </a:t>
            </a:r>
          </a:p>
        </p:txBody>
      </p:sp>
      <p:sp>
        <p:nvSpPr>
          <p:cNvPr id="206861" name="AutoShape 13">
            <a:extLst>
              <a:ext uri="{FF2B5EF4-FFF2-40B4-BE49-F238E27FC236}">
                <a16:creationId xmlns:a16="http://schemas.microsoft.com/office/drawing/2014/main" id="{77BE2B00-4F83-5943-8741-E6D1A6D55D6C}"/>
              </a:ext>
            </a:extLst>
          </p:cNvPr>
          <p:cNvSpPr>
            <a:spLocks/>
          </p:cNvSpPr>
          <p:nvPr/>
        </p:nvSpPr>
        <p:spPr bwMode="auto">
          <a:xfrm rot="16200000">
            <a:off x="4417814" y="2255639"/>
            <a:ext cx="194072" cy="762000"/>
          </a:xfrm>
          <a:prstGeom prst="leftBrace">
            <a:avLst>
              <a:gd name="adj1" fmla="val 32720"/>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6862" name="AutoShape 14">
            <a:extLst>
              <a:ext uri="{FF2B5EF4-FFF2-40B4-BE49-F238E27FC236}">
                <a16:creationId xmlns:a16="http://schemas.microsoft.com/office/drawing/2014/main" id="{9B94E92C-9BD0-E142-96DE-BDA5CFC23704}"/>
              </a:ext>
            </a:extLst>
          </p:cNvPr>
          <p:cNvSpPr>
            <a:spLocks/>
          </p:cNvSpPr>
          <p:nvPr/>
        </p:nvSpPr>
        <p:spPr bwMode="auto">
          <a:xfrm rot="16200000">
            <a:off x="5278636" y="2265164"/>
            <a:ext cx="194072" cy="742950"/>
          </a:xfrm>
          <a:prstGeom prst="leftBrace">
            <a:avLst>
              <a:gd name="adj1" fmla="val 31902"/>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6863" name="AutoShape 15">
            <a:extLst>
              <a:ext uri="{FF2B5EF4-FFF2-40B4-BE49-F238E27FC236}">
                <a16:creationId xmlns:a16="http://schemas.microsoft.com/office/drawing/2014/main" id="{C22AF652-0A1A-CE45-9A16-22EE63BA0280}"/>
              </a:ext>
            </a:extLst>
          </p:cNvPr>
          <p:cNvSpPr>
            <a:spLocks/>
          </p:cNvSpPr>
          <p:nvPr/>
        </p:nvSpPr>
        <p:spPr bwMode="auto">
          <a:xfrm rot="16200000">
            <a:off x="6223993" y="2252068"/>
            <a:ext cx="134541" cy="773906"/>
          </a:xfrm>
          <a:prstGeom prst="leftBrace">
            <a:avLst>
              <a:gd name="adj1" fmla="val 34407"/>
              <a:gd name="adj2" fmla="val 50000"/>
            </a:avLst>
          </a:prstGeom>
          <a:noFill/>
          <a:ln w="2794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6864" name="AutoShape 16">
            <a:extLst>
              <a:ext uri="{FF2B5EF4-FFF2-40B4-BE49-F238E27FC236}">
                <a16:creationId xmlns:a16="http://schemas.microsoft.com/office/drawing/2014/main" id="{1C805E79-4D78-1F47-BC13-E5E8D6325D01}"/>
              </a:ext>
            </a:extLst>
          </p:cNvPr>
          <p:cNvSpPr>
            <a:spLocks/>
          </p:cNvSpPr>
          <p:nvPr/>
        </p:nvSpPr>
        <p:spPr bwMode="auto">
          <a:xfrm rot="16200000">
            <a:off x="7053858" y="2272308"/>
            <a:ext cx="166688" cy="701279"/>
          </a:xfrm>
          <a:prstGeom prst="leftBrace">
            <a:avLst>
              <a:gd name="adj1" fmla="val 34397"/>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6865" name="Text Box 17">
            <a:extLst>
              <a:ext uri="{FF2B5EF4-FFF2-40B4-BE49-F238E27FC236}">
                <a16:creationId xmlns:a16="http://schemas.microsoft.com/office/drawing/2014/main" id="{4B6EB6FE-63BC-A642-9864-D2DD4C70A54F}"/>
              </a:ext>
            </a:extLst>
          </p:cNvPr>
          <p:cNvSpPr txBox="1">
            <a:spLocks noChangeArrowheads="1"/>
          </p:cNvSpPr>
          <p:nvPr/>
        </p:nvSpPr>
        <p:spPr bwMode="auto">
          <a:xfrm>
            <a:off x="4248150" y="2868216"/>
            <a:ext cx="325614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128 </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        11                3             31 </a:t>
            </a:r>
          </a:p>
        </p:txBody>
      </p:sp>
      <p:grpSp>
        <p:nvGrpSpPr>
          <p:cNvPr id="206879" name="Group 31">
            <a:extLst>
              <a:ext uri="{FF2B5EF4-FFF2-40B4-BE49-F238E27FC236}">
                <a16:creationId xmlns:a16="http://schemas.microsoft.com/office/drawing/2014/main" id="{A5C339C3-071F-7345-AC3D-106344F6F49B}"/>
              </a:ext>
            </a:extLst>
          </p:cNvPr>
          <p:cNvGrpSpPr>
            <a:grpSpLocks/>
          </p:cNvGrpSpPr>
          <p:nvPr/>
        </p:nvGrpSpPr>
        <p:grpSpPr bwMode="auto">
          <a:xfrm>
            <a:off x="4518422" y="3107532"/>
            <a:ext cx="2641997" cy="621506"/>
            <a:chOff x="2835" y="2610"/>
            <a:chExt cx="2219" cy="522"/>
          </a:xfrm>
        </p:grpSpPr>
        <p:sp>
          <p:nvSpPr>
            <p:cNvPr id="95251" name="Line 18">
              <a:extLst>
                <a:ext uri="{FF2B5EF4-FFF2-40B4-BE49-F238E27FC236}">
                  <a16:creationId xmlns:a16="http://schemas.microsoft.com/office/drawing/2014/main" id="{1006C776-AD8E-1144-B0A6-A220679F2F9E}"/>
                </a:ext>
              </a:extLst>
            </p:cNvPr>
            <p:cNvSpPr>
              <a:spLocks noChangeShapeType="1"/>
            </p:cNvSpPr>
            <p:nvPr/>
          </p:nvSpPr>
          <p:spPr bwMode="auto">
            <a:xfrm>
              <a:off x="2835" y="2659"/>
              <a:ext cx="845" cy="473"/>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5252" name="Line 19">
              <a:extLst>
                <a:ext uri="{FF2B5EF4-FFF2-40B4-BE49-F238E27FC236}">
                  <a16:creationId xmlns:a16="http://schemas.microsoft.com/office/drawing/2014/main" id="{40153235-06F2-794F-A8E9-D2BED9EF5802}"/>
                </a:ext>
              </a:extLst>
            </p:cNvPr>
            <p:cNvSpPr>
              <a:spLocks noChangeShapeType="1"/>
            </p:cNvSpPr>
            <p:nvPr/>
          </p:nvSpPr>
          <p:spPr bwMode="auto">
            <a:xfrm flipH="1">
              <a:off x="4316" y="2623"/>
              <a:ext cx="738" cy="49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5253" name="Line 20">
              <a:extLst>
                <a:ext uri="{FF2B5EF4-FFF2-40B4-BE49-F238E27FC236}">
                  <a16:creationId xmlns:a16="http://schemas.microsoft.com/office/drawing/2014/main" id="{FD725D4E-A0C5-B941-8FBD-92F3CEC77F66}"/>
                </a:ext>
              </a:extLst>
            </p:cNvPr>
            <p:cNvSpPr>
              <a:spLocks noChangeShapeType="1"/>
            </p:cNvSpPr>
            <p:nvPr/>
          </p:nvSpPr>
          <p:spPr bwMode="auto">
            <a:xfrm>
              <a:off x="3560" y="2614"/>
              <a:ext cx="382" cy="50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5254" name="Line 21">
              <a:extLst>
                <a:ext uri="{FF2B5EF4-FFF2-40B4-BE49-F238E27FC236}">
                  <a16:creationId xmlns:a16="http://schemas.microsoft.com/office/drawing/2014/main" id="{9D069DED-E995-2C42-943D-7BF86FA483B0}"/>
                </a:ext>
              </a:extLst>
            </p:cNvPr>
            <p:cNvSpPr>
              <a:spLocks noChangeShapeType="1"/>
            </p:cNvSpPr>
            <p:nvPr/>
          </p:nvSpPr>
          <p:spPr bwMode="auto">
            <a:xfrm flipH="1">
              <a:off x="4117" y="2610"/>
              <a:ext cx="257" cy="515"/>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sp>
        <p:nvSpPr>
          <p:cNvPr id="206870" name="Text Box 22">
            <a:extLst>
              <a:ext uri="{FF2B5EF4-FFF2-40B4-BE49-F238E27FC236}">
                <a16:creationId xmlns:a16="http://schemas.microsoft.com/office/drawing/2014/main" id="{F35FC357-9EA3-2D41-9310-A05746D3F562}"/>
              </a:ext>
            </a:extLst>
          </p:cNvPr>
          <p:cNvSpPr txBox="1">
            <a:spLocks noChangeArrowheads="1"/>
          </p:cNvSpPr>
          <p:nvPr/>
        </p:nvSpPr>
        <p:spPr bwMode="auto">
          <a:xfrm>
            <a:off x="1711058" y="2733675"/>
            <a:ext cx="195117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将每 </a:t>
            </a:r>
            <a:r>
              <a:rPr kumimoji="1" lang="en-US" altLang="zh-CN" sz="1500">
                <a:latin typeface="微软雅黑" panose="020B0503020204020204" pitchFamily="34" charset="-122"/>
                <a:ea typeface="宋体" panose="02010600030101010101" pitchFamily="2" charset="-122"/>
              </a:rPr>
              <a:t>8 </a:t>
            </a:r>
            <a:r>
              <a:rPr kumimoji="1" lang="zh-CN" altLang="en-US" sz="1500">
                <a:latin typeface="微软雅黑" panose="020B0503020204020204" pitchFamily="34" charset="-122"/>
                <a:ea typeface="宋体" panose="02010600030101010101" pitchFamily="2" charset="-122"/>
              </a:rPr>
              <a:t>位的二进制数</a:t>
            </a:r>
          </a:p>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转换为十进制数</a:t>
            </a:r>
          </a:p>
        </p:txBody>
      </p:sp>
      <p:sp>
        <p:nvSpPr>
          <p:cNvPr id="206871" name="Line 23">
            <a:extLst>
              <a:ext uri="{FF2B5EF4-FFF2-40B4-BE49-F238E27FC236}">
                <a16:creationId xmlns:a16="http://schemas.microsoft.com/office/drawing/2014/main" id="{0EA2A14C-DB3F-EB47-92C4-E45CDC4080E8}"/>
              </a:ext>
            </a:extLst>
          </p:cNvPr>
          <p:cNvSpPr>
            <a:spLocks noChangeShapeType="1"/>
          </p:cNvSpPr>
          <p:nvPr/>
        </p:nvSpPr>
        <p:spPr bwMode="auto">
          <a:xfrm flipV="1">
            <a:off x="3586163" y="3014663"/>
            <a:ext cx="667941" cy="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06872" name="Line 24">
            <a:extLst>
              <a:ext uri="{FF2B5EF4-FFF2-40B4-BE49-F238E27FC236}">
                <a16:creationId xmlns:a16="http://schemas.microsoft.com/office/drawing/2014/main" id="{66DE6FBD-4785-4D43-B816-914DEE8E3725}"/>
              </a:ext>
            </a:extLst>
          </p:cNvPr>
          <p:cNvSpPr>
            <a:spLocks noChangeShapeType="1"/>
          </p:cNvSpPr>
          <p:nvPr/>
        </p:nvSpPr>
        <p:spPr bwMode="auto">
          <a:xfrm>
            <a:off x="3612357" y="3889772"/>
            <a:ext cx="1479947" cy="0"/>
          </a:xfrm>
          <a:prstGeom prst="line">
            <a:avLst/>
          </a:prstGeom>
          <a:noFill/>
          <a:ln w="762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5247" name="Rectangle 32">
            <a:extLst>
              <a:ext uri="{FF2B5EF4-FFF2-40B4-BE49-F238E27FC236}">
                <a16:creationId xmlns:a16="http://schemas.microsoft.com/office/drawing/2014/main" id="{A8B9885E-415E-304D-AF41-96081AE96858}"/>
              </a:ext>
            </a:extLst>
          </p:cNvPr>
          <p:cNvSpPr>
            <a:spLocks noChangeArrowheads="1"/>
          </p:cNvSpPr>
          <p:nvPr/>
        </p:nvSpPr>
        <p:spPr bwMode="auto">
          <a:xfrm>
            <a:off x="4935141" y="2339579"/>
            <a:ext cx="53578" cy="189309"/>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5248" name="Rectangle 33">
            <a:extLst>
              <a:ext uri="{FF2B5EF4-FFF2-40B4-BE49-F238E27FC236}">
                <a16:creationId xmlns:a16="http://schemas.microsoft.com/office/drawing/2014/main" id="{75772651-B76B-0A45-868B-3AF63E441026}"/>
              </a:ext>
            </a:extLst>
          </p:cNvPr>
          <p:cNvSpPr>
            <a:spLocks noChangeArrowheads="1"/>
          </p:cNvSpPr>
          <p:nvPr/>
        </p:nvSpPr>
        <p:spPr bwMode="auto">
          <a:xfrm>
            <a:off x="6704410" y="2339579"/>
            <a:ext cx="53578" cy="161925"/>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5249" name="Rectangle 34">
            <a:extLst>
              <a:ext uri="{FF2B5EF4-FFF2-40B4-BE49-F238E27FC236}">
                <a16:creationId xmlns:a16="http://schemas.microsoft.com/office/drawing/2014/main" id="{35C8733E-F4BE-F34E-8527-2423A20E896A}"/>
              </a:ext>
            </a:extLst>
          </p:cNvPr>
          <p:cNvSpPr>
            <a:spLocks noChangeArrowheads="1"/>
          </p:cNvSpPr>
          <p:nvPr/>
        </p:nvSpPr>
        <p:spPr bwMode="auto">
          <a:xfrm>
            <a:off x="5813823" y="2339579"/>
            <a:ext cx="54769" cy="200025"/>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5250" name="幻灯片编号占位符 1">
            <a:extLst>
              <a:ext uri="{FF2B5EF4-FFF2-40B4-BE49-F238E27FC236}">
                <a16:creationId xmlns:a16="http://schemas.microsoft.com/office/drawing/2014/main" id="{3B292577-0D36-894C-81AA-5273369A5BA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0DB5CB9-278C-5343-ABA1-5BED994C00CD}"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26412041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0687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0686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06870"/>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206871"/>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06861"/>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06862"/>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06863"/>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06864"/>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06859"/>
                                        </p:tgtEl>
                                        <p:attrNameLst>
                                          <p:attrName>style.visibility</p:attrName>
                                        </p:attrNameLst>
                                      </p:cBhvr>
                                      <p:to>
                                        <p:strVal val="visible"/>
                                      </p:to>
                                    </p:set>
                                  </p:childTnLst>
                                </p:cTn>
                              </p:par>
                            </p:childTnLst>
                          </p:cTn>
                        </p:par>
                        <p:par>
                          <p:cTn id="27" fill="hold" nodeType="afterGroup">
                            <p:stCondLst>
                              <p:cond delay="0"/>
                            </p:stCondLst>
                            <p:childTnLst>
                              <p:par>
                                <p:cTn id="28" presetID="22" presetClass="entr" presetSubtype="1" fill="hold" nodeType="afterEffect">
                                  <p:stCondLst>
                                    <p:cond delay="0"/>
                                  </p:stCondLst>
                                  <p:childTnLst>
                                    <p:set>
                                      <p:cBhvr>
                                        <p:cTn id="29" dur="1" fill="hold">
                                          <p:stCondLst>
                                            <p:cond delay="0"/>
                                          </p:stCondLst>
                                        </p:cTn>
                                        <p:tgtEl>
                                          <p:spTgt spid="206879"/>
                                        </p:tgtEl>
                                        <p:attrNameLst>
                                          <p:attrName>style.visibility</p:attrName>
                                        </p:attrNameLst>
                                      </p:cBhvr>
                                      <p:to>
                                        <p:strVal val="visible"/>
                                      </p:to>
                                    </p:set>
                                    <p:animEffect transition="in" filter="wipe(up)">
                                      <p:cBhvr>
                                        <p:cTn id="30" dur="500"/>
                                        <p:tgtEl>
                                          <p:spTgt spid="206879"/>
                                        </p:tgtEl>
                                      </p:cBhvr>
                                    </p:animEffect>
                                  </p:childTnLst>
                                </p:cTn>
                              </p:par>
                              <p:par>
                                <p:cTn id="31" presetID="22" presetClass="entr" presetSubtype="8" fill="hold" nodeType="withEffect">
                                  <p:stCondLst>
                                    <p:cond delay="0"/>
                                  </p:stCondLst>
                                  <p:childTnLst>
                                    <p:set>
                                      <p:cBhvr>
                                        <p:cTn id="32" dur="1" fill="hold">
                                          <p:stCondLst>
                                            <p:cond delay="0"/>
                                          </p:stCondLst>
                                        </p:cTn>
                                        <p:tgtEl>
                                          <p:spTgt spid="206872"/>
                                        </p:tgtEl>
                                        <p:attrNameLst>
                                          <p:attrName>style.visibility</p:attrName>
                                        </p:attrNameLst>
                                      </p:cBhvr>
                                      <p:to>
                                        <p:strVal val="visible"/>
                                      </p:to>
                                    </p:set>
                                    <p:animEffect transition="in" filter="wipe(left)">
                                      <p:cBhvr>
                                        <p:cTn id="33" dur="500"/>
                                        <p:tgtEl>
                                          <p:spTgt spid="206872"/>
                                        </p:tgtEl>
                                      </p:cBhvr>
                                    </p:animEffect>
                                  </p:childTnLst>
                                </p:cTn>
                              </p:par>
                            </p:childTnLst>
                          </p:cTn>
                        </p:par>
                        <p:par>
                          <p:cTn id="34" fill="hold" nodeType="afterGroup">
                            <p:stCondLst>
                              <p:cond delay="500"/>
                            </p:stCondLst>
                            <p:childTnLst>
                              <p:par>
                                <p:cTn id="35" presetID="1" presetClass="entr" presetSubtype="0" fill="hold" grpId="0" nodeType="afterEffect">
                                  <p:stCondLst>
                                    <p:cond delay="0"/>
                                  </p:stCondLst>
                                  <p:childTnLst>
                                    <p:set>
                                      <p:cBhvr>
                                        <p:cTn id="36" dur="1" fill="hold">
                                          <p:stCondLst>
                                            <p:cond delay="0"/>
                                          </p:stCondLst>
                                        </p:cTn>
                                        <p:tgtEl>
                                          <p:spTgt spid="20686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6859" grpId="0"/>
      <p:bldP spid="206860" grpId="0" animBg="1"/>
      <p:bldP spid="206861" grpId="0" animBg="1"/>
      <p:bldP spid="206862" grpId="0" animBg="1"/>
      <p:bldP spid="206863" grpId="0" animBg="1"/>
      <p:bldP spid="206864" grpId="0" animBg="1"/>
      <p:bldP spid="206865" grpId="0"/>
      <p:bldP spid="206870"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1" name="Rectangle 2">
            <a:extLst>
              <a:ext uri="{FF2B5EF4-FFF2-40B4-BE49-F238E27FC236}">
                <a16:creationId xmlns:a16="http://schemas.microsoft.com/office/drawing/2014/main" id="{2331A37A-893D-2F48-A0A4-C23DE6E03244}"/>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2. </a:t>
            </a:r>
            <a:r>
              <a:rPr lang="zh-CN" altLang="en-US" dirty="0">
                <a:latin typeface="Times New Roman" panose="02020603050405020304" pitchFamily="18" charset="0"/>
                <a:ea typeface="宋体" panose="02010600030101010101" pitchFamily="2" charset="-122"/>
              </a:rPr>
              <a:t>常用的三种类别的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 </a:t>
            </a:r>
          </a:p>
        </p:txBody>
      </p:sp>
      <p:sp>
        <p:nvSpPr>
          <p:cNvPr id="97282" name="Text Box 4">
            <a:extLst>
              <a:ext uri="{FF2B5EF4-FFF2-40B4-BE49-F238E27FC236}">
                <a16:creationId xmlns:a16="http://schemas.microsoft.com/office/drawing/2014/main" id="{032EA4C8-289D-B445-9807-C8EB40A764A2}"/>
              </a:ext>
            </a:extLst>
          </p:cNvPr>
          <p:cNvSpPr txBox="1">
            <a:spLocks noChangeArrowheads="1"/>
          </p:cNvSpPr>
          <p:nvPr/>
        </p:nvSpPr>
        <p:spPr bwMode="auto">
          <a:xfrm>
            <a:off x="3022998" y="1354931"/>
            <a:ext cx="2480103"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地址的使用范围</a:t>
            </a:r>
            <a:r>
              <a:rPr lang="zh-CN" altLang="en-US" sz="2100">
                <a:latin typeface="Tahoma" panose="020B0604030504040204" pitchFamily="34" charset="0"/>
                <a:ea typeface="宋体" panose="02010600030101010101" pitchFamily="2" charset="-122"/>
                <a:cs typeface="黑体" panose="02010609060101010101" pitchFamily="49" charset="-122"/>
              </a:rPr>
              <a:t> </a:t>
            </a:r>
          </a:p>
        </p:txBody>
      </p:sp>
      <p:sp>
        <p:nvSpPr>
          <p:cNvPr id="97283" name="Text Box 5">
            <a:extLst>
              <a:ext uri="{FF2B5EF4-FFF2-40B4-BE49-F238E27FC236}">
                <a16:creationId xmlns:a16="http://schemas.microsoft.com/office/drawing/2014/main" id="{81D54FC0-A643-7C41-822F-DDCD0CB82ADC}"/>
              </a:ext>
            </a:extLst>
          </p:cNvPr>
          <p:cNvSpPr txBox="1">
            <a:spLocks noChangeArrowheads="1"/>
          </p:cNvSpPr>
          <p:nvPr/>
        </p:nvSpPr>
        <p:spPr bwMode="auto">
          <a:xfrm>
            <a:off x="1277541" y="1815703"/>
            <a:ext cx="6426994" cy="2294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800">
                <a:latin typeface="Arial" panose="020B0604020202020204" pitchFamily="34" charset="0"/>
                <a:ea typeface="宋体" panose="02010600030101010101" pitchFamily="2" charset="-122"/>
                <a:cs typeface="黑体" panose="02010609060101010101" pitchFamily="49" charset="-122"/>
              </a:rPr>
              <a:t>网络        最大                  第一个       最后一个         每个网络</a:t>
            </a:r>
          </a:p>
          <a:p>
            <a:pPr eaLnBrk="1" hangingPunct="1">
              <a:spcBef>
                <a:spcPct val="0"/>
              </a:spcBef>
              <a:buClrTx/>
              <a:buSzTx/>
              <a:buFontTx/>
              <a:buNone/>
            </a:pPr>
            <a:r>
              <a:rPr lang="zh-CN" altLang="en-US" sz="1800">
                <a:latin typeface="Arial" panose="020B0604020202020204" pitchFamily="34" charset="0"/>
                <a:ea typeface="宋体" panose="02010600030101010101" pitchFamily="2" charset="-122"/>
                <a:cs typeface="黑体" panose="02010609060101010101" pitchFamily="49" charset="-122"/>
              </a:rPr>
              <a:t>类别      网络数                可用的         可用的           中最大的  </a:t>
            </a:r>
          </a:p>
          <a:p>
            <a:pPr eaLnBrk="1" hangingPunct="1">
              <a:spcBef>
                <a:spcPct val="0"/>
              </a:spcBef>
              <a:spcAft>
                <a:spcPct val="70000"/>
              </a:spcAft>
              <a:buClrTx/>
              <a:buSzTx/>
              <a:buFontTx/>
              <a:buNone/>
            </a:pPr>
            <a:r>
              <a:rPr lang="zh-CN" altLang="en-US" sz="1800">
                <a:latin typeface="Arial" panose="020B0604020202020204" pitchFamily="34" charset="0"/>
                <a:ea typeface="宋体" panose="02010600030101010101" pitchFamily="2" charset="-122"/>
                <a:cs typeface="黑体" panose="02010609060101010101" pitchFamily="49" charset="-122"/>
              </a:rPr>
              <a:t>                                        网络号         网络号             主机数</a:t>
            </a:r>
          </a:p>
          <a:p>
            <a:pPr eaLnBrk="1" hangingPunct="1">
              <a:spcBef>
                <a:spcPct val="25000"/>
              </a:spcBef>
              <a:buClrTx/>
              <a:buSzTx/>
              <a:buFontTx/>
              <a:buNone/>
            </a:pPr>
            <a:r>
              <a:rPr lang="zh-CN" altLang="en-US" sz="1800">
                <a:latin typeface="Arial" panose="020B0604020202020204" pitchFamily="34" charset="0"/>
                <a:ea typeface="宋体" panose="02010600030101010101" pitchFamily="2" charset="-122"/>
                <a:cs typeface="黑体" panose="02010609060101010101" pitchFamily="49" charset="-122"/>
              </a:rPr>
              <a:t> </a:t>
            </a:r>
            <a:r>
              <a:rPr lang="en-US" altLang="zh-CN" sz="1800">
                <a:latin typeface="Arial" panose="020B0604020202020204" pitchFamily="34" charset="0"/>
                <a:ea typeface="宋体" panose="02010600030101010101" pitchFamily="2" charset="-122"/>
                <a:cs typeface="黑体" panose="02010609060101010101" pitchFamily="49" charset="-122"/>
              </a:rPr>
              <a:t>A      </a:t>
            </a:r>
            <a:r>
              <a:rPr lang="en-US" altLang="zh-CN" sz="1800">
                <a:solidFill>
                  <a:srgbClr val="C00000"/>
                </a:solidFill>
                <a:latin typeface="Arial" panose="020B0604020202020204" pitchFamily="34" charset="0"/>
                <a:ea typeface="宋体" panose="02010600030101010101" pitchFamily="2" charset="-122"/>
                <a:cs typeface="黑体" panose="02010609060101010101" pitchFamily="49" charset="-122"/>
              </a:rPr>
              <a:t>126</a:t>
            </a:r>
            <a:r>
              <a:rPr lang="en-US" altLang="zh-CN" sz="1800">
                <a:latin typeface="Arial" panose="020B0604020202020204" pitchFamily="34" charset="0"/>
                <a:ea typeface="宋体" panose="02010600030101010101" pitchFamily="2" charset="-122"/>
                <a:cs typeface="黑体" panose="02010609060101010101" pitchFamily="49" charset="-122"/>
              </a:rPr>
              <a:t> (2</a:t>
            </a:r>
            <a:r>
              <a:rPr lang="en-US" altLang="zh-CN" sz="1800" baseline="30000">
                <a:latin typeface="Arial" panose="020B0604020202020204" pitchFamily="34" charset="0"/>
                <a:ea typeface="宋体" panose="02010600030101010101" pitchFamily="2" charset="-122"/>
                <a:cs typeface="黑体" panose="02010609060101010101" pitchFamily="49" charset="-122"/>
              </a:rPr>
              <a:t>7</a:t>
            </a:r>
            <a:r>
              <a:rPr lang="en-US" altLang="zh-CN" sz="1800">
                <a:latin typeface="Arial" panose="020B0604020202020204" pitchFamily="34" charset="0"/>
                <a:ea typeface="宋体" panose="02010600030101010101" pitchFamily="2" charset="-122"/>
                <a:cs typeface="黑体" panose="02010609060101010101" pitchFamily="49" charset="-122"/>
              </a:rPr>
              <a:t> – 2)            1              126                16,777,214</a:t>
            </a:r>
          </a:p>
          <a:p>
            <a:pPr eaLnBrk="1" hangingPunct="1">
              <a:spcBef>
                <a:spcPct val="50000"/>
              </a:spcBef>
              <a:buClrTx/>
              <a:buSzTx/>
              <a:buFontTx/>
              <a:buNone/>
            </a:pPr>
            <a:r>
              <a:rPr lang="en-US" altLang="zh-CN" sz="1800">
                <a:latin typeface="Arial" panose="020B0604020202020204" pitchFamily="34" charset="0"/>
                <a:ea typeface="宋体" panose="02010600030101010101" pitchFamily="2" charset="-122"/>
                <a:cs typeface="黑体" panose="02010609060101010101" pitchFamily="49" charset="-122"/>
              </a:rPr>
              <a:t> B      </a:t>
            </a:r>
            <a:r>
              <a:rPr lang="en-US" altLang="zh-CN" sz="1800">
                <a:solidFill>
                  <a:srgbClr val="C00000"/>
                </a:solidFill>
                <a:latin typeface="Arial" panose="020B0604020202020204" pitchFamily="34" charset="0"/>
                <a:ea typeface="宋体" panose="02010600030101010101" pitchFamily="2" charset="-122"/>
                <a:cs typeface="黑体" panose="02010609060101010101" pitchFamily="49" charset="-122"/>
              </a:rPr>
              <a:t>16,383</a:t>
            </a:r>
            <a:r>
              <a:rPr lang="en-US" altLang="zh-CN" sz="1800">
                <a:latin typeface="Arial" panose="020B0604020202020204" pitchFamily="34" charset="0"/>
                <a:ea typeface="宋体" panose="02010600030101010101" pitchFamily="2" charset="-122"/>
                <a:cs typeface="黑体" panose="02010609060101010101" pitchFamily="49" charset="-122"/>
              </a:rPr>
              <a:t>(2</a:t>
            </a:r>
            <a:r>
              <a:rPr lang="en-US" altLang="zh-CN" sz="1800" baseline="30000">
                <a:latin typeface="Arial" panose="020B0604020202020204" pitchFamily="34" charset="0"/>
                <a:ea typeface="宋体" panose="02010600030101010101" pitchFamily="2" charset="-122"/>
                <a:cs typeface="黑体" panose="02010609060101010101" pitchFamily="49" charset="-122"/>
              </a:rPr>
              <a:t>14</a:t>
            </a:r>
            <a:r>
              <a:rPr lang="en-US" altLang="zh-CN" sz="1800">
                <a:latin typeface="Arial" panose="020B0604020202020204" pitchFamily="34" charset="0"/>
                <a:ea typeface="宋体" panose="02010600030101010101" pitchFamily="2" charset="-122"/>
                <a:cs typeface="黑体" panose="02010609060101010101" pitchFamily="49" charset="-122"/>
              </a:rPr>
              <a:t> </a:t>
            </a:r>
            <a:r>
              <a:rPr lang="en-US" altLang="zh-CN" sz="1800">
                <a:latin typeface="Arial" panose="020B0604020202020204" pitchFamily="34" charset="0"/>
                <a:ea typeface="宋体" panose="02010600030101010101" pitchFamily="2" charset="-122"/>
                <a:cs typeface="黑体" panose="02010609060101010101" pitchFamily="49" charset="-122"/>
                <a:sym typeface="Symbol" pitchFamily="2" charset="2"/>
              </a:rPr>
              <a:t> 1</a:t>
            </a:r>
            <a:r>
              <a:rPr lang="en-US" altLang="zh-CN" sz="1800">
                <a:latin typeface="Arial" panose="020B0604020202020204" pitchFamily="34" charset="0"/>
                <a:ea typeface="宋体" panose="02010600030101010101" pitchFamily="2" charset="-122"/>
                <a:cs typeface="黑体" panose="02010609060101010101" pitchFamily="49" charset="-122"/>
              </a:rPr>
              <a:t>)      128.1       191.255                 65,534</a:t>
            </a:r>
          </a:p>
          <a:p>
            <a:pPr eaLnBrk="1" hangingPunct="1">
              <a:spcBef>
                <a:spcPct val="50000"/>
              </a:spcBef>
              <a:buClrTx/>
              <a:buSzTx/>
              <a:buFontTx/>
              <a:buNone/>
            </a:pPr>
            <a:r>
              <a:rPr lang="en-US" altLang="zh-CN" sz="1800">
                <a:latin typeface="Arial" panose="020B0604020202020204" pitchFamily="34" charset="0"/>
                <a:ea typeface="宋体" panose="02010600030101010101" pitchFamily="2" charset="-122"/>
                <a:cs typeface="黑体" panose="02010609060101010101" pitchFamily="49" charset="-122"/>
              </a:rPr>
              <a:t> C     </a:t>
            </a:r>
            <a:r>
              <a:rPr lang="en-US" altLang="zh-CN" sz="1800">
                <a:solidFill>
                  <a:srgbClr val="C00000"/>
                </a:solidFill>
                <a:latin typeface="Arial" panose="020B0604020202020204" pitchFamily="34" charset="0"/>
                <a:ea typeface="宋体" panose="02010600030101010101" pitchFamily="2" charset="-122"/>
                <a:cs typeface="黑体" panose="02010609060101010101" pitchFamily="49" charset="-122"/>
              </a:rPr>
              <a:t>2,097,151</a:t>
            </a:r>
            <a:r>
              <a:rPr lang="en-US" altLang="zh-CN" sz="1800">
                <a:latin typeface="Arial" panose="020B0604020202020204" pitchFamily="34" charset="0"/>
                <a:ea typeface="宋体" panose="02010600030101010101" pitchFamily="2" charset="-122"/>
                <a:cs typeface="黑体" panose="02010609060101010101" pitchFamily="49" charset="-122"/>
              </a:rPr>
              <a:t> (2</a:t>
            </a:r>
            <a:r>
              <a:rPr lang="en-US" altLang="zh-CN" sz="1800" baseline="30000">
                <a:latin typeface="Arial" panose="020B0604020202020204" pitchFamily="34" charset="0"/>
                <a:ea typeface="宋体" panose="02010600030101010101" pitchFamily="2" charset="-122"/>
                <a:cs typeface="黑体" panose="02010609060101010101" pitchFamily="49" charset="-122"/>
              </a:rPr>
              <a:t>21 </a:t>
            </a:r>
            <a:r>
              <a:rPr lang="en-US" altLang="zh-CN" sz="1800">
                <a:latin typeface="Tahoma" panose="020B0604030504040204" pitchFamily="34" charset="0"/>
                <a:ea typeface="宋体" panose="02010600030101010101" pitchFamily="2" charset="-122"/>
                <a:cs typeface="黑体" panose="02010609060101010101" pitchFamily="49" charset="-122"/>
                <a:sym typeface="Symbol" pitchFamily="2" charset="2"/>
              </a:rPr>
              <a:t> </a:t>
            </a:r>
            <a:r>
              <a:rPr lang="en-US" altLang="zh-CN" sz="1800">
                <a:latin typeface="Arial" panose="020B0604020202020204" pitchFamily="34" charset="0"/>
                <a:ea typeface="宋体" panose="02010600030101010101" pitchFamily="2" charset="-122"/>
                <a:cs typeface="黑体" panose="02010609060101010101" pitchFamily="49" charset="-122"/>
                <a:sym typeface="Symbol" pitchFamily="2" charset="2"/>
              </a:rPr>
              <a:t>1</a:t>
            </a:r>
            <a:r>
              <a:rPr lang="en-US" altLang="zh-CN" sz="1800">
                <a:latin typeface="Arial" panose="020B0604020202020204" pitchFamily="34" charset="0"/>
                <a:ea typeface="宋体" panose="02010600030101010101" pitchFamily="2" charset="-122"/>
                <a:cs typeface="黑体" panose="02010609060101010101" pitchFamily="49" charset="-122"/>
              </a:rPr>
              <a:t>) 192.0.1   223.255.255                254</a:t>
            </a:r>
          </a:p>
        </p:txBody>
      </p:sp>
      <p:sp>
        <p:nvSpPr>
          <p:cNvPr id="97284" name="Line 6">
            <a:extLst>
              <a:ext uri="{FF2B5EF4-FFF2-40B4-BE49-F238E27FC236}">
                <a16:creationId xmlns:a16="http://schemas.microsoft.com/office/drawing/2014/main" id="{B265BBE6-F98B-4247-8564-4CBBFFE0336D}"/>
              </a:ext>
            </a:extLst>
          </p:cNvPr>
          <p:cNvSpPr>
            <a:spLocks noChangeShapeType="1"/>
          </p:cNvSpPr>
          <p:nvPr/>
        </p:nvSpPr>
        <p:spPr bwMode="auto">
          <a:xfrm>
            <a:off x="1277542" y="2787254"/>
            <a:ext cx="6535340" cy="0"/>
          </a:xfrm>
          <a:prstGeom prst="line">
            <a:avLst/>
          </a:prstGeom>
          <a:noFill/>
          <a:ln w="28575">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285" name="Line 7">
            <a:extLst>
              <a:ext uri="{FF2B5EF4-FFF2-40B4-BE49-F238E27FC236}">
                <a16:creationId xmlns:a16="http://schemas.microsoft.com/office/drawing/2014/main" id="{F28AFD25-20B4-D447-B679-4191DDD9EBD2}"/>
              </a:ext>
            </a:extLst>
          </p:cNvPr>
          <p:cNvSpPr>
            <a:spLocks noChangeShapeType="1"/>
          </p:cNvSpPr>
          <p:nvPr/>
        </p:nvSpPr>
        <p:spPr bwMode="auto">
          <a:xfrm rot="16200000">
            <a:off x="629841" y="3003947"/>
            <a:ext cx="2483644"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286" name="Line 8">
            <a:extLst>
              <a:ext uri="{FF2B5EF4-FFF2-40B4-BE49-F238E27FC236}">
                <a16:creationId xmlns:a16="http://schemas.microsoft.com/office/drawing/2014/main" id="{4DA33933-4C6E-D545-A7F9-29A9BCD457E8}"/>
              </a:ext>
            </a:extLst>
          </p:cNvPr>
          <p:cNvSpPr>
            <a:spLocks noChangeShapeType="1"/>
          </p:cNvSpPr>
          <p:nvPr/>
        </p:nvSpPr>
        <p:spPr bwMode="auto">
          <a:xfrm rot="16200000">
            <a:off x="2574132" y="3003947"/>
            <a:ext cx="2483644"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287" name="Line 9">
            <a:extLst>
              <a:ext uri="{FF2B5EF4-FFF2-40B4-BE49-F238E27FC236}">
                <a16:creationId xmlns:a16="http://schemas.microsoft.com/office/drawing/2014/main" id="{CE2F38F3-36FD-9243-9869-E1DBB720474E}"/>
              </a:ext>
            </a:extLst>
          </p:cNvPr>
          <p:cNvSpPr>
            <a:spLocks noChangeShapeType="1"/>
          </p:cNvSpPr>
          <p:nvPr/>
        </p:nvSpPr>
        <p:spPr bwMode="auto">
          <a:xfrm rot="16200000">
            <a:off x="3438525" y="3003947"/>
            <a:ext cx="2483644"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288" name="Line 10">
            <a:extLst>
              <a:ext uri="{FF2B5EF4-FFF2-40B4-BE49-F238E27FC236}">
                <a16:creationId xmlns:a16="http://schemas.microsoft.com/office/drawing/2014/main" id="{492DB96B-3057-0947-8111-73DC193DB51E}"/>
              </a:ext>
            </a:extLst>
          </p:cNvPr>
          <p:cNvSpPr>
            <a:spLocks noChangeShapeType="1"/>
          </p:cNvSpPr>
          <p:nvPr/>
        </p:nvSpPr>
        <p:spPr bwMode="auto">
          <a:xfrm rot="16200000">
            <a:off x="4895850" y="3003947"/>
            <a:ext cx="2483644"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289" name="Line 11">
            <a:extLst>
              <a:ext uri="{FF2B5EF4-FFF2-40B4-BE49-F238E27FC236}">
                <a16:creationId xmlns:a16="http://schemas.microsoft.com/office/drawing/2014/main" id="{F9DF3E96-E351-A041-9AA0-B0CF45B88FCD}"/>
              </a:ext>
            </a:extLst>
          </p:cNvPr>
          <p:cNvSpPr>
            <a:spLocks noChangeShapeType="1"/>
          </p:cNvSpPr>
          <p:nvPr/>
        </p:nvSpPr>
        <p:spPr bwMode="auto">
          <a:xfrm>
            <a:off x="1277542" y="1762125"/>
            <a:ext cx="6535340" cy="0"/>
          </a:xfrm>
          <a:prstGeom prst="line">
            <a:avLst/>
          </a:prstGeom>
          <a:noFill/>
          <a:ln w="28575">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290" name="Line 12">
            <a:extLst>
              <a:ext uri="{FF2B5EF4-FFF2-40B4-BE49-F238E27FC236}">
                <a16:creationId xmlns:a16="http://schemas.microsoft.com/office/drawing/2014/main" id="{4D113BE4-2CE4-6C41-AAE2-54112CF0E1DB}"/>
              </a:ext>
            </a:extLst>
          </p:cNvPr>
          <p:cNvSpPr>
            <a:spLocks noChangeShapeType="1"/>
          </p:cNvSpPr>
          <p:nvPr/>
        </p:nvSpPr>
        <p:spPr bwMode="auto">
          <a:xfrm>
            <a:off x="1277542" y="4245769"/>
            <a:ext cx="6535340" cy="0"/>
          </a:xfrm>
          <a:prstGeom prst="line">
            <a:avLst/>
          </a:prstGeom>
          <a:noFill/>
          <a:ln w="28575">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291" name="幻灯片编号占位符 1">
            <a:extLst>
              <a:ext uri="{FF2B5EF4-FFF2-40B4-BE49-F238E27FC236}">
                <a16:creationId xmlns:a16="http://schemas.microsoft.com/office/drawing/2014/main" id="{0DC4BE80-EB7A-3541-AA32-D39446AEE5D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A66DD37B-E1CC-9640-8DB9-7BEC4E8C7EC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16116149"/>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29" name="Rectangle 2">
            <a:extLst>
              <a:ext uri="{FF2B5EF4-FFF2-40B4-BE49-F238E27FC236}">
                <a16:creationId xmlns:a16="http://schemas.microsoft.com/office/drawing/2014/main" id="{79AB68EB-44E4-EC44-850F-51876EA575A9}"/>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地址的一些重要特点 </a:t>
            </a:r>
          </a:p>
        </p:txBody>
      </p:sp>
      <p:sp>
        <p:nvSpPr>
          <p:cNvPr id="444419" name="Rectangle 3">
            <a:extLst>
              <a:ext uri="{FF2B5EF4-FFF2-40B4-BE49-F238E27FC236}">
                <a16:creationId xmlns:a16="http://schemas.microsoft.com/office/drawing/2014/main" id="{EB52AEBC-6690-6847-A5FB-8192C5AF7840}"/>
              </a:ext>
            </a:extLst>
          </p:cNvPr>
          <p:cNvSpPr>
            <a:spLocks noGrp="1" noChangeArrowheads="1"/>
          </p:cNvSpPr>
          <p:nvPr>
            <p:ph type="body" idx="1"/>
          </p:nvPr>
        </p:nvSpPr>
        <p:spPr>
          <a:xfrm>
            <a:off x="228600" y="1113235"/>
            <a:ext cx="8709915" cy="3618309"/>
          </a:xfrm>
        </p:spPr>
        <p:txBody>
          <a:bodyPr/>
          <a:lstStyle/>
          <a:p>
            <a:pPr algn="just" eaLnBrk="1" hangingPunct="1">
              <a:buFont typeface="Wingdings" pitchFamily="2" charset="2"/>
              <a:buNone/>
            </a:pPr>
            <a:r>
              <a:rPr lang="en-US" altLang="zh-CN" dirty="0">
                <a:solidFill>
                  <a:schemeClr val="tx1"/>
                </a:solidFill>
                <a:latin typeface="Times New Roman" panose="02020603050405020304" pitchFamily="18" charset="0"/>
                <a:ea typeface="宋体" panose="02010600030101010101" pitchFamily="2" charset="-122"/>
              </a:rPr>
              <a:t>(1)  IP </a:t>
            </a:r>
            <a:r>
              <a:rPr lang="zh-CN" altLang="en-US" dirty="0">
                <a:solidFill>
                  <a:schemeClr val="tx1"/>
                </a:solidFill>
                <a:latin typeface="Times New Roman" panose="02020603050405020304" pitchFamily="18" charset="0"/>
                <a:ea typeface="宋体" panose="02010600030101010101" pitchFamily="2" charset="-122"/>
              </a:rPr>
              <a:t>地址是一种</a:t>
            </a:r>
            <a:r>
              <a:rPr lang="zh-CN" altLang="en-US" dirty="0">
                <a:solidFill>
                  <a:srgbClr val="FF0000"/>
                </a:solidFill>
                <a:latin typeface="Times New Roman" panose="02020603050405020304" pitchFamily="18" charset="0"/>
                <a:ea typeface="宋体" panose="02010600030101010101" pitchFamily="2" charset="-122"/>
              </a:rPr>
              <a:t>分等级</a:t>
            </a:r>
            <a:r>
              <a:rPr lang="zh-CN" altLang="en-US" dirty="0">
                <a:solidFill>
                  <a:schemeClr val="tx1"/>
                </a:solidFill>
                <a:latin typeface="Times New Roman" panose="02020603050405020304" pitchFamily="18" charset="0"/>
                <a:ea typeface="宋体" panose="02010600030101010101" pitchFamily="2" charset="-122"/>
              </a:rPr>
              <a:t>的地址结构。分两个等级的好处是：</a:t>
            </a:r>
          </a:p>
          <a:p>
            <a:pPr algn="just" eaLnBrk="1" hangingPunct="1"/>
            <a:r>
              <a:rPr lang="zh-CN" altLang="en-US" sz="2100" dirty="0">
                <a:ea typeface="宋体" panose="02010600030101010101" pitchFamily="2" charset="-122"/>
              </a:rPr>
              <a:t>第一，</a:t>
            </a:r>
            <a:r>
              <a:rPr lang="en-US" altLang="zh-CN" sz="2100" dirty="0">
                <a:ea typeface="宋体" panose="02010600030101010101" pitchFamily="2" charset="-122"/>
              </a:rPr>
              <a:t>IP</a:t>
            </a:r>
            <a:r>
              <a:rPr lang="en-US" altLang="zh-CN" sz="450" dirty="0">
                <a:ea typeface="宋体" panose="02010600030101010101" pitchFamily="2" charset="-122"/>
              </a:rPr>
              <a:t> </a:t>
            </a:r>
            <a:r>
              <a:rPr lang="zh-CN" altLang="en-US" sz="2100" dirty="0">
                <a:ea typeface="宋体" panose="02010600030101010101" pitchFamily="2" charset="-122"/>
              </a:rPr>
              <a:t>地址管理机构在分配</a:t>
            </a:r>
            <a:r>
              <a:rPr lang="zh-CN" altLang="en-US" sz="675" dirty="0">
                <a:ea typeface="宋体" panose="02010600030101010101" pitchFamily="2" charset="-122"/>
              </a:rPr>
              <a:t> </a:t>
            </a:r>
            <a:r>
              <a:rPr lang="en-US" altLang="zh-CN" sz="2100" dirty="0">
                <a:ea typeface="宋体" panose="02010600030101010101" pitchFamily="2" charset="-122"/>
              </a:rPr>
              <a:t>IP</a:t>
            </a:r>
            <a:r>
              <a:rPr lang="en-US" altLang="zh-CN" sz="525" dirty="0">
                <a:ea typeface="宋体" panose="02010600030101010101" pitchFamily="2" charset="-122"/>
              </a:rPr>
              <a:t> </a:t>
            </a:r>
            <a:r>
              <a:rPr lang="zh-CN" altLang="en-US" sz="2100" dirty="0">
                <a:ea typeface="宋体" panose="02010600030101010101" pitchFamily="2" charset="-122"/>
              </a:rPr>
              <a:t>地址时只分配网络号，而剩下的主机号则由得到该网络号的单位自行分配。这样就方便了</a:t>
            </a:r>
            <a:r>
              <a:rPr lang="zh-CN" altLang="en-US" sz="1200" dirty="0">
                <a:ea typeface="宋体" panose="02010600030101010101" pitchFamily="2" charset="-122"/>
              </a:rPr>
              <a:t> </a:t>
            </a:r>
            <a:r>
              <a:rPr lang="en-US" altLang="zh-CN" sz="2100" dirty="0">
                <a:ea typeface="宋体" panose="02010600030101010101" pitchFamily="2" charset="-122"/>
              </a:rPr>
              <a:t>IP</a:t>
            </a:r>
            <a:r>
              <a:rPr lang="en-US" altLang="zh-CN" sz="1200" dirty="0">
                <a:ea typeface="宋体" panose="02010600030101010101" pitchFamily="2" charset="-122"/>
              </a:rPr>
              <a:t> </a:t>
            </a:r>
            <a:r>
              <a:rPr lang="zh-CN" altLang="en-US" sz="2100" dirty="0">
                <a:ea typeface="宋体" panose="02010600030101010101" pitchFamily="2" charset="-122"/>
              </a:rPr>
              <a:t>地址的管理。</a:t>
            </a:r>
          </a:p>
          <a:p>
            <a:pPr algn="just" eaLnBrk="1" hangingPunct="1"/>
            <a:r>
              <a:rPr lang="zh-CN" altLang="en-US" sz="2100" dirty="0">
                <a:ea typeface="宋体" panose="02010600030101010101" pitchFamily="2" charset="-122"/>
              </a:rPr>
              <a:t>第二，路由器仅根据目的主机所连接的网络号来转发分组（而不考虑目的主机号），这样就可以使路由表中的项目数大幅度减少，从而减小了路由表所占的存储空间。 </a:t>
            </a:r>
          </a:p>
        </p:txBody>
      </p:sp>
      <p:sp>
        <p:nvSpPr>
          <p:cNvPr id="99331" name="幻灯片编号占位符 1">
            <a:extLst>
              <a:ext uri="{FF2B5EF4-FFF2-40B4-BE49-F238E27FC236}">
                <a16:creationId xmlns:a16="http://schemas.microsoft.com/office/drawing/2014/main" id="{F66D9594-6A7E-6A48-A3E2-ED68FFF3A80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3543B65-FC31-5147-AA3D-6FEFEBCEB3C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85061736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441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4441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4419" grpId="0" build="p"/>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2">
            <a:extLst>
              <a:ext uri="{FF2B5EF4-FFF2-40B4-BE49-F238E27FC236}">
                <a16:creationId xmlns:a16="http://schemas.microsoft.com/office/drawing/2014/main" id="{47BEC07B-6D57-114B-A504-1DA373B566E6}"/>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地址的一些重要特点 </a:t>
            </a:r>
          </a:p>
        </p:txBody>
      </p:sp>
      <p:sp>
        <p:nvSpPr>
          <p:cNvPr id="209923" name="Rectangle 3">
            <a:extLst>
              <a:ext uri="{FF2B5EF4-FFF2-40B4-BE49-F238E27FC236}">
                <a16:creationId xmlns:a16="http://schemas.microsoft.com/office/drawing/2014/main" id="{C98E2360-7E27-B148-A560-687926E1A23A}"/>
              </a:ext>
            </a:extLst>
          </p:cNvPr>
          <p:cNvSpPr>
            <a:spLocks noGrp="1" noChangeArrowheads="1"/>
          </p:cNvSpPr>
          <p:nvPr>
            <p:ph type="body" idx="1"/>
          </p:nvPr>
        </p:nvSpPr>
        <p:spPr>
          <a:xfrm>
            <a:off x="202143" y="1113235"/>
            <a:ext cx="8690397" cy="3618309"/>
          </a:xfrm>
        </p:spPr>
        <p:txBody>
          <a:bodyPr/>
          <a:lstStyle/>
          <a:p>
            <a:pPr algn="just" eaLnBrk="1" hangingPunct="1">
              <a:lnSpc>
                <a:spcPct val="90000"/>
              </a:lnSpc>
              <a:buFont typeface="Wingdings" pitchFamily="2" charset="2"/>
              <a:buNone/>
            </a:pPr>
            <a:r>
              <a:rPr lang="en-US" altLang="zh-CN" dirty="0">
                <a:solidFill>
                  <a:schemeClr val="tx1"/>
                </a:solidFill>
                <a:latin typeface="Times New Roman" panose="02020603050405020304" pitchFamily="18" charset="0"/>
                <a:ea typeface="宋体" panose="02010600030101010101" pitchFamily="2" charset="-122"/>
              </a:rPr>
              <a:t>(2) </a:t>
            </a:r>
            <a:r>
              <a:rPr lang="zh-CN" altLang="en-US" dirty="0">
                <a:solidFill>
                  <a:schemeClr val="tx1"/>
                </a:solidFill>
                <a:latin typeface="Times New Roman" panose="02020603050405020304" pitchFamily="18" charset="0"/>
                <a:ea typeface="宋体" panose="02010600030101010101" pitchFamily="2" charset="-122"/>
              </a:rPr>
              <a:t>实际上 </a:t>
            </a:r>
            <a:r>
              <a:rPr lang="en-US" altLang="zh-CN" dirty="0">
                <a:solidFill>
                  <a:schemeClr val="tx1"/>
                </a:solidFill>
                <a:latin typeface="Times New Roman" panose="02020603050405020304" pitchFamily="18" charset="0"/>
                <a:ea typeface="宋体" panose="02010600030101010101" pitchFamily="2" charset="-122"/>
              </a:rPr>
              <a:t>IP </a:t>
            </a:r>
            <a:r>
              <a:rPr lang="zh-CN" altLang="en-US" dirty="0">
                <a:solidFill>
                  <a:schemeClr val="tx1"/>
                </a:solidFill>
                <a:latin typeface="Times New Roman" panose="02020603050405020304" pitchFamily="18" charset="0"/>
                <a:ea typeface="宋体" panose="02010600030101010101" pitchFamily="2" charset="-122"/>
              </a:rPr>
              <a:t>地址是标志</a:t>
            </a:r>
            <a:r>
              <a:rPr lang="zh-CN" altLang="en-US" dirty="0">
                <a:solidFill>
                  <a:schemeClr val="hlink"/>
                </a:solidFill>
                <a:latin typeface="Times New Roman" panose="02020603050405020304" pitchFamily="18" charset="0"/>
                <a:ea typeface="宋体" panose="02010600030101010101" pitchFamily="2" charset="-122"/>
              </a:rPr>
              <a:t>一个主机</a:t>
            </a:r>
            <a:r>
              <a:rPr lang="en-US" altLang="zh-CN" dirty="0">
                <a:solidFill>
                  <a:schemeClr val="hlink"/>
                </a:solidFill>
                <a:latin typeface="Times New Roman" panose="02020603050405020304" pitchFamily="18" charset="0"/>
                <a:ea typeface="宋体" panose="02010600030101010101" pitchFamily="2" charset="-122"/>
              </a:rPr>
              <a:t>(</a:t>
            </a:r>
            <a:r>
              <a:rPr lang="zh-CN" altLang="en-US" dirty="0">
                <a:solidFill>
                  <a:schemeClr val="hlink"/>
                </a:solidFill>
                <a:latin typeface="Times New Roman" panose="02020603050405020304" pitchFamily="18" charset="0"/>
                <a:ea typeface="宋体" panose="02010600030101010101" pitchFamily="2" charset="-122"/>
              </a:rPr>
              <a:t>或路由器</a:t>
            </a:r>
            <a:r>
              <a:rPr lang="en-US" altLang="zh-CN" dirty="0">
                <a:solidFill>
                  <a:schemeClr val="hlink"/>
                </a:solidFill>
                <a:latin typeface="Times New Roman" panose="02020603050405020304" pitchFamily="18" charset="0"/>
                <a:ea typeface="宋体" panose="02010600030101010101" pitchFamily="2" charset="-122"/>
              </a:rPr>
              <a:t>)</a:t>
            </a:r>
            <a:r>
              <a:rPr lang="zh-CN" altLang="en-US" dirty="0">
                <a:solidFill>
                  <a:schemeClr val="hlink"/>
                </a:solidFill>
                <a:latin typeface="Times New Roman" panose="02020603050405020304" pitchFamily="18" charset="0"/>
                <a:ea typeface="宋体" panose="02010600030101010101" pitchFamily="2" charset="-122"/>
              </a:rPr>
              <a:t>和一条链路的接口</a:t>
            </a:r>
            <a:r>
              <a:rPr lang="zh-CN" altLang="en-US" dirty="0">
                <a:latin typeface="Times New Roman" panose="02020603050405020304" pitchFamily="18" charset="0"/>
                <a:ea typeface="宋体" panose="02010600030101010101" pitchFamily="2" charset="-122"/>
              </a:rPr>
              <a:t>。 </a:t>
            </a:r>
          </a:p>
          <a:p>
            <a:pPr algn="just" eaLnBrk="1" hangingPunct="1">
              <a:lnSpc>
                <a:spcPct val="90000"/>
              </a:lnSpc>
            </a:pPr>
            <a:r>
              <a:rPr lang="zh-CN" altLang="en-US" sz="2000" dirty="0">
                <a:ea typeface="宋体" panose="02010600030101010101" pitchFamily="2" charset="-122"/>
              </a:rPr>
              <a:t>当一个主机同时连接到两个网络上时，该主机就必须同时具有两个相应的 </a:t>
            </a:r>
            <a:r>
              <a:rPr lang="en-US" altLang="zh-CN" sz="2000" dirty="0">
                <a:ea typeface="宋体" panose="02010600030101010101" pitchFamily="2" charset="-122"/>
              </a:rPr>
              <a:t>IP </a:t>
            </a:r>
            <a:r>
              <a:rPr lang="zh-CN" altLang="en-US" sz="2000" dirty="0">
                <a:ea typeface="宋体" panose="02010600030101010101" pitchFamily="2" charset="-122"/>
              </a:rPr>
              <a:t>地址，其网络号 </a:t>
            </a:r>
            <a:r>
              <a:rPr lang="en-US" altLang="zh-CN" sz="2000" dirty="0">
                <a:ea typeface="宋体" panose="02010600030101010101" pitchFamily="2" charset="-122"/>
              </a:rPr>
              <a:t>net-id </a:t>
            </a:r>
            <a:r>
              <a:rPr lang="zh-CN" altLang="en-US" sz="2000" dirty="0">
                <a:ea typeface="宋体" panose="02010600030101010101" pitchFamily="2" charset="-122"/>
              </a:rPr>
              <a:t>必须是不同的。这种主机称为</a:t>
            </a:r>
            <a:r>
              <a:rPr lang="zh-CN" altLang="en-US" sz="2000" dirty="0">
                <a:solidFill>
                  <a:schemeClr val="hlink"/>
                </a:solidFill>
                <a:ea typeface="宋体" panose="02010600030101010101" pitchFamily="2" charset="-122"/>
              </a:rPr>
              <a:t>多归属主机</a:t>
            </a:r>
            <a:r>
              <a:rPr lang="en-US" altLang="zh-CN" sz="2000" dirty="0">
                <a:ea typeface="宋体" panose="02010600030101010101" pitchFamily="2" charset="-122"/>
              </a:rPr>
              <a:t>(multihomed host)</a:t>
            </a:r>
            <a:r>
              <a:rPr lang="zh-CN" altLang="en-US" sz="2000" dirty="0">
                <a:ea typeface="宋体" panose="02010600030101010101" pitchFamily="2" charset="-122"/>
              </a:rPr>
              <a:t>。</a:t>
            </a:r>
          </a:p>
          <a:p>
            <a:pPr algn="just" eaLnBrk="1" hangingPunct="1">
              <a:lnSpc>
                <a:spcPct val="90000"/>
              </a:lnSpc>
            </a:pPr>
            <a:r>
              <a:rPr lang="zh-CN" altLang="en-US" sz="2000" dirty="0">
                <a:ea typeface="宋体" panose="02010600030101010101" pitchFamily="2" charset="-122"/>
              </a:rPr>
              <a:t>由于一个路由器至少应当连接到两个网络（这样它才能将 </a:t>
            </a:r>
            <a:r>
              <a:rPr lang="en-US" altLang="zh-CN" sz="2000" dirty="0">
                <a:ea typeface="宋体" panose="02010600030101010101" pitchFamily="2" charset="-122"/>
              </a:rPr>
              <a:t>IP </a:t>
            </a:r>
            <a:r>
              <a:rPr lang="zh-CN" altLang="en-US" sz="2000" dirty="0">
                <a:ea typeface="宋体" panose="02010600030101010101" pitchFamily="2" charset="-122"/>
              </a:rPr>
              <a:t>数据报从一个网络转发到另一个网络），因此一个路由器至少应当有两个不同的 </a:t>
            </a:r>
            <a:r>
              <a:rPr lang="en-US" altLang="zh-CN" sz="2000" dirty="0">
                <a:ea typeface="宋体" panose="02010600030101010101" pitchFamily="2" charset="-122"/>
              </a:rPr>
              <a:t>IP </a:t>
            </a:r>
            <a:r>
              <a:rPr lang="zh-CN" altLang="en-US" sz="2000" dirty="0">
                <a:ea typeface="宋体" panose="02010600030101010101" pitchFamily="2" charset="-122"/>
              </a:rPr>
              <a:t>地址。 </a:t>
            </a:r>
          </a:p>
        </p:txBody>
      </p:sp>
      <p:sp>
        <p:nvSpPr>
          <p:cNvPr id="101379" name="幻灯片编号占位符 1">
            <a:extLst>
              <a:ext uri="{FF2B5EF4-FFF2-40B4-BE49-F238E27FC236}">
                <a16:creationId xmlns:a16="http://schemas.microsoft.com/office/drawing/2014/main" id="{3772439A-8448-FC44-9854-D4F6283D55A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FE6533E-1FB7-6548-A4C5-CF8E1D5ABD5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52852214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0992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0992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9923" grpId="0" build="p"/>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5" name="Rectangle 2">
            <a:extLst>
              <a:ext uri="{FF2B5EF4-FFF2-40B4-BE49-F238E27FC236}">
                <a16:creationId xmlns:a16="http://schemas.microsoft.com/office/drawing/2014/main" id="{576FAF53-C373-D242-9D29-9954B95F9557}"/>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地址的一些重要特点 </a:t>
            </a:r>
          </a:p>
        </p:txBody>
      </p:sp>
      <p:sp>
        <p:nvSpPr>
          <p:cNvPr id="445443" name="Rectangle 3">
            <a:extLst>
              <a:ext uri="{FF2B5EF4-FFF2-40B4-BE49-F238E27FC236}">
                <a16:creationId xmlns:a16="http://schemas.microsoft.com/office/drawing/2014/main" id="{BF812CF2-70E4-464F-8EE7-BF4132C847B3}"/>
              </a:ext>
            </a:extLst>
          </p:cNvPr>
          <p:cNvSpPr>
            <a:spLocks noGrp="1" noChangeArrowheads="1"/>
          </p:cNvSpPr>
          <p:nvPr>
            <p:ph type="body" idx="1"/>
          </p:nvPr>
        </p:nvSpPr>
        <p:spPr>
          <a:xfrm>
            <a:off x="228600" y="1059656"/>
            <a:ext cx="8709915" cy="3671888"/>
          </a:xfrm>
        </p:spPr>
        <p:txBody>
          <a:bodyPr/>
          <a:lstStyle/>
          <a:p>
            <a:pPr marL="457200" indent="-457200" algn="just" eaLnBrk="1" hangingPunct="1">
              <a:buNone/>
            </a:pPr>
            <a:r>
              <a:rPr lang="en-US" altLang="zh-CN" dirty="0">
                <a:latin typeface="Times New Roman" panose="02020603050405020304" pitchFamily="18" charset="0"/>
                <a:ea typeface="宋体" panose="02010600030101010101" pitchFamily="2" charset="-122"/>
              </a:rPr>
              <a:t>(3) </a:t>
            </a:r>
            <a:r>
              <a:rPr lang="zh-CN" altLang="en-US" dirty="0">
                <a:latin typeface="Times New Roman" panose="02020603050405020304" pitchFamily="18" charset="0"/>
                <a:ea typeface="宋体" panose="02010600030101010101" pitchFamily="2" charset="-122"/>
              </a:rPr>
              <a:t>用</a:t>
            </a:r>
            <a:r>
              <a:rPr lang="zh-CN" altLang="en-US" dirty="0">
                <a:solidFill>
                  <a:srgbClr val="FF0000"/>
                </a:solidFill>
                <a:latin typeface="Times New Roman" panose="02020603050405020304" pitchFamily="18" charset="0"/>
                <a:ea typeface="宋体" panose="02010600030101010101" pitchFamily="2" charset="-122"/>
              </a:rPr>
              <a:t>转发器或网桥</a:t>
            </a:r>
            <a:r>
              <a:rPr lang="zh-CN" altLang="en-US" dirty="0">
                <a:latin typeface="Times New Roman" panose="02020603050405020304" pitchFamily="18" charset="0"/>
                <a:ea typeface="宋体" panose="02010600030101010101" pitchFamily="2" charset="-122"/>
              </a:rPr>
              <a:t>连接起来的若干个局域网仍为一个网络，因此这些局域网都具有同样的网络号 </a:t>
            </a:r>
            <a:r>
              <a:rPr lang="en-US" altLang="zh-CN" dirty="0">
                <a:latin typeface="Times New Roman" panose="02020603050405020304" pitchFamily="18" charset="0"/>
                <a:ea typeface="宋体" panose="02010600030101010101" pitchFamily="2" charset="-122"/>
              </a:rPr>
              <a:t>net-id</a:t>
            </a:r>
            <a:r>
              <a:rPr lang="zh-CN" altLang="en-US" dirty="0">
                <a:latin typeface="Times New Roman" panose="02020603050405020304" pitchFamily="18" charset="0"/>
                <a:ea typeface="宋体" panose="02010600030101010101" pitchFamily="2" charset="-122"/>
              </a:rPr>
              <a:t>。</a:t>
            </a:r>
          </a:p>
          <a:p>
            <a:pPr marL="457200" indent="-457200" algn="just" eaLnBrk="1" hangingPunct="1">
              <a:buNone/>
            </a:pPr>
            <a:r>
              <a:rPr lang="en-US" altLang="zh-CN" dirty="0">
                <a:latin typeface="Times New Roman" panose="02020603050405020304" pitchFamily="18" charset="0"/>
                <a:ea typeface="宋体" panose="02010600030101010101" pitchFamily="2" charset="-122"/>
              </a:rPr>
              <a:t>(4) </a:t>
            </a:r>
            <a:r>
              <a:rPr lang="zh-CN" altLang="en-US" dirty="0">
                <a:latin typeface="Times New Roman" panose="02020603050405020304" pitchFamily="18" charset="0"/>
                <a:ea typeface="宋体" panose="02010600030101010101" pitchFamily="2" charset="-122"/>
              </a:rPr>
              <a:t>所有分配到网络号 </a:t>
            </a:r>
            <a:r>
              <a:rPr lang="en-US" altLang="zh-CN" dirty="0">
                <a:latin typeface="Times New Roman" panose="02020603050405020304" pitchFamily="18" charset="0"/>
                <a:ea typeface="宋体" panose="02010600030101010101" pitchFamily="2" charset="-122"/>
              </a:rPr>
              <a:t>net-id </a:t>
            </a:r>
            <a:r>
              <a:rPr lang="zh-CN" altLang="en-US" dirty="0">
                <a:latin typeface="Times New Roman" panose="02020603050405020304" pitchFamily="18" charset="0"/>
                <a:ea typeface="宋体" panose="02010600030101010101" pitchFamily="2" charset="-122"/>
              </a:rPr>
              <a:t>的网络，无论是范围很小的局域网，还是覆盖很大地理范围的广域网，都是平等的。 </a:t>
            </a:r>
          </a:p>
        </p:txBody>
      </p:sp>
      <p:sp>
        <p:nvSpPr>
          <p:cNvPr id="103427" name="幻灯片编号占位符 1">
            <a:extLst>
              <a:ext uri="{FF2B5EF4-FFF2-40B4-BE49-F238E27FC236}">
                <a16:creationId xmlns:a16="http://schemas.microsoft.com/office/drawing/2014/main" id="{FB554F1F-804C-CD42-AB75-EB6179667D6D}"/>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8408AAC0-87A6-9747-842C-7930AEB514C8}"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00537122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544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5443" grpId="0" build="p"/>
    </p:bldLst>
  </p:timing>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5473" name="AutoShape 350">
            <a:extLst>
              <a:ext uri="{FF2B5EF4-FFF2-40B4-BE49-F238E27FC236}">
                <a16:creationId xmlns:a16="http://schemas.microsoft.com/office/drawing/2014/main" id="{0762D544-F234-9647-AC27-C1BAA1A73297}"/>
              </a:ext>
            </a:extLst>
          </p:cNvPr>
          <p:cNvSpPr>
            <a:spLocks noChangeArrowheads="1"/>
          </p:cNvSpPr>
          <p:nvPr/>
        </p:nvSpPr>
        <p:spPr bwMode="auto">
          <a:xfrm>
            <a:off x="2156222" y="1345407"/>
            <a:ext cx="4891088" cy="2926556"/>
          </a:xfrm>
          <a:prstGeom prst="roundRect">
            <a:avLst>
              <a:gd name="adj" fmla="val 24787"/>
            </a:avLst>
          </a:prstGeom>
          <a:solidFill>
            <a:srgbClr val="CCECFF"/>
          </a:solidFill>
          <a:ln w="9525">
            <a:solidFill>
              <a:schemeClr val="tx1"/>
            </a:solidFill>
            <a:prstDash val="dash"/>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05474" name="Rectangle 2">
            <a:extLst>
              <a:ext uri="{FF2B5EF4-FFF2-40B4-BE49-F238E27FC236}">
                <a16:creationId xmlns:a16="http://schemas.microsoft.com/office/drawing/2014/main" id="{18195154-4DAB-AA42-9CA3-B695C820B2DC}"/>
              </a:ext>
            </a:extLst>
          </p:cNvPr>
          <p:cNvSpPr>
            <a:spLocks noGrp="1" noChangeArrowheads="1"/>
          </p:cNvSpPr>
          <p:nvPr>
            <p:ph type="title"/>
          </p:nvPr>
        </p:nvSpPr>
        <p:spPr>
          <a:xfrm>
            <a:off x="1709737" y="86916"/>
            <a:ext cx="5844779" cy="521494"/>
          </a:xfrm>
        </p:spPr>
        <p:txBody>
          <a:bodyPr/>
          <a:lstStyle/>
          <a:p>
            <a:pPr algn="ctr" eaLnBrk="1" hangingPunct="1"/>
            <a:r>
              <a:rPr lang="zh-CN" altLang="en-US" sz="2700">
                <a:ea typeface="宋体" panose="02010600030101010101" pitchFamily="2" charset="-122"/>
              </a:rPr>
              <a:t>互联网中的 </a:t>
            </a:r>
            <a:r>
              <a:rPr lang="en-US" altLang="zh-CN" sz="2700">
                <a:ea typeface="宋体" panose="02010600030101010101" pitchFamily="2" charset="-122"/>
              </a:rPr>
              <a:t>IP </a:t>
            </a:r>
            <a:r>
              <a:rPr lang="zh-CN" altLang="en-US" sz="2700">
                <a:ea typeface="宋体" panose="02010600030101010101" pitchFamily="2" charset="-122"/>
              </a:rPr>
              <a:t>地址 </a:t>
            </a:r>
          </a:p>
        </p:txBody>
      </p:sp>
      <p:sp>
        <p:nvSpPr>
          <p:cNvPr id="105475" name="Freeform 5">
            <a:extLst>
              <a:ext uri="{FF2B5EF4-FFF2-40B4-BE49-F238E27FC236}">
                <a16:creationId xmlns:a16="http://schemas.microsoft.com/office/drawing/2014/main" id="{6AAC60D2-2736-414A-8F39-C39CD26AAA08}"/>
              </a:ext>
            </a:extLst>
          </p:cNvPr>
          <p:cNvSpPr>
            <a:spLocks/>
          </p:cNvSpPr>
          <p:nvPr/>
        </p:nvSpPr>
        <p:spPr bwMode="auto">
          <a:xfrm>
            <a:off x="3434954" y="1903810"/>
            <a:ext cx="3592115" cy="2377678"/>
          </a:xfrm>
          <a:custGeom>
            <a:avLst/>
            <a:gdLst>
              <a:gd name="T0" fmla="*/ 2147483646 w 3246"/>
              <a:gd name="T1" fmla="*/ 2147483646 h 2165"/>
              <a:gd name="T2" fmla="*/ 2147483646 w 3246"/>
              <a:gd name="T3" fmla="*/ 2147483646 h 2165"/>
              <a:gd name="T4" fmla="*/ 2147483646 w 3246"/>
              <a:gd name="T5" fmla="*/ 2147483646 h 2165"/>
              <a:gd name="T6" fmla="*/ 2147483646 w 3246"/>
              <a:gd name="T7" fmla="*/ 2147483646 h 2165"/>
              <a:gd name="T8" fmla="*/ 2147483646 w 3246"/>
              <a:gd name="T9" fmla="*/ 2147483646 h 2165"/>
              <a:gd name="T10" fmla="*/ 2147483646 w 3246"/>
              <a:gd name="T11" fmla="*/ 2147483646 h 2165"/>
              <a:gd name="T12" fmla="*/ 2147483646 w 3246"/>
              <a:gd name="T13" fmla="*/ 2147483646 h 2165"/>
              <a:gd name="T14" fmla="*/ 2147483646 w 3246"/>
              <a:gd name="T15" fmla="*/ 2147483646 h 2165"/>
              <a:gd name="T16" fmla="*/ 2147483646 w 3246"/>
              <a:gd name="T17" fmla="*/ 2147483646 h 2165"/>
              <a:gd name="T18" fmla="*/ 2147483646 w 3246"/>
              <a:gd name="T19" fmla="*/ 2147483646 h 2165"/>
              <a:gd name="T20" fmla="*/ 2147483646 w 3246"/>
              <a:gd name="T21" fmla="*/ 2147483646 h 2165"/>
              <a:gd name="T22" fmla="*/ 2147483646 w 3246"/>
              <a:gd name="T23" fmla="*/ 2147483646 h 2165"/>
              <a:gd name="T24" fmla="*/ 2147483646 w 3246"/>
              <a:gd name="T25" fmla="*/ 2147483646 h 2165"/>
              <a:gd name="T26" fmla="*/ 2147483646 w 3246"/>
              <a:gd name="T27" fmla="*/ 2147483646 h 2165"/>
              <a:gd name="T28" fmla="*/ 2147483646 w 3246"/>
              <a:gd name="T29" fmla="*/ 2147483646 h 2165"/>
              <a:gd name="T30" fmla="*/ 2147483646 w 3246"/>
              <a:gd name="T31" fmla="*/ 2147483646 h 2165"/>
              <a:gd name="T32" fmla="*/ 2147483646 w 3246"/>
              <a:gd name="T33" fmla="*/ 2147483646 h 2165"/>
              <a:gd name="T34" fmla="*/ 2147483646 w 3246"/>
              <a:gd name="T35" fmla="*/ 2147483646 h 2165"/>
              <a:gd name="T36" fmla="*/ 2147483646 w 3246"/>
              <a:gd name="T37" fmla="*/ 2147483646 h 2165"/>
              <a:gd name="T38" fmla="*/ 2147483646 w 3246"/>
              <a:gd name="T39" fmla="*/ 2147483646 h 2165"/>
              <a:gd name="T40" fmla="*/ 2147483646 w 3246"/>
              <a:gd name="T41" fmla="*/ 0 h 2165"/>
              <a:gd name="T42" fmla="*/ 2147483646 w 3246"/>
              <a:gd name="T43" fmla="*/ 2147483646 h 2165"/>
              <a:gd name="T44" fmla="*/ 2147483646 w 3246"/>
              <a:gd name="T45" fmla="*/ 2147483646 h 2165"/>
              <a:gd name="T46" fmla="*/ 2147483646 w 3246"/>
              <a:gd name="T47" fmla="*/ 2147483646 h 2165"/>
              <a:gd name="T48" fmla="*/ 2147483646 w 3246"/>
              <a:gd name="T49" fmla="*/ 2147483646 h 2165"/>
              <a:gd name="T50" fmla="*/ 2147483646 w 3246"/>
              <a:gd name="T51" fmla="*/ 2147483646 h 2165"/>
              <a:gd name="T52" fmla="*/ 2147483646 w 3246"/>
              <a:gd name="T53" fmla="*/ 2147483646 h 2165"/>
              <a:gd name="T54" fmla="*/ 2147483646 w 3246"/>
              <a:gd name="T55" fmla="*/ 2147483646 h 2165"/>
              <a:gd name="T56" fmla="*/ 2147483646 w 3246"/>
              <a:gd name="T57" fmla="*/ 2147483646 h 2165"/>
              <a:gd name="T58" fmla="*/ 2147483646 w 3246"/>
              <a:gd name="T59" fmla="*/ 2147483646 h 2165"/>
              <a:gd name="T60" fmla="*/ 2147483646 w 3246"/>
              <a:gd name="T61" fmla="*/ 2147483646 h 2165"/>
              <a:gd name="T62" fmla="*/ 2147483646 w 3246"/>
              <a:gd name="T63" fmla="*/ 2147483646 h 2165"/>
              <a:gd name="T64" fmla="*/ 2147483646 w 3246"/>
              <a:gd name="T65" fmla="*/ 2147483646 h 2165"/>
              <a:gd name="T66" fmla="*/ 2147483646 w 3246"/>
              <a:gd name="T67" fmla="*/ 2147483646 h 2165"/>
              <a:gd name="T68" fmla="*/ 2147483646 w 3246"/>
              <a:gd name="T69" fmla="*/ 2147483646 h 2165"/>
              <a:gd name="T70" fmla="*/ 2147483646 w 3246"/>
              <a:gd name="T71" fmla="*/ 2147483646 h 2165"/>
              <a:gd name="T72" fmla="*/ 2147483646 w 3246"/>
              <a:gd name="T73" fmla="*/ 2147483646 h 2165"/>
              <a:gd name="T74" fmla="*/ 2147483646 w 3246"/>
              <a:gd name="T75" fmla="*/ 2147483646 h 2165"/>
              <a:gd name="T76" fmla="*/ 2147483646 w 3246"/>
              <a:gd name="T77" fmla="*/ 2147483646 h 2165"/>
              <a:gd name="T78" fmla="*/ 2147483646 w 3246"/>
              <a:gd name="T79" fmla="*/ 2147483646 h 2165"/>
              <a:gd name="T80" fmla="*/ 2147483646 w 3246"/>
              <a:gd name="T81" fmla="*/ 2147483646 h 2165"/>
              <a:gd name="T82" fmla="*/ 0 w 3246"/>
              <a:gd name="T83" fmla="*/ 2147483646 h 2165"/>
              <a:gd name="T84" fmla="*/ 2147483646 w 3246"/>
              <a:gd name="T85" fmla="*/ 2147483646 h 2165"/>
              <a:gd name="T86" fmla="*/ 2147483646 w 3246"/>
              <a:gd name="T87" fmla="*/ 2147483646 h 2165"/>
              <a:gd name="T88" fmla="*/ 2147483646 w 3246"/>
              <a:gd name="T89" fmla="*/ 2147483646 h 2165"/>
              <a:gd name="T90" fmla="*/ 2147483646 w 3246"/>
              <a:gd name="T91" fmla="*/ 2147483646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476" name="Line 6">
            <a:extLst>
              <a:ext uri="{FF2B5EF4-FFF2-40B4-BE49-F238E27FC236}">
                <a16:creationId xmlns:a16="http://schemas.microsoft.com/office/drawing/2014/main" id="{9B21F3AD-256E-BB47-AC3C-A0E25AB6EE03}"/>
              </a:ext>
            </a:extLst>
          </p:cNvPr>
          <p:cNvSpPr>
            <a:spLocks noChangeShapeType="1"/>
          </p:cNvSpPr>
          <p:nvPr/>
        </p:nvSpPr>
        <p:spPr bwMode="auto">
          <a:xfrm>
            <a:off x="4801791" y="4069557"/>
            <a:ext cx="0" cy="6417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477" name="Line 7">
            <a:extLst>
              <a:ext uri="{FF2B5EF4-FFF2-40B4-BE49-F238E27FC236}">
                <a16:creationId xmlns:a16="http://schemas.microsoft.com/office/drawing/2014/main" id="{2124D850-C74C-3D48-B728-E97F851D7BE0}"/>
              </a:ext>
            </a:extLst>
          </p:cNvPr>
          <p:cNvSpPr>
            <a:spLocks noChangeShapeType="1"/>
          </p:cNvSpPr>
          <p:nvPr/>
        </p:nvSpPr>
        <p:spPr bwMode="auto">
          <a:xfrm>
            <a:off x="3873104" y="4052888"/>
            <a:ext cx="0" cy="63936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478" name="Freeform 8">
            <a:extLst>
              <a:ext uri="{FF2B5EF4-FFF2-40B4-BE49-F238E27FC236}">
                <a16:creationId xmlns:a16="http://schemas.microsoft.com/office/drawing/2014/main" id="{A280BF56-5D3C-1546-BDA9-90748EAB14BB}"/>
              </a:ext>
            </a:extLst>
          </p:cNvPr>
          <p:cNvSpPr>
            <a:spLocks/>
          </p:cNvSpPr>
          <p:nvPr/>
        </p:nvSpPr>
        <p:spPr bwMode="auto">
          <a:xfrm>
            <a:off x="5042298" y="3894535"/>
            <a:ext cx="1858565" cy="158353"/>
          </a:xfrm>
          <a:custGeom>
            <a:avLst/>
            <a:gdLst>
              <a:gd name="T0" fmla="*/ 0 w 1680"/>
              <a:gd name="T1" fmla="*/ 2147483646 h 192"/>
              <a:gd name="T2" fmla="*/ 0 w 1680"/>
              <a:gd name="T3" fmla="*/ 0 h 192"/>
              <a:gd name="T4" fmla="*/ 2147483646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479" name="Freeform 9">
            <a:extLst>
              <a:ext uri="{FF2B5EF4-FFF2-40B4-BE49-F238E27FC236}">
                <a16:creationId xmlns:a16="http://schemas.microsoft.com/office/drawing/2014/main" id="{FA00DB2B-3A92-7740-8BCF-B02A32F36AE7}"/>
              </a:ext>
            </a:extLst>
          </p:cNvPr>
          <p:cNvSpPr>
            <a:spLocks/>
          </p:cNvSpPr>
          <p:nvPr/>
        </p:nvSpPr>
        <p:spPr bwMode="auto">
          <a:xfrm>
            <a:off x="3552826" y="3386138"/>
            <a:ext cx="1259681" cy="191691"/>
          </a:xfrm>
          <a:custGeom>
            <a:avLst/>
            <a:gdLst>
              <a:gd name="T0" fmla="*/ 2147483646 w 1138"/>
              <a:gd name="T1" fmla="*/ 2147483646 h 174"/>
              <a:gd name="T2" fmla="*/ 2147483646 w 1138"/>
              <a:gd name="T3" fmla="*/ 2147483646 h 174"/>
              <a:gd name="T4" fmla="*/ 2147483646 w 1138"/>
              <a:gd name="T5" fmla="*/ 2147483646 h 174"/>
              <a:gd name="T6" fmla="*/ 2147483646 w 1138"/>
              <a:gd name="T7" fmla="*/ 2147483646 h 174"/>
              <a:gd name="T8" fmla="*/ 2147483646 w 1138"/>
              <a:gd name="T9" fmla="*/ 0 h 174"/>
              <a:gd name="T10" fmla="*/ 2147483646 w 1138"/>
              <a:gd name="T11" fmla="*/ 0 h 174"/>
              <a:gd name="T12" fmla="*/ 2147483646 w 1138"/>
              <a:gd name="T13" fmla="*/ 0 h 174"/>
              <a:gd name="T14" fmla="*/ 2147483646 w 1138"/>
              <a:gd name="T15" fmla="*/ 0 h 174"/>
              <a:gd name="T16" fmla="*/ 2147483646 w 1138"/>
              <a:gd name="T17" fmla="*/ 2147483646 h 174"/>
              <a:gd name="T18" fmla="*/ 2147483646 w 1138"/>
              <a:gd name="T19" fmla="*/ 2147483646 h 174"/>
              <a:gd name="T20" fmla="*/ 2147483646 w 1138"/>
              <a:gd name="T21" fmla="*/ 2147483646 h 174"/>
              <a:gd name="T22" fmla="*/ 2147483646 w 1138"/>
              <a:gd name="T23" fmla="*/ 2147483646 h 174"/>
              <a:gd name="T24" fmla="*/ 2147483646 w 1138"/>
              <a:gd name="T25" fmla="*/ 2147483646 h 174"/>
              <a:gd name="T26" fmla="*/ 2147483646 w 1138"/>
              <a:gd name="T27" fmla="*/ 2147483646 h 174"/>
              <a:gd name="T28" fmla="*/ 2147483646 w 1138"/>
              <a:gd name="T29" fmla="*/ 2147483646 h 174"/>
              <a:gd name="T30" fmla="*/ 2147483646 w 1138"/>
              <a:gd name="T31" fmla="*/ 2147483646 h 174"/>
              <a:gd name="T32" fmla="*/ 2147483646 w 1138"/>
              <a:gd name="T33" fmla="*/ 2147483646 h 174"/>
              <a:gd name="T34" fmla="*/ 2147483646 w 1138"/>
              <a:gd name="T35" fmla="*/ 2147483646 h 174"/>
              <a:gd name="T36" fmla="*/ 2147483646 w 1138"/>
              <a:gd name="T37" fmla="*/ 2147483646 h 174"/>
              <a:gd name="T38" fmla="*/ 2147483646 w 1138"/>
              <a:gd name="T39" fmla="*/ 2147483646 h 174"/>
              <a:gd name="T40" fmla="*/ 2147483646 w 1138"/>
              <a:gd name="T41" fmla="*/ 2147483646 h 174"/>
              <a:gd name="T42" fmla="*/ 2147483646 w 1138"/>
              <a:gd name="T43" fmla="*/ 2147483646 h 174"/>
              <a:gd name="T44" fmla="*/ 2147483646 w 1138"/>
              <a:gd name="T45" fmla="*/ 2147483646 h 174"/>
              <a:gd name="T46" fmla="*/ 2147483646 w 1138"/>
              <a:gd name="T47" fmla="*/ 2147483646 h 174"/>
              <a:gd name="T48" fmla="*/ 2147483646 w 1138"/>
              <a:gd name="T49" fmla="*/ 2147483646 h 174"/>
              <a:gd name="T50" fmla="*/ 2147483646 w 1138"/>
              <a:gd name="T51" fmla="*/ 2147483646 h 174"/>
              <a:gd name="T52" fmla="*/ 2147483646 w 1138"/>
              <a:gd name="T53" fmla="*/ 2147483646 h 174"/>
              <a:gd name="T54" fmla="*/ 2147483646 w 1138"/>
              <a:gd name="T55" fmla="*/ 2147483646 h 174"/>
              <a:gd name="T56" fmla="*/ 2147483646 w 1138"/>
              <a:gd name="T57" fmla="*/ 2147483646 h 174"/>
              <a:gd name="T58" fmla="*/ 2147483646 w 1138"/>
              <a:gd name="T59" fmla="*/ 2147483646 h 174"/>
              <a:gd name="T60" fmla="*/ 2147483646 w 1138"/>
              <a:gd name="T61" fmla="*/ 2147483646 h 174"/>
              <a:gd name="T62" fmla="*/ 2147483646 w 1138"/>
              <a:gd name="T63" fmla="*/ 2147483646 h 174"/>
              <a:gd name="T64" fmla="*/ 2147483646 w 1138"/>
              <a:gd name="T65" fmla="*/ 2147483646 h 174"/>
              <a:gd name="T66" fmla="*/ 2147483646 w 1138"/>
              <a:gd name="T67" fmla="*/ 2147483646 h 174"/>
              <a:gd name="T68" fmla="*/ 2147483646 w 1138"/>
              <a:gd name="T69" fmla="*/ 2147483646 h 174"/>
              <a:gd name="T70" fmla="*/ 2147483646 w 1138"/>
              <a:gd name="T71" fmla="*/ 2147483646 h 174"/>
              <a:gd name="T72" fmla="*/ 2147483646 w 1138"/>
              <a:gd name="T73" fmla="*/ 2147483646 h 174"/>
              <a:gd name="T74" fmla="*/ 2147483646 w 1138"/>
              <a:gd name="T75" fmla="*/ 2147483646 h 174"/>
              <a:gd name="T76" fmla="*/ 2147483646 w 1138"/>
              <a:gd name="T77" fmla="*/ 2147483646 h 174"/>
              <a:gd name="T78" fmla="*/ 2147483646 w 1138"/>
              <a:gd name="T79" fmla="*/ 2147483646 h 174"/>
              <a:gd name="T80" fmla="*/ 2147483646 w 1138"/>
              <a:gd name="T81" fmla="*/ 2147483646 h 174"/>
              <a:gd name="T82" fmla="*/ 2147483646 w 1138"/>
              <a:gd name="T83" fmla="*/ 2147483646 h 174"/>
              <a:gd name="T84" fmla="*/ 2147483646 w 1138"/>
              <a:gd name="T85" fmla="*/ 2147483646 h 174"/>
              <a:gd name="T86" fmla="*/ 2147483646 w 1138"/>
              <a:gd name="T87" fmla="*/ 2147483646 h 174"/>
              <a:gd name="T88" fmla="*/ 2147483646 w 1138"/>
              <a:gd name="T89" fmla="*/ 2147483646 h 174"/>
              <a:gd name="T90" fmla="*/ 2147483646 w 1138"/>
              <a:gd name="T91" fmla="*/ 2147483646 h 174"/>
              <a:gd name="T92" fmla="*/ 2147483646 w 1138"/>
              <a:gd name="T93" fmla="*/ 2147483646 h 174"/>
              <a:gd name="T94" fmla="*/ 2147483646 w 1138"/>
              <a:gd name="T95" fmla="*/ 2147483646 h 174"/>
              <a:gd name="T96" fmla="*/ 2147483646 w 1138"/>
              <a:gd name="T97" fmla="*/ 2147483646 h 174"/>
              <a:gd name="T98" fmla="*/ 2147483646 w 1138"/>
              <a:gd name="T99" fmla="*/ 2147483646 h 174"/>
              <a:gd name="T100" fmla="*/ 2147483646 w 1138"/>
              <a:gd name="T101" fmla="*/ 2147483646 h 174"/>
              <a:gd name="T102" fmla="*/ 2147483646 w 1138"/>
              <a:gd name="T103" fmla="*/ 2147483646 h 174"/>
              <a:gd name="T104" fmla="*/ 2147483646 w 1138"/>
              <a:gd name="T105" fmla="*/ 2147483646 h 174"/>
              <a:gd name="T106" fmla="*/ 2147483646 w 1138"/>
              <a:gd name="T107" fmla="*/ 2147483646 h 174"/>
              <a:gd name="T108" fmla="*/ 2147483646 w 1138"/>
              <a:gd name="T109" fmla="*/ 2147483646 h 174"/>
              <a:gd name="T110" fmla="*/ 0 w 1138"/>
              <a:gd name="T111" fmla="*/ 2147483646 h 174"/>
              <a:gd name="T112" fmla="*/ 0 w 1138"/>
              <a:gd name="T113" fmla="*/ 2147483646 h 174"/>
              <a:gd name="T114" fmla="*/ 2147483646 w 1138"/>
              <a:gd name="T115" fmla="*/ 2147483646 h 174"/>
              <a:gd name="T116" fmla="*/ 2147483646 w 1138"/>
              <a:gd name="T117" fmla="*/ 2147483646 h 174"/>
              <a:gd name="T118" fmla="*/ 2147483646 w 1138"/>
              <a:gd name="T119" fmla="*/ 2147483646 h 174"/>
              <a:gd name="T120" fmla="*/ 2147483646 w 1138"/>
              <a:gd name="T121" fmla="*/ 2147483646 h 174"/>
              <a:gd name="T122" fmla="*/ 2147483646 w 1138"/>
              <a:gd name="T123" fmla="*/ 2147483646 h 174"/>
              <a:gd name="T124" fmla="*/ 2147483646 w 1138"/>
              <a:gd name="T125" fmla="*/ 2147483646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480" name="Line 10">
            <a:extLst>
              <a:ext uri="{FF2B5EF4-FFF2-40B4-BE49-F238E27FC236}">
                <a16:creationId xmlns:a16="http://schemas.microsoft.com/office/drawing/2014/main" id="{B1491EF6-243E-3246-BA57-BF1FCEE9ABDF}"/>
              </a:ext>
            </a:extLst>
          </p:cNvPr>
          <p:cNvSpPr>
            <a:spLocks noChangeShapeType="1"/>
          </p:cNvSpPr>
          <p:nvPr/>
        </p:nvSpPr>
        <p:spPr bwMode="auto">
          <a:xfrm>
            <a:off x="3234929" y="3471863"/>
            <a:ext cx="180736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481" name="Freeform 11">
            <a:extLst>
              <a:ext uri="{FF2B5EF4-FFF2-40B4-BE49-F238E27FC236}">
                <a16:creationId xmlns:a16="http://schemas.microsoft.com/office/drawing/2014/main" id="{C8CF3F38-9D8F-BA49-8001-1FE73470A5B3}"/>
              </a:ext>
            </a:extLst>
          </p:cNvPr>
          <p:cNvSpPr>
            <a:spLocks/>
          </p:cNvSpPr>
          <p:nvPr/>
        </p:nvSpPr>
        <p:spPr bwMode="auto">
          <a:xfrm>
            <a:off x="2166938" y="1841897"/>
            <a:ext cx="696516" cy="1775222"/>
          </a:xfrm>
          <a:custGeom>
            <a:avLst/>
            <a:gdLst>
              <a:gd name="T0" fmla="*/ 0 w 630"/>
              <a:gd name="T1" fmla="*/ 2147483646 h 1617"/>
              <a:gd name="T2" fmla="*/ 2147483646 w 630"/>
              <a:gd name="T3" fmla="*/ 2147483646 h 1617"/>
              <a:gd name="T4" fmla="*/ 2147483646 w 630"/>
              <a:gd name="T5" fmla="*/ 0 h 1617"/>
              <a:gd name="T6" fmla="*/ 2147483646 w 630"/>
              <a:gd name="T7" fmla="*/ 2147483646 h 1617"/>
              <a:gd name="T8" fmla="*/ 2147483646 w 630"/>
              <a:gd name="T9" fmla="*/ 2147483646 h 1617"/>
              <a:gd name="T10" fmla="*/ 2147483646 w 630"/>
              <a:gd name="T11" fmla="*/ 2147483646 h 1617"/>
              <a:gd name="T12" fmla="*/ 2147483646 w 630"/>
              <a:gd name="T13" fmla="*/ 2147483646 h 1617"/>
              <a:gd name="T14" fmla="*/ 2147483646 w 630"/>
              <a:gd name="T15" fmla="*/ 2147483646 h 1617"/>
              <a:gd name="T16" fmla="*/ 2147483646 w 630"/>
              <a:gd name="T17" fmla="*/ 2147483646 h 1617"/>
              <a:gd name="T18" fmla="*/ 2147483646 w 630"/>
              <a:gd name="T19" fmla="*/ 2147483646 h 1617"/>
              <a:gd name="T20" fmla="*/ 2147483646 w 630"/>
              <a:gd name="T21" fmla="*/ 2147483646 h 1617"/>
              <a:gd name="T22" fmla="*/ 2147483646 w 630"/>
              <a:gd name="T23" fmla="*/ 2147483646 h 1617"/>
              <a:gd name="T24" fmla="*/ 2147483646 w 630"/>
              <a:gd name="T25" fmla="*/ 2147483646 h 1617"/>
              <a:gd name="T26" fmla="*/ 2147483646 w 630"/>
              <a:gd name="T27" fmla="*/ 2147483646 h 1617"/>
              <a:gd name="T28" fmla="*/ 2147483646 w 630"/>
              <a:gd name="T29" fmla="*/ 2147483646 h 1617"/>
              <a:gd name="T30" fmla="*/ 2147483646 w 630"/>
              <a:gd name="T31" fmla="*/ 2147483646 h 1617"/>
              <a:gd name="T32" fmla="*/ 2147483646 w 630"/>
              <a:gd name="T33" fmla="*/ 2147483646 h 1617"/>
              <a:gd name="T34" fmla="*/ 2147483646 w 630"/>
              <a:gd name="T35" fmla="*/ 2147483646 h 1617"/>
              <a:gd name="T36" fmla="*/ 2147483646 w 630"/>
              <a:gd name="T37" fmla="*/ 2147483646 h 1617"/>
              <a:gd name="T38" fmla="*/ 2147483646 w 630"/>
              <a:gd name="T39" fmla="*/ 2147483646 h 1617"/>
              <a:gd name="T40" fmla="*/ 2147483646 w 630"/>
              <a:gd name="T41" fmla="*/ 2147483646 h 1617"/>
              <a:gd name="T42" fmla="*/ 2147483646 w 630"/>
              <a:gd name="T43" fmla="*/ 2147483646 h 1617"/>
              <a:gd name="T44" fmla="*/ 2147483646 w 630"/>
              <a:gd name="T45" fmla="*/ 2147483646 h 1617"/>
              <a:gd name="T46" fmla="*/ 2147483646 w 630"/>
              <a:gd name="T47" fmla="*/ 2147483646 h 1617"/>
              <a:gd name="T48" fmla="*/ 2147483646 w 630"/>
              <a:gd name="T49" fmla="*/ 2147483646 h 1617"/>
              <a:gd name="T50" fmla="*/ 2147483646 w 630"/>
              <a:gd name="T51" fmla="*/ 2147483646 h 1617"/>
              <a:gd name="T52" fmla="*/ 2147483646 w 630"/>
              <a:gd name="T53" fmla="*/ 2147483646 h 1617"/>
              <a:gd name="T54" fmla="*/ 2147483646 w 630"/>
              <a:gd name="T55" fmla="*/ 2147483646 h 1617"/>
              <a:gd name="T56" fmla="*/ 2147483646 w 630"/>
              <a:gd name="T57" fmla="*/ 2147483646 h 1617"/>
              <a:gd name="T58" fmla="*/ 2147483646 w 630"/>
              <a:gd name="T59" fmla="*/ 2147483646 h 1617"/>
              <a:gd name="T60" fmla="*/ 2147483646 w 630"/>
              <a:gd name="T61" fmla="*/ 2147483646 h 1617"/>
              <a:gd name="T62" fmla="*/ 2147483646 w 630"/>
              <a:gd name="T63" fmla="*/ 2147483646 h 1617"/>
              <a:gd name="T64" fmla="*/ 2147483646 w 630"/>
              <a:gd name="T65" fmla="*/ 2147483646 h 1617"/>
              <a:gd name="T66" fmla="*/ 2147483646 w 630"/>
              <a:gd name="T67" fmla="*/ 2147483646 h 1617"/>
              <a:gd name="T68" fmla="*/ 2147483646 w 630"/>
              <a:gd name="T69" fmla="*/ 2147483646 h 1617"/>
              <a:gd name="T70" fmla="*/ 2147483646 w 630"/>
              <a:gd name="T71" fmla="*/ 2147483646 h 1617"/>
              <a:gd name="T72" fmla="*/ 2147483646 w 630"/>
              <a:gd name="T73" fmla="*/ 2147483646 h 1617"/>
              <a:gd name="T74" fmla="*/ 2147483646 w 630"/>
              <a:gd name="T75" fmla="*/ 2147483646 h 1617"/>
              <a:gd name="T76" fmla="*/ 2147483646 w 630"/>
              <a:gd name="T77" fmla="*/ 2147483646 h 1617"/>
              <a:gd name="T78" fmla="*/ 2147483646 w 630"/>
              <a:gd name="T79" fmla="*/ 2147483646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482" name="Freeform 12">
            <a:extLst>
              <a:ext uri="{FF2B5EF4-FFF2-40B4-BE49-F238E27FC236}">
                <a16:creationId xmlns:a16="http://schemas.microsoft.com/office/drawing/2014/main" id="{C3557EA5-06E7-F442-975C-E22BF25F6410}"/>
              </a:ext>
            </a:extLst>
          </p:cNvPr>
          <p:cNvSpPr>
            <a:spLocks/>
          </p:cNvSpPr>
          <p:nvPr/>
        </p:nvSpPr>
        <p:spPr bwMode="auto">
          <a:xfrm>
            <a:off x="3208735" y="2314575"/>
            <a:ext cx="819150" cy="817960"/>
          </a:xfrm>
          <a:custGeom>
            <a:avLst/>
            <a:gdLst>
              <a:gd name="T0" fmla="*/ 2147483646 w 741"/>
              <a:gd name="T1" fmla="*/ 2147483646 h 744"/>
              <a:gd name="T2" fmla="*/ 2147483646 w 741"/>
              <a:gd name="T3" fmla="*/ 2147483646 h 744"/>
              <a:gd name="T4" fmla="*/ 2147483646 w 741"/>
              <a:gd name="T5" fmla="*/ 2147483646 h 744"/>
              <a:gd name="T6" fmla="*/ 2147483646 w 741"/>
              <a:gd name="T7" fmla="*/ 2147483646 h 744"/>
              <a:gd name="T8" fmla="*/ 2147483646 w 741"/>
              <a:gd name="T9" fmla="*/ 2147483646 h 744"/>
              <a:gd name="T10" fmla="*/ 2147483646 w 741"/>
              <a:gd name="T11" fmla="*/ 2147483646 h 744"/>
              <a:gd name="T12" fmla="*/ 2147483646 w 741"/>
              <a:gd name="T13" fmla="*/ 2147483646 h 744"/>
              <a:gd name="T14" fmla="*/ 2147483646 w 741"/>
              <a:gd name="T15" fmla="*/ 2147483646 h 744"/>
              <a:gd name="T16" fmla="*/ 2147483646 w 741"/>
              <a:gd name="T17" fmla="*/ 2147483646 h 744"/>
              <a:gd name="T18" fmla="*/ 2147483646 w 741"/>
              <a:gd name="T19" fmla="*/ 2147483646 h 744"/>
              <a:gd name="T20" fmla="*/ 2147483646 w 741"/>
              <a:gd name="T21" fmla="*/ 2147483646 h 744"/>
              <a:gd name="T22" fmla="*/ 2147483646 w 741"/>
              <a:gd name="T23" fmla="*/ 2147483646 h 744"/>
              <a:gd name="T24" fmla="*/ 2147483646 w 741"/>
              <a:gd name="T25" fmla="*/ 2147483646 h 744"/>
              <a:gd name="T26" fmla="*/ 2147483646 w 741"/>
              <a:gd name="T27" fmla="*/ 2147483646 h 744"/>
              <a:gd name="T28" fmla="*/ 2147483646 w 741"/>
              <a:gd name="T29" fmla="*/ 2147483646 h 744"/>
              <a:gd name="T30" fmla="*/ 2147483646 w 741"/>
              <a:gd name="T31" fmla="*/ 2147483646 h 744"/>
              <a:gd name="T32" fmla="*/ 2147483646 w 741"/>
              <a:gd name="T33" fmla="*/ 2147483646 h 744"/>
              <a:gd name="T34" fmla="*/ 2147483646 w 741"/>
              <a:gd name="T35" fmla="*/ 2147483646 h 744"/>
              <a:gd name="T36" fmla="*/ 2147483646 w 741"/>
              <a:gd name="T37" fmla="*/ 2147483646 h 744"/>
              <a:gd name="T38" fmla="*/ 2147483646 w 741"/>
              <a:gd name="T39" fmla="*/ 2147483646 h 744"/>
              <a:gd name="T40" fmla="*/ 2147483646 w 741"/>
              <a:gd name="T41" fmla="*/ 2147483646 h 744"/>
              <a:gd name="T42" fmla="*/ 2147483646 w 741"/>
              <a:gd name="T43" fmla="*/ 2147483646 h 744"/>
              <a:gd name="T44" fmla="*/ 2147483646 w 741"/>
              <a:gd name="T45" fmla="*/ 2147483646 h 744"/>
              <a:gd name="T46" fmla="*/ 2147483646 w 741"/>
              <a:gd name="T47" fmla="*/ 2147483646 h 744"/>
              <a:gd name="T48" fmla="*/ 2147483646 w 741"/>
              <a:gd name="T49" fmla="*/ 2147483646 h 744"/>
              <a:gd name="T50" fmla="*/ 2147483646 w 741"/>
              <a:gd name="T51" fmla="*/ 2147483646 h 744"/>
              <a:gd name="T52" fmla="*/ 2147483646 w 741"/>
              <a:gd name="T53" fmla="*/ 2147483646 h 744"/>
              <a:gd name="T54" fmla="*/ 2147483646 w 741"/>
              <a:gd name="T55" fmla="*/ 0 h 744"/>
              <a:gd name="T56" fmla="*/ 2147483646 w 741"/>
              <a:gd name="T57" fmla="*/ 2147483646 h 744"/>
              <a:gd name="T58" fmla="*/ 2147483646 w 741"/>
              <a:gd name="T59" fmla="*/ 2147483646 h 744"/>
              <a:gd name="T60" fmla="*/ 2147483646 w 741"/>
              <a:gd name="T61" fmla="*/ 2147483646 h 744"/>
              <a:gd name="T62" fmla="*/ 2147483646 w 741"/>
              <a:gd name="T63" fmla="*/ 2147483646 h 744"/>
              <a:gd name="T64" fmla="*/ 2147483646 w 741"/>
              <a:gd name="T65" fmla="*/ 2147483646 h 744"/>
              <a:gd name="T66" fmla="*/ 2147483646 w 741"/>
              <a:gd name="T67" fmla="*/ 2147483646 h 744"/>
              <a:gd name="T68" fmla="*/ 2147483646 w 741"/>
              <a:gd name="T69" fmla="*/ 2147483646 h 744"/>
              <a:gd name="T70" fmla="*/ 2147483646 w 741"/>
              <a:gd name="T71" fmla="*/ 2147483646 h 744"/>
              <a:gd name="T72" fmla="*/ 2147483646 w 741"/>
              <a:gd name="T73" fmla="*/ 2147483646 h 744"/>
              <a:gd name="T74" fmla="*/ 2147483646 w 741"/>
              <a:gd name="T75" fmla="*/ 2147483646 h 744"/>
              <a:gd name="T76" fmla="*/ 2147483646 w 741"/>
              <a:gd name="T77" fmla="*/ 2147483646 h 744"/>
              <a:gd name="T78" fmla="*/ 2147483646 w 741"/>
              <a:gd name="T79" fmla="*/ 2147483646 h 744"/>
              <a:gd name="T80" fmla="*/ 2147483646 w 741"/>
              <a:gd name="T81" fmla="*/ 2147483646 h 744"/>
              <a:gd name="T82" fmla="*/ 2147483646 w 741"/>
              <a:gd name="T83" fmla="*/ 2147483646 h 744"/>
              <a:gd name="T84" fmla="*/ 2147483646 w 741"/>
              <a:gd name="T85" fmla="*/ 2147483646 h 744"/>
              <a:gd name="T86" fmla="*/ 0 w 741"/>
              <a:gd name="T87" fmla="*/ 2147483646 h 744"/>
              <a:gd name="T88" fmla="*/ 2147483646 w 741"/>
              <a:gd name="T89" fmla="*/ 2147483646 h 744"/>
              <a:gd name="T90" fmla="*/ 2147483646 w 741"/>
              <a:gd name="T91" fmla="*/ 2147483646 h 744"/>
              <a:gd name="T92" fmla="*/ 2147483646 w 741"/>
              <a:gd name="T93" fmla="*/ 2147483646 h 744"/>
              <a:gd name="T94" fmla="*/ 2147483646 w 741"/>
              <a:gd name="T95" fmla="*/ 2147483646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483" name="Freeform 13">
            <a:extLst>
              <a:ext uri="{FF2B5EF4-FFF2-40B4-BE49-F238E27FC236}">
                <a16:creationId xmlns:a16="http://schemas.microsoft.com/office/drawing/2014/main" id="{7BA03136-4C50-134F-BC54-B518BD83EC8D}"/>
              </a:ext>
            </a:extLst>
          </p:cNvPr>
          <p:cNvSpPr>
            <a:spLocks/>
          </p:cNvSpPr>
          <p:nvPr/>
        </p:nvSpPr>
        <p:spPr bwMode="auto">
          <a:xfrm>
            <a:off x="4411266" y="2311004"/>
            <a:ext cx="728663" cy="915590"/>
          </a:xfrm>
          <a:custGeom>
            <a:avLst/>
            <a:gdLst>
              <a:gd name="T0" fmla="*/ 2147483646 w 657"/>
              <a:gd name="T1" fmla="*/ 2147483646 h 832"/>
              <a:gd name="T2" fmla="*/ 2147483646 w 657"/>
              <a:gd name="T3" fmla="*/ 2147483646 h 832"/>
              <a:gd name="T4" fmla="*/ 2147483646 w 657"/>
              <a:gd name="T5" fmla="*/ 2147483646 h 832"/>
              <a:gd name="T6" fmla="*/ 2147483646 w 657"/>
              <a:gd name="T7" fmla="*/ 2147483646 h 832"/>
              <a:gd name="T8" fmla="*/ 2147483646 w 657"/>
              <a:gd name="T9" fmla="*/ 0 h 832"/>
              <a:gd name="T10" fmla="*/ 2147483646 w 657"/>
              <a:gd name="T11" fmla="*/ 2147483646 h 832"/>
              <a:gd name="T12" fmla="*/ 2147483646 w 657"/>
              <a:gd name="T13" fmla="*/ 2147483646 h 832"/>
              <a:gd name="T14" fmla="*/ 2147483646 w 657"/>
              <a:gd name="T15" fmla="*/ 2147483646 h 832"/>
              <a:gd name="T16" fmla="*/ 2147483646 w 657"/>
              <a:gd name="T17" fmla="*/ 2147483646 h 832"/>
              <a:gd name="T18" fmla="*/ 2147483646 w 657"/>
              <a:gd name="T19" fmla="*/ 2147483646 h 832"/>
              <a:gd name="T20" fmla="*/ 2147483646 w 657"/>
              <a:gd name="T21" fmla="*/ 2147483646 h 832"/>
              <a:gd name="T22" fmla="*/ 2147483646 w 657"/>
              <a:gd name="T23" fmla="*/ 2147483646 h 832"/>
              <a:gd name="T24" fmla="*/ 2147483646 w 657"/>
              <a:gd name="T25" fmla="*/ 2147483646 h 832"/>
              <a:gd name="T26" fmla="*/ 2147483646 w 657"/>
              <a:gd name="T27" fmla="*/ 2147483646 h 832"/>
              <a:gd name="T28" fmla="*/ 2147483646 w 657"/>
              <a:gd name="T29" fmla="*/ 2147483646 h 832"/>
              <a:gd name="T30" fmla="*/ 2147483646 w 657"/>
              <a:gd name="T31" fmla="*/ 2147483646 h 832"/>
              <a:gd name="T32" fmla="*/ 2147483646 w 657"/>
              <a:gd name="T33" fmla="*/ 2147483646 h 832"/>
              <a:gd name="T34" fmla="*/ 2147483646 w 657"/>
              <a:gd name="T35" fmla="*/ 2147483646 h 832"/>
              <a:gd name="T36" fmla="*/ 2147483646 w 657"/>
              <a:gd name="T37" fmla="*/ 2147483646 h 832"/>
              <a:gd name="T38" fmla="*/ 2147483646 w 657"/>
              <a:gd name="T39" fmla="*/ 2147483646 h 832"/>
              <a:gd name="T40" fmla="*/ 2147483646 w 657"/>
              <a:gd name="T41" fmla="*/ 2147483646 h 832"/>
              <a:gd name="T42" fmla="*/ 2147483646 w 657"/>
              <a:gd name="T43" fmla="*/ 2147483646 h 832"/>
              <a:gd name="T44" fmla="*/ 0 w 657"/>
              <a:gd name="T45" fmla="*/ 2147483646 h 832"/>
              <a:gd name="T46" fmla="*/ 2147483646 w 657"/>
              <a:gd name="T47" fmla="*/ 2147483646 h 832"/>
              <a:gd name="T48" fmla="*/ 2147483646 w 657"/>
              <a:gd name="T49" fmla="*/ 2147483646 h 832"/>
              <a:gd name="T50" fmla="*/ 2147483646 w 657"/>
              <a:gd name="T51" fmla="*/ 2147483646 h 832"/>
              <a:gd name="T52" fmla="*/ 2147483646 w 657"/>
              <a:gd name="T53" fmla="*/ 2147483646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484" name="Rectangle 14">
            <a:extLst>
              <a:ext uri="{FF2B5EF4-FFF2-40B4-BE49-F238E27FC236}">
                <a16:creationId xmlns:a16="http://schemas.microsoft.com/office/drawing/2014/main" id="{71516519-BFA4-B44E-B097-67FE5D2C5593}"/>
              </a:ext>
            </a:extLst>
          </p:cNvPr>
          <p:cNvSpPr>
            <a:spLocks noChangeArrowheads="1"/>
          </p:cNvSpPr>
          <p:nvPr/>
        </p:nvSpPr>
        <p:spPr bwMode="auto">
          <a:xfrm>
            <a:off x="2277667" y="3427810"/>
            <a:ext cx="7739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485" name="Freeform 15">
            <a:extLst>
              <a:ext uri="{FF2B5EF4-FFF2-40B4-BE49-F238E27FC236}">
                <a16:creationId xmlns:a16="http://schemas.microsoft.com/office/drawing/2014/main" id="{A6AE0F4A-D5F6-874A-8345-8EB84EB523EF}"/>
              </a:ext>
            </a:extLst>
          </p:cNvPr>
          <p:cNvSpPr>
            <a:spLocks/>
          </p:cNvSpPr>
          <p:nvPr/>
        </p:nvSpPr>
        <p:spPr bwMode="auto">
          <a:xfrm>
            <a:off x="1852612" y="3025378"/>
            <a:ext cx="425054" cy="22622"/>
          </a:xfrm>
          <a:custGeom>
            <a:avLst/>
            <a:gdLst>
              <a:gd name="T0" fmla="*/ 0 w 386"/>
              <a:gd name="T1" fmla="*/ 2147483646 h 21"/>
              <a:gd name="T2" fmla="*/ 0 w 386"/>
              <a:gd name="T3" fmla="*/ 2147483646 h 21"/>
              <a:gd name="T4" fmla="*/ 2147483646 w 386"/>
              <a:gd name="T5" fmla="*/ 2147483646 h 21"/>
              <a:gd name="T6" fmla="*/ 2147483646 w 386"/>
              <a:gd name="T7" fmla="*/ 0 h 21"/>
              <a:gd name="T8" fmla="*/ 0 w 386"/>
              <a:gd name="T9" fmla="*/ 2147483646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486" name="Rectangle 16">
            <a:extLst>
              <a:ext uri="{FF2B5EF4-FFF2-40B4-BE49-F238E27FC236}">
                <a16:creationId xmlns:a16="http://schemas.microsoft.com/office/drawing/2014/main" id="{8FE5ED30-F24B-DE4D-A5E4-2EE8B1713FFC}"/>
              </a:ext>
            </a:extLst>
          </p:cNvPr>
          <p:cNvSpPr>
            <a:spLocks noChangeArrowheads="1"/>
          </p:cNvSpPr>
          <p:nvPr/>
        </p:nvSpPr>
        <p:spPr bwMode="auto">
          <a:xfrm>
            <a:off x="1852612" y="2197894"/>
            <a:ext cx="425054"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487" name="Freeform 17">
            <a:extLst>
              <a:ext uri="{FF2B5EF4-FFF2-40B4-BE49-F238E27FC236}">
                <a16:creationId xmlns:a16="http://schemas.microsoft.com/office/drawing/2014/main" id="{9CABBE63-DBFB-FA46-8888-27D0030DFB91}"/>
              </a:ext>
            </a:extLst>
          </p:cNvPr>
          <p:cNvSpPr>
            <a:spLocks/>
          </p:cNvSpPr>
          <p:nvPr/>
        </p:nvSpPr>
        <p:spPr bwMode="auto">
          <a:xfrm>
            <a:off x="2993231" y="2134792"/>
            <a:ext cx="1187054" cy="1229915"/>
          </a:xfrm>
          <a:custGeom>
            <a:avLst/>
            <a:gdLst>
              <a:gd name="T0" fmla="*/ 0 w 945"/>
              <a:gd name="T1" fmla="*/ 2147483646 h 888"/>
              <a:gd name="T2" fmla="*/ 2147483646 w 945"/>
              <a:gd name="T3" fmla="*/ 2147483646 h 888"/>
              <a:gd name="T4" fmla="*/ 2147483646 w 945"/>
              <a:gd name="T5" fmla="*/ 2147483646 h 888"/>
              <a:gd name="T6" fmla="*/ 2147483646 w 945"/>
              <a:gd name="T7" fmla="*/ 0 h 888"/>
              <a:gd name="T8" fmla="*/ 0 w 945"/>
              <a:gd name="T9" fmla="*/ 2147483646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105488" name="Freeform 18">
            <a:extLst>
              <a:ext uri="{FF2B5EF4-FFF2-40B4-BE49-F238E27FC236}">
                <a16:creationId xmlns:a16="http://schemas.microsoft.com/office/drawing/2014/main" id="{16ED8706-D71A-E141-9EDE-19D798A47556}"/>
              </a:ext>
            </a:extLst>
          </p:cNvPr>
          <p:cNvSpPr>
            <a:spLocks/>
          </p:cNvSpPr>
          <p:nvPr/>
        </p:nvSpPr>
        <p:spPr bwMode="auto">
          <a:xfrm>
            <a:off x="2767012" y="1329929"/>
            <a:ext cx="3767138" cy="663178"/>
          </a:xfrm>
          <a:custGeom>
            <a:avLst/>
            <a:gdLst>
              <a:gd name="T0" fmla="*/ 2147483646 w 3403"/>
              <a:gd name="T1" fmla="*/ 2147483646 h 603"/>
              <a:gd name="T2" fmla="*/ 2147483646 w 3403"/>
              <a:gd name="T3" fmla="*/ 0 h 603"/>
              <a:gd name="T4" fmla="*/ 2147483646 w 3403"/>
              <a:gd name="T5" fmla="*/ 2147483646 h 603"/>
              <a:gd name="T6" fmla="*/ 2147483646 w 3403"/>
              <a:gd name="T7" fmla="*/ 2147483646 h 603"/>
              <a:gd name="T8" fmla="*/ 2147483646 w 3403"/>
              <a:gd name="T9" fmla="*/ 2147483646 h 603"/>
              <a:gd name="T10" fmla="*/ 2147483646 w 3403"/>
              <a:gd name="T11" fmla="*/ 2147483646 h 603"/>
              <a:gd name="T12" fmla="*/ 2147483646 w 3403"/>
              <a:gd name="T13" fmla="*/ 2147483646 h 603"/>
              <a:gd name="T14" fmla="*/ 2147483646 w 3403"/>
              <a:gd name="T15" fmla="*/ 2147483646 h 603"/>
              <a:gd name="T16" fmla="*/ 2147483646 w 3403"/>
              <a:gd name="T17" fmla="*/ 2147483646 h 603"/>
              <a:gd name="T18" fmla="*/ 2147483646 w 3403"/>
              <a:gd name="T19" fmla="*/ 2147483646 h 603"/>
              <a:gd name="T20" fmla="*/ 2147483646 w 3403"/>
              <a:gd name="T21" fmla="*/ 2147483646 h 603"/>
              <a:gd name="T22" fmla="*/ 2147483646 w 3403"/>
              <a:gd name="T23" fmla="*/ 2147483646 h 603"/>
              <a:gd name="T24" fmla="*/ 2147483646 w 3403"/>
              <a:gd name="T25" fmla="*/ 2147483646 h 603"/>
              <a:gd name="T26" fmla="*/ 2147483646 w 3403"/>
              <a:gd name="T27" fmla="*/ 2147483646 h 603"/>
              <a:gd name="T28" fmla="*/ 2147483646 w 3403"/>
              <a:gd name="T29" fmla="*/ 2147483646 h 603"/>
              <a:gd name="T30" fmla="*/ 2147483646 w 3403"/>
              <a:gd name="T31" fmla="*/ 2147483646 h 603"/>
              <a:gd name="T32" fmla="*/ 2147483646 w 3403"/>
              <a:gd name="T33" fmla="*/ 2147483646 h 603"/>
              <a:gd name="T34" fmla="*/ 2147483646 w 3403"/>
              <a:gd name="T35" fmla="*/ 2147483646 h 603"/>
              <a:gd name="T36" fmla="*/ 2147483646 w 3403"/>
              <a:gd name="T37" fmla="*/ 2147483646 h 603"/>
              <a:gd name="T38" fmla="*/ 2147483646 w 3403"/>
              <a:gd name="T39" fmla="*/ 2147483646 h 603"/>
              <a:gd name="T40" fmla="*/ 2147483646 w 3403"/>
              <a:gd name="T41" fmla="*/ 2147483646 h 603"/>
              <a:gd name="T42" fmla="*/ 2147483646 w 3403"/>
              <a:gd name="T43" fmla="*/ 2147483646 h 603"/>
              <a:gd name="T44" fmla="*/ 2147483646 w 3403"/>
              <a:gd name="T45" fmla="*/ 2147483646 h 603"/>
              <a:gd name="T46" fmla="*/ 2147483646 w 3403"/>
              <a:gd name="T47" fmla="*/ 2147483646 h 603"/>
              <a:gd name="T48" fmla="*/ 2147483646 w 3403"/>
              <a:gd name="T49" fmla="*/ 2147483646 h 603"/>
              <a:gd name="T50" fmla="*/ 2147483646 w 3403"/>
              <a:gd name="T51" fmla="*/ 2147483646 h 603"/>
              <a:gd name="T52" fmla="*/ 2147483646 w 3403"/>
              <a:gd name="T53" fmla="*/ 2147483646 h 603"/>
              <a:gd name="T54" fmla="*/ 2147483646 w 3403"/>
              <a:gd name="T55" fmla="*/ 2147483646 h 603"/>
              <a:gd name="T56" fmla="*/ 2147483646 w 3403"/>
              <a:gd name="T57" fmla="*/ 2147483646 h 603"/>
              <a:gd name="T58" fmla="*/ 2147483646 w 3403"/>
              <a:gd name="T59" fmla="*/ 2147483646 h 603"/>
              <a:gd name="T60" fmla="*/ 2147483646 w 3403"/>
              <a:gd name="T61" fmla="*/ 2147483646 h 603"/>
              <a:gd name="T62" fmla="*/ 2147483646 w 3403"/>
              <a:gd name="T63" fmla="*/ 2147483646 h 603"/>
              <a:gd name="T64" fmla="*/ 2147483646 w 3403"/>
              <a:gd name="T65" fmla="*/ 2147483646 h 603"/>
              <a:gd name="T66" fmla="*/ 2147483646 w 3403"/>
              <a:gd name="T67" fmla="*/ 2147483646 h 603"/>
              <a:gd name="T68" fmla="*/ 2147483646 w 3403"/>
              <a:gd name="T69" fmla="*/ 2147483646 h 603"/>
              <a:gd name="T70" fmla="*/ 2147483646 w 3403"/>
              <a:gd name="T71" fmla="*/ 2147483646 h 603"/>
              <a:gd name="T72" fmla="*/ 2147483646 w 3403"/>
              <a:gd name="T73" fmla="*/ 2147483646 h 603"/>
              <a:gd name="T74" fmla="*/ 2147483646 w 3403"/>
              <a:gd name="T75" fmla="*/ 2147483646 h 603"/>
              <a:gd name="T76" fmla="*/ 2147483646 w 3403"/>
              <a:gd name="T77" fmla="*/ 2147483646 h 603"/>
              <a:gd name="T78" fmla="*/ 2147483646 w 3403"/>
              <a:gd name="T79" fmla="*/ 2147483646 h 603"/>
              <a:gd name="T80" fmla="*/ 2147483646 w 3403"/>
              <a:gd name="T81" fmla="*/ 2147483646 h 603"/>
              <a:gd name="T82" fmla="*/ 2147483646 w 3403"/>
              <a:gd name="T83" fmla="*/ 2147483646 h 603"/>
              <a:gd name="T84" fmla="*/ 2147483646 w 3403"/>
              <a:gd name="T85" fmla="*/ 2147483646 h 603"/>
              <a:gd name="T86" fmla="*/ 2147483646 w 3403"/>
              <a:gd name="T87" fmla="*/ 2147483646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489" name="Freeform 19">
            <a:extLst>
              <a:ext uri="{FF2B5EF4-FFF2-40B4-BE49-F238E27FC236}">
                <a16:creationId xmlns:a16="http://schemas.microsoft.com/office/drawing/2014/main" id="{30757948-1BE4-1640-95FD-42E327504F34}"/>
              </a:ext>
            </a:extLst>
          </p:cNvPr>
          <p:cNvSpPr>
            <a:spLocks/>
          </p:cNvSpPr>
          <p:nvPr/>
        </p:nvSpPr>
        <p:spPr bwMode="auto">
          <a:xfrm>
            <a:off x="4311253" y="2121694"/>
            <a:ext cx="889397" cy="1191816"/>
          </a:xfrm>
          <a:custGeom>
            <a:avLst/>
            <a:gdLst>
              <a:gd name="T0" fmla="*/ 2147483646 w 1094"/>
              <a:gd name="T1" fmla="*/ 2147483646 h 901"/>
              <a:gd name="T2" fmla="*/ 2147483646 w 1094"/>
              <a:gd name="T3" fmla="*/ 2147483646 h 901"/>
              <a:gd name="T4" fmla="*/ 2147483646 w 1094"/>
              <a:gd name="T5" fmla="*/ 0 h 901"/>
              <a:gd name="T6" fmla="*/ 0 w 1094"/>
              <a:gd name="T7" fmla="*/ 2147483646 h 901"/>
              <a:gd name="T8" fmla="*/ 2147483646 w 1094"/>
              <a:gd name="T9" fmla="*/ 2147483646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490" name="Rectangle 20">
            <a:extLst>
              <a:ext uri="{FF2B5EF4-FFF2-40B4-BE49-F238E27FC236}">
                <a16:creationId xmlns:a16="http://schemas.microsoft.com/office/drawing/2014/main" id="{0ABECCCB-6B06-004A-94C2-55EB3B83F89F}"/>
              </a:ext>
            </a:extLst>
          </p:cNvPr>
          <p:cNvSpPr>
            <a:spLocks noChangeArrowheads="1"/>
          </p:cNvSpPr>
          <p:nvPr/>
        </p:nvSpPr>
        <p:spPr bwMode="auto">
          <a:xfrm>
            <a:off x="6898482" y="3071813"/>
            <a:ext cx="470297"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491" name="Rectangle 21">
            <a:extLst>
              <a:ext uri="{FF2B5EF4-FFF2-40B4-BE49-F238E27FC236}">
                <a16:creationId xmlns:a16="http://schemas.microsoft.com/office/drawing/2014/main" id="{72CF8CE6-7AD8-F049-8D80-99DF93961F88}"/>
              </a:ext>
            </a:extLst>
          </p:cNvPr>
          <p:cNvSpPr>
            <a:spLocks noChangeArrowheads="1"/>
          </p:cNvSpPr>
          <p:nvPr/>
        </p:nvSpPr>
        <p:spPr bwMode="auto">
          <a:xfrm>
            <a:off x="6908007" y="2251473"/>
            <a:ext cx="4691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492" name="Rectangle 22">
            <a:extLst>
              <a:ext uri="{FF2B5EF4-FFF2-40B4-BE49-F238E27FC236}">
                <a16:creationId xmlns:a16="http://schemas.microsoft.com/office/drawing/2014/main" id="{012FB534-8B4B-2548-A84C-9AACCA7A57F6}"/>
              </a:ext>
            </a:extLst>
          </p:cNvPr>
          <p:cNvSpPr>
            <a:spLocks noChangeArrowheads="1"/>
          </p:cNvSpPr>
          <p:nvPr/>
        </p:nvSpPr>
        <p:spPr bwMode="auto">
          <a:xfrm>
            <a:off x="6041231" y="3577829"/>
            <a:ext cx="13946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B</a:t>
            </a:r>
            <a:endParaRPr kumimoji="1" lang="en-US" altLang="zh-CN" sz="1500">
              <a:latin typeface="Arial" panose="020B0604020202020204" pitchFamily="34" charset="0"/>
              <a:ea typeface="宋体" panose="02010600030101010101" pitchFamily="2" charset="-122"/>
            </a:endParaRPr>
          </a:p>
        </p:txBody>
      </p:sp>
      <p:sp>
        <p:nvSpPr>
          <p:cNvPr id="105493" name="Oval 23">
            <a:extLst>
              <a:ext uri="{FF2B5EF4-FFF2-40B4-BE49-F238E27FC236}">
                <a16:creationId xmlns:a16="http://schemas.microsoft.com/office/drawing/2014/main" id="{D6E316E4-021E-824B-B122-D85A990B0FB3}"/>
              </a:ext>
            </a:extLst>
          </p:cNvPr>
          <p:cNvSpPr>
            <a:spLocks noChangeArrowheads="1"/>
          </p:cNvSpPr>
          <p:nvPr/>
        </p:nvSpPr>
        <p:spPr bwMode="auto">
          <a:xfrm>
            <a:off x="3831432" y="4216003"/>
            <a:ext cx="88106"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5494" name="Group 24">
            <a:extLst>
              <a:ext uri="{FF2B5EF4-FFF2-40B4-BE49-F238E27FC236}">
                <a16:creationId xmlns:a16="http://schemas.microsoft.com/office/drawing/2014/main" id="{F4F35574-1ED7-7343-B716-2BD1D38F9B38}"/>
              </a:ext>
            </a:extLst>
          </p:cNvPr>
          <p:cNvGrpSpPr>
            <a:grpSpLocks/>
          </p:cNvGrpSpPr>
          <p:nvPr/>
        </p:nvGrpSpPr>
        <p:grpSpPr bwMode="auto">
          <a:xfrm>
            <a:off x="1577579" y="2712244"/>
            <a:ext cx="378619" cy="386954"/>
            <a:chOff x="101" y="2294"/>
            <a:chExt cx="343" cy="353"/>
          </a:xfrm>
        </p:grpSpPr>
        <p:grpSp>
          <p:nvGrpSpPr>
            <p:cNvPr id="105891" name="Group 25">
              <a:extLst>
                <a:ext uri="{FF2B5EF4-FFF2-40B4-BE49-F238E27FC236}">
                  <a16:creationId xmlns:a16="http://schemas.microsoft.com/office/drawing/2014/main" id="{7561069E-4683-9C47-A811-289229424DAE}"/>
                </a:ext>
              </a:extLst>
            </p:cNvPr>
            <p:cNvGrpSpPr>
              <a:grpSpLocks/>
            </p:cNvGrpSpPr>
            <p:nvPr/>
          </p:nvGrpSpPr>
          <p:grpSpPr bwMode="auto">
            <a:xfrm>
              <a:off x="109" y="2301"/>
              <a:ext cx="335" cy="346"/>
              <a:chOff x="109" y="2301"/>
              <a:chExt cx="335" cy="346"/>
            </a:xfrm>
          </p:grpSpPr>
          <p:sp>
            <p:nvSpPr>
              <p:cNvPr id="105905" name="Freeform 26">
                <a:extLst>
                  <a:ext uri="{FF2B5EF4-FFF2-40B4-BE49-F238E27FC236}">
                    <a16:creationId xmlns:a16="http://schemas.microsoft.com/office/drawing/2014/main" id="{A16C178F-A830-A945-87B9-3E54F0576CC6}"/>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906" name="Freeform 27">
                <a:extLst>
                  <a:ext uri="{FF2B5EF4-FFF2-40B4-BE49-F238E27FC236}">
                    <a16:creationId xmlns:a16="http://schemas.microsoft.com/office/drawing/2014/main" id="{635A7BD0-BD1F-1C40-B194-607B19143E9C}"/>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907" name="Freeform 28">
                <a:extLst>
                  <a:ext uri="{FF2B5EF4-FFF2-40B4-BE49-F238E27FC236}">
                    <a16:creationId xmlns:a16="http://schemas.microsoft.com/office/drawing/2014/main" id="{CDB2B503-8A02-C64A-9DD5-3E351F2830D7}"/>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908" name="Freeform 29">
                <a:extLst>
                  <a:ext uri="{FF2B5EF4-FFF2-40B4-BE49-F238E27FC236}">
                    <a16:creationId xmlns:a16="http://schemas.microsoft.com/office/drawing/2014/main" id="{790D83E4-47FB-A148-A908-1CF2F2177D11}"/>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909" name="Rectangle 30">
                <a:extLst>
                  <a:ext uri="{FF2B5EF4-FFF2-40B4-BE49-F238E27FC236}">
                    <a16:creationId xmlns:a16="http://schemas.microsoft.com/office/drawing/2014/main" id="{EB4A55B0-C62B-114D-B373-5F2ED1D15651}"/>
                  </a:ext>
                </a:extLst>
              </p:cNvPr>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910" name="Rectangle 31">
                <a:extLst>
                  <a:ext uri="{FF2B5EF4-FFF2-40B4-BE49-F238E27FC236}">
                    <a16:creationId xmlns:a16="http://schemas.microsoft.com/office/drawing/2014/main" id="{1EB0F33E-7BFE-B345-B36D-321FC948197E}"/>
                  </a:ext>
                </a:extLst>
              </p:cNvPr>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911" name="Rectangle 32">
                <a:extLst>
                  <a:ext uri="{FF2B5EF4-FFF2-40B4-BE49-F238E27FC236}">
                    <a16:creationId xmlns:a16="http://schemas.microsoft.com/office/drawing/2014/main" id="{CC576E5A-C2D5-584C-A7AD-B20DF83C2455}"/>
                  </a:ext>
                </a:extLst>
              </p:cNvPr>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912" name="Line 33">
                <a:extLst>
                  <a:ext uri="{FF2B5EF4-FFF2-40B4-BE49-F238E27FC236}">
                    <a16:creationId xmlns:a16="http://schemas.microsoft.com/office/drawing/2014/main" id="{648A2340-D7B2-6540-83BC-906AB38695B7}"/>
                  </a:ext>
                </a:extLst>
              </p:cNvPr>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913" name="Group 34">
                <a:extLst>
                  <a:ext uri="{FF2B5EF4-FFF2-40B4-BE49-F238E27FC236}">
                    <a16:creationId xmlns:a16="http://schemas.microsoft.com/office/drawing/2014/main" id="{35FFC19E-CFEB-F341-8A4E-30D1DB66C707}"/>
                  </a:ext>
                </a:extLst>
              </p:cNvPr>
              <p:cNvGrpSpPr>
                <a:grpSpLocks/>
              </p:cNvGrpSpPr>
              <p:nvPr/>
            </p:nvGrpSpPr>
            <p:grpSpPr bwMode="auto">
              <a:xfrm>
                <a:off x="109" y="2596"/>
                <a:ext cx="335" cy="51"/>
                <a:chOff x="109" y="2596"/>
                <a:chExt cx="335" cy="51"/>
              </a:xfrm>
            </p:grpSpPr>
            <p:sp>
              <p:nvSpPr>
                <p:cNvPr id="105914" name="Freeform 35">
                  <a:extLst>
                    <a:ext uri="{FF2B5EF4-FFF2-40B4-BE49-F238E27FC236}">
                      <a16:creationId xmlns:a16="http://schemas.microsoft.com/office/drawing/2014/main" id="{4120B2BB-BFAB-FC4E-958C-20FEBEAD9B35}"/>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915" name="Freeform 36">
                  <a:extLst>
                    <a:ext uri="{FF2B5EF4-FFF2-40B4-BE49-F238E27FC236}">
                      <a16:creationId xmlns:a16="http://schemas.microsoft.com/office/drawing/2014/main" id="{1CC967CF-203D-8045-99DF-68FD759BED76}"/>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916" name="Rectangle 37">
                  <a:extLst>
                    <a:ext uri="{FF2B5EF4-FFF2-40B4-BE49-F238E27FC236}">
                      <a16:creationId xmlns:a16="http://schemas.microsoft.com/office/drawing/2014/main" id="{56DE56BF-DA69-424E-A5A8-612F02F4CA19}"/>
                    </a:ext>
                  </a:extLst>
                </p:cNvPr>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5892" name="Group 38">
              <a:extLst>
                <a:ext uri="{FF2B5EF4-FFF2-40B4-BE49-F238E27FC236}">
                  <a16:creationId xmlns:a16="http://schemas.microsoft.com/office/drawing/2014/main" id="{7D88C54B-8692-B240-B3BD-581B0C6E549D}"/>
                </a:ext>
              </a:extLst>
            </p:cNvPr>
            <p:cNvGrpSpPr>
              <a:grpSpLocks/>
            </p:cNvGrpSpPr>
            <p:nvPr/>
          </p:nvGrpSpPr>
          <p:grpSpPr bwMode="auto">
            <a:xfrm>
              <a:off x="101" y="2294"/>
              <a:ext cx="335" cy="347"/>
              <a:chOff x="101" y="2294"/>
              <a:chExt cx="335" cy="347"/>
            </a:xfrm>
          </p:grpSpPr>
          <p:sp>
            <p:nvSpPr>
              <p:cNvPr id="105893" name="Freeform 39">
                <a:extLst>
                  <a:ext uri="{FF2B5EF4-FFF2-40B4-BE49-F238E27FC236}">
                    <a16:creationId xmlns:a16="http://schemas.microsoft.com/office/drawing/2014/main" id="{B046F832-6ED8-B34C-9B62-EE714472746B}"/>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94" name="Freeform 40">
                <a:extLst>
                  <a:ext uri="{FF2B5EF4-FFF2-40B4-BE49-F238E27FC236}">
                    <a16:creationId xmlns:a16="http://schemas.microsoft.com/office/drawing/2014/main" id="{FA42B758-D7CE-A741-B388-BD835A2419D8}"/>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95" name="Freeform 41">
                <a:extLst>
                  <a:ext uri="{FF2B5EF4-FFF2-40B4-BE49-F238E27FC236}">
                    <a16:creationId xmlns:a16="http://schemas.microsoft.com/office/drawing/2014/main" id="{61A70DF7-3F88-F24D-B181-61042C196BC4}"/>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96" name="Freeform 42">
                <a:extLst>
                  <a:ext uri="{FF2B5EF4-FFF2-40B4-BE49-F238E27FC236}">
                    <a16:creationId xmlns:a16="http://schemas.microsoft.com/office/drawing/2014/main" id="{4F8E7C28-0C75-C34D-9D87-2B5FE124D34A}"/>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97" name="Rectangle 43">
                <a:extLst>
                  <a:ext uri="{FF2B5EF4-FFF2-40B4-BE49-F238E27FC236}">
                    <a16:creationId xmlns:a16="http://schemas.microsoft.com/office/drawing/2014/main" id="{FFFC502A-DE93-FD4C-8515-926DC8E27A2B}"/>
                  </a:ext>
                </a:extLst>
              </p:cNvPr>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98" name="Rectangle 44">
                <a:extLst>
                  <a:ext uri="{FF2B5EF4-FFF2-40B4-BE49-F238E27FC236}">
                    <a16:creationId xmlns:a16="http://schemas.microsoft.com/office/drawing/2014/main" id="{EBEA4064-23E2-0D4A-B552-1997A8A606EE}"/>
                  </a:ext>
                </a:extLst>
              </p:cNvPr>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99" name="Rectangle 45">
                <a:extLst>
                  <a:ext uri="{FF2B5EF4-FFF2-40B4-BE49-F238E27FC236}">
                    <a16:creationId xmlns:a16="http://schemas.microsoft.com/office/drawing/2014/main" id="{69761DE8-C417-3748-BDEC-B3EA8E1D24A8}"/>
                  </a:ext>
                </a:extLst>
              </p:cNvPr>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900" name="Line 46">
                <a:extLst>
                  <a:ext uri="{FF2B5EF4-FFF2-40B4-BE49-F238E27FC236}">
                    <a16:creationId xmlns:a16="http://schemas.microsoft.com/office/drawing/2014/main" id="{487AA514-EA71-7F4F-9DDA-F7EDFBCEE7F4}"/>
                  </a:ext>
                </a:extLst>
              </p:cNvPr>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901" name="Group 47">
                <a:extLst>
                  <a:ext uri="{FF2B5EF4-FFF2-40B4-BE49-F238E27FC236}">
                    <a16:creationId xmlns:a16="http://schemas.microsoft.com/office/drawing/2014/main" id="{DB34DD8D-08BB-694B-9D40-F10161490269}"/>
                  </a:ext>
                </a:extLst>
              </p:cNvPr>
              <p:cNvGrpSpPr>
                <a:grpSpLocks/>
              </p:cNvGrpSpPr>
              <p:nvPr/>
            </p:nvGrpSpPr>
            <p:grpSpPr bwMode="auto">
              <a:xfrm>
                <a:off x="101" y="2590"/>
                <a:ext cx="335" cy="51"/>
                <a:chOff x="101" y="2590"/>
                <a:chExt cx="335" cy="51"/>
              </a:xfrm>
            </p:grpSpPr>
            <p:sp>
              <p:nvSpPr>
                <p:cNvPr id="105902" name="Freeform 48">
                  <a:extLst>
                    <a:ext uri="{FF2B5EF4-FFF2-40B4-BE49-F238E27FC236}">
                      <a16:creationId xmlns:a16="http://schemas.microsoft.com/office/drawing/2014/main" id="{93805282-3520-DC41-9C16-13995D699C60}"/>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903" name="Freeform 49">
                  <a:extLst>
                    <a:ext uri="{FF2B5EF4-FFF2-40B4-BE49-F238E27FC236}">
                      <a16:creationId xmlns:a16="http://schemas.microsoft.com/office/drawing/2014/main" id="{5E134B6D-CD95-C642-86A3-F840EE5ECD43}"/>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904" name="Rectangle 50">
                  <a:extLst>
                    <a:ext uri="{FF2B5EF4-FFF2-40B4-BE49-F238E27FC236}">
                      <a16:creationId xmlns:a16="http://schemas.microsoft.com/office/drawing/2014/main" id="{310EBB53-242C-8140-9344-2CA2FA78F47B}"/>
                    </a:ext>
                  </a:extLst>
                </p:cNvPr>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5495" name="Group 51">
            <a:extLst>
              <a:ext uri="{FF2B5EF4-FFF2-40B4-BE49-F238E27FC236}">
                <a16:creationId xmlns:a16="http://schemas.microsoft.com/office/drawing/2014/main" id="{B83CDFC2-1EF7-FC41-A378-B609DE26E5EC}"/>
              </a:ext>
            </a:extLst>
          </p:cNvPr>
          <p:cNvGrpSpPr>
            <a:grpSpLocks/>
          </p:cNvGrpSpPr>
          <p:nvPr/>
        </p:nvGrpSpPr>
        <p:grpSpPr bwMode="auto">
          <a:xfrm>
            <a:off x="3661173" y="4561285"/>
            <a:ext cx="377428" cy="386953"/>
            <a:chOff x="3891" y="3616"/>
            <a:chExt cx="342" cy="353"/>
          </a:xfrm>
        </p:grpSpPr>
        <p:grpSp>
          <p:nvGrpSpPr>
            <p:cNvPr id="105865" name="Group 52">
              <a:extLst>
                <a:ext uri="{FF2B5EF4-FFF2-40B4-BE49-F238E27FC236}">
                  <a16:creationId xmlns:a16="http://schemas.microsoft.com/office/drawing/2014/main" id="{23ADB79A-6093-DA49-B6EB-825E09E74A50}"/>
                </a:ext>
              </a:extLst>
            </p:cNvPr>
            <p:cNvGrpSpPr>
              <a:grpSpLocks/>
            </p:cNvGrpSpPr>
            <p:nvPr/>
          </p:nvGrpSpPr>
          <p:grpSpPr bwMode="auto">
            <a:xfrm>
              <a:off x="3899" y="3622"/>
              <a:ext cx="334" cy="347"/>
              <a:chOff x="3899" y="3622"/>
              <a:chExt cx="334" cy="347"/>
            </a:xfrm>
          </p:grpSpPr>
          <p:sp>
            <p:nvSpPr>
              <p:cNvPr id="105879" name="Freeform 53">
                <a:extLst>
                  <a:ext uri="{FF2B5EF4-FFF2-40B4-BE49-F238E27FC236}">
                    <a16:creationId xmlns:a16="http://schemas.microsoft.com/office/drawing/2014/main" id="{561E13E4-60E6-2D4E-A76C-166F0060F33C}"/>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80" name="Freeform 54">
                <a:extLst>
                  <a:ext uri="{FF2B5EF4-FFF2-40B4-BE49-F238E27FC236}">
                    <a16:creationId xmlns:a16="http://schemas.microsoft.com/office/drawing/2014/main" id="{AA530018-A22B-9444-9DEF-21613FFA7038}"/>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81" name="Freeform 55">
                <a:extLst>
                  <a:ext uri="{FF2B5EF4-FFF2-40B4-BE49-F238E27FC236}">
                    <a16:creationId xmlns:a16="http://schemas.microsoft.com/office/drawing/2014/main" id="{071A9643-51CE-E643-AFF2-53364E769E4C}"/>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82" name="Freeform 56">
                <a:extLst>
                  <a:ext uri="{FF2B5EF4-FFF2-40B4-BE49-F238E27FC236}">
                    <a16:creationId xmlns:a16="http://schemas.microsoft.com/office/drawing/2014/main" id="{6CC16DDA-F26C-B840-87A3-6413C4FAEECA}"/>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83" name="Rectangle 57">
                <a:extLst>
                  <a:ext uri="{FF2B5EF4-FFF2-40B4-BE49-F238E27FC236}">
                    <a16:creationId xmlns:a16="http://schemas.microsoft.com/office/drawing/2014/main" id="{EFB8E822-9632-B94B-88B9-438230348DCE}"/>
                  </a:ext>
                </a:extLst>
              </p:cNvPr>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84" name="Rectangle 58">
                <a:extLst>
                  <a:ext uri="{FF2B5EF4-FFF2-40B4-BE49-F238E27FC236}">
                    <a16:creationId xmlns:a16="http://schemas.microsoft.com/office/drawing/2014/main" id="{56C64D4C-E681-A74B-8B9D-5C19D7538444}"/>
                  </a:ext>
                </a:extLst>
              </p:cNvPr>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85" name="Rectangle 59">
                <a:extLst>
                  <a:ext uri="{FF2B5EF4-FFF2-40B4-BE49-F238E27FC236}">
                    <a16:creationId xmlns:a16="http://schemas.microsoft.com/office/drawing/2014/main" id="{7A64341F-3B1C-D14B-86B4-69E7B1C91B75}"/>
                  </a:ext>
                </a:extLst>
              </p:cNvPr>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86" name="Line 60">
                <a:extLst>
                  <a:ext uri="{FF2B5EF4-FFF2-40B4-BE49-F238E27FC236}">
                    <a16:creationId xmlns:a16="http://schemas.microsoft.com/office/drawing/2014/main" id="{7814605B-1773-FA48-ACF8-A18C31E6BA7F}"/>
                  </a:ext>
                </a:extLst>
              </p:cNvPr>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887" name="Group 61">
                <a:extLst>
                  <a:ext uri="{FF2B5EF4-FFF2-40B4-BE49-F238E27FC236}">
                    <a16:creationId xmlns:a16="http://schemas.microsoft.com/office/drawing/2014/main" id="{B69D4022-C6F5-6F4F-AC05-F5086771DC33}"/>
                  </a:ext>
                </a:extLst>
              </p:cNvPr>
              <p:cNvGrpSpPr>
                <a:grpSpLocks/>
              </p:cNvGrpSpPr>
              <p:nvPr/>
            </p:nvGrpSpPr>
            <p:grpSpPr bwMode="auto">
              <a:xfrm>
                <a:off x="3899" y="3918"/>
                <a:ext cx="334" cy="51"/>
                <a:chOff x="3899" y="3918"/>
                <a:chExt cx="334" cy="51"/>
              </a:xfrm>
            </p:grpSpPr>
            <p:sp>
              <p:nvSpPr>
                <p:cNvPr id="105888" name="Freeform 62">
                  <a:extLst>
                    <a:ext uri="{FF2B5EF4-FFF2-40B4-BE49-F238E27FC236}">
                      <a16:creationId xmlns:a16="http://schemas.microsoft.com/office/drawing/2014/main" id="{DD1C76A4-6EBF-5C44-881F-4EA0736C240B}"/>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89" name="Freeform 63">
                  <a:extLst>
                    <a:ext uri="{FF2B5EF4-FFF2-40B4-BE49-F238E27FC236}">
                      <a16:creationId xmlns:a16="http://schemas.microsoft.com/office/drawing/2014/main" id="{7928F2C3-C6A8-124A-9BAE-22BD723D6925}"/>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90" name="Rectangle 64">
                  <a:extLst>
                    <a:ext uri="{FF2B5EF4-FFF2-40B4-BE49-F238E27FC236}">
                      <a16:creationId xmlns:a16="http://schemas.microsoft.com/office/drawing/2014/main" id="{1EA72E07-DB9F-BB4F-883A-774F4364B351}"/>
                    </a:ext>
                  </a:extLst>
                </p:cNvPr>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5866" name="Group 65">
              <a:extLst>
                <a:ext uri="{FF2B5EF4-FFF2-40B4-BE49-F238E27FC236}">
                  <a16:creationId xmlns:a16="http://schemas.microsoft.com/office/drawing/2014/main" id="{534076BB-E4AF-EB4C-A125-2A6EAB065254}"/>
                </a:ext>
              </a:extLst>
            </p:cNvPr>
            <p:cNvGrpSpPr>
              <a:grpSpLocks/>
            </p:cNvGrpSpPr>
            <p:nvPr/>
          </p:nvGrpSpPr>
          <p:grpSpPr bwMode="auto">
            <a:xfrm>
              <a:off x="3891" y="3616"/>
              <a:ext cx="334" cy="346"/>
              <a:chOff x="3891" y="3616"/>
              <a:chExt cx="334" cy="346"/>
            </a:xfrm>
          </p:grpSpPr>
          <p:sp>
            <p:nvSpPr>
              <p:cNvPr id="105867" name="Freeform 66">
                <a:extLst>
                  <a:ext uri="{FF2B5EF4-FFF2-40B4-BE49-F238E27FC236}">
                    <a16:creationId xmlns:a16="http://schemas.microsoft.com/office/drawing/2014/main" id="{9F8B0940-84EC-054F-8B2D-0C8C3E0F6639}"/>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68" name="Freeform 67">
                <a:extLst>
                  <a:ext uri="{FF2B5EF4-FFF2-40B4-BE49-F238E27FC236}">
                    <a16:creationId xmlns:a16="http://schemas.microsoft.com/office/drawing/2014/main" id="{40FAF636-458E-664E-80BF-F64B040CC29D}"/>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69" name="Freeform 68">
                <a:extLst>
                  <a:ext uri="{FF2B5EF4-FFF2-40B4-BE49-F238E27FC236}">
                    <a16:creationId xmlns:a16="http://schemas.microsoft.com/office/drawing/2014/main" id="{D29CB509-7D89-6A48-95B9-70BEF47D512A}"/>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70" name="Freeform 69">
                <a:extLst>
                  <a:ext uri="{FF2B5EF4-FFF2-40B4-BE49-F238E27FC236}">
                    <a16:creationId xmlns:a16="http://schemas.microsoft.com/office/drawing/2014/main" id="{5A02DAC7-806D-2F4D-8C5C-78A4B11BF0BE}"/>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71" name="Rectangle 70">
                <a:extLst>
                  <a:ext uri="{FF2B5EF4-FFF2-40B4-BE49-F238E27FC236}">
                    <a16:creationId xmlns:a16="http://schemas.microsoft.com/office/drawing/2014/main" id="{19E6444C-6C2D-314D-9A38-5E739215B21E}"/>
                  </a:ext>
                </a:extLst>
              </p:cNvPr>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72" name="Rectangle 71">
                <a:extLst>
                  <a:ext uri="{FF2B5EF4-FFF2-40B4-BE49-F238E27FC236}">
                    <a16:creationId xmlns:a16="http://schemas.microsoft.com/office/drawing/2014/main" id="{4F19CFD9-2A9E-0846-9CC0-EB8D431A3A14}"/>
                  </a:ext>
                </a:extLst>
              </p:cNvPr>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73" name="Rectangle 72">
                <a:extLst>
                  <a:ext uri="{FF2B5EF4-FFF2-40B4-BE49-F238E27FC236}">
                    <a16:creationId xmlns:a16="http://schemas.microsoft.com/office/drawing/2014/main" id="{E189C7DC-073E-984A-A93F-AB3156DCC19B}"/>
                  </a:ext>
                </a:extLst>
              </p:cNvPr>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74" name="Line 73">
                <a:extLst>
                  <a:ext uri="{FF2B5EF4-FFF2-40B4-BE49-F238E27FC236}">
                    <a16:creationId xmlns:a16="http://schemas.microsoft.com/office/drawing/2014/main" id="{B533FC22-E044-E541-9C02-509D9146E9B2}"/>
                  </a:ext>
                </a:extLst>
              </p:cNvPr>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875" name="Group 74">
                <a:extLst>
                  <a:ext uri="{FF2B5EF4-FFF2-40B4-BE49-F238E27FC236}">
                    <a16:creationId xmlns:a16="http://schemas.microsoft.com/office/drawing/2014/main" id="{8F0CCD9D-1C46-604E-B58A-8F131B9C5F62}"/>
                  </a:ext>
                </a:extLst>
              </p:cNvPr>
              <p:cNvGrpSpPr>
                <a:grpSpLocks/>
              </p:cNvGrpSpPr>
              <p:nvPr/>
            </p:nvGrpSpPr>
            <p:grpSpPr bwMode="auto">
              <a:xfrm>
                <a:off x="3891" y="3912"/>
                <a:ext cx="334" cy="50"/>
                <a:chOff x="3891" y="3912"/>
                <a:chExt cx="334" cy="50"/>
              </a:xfrm>
            </p:grpSpPr>
            <p:sp>
              <p:nvSpPr>
                <p:cNvPr id="105876" name="Freeform 75">
                  <a:extLst>
                    <a:ext uri="{FF2B5EF4-FFF2-40B4-BE49-F238E27FC236}">
                      <a16:creationId xmlns:a16="http://schemas.microsoft.com/office/drawing/2014/main" id="{48E68BCE-A7D3-0848-B77E-BE17594ACCA7}"/>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77" name="Freeform 76">
                  <a:extLst>
                    <a:ext uri="{FF2B5EF4-FFF2-40B4-BE49-F238E27FC236}">
                      <a16:creationId xmlns:a16="http://schemas.microsoft.com/office/drawing/2014/main" id="{9D17CE2B-3F13-A643-AB64-3896C3DBD198}"/>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78" name="Rectangle 77">
                  <a:extLst>
                    <a:ext uri="{FF2B5EF4-FFF2-40B4-BE49-F238E27FC236}">
                      <a16:creationId xmlns:a16="http://schemas.microsoft.com/office/drawing/2014/main" id="{878F3B9B-DA82-8144-913C-E59D995587D4}"/>
                    </a:ext>
                  </a:extLst>
                </p:cNvPr>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5496" name="Group 78">
            <a:extLst>
              <a:ext uri="{FF2B5EF4-FFF2-40B4-BE49-F238E27FC236}">
                <a16:creationId xmlns:a16="http://schemas.microsoft.com/office/drawing/2014/main" id="{6B16AD82-C745-A64D-90BF-5F73B10D43EE}"/>
              </a:ext>
            </a:extLst>
          </p:cNvPr>
          <p:cNvGrpSpPr>
            <a:grpSpLocks/>
          </p:cNvGrpSpPr>
          <p:nvPr/>
        </p:nvGrpSpPr>
        <p:grpSpPr bwMode="auto">
          <a:xfrm>
            <a:off x="4613673" y="4549379"/>
            <a:ext cx="378619" cy="386953"/>
            <a:chOff x="4752" y="3605"/>
            <a:chExt cx="343" cy="353"/>
          </a:xfrm>
        </p:grpSpPr>
        <p:grpSp>
          <p:nvGrpSpPr>
            <p:cNvPr id="105839" name="Group 79">
              <a:extLst>
                <a:ext uri="{FF2B5EF4-FFF2-40B4-BE49-F238E27FC236}">
                  <a16:creationId xmlns:a16="http://schemas.microsoft.com/office/drawing/2014/main" id="{A89700B8-E015-0343-A696-60E6A5F5CC4D}"/>
                </a:ext>
              </a:extLst>
            </p:cNvPr>
            <p:cNvGrpSpPr>
              <a:grpSpLocks/>
            </p:cNvGrpSpPr>
            <p:nvPr/>
          </p:nvGrpSpPr>
          <p:grpSpPr bwMode="auto">
            <a:xfrm>
              <a:off x="4760" y="3612"/>
              <a:ext cx="335" cy="346"/>
              <a:chOff x="4760" y="3612"/>
              <a:chExt cx="335" cy="346"/>
            </a:xfrm>
          </p:grpSpPr>
          <p:sp>
            <p:nvSpPr>
              <p:cNvPr id="105853" name="Freeform 80">
                <a:extLst>
                  <a:ext uri="{FF2B5EF4-FFF2-40B4-BE49-F238E27FC236}">
                    <a16:creationId xmlns:a16="http://schemas.microsoft.com/office/drawing/2014/main" id="{34358FC7-3154-0749-A0F5-5D81A7189F27}"/>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54" name="Freeform 81">
                <a:extLst>
                  <a:ext uri="{FF2B5EF4-FFF2-40B4-BE49-F238E27FC236}">
                    <a16:creationId xmlns:a16="http://schemas.microsoft.com/office/drawing/2014/main" id="{C215DF49-D523-B94E-A100-0DC96E4A019D}"/>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55" name="Freeform 82">
                <a:extLst>
                  <a:ext uri="{FF2B5EF4-FFF2-40B4-BE49-F238E27FC236}">
                    <a16:creationId xmlns:a16="http://schemas.microsoft.com/office/drawing/2014/main" id="{89993CB5-6976-C44C-9767-FA8451F39713}"/>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56" name="Freeform 83">
                <a:extLst>
                  <a:ext uri="{FF2B5EF4-FFF2-40B4-BE49-F238E27FC236}">
                    <a16:creationId xmlns:a16="http://schemas.microsoft.com/office/drawing/2014/main" id="{23F3CD78-63FB-BD41-867F-192EF6579A88}"/>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57" name="Rectangle 84">
                <a:extLst>
                  <a:ext uri="{FF2B5EF4-FFF2-40B4-BE49-F238E27FC236}">
                    <a16:creationId xmlns:a16="http://schemas.microsoft.com/office/drawing/2014/main" id="{48721401-3DD4-EB4A-A0DE-0091D20EBDB0}"/>
                  </a:ext>
                </a:extLst>
              </p:cNvPr>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58" name="Rectangle 85">
                <a:extLst>
                  <a:ext uri="{FF2B5EF4-FFF2-40B4-BE49-F238E27FC236}">
                    <a16:creationId xmlns:a16="http://schemas.microsoft.com/office/drawing/2014/main" id="{319959BE-3BE5-6947-8C51-6900E0AD0902}"/>
                  </a:ext>
                </a:extLst>
              </p:cNvPr>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59" name="Rectangle 86">
                <a:extLst>
                  <a:ext uri="{FF2B5EF4-FFF2-40B4-BE49-F238E27FC236}">
                    <a16:creationId xmlns:a16="http://schemas.microsoft.com/office/drawing/2014/main" id="{5513BF5A-8059-6544-8777-62C61B084B7E}"/>
                  </a:ext>
                </a:extLst>
              </p:cNvPr>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60" name="Line 87">
                <a:extLst>
                  <a:ext uri="{FF2B5EF4-FFF2-40B4-BE49-F238E27FC236}">
                    <a16:creationId xmlns:a16="http://schemas.microsoft.com/office/drawing/2014/main" id="{7209901C-629C-C741-BE74-475FE9783F8E}"/>
                  </a:ext>
                </a:extLst>
              </p:cNvPr>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861" name="Group 88">
                <a:extLst>
                  <a:ext uri="{FF2B5EF4-FFF2-40B4-BE49-F238E27FC236}">
                    <a16:creationId xmlns:a16="http://schemas.microsoft.com/office/drawing/2014/main" id="{A74E51EE-3FB3-1244-8118-6AF9FD396DF2}"/>
                  </a:ext>
                </a:extLst>
              </p:cNvPr>
              <p:cNvGrpSpPr>
                <a:grpSpLocks/>
              </p:cNvGrpSpPr>
              <p:nvPr/>
            </p:nvGrpSpPr>
            <p:grpSpPr bwMode="auto">
              <a:xfrm>
                <a:off x="4760" y="3907"/>
                <a:ext cx="335" cy="51"/>
                <a:chOff x="4760" y="3907"/>
                <a:chExt cx="335" cy="51"/>
              </a:xfrm>
            </p:grpSpPr>
            <p:sp>
              <p:nvSpPr>
                <p:cNvPr id="105862" name="Freeform 89">
                  <a:extLst>
                    <a:ext uri="{FF2B5EF4-FFF2-40B4-BE49-F238E27FC236}">
                      <a16:creationId xmlns:a16="http://schemas.microsoft.com/office/drawing/2014/main" id="{B76859AB-F570-7644-8B2F-A9CD3E967357}"/>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63" name="Freeform 90">
                  <a:extLst>
                    <a:ext uri="{FF2B5EF4-FFF2-40B4-BE49-F238E27FC236}">
                      <a16:creationId xmlns:a16="http://schemas.microsoft.com/office/drawing/2014/main" id="{8B58BED8-6FDC-EA46-8967-292C48720B88}"/>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64" name="Rectangle 91">
                  <a:extLst>
                    <a:ext uri="{FF2B5EF4-FFF2-40B4-BE49-F238E27FC236}">
                      <a16:creationId xmlns:a16="http://schemas.microsoft.com/office/drawing/2014/main" id="{44AFF9A9-94B0-ED4A-BE79-0A96CD78A042}"/>
                    </a:ext>
                  </a:extLst>
                </p:cNvPr>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5840" name="Group 92">
              <a:extLst>
                <a:ext uri="{FF2B5EF4-FFF2-40B4-BE49-F238E27FC236}">
                  <a16:creationId xmlns:a16="http://schemas.microsoft.com/office/drawing/2014/main" id="{493E20AA-ED7B-F84C-AA51-E80F7AE63E36}"/>
                </a:ext>
              </a:extLst>
            </p:cNvPr>
            <p:cNvGrpSpPr>
              <a:grpSpLocks/>
            </p:cNvGrpSpPr>
            <p:nvPr/>
          </p:nvGrpSpPr>
          <p:grpSpPr bwMode="auto">
            <a:xfrm>
              <a:off x="4752" y="3605"/>
              <a:ext cx="334" cy="347"/>
              <a:chOff x="4752" y="3605"/>
              <a:chExt cx="334" cy="347"/>
            </a:xfrm>
          </p:grpSpPr>
          <p:sp>
            <p:nvSpPr>
              <p:cNvPr id="105841" name="Freeform 93">
                <a:extLst>
                  <a:ext uri="{FF2B5EF4-FFF2-40B4-BE49-F238E27FC236}">
                    <a16:creationId xmlns:a16="http://schemas.microsoft.com/office/drawing/2014/main" id="{CC6E7248-DDDD-9B47-87D9-28B0978E73FE}"/>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42" name="Freeform 94">
                <a:extLst>
                  <a:ext uri="{FF2B5EF4-FFF2-40B4-BE49-F238E27FC236}">
                    <a16:creationId xmlns:a16="http://schemas.microsoft.com/office/drawing/2014/main" id="{DCA5519F-690D-4946-8322-8261B88F9EFF}"/>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43" name="Freeform 95">
                <a:extLst>
                  <a:ext uri="{FF2B5EF4-FFF2-40B4-BE49-F238E27FC236}">
                    <a16:creationId xmlns:a16="http://schemas.microsoft.com/office/drawing/2014/main" id="{06F66CF2-F83D-6541-A5F4-ECBFA3F11B2C}"/>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44" name="Freeform 96">
                <a:extLst>
                  <a:ext uri="{FF2B5EF4-FFF2-40B4-BE49-F238E27FC236}">
                    <a16:creationId xmlns:a16="http://schemas.microsoft.com/office/drawing/2014/main" id="{798E4262-E356-494C-B7E2-3DB3315F69BA}"/>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45" name="Rectangle 97">
                <a:extLst>
                  <a:ext uri="{FF2B5EF4-FFF2-40B4-BE49-F238E27FC236}">
                    <a16:creationId xmlns:a16="http://schemas.microsoft.com/office/drawing/2014/main" id="{52208B95-C52C-7E46-9ABB-F016178A6DEB}"/>
                  </a:ext>
                </a:extLst>
              </p:cNvPr>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46" name="Rectangle 98">
                <a:extLst>
                  <a:ext uri="{FF2B5EF4-FFF2-40B4-BE49-F238E27FC236}">
                    <a16:creationId xmlns:a16="http://schemas.microsoft.com/office/drawing/2014/main" id="{D8129BCE-D546-D242-8A14-9CB0C51E860E}"/>
                  </a:ext>
                </a:extLst>
              </p:cNvPr>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47" name="Rectangle 99">
                <a:extLst>
                  <a:ext uri="{FF2B5EF4-FFF2-40B4-BE49-F238E27FC236}">
                    <a16:creationId xmlns:a16="http://schemas.microsoft.com/office/drawing/2014/main" id="{004463E5-E84F-2541-914A-ECE9307D01FA}"/>
                  </a:ext>
                </a:extLst>
              </p:cNvPr>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48" name="Line 100">
                <a:extLst>
                  <a:ext uri="{FF2B5EF4-FFF2-40B4-BE49-F238E27FC236}">
                    <a16:creationId xmlns:a16="http://schemas.microsoft.com/office/drawing/2014/main" id="{58839D6F-E916-BD4F-B3E6-8C69885232E8}"/>
                  </a:ext>
                </a:extLst>
              </p:cNvPr>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849" name="Group 101">
                <a:extLst>
                  <a:ext uri="{FF2B5EF4-FFF2-40B4-BE49-F238E27FC236}">
                    <a16:creationId xmlns:a16="http://schemas.microsoft.com/office/drawing/2014/main" id="{EDDDD054-78B2-D142-80F1-5A556C4BA4E5}"/>
                  </a:ext>
                </a:extLst>
              </p:cNvPr>
              <p:cNvGrpSpPr>
                <a:grpSpLocks/>
              </p:cNvGrpSpPr>
              <p:nvPr/>
            </p:nvGrpSpPr>
            <p:grpSpPr bwMode="auto">
              <a:xfrm>
                <a:off x="4752" y="3901"/>
                <a:ext cx="334" cy="51"/>
                <a:chOff x="4752" y="3901"/>
                <a:chExt cx="334" cy="51"/>
              </a:xfrm>
            </p:grpSpPr>
            <p:sp>
              <p:nvSpPr>
                <p:cNvPr id="105850" name="Freeform 102">
                  <a:extLst>
                    <a:ext uri="{FF2B5EF4-FFF2-40B4-BE49-F238E27FC236}">
                      <a16:creationId xmlns:a16="http://schemas.microsoft.com/office/drawing/2014/main" id="{3754C0C7-E5CD-F549-AD6D-EED912CC3F28}"/>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51" name="Freeform 103">
                  <a:extLst>
                    <a:ext uri="{FF2B5EF4-FFF2-40B4-BE49-F238E27FC236}">
                      <a16:creationId xmlns:a16="http://schemas.microsoft.com/office/drawing/2014/main" id="{F90138F7-0A01-ED47-A070-E4EAA6C9E4E8}"/>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52" name="Rectangle 104">
                  <a:extLst>
                    <a:ext uri="{FF2B5EF4-FFF2-40B4-BE49-F238E27FC236}">
                      <a16:creationId xmlns:a16="http://schemas.microsoft.com/office/drawing/2014/main" id="{7C9F6E49-D978-E14F-A606-F2EF5E94C142}"/>
                    </a:ext>
                  </a:extLst>
                </p:cNvPr>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5497" name="Group 105">
            <a:extLst>
              <a:ext uri="{FF2B5EF4-FFF2-40B4-BE49-F238E27FC236}">
                <a16:creationId xmlns:a16="http://schemas.microsoft.com/office/drawing/2014/main" id="{2F7A4F76-7748-E04A-A635-607997757189}"/>
              </a:ext>
            </a:extLst>
          </p:cNvPr>
          <p:cNvGrpSpPr>
            <a:grpSpLocks/>
          </p:cNvGrpSpPr>
          <p:nvPr/>
        </p:nvGrpSpPr>
        <p:grpSpPr bwMode="auto">
          <a:xfrm>
            <a:off x="1577579" y="1882379"/>
            <a:ext cx="378619" cy="388144"/>
            <a:chOff x="101" y="1539"/>
            <a:chExt cx="343" cy="352"/>
          </a:xfrm>
        </p:grpSpPr>
        <p:grpSp>
          <p:nvGrpSpPr>
            <p:cNvPr id="105813" name="Group 106">
              <a:extLst>
                <a:ext uri="{FF2B5EF4-FFF2-40B4-BE49-F238E27FC236}">
                  <a16:creationId xmlns:a16="http://schemas.microsoft.com/office/drawing/2014/main" id="{AC7E0BD7-8D5C-194C-9F03-684286B7BD53}"/>
                </a:ext>
              </a:extLst>
            </p:cNvPr>
            <p:cNvGrpSpPr>
              <a:grpSpLocks/>
            </p:cNvGrpSpPr>
            <p:nvPr/>
          </p:nvGrpSpPr>
          <p:grpSpPr bwMode="auto">
            <a:xfrm>
              <a:off x="109" y="1545"/>
              <a:ext cx="335" cy="346"/>
              <a:chOff x="109" y="1545"/>
              <a:chExt cx="335" cy="346"/>
            </a:xfrm>
          </p:grpSpPr>
          <p:sp>
            <p:nvSpPr>
              <p:cNvPr id="105827" name="Freeform 107">
                <a:extLst>
                  <a:ext uri="{FF2B5EF4-FFF2-40B4-BE49-F238E27FC236}">
                    <a16:creationId xmlns:a16="http://schemas.microsoft.com/office/drawing/2014/main" id="{40DAC0CF-3283-FF43-AA17-241C7A7B1F34}"/>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28" name="Freeform 108">
                <a:extLst>
                  <a:ext uri="{FF2B5EF4-FFF2-40B4-BE49-F238E27FC236}">
                    <a16:creationId xmlns:a16="http://schemas.microsoft.com/office/drawing/2014/main" id="{B70C1024-7D3B-D841-A348-0D7C06E31CA7}"/>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29" name="Freeform 109">
                <a:extLst>
                  <a:ext uri="{FF2B5EF4-FFF2-40B4-BE49-F238E27FC236}">
                    <a16:creationId xmlns:a16="http://schemas.microsoft.com/office/drawing/2014/main" id="{561FBACE-3A0E-4A4D-8A8A-A1EB8656E8AD}"/>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30" name="Freeform 110">
                <a:extLst>
                  <a:ext uri="{FF2B5EF4-FFF2-40B4-BE49-F238E27FC236}">
                    <a16:creationId xmlns:a16="http://schemas.microsoft.com/office/drawing/2014/main" id="{A5F1C6C0-92EF-404B-9B8D-D060AF06BE03}"/>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31" name="Rectangle 111">
                <a:extLst>
                  <a:ext uri="{FF2B5EF4-FFF2-40B4-BE49-F238E27FC236}">
                    <a16:creationId xmlns:a16="http://schemas.microsoft.com/office/drawing/2014/main" id="{90B2E5E0-D94D-FF4F-AFC9-54C095B63435}"/>
                  </a:ext>
                </a:extLst>
              </p:cNvPr>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32" name="Rectangle 112">
                <a:extLst>
                  <a:ext uri="{FF2B5EF4-FFF2-40B4-BE49-F238E27FC236}">
                    <a16:creationId xmlns:a16="http://schemas.microsoft.com/office/drawing/2014/main" id="{B5BCBF1A-6DF0-AB47-8939-51E3E64F0272}"/>
                  </a:ext>
                </a:extLst>
              </p:cNvPr>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33" name="Rectangle 113">
                <a:extLst>
                  <a:ext uri="{FF2B5EF4-FFF2-40B4-BE49-F238E27FC236}">
                    <a16:creationId xmlns:a16="http://schemas.microsoft.com/office/drawing/2014/main" id="{60E6F2C6-9248-2E49-BFA9-5CD84CC03C34}"/>
                  </a:ext>
                </a:extLst>
              </p:cNvPr>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34" name="Line 114">
                <a:extLst>
                  <a:ext uri="{FF2B5EF4-FFF2-40B4-BE49-F238E27FC236}">
                    <a16:creationId xmlns:a16="http://schemas.microsoft.com/office/drawing/2014/main" id="{67D847E6-F4C4-804A-B1C4-AFE9620FB1AF}"/>
                  </a:ext>
                </a:extLst>
              </p:cNvPr>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835" name="Group 115">
                <a:extLst>
                  <a:ext uri="{FF2B5EF4-FFF2-40B4-BE49-F238E27FC236}">
                    <a16:creationId xmlns:a16="http://schemas.microsoft.com/office/drawing/2014/main" id="{D5BB1583-4AC9-FC42-AE09-5C7D866C778B}"/>
                  </a:ext>
                </a:extLst>
              </p:cNvPr>
              <p:cNvGrpSpPr>
                <a:grpSpLocks/>
              </p:cNvGrpSpPr>
              <p:nvPr/>
            </p:nvGrpSpPr>
            <p:grpSpPr bwMode="auto">
              <a:xfrm>
                <a:off x="109" y="1841"/>
                <a:ext cx="335" cy="50"/>
                <a:chOff x="109" y="1841"/>
                <a:chExt cx="335" cy="50"/>
              </a:xfrm>
            </p:grpSpPr>
            <p:sp>
              <p:nvSpPr>
                <p:cNvPr id="105836" name="Freeform 116">
                  <a:extLst>
                    <a:ext uri="{FF2B5EF4-FFF2-40B4-BE49-F238E27FC236}">
                      <a16:creationId xmlns:a16="http://schemas.microsoft.com/office/drawing/2014/main" id="{11DD3EB4-4F89-D847-B9E4-EB46B6D18A8D}"/>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37" name="Freeform 117">
                  <a:extLst>
                    <a:ext uri="{FF2B5EF4-FFF2-40B4-BE49-F238E27FC236}">
                      <a16:creationId xmlns:a16="http://schemas.microsoft.com/office/drawing/2014/main" id="{AED72394-3760-3142-AECF-C774A19A8974}"/>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38" name="Rectangle 118">
                  <a:extLst>
                    <a:ext uri="{FF2B5EF4-FFF2-40B4-BE49-F238E27FC236}">
                      <a16:creationId xmlns:a16="http://schemas.microsoft.com/office/drawing/2014/main" id="{89126887-C090-C746-BCEE-4B6C534B2BAF}"/>
                    </a:ext>
                  </a:extLst>
                </p:cNvPr>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5814" name="Group 119">
              <a:extLst>
                <a:ext uri="{FF2B5EF4-FFF2-40B4-BE49-F238E27FC236}">
                  <a16:creationId xmlns:a16="http://schemas.microsoft.com/office/drawing/2014/main" id="{1A6A6AB5-021B-234E-AABF-74E725FC3FF7}"/>
                </a:ext>
              </a:extLst>
            </p:cNvPr>
            <p:cNvGrpSpPr>
              <a:grpSpLocks/>
            </p:cNvGrpSpPr>
            <p:nvPr/>
          </p:nvGrpSpPr>
          <p:grpSpPr bwMode="auto">
            <a:xfrm>
              <a:off x="101" y="1539"/>
              <a:ext cx="335" cy="346"/>
              <a:chOff x="101" y="1539"/>
              <a:chExt cx="335" cy="346"/>
            </a:xfrm>
          </p:grpSpPr>
          <p:sp>
            <p:nvSpPr>
              <p:cNvPr id="105815" name="Freeform 120">
                <a:extLst>
                  <a:ext uri="{FF2B5EF4-FFF2-40B4-BE49-F238E27FC236}">
                    <a16:creationId xmlns:a16="http://schemas.microsoft.com/office/drawing/2014/main" id="{D5673E89-731C-5149-A82B-C6615AB069AA}"/>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16" name="Freeform 121">
                <a:extLst>
                  <a:ext uri="{FF2B5EF4-FFF2-40B4-BE49-F238E27FC236}">
                    <a16:creationId xmlns:a16="http://schemas.microsoft.com/office/drawing/2014/main" id="{7B987DCA-A0C0-9240-9B41-FA6D78C52039}"/>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17" name="Freeform 122">
                <a:extLst>
                  <a:ext uri="{FF2B5EF4-FFF2-40B4-BE49-F238E27FC236}">
                    <a16:creationId xmlns:a16="http://schemas.microsoft.com/office/drawing/2014/main" id="{A58CA715-657A-564A-BBCF-661427BF2D37}"/>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18" name="Freeform 123">
                <a:extLst>
                  <a:ext uri="{FF2B5EF4-FFF2-40B4-BE49-F238E27FC236}">
                    <a16:creationId xmlns:a16="http://schemas.microsoft.com/office/drawing/2014/main" id="{5568AF56-1C6A-A443-9F40-DDCFF443BFE2}"/>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19" name="Rectangle 124">
                <a:extLst>
                  <a:ext uri="{FF2B5EF4-FFF2-40B4-BE49-F238E27FC236}">
                    <a16:creationId xmlns:a16="http://schemas.microsoft.com/office/drawing/2014/main" id="{358A9CA6-3BEB-2E43-A9CD-AD7155CD6C54}"/>
                  </a:ext>
                </a:extLst>
              </p:cNvPr>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20" name="Rectangle 125">
                <a:extLst>
                  <a:ext uri="{FF2B5EF4-FFF2-40B4-BE49-F238E27FC236}">
                    <a16:creationId xmlns:a16="http://schemas.microsoft.com/office/drawing/2014/main" id="{2CEF3CF6-ED4E-0E47-AA3F-9246FBA6791D}"/>
                  </a:ext>
                </a:extLst>
              </p:cNvPr>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21" name="Rectangle 126">
                <a:extLst>
                  <a:ext uri="{FF2B5EF4-FFF2-40B4-BE49-F238E27FC236}">
                    <a16:creationId xmlns:a16="http://schemas.microsoft.com/office/drawing/2014/main" id="{22AB1E28-573E-454B-BFD6-1298B7518149}"/>
                  </a:ext>
                </a:extLst>
              </p:cNvPr>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22" name="Line 127">
                <a:extLst>
                  <a:ext uri="{FF2B5EF4-FFF2-40B4-BE49-F238E27FC236}">
                    <a16:creationId xmlns:a16="http://schemas.microsoft.com/office/drawing/2014/main" id="{66243CCE-D91D-FD4D-B164-E24DAAB3D760}"/>
                  </a:ext>
                </a:extLst>
              </p:cNvPr>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823" name="Group 128">
                <a:extLst>
                  <a:ext uri="{FF2B5EF4-FFF2-40B4-BE49-F238E27FC236}">
                    <a16:creationId xmlns:a16="http://schemas.microsoft.com/office/drawing/2014/main" id="{1DA43929-3490-BD4B-AECE-FDE6FD55B7F5}"/>
                  </a:ext>
                </a:extLst>
              </p:cNvPr>
              <p:cNvGrpSpPr>
                <a:grpSpLocks/>
              </p:cNvGrpSpPr>
              <p:nvPr/>
            </p:nvGrpSpPr>
            <p:grpSpPr bwMode="auto">
              <a:xfrm>
                <a:off x="101" y="1834"/>
                <a:ext cx="335" cy="51"/>
                <a:chOff x="101" y="1834"/>
                <a:chExt cx="335" cy="51"/>
              </a:xfrm>
            </p:grpSpPr>
            <p:sp>
              <p:nvSpPr>
                <p:cNvPr id="105824" name="Freeform 129">
                  <a:extLst>
                    <a:ext uri="{FF2B5EF4-FFF2-40B4-BE49-F238E27FC236}">
                      <a16:creationId xmlns:a16="http://schemas.microsoft.com/office/drawing/2014/main" id="{DBA73095-3013-CC49-ACB3-0F23FC18350D}"/>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25" name="Freeform 130">
                  <a:extLst>
                    <a:ext uri="{FF2B5EF4-FFF2-40B4-BE49-F238E27FC236}">
                      <a16:creationId xmlns:a16="http://schemas.microsoft.com/office/drawing/2014/main" id="{E453A35C-ECFE-B04D-91D3-1B7F698A5C05}"/>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26" name="Rectangle 131">
                  <a:extLst>
                    <a:ext uri="{FF2B5EF4-FFF2-40B4-BE49-F238E27FC236}">
                      <a16:creationId xmlns:a16="http://schemas.microsoft.com/office/drawing/2014/main" id="{3952669B-0583-AD45-9307-09EA5E64B9E1}"/>
                    </a:ext>
                  </a:extLst>
                </p:cNvPr>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5498" name="Group 132">
            <a:extLst>
              <a:ext uri="{FF2B5EF4-FFF2-40B4-BE49-F238E27FC236}">
                <a16:creationId xmlns:a16="http://schemas.microsoft.com/office/drawing/2014/main" id="{23344D25-FCA2-9F49-87D6-E0607CC2DF13}"/>
              </a:ext>
            </a:extLst>
          </p:cNvPr>
          <p:cNvGrpSpPr>
            <a:grpSpLocks/>
          </p:cNvGrpSpPr>
          <p:nvPr/>
        </p:nvGrpSpPr>
        <p:grpSpPr bwMode="auto">
          <a:xfrm>
            <a:off x="7261622" y="2743200"/>
            <a:ext cx="379809" cy="385763"/>
            <a:chOff x="5237" y="2322"/>
            <a:chExt cx="343" cy="352"/>
          </a:xfrm>
        </p:grpSpPr>
        <p:grpSp>
          <p:nvGrpSpPr>
            <p:cNvPr id="105787" name="Group 133">
              <a:extLst>
                <a:ext uri="{FF2B5EF4-FFF2-40B4-BE49-F238E27FC236}">
                  <a16:creationId xmlns:a16="http://schemas.microsoft.com/office/drawing/2014/main" id="{9E80EF78-DBA0-D840-AC7F-8C74C76AEA14}"/>
                </a:ext>
              </a:extLst>
            </p:cNvPr>
            <p:cNvGrpSpPr>
              <a:grpSpLocks/>
            </p:cNvGrpSpPr>
            <p:nvPr/>
          </p:nvGrpSpPr>
          <p:grpSpPr bwMode="auto">
            <a:xfrm>
              <a:off x="5245" y="2328"/>
              <a:ext cx="335" cy="346"/>
              <a:chOff x="5245" y="2328"/>
              <a:chExt cx="335" cy="346"/>
            </a:xfrm>
          </p:grpSpPr>
          <p:sp>
            <p:nvSpPr>
              <p:cNvPr id="105801" name="Freeform 134">
                <a:extLst>
                  <a:ext uri="{FF2B5EF4-FFF2-40B4-BE49-F238E27FC236}">
                    <a16:creationId xmlns:a16="http://schemas.microsoft.com/office/drawing/2014/main" id="{4CA12EB0-DF4B-1643-9E6C-45629FAAE296}"/>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02" name="Freeform 135">
                <a:extLst>
                  <a:ext uri="{FF2B5EF4-FFF2-40B4-BE49-F238E27FC236}">
                    <a16:creationId xmlns:a16="http://schemas.microsoft.com/office/drawing/2014/main" id="{86E293FC-3D27-A74B-97B5-A26CFA4EADF2}"/>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03" name="Freeform 136">
                <a:extLst>
                  <a:ext uri="{FF2B5EF4-FFF2-40B4-BE49-F238E27FC236}">
                    <a16:creationId xmlns:a16="http://schemas.microsoft.com/office/drawing/2014/main" id="{8D5D3241-B4AE-3045-859B-13C78EA8704F}"/>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04" name="Freeform 137">
                <a:extLst>
                  <a:ext uri="{FF2B5EF4-FFF2-40B4-BE49-F238E27FC236}">
                    <a16:creationId xmlns:a16="http://schemas.microsoft.com/office/drawing/2014/main" id="{8C88DF30-2D45-1545-B10E-298AB2693DBB}"/>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05" name="Rectangle 138">
                <a:extLst>
                  <a:ext uri="{FF2B5EF4-FFF2-40B4-BE49-F238E27FC236}">
                    <a16:creationId xmlns:a16="http://schemas.microsoft.com/office/drawing/2014/main" id="{9535BFBF-B685-B04F-8E0A-9529477185AD}"/>
                  </a:ext>
                </a:extLst>
              </p:cNvPr>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06" name="Rectangle 139">
                <a:extLst>
                  <a:ext uri="{FF2B5EF4-FFF2-40B4-BE49-F238E27FC236}">
                    <a16:creationId xmlns:a16="http://schemas.microsoft.com/office/drawing/2014/main" id="{ECB93626-E45A-1F47-85F0-B1FDFBEBD2D2}"/>
                  </a:ext>
                </a:extLst>
              </p:cNvPr>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07" name="Rectangle 140">
                <a:extLst>
                  <a:ext uri="{FF2B5EF4-FFF2-40B4-BE49-F238E27FC236}">
                    <a16:creationId xmlns:a16="http://schemas.microsoft.com/office/drawing/2014/main" id="{FDB53488-DADF-8845-8F7E-7C9FF7DD548A}"/>
                  </a:ext>
                </a:extLst>
              </p:cNvPr>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08" name="Line 141">
                <a:extLst>
                  <a:ext uri="{FF2B5EF4-FFF2-40B4-BE49-F238E27FC236}">
                    <a16:creationId xmlns:a16="http://schemas.microsoft.com/office/drawing/2014/main" id="{31BFEA7E-0FB9-FB43-AFA1-69E4A9DD15D8}"/>
                  </a:ext>
                </a:extLst>
              </p:cNvPr>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809" name="Group 142">
                <a:extLst>
                  <a:ext uri="{FF2B5EF4-FFF2-40B4-BE49-F238E27FC236}">
                    <a16:creationId xmlns:a16="http://schemas.microsoft.com/office/drawing/2014/main" id="{B3B4B14C-C952-394A-85A0-CC02F954AC4F}"/>
                  </a:ext>
                </a:extLst>
              </p:cNvPr>
              <p:cNvGrpSpPr>
                <a:grpSpLocks/>
              </p:cNvGrpSpPr>
              <p:nvPr/>
            </p:nvGrpSpPr>
            <p:grpSpPr bwMode="auto">
              <a:xfrm>
                <a:off x="5245" y="2624"/>
                <a:ext cx="335" cy="50"/>
                <a:chOff x="5245" y="2624"/>
                <a:chExt cx="335" cy="50"/>
              </a:xfrm>
            </p:grpSpPr>
            <p:sp>
              <p:nvSpPr>
                <p:cNvPr id="105810" name="Freeform 143">
                  <a:extLst>
                    <a:ext uri="{FF2B5EF4-FFF2-40B4-BE49-F238E27FC236}">
                      <a16:creationId xmlns:a16="http://schemas.microsoft.com/office/drawing/2014/main" id="{A7BA42C6-0B57-DF41-AD9D-A37CCAFFCDBF}"/>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11" name="Freeform 144">
                  <a:extLst>
                    <a:ext uri="{FF2B5EF4-FFF2-40B4-BE49-F238E27FC236}">
                      <a16:creationId xmlns:a16="http://schemas.microsoft.com/office/drawing/2014/main" id="{0FCED98A-C409-814F-9D62-3A26FCF3CD2C}"/>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12" name="Rectangle 145">
                  <a:extLst>
                    <a:ext uri="{FF2B5EF4-FFF2-40B4-BE49-F238E27FC236}">
                      <a16:creationId xmlns:a16="http://schemas.microsoft.com/office/drawing/2014/main" id="{AAE67950-B1C2-BE47-9B76-26ED5ED6CC9E}"/>
                    </a:ext>
                  </a:extLst>
                </p:cNvPr>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5788" name="Group 146">
              <a:extLst>
                <a:ext uri="{FF2B5EF4-FFF2-40B4-BE49-F238E27FC236}">
                  <a16:creationId xmlns:a16="http://schemas.microsoft.com/office/drawing/2014/main" id="{0502FB21-E1D2-5F42-AAAB-EE8C3EFA3594}"/>
                </a:ext>
              </a:extLst>
            </p:cNvPr>
            <p:cNvGrpSpPr>
              <a:grpSpLocks/>
            </p:cNvGrpSpPr>
            <p:nvPr/>
          </p:nvGrpSpPr>
          <p:grpSpPr bwMode="auto">
            <a:xfrm>
              <a:off x="5237" y="2322"/>
              <a:ext cx="335" cy="346"/>
              <a:chOff x="5237" y="2322"/>
              <a:chExt cx="335" cy="346"/>
            </a:xfrm>
          </p:grpSpPr>
          <p:sp>
            <p:nvSpPr>
              <p:cNvPr id="105789" name="Freeform 147">
                <a:extLst>
                  <a:ext uri="{FF2B5EF4-FFF2-40B4-BE49-F238E27FC236}">
                    <a16:creationId xmlns:a16="http://schemas.microsoft.com/office/drawing/2014/main" id="{5B33A687-9696-1F4D-A262-A017F7483CC5}"/>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90" name="Freeform 148">
                <a:extLst>
                  <a:ext uri="{FF2B5EF4-FFF2-40B4-BE49-F238E27FC236}">
                    <a16:creationId xmlns:a16="http://schemas.microsoft.com/office/drawing/2014/main" id="{11260CEF-F6CC-034A-A075-20D017B751FB}"/>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91" name="Freeform 149">
                <a:extLst>
                  <a:ext uri="{FF2B5EF4-FFF2-40B4-BE49-F238E27FC236}">
                    <a16:creationId xmlns:a16="http://schemas.microsoft.com/office/drawing/2014/main" id="{8D3CCF69-F47F-1F4B-8C1C-5107A9E910AA}"/>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92" name="Freeform 150">
                <a:extLst>
                  <a:ext uri="{FF2B5EF4-FFF2-40B4-BE49-F238E27FC236}">
                    <a16:creationId xmlns:a16="http://schemas.microsoft.com/office/drawing/2014/main" id="{26BAE9A0-F56E-B946-99C8-8764457B1890}"/>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93" name="Rectangle 151">
                <a:extLst>
                  <a:ext uri="{FF2B5EF4-FFF2-40B4-BE49-F238E27FC236}">
                    <a16:creationId xmlns:a16="http://schemas.microsoft.com/office/drawing/2014/main" id="{B68D97C5-8FDA-2A4C-8582-A14D8CCF2936}"/>
                  </a:ext>
                </a:extLst>
              </p:cNvPr>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94" name="Rectangle 152">
                <a:extLst>
                  <a:ext uri="{FF2B5EF4-FFF2-40B4-BE49-F238E27FC236}">
                    <a16:creationId xmlns:a16="http://schemas.microsoft.com/office/drawing/2014/main" id="{5BC71129-6DBC-6A40-8091-927327B4DFD9}"/>
                  </a:ext>
                </a:extLst>
              </p:cNvPr>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95" name="Rectangle 153">
                <a:extLst>
                  <a:ext uri="{FF2B5EF4-FFF2-40B4-BE49-F238E27FC236}">
                    <a16:creationId xmlns:a16="http://schemas.microsoft.com/office/drawing/2014/main" id="{D59D2CBB-7F1E-FF41-9211-D488BE134BBA}"/>
                  </a:ext>
                </a:extLst>
              </p:cNvPr>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96" name="Line 154">
                <a:extLst>
                  <a:ext uri="{FF2B5EF4-FFF2-40B4-BE49-F238E27FC236}">
                    <a16:creationId xmlns:a16="http://schemas.microsoft.com/office/drawing/2014/main" id="{BCD829FB-9852-9848-9896-2B24D1B6D36E}"/>
                  </a:ext>
                </a:extLst>
              </p:cNvPr>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797" name="Group 155">
                <a:extLst>
                  <a:ext uri="{FF2B5EF4-FFF2-40B4-BE49-F238E27FC236}">
                    <a16:creationId xmlns:a16="http://schemas.microsoft.com/office/drawing/2014/main" id="{7452032B-FD69-734C-9D17-8346DCC59ACA}"/>
                  </a:ext>
                </a:extLst>
              </p:cNvPr>
              <p:cNvGrpSpPr>
                <a:grpSpLocks/>
              </p:cNvGrpSpPr>
              <p:nvPr/>
            </p:nvGrpSpPr>
            <p:grpSpPr bwMode="auto">
              <a:xfrm>
                <a:off x="5237" y="2617"/>
                <a:ext cx="335" cy="51"/>
                <a:chOff x="5237" y="2617"/>
                <a:chExt cx="335" cy="51"/>
              </a:xfrm>
            </p:grpSpPr>
            <p:sp>
              <p:nvSpPr>
                <p:cNvPr id="105798" name="Freeform 156">
                  <a:extLst>
                    <a:ext uri="{FF2B5EF4-FFF2-40B4-BE49-F238E27FC236}">
                      <a16:creationId xmlns:a16="http://schemas.microsoft.com/office/drawing/2014/main" id="{0E550FEB-CE8E-8D46-AE0A-60229B259CD1}"/>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99" name="Freeform 157">
                  <a:extLst>
                    <a:ext uri="{FF2B5EF4-FFF2-40B4-BE49-F238E27FC236}">
                      <a16:creationId xmlns:a16="http://schemas.microsoft.com/office/drawing/2014/main" id="{581FF18F-2648-9C42-B7E8-B8FADB4146BF}"/>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00" name="Rectangle 158">
                  <a:extLst>
                    <a:ext uri="{FF2B5EF4-FFF2-40B4-BE49-F238E27FC236}">
                      <a16:creationId xmlns:a16="http://schemas.microsoft.com/office/drawing/2014/main" id="{8885DB3F-D3A3-4C48-9F75-C235304D0A48}"/>
                    </a:ext>
                  </a:extLst>
                </p:cNvPr>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5499" name="Group 159">
            <a:extLst>
              <a:ext uri="{FF2B5EF4-FFF2-40B4-BE49-F238E27FC236}">
                <a16:creationId xmlns:a16="http://schemas.microsoft.com/office/drawing/2014/main" id="{E96FD8C6-7634-5C4C-B7C7-C44BD65855D1}"/>
              </a:ext>
            </a:extLst>
          </p:cNvPr>
          <p:cNvGrpSpPr>
            <a:grpSpLocks/>
          </p:cNvGrpSpPr>
          <p:nvPr/>
        </p:nvGrpSpPr>
        <p:grpSpPr bwMode="auto">
          <a:xfrm>
            <a:off x="7261622" y="1935956"/>
            <a:ext cx="379809" cy="386954"/>
            <a:chOff x="5237" y="1587"/>
            <a:chExt cx="343" cy="353"/>
          </a:xfrm>
        </p:grpSpPr>
        <p:grpSp>
          <p:nvGrpSpPr>
            <p:cNvPr id="105761" name="Group 160">
              <a:extLst>
                <a:ext uri="{FF2B5EF4-FFF2-40B4-BE49-F238E27FC236}">
                  <a16:creationId xmlns:a16="http://schemas.microsoft.com/office/drawing/2014/main" id="{4348C0A4-68D2-C947-858F-FD4CF461A5E7}"/>
                </a:ext>
              </a:extLst>
            </p:cNvPr>
            <p:cNvGrpSpPr>
              <a:grpSpLocks/>
            </p:cNvGrpSpPr>
            <p:nvPr/>
          </p:nvGrpSpPr>
          <p:grpSpPr bwMode="auto">
            <a:xfrm>
              <a:off x="5245" y="1594"/>
              <a:ext cx="335" cy="346"/>
              <a:chOff x="5245" y="1594"/>
              <a:chExt cx="335" cy="346"/>
            </a:xfrm>
          </p:grpSpPr>
          <p:sp>
            <p:nvSpPr>
              <p:cNvPr id="105775" name="Freeform 161">
                <a:extLst>
                  <a:ext uri="{FF2B5EF4-FFF2-40B4-BE49-F238E27FC236}">
                    <a16:creationId xmlns:a16="http://schemas.microsoft.com/office/drawing/2014/main" id="{F083B772-4A9C-B54A-96B3-006D0C3000F5}"/>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76" name="Freeform 162">
                <a:extLst>
                  <a:ext uri="{FF2B5EF4-FFF2-40B4-BE49-F238E27FC236}">
                    <a16:creationId xmlns:a16="http://schemas.microsoft.com/office/drawing/2014/main" id="{C6DC8B1A-17A0-AF41-8137-6586A418A1FF}"/>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77" name="Freeform 163">
                <a:extLst>
                  <a:ext uri="{FF2B5EF4-FFF2-40B4-BE49-F238E27FC236}">
                    <a16:creationId xmlns:a16="http://schemas.microsoft.com/office/drawing/2014/main" id="{EF316207-AFCC-A84F-A0E2-86C58F5F891D}"/>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78" name="Freeform 164">
                <a:extLst>
                  <a:ext uri="{FF2B5EF4-FFF2-40B4-BE49-F238E27FC236}">
                    <a16:creationId xmlns:a16="http://schemas.microsoft.com/office/drawing/2014/main" id="{3FCD2FF4-FFFA-C64B-8130-6E7C16092DC5}"/>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79" name="Rectangle 165">
                <a:extLst>
                  <a:ext uri="{FF2B5EF4-FFF2-40B4-BE49-F238E27FC236}">
                    <a16:creationId xmlns:a16="http://schemas.microsoft.com/office/drawing/2014/main" id="{60810DAB-0480-CC47-9612-23DF7456ED66}"/>
                  </a:ext>
                </a:extLst>
              </p:cNvPr>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80" name="Rectangle 166">
                <a:extLst>
                  <a:ext uri="{FF2B5EF4-FFF2-40B4-BE49-F238E27FC236}">
                    <a16:creationId xmlns:a16="http://schemas.microsoft.com/office/drawing/2014/main" id="{8D8B7CF1-AA72-C64C-8122-1E0B0C70C3DE}"/>
                  </a:ext>
                </a:extLst>
              </p:cNvPr>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81" name="Rectangle 167">
                <a:extLst>
                  <a:ext uri="{FF2B5EF4-FFF2-40B4-BE49-F238E27FC236}">
                    <a16:creationId xmlns:a16="http://schemas.microsoft.com/office/drawing/2014/main" id="{0D63A1AC-44D3-2C49-915B-7C24AC7FC3CA}"/>
                  </a:ext>
                </a:extLst>
              </p:cNvPr>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82" name="Line 168">
                <a:extLst>
                  <a:ext uri="{FF2B5EF4-FFF2-40B4-BE49-F238E27FC236}">
                    <a16:creationId xmlns:a16="http://schemas.microsoft.com/office/drawing/2014/main" id="{6D08EAFA-65DD-1D47-8BD8-A38C95DC8935}"/>
                  </a:ext>
                </a:extLst>
              </p:cNvPr>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783" name="Group 169">
                <a:extLst>
                  <a:ext uri="{FF2B5EF4-FFF2-40B4-BE49-F238E27FC236}">
                    <a16:creationId xmlns:a16="http://schemas.microsoft.com/office/drawing/2014/main" id="{3A0A0D9F-0D09-CF4D-8AEA-E8063126C6D9}"/>
                  </a:ext>
                </a:extLst>
              </p:cNvPr>
              <p:cNvGrpSpPr>
                <a:grpSpLocks/>
              </p:cNvGrpSpPr>
              <p:nvPr/>
            </p:nvGrpSpPr>
            <p:grpSpPr bwMode="auto">
              <a:xfrm>
                <a:off x="5245" y="1889"/>
                <a:ext cx="335" cy="51"/>
                <a:chOff x="5245" y="1889"/>
                <a:chExt cx="335" cy="51"/>
              </a:xfrm>
            </p:grpSpPr>
            <p:sp>
              <p:nvSpPr>
                <p:cNvPr id="105784" name="Freeform 170">
                  <a:extLst>
                    <a:ext uri="{FF2B5EF4-FFF2-40B4-BE49-F238E27FC236}">
                      <a16:creationId xmlns:a16="http://schemas.microsoft.com/office/drawing/2014/main" id="{04284994-31CF-FA46-A09E-A2C8937F8DF9}"/>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85" name="Freeform 171">
                  <a:extLst>
                    <a:ext uri="{FF2B5EF4-FFF2-40B4-BE49-F238E27FC236}">
                      <a16:creationId xmlns:a16="http://schemas.microsoft.com/office/drawing/2014/main" id="{D65C0E1C-A821-F64F-8B9D-70C65944C41F}"/>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86" name="Rectangle 172">
                  <a:extLst>
                    <a:ext uri="{FF2B5EF4-FFF2-40B4-BE49-F238E27FC236}">
                      <a16:creationId xmlns:a16="http://schemas.microsoft.com/office/drawing/2014/main" id="{7F8634D5-F174-A542-8C72-6C17CFEE4E36}"/>
                    </a:ext>
                  </a:extLst>
                </p:cNvPr>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5762" name="Group 173">
              <a:extLst>
                <a:ext uri="{FF2B5EF4-FFF2-40B4-BE49-F238E27FC236}">
                  <a16:creationId xmlns:a16="http://schemas.microsoft.com/office/drawing/2014/main" id="{F7249F84-415B-AF45-A0D3-429876F81D57}"/>
                </a:ext>
              </a:extLst>
            </p:cNvPr>
            <p:cNvGrpSpPr>
              <a:grpSpLocks/>
            </p:cNvGrpSpPr>
            <p:nvPr/>
          </p:nvGrpSpPr>
          <p:grpSpPr bwMode="auto">
            <a:xfrm>
              <a:off x="5237" y="1587"/>
              <a:ext cx="335" cy="346"/>
              <a:chOff x="5237" y="1587"/>
              <a:chExt cx="335" cy="346"/>
            </a:xfrm>
          </p:grpSpPr>
          <p:sp>
            <p:nvSpPr>
              <p:cNvPr id="105763" name="Freeform 174">
                <a:extLst>
                  <a:ext uri="{FF2B5EF4-FFF2-40B4-BE49-F238E27FC236}">
                    <a16:creationId xmlns:a16="http://schemas.microsoft.com/office/drawing/2014/main" id="{FE0824BB-7B71-4540-A2AD-748EE64AE313}"/>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64" name="Freeform 175">
                <a:extLst>
                  <a:ext uri="{FF2B5EF4-FFF2-40B4-BE49-F238E27FC236}">
                    <a16:creationId xmlns:a16="http://schemas.microsoft.com/office/drawing/2014/main" id="{89169A4B-C4A9-7048-87F8-3B95C73AAFD7}"/>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65" name="Freeform 176">
                <a:extLst>
                  <a:ext uri="{FF2B5EF4-FFF2-40B4-BE49-F238E27FC236}">
                    <a16:creationId xmlns:a16="http://schemas.microsoft.com/office/drawing/2014/main" id="{5A3DCD6F-BA1A-1745-BDBB-A1A7BA84E566}"/>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66" name="Freeform 177">
                <a:extLst>
                  <a:ext uri="{FF2B5EF4-FFF2-40B4-BE49-F238E27FC236}">
                    <a16:creationId xmlns:a16="http://schemas.microsoft.com/office/drawing/2014/main" id="{30CF7123-1922-A148-924A-5017F1374756}"/>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67" name="Rectangle 178">
                <a:extLst>
                  <a:ext uri="{FF2B5EF4-FFF2-40B4-BE49-F238E27FC236}">
                    <a16:creationId xmlns:a16="http://schemas.microsoft.com/office/drawing/2014/main" id="{C39E13BB-9407-1E48-8558-990CB6E247FD}"/>
                  </a:ext>
                </a:extLst>
              </p:cNvPr>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68" name="Rectangle 179">
                <a:extLst>
                  <a:ext uri="{FF2B5EF4-FFF2-40B4-BE49-F238E27FC236}">
                    <a16:creationId xmlns:a16="http://schemas.microsoft.com/office/drawing/2014/main" id="{A1111F81-B46F-AC40-9EF9-146BF98BB1CE}"/>
                  </a:ext>
                </a:extLst>
              </p:cNvPr>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69" name="Rectangle 180">
                <a:extLst>
                  <a:ext uri="{FF2B5EF4-FFF2-40B4-BE49-F238E27FC236}">
                    <a16:creationId xmlns:a16="http://schemas.microsoft.com/office/drawing/2014/main" id="{8D342B95-8616-674D-8D0E-E6000FB586BC}"/>
                  </a:ext>
                </a:extLst>
              </p:cNvPr>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70" name="Line 181">
                <a:extLst>
                  <a:ext uri="{FF2B5EF4-FFF2-40B4-BE49-F238E27FC236}">
                    <a16:creationId xmlns:a16="http://schemas.microsoft.com/office/drawing/2014/main" id="{42B77B36-282A-CD43-BAC0-A086C3DA792F}"/>
                  </a:ext>
                </a:extLst>
              </p:cNvPr>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771" name="Group 182">
                <a:extLst>
                  <a:ext uri="{FF2B5EF4-FFF2-40B4-BE49-F238E27FC236}">
                    <a16:creationId xmlns:a16="http://schemas.microsoft.com/office/drawing/2014/main" id="{25AD8210-5F1B-7447-AC72-9EB3DE89AC9A}"/>
                  </a:ext>
                </a:extLst>
              </p:cNvPr>
              <p:cNvGrpSpPr>
                <a:grpSpLocks/>
              </p:cNvGrpSpPr>
              <p:nvPr/>
            </p:nvGrpSpPr>
            <p:grpSpPr bwMode="auto">
              <a:xfrm>
                <a:off x="5237" y="1883"/>
                <a:ext cx="335" cy="50"/>
                <a:chOff x="5237" y="1883"/>
                <a:chExt cx="335" cy="50"/>
              </a:xfrm>
            </p:grpSpPr>
            <p:sp>
              <p:nvSpPr>
                <p:cNvPr id="105772" name="Freeform 183">
                  <a:extLst>
                    <a:ext uri="{FF2B5EF4-FFF2-40B4-BE49-F238E27FC236}">
                      <a16:creationId xmlns:a16="http://schemas.microsoft.com/office/drawing/2014/main" id="{91576F1A-B036-794E-941E-D9B818C28739}"/>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73" name="Freeform 184">
                  <a:extLst>
                    <a:ext uri="{FF2B5EF4-FFF2-40B4-BE49-F238E27FC236}">
                      <a16:creationId xmlns:a16="http://schemas.microsoft.com/office/drawing/2014/main" id="{E52C9ABA-731A-D441-9AEB-088E1B257DF2}"/>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74" name="Rectangle 185">
                  <a:extLst>
                    <a:ext uri="{FF2B5EF4-FFF2-40B4-BE49-F238E27FC236}">
                      <a16:creationId xmlns:a16="http://schemas.microsoft.com/office/drawing/2014/main" id="{53650412-CB08-9048-AD64-A1CBA1555990}"/>
                    </a:ext>
                  </a:extLst>
                </p:cNvPr>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05500" name="Rectangle 186">
            <a:extLst>
              <a:ext uri="{FF2B5EF4-FFF2-40B4-BE49-F238E27FC236}">
                <a16:creationId xmlns:a16="http://schemas.microsoft.com/office/drawing/2014/main" id="{1B9065CC-68BB-E548-9EDA-303CEA06D79D}"/>
              </a:ext>
            </a:extLst>
          </p:cNvPr>
          <p:cNvSpPr>
            <a:spLocks noChangeArrowheads="1"/>
          </p:cNvSpPr>
          <p:nvPr/>
        </p:nvSpPr>
        <p:spPr bwMode="auto">
          <a:xfrm>
            <a:off x="2568179" y="1440656"/>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01" name="Rectangle 187">
            <a:extLst>
              <a:ext uri="{FF2B5EF4-FFF2-40B4-BE49-F238E27FC236}">
                <a16:creationId xmlns:a16="http://schemas.microsoft.com/office/drawing/2014/main" id="{569D141C-FC36-854D-9C8E-1EE80B7C9860}"/>
              </a:ext>
            </a:extLst>
          </p:cNvPr>
          <p:cNvSpPr>
            <a:spLocks noChangeArrowheads="1"/>
          </p:cNvSpPr>
          <p:nvPr/>
        </p:nvSpPr>
        <p:spPr bwMode="auto">
          <a:xfrm>
            <a:off x="2900363" y="1743075"/>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222.1.1.</a:t>
            </a:r>
            <a:endParaRPr kumimoji="1" lang="en-US" altLang="zh-CN" sz="1500">
              <a:latin typeface="Arial" panose="020B0604020202020204" pitchFamily="34" charset="0"/>
              <a:ea typeface="宋体" panose="02010600030101010101" pitchFamily="2" charset="-122"/>
            </a:endParaRPr>
          </a:p>
        </p:txBody>
      </p:sp>
      <p:sp>
        <p:nvSpPr>
          <p:cNvPr id="105502" name="Rectangle 188">
            <a:extLst>
              <a:ext uri="{FF2B5EF4-FFF2-40B4-BE49-F238E27FC236}">
                <a16:creationId xmlns:a16="http://schemas.microsoft.com/office/drawing/2014/main" id="{B4830320-E12A-AA45-8769-B13F3C50127C}"/>
              </a:ext>
            </a:extLst>
          </p:cNvPr>
          <p:cNvSpPr>
            <a:spLocks noChangeArrowheads="1"/>
          </p:cNvSpPr>
          <p:nvPr/>
        </p:nvSpPr>
        <p:spPr bwMode="auto">
          <a:xfrm>
            <a:off x="3819526" y="1112044"/>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03" name="Rectangle 189">
            <a:extLst>
              <a:ext uri="{FF2B5EF4-FFF2-40B4-BE49-F238E27FC236}">
                <a16:creationId xmlns:a16="http://schemas.microsoft.com/office/drawing/2014/main" id="{DC80F2C2-BB8A-4C4A-B4DA-A89F33F0E326}"/>
              </a:ext>
            </a:extLst>
          </p:cNvPr>
          <p:cNvSpPr>
            <a:spLocks noChangeArrowheads="1"/>
          </p:cNvSpPr>
          <p:nvPr/>
        </p:nvSpPr>
        <p:spPr bwMode="auto">
          <a:xfrm>
            <a:off x="3756423"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222.1.1.1</a:t>
            </a:r>
          </a:p>
        </p:txBody>
      </p:sp>
      <p:sp>
        <p:nvSpPr>
          <p:cNvPr id="105504" name="Rectangle 190">
            <a:extLst>
              <a:ext uri="{FF2B5EF4-FFF2-40B4-BE49-F238E27FC236}">
                <a16:creationId xmlns:a16="http://schemas.microsoft.com/office/drawing/2014/main" id="{F3723EBF-B24D-104F-BD52-5EB52D69D966}"/>
              </a:ext>
            </a:extLst>
          </p:cNvPr>
          <p:cNvSpPr>
            <a:spLocks noChangeArrowheads="1"/>
          </p:cNvSpPr>
          <p:nvPr/>
        </p:nvSpPr>
        <p:spPr bwMode="auto">
          <a:xfrm>
            <a:off x="4978004"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05" name="Rectangle 191">
            <a:extLst>
              <a:ext uri="{FF2B5EF4-FFF2-40B4-BE49-F238E27FC236}">
                <a16:creationId xmlns:a16="http://schemas.microsoft.com/office/drawing/2014/main" id="{81DDF7E5-51AA-2F4A-8D6F-0C47AB3EAA54}"/>
              </a:ext>
            </a:extLst>
          </p:cNvPr>
          <p:cNvSpPr>
            <a:spLocks noChangeArrowheads="1"/>
          </p:cNvSpPr>
          <p:nvPr/>
        </p:nvSpPr>
        <p:spPr bwMode="auto">
          <a:xfrm>
            <a:off x="4898232"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222.1.1.2</a:t>
            </a:r>
          </a:p>
        </p:txBody>
      </p:sp>
      <p:sp>
        <p:nvSpPr>
          <p:cNvPr id="105506" name="Rectangle 192">
            <a:extLst>
              <a:ext uri="{FF2B5EF4-FFF2-40B4-BE49-F238E27FC236}">
                <a16:creationId xmlns:a16="http://schemas.microsoft.com/office/drawing/2014/main" id="{4F88729B-FBB6-A743-9529-B3D04282C555}"/>
              </a:ext>
            </a:extLst>
          </p:cNvPr>
          <p:cNvSpPr>
            <a:spLocks noChangeArrowheads="1"/>
          </p:cNvSpPr>
          <p:nvPr/>
        </p:nvSpPr>
        <p:spPr bwMode="auto">
          <a:xfrm>
            <a:off x="6173392"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07" name="Rectangle 193">
            <a:extLst>
              <a:ext uri="{FF2B5EF4-FFF2-40B4-BE49-F238E27FC236}">
                <a16:creationId xmlns:a16="http://schemas.microsoft.com/office/drawing/2014/main" id="{F0AE32DD-33BD-684E-8246-391C9575C40D}"/>
              </a:ext>
            </a:extLst>
          </p:cNvPr>
          <p:cNvSpPr>
            <a:spLocks noChangeArrowheads="1"/>
          </p:cNvSpPr>
          <p:nvPr/>
        </p:nvSpPr>
        <p:spPr bwMode="auto">
          <a:xfrm>
            <a:off x="6059091" y="10596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222.1.1.3</a:t>
            </a:r>
          </a:p>
        </p:txBody>
      </p:sp>
      <p:sp>
        <p:nvSpPr>
          <p:cNvPr id="105508" name="Rectangle 194">
            <a:extLst>
              <a:ext uri="{FF2B5EF4-FFF2-40B4-BE49-F238E27FC236}">
                <a16:creationId xmlns:a16="http://schemas.microsoft.com/office/drawing/2014/main" id="{4D96FDA3-CB14-3A4F-9A7C-0D0CBC688D75}"/>
              </a:ext>
            </a:extLst>
          </p:cNvPr>
          <p:cNvSpPr>
            <a:spLocks noChangeArrowheads="1"/>
          </p:cNvSpPr>
          <p:nvPr/>
        </p:nvSpPr>
        <p:spPr bwMode="auto">
          <a:xfrm>
            <a:off x="4269581" y="1603772"/>
            <a:ext cx="20241" cy="40362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5509" name="Group 195">
            <a:extLst>
              <a:ext uri="{FF2B5EF4-FFF2-40B4-BE49-F238E27FC236}">
                <a16:creationId xmlns:a16="http://schemas.microsoft.com/office/drawing/2014/main" id="{A7BBFD14-EDB3-8C4D-81D0-C389340AE003}"/>
              </a:ext>
            </a:extLst>
          </p:cNvPr>
          <p:cNvGrpSpPr>
            <a:grpSpLocks/>
          </p:cNvGrpSpPr>
          <p:nvPr/>
        </p:nvGrpSpPr>
        <p:grpSpPr bwMode="auto">
          <a:xfrm>
            <a:off x="4010025" y="1972866"/>
            <a:ext cx="485775" cy="289322"/>
            <a:chOff x="2299" y="1622"/>
            <a:chExt cx="439" cy="262"/>
          </a:xfrm>
        </p:grpSpPr>
        <p:sp>
          <p:nvSpPr>
            <p:cNvPr id="105736" name="Oval 196">
              <a:extLst>
                <a:ext uri="{FF2B5EF4-FFF2-40B4-BE49-F238E27FC236}">
                  <a16:creationId xmlns:a16="http://schemas.microsoft.com/office/drawing/2014/main" id="{0E2DF6BB-A279-C845-8624-FFCC189BB9F1}"/>
                </a:ext>
              </a:extLst>
            </p:cNvPr>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37" name="Rectangle 197">
              <a:extLst>
                <a:ext uri="{FF2B5EF4-FFF2-40B4-BE49-F238E27FC236}">
                  <a16:creationId xmlns:a16="http://schemas.microsoft.com/office/drawing/2014/main" id="{F7F89C1A-63E1-984D-95AB-AE900AF0E253}"/>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38" name="Rectangle 198">
              <a:extLst>
                <a:ext uri="{FF2B5EF4-FFF2-40B4-BE49-F238E27FC236}">
                  <a16:creationId xmlns:a16="http://schemas.microsoft.com/office/drawing/2014/main" id="{DF923F20-85F3-A140-8B2F-842AB4AD7897}"/>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39" name="Oval 199">
              <a:extLst>
                <a:ext uri="{FF2B5EF4-FFF2-40B4-BE49-F238E27FC236}">
                  <a16:creationId xmlns:a16="http://schemas.microsoft.com/office/drawing/2014/main" id="{7774B4DB-67A8-8247-B7A1-B264CFA0284E}"/>
                </a:ext>
              </a:extLst>
            </p:cNvPr>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5740" name="Group 200">
              <a:extLst>
                <a:ext uri="{FF2B5EF4-FFF2-40B4-BE49-F238E27FC236}">
                  <a16:creationId xmlns:a16="http://schemas.microsoft.com/office/drawing/2014/main" id="{5BB93E8D-0A99-F040-A901-F16909A74444}"/>
                </a:ext>
              </a:extLst>
            </p:cNvPr>
            <p:cNvGrpSpPr>
              <a:grpSpLocks/>
            </p:cNvGrpSpPr>
            <p:nvPr/>
          </p:nvGrpSpPr>
          <p:grpSpPr bwMode="auto">
            <a:xfrm>
              <a:off x="2365" y="1640"/>
              <a:ext cx="304" cy="117"/>
              <a:chOff x="2365" y="1640"/>
              <a:chExt cx="304" cy="117"/>
            </a:xfrm>
          </p:grpSpPr>
          <p:grpSp>
            <p:nvGrpSpPr>
              <p:cNvPr id="105743" name="Group 201">
                <a:extLst>
                  <a:ext uri="{FF2B5EF4-FFF2-40B4-BE49-F238E27FC236}">
                    <a16:creationId xmlns:a16="http://schemas.microsoft.com/office/drawing/2014/main" id="{AED1BAA3-0DAA-4844-8DC1-ED5805627754}"/>
                  </a:ext>
                </a:extLst>
              </p:cNvPr>
              <p:cNvGrpSpPr>
                <a:grpSpLocks/>
              </p:cNvGrpSpPr>
              <p:nvPr/>
            </p:nvGrpSpPr>
            <p:grpSpPr bwMode="auto">
              <a:xfrm>
                <a:off x="2365" y="1640"/>
                <a:ext cx="302" cy="115"/>
                <a:chOff x="2365" y="1640"/>
                <a:chExt cx="302" cy="115"/>
              </a:xfrm>
            </p:grpSpPr>
            <p:sp>
              <p:nvSpPr>
                <p:cNvPr id="105753" name="Freeform 202">
                  <a:extLst>
                    <a:ext uri="{FF2B5EF4-FFF2-40B4-BE49-F238E27FC236}">
                      <a16:creationId xmlns:a16="http://schemas.microsoft.com/office/drawing/2014/main" id="{E17822F9-B456-9F46-8362-20AA55A4941A}"/>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54" name="Freeform 203">
                  <a:extLst>
                    <a:ext uri="{FF2B5EF4-FFF2-40B4-BE49-F238E27FC236}">
                      <a16:creationId xmlns:a16="http://schemas.microsoft.com/office/drawing/2014/main" id="{B47FAA50-584D-ED4D-8927-4C2678F912AB}"/>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55" name="Freeform 204">
                  <a:extLst>
                    <a:ext uri="{FF2B5EF4-FFF2-40B4-BE49-F238E27FC236}">
                      <a16:creationId xmlns:a16="http://schemas.microsoft.com/office/drawing/2014/main" id="{ABBBFAB8-5B36-6A44-AB90-80EDD9B20867}"/>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56" name="Freeform 205">
                  <a:extLst>
                    <a:ext uri="{FF2B5EF4-FFF2-40B4-BE49-F238E27FC236}">
                      <a16:creationId xmlns:a16="http://schemas.microsoft.com/office/drawing/2014/main" id="{CEDEF805-5859-394D-B496-725D6AB8139F}"/>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57" name="Freeform 206">
                  <a:extLst>
                    <a:ext uri="{FF2B5EF4-FFF2-40B4-BE49-F238E27FC236}">
                      <a16:creationId xmlns:a16="http://schemas.microsoft.com/office/drawing/2014/main" id="{5CE9421A-D5AE-D24C-AB5B-3FA22327161A}"/>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58" name="Freeform 207">
                  <a:extLst>
                    <a:ext uri="{FF2B5EF4-FFF2-40B4-BE49-F238E27FC236}">
                      <a16:creationId xmlns:a16="http://schemas.microsoft.com/office/drawing/2014/main" id="{AE17EFF4-5565-ED49-8DD7-95A0509A3619}"/>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59" name="Freeform 208">
                  <a:extLst>
                    <a:ext uri="{FF2B5EF4-FFF2-40B4-BE49-F238E27FC236}">
                      <a16:creationId xmlns:a16="http://schemas.microsoft.com/office/drawing/2014/main" id="{92EB6F16-D881-9949-AF27-079AE01DB6B4}"/>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60" name="Freeform 209">
                  <a:extLst>
                    <a:ext uri="{FF2B5EF4-FFF2-40B4-BE49-F238E27FC236}">
                      <a16:creationId xmlns:a16="http://schemas.microsoft.com/office/drawing/2014/main" id="{8F986349-91B6-9C46-8409-9DCE39BD3A88}"/>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05744" name="Group 210">
                <a:extLst>
                  <a:ext uri="{FF2B5EF4-FFF2-40B4-BE49-F238E27FC236}">
                    <a16:creationId xmlns:a16="http://schemas.microsoft.com/office/drawing/2014/main" id="{1F4AB829-DF40-C546-BC32-9B8DCC40F55A}"/>
                  </a:ext>
                </a:extLst>
              </p:cNvPr>
              <p:cNvGrpSpPr>
                <a:grpSpLocks/>
              </p:cNvGrpSpPr>
              <p:nvPr/>
            </p:nvGrpSpPr>
            <p:grpSpPr bwMode="auto">
              <a:xfrm>
                <a:off x="2368" y="1643"/>
                <a:ext cx="301" cy="114"/>
                <a:chOff x="2368" y="1643"/>
                <a:chExt cx="301" cy="114"/>
              </a:xfrm>
            </p:grpSpPr>
            <p:sp>
              <p:nvSpPr>
                <p:cNvPr id="105745" name="Freeform 211">
                  <a:extLst>
                    <a:ext uri="{FF2B5EF4-FFF2-40B4-BE49-F238E27FC236}">
                      <a16:creationId xmlns:a16="http://schemas.microsoft.com/office/drawing/2014/main" id="{7FE1DA43-E2A3-E241-9B7F-52F09BAF4296}"/>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46" name="Freeform 212">
                  <a:extLst>
                    <a:ext uri="{FF2B5EF4-FFF2-40B4-BE49-F238E27FC236}">
                      <a16:creationId xmlns:a16="http://schemas.microsoft.com/office/drawing/2014/main" id="{50F92EBE-343F-1A4B-BF79-B68279253E2A}"/>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47" name="Freeform 213">
                  <a:extLst>
                    <a:ext uri="{FF2B5EF4-FFF2-40B4-BE49-F238E27FC236}">
                      <a16:creationId xmlns:a16="http://schemas.microsoft.com/office/drawing/2014/main" id="{8B297875-AFD0-F14A-B8E8-25637DFB0F81}"/>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48" name="Freeform 214">
                  <a:extLst>
                    <a:ext uri="{FF2B5EF4-FFF2-40B4-BE49-F238E27FC236}">
                      <a16:creationId xmlns:a16="http://schemas.microsoft.com/office/drawing/2014/main" id="{EB2A4624-D819-C64C-99AE-EC6D2D33776D}"/>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49" name="Freeform 215">
                  <a:extLst>
                    <a:ext uri="{FF2B5EF4-FFF2-40B4-BE49-F238E27FC236}">
                      <a16:creationId xmlns:a16="http://schemas.microsoft.com/office/drawing/2014/main" id="{6050D0B8-13DC-544C-8347-AA182E64CB60}"/>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50" name="Freeform 216">
                  <a:extLst>
                    <a:ext uri="{FF2B5EF4-FFF2-40B4-BE49-F238E27FC236}">
                      <a16:creationId xmlns:a16="http://schemas.microsoft.com/office/drawing/2014/main" id="{58E107AC-24AF-1445-B1DC-E9F6E8E9BF6B}"/>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51" name="Freeform 217">
                  <a:extLst>
                    <a:ext uri="{FF2B5EF4-FFF2-40B4-BE49-F238E27FC236}">
                      <a16:creationId xmlns:a16="http://schemas.microsoft.com/office/drawing/2014/main" id="{4DA147AB-D440-4142-AA7D-E7D8C793D179}"/>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52" name="Freeform 218">
                  <a:extLst>
                    <a:ext uri="{FF2B5EF4-FFF2-40B4-BE49-F238E27FC236}">
                      <a16:creationId xmlns:a16="http://schemas.microsoft.com/office/drawing/2014/main" id="{AD680C82-F33A-8946-847D-8ACB3EA2CB6D}"/>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05741" name="Line 219">
              <a:extLst>
                <a:ext uri="{FF2B5EF4-FFF2-40B4-BE49-F238E27FC236}">
                  <a16:creationId xmlns:a16="http://schemas.microsoft.com/office/drawing/2014/main" id="{DAA68D19-3303-CF4F-A271-78B426353F47}"/>
                </a:ext>
              </a:extLst>
            </p:cNvPr>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742" name="Line 220">
              <a:extLst>
                <a:ext uri="{FF2B5EF4-FFF2-40B4-BE49-F238E27FC236}">
                  <a16:creationId xmlns:a16="http://schemas.microsoft.com/office/drawing/2014/main" id="{FBC367F2-1330-E448-AB53-49A5E70D3587}"/>
                </a:ext>
              </a:extLst>
            </p:cNvPr>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5510" name="Rectangle 221">
            <a:extLst>
              <a:ext uri="{FF2B5EF4-FFF2-40B4-BE49-F238E27FC236}">
                <a16:creationId xmlns:a16="http://schemas.microsoft.com/office/drawing/2014/main" id="{ED11D1FC-D617-A044-9B39-971E1469CD18}"/>
              </a:ext>
            </a:extLst>
          </p:cNvPr>
          <p:cNvSpPr>
            <a:spLocks noChangeArrowheads="1"/>
          </p:cNvSpPr>
          <p:nvPr/>
        </p:nvSpPr>
        <p:spPr bwMode="auto">
          <a:xfrm>
            <a:off x="4351735" y="1778794"/>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11" name="Rectangle 222">
            <a:extLst>
              <a:ext uri="{FF2B5EF4-FFF2-40B4-BE49-F238E27FC236}">
                <a16:creationId xmlns:a16="http://schemas.microsoft.com/office/drawing/2014/main" id="{215E0A75-6FB1-A949-9C49-06260951F304}"/>
              </a:ext>
            </a:extLst>
          </p:cNvPr>
          <p:cNvSpPr>
            <a:spLocks noChangeArrowheads="1"/>
          </p:cNvSpPr>
          <p:nvPr/>
        </p:nvSpPr>
        <p:spPr bwMode="auto">
          <a:xfrm>
            <a:off x="4406504" y="1785938"/>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222.1.1.4</a:t>
            </a:r>
          </a:p>
        </p:txBody>
      </p:sp>
      <p:sp>
        <p:nvSpPr>
          <p:cNvPr id="105512" name="Rectangle 223">
            <a:extLst>
              <a:ext uri="{FF2B5EF4-FFF2-40B4-BE49-F238E27FC236}">
                <a16:creationId xmlns:a16="http://schemas.microsoft.com/office/drawing/2014/main" id="{53F60796-C8EF-9548-BAD1-3A3963F15A12}"/>
              </a:ext>
            </a:extLst>
          </p:cNvPr>
          <p:cNvSpPr>
            <a:spLocks noChangeArrowheads="1"/>
          </p:cNvSpPr>
          <p:nvPr/>
        </p:nvSpPr>
        <p:spPr bwMode="auto">
          <a:xfrm>
            <a:off x="3727847" y="1889523"/>
            <a:ext cx="309563" cy="263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13" name="Rectangle 224">
            <a:extLst>
              <a:ext uri="{FF2B5EF4-FFF2-40B4-BE49-F238E27FC236}">
                <a16:creationId xmlns:a16="http://schemas.microsoft.com/office/drawing/2014/main" id="{F94F0744-CA12-D647-B93D-0D914AC7E47C}"/>
              </a:ext>
            </a:extLst>
          </p:cNvPr>
          <p:cNvSpPr>
            <a:spLocks noChangeArrowheads="1"/>
          </p:cNvSpPr>
          <p:nvPr/>
        </p:nvSpPr>
        <p:spPr bwMode="auto">
          <a:xfrm>
            <a:off x="3805237" y="1882379"/>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05514" name="Oval 225">
            <a:extLst>
              <a:ext uri="{FF2B5EF4-FFF2-40B4-BE49-F238E27FC236}">
                <a16:creationId xmlns:a16="http://schemas.microsoft.com/office/drawing/2014/main" id="{02FBA9E8-D214-B84C-BD8E-3177CBC9334E}"/>
              </a:ext>
            </a:extLst>
          </p:cNvPr>
          <p:cNvSpPr>
            <a:spLocks noChangeArrowheads="1"/>
          </p:cNvSpPr>
          <p:nvPr/>
        </p:nvSpPr>
        <p:spPr bwMode="auto">
          <a:xfrm>
            <a:off x="4239816" y="181689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15" name="Rectangle 226">
            <a:extLst>
              <a:ext uri="{FF2B5EF4-FFF2-40B4-BE49-F238E27FC236}">
                <a16:creationId xmlns:a16="http://schemas.microsoft.com/office/drawing/2014/main" id="{8D992261-ADE4-3F4C-973F-0A207FDB3877}"/>
              </a:ext>
            </a:extLst>
          </p:cNvPr>
          <p:cNvSpPr>
            <a:spLocks noChangeArrowheads="1"/>
          </p:cNvSpPr>
          <p:nvPr/>
        </p:nvSpPr>
        <p:spPr bwMode="auto">
          <a:xfrm>
            <a:off x="2624138" y="1212056"/>
            <a:ext cx="5405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16" name="Oval 227">
            <a:extLst>
              <a:ext uri="{FF2B5EF4-FFF2-40B4-BE49-F238E27FC236}">
                <a16:creationId xmlns:a16="http://schemas.microsoft.com/office/drawing/2014/main" id="{9DA8271A-2441-CC42-8C41-03913143D82A}"/>
              </a:ext>
            </a:extLst>
          </p:cNvPr>
          <p:cNvSpPr>
            <a:spLocks noChangeArrowheads="1"/>
          </p:cNvSpPr>
          <p:nvPr/>
        </p:nvSpPr>
        <p:spPr bwMode="auto">
          <a:xfrm>
            <a:off x="6983016" y="30503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17" name="Oval 228">
            <a:extLst>
              <a:ext uri="{FF2B5EF4-FFF2-40B4-BE49-F238E27FC236}">
                <a16:creationId xmlns:a16="http://schemas.microsoft.com/office/drawing/2014/main" id="{451A1FCD-420A-144C-91E8-D8ADCD9204A5}"/>
              </a:ext>
            </a:extLst>
          </p:cNvPr>
          <p:cNvSpPr>
            <a:spLocks noChangeArrowheads="1"/>
          </p:cNvSpPr>
          <p:nvPr/>
        </p:nvSpPr>
        <p:spPr bwMode="auto">
          <a:xfrm>
            <a:off x="6986588" y="2220517"/>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18" name="Rectangle 229">
            <a:extLst>
              <a:ext uri="{FF2B5EF4-FFF2-40B4-BE49-F238E27FC236}">
                <a16:creationId xmlns:a16="http://schemas.microsoft.com/office/drawing/2014/main" id="{193DA2C1-7856-A149-9866-699C22A7920B}"/>
              </a:ext>
            </a:extLst>
          </p:cNvPr>
          <p:cNvSpPr>
            <a:spLocks noChangeArrowheads="1"/>
          </p:cNvSpPr>
          <p:nvPr/>
        </p:nvSpPr>
        <p:spPr bwMode="auto">
          <a:xfrm>
            <a:off x="5897166" y="2764632"/>
            <a:ext cx="757238"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19" name="Rectangle 230">
            <a:extLst>
              <a:ext uri="{FF2B5EF4-FFF2-40B4-BE49-F238E27FC236}">
                <a16:creationId xmlns:a16="http://schemas.microsoft.com/office/drawing/2014/main" id="{2476E475-EB55-1E41-8546-4E0B55A0C47A}"/>
              </a:ext>
            </a:extLst>
          </p:cNvPr>
          <p:cNvSpPr>
            <a:spLocks noChangeArrowheads="1"/>
          </p:cNvSpPr>
          <p:nvPr/>
        </p:nvSpPr>
        <p:spPr bwMode="auto">
          <a:xfrm>
            <a:off x="5489973" y="315158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222.1.2.5</a:t>
            </a:r>
          </a:p>
        </p:txBody>
      </p:sp>
      <p:sp>
        <p:nvSpPr>
          <p:cNvPr id="105520" name="Rectangle 231">
            <a:extLst>
              <a:ext uri="{FF2B5EF4-FFF2-40B4-BE49-F238E27FC236}">
                <a16:creationId xmlns:a16="http://schemas.microsoft.com/office/drawing/2014/main" id="{C4FD7521-5E5C-9844-A65A-CD12FB2D1340}"/>
              </a:ext>
            </a:extLst>
          </p:cNvPr>
          <p:cNvSpPr>
            <a:spLocks noChangeArrowheads="1"/>
          </p:cNvSpPr>
          <p:nvPr/>
        </p:nvSpPr>
        <p:spPr bwMode="auto">
          <a:xfrm>
            <a:off x="7055644" y="3148012"/>
            <a:ext cx="756047"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21" name="Rectangle 232">
            <a:extLst>
              <a:ext uri="{FF2B5EF4-FFF2-40B4-BE49-F238E27FC236}">
                <a16:creationId xmlns:a16="http://schemas.microsoft.com/office/drawing/2014/main" id="{16B4F005-0AD9-1044-A007-0DA8325919F0}"/>
              </a:ext>
            </a:extLst>
          </p:cNvPr>
          <p:cNvSpPr>
            <a:spLocks noChangeArrowheads="1"/>
          </p:cNvSpPr>
          <p:nvPr/>
        </p:nvSpPr>
        <p:spPr bwMode="auto">
          <a:xfrm>
            <a:off x="7124700" y="31932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222.1.2.2</a:t>
            </a:r>
          </a:p>
        </p:txBody>
      </p:sp>
      <p:sp>
        <p:nvSpPr>
          <p:cNvPr id="105522" name="Rectangle 233">
            <a:extLst>
              <a:ext uri="{FF2B5EF4-FFF2-40B4-BE49-F238E27FC236}">
                <a16:creationId xmlns:a16="http://schemas.microsoft.com/office/drawing/2014/main" id="{6C5A0EBF-FD2C-4A49-B874-3B9FFE9B24CA}"/>
              </a:ext>
            </a:extLst>
          </p:cNvPr>
          <p:cNvSpPr>
            <a:spLocks noChangeArrowheads="1"/>
          </p:cNvSpPr>
          <p:nvPr/>
        </p:nvSpPr>
        <p:spPr bwMode="auto">
          <a:xfrm>
            <a:off x="7055644" y="2314575"/>
            <a:ext cx="756047"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23" name="Rectangle 234">
            <a:extLst>
              <a:ext uri="{FF2B5EF4-FFF2-40B4-BE49-F238E27FC236}">
                <a16:creationId xmlns:a16="http://schemas.microsoft.com/office/drawing/2014/main" id="{CC2A20B3-A016-FC4B-8F41-F789A9BE7246}"/>
              </a:ext>
            </a:extLst>
          </p:cNvPr>
          <p:cNvSpPr>
            <a:spLocks noChangeArrowheads="1"/>
          </p:cNvSpPr>
          <p:nvPr/>
        </p:nvSpPr>
        <p:spPr bwMode="auto">
          <a:xfrm>
            <a:off x="7124700" y="2361010"/>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222.1.2.1</a:t>
            </a:r>
          </a:p>
        </p:txBody>
      </p:sp>
      <p:sp>
        <p:nvSpPr>
          <p:cNvPr id="105524" name="Rectangle 235">
            <a:extLst>
              <a:ext uri="{FF2B5EF4-FFF2-40B4-BE49-F238E27FC236}">
                <a16:creationId xmlns:a16="http://schemas.microsoft.com/office/drawing/2014/main" id="{846263F0-6C47-D04E-9129-BDFC21F45B5F}"/>
              </a:ext>
            </a:extLst>
          </p:cNvPr>
          <p:cNvSpPr>
            <a:spLocks noChangeArrowheads="1"/>
          </p:cNvSpPr>
          <p:nvPr/>
        </p:nvSpPr>
        <p:spPr bwMode="auto">
          <a:xfrm>
            <a:off x="6981826" y="3914775"/>
            <a:ext cx="756047"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25" name="Rectangle 236">
            <a:extLst>
              <a:ext uri="{FF2B5EF4-FFF2-40B4-BE49-F238E27FC236}">
                <a16:creationId xmlns:a16="http://schemas.microsoft.com/office/drawing/2014/main" id="{D91C10A6-5189-EB42-A69E-CE60C9CBA056}"/>
              </a:ext>
            </a:extLst>
          </p:cNvPr>
          <p:cNvSpPr>
            <a:spLocks noChangeArrowheads="1"/>
          </p:cNvSpPr>
          <p:nvPr/>
        </p:nvSpPr>
        <p:spPr bwMode="auto">
          <a:xfrm>
            <a:off x="4892279"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222.1.2.3</a:t>
            </a:r>
          </a:p>
        </p:txBody>
      </p:sp>
      <p:sp>
        <p:nvSpPr>
          <p:cNvPr id="105526" name="Rectangle 237">
            <a:extLst>
              <a:ext uri="{FF2B5EF4-FFF2-40B4-BE49-F238E27FC236}">
                <a16:creationId xmlns:a16="http://schemas.microsoft.com/office/drawing/2014/main" id="{B9BC3ACB-C639-D84C-B724-E5F19D54660A}"/>
              </a:ext>
            </a:extLst>
          </p:cNvPr>
          <p:cNvSpPr>
            <a:spLocks noChangeArrowheads="1"/>
          </p:cNvSpPr>
          <p:nvPr/>
        </p:nvSpPr>
        <p:spPr bwMode="auto">
          <a:xfrm>
            <a:off x="3895726" y="4204098"/>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27" name="Rectangle 238">
            <a:extLst>
              <a:ext uri="{FF2B5EF4-FFF2-40B4-BE49-F238E27FC236}">
                <a16:creationId xmlns:a16="http://schemas.microsoft.com/office/drawing/2014/main" id="{0A417C40-C700-B843-AB66-F161DE4C9FF3}"/>
              </a:ext>
            </a:extLst>
          </p:cNvPr>
          <p:cNvSpPr>
            <a:spLocks noChangeArrowheads="1"/>
          </p:cNvSpPr>
          <p:nvPr/>
        </p:nvSpPr>
        <p:spPr bwMode="auto">
          <a:xfrm>
            <a:off x="3954066"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222.1.2.4</a:t>
            </a:r>
          </a:p>
        </p:txBody>
      </p:sp>
      <p:sp>
        <p:nvSpPr>
          <p:cNvPr id="105528" name="Oval 239">
            <a:extLst>
              <a:ext uri="{FF2B5EF4-FFF2-40B4-BE49-F238E27FC236}">
                <a16:creationId xmlns:a16="http://schemas.microsoft.com/office/drawing/2014/main" id="{DBCF6FBD-ADC6-784C-BF34-175EC029D5C2}"/>
              </a:ext>
            </a:extLst>
          </p:cNvPr>
          <p:cNvSpPr>
            <a:spLocks noChangeArrowheads="1"/>
          </p:cNvSpPr>
          <p:nvPr/>
        </p:nvSpPr>
        <p:spPr bwMode="auto">
          <a:xfrm>
            <a:off x="4769644" y="4225528"/>
            <a:ext cx="69056"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29" name="Rectangle 240">
            <a:extLst>
              <a:ext uri="{FF2B5EF4-FFF2-40B4-BE49-F238E27FC236}">
                <a16:creationId xmlns:a16="http://schemas.microsoft.com/office/drawing/2014/main" id="{1EEE037D-F1AC-BF41-ADA4-3D4F0FD661CD}"/>
              </a:ext>
            </a:extLst>
          </p:cNvPr>
          <p:cNvSpPr>
            <a:spLocks noChangeArrowheads="1"/>
          </p:cNvSpPr>
          <p:nvPr/>
        </p:nvSpPr>
        <p:spPr bwMode="auto">
          <a:xfrm>
            <a:off x="6256735" y="2216944"/>
            <a:ext cx="67151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30" name="Rectangle 241">
            <a:extLst>
              <a:ext uri="{FF2B5EF4-FFF2-40B4-BE49-F238E27FC236}">
                <a16:creationId xmlns:a16="http://schemas.microsoft.com/office/drawing/2014/main" id="{C36683DD-FB65-CC4B-95E9-FC6CC53F0CD0}"/>
              </a:ext>
            </a:extLst>
          </p:cNvPr>
          <p:cNvSpPr>
            <a:spLocks noChangeArrowheads="1"/>
          </p:cNvSpPr>
          <p:nvPr/>
        </p:nvSpPr>
        <p:spPr bwMode="auto">
          <a:xfrm>
            <a:off x="6263879" y="2692004"/>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222.1.2.</a:t>
            </a:r>
            <a:endParaRPr kumimoji="1" lang="en-US" altLang="zh-CN" sz="1500">
              <a:latin typeface="Arial" panose="020B0604020202020204" pitchFamily="34" charset="0"/>
              <a:ea typeface="宋体" panose="02010600030101010101" pitchFamily="2" charset="-122"/>
            </a:endParaRPr>
          </a:p>
        </p:txBody>
      </p:sp>
      <p:sp>
        <p:nvSpPr>
          <p:cNvPr id="105531" name="Rectangle 242">
            <a:extLst>
              <a:ext uri="{FF2B5EF4-FFF2-40B4-BE49-F238E27FC236}">
                <a16:creationId xmlns:a16="http://schemas.microsoft.com/office/drawing/2014/main" id="{118A2C51-19BD-D549-8535-8FB17B272924}"/>
              </a:ext>
            </a:extLst>
          </p:cNvPr>
          <p:cNvSpPr>
            <a:spLocks noChangeArrowheads="1"/>
          </p:cNvSpPr>
          <p:nvPr/>
        </p:nvSpPr>
        <p:spPr bwMode="auto">
          <a:xfrm>
            <a:off x="6310313" y="1997869"/>
            <a:ext cx="54054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5532" name="Group 243">
            <a:extLst>
              <a:ext uri="{FF2B5EF4-FFF2-40B4-BE49-F238E27FC236}">
                <a16:creationId xmlns:a16="http://schemas.microsoft.com/office/drawing/2014/main" id="{14C0CFC9-56A5-9D43-96CD-024C24C8EA12}"/>
              </a:ext>
            </a:extLst>
          </p:cNvPr>
          <p:cNvGrpSpPr>
            <a:grpSpLocks/>
          </p:cNvGrpSpPr>
          <p:nvPr/>
        </p:nvGrpSpPr>
        <p:grpSpPr bwMode="auto">
          <a:xfrm>
            <a:off x="2809875" y="3289698"/>
            <a:ext cx="486966" cy="288131"/>
            <a:chOff x="1304" y="2569"/>
            <a:chExt cx="439" cy="262"/>
          </a:xfrm>
        </p:grpSpPr>
        <p:sp>
          <p:nvSpPr>
            <p:cNvPr id="105711" name="Oval 244">
              <a:extLst>
                <a:ext uri="{FF2B5EF4-FFF2-40B4-BE49-F238E27FC236}">
                  <a16:creationId xmlns:a16="http://schemas.microsoft.com/office/drawing/2014/main" id="{552DF5C0-2C8D-3347-BECA-93AC1EFF082A}"/>
                </a:ext>
              </a:extLst>
            </p:cNvPr>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12" name="Rectangle 245">
              <a:extLst>
                <a:ext uri="{FF2B5EF4-FFF2-40B4-BE49-F238E27FC236}">
                  <a16:creationId xmlns:a16="http://schemas.microsoft.com/office/drawing/2014/main" id="{4C321749-3077-8745-AEAA-504C28BFA602}"/>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13" name="Rectangle 246">
              <a:extLst>
                <a:ext uri="{FF2B5EF4-FFF2-40B4-BE49-F238E27FC236}">
                  <a16:creationId xmlns:a16="http://schemas.microsoft.com/office/drawing/2014/main" id="{801E6CD8-CDBC-5A42-969B-3FD891F1C348}"/>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14" name="Oval 247">
              <a:extLst>
                <a:ext uri="{FF2B5EF4-FFF2-40B4-BE49-F238E27FC236}">
                  <a16:creationId xmlns:a16="http://schemas.microsoft.com/office/drawing/2014/main" id="{48BF0711-39F8-754C-BE7B-DB0E93CF05B2}"/>
                </a:ext>
              </a:extLst>
            </p:cNvPr>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5715" name="Group 248">
              <a:extLst>
                <a:ext uri="{FF2B5EF4-FFF2-40B4-BE49-F238E27FC236}">
                  <a16:creationId xmlns:a16="http://schemas.microsoft.com/office/drawing/2014/main" id="{47010646-1F79-C149-9BCF-9AEBD9E2C34E}"/>
                </a:ext>
              </a:extLst>
            </p:cNvPr>
            <p:cNvGrpSpPr>
              <a:grpSpLocks/>
            </p:cNvGrpSpPr>
            <p:nvPr/>
          </p:nvGrpSpPr>
          <p:grpSpPr bwMode="auto">
            <a:xfrm>
              <a:off x="1371" y="2587"/>
              <a:ext cx="304" cy="117"/>
              <a:chOff x="1371" y="2587"/>
              <a:chExt cx="304" cy="117"/>
            </a:xfrm>
          </p:grpSpPr>
          <p:grpSp>
            <p:nvGrpSpPr>
              <p:cNvPr id="105718" name="Group 249">
                <a:extLst>
                  <a:ext uri="{FF2B5EF4-FFF2-40B4-BE49-F238E27FC236}">
                    <a16:creationId xmlns:a16="http://schemas.microsoft.com/office/drawing/2014/main" id="{96A0CB0D-BC9C-D24A-BDB1-91A44462CDB7}"/>
                  </a:ext>
                </a:extLst>
              </p:cNvPr>
              <p:cNvGrpSpPr>
                <a:grpSpLocks/>
              </p:cNvGrpSpPr>
              <p:nvPr/>
            </p:nvGrpSpPr>
            <p:grpSpPr bwMode="auto">
              <a:xfrm>
                <a:off x="1371" y="2587"/>
                <a:ext cx="301" cy="115"/>
                <a:chOff x="1371" y="2587"/>
                <a:chExt cx="301" cy="115"/>
              </a:xfrm>
            </p:grpSpPr>
            <p:sp>
              <p:nvSpPr>
                <p:cNvPr id="105728" name="Freeform 250">
                  <a:extLst>
                    <a:ext uri="{FF2B5EF4-FFF2-40B4-BE49-F238E27FC236}">
                      <a16:creationId xmlns:a16="http://schemas.microsoft.com/office/drawing/2014/main" id="{47CE7AD1-6B37-E141-BD0D-E9C9610926CA}"/>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29" name="Freeform 251">
                  <a:extLst>
                    <a:ext uri="{FF2B5EF4-FFF2-40B4-BE49-F238E27FC236}">
                      <a16:creationId xmlns:a16="http://schemas.microsoft.com/office/drawing/2014/main" id="{FBC6B427-6AF9-2545-AD84-DD068892A0F2}"/>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30" name="Freeform 252">
                  <a:extLst>
                    <a:ext uri="{FF2B5EF4-FFF2-40B4-BE49-F238E27FC236}">
                      <a16:creationId xmlns:a16="http://schemas.microsoft.com/office/drawing/2014/main" id="{BA182838-86B2-7C4D-B39F-3628298B7932}"/>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31" name="Freeform 253">
                  <a:extLst>
                    <a:ext uri="{FF2B5EF4-FFF2-40B4-BE49-F238E27FC236}">
                      <a16:creationId xmlns:a16="http://schemas.microsoft.com/office/drawing/2014/main" id="{CF993571-6BB1-214F-87BE-57D83B68D1FD}"/>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32" name="Freeform 254">
                  <a:extLst>
                    <a:ext uri="{FF2B5EF4-FFF2-40B4-BE49-F238E27FC236}">
                      <a16:creationId xmlns:a16="http://schemas.microsoft.com/office/drawing/2014/main" id="{A16F745E-3CB1-2642-AB95-F60EEEBBD8BB}"/>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33" name="Freeform 255">
                  <a:extLst>
                    <a:ext uri="{FF2B5EF4-FFF2-40B4-BE49-F238E27FC236}">
                      <a16:creationId xmlns:a16="http://schemas.microsoft.com/office/drawing/2014/main" id="{C019C8DC-E9E0-8F44-90DB-A23F94743742}"/>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34" name="Freeform 256">
                  <a:extLst>
                    <a:ext uri="{FF2B5EF4-FFF2-40B4-BE49-F238E27FC236}">
                      <a16:creationId xmlns:a16="http://schemas.microsoft.com/office/drawing/2014/main" id="{5C7E871A-3077-D54C-AAA6-F3BBE29C2557}"/>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35" name="Freeform 257">
                  <a:extLst>
                    <a:ext uri="{FF2B5EF4-FFF2-40B4-BE49-F238E27FC236}">
                      <a16:creationId xmlns:a16="http://schemas.microsoft.com/office/drawing/2014/main" id="{8ED2B508-7E02-4F4E-B791-F54D68CF9EFF}"/>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05719" name="Group 258">
                <a:extLst>
                  <a:ext uri="{FF2B5EF4-FFF2-40B4-BE49-F238E27FC236}">
                    <a16:creationId xmlns:a16="http://schemas.microsoft.com/office/drawing/2014/main" id="{B464E274-CE6A-EF4E-9D6D-BC914EF3652F}"/>
                  </a:ext>
                </a:extLst>
              </p:cNvPr>
              <p:cNvGrpSpPr>
                <a:grpSpLocks/>
              </p:cNvGrpSpPr>
              <p:nvPr/>
            </p:nvGrpSpPr>
            <p:grpSpPr bwMode="auto">
              <a:xfrm>
                <a:off x="1373" y="2590"/>
                <a:ext cx="302" cy="114"/>
                <a:chOff x="1373" y="2590"/>
                <a:chExt cx="302" cy="114"/>
              </a:xfrm>
            </p:grpSpPr>
            <p:sp>
              <p:nvSpPr>
                <p:cNvPr id="105720" name="Freeform 259">
                  <a:extLst>
                    <a:ext uri="{FF2B5EF4-FFF2-40B4-BE49-F238E27FC236}">
                      <a16:creationId xmlns:a16="http://schemas.microsoft.com/office/drawing/2014/main" id="{DC0A5C49-0EB1-564B-AFD7-6992B0646A79}"/>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21" name="Freeform 260">
                  <a:extLst>
                    <a:ext uri="{FF2B5EF4-FFF2-40B4-BE49-F238E27FC236}">
                      <a16:creationId xmlns:a16="http://schemas.microsoft.com/office/drawing/2014/main" id="{F2903308-4535-B943-9490-F7AE66DE4977}"/>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22" name="Freeform 261">
                  <a:extLst>
                    <a:ext uri="{FF2B5EF4-FFF2-40B4-BE49-F238E27FC236}">
                      <a16:creationId xmlns:a16="http://schemas.microsoft.com/office/drawing/2014/main" id="{B75B5778-8D19-5C4C-B1EE-0D23F8C00129}"/>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23" name="Freeform 262">
                  <a:extLst>
                    <a:ext uri="{FF2B5EF4-FFF2-40B4-BE49-F238E27FC236}">
                      <a16:creationId xmlns:a16="http://schemas.microsoft.com/office/drawing/2014/main" id="{836534A0-2D43-4648-8576-DCE5F2634894}"/>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24" name="Freeform 263">
                  <a:extLst>
                    <a:ext uri="{FF2B5EF4-FFF2-40B4-BE49-F238E27FC236}">
                      <a16:creationId xmlns:a16="http://schemas.microsoft.com/office/drawing/2014/main" id="{4A9D4F10-FF1A-D947-A33D-5942BBDACB2A}"/>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25" name="Freeform 264">
                  <a:extLst>
                    <a:ext uri="{FF2B5EF4-FFF2-40B4-BE49-F238E27FC236}">
                      <a16:creationId xmlns:a16="http://schemas.microsoft.com/office/drawing/2014/main" id="{C09DEB65-C21D-9D4E-8218-59B2069B8E61}"/>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26" name="Freeform 265">
                  <a:extLst>
                    <a:ext uri="{FF2B5EF4-FFF2-40B4-BE49-F238E27FC236}">
                      <a16:creationId xmlns:a16="http://schemas.microsoft.com/office/drawing/2014/main" id="{635DFCD0-04AE-994C-BB3F-CF0B19D19960}"/>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27" name="Freeform 266">
                  <a:extLst>
                    <a:ext uri="{FF2B5EF4-FFF2-40B4-BE49-F238E27FC236}">
                      <a16:creationId xmlns:a16="http://schemas.microsoft.com/office/drawing/2014/main" id="{747DDA87-F153-324A-B4FD-A68EBFD68B22}"/>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05716" name="Line 267">
              <a:extLst>
                <a:ext uri="{FF2B5EF4-FFF2-40B4-BE49-F238E27FC236}">
                  <a16:creationId xmlns:a16="http://schemas.microsoft.com/office/drawing/2014/main" id="{F1B571C1-EF2D-B444-9564-54356625A877}"/>
                </a:ext>
              </a:extLst>
            </p:cNvPr>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717" name="Line 268">
              <a:extLst>
                <a:ext uri="{FF2B5EF4-FFF2-40B4-BE49-F238E27FC236}">
                  <a16:creationId xmlns:a16="http://schemas.microsoft.com/office/drawing/2014/main" id="{4800FFB8-5152-6544-8308-6CF26AA222B7}"/>
                </a:ext>
              </a:extLst>
            </p:cNvPr>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5533" name="Group 269">
            <a:extLst>
              <a:ext uri="{FF2B5EF4-FFF2-40B4-BE49-F238E27FC236}">
                <a16:creationId xmlns:a16="http://schemas.microsoft.com/office/drawing/2014/main" id="{4BDF9260-0A2A-B845-8AD5-E0A56FD99C2D}"/>
              </a:ext>
            </a:extLst>
          </p:cNvPr>
          <p:cNvGrpSpPr>
            <a:grpSpLocks/>
          </p:cNvGrpSpPr>
          <p:nvPr/>
        </p:nvGrpSpPr>
        <p:grpSpPr bwMode="auto">
          <a:xfrm>
            <a:off x="4987529" y="3289698"/>
            <a:ext cx="486965" cy="288131"/>
            <a:chOff x="3488" y="2569"/>
            <a:chExt cx="439" cy="262"/>
          </a:xfrm>
        </p:grpSpPr>
        <p:sp>
          <p:nvSpPr>
            <p:cNvPr id="105686" name="Oval 270">
              <a:extLst>
                <a:ext uri="{FF2B5EF4-FFF2-40B4-BE49-F238E27FC236}">
                  <a16:creationId xmlns:a16="http://schemas.microsoft.com/office/drawing/2014/main" id="{432EE215-403B-AB4F-ADD9-67F696048143}"/>
                </a:ext>
              </a:extLst>
            </p:cNvPr>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87" name="Rectangle 271">
              <a:extLst>
                <a:ext uri="{FF2B5EF4-FFF2-40B4-BE49-F238E27FC236}">
                  <a16:creationId xmlns:a16="http://schemas.microsoft.com/office/drawing/2014/main" id="{E8ED75E0-D9C2-9C40-9993-DB9D692363FC}"/>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88" name="Rectangle 272">
              <a:extLst>
                <a:ext uri="{FF2B5EF4-FFF2-40B4-BE49-F238E27FC236}">
                  <a16:creationId xmlns:a16="http://schemas.microsoft.com/office/drawing/2014/main" id="{D936ADF1-4E30-2644-991C-3241A1DD8091}"/>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89" name="Oval 273">
              <a:extLst>
                <a:ext uri="{FF2B5EF4-FFF2-40B4-BE49-F238E27FC236}">
                  <a16:creationId xmlns:a16="http://schemas.microsoft.com/office/drawing/2014/main" id="{87A58849-CD7F-8546-8503-1288619810E2}"/>
                </a:ext>
              </a:extLst>
            </p:cNvPr>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5690" name="Group 274">
              <a:extLst>
                <a:ext uri="{FF2B5EF4-FFF2-40B4-BE49-F238E27FC236}">
                  <a16:creationId xmlns:a16="http://schemas.microsoft.com/office/drawing/2014/main" id="{60CEBD54-66AF-104E-BDEC-15181600A3DE}"/>
                </a:ext>
              </a:extLst>
            </p:cNvPr>
            <p:cNvGrpSpPr>
              <a:grpSpLocks/>
            </p:cNvGrpSpPr>
            <p:nvPr/>
          </p:nvGrpSpPr>
          <p:grpSpPr bwMode="auto">
            <a:xfrm>
              <a:off x="3555" y="2587"/>
              <a:ext cx="304" cy="117"/>
              <a:chOff x="3555" y="2587"/>
              <a:chExt cx="304" cy="117"/>
            </a:xfrm>
          </p:grpSpPr>
          <p:grpSp>
            <p:nvGrpSpPr>
              <p:cNvPr id="105693" name="Group 275">
                <a:extLst>
                  <a:ext uri="{FF2B5EF4-FFF2-40B4-BE49-F238E27FC236}">
                    <a16:creationId xmlns:a16="http://schemas.microsoft.com/office/drawing/2014/main" id="{A6D032E5-A161-FA40-AA22-68F3783BF19E}"/>
                  </a:ext>
                </a:extLst>
              </p:cNvPr>
              <p:cNvGrpSpPr>
                <a:grpSpLocks/>
              </p:cNvGrpSpPr>
              <p:nvPr/>
            </p:nvGrpSpPr>
            <p:grpSpPr bwMode="auto">
              <a:xfrm>
                <a:off x="3555" y="2587"/>
                <a:ext cx="301" cy="115"/>
                <a:chOff x="3555" y="2587"/>
                <a:chExt cx="301" cy="115"/>
              </a:xfrm>
            </p:grpSpPr>
            <p:sp>
              <p:nvSpPr>
                <p:cNvPr id="105703" name="Freeform 276">
                  <a:extLst>
                    <a:ext uri="{FF2B5EF4-FFF2-40B4-BE49-F238E27FC236}">
                      <a16:creationId xmlns:a16="http://schemas.microsoft.com/office/drawing/2014/main" id="{B7BE2C4A-D1E9-7E4D-8C27-172898AA6993}"/>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04" name="Freeform 277">
                  <a:extLst>
                    <a:ext uri="{FF2B5EF4-FFF2-40B4-BE49-F238E27FC236}">
                      <a16:creationId xmlns:a16="http://schemas.microsoft.com/office/drawing/2014/main" id="{0EAEA18A-E060-B94F-8010-A28AC1D15666}"/>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05" name="Freeform 278">
                  <a:extLst>
                    <a:ext uri="{FF2B5EF4-FFF2-40B4-BE49-F238E27FC236}">
                      <a16:creationId xmlns:a16="http://schemas.microsoft.com/office/drawing/2014/main" id="{2BF97556-1DEB-D247-B947-61AC070DAF92}"/>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06" name="Freeform 279">
                  <a:extLst>
                    <a:ext uri="{FF2B5EF4-FFF2-40B4-BE49-F238E27FC236}">
                      <a16:creationId xmlns:a16="http://schemas.microsoft.com/office/drawing/2014/main" id="{5C8F2DCC-0BA7-DC41-B5E2-1A913AD9F64D}"/>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07" name="Freeform 280">
                  <a:extLst>
                    <a:ext uri="{FF2B5EF4-FFF2-40B4-BE49-F238E27FC236}">
                      <a16:creationId xmlns:a16="http://schemas.microsoft.com/office/drawing/2014/main" id="{716618BB-E6EE-1145-81A6-39C491222E13}"/>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08" name="Freeform 281">
                  <a:extLst>
                    <a:ext uri="{FF2B5EF4-FFF2-40B4-BE49-F238E27FC236}">
                      <a16:creationId xmlns:a16="http://schemas.microsoft.com/office/drawing/2014/main" id="{A90F5B43-4D5A-F641-B2FE-55C16BE7C449}"/>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09" name="Freeform 282">
                  <a:extLst>
                    <a:ext uri="{FF2B5EF4-FFF2-40B4-BE49-F238E27FC236}">
                      <a16:creationId xmlns:a16="http://schemas.microsoft.com/office/drawing/2014/main" id="{589C37B9-1E4A-1448-AF1E-5C17BF605CCB}"/>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10" name="Freeform 283">
                  <a:extLst>
                    <a:ext uri="{FF2B5EF4-FFF2-40B4-BE49-F238E27FC236}">
                      <a16:creationId xmlns:a16="http://schemas.microsoft.com/office/drawing/2014/main" id="{2842658E-E661-6444-B801-4DD3005D6532}"/>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05694" name="Group 284">
                <a:extLst>
                  <a:ext uri="{FF2B5EF4-FFF2-40B4-BE49-F238E27FC236}">
                    <a16:creationId xmlns:a16="http://schemas.microsoft.com/office/drawing/2014/main" id="{AD407BAE-2E7F-7A4D-887A-356BC284A04D}"/>
                  </a:ext>
                </a:extLst>
              </p:cNvPr>
              <p:cNvGrpSpPr>
                <a:grpSpLocks/>
              </p:cNvGrpSpPr>
              <p:nvPr/>
            </p:nvGrpSpPr>
            <p:grpSpPr bwMode="auto">
              <a:xfrm>
                <a:off x="3557" y="2590"/>
                <a:ext cx="302" cy="114"/>
                <a:chOff x="3557" y="2590"/>
                <a:chExt cx="302" cy="114"/>
              </a:xfrm>
            </p:grpSpPr>
            <p:sp>
              <p:nvSpPr>
                <p:cNvPr id="105695" name="Freeform 285">
                  <a:extLst>
                    <a:ext uri="{FF2B5EF4-FFF2-40B4-BE49-F238E27FC236}">
                      <a16:creationId xmlns:a16="http://schemas.microsoft.com/office/drawing/2014/main" id="{620F2997-97C8-1D48-AA03-5BAEF11A2ECA}"/>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96" name="Freeform 286">
                  <a:extLst>
                    <a:ext uri="{FF2B5EF4-FFF2-40B4-BE49-F238E27FC236}">
                      <a16:creationId xmlns:a16="http://schemas.microsoft.com/office/drawing/2014/main" id="{48BFA257-2A8D-654F-A4CE-C2E48043D4CD}"/>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97" name="Freeform 287">
                  <a:extLst>
                    <a:ext uri="{FF2B5EF4-FFF2-40B4-BE49-F238E27FC236}">
                      <a16:creationId xmlns:a16="http://schemas.microsoft.com/office/drawing/2014/main" id="{76CA9460-C96A-6547-A89C-68AF722845A7}"/>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98" name="Freeform 288">
                  <a:extLst>
                    <a:ext uri="{FF2B5EF4-FFF2-40B4-BE49-F238E27FC236}">
                      <a16:creationId xmlns:a16="http://schemas.microsoft.com/office/drawing/2014/main" id="{D5678966-6012-3D4C-BBEF-22E9665F8FAA}"/>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99" name="Freeform 289">
                  <a:extLst>
                    <a:ext uri="{FF2B5EF4-FFF2-40B4-BE49-F238E27FC236}">
                      <a16:creationId xmlns:a16="http://schemas.microsoft.com/office/drawing/2014/main" id="{9A3D9B04-3C9F-1143-BACA-6C5CE9DE3E98}"/>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00" name="Freeform 290">
                  <a:extLst>
                    <a:ext uri="{FF2B5EF4-FFF2-40B4-BE49-F238E27FC236}">
                      <a16:creationId xmlns:a16="http://schemas.microsoft.com/office/drawing/2014/main" id="{C6386E9F-A28B-E146-B171-98423C606E83}"/>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01" name="Freeform 291">
                  <a:extLst>
                    <a:ext uri="{FF2B5EF4-FFF2-40B4-BE49-F238E27FC236}">
                      <a16:creationId xmlns:a16="http://schemas.microsoft.com/office/drawing/2014/main" id="{28D76F01-0D9E-5845-9701-5FC82FAEF4C4}"/>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02" name="Freeform 292">
                  <a:extLst>
                    <a:ext uri="{FF2B5EF4-FFF2-40B4-BE49-F238E27FC236}">
                      <a16:creationId xmlns:a16="http://schemas.microsoft.com/office/drawing/2014/main" id="{4139FF47-85AB-B847-A3D0-79DCCB14D3CA}"/>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05691" name="Line 293">
              <a:extLst>
                <a:ext uri="{FF2B5EF4-FFF2-40B4-BE49-F238E27FC236}">
                  <a16:creationId xmlns:a16="http://schemas.microsoft.com/office/drawing/2014/main" id="{215547BB-15E1-B64A-9D34-D8CBF5BF6F26}"/>
                </a:ext>
              </a:extLst>
            </p:cNvPr>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692" name="Line 294">
              <a:extLst>
                <a:ext uri="{FF2B5EF4-FFF2-40B4-BE49-F238E27FC236}">
                  <a16:creationId xmlns:a16="http://schemas.microsoft.com/office/drawing/2014/main" id="{54793B07-7A7F-4644-8EBC-466CA687C75D}"/>
                </a:ext>
              </a:extLst>
            </p:cNvPr>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5534" name="Oval 295">
            <a:extLst>
              <a:ext uri="{FF2B5EF4-FFF2-40B4-BE49-F238E27FC236}">
                <a16:creationId xmlns:a16="http://schemas.microsoft.com/office/drawing/2014/main" id="{A452DED3-46C9-C741-A2B5-605BAB714421}"/>
              </a:ext>
            </a:extLst>
          </p:cNvPr>
          <p:cNvSpPr>
            <a:spLocks noChangeArrowheads="1"/>
          </p:cNvSpPr>
          <p:nvPr/>
        </p:nvSpPr>
        <p:spPr bwMode="auto">
          <a:xfrm>
            <a:off x="3527822" y="3442097"/>
            <a:ext cx="70247"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35" name="Oval 296">
            <a:extLst>
              <a:ext uri="{FF2B5EF4-FFF2-40B4-BE49-F238E27FC236}">
                <a16:creationId xmlns:a16="http://schemas.microsoft.com/office/drawing/2014/main" id="{21121DE7-44B8-354D-8BBD-49CFD388AB37}"/>
              </a:ext>
            </a:extLst>
          </p:cNvPr>
          <p:cNvSpPr>
            <a:spLocks noChangeArrowheads="1"/>
          </p:cNvSpPr>
          <p:nvPr/>
        </p:nvSpPr>
        <p:spPr bwMode="auto">
          <a:xfrm>
            <a:off x="4776788" y="3437335"/>
            <a:ext cx="69056" cy="67865"/>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36" name="Oval 297">
            <a:extLst>
              <a:ext uri="{FF2B5EF4-FFF2-40B4-BE49-F238E27FC236}">
                <a16:creationId xmlns:a16="http://schemas.microsoft.com/office/drawing/2014/main" id="{9119233E-DD7E-D54B-8027-3A11F809FFBB}"/>
              </a:ext>
            </a:extLst>
          </p:cNvPr>
          <p:cNvSpPr>
            <a:spLocks noChangeArrowheads="1"/>
          </p:cNvSpPr>
          <p:nvPr/>
        </p:nvSpPr>
        <p:spPr bwMode="auto">
          <a:xfrm>
            <a:off x="5085160" y="317063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37" name="Oval 298">
            <a:extLst>
              <a:ext uri="{FF2B5EF4-FFF2-40B4-BE49-F238E27FC236}">
                <a16:creationId xmlns:a16="http://schemas.microsoft.com/office/drawing/2014/main" id="{D3EDDCC2-C6DA-6D4F-A935-6B1AED808DEB}"/>
              </a:ext>
            </a:extLst>
          </p:cNvPr>
          <p:cNvSpPr>
            <a:spLocks noChangeArrowheads="1"/>
          </p:cNvSpPr>
          <p:nvPr/>
        </p:nvSpPr>
        <p:spPr bwMode="auto">
          <a:xfrm>
            <a:off x="4425553" y="229195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38" name="Oval 299">
            <a:extLst>
              <a:ext uri="{FF2B5EF4-FFF2-40B4-BE49-F238E27FC236}">
                <a16:creationId xmlns:a16="http://schemas.microsoft.com/office/drawing/2014/main" id="{586C0DF4-CB02-EA42-839F-3131DABB2C08}"/>
              </a:ext>
            </a:extLst>
          </p:cNvPr>
          <p:cNvSpPr>
            <a:spLocks noChangeArrowheads="1"/>
          </p:cNvSpPr>
          <p:nvPr/>
        </p:nvSpPr>
        <p:spPr bwMode="auto">
          <a:xfrm>
            <a:off x="3181351" y="3086101"/>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39" name="Oval 300">
            <a:extLst>
              <a:ext uri="{FF2B5EF4-FFF2-40B4-BE49-F238E27FC236}">
                <a16:creationId xmlns:a16="http://schemas.microsoft.com/office/drawing/2014/main" id="{BE8F93A6-8449-214A-8CE7-2283A982D4A6}"/>
              </a:ext>
            </a:extLst>
          </p:cNvPr>
          <p:cNvSpPr>
            <a:spLocks noChangeArrowheads="1"/>
          </p:cNvSpPr>
          <p:nvPr/>
        </p:nvSpPr>
        <p:spPr bwMode="auto">
          <a:xfrm>
            <a:off x="3924300" y="2309813"/>
            <a:ext cx="67866" cy="6786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40" name="Rectangle 301">
            <a:extLst>
              <a:ext uri="{FF2B5EF4-FFF2-40B4-BE49-F238E27FC236}">
                <a16:creationId xmlns:a16="http://schemas.microsoft.com/office/drawing/2014/main" id="{B8D70D70-3A7C-B84B-AD5F-6652C772BFC3}"/>
              </a:ext>
            </a:extLst>
          </p:cNvPr>
          <p:cNvSpPr>
            <a:spLocks noChangeArrowheads="1"/>
          </p:cNvSpPr>
          <p:nvPr/>
        </p:nvSpPr>
        <p:spPr bwMode="auto">
          <a:xfrm>
            <a:off x="4554141" y="2043113"/>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41" name="Rectangle 302">
            <a:extLst>
              <a:ext uri="{FF2B5EF4-FFF2-40B4-BE49-F238E27FC236}">
                <a16:creationId xmlns:a16="http://schemas.microsoft.com/office/drawing/2014/main" id="{23B48DE9-22C3-2B48-9B55-E97BD4618E2F}"/>
              </a:ext>
            </a:extLst>
          </p:cNvPr>
          <p:cNvSpPr>
            <a:spLocks noChangeArrowheads="1"/>
          </p:cNvSpPr>
          <p:nvPr/>
        </p:nvSpPr>
        <p:spPr bwMode="auto">
          <a:xfrm>
            <a:off x="4570810" y="21645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222.1.6.1</a:t>
            </a:r>
          </a:p>
        </p:txBody>
      </p:sp>
      <p:sp>
        <p:nvSpPr>
          <p:cNvPr id="105542" name="Rectangle 303">
            <a:extLst>
              <a:ext uri="{FF2B5EF4-FFF2-40B4-BE49-F238E27FC236}">
                <a16:creationId xmlns:a16="http://schemas.microsoft.com/office/drawing/2014/main" id="{77589070-7608-A44B-B004-69D211AE7959}"/>
              </a:ext>
            </a:extLst>
          </p:cNvPr>
          <p:cNvSpPr>
            <a:spLocks noChangeArrowheads="1"/>
          </p:cNvSpPr>
          <p:nvPr/>
        </p:nvSpPr>
        <p:spPr bwMode="auto">
          <a:xfrm>
            <a:off x="3120629" y="2151460"/>
            <a:ext cx="754856"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43" name="Rectangle 304">
            <a:extLst>
              <a:ext uri="{FF2B5EF4-FFF2-40B4-BE49-F238E27FC236}">
                <a16:creationId xmlns:a16="http://schemas.microsoft.com/office/drawing/2014/main" id="{9615D5F2-CEA6-4445-93D3-5DAE48337ABA}"/>
              </a:ext>
            </a:extLst>
          </p:cNvPr>
          <p:cNvSpPr>
            <a:spLocks noChangeArrowheads="1"/>
          </p:cNvSpPr>
          <p:nvPr/>
        </p:nvSpPr>
        <p:spPr bwMode="auto">
          <a:xfrm>
            <a:off x="3209925" y="214193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222.1.5.1</a:t>
            </a:r>
          </a:p>
        </p:txBody>
      </p:sp>
      <p:sp>
        <p:nvSpPr>
          <p:cNvPr id="105544" name="Rectangle 305">
            <a:extLst>
              <a:ext uri="{FF2B5EF4-FFF2-40B4-BE49-F238E27FC236}">
                <a16:creationId xmlns:a16="http://schemas.microsoft.com/office/drawing/2014/main" id="{D2EAA619-5724-A14A-B616-62416BC47836}"/>
              </a:ext>
            </a:extLst>
          </p:cNvPr>
          <p:cNvSpPr>
            <a:spLocks noChangeArrowheads="1"/>
          </p:cNvSpPr>
          <p:nvPr/>
        </p:nvSpPr>
        <p:spPr bwMode="auto">
          <a:xfrm>
            <a:off x="2568178" y="2644379"/>
            <a:ext cx="757238"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45" name="Rectangle 306">
            <a:extLst>
              <a:ext uri="{FF2B5EF4-FFF2-40B4-BE49-F238E27FC236}">
                <a16:creationId xmlns:a16="http://schemas.microsoft.com/office/drawing/2014/main" id="{B2A68BB1-DD04-0148-B7D9-3144616D252A}"/>
              </a:ext>
            </a:extLst>
          </p:cNvPr>
          <p:cNvSpPr>
            <a:spLocks noChangeArrowheads="1"/>
          </p:cNvSpPr>
          <p:nvPr/>
        </p:nvSpPr>
        <p:spPr bwMode="auto">
          <a:xfrm>
            <a:off x="2543175" y="28324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222.1.5.2</a:t>
            </a:r>
          </a:p>
        </p:txBody>
      </p:sp>
      <p:sp>
        <p:nvSpPr>
          <p:cNvPr id="105546" name="Rectangle 307">
            <a:extLst>
              <a:ext uri="{FF2B5EF4-FFF2-40B4-BE49-F238E27FC236}">
                <a16:creationId xmlns:a16="http://schemas.microsoft.com/office/drawing/2014/main" id="{32A7D960-B108-D549-8A62-2C82537CF67C}"/>
              </a:ext>
            </a:extLst>
          </p:cNvPr>
          <p:cNvSpPr>
            <a:spLocks noChangeArrowheads="1"/>
          </p:cNvSpPr>
          <p:nvPr/>
        </p:nvSpPr>
        <p:spPr bwMode="auto">
          <a:xfrm>
            <a:off x="5069682" y="2545557"/>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47" name="Rectangle 308">
            <a:extLst>
              <a:ext uri="{FF2B5EF4-FFF2-40B4-BE49-F238E27FC236}">
                <a16:creationId xmlns:a16="http://schemas.microsoft.com/office/drawing/2014/main" id="{6A6CC1B8-545F-7C4A-8B64-7B9F9FEB9D52}"/>
              </a:ext>
            </a:extLst>
          </p:cNvPr>
          <p:cNvSpPr>
            <a:spLocks noChangeArrowheads="1"/>
          </p:cNvSpPr>
          <p:nvPr/>
        </p:nvSpPr>
        <p:spPr bwMode="auto">
          <a:xfrm>
            <a:off x="5083969" y="29253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222.1.6.2</a:t>
            </a:r>
          </a:p>
        </p:txBody>
      </p:sp>
      <p:sp>
        <p:nvSpPr>
          <p:cNvPr id="105548" name="Rectangle 309">
            <a:extLst>
              <a:ext uri="{FF2B5EF4-FFF2-40B4-BE49-F238E27FC236}">
                <a16:creationId xmlns:a16="http://schemas.microsoft.com/office/drawing/2014/main" id="{CF787FD0-A6AB-3140-969B-CF03058D2260}"/>
              </a:ext>
            </a:extLst>
          </p:cNvPr>
          <p:cNvSpPr>
            <a:spLocks noChangeArrowheads="1"/>
          </p:cNvSpPr>
          <p:nvPr/>
        </p:nvSpPr>
        <p:spPr bwMode="auto">
          <a:xfrm>
            <a:off x="4660106" y="3208735"/>
            <a:ext cx="757238"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49" name="Rectangle 310">
            <a:extLst>
              <a:ext uri="{FF2B5EF4-FFF2-40B4-BE49-F238E27FC236}">
                <a16:creationId xmlns:a16="http://schemas.microsoft.com/office/drawing/2014/main" id="{0B7BA3C0-FF5D-0542-B27E-3DA7F5F94258}"/>
              </a:ext>
            </a:extLst>
          </p:cNvPr>
          <p:cNvSpPr>
            <a:spLocks noChangeArrowheads="1"/>
          </p:cNvSpPr>
          <p:nvPr/>
        </p:nvSpPr>
        <p:spPr bwMode="auto">
          <a:xfrm>
            <a:off x="4550569" y="3548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222.1.4.1</a:t>
            </a:r>
          </a:p>
        </p:txBody>
      </p:sp>
      <p:sp>
        <p:nvSpPr>
          <p:cNvPr id="105550" name="Rectangle 311">
            <a:extLst>
              <a:ext uri="{FF2B5EF4-FFF2-40B4-BE49-F238E27FC236}">
                <a16:creationId xmlns:a16="http://schemas.microsoft.com/office/drawing/2014/main" id="{4E55CA6C-6092-B44B-838D-F97CA31F747B}"/>
              </a:ext>
            </a:extLst>
          </p:cNvPr>
          <p:cNvSpPr>
            <a:spLocks noChangeArrowheads="1"/>
          </p:cNvSpPr>
          <p:nvPr/>
        </p:nvSpPr>
        <p:spPr bwMode="auto">
          <a:xfrm>
            <a:off x="3327798" y="3208735"/>
            <a:ext cx="754856"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51" name="Rectangle 312">
            <a:extLst>
              <a:ext uri="{FF2B5EF4-FFF2-40B4-BE49-F238E27FC236}">
                <a16:creationId xmlns:a16="http://schemas.microsoft.com/office/drawing/2014/main" id="{C5EC5A33-5AF1-144F-8307-B9F6A7E75BDD}"/>
              </a:ext>
            </a:extLst>
          </p:cNvPr>
          <p:cNvSpPr>
            <a:spLocks noChangeArrowheads="1"/>
          </p:cNvSpPr>
          <p:nvPr/>
        </p:nvSpPr>
        <p:spPr bwMode="auto">
          <a:xfrm>
            <a:off x="3393282" y="35349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222.1.4.2</a:t>
            </a:r>
          </a:p>
        </p:txBody>
      </p:sp>
      <p:sp>
        <p:nvSpPr>
          <p:cNvPr id="105552" name="Rectangle 313">
            <a:extLst>
              <a:ext uri="{FF2B5EF4-FFF2-40B4-BE49-F238E27FC236}">
                <a16:creationId xmlns:a16="http://schemas.microsoft.com/office/drawing/2014/main" id="{F7C3618A-45A7-D545-B99E-5281D15B418B}"/>
              </a:ext>
            </a:extLst>
          </p:cNvPr>
          <p:cNvSpPr>
            <a:spLocks noChangeArrowheads="1"/>
          </p:cNvSpPr>
          <p:nvPr/>
        </p:nvSpPr>
        <p:spPr bwMode="auto">
          <a:xfrm>
            <a:off x="1428751" y="2259806"/>
            <a:ext cx="75604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53" name="Rectangle 314">
            <a:extLst>
              <a:ext uri="{FF2B5EF4-FFF2-40B4-BE49-F238E27FC236}">
                <a16:creationId xmlns:a16="http://schemas.microsoft.com/office/drawing/2014/main" id="{0D11CBD8-52BB-EB42-B2FA-FA3E5A91731E}"/>
              </a:ext>
            </a:extLst>
          </p:cNvPr>
          <p:cNvSpPr>
            <a:spLocks noChangeArrowheads="1"/>
          </p:cNvSpPr>
          <p:nvPr/>
        </p:nvSpPr>
        <p:spPr bwMode="auto">
          <a:xfrm>
            <a:off x="1428750" y="230624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222.1.3.3</a:t>
            </a:r>
          </a:p>
        </p:txBody>
      </p:sp>
      <p:sp>
        <p:nvSpPr>
          <p:cNvPr id="105554" name="Rectangle 315">
            <a:extLst>
              <a:ext uri="{FF2B5EF4-FFF2-40B4-BE49-F238E27FC236}">
                <a16:creationId xmlns:a16="http://schemas.microsoft.com/office/drawing/2014/main" id="{8B42D436-CF49-5B48-8AAB-32D545FACE0F}"/>
              </a:ext>
            </a:extLst>
          </p:cNvPr>
          <p:cNvSpPr>
            <a:spLocks noChangeArrowheads="1"/>
          </p:cNvSpPr>
          <p:nvPr/>
        </p:nvSpPr>
        <p:spPr bwMode="auto">
          <a:xfrm>
            <a:off x="2238376" y="3256360"/>
            <a:ext cx="756047"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55" name="Rectangle 316">
            <a:extLst>
              <a:ext uri="{FF2B5EF4-FFF2-40B4-BE49-F238E27FC236}">
                <a16:creationId xmlns:a16="http://schemas.microsoft.com/office/drawing/2014/main" id="{B24A6235-0ED8-8E4F-AE68-5BAE0CA4ACB4}"/>
              </a:ext>
            </a:extLst>
          </p:cNvPr>
          <p:cNvSpPr>
            <a:spLocks noChangeArrowheads="1"/>
          </p:cNvSpPr>
          <p:nvPr/>
        </p:nvSpPr>
        <p:spPr bwMode="auto">
          <a:xfrm>
            <a:off x="2330054" y="357068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222.1.3.2</a:t>
            </a:r>
          </a:p>
        </p:txBody>
      </p:sp>
      <p:sp>
        <p:nvSpPr>
          <p:cNvPr id="105556" name="Rectangle 317">
            <a:extLst>
              <a:ext uri="{FF2B5EF4-FFF2-40B4-BE49-F238E27FC236}">
                <a16:creationId xmlns:a16="http://schemas.microsoft.com/office/drawing/2014/main" id="{AB6EB069-768B-5143-B7AD-6F52712A9254}"/>
              </a:ext>
            </a:extLst>
          </p:cNvPr>
          <p:cNvSpPr>
            <a:spLocks noChangeArrowheads="1"/>
          </p:cNvSpPr>
          <p:nvPr/>
        </p:nvSpPr>
        <p:spPr bwMode="auto">
          <a:xfrm>
            <a:off x="1428751" y="3090863"/>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57" name="Rectangle 318">
            <a:extLst>
              <a:ext uri="{FF2B5EF4-FFF2-40B4-BE49-F238E27FC236}">
                <a16:creationId xmlns:a16="http://schemas.microsoft.com/office/drawing/2014/main" id="{92B501AD-8D09-B24F-86B6-553F3123D7EA}"/>
              </a:ext>
            </a:extLst>
          </p:cNvPr>
          <p:cNvSpPr>
            <a:spLocks noChangeArrowheads="1"/>
          </p:cNvSpPr>
          <p:nvPr/>
        </p:nvSpPr>
        <p:spPr bwMode="auto">
          <a:xfrm>
            <a:off x="1428750" y="31372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222.1.3.1</a:t>
            </a:r>
          </a:p>
        </p:txBody>
      </p:sp>
      <p:sp>
        <p:nvSpPr>
          <p:cNvPr id="105558" name="Oval 319">
            <a:extLst>
              <a:ext uri="{FF2B5EF4-FFF2-40B4-BE49-F238E27FC236}">
                <a16:creationId xmlns:a16="http://schemas.microsoft.com/office/drawing/2014/main" id="{0F2EEBCA-10F4-7041-86AE-27F53CB97F73}"/>
              </a:ext>
            </a:extLst>
          </p:cNvPr>
          <p:cNvSpPr>
            <a:spLocks noChangeArrowheads="1"/>
          </p:cNvSpPr>
          <p:nvPr/>
        </p:nvSpPr>
        <p:spPr bwMode="auto">
          <a:xfrm>
            <a:off x="2131219" y="299918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59" name="Oval 320">
            <a:extLst>
              <a:ext uri="{FF2B5EF4-FFF2-40B4-BE49-F238E27FC236}">
                <a16:creationId xmlns:a16="http://schemas.microsoft.com/office/drawing/2014/main" id="{F86D3E37-059D-3741-948C-AC38C73B09A8}"/>
              </a:ext>
            </a:extLst>
          </p:cNvPr>
          <p:cNvSpPr>
            <a:spLocks noChangeArrowheads="1"/>
          </p:cNvSpPr>
          <p:nvPr/>
        </p:nvSpPr>
        <p:spPr bwMode="auto">
          <a:xfrm>
            <a:off x="2125266" y="2168129"/>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60" name="Oval 321">
            <a:extLst>
              <a:ext uri="{FF2B5EF4-FFF2-40B4-BE49-F238E27FC236}">
                <a16:creationId xmlns:a16="http://schemas.microsoft.com/office/drawing/2014/main" id="{82A2E50D-BECB-B445-8955-E9F8513C698A}"/>
              </a:ext>
            </a:extLst>
          </p:cNvPr>
          <p:cNvSpPr>
            <a:spLocks noChangeArrowheads="1"/>
          </p:cNvSpPr>
          <p:nvPr/>
        </p:nvSpPr>
        <p:spPr bwMode="auto">
          <a:xfrm>
            <a:off x="2651523" y="3402807"/>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61" name="Rectangle 322">
            <a:extLst>
              <a:ext uri="{FF2B5EF4-FFF2-40B4-BE49-F238E27FC236}">
                <a16:creationId xmlns:a16="http://schemas.microsoft.com/office/drawing/2014/main" id="{10BDF6AC-FB11-6E48-A008-AB82915E930B}"/>
              </a:ext>
            </a:extLst>
          </p:cNvPr>
          <p:cNvSpPr>
            <a:spLocks noChangeArrowheads="1"/>
          </p:cNvSpPr>
          <p:nvPr/>
        </p:nvSpPr>
        <p:spPr bwMode="auto">
          <a:xfrm>
            <a:off x="3044429" y="3299222"/>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62" name="Rectangle 323">
            <a:extLst>
              <a:ext uri="{FF2B5EF4-FFF2-40B4-BE49-F238E27FC236}">
                <a16:creationId xmlns:a16="http://schemas.microsoft.com/office/drawing/2014/main" id="{B7EF36EA-ABA5-924E-9801-996C0DAA218F}"/>
              </a:ext>
            </a:extLst>
          </p:cNvPr>
          <p:cNvSpPr>
            <a:spLocks noChangeArrowheads="1"/>
          </p:cNvSpPr>
          <p:nvPr/>
        </p:nvSpPr>
        <p:spPr bwMode="auto">
          <a:xfrm>
            <a:off x="3283744" y="3132535"/>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05563" name="Rectangle 324">
            <a:extLst>
              <a:ext uri="{FF2B5EF4-FFF2-40B4-BE49-F238E27FC236}">
                <a16:creationId xmlns:a16="http://schemas.microsoft.com/office/drawing/2014/main" id="{2D01790E-3629-F942-B86A-B7DCA1508BC2}"/>
              </a:ext>
            </a:extLst>
          </p:cNvPr>
          <p:cNvSpPr>
            <a:spLocks noChangeArrowheads="1"/>
          </p:cNvSpPr>
          <p:nvPr/>
        </p:nvSpPr>
        <p:spPr bwMode="auto">
          <a:xfrm>
            <a:off x="5497116" y="3255169"/>
            <a:ext cx="310753"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64" name="Rectangle 325">
            <a:extLst>
              <a:ext uri="{FF2B5EF4-FFF2-40B4-BE49-F238E27FC236}">
                <a16:creationId xmlns:a16="http://schemas.microsoft.com/office/drawing/2014/main" id="{E811616C-D74C-C942-A18A-1801FA370010}"/>
              </a:ext>
            </a:extLst>
          </p:cNvPr>
          <p:cNvSpPr>
            <a:spLocks noChangeArrowheads="1"/>
          </p:cNvSpPr>
          <p:nvPr/>
        </p:nvSpPr>
        <p:spPr bwMode="auto">
          <a:xfrm>
            <a:off x="4798219" y="3131344"/>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05565" name="Rectangle 326">
            <a:extLst>
              <a:ext uri="{FF2B5EF4-FFF2-40B4-BE49-F238E27FC236}">
                <a16:creationId xmlns:a16="http://schemas.microsoft.com/office/drawing/2014/main" id="{A4CCABF5-B399-A247-8804-AE08952CE49E}"/>
              </a:ext>
            </a:extLst>
          </p:cNvPr>
          <p:cNvSpPr>
            <a:spLocks noChangeArrowheads="1"/>
          </p:cNvSpPr>
          <p:nvPr/>
        </p:nvSpPr>
        <p:spPr bwMode="auto">
          <a:xfrm>
            <a:off x="2269332" y="2266950"/>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66" name="Rectangle 327">
            <a:extLst>
              <a:ext uri="{FF2B5EF4-FFF2-40B4-BE49-F238E27FC236}">
                <a16:creationId xmlns:a16="http://schemas.microsoft.com/office/drawing/2014/main" id="{B8B81166-0DA2-1741-B4D8-C879E5FBFBE1}"/>
              </a:ext>
            </a:extLst>
          </p:cNvPr>
          <p:cNvSpPr>
            <a:spLocks noChangeArrowheads="1"/>
          </p:cNvSpPr>
          <p:nvPr/>
        </p:nvSpPr>
        <p:spPr bwMode="auto">
          <a:xfrm>
            <a:off x="2337198" y="230981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222.1.3.</a:t>
            </a:r>
            <a:endParaRPr kumimoji="1" lang="en-US" altLang="zh-CN" sz="1500">
              <a:latin typeface="Arial" panose="020B0604020202020204" pitchFamily="34" charset="0"/>
              <a:ea typeface="宋体" panose="02010600030101010101" pitchFamily="2" charset="-122"/>
            </a:endParaRPr>
          </a:p>
        </p:txBody>
      </p:sp>
      <p:sp>
        <p:nvSpPr>
          <p:cNvPr id="105567" name="Rectangle 328">
            <a:extLst>
              <a:ext uri="{FF2B5EF4-FFF2-40B4-BE49-F238E27FC236}">
                <a16:creationId xmlns:a16="http://schemas.microsoft.com/office/drawing/2014/main" id="{909805C2-F8BE-AB49-A939-CB61871859CA}"/>
              </a:ext>
            </a:extLst>
          </p:cNvPr>
          <p:cNvSpPr>
            <a:spLocks noChangeArrowheads="1"/>
          </p:cNvSpPr>
          <p:nvPr/>
        </p:nvSpPr>
        <p:spPr bwMode="auto">
          <a:xfrm>
            <a:off x="2294335" y="2044304"/>
            <a:ext cx="53816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68" name="Rectangle 329">
            <a:extLst>
              <a:ext uri="{FF2B5EF4-FFF2-40B4-BE49-F238E27FC236}">
                <a16:creationId xmlns:a16="http://schemas.microsoft.com/office/drawing/2014/main" id="{902FD81B-F7DD-584F-BAD2-E95F822A4911}"/>
              </a:ext>
            </a:extLst>
          </p:cNvPr>
          <p:cNvSpPr>
            <a:spLocks noChangeArrowheads="1"/>
          </p:cNvSpPr>
          <p:nvPr/>
        </p:nvSpPr>
        <p:spPr bwMode="auto">
          <a:xfrm>
            <a:off x="2359819" y="208716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05569" name="Rectangle 330">
            <a:extLst>
              <a:ext uri="{FF2B5EF4-FFF2-40B4-BE49-F238E27FC236}">
                <a16:creationId xmlns:a16="http://schemas.microsoft.com/office/drawing/2014/main" id="{0B8D6E49-B706-004B-83AD-E1FB639DBB8D}"/>
              </a:ext>
            </a:extLst>
          </p:cNvPr>
          <p:cNvSpPr>
            <a:spLocks noChangeArrowheads="1"/>
          </p:cNvSpPr>
          <p:nvPr/>
        </p:nvSpPr>
        <p:spPr bwMode="auto">
          <a:xfrm>
            <a:off x="4112419" y="2862263"/>
            <a:ext cx="3119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70" name="Rectangle 331">
            <a:extLst>
              <a:ext uri="{FF2B5EF4-FFF2-40B4-BE49-F238E27FC236}">
                <a16:creationId xmlns:a16="http://schemas.microsoft.com/office/drawing/2014/main" id="{4F5C7F03-19A3-8741-8FF7-FFB27C9A32F0}"/>
              </a:ext>
            </a:extLst>
          </p:cNvPr>
          <p:cNvSpPr>
            <a:spLocks noChangeArrowheads="1"/>
          </p:cNvSpPr>
          <p:nvPr/>
        </p:nvSpPr>
        <p:spPr bwMode="auto">
          <a:xfrm>
            <a:off x="4830366" y="2314575"/>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71" name="Rectangle 332">
            <a:extLst>
              <a:ext uri="{FF2B5EF4-FFF2-40B4-BE49-F238E27FC236}">
                <a16:creationId xmlns:a16="http://schemas.microsoft.com/office/drawing/2014/main" id="{DDBD0D7C-1916-D044-994B-E4292FA2F55C}"/>
              </a:ext>
            </a:extLst>
          </p:cNvPr>
          <p:cNvSpPr>
            <a:spLocks noChangeArrowheads="1"/>
          </p:cNvSpPr>
          <p:nvPr/>
        </p:nvSpPr>
        <p:spPr bwMode="auto">
          <a:xfrm>
            <a:off x="4829175" y="24693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05572" name="Rectangle 333">
            <a:extLst>
              <a:ext uri="{FF2B5EF4-FFF2-40B4-BE49-F238E27FC236}">
                <a16:creationId xmlns:a16="http://schemas.microsoft.com/office/drawing/2014/main" id="{240850C6-92C2-E84F-9531-CE777FCBE381}"/>
              </a:ext>
            </a:extLst>
          </p:cNvPr>
          <p:cNvSpPr>
            <a:spLocks noChangeArrowheads="1"/>
          </p:cNvSpPr>
          <p:nvPr/>
        </p:nvSpPr>
        <p:spPr bwMode="auto">
          <a:xfrm>
            <a:off x="3617119" y="2588419"/>
            <a:ext cx="30956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73" name="Rectangle 334">
            <a:extLst>
              <a:ext uri="{FF2B5EF4-FFF2-40B4-BE49-F238E27FC236}">
                <a16:creationId xmlns:a16="http://schemas.microsoft.com/office/drawing/2014/main" id="{FCF48B33-E603-A041-8A6B-AB0042C044E8}"/>
              </a:ext>
            </a:extLst>
          </p:cNvPr>
          <p:cNvSpPr>
            <a:spLocks noChangeArrowheads="1"/>
          </p:cNvSpPr>
          <p:nvPr/>
        </p:nvSpPr>
        <p:spPr bwMode="auto">
          <a:xfrm>
            <a:off x="3554016" y="2786063"/>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05574" name="Rectangle 335">
            <a:extLst>
              <a:ext uri="{FF2B5EF4-FFF2-40B4-BE49-F238E27FC236}">
                <a16:creationId xmlns:a16="http://schemas.microsoft.com/office/drawing/2014/main" id="{79D2093D-6B2A-3648-AB1C-6CFFAD366B6B}"/>
              </a:ext>
            </a:extLst>
          </p:cNvPr>
          <p:cNvSpPr>
            <a:spLocks noChangeArrowheads="1"/>
          </p:cNvSpPr>
          <p:nvPr/>
        </p:nvSpPr>
        <p:spPr bwMode="auto">
          <a:xfrm>
            <a:off x="4017169" y="3167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222.1.4.</a:t>
            </a:r>
            <a:endParaRPr kumimoji="1" lang="en-US" altLang="zh-CN" sz="1500">
              <a:latin typeface="Arial" panose="020B0604020202020204" pitchFamily="34" charset="0"/>
              <a:ea typeface="宋体" panose="02010600030101010101" pitchFamily="2" charset="-122"/>
            </a:endParaRPr>
          </a:p>
        </p:txBody>
      </p:sp>
      <p:sp>
        <p:nvSpPr>
          <p:cNvPr id="105575" name="Rectangle 336">
            <a:extLst>
              <a:ext uri="{FF2B5EF4-FFF2-40B4-BE49-F238E27FC236}">
                <a16:creationId xmlns:a16="http://schemas.microsoft.com/office/drawing/2014/main" id="{C5EC5F3F-CF52-1C45-89EC-DCC8C3D491E2}"/>
              </a:ext>
            </a:extLst>
          </p:cNvPr>
          <p:cNvSpPr>
            <a:spLocks noChangeArrowheads="1"/>
          </p:cNvSpPr>
          <p:nvPr/>
        </p:nvSpPr>
        <p:spPr bwMode="auto">
          <a:xfrm>
            <a:off x="3837385" y="2588419"/>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76" name="Rectangle 337">
            <a:extLst>
              <a:ext uri="{FF2B5EF4-FFF2-40B4-BE49-F238E27FC236}">
                <a16:creationId xmlns:a16="http://schemas.microsoft.com/office/drawing/2014/main" id="{DB3443CC-E7EE-0043-93D1-7769FE22C208}"/>
              </a:ext>
            </a:extLst>
          </p:cNvPr>
          <p:cNvSpPr>
            <a:spLocks noChangeArrowheads="1"/>
          </p:cNvSpPr>
          <p:nvPr/>
        </p:nvSpPr>
        <p:spPr bwMode="auto">
          <a:xfrm>
            <a:off x="3804048" y="2786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222.1.5.</a:t>
            </a:r>
            <a:endParaRPr kumimoji="1" lang="en-US" altLang="zh-CN" sz="1500">
              <a:latin typeface="Arial" panose="020B0604020202020204" pitchFamily="34" charset="0"/>
              <a:ea typeface="宋体" panose="02010600030101010101" pitchFamily="2" charset="-122"/>
            </a:endParaRPr>
          </a:p>
        </p:txBody>
      </p:sp>
      <p:sp>
        <p:nvSpPr>
          <p:cNvPr id="105577" name="Rectangle 338">
            <a:extLst>
              <a:ext uri="{FF2B5EF4-FFF2-40B4-BE49-F238E27FC236}">
                <a16:creationId xmlns:a16="http://schemas.microsoft.com/office/drawing/2014/main" id="{B479ECD3-514A-A547-9B87-7128B61646DA}"/>
              </a:ext>
            </a:extLst>
          </p:cNvPr>
          <p:cNvSpPr>
            <a:spLocks noChangeArrowheads="1"/>
          </p:cNvSpPr>
          <p:nvPr/>
        </p:nvSpPr>
        <p:spPr bwMode="auto">
          <a:xfrm>
            <a:off x="5050632" y="2326482"/>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78" name="Rectangle 339">
            <a:extLst>
              <a:ext uri="{FF2B5EF4-FFF2-40B4-BE49-F238E27FC236}">
                <a16:creationId xmlns:a16="http://schemas.microsoft.com/office/drawing/2014/main" id="{84C81C44-66DA-F042-9BBC-B6921394100E}"/>
              </a:ext>
            </a:extLst>
          </p:cNvPr>
          <p:cNvSpPr>
            <a:spLocks noChangeArrowheads="1"/>
          </p:cNvSpPr>
          <p:nvPr/>
        </p:nvSpPr>
        <p:spPr bwMode="auto">
          <a:xfrm>
            <a:off x="5075635" y="24812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222.1.6.</a:t>
            </a:r>
            <a:endParaRPr kumimoji="1" lang="en-US" altLang="zh-CN" sz="1500">
              <a:latin typeface="Arial" panose="020B0604020202020204" pitchFamily="34" charset="0"/>
              <a:ea typeface="宋体" panose="02010600030101010101" pitchFamily="2" charset="-122"/>
            </a:endParaRPr>
          </a:p>
        </p:txBody>
      </p:sp>
      <p:sp>
        <p:nvSpPr>
          <p:cNvPr id="105579" name="Line 340">
            <a:extLst>
              <a:ext uri="{FF2B5EF4-FFF2-40B4-BE49-F238E27FC236}">
                <a16:creationId xmlns:a16="http://schemas.microsoft.com/office/drawing/2014/main" id="{115F6BE2-4A88-4F49-9893-7E346EFD5D62}"/>
              </a:ext>
            </a:extLst>
          </p:cNvPr>
          <p:cNvSpPr>
            <a:spLocks noChangeShapeType="1"/>
          </p:cNvSpPr>
          <p:nvPr/>
        </p:nvSpPr>
        <p:spPr bwMode="auto">
          <a:xfrm>
            <a:off x="2277666" y="1943100"/>
            <a:ext cx="0" cy="1634729"/>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80" name="Rectangle 341">
            <a:extLst>
              <a:ext uri="{FF2B5EF4-FFF2-40B4-BE49-F238E27FC236}">
                <a16:creationId xmlns:a16="http://schemas.microsoft.com/office/drawing/2014/main" id="{729710E7-88C9-F148-B169-0D8E5421CD25}"/>
              </a:ext>
            </a:extLst>
          </p:cNvPr>
          <p:cNvSpPr>
            <a:spLocks noChangeArrowheads="1"/>
          </p:cNvSpPr>
          <p:nvPr/>
        </p:nvSpPr>
        <p:spPr bwMode="auto">
          <a:xfrm>
            <a:off x="3767137" y="31551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pic>
        <p:nvPicPr>
          <p:cNvPr id="105581" name="Picture 342">
            <a:extLst>
              <a:ext uri="{FF2B5EF4-FFF2-40B4-BE49-F238E27FC236}">
                <a16:creationId xmlns:a16="http://schemas.microsoft.com/office/drawing/2014/main" id="{95E1CD4F-431C-3C40-9C11-DCDC338C08B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498" y="3702844"/>
            <a:ext cx="435769" cy="29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582" name="Line 343">
            <a:extLst>
              <a:ext uri="{FF2B5EF4-FFF2-40B4-BE49-F238E27FC236}">
                <a16:creationId xmlns:a16="http://schemas.microsoft.com/office/drawing/2014/main" id="{FA9989DA-C29B-7644-A79F-0B78A27A9B0A}"/>
              </a:ext>
            </a:extLst>
          </p:cNvPr>
          <p:cNvSpPr>
            <a:spLocks noChangeShapeType="1"/>
          </p:cNvSpPr>
          <p:nvPr/>
        </p:nvSpPr>
        <p:spPr bwMode="auto">
          <a:xfrm>
            <a:off x="6900863" y="1996678"/>
            <a:ext cx="0" cy="200382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83" name="Line 344">
            <a:extLst>
              <a:ext uri="{FF2B5EF4-FFF2-40B4-BE49-F238E27FC236}">
                <a16:creationId xmlns:a16="http://schemas.microsoft.com/office/drawing/2014/main" id="{FDFC66E5-7DC8-1A4B-96A8-03EBAC644D11}"/>
              </a:ext>
            </a:extLst>
          </p:cNvPr>
          <p:cNvSpPr>
            <a:spLocks noChangeShapeType="1"/>
          </p:cNvSpPr>
          <p:nvPr/>
        </p:nvSpPr>
        <p:spPr bwMode="auto">
          <a:xfrm rot="16200000">
            <a:off x="4350544" y="3202781"/>
            <a:ext cx="0" cy="170021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84" name="Line 345">
            <a:extLst>
              <a:ext uri="{FF2B5EF4-FFF2-40B4-BE49-F238E27FC236}">
                <a16:creationId xmlns:a16="http://schemas.microsoft.com/office/drawing/2014/main" id="{A38F9B7E-03F9-3E4E-936E-47142ECD92CB}"/>
              </a:ext>
            </a:extLst>
          </p:cNvPr>
          <p:cNvSpPr>
            <a:spLocks noChangeShapeType="1"/>
          </p:cNvSpPr>
          <p:nvPr/>
        </p:nvSpPr>
        <p:spPr bwMode="auto">
          <a:xfrm>
            <a:off x="5413773" y="3419475"/>
            <a:ext cx="148709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85" name="Oval 346">
            <a:extLst>
              <a:ext uri="{FF2B5EF4-FFF2-40B4-BE49-F238E27FC236}">
                <a16:creationId xmlns:a16="http://schemas.microsoft.com/office/drawing/2014/main" id="{4B028169-B320-A646-B801-605EE87ADB8E}"/>
              </a:ext>
            </a:extLst>
          </p:cNvPr>
          <p:cNvSpPr>
            <a:spLocks noChangeArrowheads="1"/>
          </p:cNvSpPr>
          <p:nvPr/>
        </p:nvSpPr>
        <p:spPr bwMode="auto">
          <a:xfrm>
            <a:off x="5573316" y="3367088"/>
            <a:ext cx="89297"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86" name="Rectangle 347">
            <a:extLst>
              <a:ext uri="{FF2B5EF4-FFF2-40B4-BE49-F238E27FC236}">
                <a16:creationId xmlns:a16="http://schemas.microsoft.com/office/drawing/2014/main" id="{7B5FE6CF-7509-C740-9B47-23D3F12E268E}"/>
              </a:ext>
            </a:extLst>
          </p:cNvPr>
          <p:cNvSpPr>
            <a:spLocks noChangeArrowheads="1"/>
          </p:cNvSpPr>
          <p:nvPr/>
        </p:nvSpPr>
        <p:spPr bwMode="auto">
          <a:xfrm>
            <a:off x="6318647" y="24693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05587" name="Rectangle 348">
            <a:extLst>
              <a:ext uri="{FF2B5EF4-FFF2-40B4-BE49-F238E27FC236}">
                <a16:creationId xmlns:a16="http://schemas.microsoft.com/office/drawing/2014/main" id="{ED7BB0AA-D731-A34C-AD24-CC1D00E13496}"/>
              </a:ext>
            </a:extLst>
          </p:cNvPr>
          <p:cNvSpPr>
            <a:spLocks noChangeArrowheads="1"/>
          </p:cNvSpPr>
          <p:nvPr/>
        </p:nvSpPr>
        <p:spPr bwMode="auto">
          <a:xfrm>
            <a:off x="2956322" y="15168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05588" name="Line 349">
            <a:extLst>
              <a:ext uri="{FF2B5EF4-FFF2-40B4-BE49-F238E27FC236}">
                <a16:creationId xmlns:a16="http://schemas.microsoft.com/office/drawing/2014/main" id="{29A085DF-231D-A246-91CF-31087592D2EB}"/>
              </a:ext>
            </a:extLst>
          </p:cNvPr>
          <p:cNvSpPr>
            <a:spLocks noChangeShapeType="1"/>
          </p:cNvSpPr>
          <p:nvPr/>
        </p:nvSpPr>
        <p:spPr bwMode="auto">
          <a:xfrm rot="16200000">
            <a:off x="4935737" y="106561"/>
            <a:ext cx="0" cy="297537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89" name="Rectangle 351">
            <a:extLst>
              <a:ext uri="{FF2B5EF4-FFF2-40B4-BE49-F238E27FC236}">
                <a16:creationId xmlns:a16="http://schemas.microsoft.com/office/drawing/2014/main" id="{9B21834C-47E3-6B44-9DBD-37C532DA6BCB}"/>
              </a:ext>
            </a:extLst>
          </p:cNvPr>
          <p:cNvSpPr>
            <a:spLocks noChangeArrowheads="1"/>
          </p:cNvSpPr>
          <p:nvPr/>
        </p:nvSpPr>
        <p:spPr bwMode="auto">
          <a:xfrm>
            <a:off x="1881188" y="4473179"/>
            <a:ext cx="57708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互联网</a:t>
            </a:r>
          </a:p>
        </p:txBody>
      </p:sp>
      <p:sp>
        <p:nvSpPr>
          <p:cNvPr id="105590" name="Line 352">
            <a:extLst>
              <a:ext uri="{FF2B5EF4-FFF2-40B4-BE49-F238E27FC236}">
                <a16:creationId xmlns:a16="http://schemas.microsoft.com/office/drawing/2014/main" id="{05DF1F97-29B7-0347-BB70-D0006E11BA3B}"/>
              </a:ext>
            </a:extLst>
          </p:cNvPr>
          <p:cNvSpPr>
            <a:spLocks noChangeShapeType="1"/>
          </p:cNvSpPr>
          <p:nvPr/>
        </p:nvSpPr>
        <p:spPr bwMode="auto">
          <a:xfrm flipV="1">
            <a:off x="2172891" y="4156473"/>
            <a:ext cx="317897" cy="316706"/>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05591" name="Line 353">
            <a:extLst>
              <a:ext uri="{FF2B5EF4-FFF2-40B4-BE49-F238E27FC236}">
                <a16:creationId xmlns:a16="http://schemas.microsoft.com/office/drawing/2014/main" id="{E1BAD93C-911A-194D-954F-3D202AB4B4B6}"/>
              </a:ext>
            </a:extLst>
          </p:cNvPr>
          <p:cNvSpPr>
            <a:spLocks noChangeShapeType="1"/>
          </p:cNvSpPr>
          <p:nvPr/>
        </p:nvSpPr>
        <p:spPr bwMode="auto">
          <a:xfrm>
            <a:off x="3676650"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92" name="Oval 354">
            <a:extLst>
              <a:ext uri="{FF2B5EF4-FFF2-40B4-BE49-F238E27FC236}">
                <a16:creationId xmlns:a16="http://schemas.microsoft.com/office/drawing/2014/main" id="{06957C01-A8E2-9140-8E35-469AD5351AB2}"/>
              </a:ext>
            </a:extLst>
          </p:cNvPr>
          <p:cNvSpPr>
            <a:spLocks noChangeArrowheads="1"/>
          </p:cNvSpPr>
          <p:nvPr/>
        </p:nvSpPr>
        <p:spPr bwMode="auto">
          <a:xfrm>
            <a:off x="3634978" y="12977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5593" name="Group 355">
            <a:extLst>
              <a:ext uri="{FF2B5EF4-FFF2-40B4-BE49-F238E27FC236}">
                <a16:creationId xmlns:a16="http://schemas.microsoft.com/office/drawing/2014/main" id="{30390B32-8BA6-4D47-99EE-14FDE5CBC14C}"/>
              </a:ext>
            </a:extLst>
          </p:cNvPr>
          <p:cNvGrpSpPr>
            <a:grpSpLocks/>
          </p:cNvGrpSpPr>
          <p:nvPr/>
        </p:nvGrpSpPr>
        <p:grpSpPr bwMode="auto">
          <a:xfrm>
            <a:off x="3471863" y="673894"/>
            <a:ext cx="379810" cy="385763"/>
            <a:chOff x="1813" y="593"/>
            <a:chExt cx="343" cy="352"/>
          </a:xfrm>
        </p:grpSpPr>
        <p:grpSp>
          <p:nvGrpSpPr>
            <p:cNvPr id="105660" name="Group 356">
              <a:extLst>
                <a:ext uri="{FF2B5EF4-FFF2-40B4-BE49-F238E27FC236}">
                  <a16:creationId xmlns:a16="http://schemas.microsoft.com/office/drawing/2014/main" id="{CAAECE61-24A6-9D43-9F79-590CE3C50B50}"/>
                </a:ext>
              </a:extLst>
            </p:cNvPr>
            <p:cNvGrpSpPr>
              <a:grpSpLocks/>
            </p:cNvGrpSpPr>
            <p:nvPr/>
          </p:nvGrpSpPr>
          <p:grpSpPr bwMode="auto">
            <a:xfrm>
              <a:off x="1821" y="599"/>
              <a:ext cx="335" cy="346"/>
              <a:chOff x="1821" y="599"/>
              <a:chExt cx="335" cy="346"/>
            </a:xfrm>
          </p:grpSpPr>
          <p:sp>
            <p:nvSpPr>
              <p:cNvPr id="105674" name="Freeform 357">
                <a:extLst>
                  <a:ext uri="{FF2B5EF4-FFF2-40B4-BE49-F238E27FC236}">
                    <a16:creationId xmlns:a16="http://schemas.microsoft.com/office/drawing/2014/main" id="{1B770DD8-FCB9-864A-92A6-A82B1034D849}"/>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75" name="Freeform 358">
                <a:extLst>
                  <a:ext uri="{FF2B5EF4-FFF2-40B4-BE49-F238E27FC236}">
                    <a16:creationId xmlns:a16="http://schemas.microsoft.com/office/drawing/2014/main" id="{C31D2FDB-7F26-A74C-8B95-C8DAFC297C59}"/>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76" name="Freeform 359">
                <a:extLst>
                  <a:ext uri="{FF2B5EF4-FFF2-40B4-BE49-F238E27FC236}">
                    <a16:creationId xmlns:a16="http://schemas.microsoft.com/office/drawing/2014/main" id="{DD19F021-3FE1-D943-9220-6C2037DB7971}"/>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77" name="Freeform 360">
                <a:extLst>
                  <a:ext uri="{FF2B5EF4-FFF2-40B4-BE49-F238E27FC236}">
                    <a16:creationId xmlns:a16="http://schemas.microsoft.com/office/drawing/2014/main" id="{3BB45C66-D4BC-2549-89EA-A0AC7FBF47AE}"/>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78" name="Rectangle 361">
                <a:extLst>
                  <a:ext uri="{FF2B5EF4-FFF2-40B4-BE49-F238E27FC236}">
                    <a16:creationId xmlns:a16="http://schemas.microsoft.com/office/drawing/2014/main" id="{7C079241-1BCC-4148-9335-EA22593ED967}"/>
                  </a:ext>
                </a:extLst>
              </p:cNvPr>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79" name="Rectangle 362">
                <a:extLst>
                  <a:ext uri="{FF2B5EF4-FFF2-40B4-BE49-F238E27FC236}">
                    <a16:creationId xmlns:a16="http://schemas.microsoft.com/office/drawing/2014/main" id="{72140AFB-31AF-E74E-9C41-78BAEE886B6D}"/>
                  </a:ext>
                </a:extLst>
              </p:cNvPr>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80" name="Rectangle 363">
                <a:extLst>
                  <a:ext uri="{FF2B5EF4-FFF2-40B4-BE49-F238E27FC236}">
                    <a16:creationId xmlns:a16="http://schemas.microsoft.com/office/drawing/2014/main" id="{D4E49206-7541-624C-8A10-2C1BE43CF39E}"/>
                  </a:ext>
                </a:extLst>
              </p:cNvPr>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81" name="Line 364">
                <a:extLst>
                  <a:ext uri="{FF2B5EF4-FFF2-40B4-BE49-F238E27FC236}">
                    <a16:creationId xmlns:a16="http://schemas.microsoft.com/office/drawing/2014/main" id="{BDAC1D0B-C51E-AE46-BA5B-205347ACC22B}"/>
                  </a:ext>
                </a:extLst>
              </p:cNvPr>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682" name="Group 365">
                <a:extLst>
                  <a:ext uri="{FF2B5EF4-FFF2-40B4-BE49-F238E27FC236}">
                    <a16:creationId xmlns:a16="http://schemas.microsoft.com/office/drawing/2014/main" id="{820C5EBF-A81B-CD4E-9AF8-176A5329C4D9}"/>
                  </a:ext>
                </a:extLst>
              </p:cNvPr>
              <p:cNvGrpSpPr>
                <a:grpSpLocks/>
              </p:cNvGrpSpPr>
              <p:nvPr/>
            </p:nvGrpSpPr>
            <p:grpSpPr bwMode="auto">
              <a:xfrm>
                <a:off x="1821" y="895"/>
                <a:ext cx="335" cy="50"/>
                <a:chOff x="1821" y="895"/>
                <a:chExt cx="335" cy="50"/>
              </a:xfrm>
            </p:grpSpPr>
            <p:sp>
              <p:nvSpPr>
                <p:cNvPr id="105683" name="Freeform 366">
                  <a:extLst>
                    <a:ext uri="{FF2B5EF4-FFF2-40B4-BE49-F238E27FC236}">
                      <a16:creationId xmlns:a16="http://schemas.microsoft.com/office/drawing/2014/main" id="{83959EF1-A4EE-B84A-958A-832AC001D186}"/>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84" name="Freeform 367">
                  <a:extLst>
                    <a:ext uri="{FF2B5EF4-FFF2-40B4-BE49-F238E27FC236}">
                      <a16:creationId xmlns:a16="http://schemas.microsoft.com/office/drawing/2014/main" id="{39F30F16-6DAD-134F-8418-15F86055C630}"/>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85" name="Rectangle 368">
                  <a:extLst>
                    <a:ext uri="{FF2B5EF4-FFF2-40B4-BE49-F238E27FC236}">
                      <a16:creationId xmlns:a16="http://schemas.microsoft.com/office/drawing/2014/main" id="{BF5FEF12-2C92-F045-8CFB-77DE10944342}"/>
                    </a:ext>
                  </a:extLst>
                </p:cNvPr>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5661" name="Group 369">
              <a:extLst>
                <a:ext uri="{FF2B5EF4-FFF2-40B4-BE49-F238E27FC236}">
                  <a16:creationId xmlns:a16="http://schemas.microsoft.com/office/drawing/2014/main" id="{58FBB5CC-C9AA-4C42-8EA8-F8F4A8B66377}"/>
                </a:ext>
              </a:extLst>
            </p:cNvPr>
            <p:cNvGrpSpPr>
              <a:grpSpLocks/>
            </p:cNvGrpSpPr>
            <p:nvPr/>
          </p:nvGrpSpPr>
          <p:grpSpPr bwMode="auto">
            <a:xfrm>
              <a:off x="1813" y="593"/>
              <a:ext cx="335" cy="346"/>
              <a:chOff x="1813" y="593"/>
              <a:chExt cx="335" cy="346"/>
            </a:xfrm>
          </p:grpSpPr>
          <p:sp>
            <p:nvSpPr>
              <p:cNvPr id="105662" name="Freeform 370">
                <a:extLst>
                  <a:ext uri="{FF2B5EF4-FFF2-40B4-BE49-F238E27FC236}">
                    <a16:creationId xmlns:a16="http://schemas.microsoft.com/office/drawing/2014/main" id="{1B8002ED-B1A1-9F4E-AF7C-11891459B9E2}"/>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63" name="Freeform 371">
                <a:extLst>
                  <a:ext uri="{FF2B5EF4-FFF2-40B4-BE49-F238E27FC236}">
                    <a16:creationId xmlns:a16="http://schemas.microsoft.com/office/drawing/2014/main" id="{A4A26BCD-6BEC-484A-A9E8-0944321DC6AE}"/>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64" name="Freeform 372">
                <a:extLst>
                  <a:ext uri="{FF2B5EF4-FFF2-40B4-BE49-F238E27FC236}">
                    <a16:creationId xmlns:a16="http://schemas.microsoft.com/office/drawing/2014/main" id="{5E9688FD-57B3-2943-9F65-0BCDC54A6567}"/>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65" name="Freeform 373">
                <a:extLst>
                  <a:ext uri="{FF2B5EF4-FFF2-40B4-BE49-F238E27FC236}">
                    <a16:creationId xmlns:a16="http://schemas.microsoft.com/office/drawing/2014/main" id="{BBB4B3CF-8B5C-DE43-B960-EB026A6DEA53}"/>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66" name="Rectangle 374">
                <a:extLst>
                  <a:ext uri="{FF2B5EF4-FFF2-40B4-BE49-F238E27FC236}">
                    <a16:creationId xmlns:a16="http://schemas.microsoft.com/office/drawing/2014/main" id="{3B7796BF-5D3B-DB4C-963D-456CFA04FF9B}"/>
                  </a:ext>
                </a:extLst>
              </p:cNvPr>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67" name="Rectangle 375">
                <a:extLst>
                  <a:ext uri="{FF2B5EF4-FFF2-40B4-BE49-F238E27FC236}">
                    <a16:creationId xmlns:a16="http://schemas.microsoft.com/office/drawing/2014/main" id="{D3981BBA-4C76-EA4F-A624-6ECAC93D6B64}"/>
                  </a:ext>
                </a:extLst>
              </p:cNvPr>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68" name="Rectangle 376">
                <a:extLst>
                  <a:ext uri="{FF2B5EF4-FFF2-40B4-BE49-F238E27FC236}">
                    <a16:creationId xmlns:a16="http://schemas.microsoft.com/office/drawing/2014/main" id="{4C23C625-ECF5-334B-92F0-326A6A666B3B}"/>
                  </a:ext>
                </a:extLst>
              </p:cNvPr>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69" name="Line 377">
                <a:extLst>
                  <a:ext uri="{FF2B5EF4-FFF2-40B4-BE49-F238E27FC236}">
                    <a16:creationId xmlns:a16="http://schemas.microsoft.com/office/drawing/2014/main" id="{A11B575B-9747-3E4B-B7C7-039008AC6D55}"/>
                  </a:ext>
                </a:extLst>
              </p:cNvPr>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670" name="Group 378">
                <a:extLst>
                  <a:ext uri="{FF2B5EF4-FFF2-40B4-BE49-F238E27FC236}">
                    <a16:creationId xmlns:a16="http://schemas.microsoft.com/office/drawing/2014/main" id="{B28B71BE-B1DD-C54A-8FDB-FE47924A6857}"/>
                  </a:ext>
                </a:extLst>
              </p:cNvPr>
              <p:cNvGrpSpPr>
                <a:grpSpLocks/>
              </p:cNvGrpSpPr>
              <p:nvPr/>
            </p:nvGrpSpPr>
            <p:grpSpPr bwMode="auto">
              <a:xfrm>
                <a:off x="1813" y="888"/>
                <a:ext cx="335" cy="51"/>
                <a:chOff x="1813" y="888"/>
                <a:chExt cx="335" cy="51"/>
              </a:xfrm>
            </p:grpSpPr>
            <p:sp>
              <p:nvSpPr>
                <p:cNvPr id="105671" name="Freeform 379">
                  <a:extLst>
                    <a:ext uri="{FF2B5EF4-FFF2-40B4-BE49-F238E27FC236}">
                      <a16:creationId xmlns:a16="http://schemas.microsoft.com/office/drawing/2014/main" id="{1284566E-39FD-054B-9F85-AF33F2654739}"/>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72" name="Freeform 380">
                  <a:extLst>
                    <a:ext uri="{FF2B5EF4-FFF2-40B4-BE49-F238E27FC236}">
                      <a16:creationId xmlns:a16="http://schemas.microsoft.com/office/drawing/2014/main" id="{67780E8C-C94A-0F41-9383-F05CE84F65DE}"/>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73" name="Rectangle 381">
                  <a:extLst>
                    <a:ext uri="{FF2B5EF4-FFF2-40B4-BE49-F238E27FC236}">
                      <a16:creationId xmlns:a16="http://schemas.microsoft.com/office/drawing/2014/main" id="{FF0E7B53-CF19-A74B-9EB2-861A85214F05}"/>
                    </a:ext>
                  </a:extLst>
                </p:cNvPr>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05594" name="Line 382">
            <a:extLst>
              <a:ext uri="{FF2B5EF4-FFF2-40B4-BE49-F238E27FC236}">
                <a16:creationId xmlns:a16="http://schemas.microsoft.com/office/drawing/2014/main" id="{38DAA8FA-E691-CC4C-9B91-563F82454C37}"/>
              </a:ext>
            </a:extLst>
          </p:cNvPr>
          <p:cNvSpPr>
            <a:spLocks noChangeShapeType="1"/>
          </p:cNvSpPr>
          <p:nvPr/>
        </p:nvSpPr>
        <p:spPr bwMode="auto">
          <a:xfrm>
            <a:off x="5993606"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95" name="Line 383">
            <a:extLst>
              <a:ext uri="{FF2B5EF4-FFF2-40B4-BE49-F238E27FC236}">
                <a16:creationId xmlns:a16="http://schemas.microsoft.com/office/drawing/2014/main" id="{E93F24E7-306E-7E4B-ABDA-E1AF838559E8}"/>
              </a:ext>
            </a:extLst>
          </p:cNvPr>
          <p:cNvSpPr>
            <a:spLocks noChangeShapeType="1"/>
          </p:cNvSpPr>
          <p:nvPr/>
        </p:nvSpPr>
        <p:spPr bwMode="auto">
          <a:xfrm>
            <a:off x="4835129" y="1000126"/>
            <a:ext cx="0" cy="58459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96" name="Oval 384">
            <a:extLst>
              <a:ext uri="{FF2B5EF4-FFF2-40B4-BE49-F238E27FC236}">
                <a16:creationId xmlns:a16="http://schemas.microsoft.com/office/drawing/2014/main" id="{DC5E2E58-033A-3546-A57A-08264F2C1BF4}"/>
              </a:ext>
            </a:extLst>
          </p:cNvPr>
          <p:cNvSpPr>
            <a:spLocks noChangeArrowheads="1"/>
          </p:cNvSpPr>
          <p:nvPr/>
        </p:nvSpPr>
        <p:spPr bwMode="auto">
          <a:xfrm>
            <a:off x="4801792" y="1308498"/>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5597" name="Group 385">
            <a:extLst>
              <a:ext uri="{FF2B5EF4-FFF2-40B4-BE49-F238E27FC236}">
                <a16:creationId xmlns:a16="http://schemas.microsoft.com/office/drawing/2014/main" id="{6DF6E647-E951-3A43-B99D-68936F837172}"/>
              </a:ext>
            </a:extLst>
          </p:cNvPr>
          <p:cNvGrpSpPr>
            <a:grpSpLocks/>
          </p:cNvGrpSpPr>
          <p:nvPr/>
        </p:nvGrpSpPr>
        <p:grpSpPr bwMode="auto">
          <a:xfrm>
            <a:off x="4639866" y="673894"/>
            <a:ext cx="379809" cy="385763"/>
            <a:chOff x="2868" y="593"/>
            <a:chExt cx="343" cy="352"/>
          </a:xfrm>
        </p:grpSpPr>
        <p:grpSp>
          <p:nvGrpSpPr>
            <p:cNvPr id="105634" name="Group 386">
              <a:extLst>
                <a:ext uri="{FF2B5EF4-FFF2-40B4-BE49-F238E27FC236}">
                  <a16:creationId xmlns:a16="http://schemas.microsoft.com/office/drawing/2014/main" id="{860E460F-6CE7-A34C-A019-078711FA2273}"/>
                </a:ext>
              </a:extLst>
            </p:cNvPr>
            <p:cNvGrpSpPr>
              <a:grpSpLocks/>
            </p:cNvGrpSpPr>
            <p:nvPr/>
          </p:nvGrpSpPr>
          <p:grpSpPr bwMode="auto">
            <a:xfrm>
              <a:off x="2877" y="599"/>
              <a:ext cx="334" cy="346"/>
              <a:chOff x="2877" y="599"/>
              <a:chExt cx="334" cy="346"/>
            </a:xfrm>
          </p:grpSpPr>
          <p:sp>
            <p:nvSpPr>
              <p:cNvPr id="105648" name="Freeform 387">
                <a:extLst>
                  <a:ext uri="{FF2B5EF4-FFF2-40B4-BE49-F238E27FC236}">
                    <a16:creationId xmlns:a16="http://schemas.microsoft.com/office/drawing/2014/main" id="{174900F1-9458-F14D-99AE-712DD6F6D5F7}"/>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49" name="Freeform 388">
                <a:extLst>
                  <a:ext uri="{FF2B5EF4-FFF2-40B4-BE49-F238E27FC236}">
                    <a16:creationId xmlns:a16="http://schemas.microsoft.com/office/drawing/2014/main" id="{5BF2FABC-CA01-1E4C-8149-6F00AC4A163B}"/>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50" name="Freeform 389">
                <a:extLst>
                  <a:ext uri="{FF2B5EF4-FFF2-40B4-BE49-F238E27FC236}">
                    <a16:creationId xmlns:a16="http://schemas.microsoft.com/office/drawing/2014/main" id="{3942284F-EDA2-504B-A175-5D9EAD93ED6D}"/>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51" name="Freeform 390">
                <a:extLst>
                  <a:ext uri="{FF2B5EF4-FFF2-40B4-BE49-F238E27FC236}">
                    <a16:creationId xmlns:a16="http://schemas.microsoft.com/office/drawing/2014/main" id="{7A81FF09-9A95-7747-A034-4F90664E5950}"/>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52" name="Rectangle 391">
                <a:extLst>
                  <a:ext uri="{FF2B5EF4-FFF2-40B4-BE49-F238E27FC236}">
                    <a16:creationId xmlns:a16="http://schemas.microsoft.com/office/drawing/2014/main" id="{65BBED45-0273-F24E-BDC6-2EBB6099BEFF}"/>
                  </a:ext>
                </a:extLst>
              </p:cNvPr>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53" name="Rectangle 392">
                <a:extLst>
                  <a:ext uri="{FF2B5EF4-FFF2-40B4-BE49-F238E27FC236}">
                    <a16:creationId xmlns:a16="http://schemas.microsoft.com/office/drawing/2014/main" id="{05B42E93-1719-8E44-A34F-46E31ED7B4C9}"/>
                  </a:ext>
                </a:extLst>
              </p:cNvPr>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54" name="Rectangle 393">
                <a:extLst>
                  <a:ext uri="{FF2B5EF4-FFF2-40B4-BE49-F238E27FC236}">
                    <a16:creationId xmlns:a16="http://schemas.microsoft.com/office/drawing/2014/main" id="{FE0F66F1-4270-DA4D-AA13-0E5B5F4E0484}"/>
                  </a:ext>
                </a:extLst>
              </p:cNvPr>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55" name="Line 394">
                <a:extLst>
                  <a:ext uri="{FF2B5EF4-FFF2-40B4-BE49-F238E27FC236}">
                    <a16:creationId xmlns:a16="http://schemas.microsoft.com/office/drawing/2014/main" id="{1CB8473E-405E-F941-8EA5-7862BF4C40E7}"/>
                  </a:ext>
                </a:extLst>
              </p:cNvPr>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656" name="Group 395">
                <a:extLst>
                  <a:ext uri="{FF2B5EF4-FFF2-40B4-BE49-F238E27FC236}">
                    <a16:creationId xmlns:a16="http://schemas.microsoft.com/office/drawing/2014/main" id="{B67E0416-50B0-D342-BA0B-0978D7D0DFB7}"/>
                  </a:ext>
                </a:extLst>
              </p:cNvPr>
              <p:cNvGrpSpPr>
                <a:grpSpLocks/>
              </p:cNvGrpSpPr>
              <p:nvPr/>
            </p:nvGrpSpPr>
            <p:grpSpPr bwMode="auto">
              <a:xfrm>
                <a:off x="2877" y="895"/>
                <a:ext cx="334" cy="50"/>
                <a:chOff x="2877" y="895"/>
                <a:chExt cx="334" cy="50"/>
              </a:xfrm>
            </p:grpSpPr>
            <p:sp>
              <p:nvSpPr>
                <p:cNvPr id="105657" name="Freeform 396">
                  <a:extLst>
                    <a:ext uri="{FF2B5EF4-FFF2-40B4-BE49-F238E27FC236}">
                      <a16:creationId xmlns:a16="http://schemas.microsoft.com/office/drawing/2014/main" id="{3807FC0F-5B8E-574E-89AF-167D603C2AAB}"/>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58" name="Freeform 397">
                  <a:extLst>
                    <a:ext uri="{FF2B5EF4-FFF2-40B4-BE49-F238E27FC236}">
                      <a16:creationId xmlns:a16="http://schemas.microsoft.com/office/drawing/2014/main" id="{A271168F-4D7E-BB4A-B41F-7A3F012EEAE0}"/>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59" name="Rectangle 398">
                  <a:extLst>
                    <a:ext uri="{FF2B5EF4-FFF2-40B4-BE49-F238E27FC236}">
                      <a16:creationId xmlns:a16="http://schemas.microsoft.com/office/drawing/2014/main" id="{8599B772-36BA-E249-B164-21798CF9A022}"/>
                    </a:ext>
                  </a:extLst>
                </p:cNvPr>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5635" name="Group 399">
              <a:extLst>
                <a:ext uri="{FF2B5EF4-FFF2-40B4-BE49-F238E27FC236}">
                  <a16:creationId xmlns:a16="http://schemas.microsoft.com/office/drawing/2014/main" id="{A1F3E16D-321D-0148-8059-89568EFCA32B}"/>
                </a:ext>
              </a:extLst>
            </p:cNvPr>
            <p:cNvGrpSpPr>
              <a:grpSpLocks/>
            </p:cNvGrpSpPr>
            <p:nvPr/>
          </p:nvGrpSpPr>
          <p:grpSpPr bwMode="auto">
            <a:xfrm>
              <a:off x="2868" y="593"/>
              <a:ext cx="335" cy="346"/>
              <a:chOff x="2868" y="593"/>
              <a:chExt cx="335" cy="346"/>
            </a:xfrm>
          </p:grpSpPr>
          <p:sp>
            <p:nvSpPr>
              <p:cNvPr id="105636" name="Freeform 400">
                <a:extLst>
                  <a:ext uri="{FF2B5EF4-FFF2-40B4-BE49-F238E27FC236}">
                    <a16:creationId xmlns:a16="http://schemas.microsoft.com/office/drawing/2014/main" id="{34754EA8-BFFD-F445-9BE1-EEAB9B1BF1DC}"/>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37" name="Freeform 401">
                <a:extLst>
                  <a:ext uri="{FF2B5EF4-FFF2-40B4-BE49-F238E27FC236}">
                    <a16:creationId xmlns:a16="http://schemas.microsoft.com/office/drawing/2014/main" id="{FBE36D8B-02B6-B34D-8A7D-EC2A5F90A5CF}"/>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38" name="Freeform 402">
                <a:extLst>
                  <a:ext uri="{FF2B5EF4-FFF2-40B4-BE49-F238E27FC236}">
                    <a16:creationId xmlns:a16="http://schemas.microsoft.com/office/drawing/2014/main" id="{BF7B716F-D35C-E14B-9F09-1BF94C5FDC72}"/>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39" name="Freeform 403">
                <a:extLst>
                  <a:ext uri="{FF2B5EF4-FFF2-40B4-BE49-F238E27FC236}">
                    <a16:creationId xmlns:a16="http://schemas.microsoft.com/office/drawing/2014/main" id="{7EADD0CD-03DC-3D4C-9D95-B28F55560088}"/>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40" name="Rectangle 404">
                <a:extLst>
                  <a:ext uri="{FF2B5EF4-FFF2-40B4-BE49-F238E27FC236}">
                    <a16:creationId xmlns:a16="http://schemas.microsoft.com/office/drawing/2014/main" id="{BCAA08BA-35BF-934A-B0C3-E7B1B9455274}"/>
                  </a:ext>
                </a:extLst>
              </p:cNvPr>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41" name="Rectangle 405">
                <a:extLst>
                  <a:ext uri="{FF2B5EF4-FFF2-40B4-BE49-F238E27FC236}">
                    <a16:creationId xmlns:a16="http://schemas.microsoft.com/office/drawing/2014/main" id="{E9C7E8C6-B0F3-D74B-BAB9-884C79C0B8A9}"/>
                  </a:ext>
                </a:extLst>
              </p:cNvPr>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42" name="Rectangle 406">
                <a:extLst>
                  <a:ext uri="{FF2B5EF4-FFF2-40B4-BE49-F238E27FC236}">
                    <a16:creationId xmlns:a16="http://schemas.microsoft.com/office/drawing/2014/main" id="{1F40CF02-FCEF-9046-9DE6-B9696F5C5A99}"/>
                  </a:ext>
                </a:extLst>
              </p:cNvPr>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43" name="Line 407">
                <a:extLst>
                  <a:ext uri="{FF2B5EF4-FFF2-40B4-BE49-F238E27FC236}">
                    <a16:creationId xmlns:a16="http://schemas.microsoft.com/office/drawing/2014/main" id="{39A96D0E-1E6B-4F45-AD89-A476CD49E6C5}"/>
                  </a:ext>
                </a:extLst>
              </p:cNvPr>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644" name="Group 408">
                <a:extLst>
                  <a:ext uri="{FF2B5EF4-FFF2-40B4-BE49-F238E27FC236}">
                    <a16:creationId xmlns:a16="http://schemas.microsoft.com/office/drawing/2014/main" id="{38AD5DBE-6C43-9A47-AF15-3CE8F077731A}"/>
                  </a:ext>
                </a:extLst>
              </p:cNvPr>
              <p:cNvGrpSpPr>
                <a:grpSpLocks/>
              </p:cNvGrpSpPr>
              <p:nvPr/>
            </p:nvGrpSpPr>
            <p:grpSpPr bwMode="auto">
              <a:xfrm>
                <a:off x="2868" y="888"/>
                <a:ext cx="335" cy="51"/>
                <a:chOff x="2868" y="888"/>
                <a:chExt cx="335" cy="51"/>
              </a:xfrm>
            </p:grpSpPr>
            <p:sp>
              <p:nvSpPr>
                <p:cNvPr id="105645" name="Freeform 409">
                  <a:extLst>
                    <a:ext uri="{FF2B5EF4-FFF2-40B4-BE49-F238E27FC236}">
                      <a16:creationId xmlns:a16="http://schemas.microsoft.com/office/drawing/2014/main" id="{E8E283EE-66D4-164A-9849-64C70C6F18DF}"/>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46" name="Freeform 410">
                  <a:extLst>
                    <a:ext uri="{FF2B5EF4-FFF2-40B4-BE49-F238E27FC236}">
                      <a16:creationId xmlns:a16="http://schemas.microsoft.com/office/drawing/2014/main" id="{82F00BE0-355F-544D-977C-03632580FA5A}"/>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47" name="Rectangle 411">
                  <a:extLst>
                    <a:ext uri="{FF2B5EF4-FFF2-40B4-BE49-F238E27FC236}">
                      <a16:creationId xmlns:a16="http://schemas.microsoft.com/office/drawing/2014/main" id="{9B289C3F-629C-784E-B13C-DCCE964D3610}"/>
                    </a:ext>
                  </a:extLst>
                </p:cNvPr>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05598" name="Oval 412">
            <a:extLst>
              <a:ext uri="{FF2B5EF4-FFF2-40B4-BE49-F238E27FC236}">
                <a16:creationId xmlns:a16="http://schemas.microsoft.com/office/drawing/2014/main" id="{8AD87CF3-9AFA-274A-AA67-E88EFDF7269F}"/>
              </a:ext>
            </a:extLst>
          </p:cNvPr>
          <p:cNvSpPr>
            <a:spLocks noChangeArrowheads="1"/>
          </p:cNvSpPr>
          <p:nvPr/>
        </p:nvSpPr>
        <p:spPr bwMode="auto">
          <a:xfrm>
            <a:off x="5960269" y="1308498"/>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5599" name="Group 413">
            <a:extLst>
              <a:ext uri="{FF2B5EF4-FFF2-40B4-BE49-F238E27FC236}">
                <a16:creationId xmlns:a16="http://schemas.microsoft.com/office/drawing/2014/main" id="{4E65BE26-1DB8-084A-A4AF-F4371280E8F9}"/>
              </a:ext>
            </a:extLst>
          </p:cNvPr>
          <p:cNvGrpSpPr>
            <a:grpSpLocks/>
          </p:cNvGrpSpPr>
          <p:nvPr/>
        </p:nvGrpSpPr>
        <p:grpSpPr bwMode="auto">
          <a:xfrm>
            <a:off x="5798344" y="673894"/>
            <a:ext cx="379810" cy="385763"/>
            <a:chOff x="3915" y="593"/>
            <a:chExt cx="343" cy="352"/>
          </a:xfrm>
        </p:grpSpPr>
        <p:grpSp>
          <p:nvGrpSpPr>
            <p:cNvPr id="105608" name="Group 414">
              <a:extLst>
                <a:ext uri="{FF2B5EF4-FFF2-40B4-BE49-F238E27FC236}">
                  <a16:creationId xmlns:a16="http://schemas.microsoft.com/office/drawing/2014/main" id="{A973FCF8-1199-6A4E-9AA0-36E6126E750B}"/>
                </a:ext>
              </a:extLst>
            </p:cNvPr>
            <p:cNvGrpSpPr>
              <a:grpSpLocks/>
            </p:cNvGrpSpPr>
            <p:nvPr/>
          </p:nvGrpSpPr>
          <p:grpSpPr bwMode="auto">
            <a:xfrm>
              <a:off x="3924" y="599"/>
              <a:ext cx="334" cy="346"/>
              <a:chOff x="3924" y="599"/>
              <a:chExt cx="334" cy="346"/>
            </a:xfrm>
          </p:grpSpPr>
          <p:sp>
            <p:nvSpPr>
              <p:cNvPr id="105622" name="Freeform 415">
                <a:extLst>
                  <a:ext uri="{FF2B5EF4-FFF2-40B4-BE49-F238E27FC236}">
                    <a16:creationId xmlns:a16="http://schemas.microsoft.com/office/drawing/2014/main" id="{00E72D61-BD6D-6D44-9BB3-795DA996B345}"/>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23" name="Freeform 416">
                <a:extLst>
                  <a:ext uri="{FF2B5EF4-FFF2-40B4-BE49-F238E27FC236}">
                    <a16:creationId xmlns:a16="http://schemas.microsoft.com/office/drawing/2014/main" id="{5DDC86B2-6A38-2B45-A420-D70451D7DF56}"/>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24" name="Freeform 417">
                <a:extLst>
                  <a:ext uri="{FF2B5EF4-FFF2-40B4-BE49-F238E27FC236}">
                    <a16:creationId xmlns:a16="http://schemas.microsoft.com/office/drawing/2014/main" id="{A028DEC1-E088-E742-BD40-807CB32D9E50}"/>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25" name="Freeform 418">
                <a:extLst>
                  <a:ext uri="{FF2B5EF4-FFF2-40B4-BE49-F238E27FC236}">
                    <a16:creationId xmlns:a16="http://schemas.microsoft.com/office/drawing/2014/main" id="{415966EA-F052-AD45-B76A-5DF5FD4F26BF}"/>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26" name="Rectangle 419">
                <a:extLst>
                  <a:ext uri="{FF2B5EF4-FFF2-40B4-BE49-F238E27FC236}">
                    <a16:creationId xmlns:a16="http://schemas.microsoft.com/office/drawing/2014/main" id="{94FFC4B1-4611-8F40-9C0F-8B2FA106DD86}"/>
                  </a:ext>
                </a:extLst>
              </p:cNvPr>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27" name="Rectangle 420">
                <a:extLst>
                  <a:ext uri="{FF2B5EF4-FFF2-40B4-BE49-F238E27FC236}">
                    <a16:creationId xmlns:a16="http://schemas.microsoft.com/office/drawing/2014/main" id="{5B13A2E8-DFBC-AA43-B0D4-76803DA3460E}"/>
                  </a:ext>
                </a:extLst>
              </p:cNvPr>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28" name="Rectangle 421">
                <a:extLst>
                  <a:ext uri="{FF2B5EF4-FFF2-40B4-BE49-F238E27FC236}">
                    <a16:creationId xmlns:a16="http://schemas.microsoft.com/office/drawing/2014/main" id="{35EE3BD3-74CA-AC4A-89B1-1D34157581A6}"/>
                  </a:ext>
                </a:extLst>
              </p:cNvPr>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29" name="Line 422">
                <a:extLst>
                  <a:ext uri="{FF2B5EF4-FFF2-40B4-BE49-F238E27FC236}">
                    <a16:creationId xmlns:a16="http://schemas.microsoft.com/office/drawing/2014/main" id="{B4DF3486-41D0-6941-BAAF-7065D443C270}"/>
                  </a:ext>
                </a:extLst>
              </p:cNvPr>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630" name="Group 423">
                <a:extLst>
                  <a:ext uri="{FF2B5EF4-FFF2-40B4-BE49-F238E27FC236}">
                    <a16:creationId xmlns:a16="http://schemas.microsoft.com/office/drawing/2014/main" id="{BF58AAB2-9805-6D40-807E-6A0404C35906}"/>
                  </a:ext>
                </a:extLst>
              </p:cNvPr>
              <p:cNvGrpSpPr>
                <a:grpSpLocks/>
              </p:cNvGrpSpPr>
              <p:nvPr/>
            </p:nvGrpSpPr>
            <p:grpSpPr bwMode="auto">
              <a:xfrm>
                <a:off x="3924" y="895"/>
                <a:ext cx="334" cy="50"/>
                <a:chOff x="3924" y="895"/>
                <a:chExt cx="334" cy="50"/>
              </a:xfrm>
            </p:grpSpPr>
            <p:sp>
              <p:nvSpPr>
                <p:cNvPr id="105631" name="Freeform 424">
                  <a:extLst>
                    <a:ext uri="{FF2B5EF4-FFF2-40B4-BE49-F238E27FC236}">
                      <a16:creationId xmlns:a16="http://schemas.microsoft.com/office/drawing/2014/main" id="{6D452D63-008D-2640-84BF-57E12AFC2F71}"/>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32" name="Freeform 425">
                  <a:extLst>
                    <a:ext uri="{FF2B5EF4-FFF2-40B4-BE49-F238E27FC236}">
                      <a16:creationId xmlns:a16="http://schemas.microsoft.com/office/drawing/2014/main" id="{BAA5EC9C-1565-6A48-9844-2500442630EE}"/>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33" name="Rectangle 426">
                  <a:extLst>
                    <a:ext uri="{FF2B5EF4-FFF2-40B4-BE49-F238E27FC236}">
                      <a16:creationId xmlns:a16="http://schemas.microsoft.com/office/drawing/2014/main" id="{64EB0CA6-1B4B-594E-9D68-629E2C6F2E94}"/>
                    </a:ext>
                  </a:extLst>
                </p:cNvPr>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5609" name="Group 427">
              <a:extLst>
                <a:ext uri="{FF2B5EF4-FFF2-40B4-BE49-F238E27FC236}">
                  <a16:creationId xmlns:a16="http://schemas.microsoft.com/office/drawing/2014/main" id="{9F8B5D43-E2FD-4844-A451-61EFE8FF9550}"/>
                </a:ext>
              </a:extLst>
            </p:cNvPr>
            <p:cNvGrpSpPr>
              <a:grpSpLocks/>
            </p:cNvGrpSpPr>
            <p:nvPr/>
          </p:nvGrpSpPr>
          <p:grpSpPr bwMode="auto">
            <a:xfrm>
              <a:off x="3915" y="593"/>
              <a:ext cx="335" cy="346"/>
              <a:chOff x="3915" y="593"/>
              <a:chExt cx="335" cy="346"/>
            </a:xfrm>
          </p:grpSpPr>
          <p:sp>
            <p:nvSpPr>
              <p:cNvPr id="105610" name="Freeform 428">
                <a:extLst>
                  <a:ext uri="{FF2B5EF4-FFF2-40B4-BE49-F238E27FC236}">
                    <a16:creationId xmlns:a16="http://schemas.microsoft.com/office/drawing/2014/main" id="{1E8CBFF3-4212-694F-929A-A06C178BDDB2}"/>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11" name="Freeform 429">
                <a:extLst>
                  <a:ext uri="{FF2B5EF4-FFF2-40B4-BE49-F238E27FC236}">
                    <a16:creationId xmlns:a16="http://schemas.microsoft.com/office/drawing/2014/main" id="{EE66AEB3-2BA6-E44E-8EEB-0286FE6114C7}"/>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12" name="Freeform 430">
                <a:extLst>
                  <a:ext uri="{FF2B5EF4-FFF2-40B4-BE49-F238E27FC236}">
                    <a16:creationId xmlns:a16="http://schemas.microsoft.com/office/drawing/2014/main" id="{EEB1A8C4-A30F-5041-8801-00C9E5AADD5C}"/>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13" name="Freeform 431">
                <a:extLst>
                  <a:ext uri="{FF2B5EF4-FFF2-40B4-BE49-F238E27FC236}">
                    <a16:creationId xmlns:a16="http://schemas.microsoft.com/office/drawing/2014/main" id="{81151A53-E8B4-DC47-A896-D235CEC2AF6C}"/>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14" name="Rectangle 432">
                <a:extLst>
                  <a:ext uri="{FF2B5EF4-FFF2-40B4-BE49-F238E27FC236}">
                    <a16:creationId xmlns:a16="http://schemas.microsoft.com/office/drawing/2014/main" id="{1A95CAF2-E6F4-514D-8B31-83A433064815}"/>
                  </a:ext>
                </a:extLst>
              </p:cNvPr>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15" name="Rectangle 433">
                <a:extLst>
                  <a:ext uri="{FF2B5EF4-FFF2-40B4-BE49-F238E27FC236}">
                    <a16:creationId xmlns:a16="http://schemas.microsoft.com/office/drawing/2014/main" id="{60B5B354-AE98-3F46-9BED-8108B4330049}"/>
                  </a:ext>
                </a:extLst>
              </p:cNvPr>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16" name="Rectangle 434">
                <a:extLst>
                  <a:ext uri="{FF2B5EF4-FFF2-40B4-BE49-F238E27FC236}">
                    <a16:creationId xmlns:a16="http://schemas.microsoft.com/office/drawing/2014/main" id="{9FAA209C-8061-7F4D-ADCB-205D334FF0C9}"/>
                  </a:ext>
                </a:extLst>
              </p:cNvPr>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17" name="Line 435">
                <a:extLst>
                  <a:ext uri="{FF2B5EF4-FFF2-40B4-BE49-F238E27FC236}">
                    <a16:creationId xmlns:a16="http://schemas.microsoft.com/office/drawing/2014/main" id="{989FA576-0EB2-F44E-9A7F-9609008EC9E4}"/>
                  </a:ext>
                </a:extLst>
              </p:cNvPr>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618" name="Group 436">
                <a:extLst>
                  <a:ext uri="{FF2B5EF4-FFF2-40B4-BE49-F238E27FC236}">
                    <a16:creationId xmlns:a16="http://schemas.microsoft.com/office/drawing/2014/main" id="{CE8AA756-4634-5343-B2B6-1A40F90A616C}"/>
                  </a:ext>
                </a:extLst>
              </p:cNvPr>
              <p:cNvGrpSpPr>
                <a:grpSpLocks/>
              </p:cNvGrpSpPr>
              <p:nvPr/>
            </p:nvGrpSpPr>
            <p:grpSpPr bwMode="auto">
              <a:xfrm>
                <a:off x="3915" y="888"/>
                <a:ext cx="335" cy="51"/>
                <a:chOff x="3915" y="888"/>
                <a:chExt cx="335" cy="51"/>
              </a:xfrm>
            </p:grpSpPr>
            <p:sp>
              <p:nvSpPr>
                <p:cNvPr id="105619" name="Freeform 437">
                  <a:extLst>
                    <a:ext uri="{FF2B5EF4-FFF2-40B4-BE49-F238E27FC236}">
                      <a16:creationId xmlns:a16="http://schemas.microsoft.com/office/drawing/2014/main" id="{988D30A6-2482-144C-894B-EF1A2C9E36D5}"/>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20" name="Freeform 438">
                  <a:extLst>
                    <a:ext uri="{FF2B5EF4-FFF2-40B4-BE49-F238E27FC236}">
                      <a16:creationId xmlns:a16="http://schemas.microsoft.com/office/drawing/2014/main" id="{C613A836-2527-6145-94F5-D63007DE4430}"/>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21" name="Rectangle 439">
                  <a:extLst>
                    <a:ext uri="{FF2B5EF4-FFF2-40B4-BE49-F238E27FC236}">
                      <a16:creationId xmlns:a16="http://schemas.microsoft.com/office/drawing/2014/main" id="{6F9AC86A-D516-8048-972E-8B7747703252}"/>
                    </a:ext>
                  </a:extLst>
                </p:cNvPr>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217529" name="Text Box 441">
            <a:extLst>
              <a:ext uri="{FF2B5EF4-FFF2-40B4-BE49-F238E27FC236}">
                <a16:creationId xmlns:a16="http://schemas.microsoft.com/office/drawing/2014/main" id="{AAE3BED4-B926-F042-BA39-6514670F5D60}"/>
              </a:ext>
            </a:extLst>
          </p:cNvPr>
          <p:cNvSpPr txBox="1">
            <a:spLocks noChangeArrowheads="1"/>
          </p:cNvSpPr>
          <p:nvPr/>
        </p:nvSpPr>
        <p:spPr bwMode="auto">
          <a:xfrm>
            <a:off x="1221700" y="211455"/>
            <a:ext cx="6760131" cy="738664"/>
          </a:xfrm>
          <a:prstGeom prst="rect">
            <a:avLst/>
          </a:prstGeom>
          <a:solidFill>
            <a:srgbClr val="FFFF99"/>
          </a:solidFill>
          <a:ln w="9525">
            <a:solidFill>
              <a:schemeClr val="tx2"/>
            </a:solidFill>
            <a:miter lim="800000"/>
            <a:headEnd/>
            <a:tailEnd/>
          </a:ln>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在同一个局域网上的主机或路由器的</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地址中的网络号必须是一样的。图中的网络号就是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地址中的 </a:t>
            </a:r>
            <a:r>
              <a:rPr lang="en-US" altLang="zh-CN" sz="2100" dirty="0">
                <a:latin typeface="Arial" panose="020B0604020202020204" pitchFamily="34" charset="0"/>
                <a:ea typeface="宋体" panose="02010600030101010101" pitchFamily="2" charset="-122"/>
                <a:cs typeface="黑体" panose="02010609060101010101" pitchFamily="49" charset="-122"/>
              </a:rPr>
              <a:t>net-id</a:t>
            </a:r>
          </a:p>
        </p:txBody>
      </p:sp>
      <p:grpSp>
        <p:nvGrpSpPr>
          <p:cNvPr id="217536" name="Group 448">
            <a:extLst>
              <a:ext uri="{FF2B5EF4-FFF2-40B4-BE49-F238E27FC236}">
                <a16:creationId xmlns:a16="http://schemas.microsoft.com/office/drawing/2014/main" id="{02C9DD5A-FFC2-C244-BF36-337DA52B67F9}"/>
              </a:ext>
            </a:extLst>
          </p:cNvPr>
          <p:cNvGrpSpPr>
            <a:grpSpLocks/>
          </p:cNvGrpSpPr>
          <p:nvPr/>
        </p:nvGrpSpPr>
        <p:grpSpPr bwMode="auto">
          <a:xfrm>
            <a:off x="3977879" y="2625328"/>
            <a:ext cx="3781425" cy="1909763"/>
            <a:chOff x="2381" y="2205"/>
            <a:chExt cx="3176" cy="1604"/>
          </a:xfrm>
        </p:grpSpPr>
        <p:sp>
          <p:nvSpPr>
            <p:cNvPr id="105603" name="Line 442">
              <a:extLst>
                <a:ext uri="{FF2B5EF4-FFF2-40B4-BE49-F238E27FC236}">
                  <a16:creationId xmlns:a16="http://schemas.microsoft.com/office/drawing/2014/main" id="{CB262571-E149-C843-BE0B-5B462376608C}"/>
                </a:ext>
              </a:extLst>
            </p:cNvPr>
            <p:cNvSpPr>
              <a:spLocks noChangeShapeType="1"/>
            </p:cNvSpPr>
            <p:nvPr/>
          </p:nvSpPr>
          <p:spPr bwMode="auto">
            <a:xfrm>
              <a:off x="5012" y="2205"/>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604" name="Line 443">
              <a:extLst>
                <a:ext uri="{FF2B5EF4-FFF2-40B4-BE49-F238E27FC236}">
                  <a16:creationId xmlns:a16="http://schemas.microsoft.com/office/drawing/2014/main" id="{39F633D2-0D9D-C049-96FF-68387A829F62}"/>
                </a:ext>
              </a:extLst>
            </p:cNvPr>
            <p:cNvSpPr>
              <a:spLocks noChangeShapeType="1"/>
            </p:cNvSpPr>
            <p:nvPr/>
          </p:nvSpPr>
          <p:spPr bwMode="auto">
            <a:xfrm>
              <a:off x="3160" y="3809"/>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605" name="Line 444">
              <a:extLst>
                <a:ext uri="{FF2B5EF4-FFF2-40B4-BE49-F238E27FC236}">
                  <a16:creationId xmlns:a16="http://schemas.microsoft.com/office/drawing/2014/main" id="{247C6E2C-7D99-B24C-867F-08A5293206B0}"/>
                </a:ext>
              </a:extLst>
            </p:cNvPr>
            <p:cNvSpPr>
              <a:spLocks noChangeShapeType="1"/>
            </p:cNvSpPr>
            <p:nvPr/>
          </p:nvSpPr>
          <p:spPr bwMode="auto">
            <a:xfrm>
              <a:off x="2381" y="3793"/>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606" name="Line 445">
              <a:extLst>
                <a:ext uri="{FF2B5EF4-FFF2-40B4-BE49-F238E27FC236}">
                  <a16:creationId xmlns:a16="http://schemas.microsoft.com/office/drawing/2014/main" id="{AE726940-1BC7-594C-98EC-6B51B5154961}"/>
                </a:ext>
              </a:extLst>
            </p:cNvPr>
            <p:cNvSpPr>
              <a:spLocks noChangeShapeType="1"/>
            </p:cNvSpPr>
            <p:nvPr/>
          </p:nvSpPr>
          <p:spPr bwMode="auto">
            <a:xfrm>
              <a:off x="5012" y="2886"/>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607" name="Line 447">
              <a:extLst>
                <a:ext uri="{FF2B5EF4-FFF2-40B4-BE49-F238E27FC236}">
                  <a16:creationId xmlns:a16="http://schemas.microsoft.com/office/drawing/2014/main" id="{A28A23EF-98CF-8142-9585-397C3EB69F8A}"/>
                </a:ext>
              </a:extLst>
            </p:cNvPr>
            <p:cNvSpPr>
              <a:spLocks noChangeShapeType="1"/>
            </p:cNvSpPr>
            <p:nvPr/>
          </p:nvSpPr>
          <p:spPr bwMode="auto">
            <a:xfrm>
              <a:off x="3657" y="2831"/>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5602" name="幻灯片编号占位符 1">
            <a:extLst>
              <a:ext uri="{FF2B5EF4-FFF2-40B4-BE49-F238E27FC236}">
                <a16:creationId xmlns:a16="http://schemas.microsoft.com/office/drawing/2014/main" id="{0C5CB58D-9D7C-C547-8C2D-0932ADF602E4}"/>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C00C14F-2188-C648-800D-802A4D85393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43812496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17529"/>
                                        </p:tgtEl>
                                        <p:attrNameLst>
                                          <p:attrName>style.visibility</p:attrName>
                                        </p:attrNameLst>
                                      </p:cBhvr>
                                      <p:to>
                                        <p:strVal val="visible"/>
                                      </p:to>
                                    </p:set>
                                  </p:childTnLst>
                                </p:cTn>
                              </p:par>
                            </p:childTnLst>
                          </p:cTn>
                        </p:par>
                        <p:par>
                          <p:cTn id="7" fill="hold" nodeType="afterGroup">
                            <p:stCondLst>
                              <p:cond delay="0"/>
                            </p:stCondLst>
                            <p:childTnLst>
                              <p:par>
                                <p:cTn id="8" presetID="1" presetClass="entr" presetSubtype="0" fill="hold" nodeType="afterEffect">
                                  <p:stCondLst>
                                    <p:cond delay="0"/>
                                  </p:stCondLst>
                                  <p:childTnLst>
                                    <p:set>
                                      <p:cBhvr>
                                        <p:cTn id="9" dur="1" fill="hold">
                                          <p:stCondLst>
                                            <p:cond delay="0"/>
                                          </p:stCondLst>
                                        </p:cTn>
                                        <p:tgtEl>
                                          <p:spTgt spid="217536"/>
                                        </p:tgtEl>
                                        <p:attrNameLst>
                                          <p:attrName>style.visibility</p:attrName>
                                        </p:attrNameLst>
                                      </p:cBhvr>
                                      <p:to>
                                        <p:strVal val="visible"/>
                                      </p:to>
                                    </p:set>
                                  </p:childTnLst>
                                </p:cTn>
                              </p:par>
                            </p:childTnLst>
                          </p:cTn>
                        </p:par>
                        <p:par>
                          <p:cTn id="10" fill="hold" nodeType="afterGroup">
                            <p:stCondLst>
                              <p:cond delay="0"/>
                            </p:stCondLst>
                            <p:childTnLst>
                              <p:par>
                                <p:cTn id="11" presetID="35" presetClass="emph" presetSubtype="0" repeatCount="4000" fill="hold" nodeType="afterEffect">
                                  <p:stCondLst>
                                    <p:cond delay="500"/>
                                  </p:stCondLst>
                                  <p:childTnLst>
                                    <p:anim calcmode="discrete" valueType="str">
                                      <p:cBhvr>
                                        <p:cTn id="12" dur="1000" fill="hold"/>
                                        <p:tgtEl>
                                          <p:spTgt spid="21753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7529" grpId="0" animBg="1"/>
    </p:bldLst>
  </p:timing>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7521" name="AutoShape 2">
            <a:extLst>
              <a:ext uri="{FF2B5EF4-FFF2-40B4-BE49-F238E27FC236}">
                <a16:creationId xmlns:a16="http://schemas.microsoft.com/office/drawing/2014/main" id="{983B603C-28CC-F243-BE26-2D15B451B1EB}"/>
              </a:ext>
            </a:extLst>
          </p:cNvPr>
          <p:cNvSpPr>
            <a:spLocks noChangeArrowheads="1"/>
          </p:cNvSpPr>
          <p:nvPr/>
        </p:nvSpPr>
        <p:spPr bwMode="auto">
          <a:xfrm>
            <a:off x="2156222" y="1345407"/>
            <a:ext cx="4891088" cy="2926556"/>
          </a:xfrm>
          <a:prstGeom prst="roundRect">
            <a:avLst>
              <a:gd name="adj" fmla="val 24787"/>
            </a:avLst>
          </a:prstGeom>
          <a:solidFill>
            <a:srgbClr val="CCECFF"/>
          </a:solidFill>
          <a:ln w="9525">
            <a:solidFill>
              <a:schemeClr val="tx1"/>
            </a:solidFill>
            <a:prstDash val="dash"/>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07522" name="Rectangle 3">
            <a:extLst>
              <a:ext uri="{FF2B5EF4-FFF2-40B4-BE49-F238E27FC236}">
                <a16:creationId xmlns:a16="http://schemas.microsoft.com/office/drawing/2014/main" id="{E90E9BFF-73CD-EF49-959B-9A9E432C4E5C}"/>
              </a:ext>
            </a:extLst>
          </p:cNvPr>
          <p:cNvSpPr>
            <a:spLocks noGrp="1" noChangeArrowheads="1"/>
          </p:cNvSpPr>
          <p:nvPr>
            <p:ph type="title"/>
          </p:nvPr>
        </p:nvSpPr>
        <p:spPr>
          <a:xfrm>
            <a:off x="1709737" y="86916"/>
            <a:ext cx="5844779" cy="521494"/>
          </a:xfrm>
        </p:spPr>
        <p:txBody>
          <a:bodyPr/>
          <a:lstStyle/>
          <a:p>
            <a:pPr algn="ctr" eaLnBrk="1" hangingPunct="1"/>
            <a:r>
              <a:rPr lang="zh-CN" altLang="en-US" sz="2700">
                <a:ea typeface="宋体" panose="02010600030101010101" pitchFamily="2" charset="-122"/>
              </a:rPr>
              <a:t>互联网中的 </a:t>
            </a:r>
            <a:r>
              <a:rPr lang="en-US" altLang="zh-CN" sz="2700">
                <a:ea typeface="宋体" panose="02010600030101010101" pitchFamily="2" charset="-122"/>
              </a:rPr>
              <a:t>IP </a:t>
            </a:r>
            <a:r>
              <a:rPr lang="zh-CN" altLang="en-US" sz="2700">
                <a:ea typeface="宋体" panose="02010600030101010101" pitchFamily="2" charset="-122"/>
              </a:rPr>
              <a:t>地址 </a:t>
            </a:r>
          </a:p>
        </p:txBody>
      </p:sp>
      <p:sp>
        <p:nvSpPr>
          <p:cNvPr id="107523" name="Freeform 4">
            <a:extLst>
              <a:ext uri="{FF2B5EF4-FFF2-40B4-BE49-F238E27FC236}">
                <a16:creationId xmlns:a16="http://schemas.microsoft.com/office/drawing/2014/main" id="{D714C751-5744-7A4E-BC51-C92EC882D79C}"/>
              </a:ext>
            </a:extLst>
          </p:cNvPr>
          <p:cNvSpPr>
            <a:spLocks/>
          </p:cNvSpPr>
          <p:nvPr/>
        </p:nvSpPr>
        <p:spPr bwMode="auto">
          <a:xfrm>
            <a:off x="3434954" y="1903810"/>
            <a:ext cx="3592115" cy="2377678"/>
          </a:xfrm>
          <a:custGeom>
            <a:avLst/>
            <a:gdLst>
              <a:gd name="T0" fmla="*/ 2147483646 w 3246"/>
              <a:gd name="T1" fmla="*/ 2147483646 h 2165"/>
              <a:gd name="T2" fmla="*/ 2147483646 w 3246"/>
              <a:gd name="T3" fmla="*/ 2147483646 h 2165"/>
              <a:gd name="T4" fmla="*/ 2147483646 w 3246"/>
              <a:gd name="T5" fmla="*/ 2147483646 h 2165"/>
              <a:gd name="T6" fmla="*/ 2147483646 w 3246"/>
              <a:gd name="T7" fmla="*/ 2147483646 h 2165"/>
              <a:gd name="T8" fmla="*/ 2147483646 w 3246"/>
              <a:gd name="T9" fmla="*/ 2147483646 h 2165"/>
              <a:gd name="T10" fmla="*/ 2147483646 w 3246"/>
              <a:gd name="T11" fmla="*/ 2147483646 h 2165"/>
              <a:gd name="T12" fmla="*/ 2147483646 w 3246"/>
              <a:gd name="T13" fmla="*/ 2147483646 h 2165"/>
              <a:gd name="T14" fmla="*/ 2147483646 w 3246"/>
              <a:gd name="T15" fmla="*/ 2147483646 h 2165"/>
              <a:gd name="T16" fmla="*/ 2147483646 w 3246"/>
              <a:gd name="T17" fmla="*/ 2147483646 h 2165"/>
              <a:gd name="T18" fmla="*/ 2147483646 w 3246"/>
              <a:gd name="T19" fmla="*/ 2147483646 h 2165"/>
              <a:gd name="T20" fmla="*/ 2147483646 w 3246"/>
              <a:gd name="T21" fmla="*/ 2147483646 h 2165"/>
              <a:gd name="T22" fmla="*/ 2147483646 w 3246"/>
              <a:gd name="T23" fmla="*/ 2147483646 h 2165"/>
              <a:gd name="T24" fmla="*/ 2147483646 w 3246"/>
              <a:gd name="T25" fmla="*/ 2147483646 h 2165"/>
              <a:gd name="T26" fmla="*/ 2147483646 w 3246"/>
              <a:gd name="T27" fmla="*/ 2147483646 h 2165"/>
              <a:gd name="T28" fmla="*/ 2147483646 w 3246"/>
              <a:gd name="T29" fmla="*/ 2147483646 h 2165"/>
              <a:gd name="T30" fmla="*/ 2147483646 w 3246"/>
              <a:gd name="T31" fmla="*/ 2147483646 h 2165"/>
              <a:gd name="T32" fmla="*/ 2147483646 w 3246"/>
              <a:gd name="T33" fmla="*/ 2147483646 h 2165"/>
              <a:gd name="T34" fmla="*/ 2147483646 w 3246"/>
              <a:gd name="T35" fmla="*/ 2147483646 h 2165"/>
              <a:gd name="T36" fmla="*/ 2147483646 w 3246"/>
              <a:gd name="T37" fmla="*/ 2147483646 h 2165"/>
              <a:gd name="T38" fmla="*/ 2147483646 w 3246"/>
              <a:gd name="T39" fmla="*/ 2147483646 h 2165"/>
              <a:gd name="T40" fmla="*/ 2147483646 w 3246"/>
              <a:gd name="T41" fmla="*/ 0 h 2165"/>
              <a:gd name="T42" fmla="*/ 2147483646 w 3246"/>
              <a:gd name="T43" fmla="*/ 2147483646 h 2165"/>
              <a:gd name="T44" fmla="*/ 2147483646 w 3246"/>
              <a:gd name="T45" fmla="*/ 2147483646 h 2165"/>
              <a:gd name="T46" fmla="*/ 2147483646 w 3246"/>
              <a:gd name="T47" fmla="*/ 2147483646 h 2165"/>
              <a:gd name="T48" fmla="*/ 2147483646 w 3246"/>
              <a:gd name="T49" fmla="*/ 2147483646 h 2165"/>
              <a:gd name="T50" fmla="*/ 2147483646 w 3246"/>
              <a:gd name="T51" fmla="*/ 2147483646 h 2165"/>
              <a:gd name="T52" fmla="*/ 2147483646 w 3246"/>
              <a:gd name="T53" fmla="*/ 2147483646 h 2165"/>
              <a:gd name="T54" fmla="*/ 2147483646 w 3246"/>
              <a:gd name="T55" fmla="*/ 2147483646 h 2165"/>
              <a:gd name="T56" fmla="*/ 2147483646 w 3246"/>
              <a:gd name="T57" fmla="*/ 2147483646 h 2165"/>
              <a:gd name="T58" fmla="*/ 2147483646 w 3246"/>
              <a:gd name="T59" fmla="*/ 2147483646 h 2165"/>
              <a:gd name="T60" fmla="*/ 2147483646 w 3246"/>
              <a:gd name="T61" fmla="*/ 2147483646 h 2165"/>
              <a:gd name="T62" fmla="*/ 2147483646 w 3246"/>
              <a:gd name="T63" fmla="*/ 2147483646 h 2165"/>
              <a:gd name="T64" fmla="*/ 2147483646 w 3246"/>
              <a:gd name="T65" fmla="*/ 2147483646 h 2165"/>
              <a:gd name="T66" fmla="*/ 2147483646 w 3246"/>
              <a:gd name="T67" fmla="*/ 2147483646 h 2165"/>
              <a:gd name="T68" fmla="*/ 2147483646 w 3246"/>
              <a:gd name="T69" fmla="*/ 2147483646 h 2165"/>
              <a:gd name="T70" fmla="*/ 2147483646 w 3246"/>
              <a:gd name="T71" fmla="*/ 2147483646 h 2165"/>
              <a:gd name="T72" fmla="*/ 2147483646 w 3246"/>
              <a:gd name="T73" fmla="*/ 2147483646 h 2165"/>
              <a:gd name="T74" fmla="*/ 2147483646 w 3246"/>
              <a:gd name="T75" fmla="*/ 2147483646 h 2165"/>
              <a:gd name="T76" fmla="*/ 2147483646 w 3246"/>
              <a:gd name="T77" fmla="*/ 2147483646 h 2165"/>
              <a:gd name="T78" fmla="*/ 2147483646 w 3246"/>
              <a:gd name="T79" fmla="*/ 2147483646 h 2165"/>
              <a:gd name="T80" fmla="*/ 2147483646 w 3246"/>
              <a:gd name="T81" fmla="*/ 2147483646 h 2165"/>
              <a:gd name="T82" fmla="*/ 0 w 3246"/>
              <a:gd name="T83" fmla="*/ 2147483646 h 2165"/>
              <a:gd name="T84" fmla="*/ 2147483646 w 3246"/>
              <a:gd name="T85" fmla="*/ 2147483646 h 2165"/>
              <a:gd name="T86" fmla="*/ 2147483646 w 3246"/>
              <a:gd name="T87" fmla="*/ 2147483646 h 2165"/>
              <a:gd name="T88" fmla="*/ 2147483646 w 3246"/>
              <a:gd name="T89" fmla="*/ 2147483646 h 2165"/>
              <a:gd name="T90" fmla="*/ 2147483646 w 3246"/>
              <a:gd name="T91" fmla="*/ 2147483646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524" name="Line 5">
            <a:extLst>
              <a:ext uri="{FF2B5EF4-FFF2-40B4-BE49-F238E27FC236}">
                <a16:creationId xmlns:a16="http://schemas.microsoft.com/office/drawing/2014/main" id="{36B42B36-DDC9-D347-B1B9-7EA75322EB1C}"/>
              </a:ext>
            </a:extLst>
          </p:cNvPr>
          <p:cNvSpPr>
            <a:spLocks noChangeShapeType="1"/>
          </p:cNvSpPr>
          <p:nvPr/>
        </p:nvSpPr>
        <p:spPr bwMode="auto">
          <a:xfrm>
            <a:off x="4801791" y="4069557"/>
            <a:ext cx="0" cy="6417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25" name="Line 6">
            <a:extLst>
              <a:ext uri="{FF2B5EF4-FFF2-40B4-BE49-F238E27FC236}">
                <a16:creationId xmlns:a16="http://schemas.microsoft.com/office/drawing/2014/main" id="{101AEE1C-3AE9-834C-B21D-AD25AE84C119}"/>
              </a:ext>
            </a:extLst>
          </p:cNvPr>
          <p:cNvSpPr>
            <a:spLocks noChangeShapeType="1"/>
          </p:cNvSpPr>
          <p:nvPr/>
        </p:nvSpPr>
        <p:spPr bwMode="auto">
          <a:xfrm>
            <a:off x="3873104" y="4052888"/>
            <a:ext cx="0" cy="63936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26" name="Freeform 7">
            <a:extLst>
              <a:ext uri="{FF2B5EF4-FFF2-40B4-BE49-F238E27FC236}">
                <a16:creationId xmlns:a16="http://schemas.microsoft.com/office/drawing/2014/main" id="{B095249B-315A-6E46-8C43-7DC44E6D65B5}"/>
              </a:ext>
            </a:extLst>
          </p:cNvPr>
          <p:cNvSpPr>
            <a:spLocks/>
          </p:cNvSpPr>
          <p:nvPr/>
        </p:nvSpPr>
        <p:spPr bwMode="auto">
          <a:xfrm>
            <a:off x="5042298" y="3894535"/>
            <a:ext cx="1858565" cy="158353"/>
          </a:xfrm>
          <a:custGeom>
            <a:avLst/>
            <a:gdLst>
              <a:gd name="T0" fmla="*/ 0 w 1680"/>
              <a:gd name="T1" fmla="*/ 2147483646 h 192"/>
              <a:gd name="T2" fmla="*/ 0 w 1680"/>
              <a:gd name="T3" fmla="*/ 0 h 192"/>
              <a:gd name="T4" fmla="*/ 2147483646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527" name="Freeform 8">
            <a:extLst>
              <a:ext uri="{FF2B5EF4-FFF2-40B4-BE49-F238E27FC236}">
                <a16:creationId xmlns:a16="http://schemas.microsoft.com/office/drawing/2014/main" id="{B624587D-73E4-AF40-87AD-B12AD80EAA59}"/>
              </a:ext>
            </a:extLst>
          </p:cNvPr>
          <p:cNvSpPr>
            <a:spLocks/>
          </p:cNvSpPr>
          <p:nvPr/>
        </p:nvSpPr>
        <p:spPr bwMode="auto">
          <a:xfrm>
            <a:off x="3552826" y="3386138"/>
            <a:ext cx="1259681" cy="191691"/>
          </a:xfrm>
          <a:custGeom>
            <a:avLst/>
            <a:gdLst>
              <a:gd name="T0" fmla="*/ 2147483646 w 1138"/>
              <a:gd name="T1" fmla="*/ 2147483646 h 174"/>
              <a:gd name="T2" fmla="*/ 2147483646 w 1138"/>
              <a:gd name="T3" fmla="*/ 2147483646 h 174"/>
              <a:gd name="T4" fmla="*/ 2147483646 w 1138"/>
              <a:gd name="T5" fmla="*/ 2147483646 h 174"/>
              <a:gd name="T6" fmla="*/ 2147483646 w 1138"/>
              <a:gd name="T7" fmla="*/ 2147483646 h 174"/>
              <a:gd name="T8" fmla="*/ 2147483646 w 1138"/>
              <a:gd name="T9" fmla="*/ 0 h 174"/>
              <a:gd name="T10" fmla="*/ 2147483646 w 1138"/>
              <a:gd name="T11" fmla="*/ 0 h 174"/>
              <a:gd name="T12" fmla="*/ 2147483646 w 1138"/>
              <a:gd name="T13" fmla="*/ 0 h 174"/>
              <a:gd name="T14" fmla="*/ 2147483646 w 1138"/>
              <a:gd name="T15" fmla="*/ 0 h 174"/>
              <a:gd name="T16" fmla="*/ 2147483646 w 1138"/>
              <a:gd name="T17" fmla="*/ 2147483646 h 174"/>
              <a:gd name="T18" fmla="*/ 2147483646 w 1138"/>
              <a:gd name="T19" fmla="*/ 2147483646 h 174"/>
              <a:gd name="T20" fmla="*/ 2147483646 w 1138"/>
              <a:gd name="T21" fmla="*/ 2147483646 h 174"/>
              <a:gd name="T22" fmla="*/ 2147483646 w 1138"/>
              <a:gd name="T23" fmla="*/ 2147483646 h 174"/>
              <a:gd name="T24" fmla="*/ 2147483646 w 1138"/>
              <a:gd name="T25" fmla="*/ 2147483646 h 174"/>
              <a:gd name="T26" fmla="*/ 2147483646 w 1138"/>
              <a:gd name="T27" fmla="*/ 2147483646 h 174"/>
              <a:gd name="T28" fmla="*/ 2147483646 w 1138"/>
              <a:gd name="T29" fmla="*/ 2147483646 h 174"/>
              <a:gd name="T30" fmla="*/ 2147483646 w 1138"/>
              <a:gd name="T31" fmla="*/ 2147483646 h 174"/>
              <a:gd name="T32" fmla="*/ 2147483646 w 1138"/>
              <a:gd name="T33" fmla="*/ 2147483646 h 174"/>
              <a:gd name="T34" fmla="*/ 2147483646 w 1138"/>
              <a:gd name="T35" fmla="*/ 2147483646 h 174"/>
              <a:gd name="T36" fmla="*/ 2147483646 w 1138"/>
              <a:gd name="T37" fmla="*/ 2147483646 h 174"/>
              <a:gd name="T38" fmla="*/ 2147483646 w 1138"/>
              <a:gd name="T39" fmla="*/ 2147483646 h 174"/>
              <a:gd name="T40" fmla="*/ 2147483646 w 1138"/>
              <a:gd name="T41" fmla="*/ 2147483646 h 174"/>
              <a:gd name="T42" fmla="*/ 2147483646 w 1138"/>
              <a:gd name="T43" fmla="*/ 2147483646 h 174"/>
              <a:gd name="T44" fmla="*/ 2147483646 w 1138"/>
              <a:gd name="T45" fmla="*/ 2147483646 h 174"/>
              <a:gd name="T46" fmla="*/ 2147483646 w 1138"/>
              <a:gd name="T47" fmla="*/ 2147483646 h 174"/>
              <a:gd name="T48" fmla="*/ 2147483646 w 1138"/>
              <a:gd name="T49" fmla="*/ 2147483646 h 174"/>
              <a:gd name="T50" fmla="*/ 2147483646 w 1138"/>
              <a:gd name="T51" fmla="*/ 2147483646 h 174"/>
              <a:gd name="T52" fmla="*/ 2147483646 w 1138"/>
              <a:gd name="T53" fmla="*/ 2147483646 h 174"/>
              <a:gd name="T54" fmla="*/ 2147483646 w 1138"/>
              <a:gd name="T55" fmla="*/ 2147483646 h 174"/>
              <a:gd name="T56" fmla="*/ 2147483646 w 1138"/>
              <a:gd name="T57" fmla="*/ 2147483646 h 174"/>
              <a:gd name="T58" fmla="*/ 2147483646 w 1138"/>
              <a:gd name="T59" fmla="*/ 2147483646 h 174"/>
              <a:gd name="T60" fmla="*/ 2147483646 w 1138"/>
              <a:gd name="T61" fmla="*/ 2147483646 h 174"/>
              <a:gd name="T62" fmla="*/ 2147483646 w 1138"/>
              <a:gd name="T63" fmla="*/ 2147483646 h 174"/>
              <a:gd name="T64" fmla="*/ 2147483646 w 1138"/>
              <a:gd name="T65" fmla="*/ 2147483646 h 174"/>
              <a:gd name="T66" fmla="*/ 2147483646 w 1138"/>
              <a:gd name="T67" fmla="*/ 2147483646 h 174"/>
              <a:gd name="T68" fmla="*/ 2147483646 w 1138"/>
              <a:gd name="T69" fmla="*/ 2147483646 h 174"/>
              <a:gd name="T70" fmla="*/ 2147483646 w 1138"/>
              <a:gd name="T71" fmla="*/ 2147483646 h 174"/>
              <a:gd name="T72" fmla="*/ 2147483646 w 1138"/>
              <a:gd name="T73" fmla="*/ 2147483646 h 174"/>
              <a:gd name="T74" fmla="*/ 2147483646 w 1138"/>
              <a:gd name="T75" fmla="*/ 2147483646 h 174"/>
              <a:gd name="T76" fmla="*/ 2147483646 w 1138"/>
              <a:gd name="T77" fmla="*/ 2147483646 h 174"/>
              <a:gd name="T78" fmla="*/ 2147483646 w 1138"/>
              <a:gd name="T79" fmla="*/ 2147483646 h 174"/>
              <a:gd name="T80" fmla="*/ 2147483646 w 1138"/>
              <a:gd name="T81" fmla="*/ 2147483646 h 174"/>
              <a:gd name="T82" fmla="*/ 2147483646 w 1138"/>
              <a:gd name="T83" fmla="*/ 2147483646 h 174"/>
              <a:gd name="T84" fmla="*/ 2147483646 w 1138"/>
              <a:gd name="T85" fmla="*/ 2147483646 h 174"/>
              <a:gd name="T86" fmla="*/ 2147483646 w 1138"/>
              <a:gd name="T87" fmla="*/ 2147483646 h 174"/>
              <a:gd name="T88" fmla="*/ 2147483646 w 1138"/>
              <a:gd name="T89" fmla="*/ 2147483646 h 174"/>
              <a:gd name="T90" fmla="*/ 2147483646 w 1138"/>
              <a:gd name="T91" fmla="*/ 2147483646 h 174"/>
              <a:gd name="T92" fmla="*/ 2147483646 w 1138"/>
              <a:gd name="T93" fmla="*/ 2147483646 h 174"/>
              <a:gd name="T94" fmla="*/ 2147483646 w 1138"/>
              <a:gd name="T95" fmla="*/ 2147483646 h 174"/>
              <a:gd name="T96" fmla="*/ 2147483646 w 1138"/>
              <a:gd name="T97" fmla="*/ 2147483646 h 174"/>
              <a:gd name="T98" fmla="*/ 2147483646 w 1138"/>
              <a:gd name="T99" fmla="*/ 2147483646 h 174"/>
              <a:gd name="T100" fmla="*/ 2147483646 w 1138"/>
              <a:gd name="T101" fmla="*/ 2147483646 h 174"/>
              <a:gd name="T102" fmla="*/ 2147483646 w 1138"/>
              <a:gd name="T103" fmla="*/ 2147483646 h 174"/>
              <a:gd name="T104" fmla="*/ 2147483646 w 1138"/>
              <a:gd name="T105" fmla="*/ 2147483646 h 174"/>
              <a:gd name="T106" fmla="*/ 2147483646 w 1138"/>
              <a:gd name="T107" fmla="*/ 2147483646 h 174"/>
              <a:gd name="T108" fmla="*/ 2147483646 w 1138"/>
              <a:gd name="T109" fmla="*/ 2147483646 h 174"/>
              <a:gd name="T110" fmla="*/ 0 w 1138"/>
              <a:gd name="T111" fmla="*/ 2147483646 h 174"/>
              <a:gd name="T112" fmla="*/ 0 w 1138"/>
              <a:gd name="T113" fmla="*/ 2147483646 h 174"/>
              <a:gd name="T114" fmla="*/ 2147483646 w 1138"/>
              <a:gd name="T115" fmla="*/ 2147483646 h 174"/>
              <a:gd name="T116" fmla="*/ 2147483646 w 1138"/>
              <a:gd name="T117" fmla="*/ 2147483646 h 174"/>
              <a:gd name="T118" fmla="*/ 2147483646 w 1138"/>
              <a:gd name="T119" fmla="*/ 2147483646 h 174"/>
              <a:gd name="T120" fmla="*/ 2147483646 w 1138"/>
              <a:gd name="T121" fmla="*/ 2147483646 h 174"/>
              <a:gd name="T122" fmla="*/ 2147483646 w 1138"/>
              <a:gd name="T123" fmla="*/ 2147483646 h 174"/>
              <a:gd name="T124" fmla="*/ 2147483646 w 1138"/>
              <a:gd name="T125" fmla="*/ 2147483646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528" name="Line 9">
            <a:extLst>
              <a:ext uri="{FF2B5EF4-FFF2-40B4-BE49-F238E27FC236}">
                <a16:creationId xmlns:a16="http://schemas.microsoft.com/office/drawing/2014/main" id="{CD36A291-B059-5940-BFA3-D93C3CD0F121}"/>
              </a:ext>
            </a:extLst>
          </p:cNvPr>
          <p:cNvSpPr>
            <a:spLocks noChangeShapeType="1"/>
          </p:cNvSpPr>
          <p:nvPr/>
        </p:nvSpPr>
        <p:spPr bwMode="auto">
          <a:xfrm>
            <a:off x="3234929" y="3471863"/>
            <a:ext cx="180736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29" name="Freeform 10">
            <a:extLst>
              <a:ext uri="{FF2B5EF4-FFF2-40B4-BE49-F238E27FC236}">
                <a16:creationId xmlns:a16="http://schemas.microsoft.com/office/drawing/2014/main" id="{3E4ADDCD-0BBD-9D45-B4E2-4A76165181EE}"/>
              </a:ext>
            </a:extLst>
          </p:cNvPr>
          <p:cNvSpPr>
            <a:spLocks/>
          </p:cNvSpPr>
          <p:nvPr/>
        </p:nvSpPr>
        <p:spPr bwMode="auto">
          <a:xfrm>
            <a:off x="2166938" y="1841897"/>
            <a:ext cx="696516" cy="1775222"/>
          </a:xfrm>
          <a:custGeom>
            <a:avLst/>
            <a:gdLst>
              <a:gd name="T0" fmla="*/ 0 w 630"/>
              <a:gd name="T1" fmla="*/ 2147483646 h 1617"/>
              <a:gd name="T2" fmla="*/ 2147483646 w 630"/>
              <a:gd name="T3" fmla="*/ 2147483646 h 1617"/>
              <a:gd name="T4" fmla="*/ 2147483646 w 630"/>
              <a:gd name="T5" fmla="*/ 0 h 1617"/>
              <a:gd name="T6" fmla="*/ 2147483646 w 630"/>
              <a:gd name="T7" fmla="*/ 2147483646 h 1617"/>
              <a:gd name="T8" fmla="*/ 2147483646 w 630"/>
              <a:gd name="T9" fmla="*/ 2147483646 h 1617"/>
              <a:gd name="T10" fmla="*/ 2147483646 w 630"/>
              <a:gd name="T11" fmla="*/ 2147483646 h 1617"/>
              <a:gd name="T12" fmla="*/ 2147483646 w 630"/>
              <a:gd name="T13" fmla="*/ 2147483646 h 1617"/>
              <a:gd name="T14" fmla="*/ 2147483646 w 630"/>
              <a:gd name="T15" fmla="*/ 2147483646 h 1617"/>
              <a:gd name="T16" fmla="*/ 2147483646 w 630"/>
              <a:gd name="T17" fmla="*/ 2147483646 h 1617"/>
              <a:gd name="T18" fmla="*/ 2147483646 w 630"/>
              <a:gd name="T19" fmla="*/ 2147483646 h 1617"/>
              <a:gd name="T20" fmla="*/ 2147483646 w 630"/>
              <a:gd name="T21" fmla="*/ 2147483646 h 1617"/>
              <a:gd name="T22" fmla="*/ 2147483646 w 630"/>
              <a:gd name="T23" fmla="*/ 2147483646 h 1617"/>
              <a:gd name="T24" fmla="*/ 2147483646 w 630"/>
              <a:gd name="T25" fmla="*/ 2147483646 h 1617"/>
              <a:gd name="T26" fmla="*/ 2147483646 w 630"/>
              <a:gd name="T27" fmla="*/ 2147483646 h 1617"/>
              <a:gd name="T28" fmla="*/ 2147483646 w 630"/>
              <a:gd name="T29" fmla="*/ 2147483646 h 1617"/>
              <a:gd name="T30" fmla="*/ 2147483646 w 630"/>
              <a:gd name="T31" fmla="*/ 2147483646 h 1617"/>
              <a:gd name="T32" fmla="*/ 2147483646 w 630"/>
              <a:gd name="T33" fmla="*/ 2147483646 h 1617"/>
              <a:gd name="T34" fmla="*/ 2147483646 w 630"/>
              <a:gd name="T35" fmla="*/ 2147483646 h 1617"/>
              <a:gd name="T36" fmla="*/ 2147483646 w 630"/>
              <a:gd name="T37" fmla="*/ 2147483646 h 1617"/>
              <a:gd name="T38" fmla="*/ 2147483646 w 630"/>
              <a:gd name="T39" fmla="*/ 2147483646 h 1617"/>
              <a:gd name="T40" fmla="*/ 2147483646 w 630"/>
              <a:gd name="T41" fmla="*/ 2147483646 h 1617"/>
              <a:gd name="T42" fmla="*/ 2147483646 w 630"/>
              <a:gd name="T43" fmla="*/ 2147483646 h 1617"/>
              <a:gd name="T44" fmla="*/ 2147483646 w 630"/>
              <a:gd name="T45" fmla="*/ 2147483646 h 1617"/>
              <a:gd name="T46" fmla="*/ 2147483646 w 630"/>
              <a:gd name="T47" fmla="*/ 2147483646 h 1617"/>
              <a:gd name="T48" fmla="*/ 2147483646 w 630"/>
              <a:gd name="T49" fmla="*/ 2147483646 h 1617"/>
              <a:gd name="T50" fmla="*/ 2147483646 w 630"/>
              <a:gd name="T51" fmla="*/ 2147483646 h 1617"/>
              <a:gd name="T52" fmla="*/ 2147483646 w 630"/>
              <a:gd name="T53" fmla="*/ 2147483646 h 1617"/>
              <a:gd name="T54" fmla="*/ 2147483646 w 630"/>
              <a:gd name="T55" fmla="*/ 2147483646 h 1617"/>
              <a:gd name="T56" fmla="*/ 2147483646 w 630"/>
              <a:gd name="T57" fmla="*/ 2147483646 h 1617"/>
              <a:gd name="T58" fmla="*/ 2147483646 w 630"/>
              <a:gd name="T59" fmla="*/ 2147483646 h 1617"/>
              <a:gd name="T60" fmla="*/ 2147483646 w 630"/>
              <a:gd name="T61" fmla="*/ 2147483646 h 1617"/>
              <a:gd name="T62" fmla="*/ 2147483646 w 630"/>
              <a:gd name="T63" fmla="*/ 2147483646 h 1617"/>
              <a:gd name="T64" fmla="*/ 2147483646 w 630"/>
              <a:gd name="T65" fmla="*/ 2147483646 h 1617"/>
              <a:gd name="T66" fmla="*/ 2147483646 w 630"/>
              <a:gd name="T67" fmla="*/ 2147483646 h 1617"/>
              <a:gd name="T68" fmla="*/ 2147483646 w 630"/>
              <a:gd name="T69" fmla="*/ 2147483646 h 1617"/>
              <a:gd name="T70" fmla="*/ 2147483646 w 630"/>
              <a:gd name="T71" fmla="*/ 2147483646 h 1617"/>
              <a:gd name="T72" fmla="*/ 2147483646 w 630"/>
              <a:gd name="T73" fmla="*/ 2147483646 h 1617"/>
              <a:gd name="T74" fmla="*/ 2147483646 w 630"/>
              <a:gd name="T75" fmla="*/ 2147483646 h 1617"/>
              <a:gd name="T76" fmla="*/ 2147483646 w 630"/>
              <a:gd name="T77" fmla="*/ 2147483646 h 1617"/>
              <a:gd name="T78" fmla="*/ 2147483646 w 630"/>
              <a:gd name="T79" fmla="*/ 2147483646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530" name="Freeform 11">
            <a:extLst>
              <a:ext uri="{FF2B5EF4-FFF2-40B4-BE49-F238E27FC236}">
                <a16:creationId xmlns:a16="http://schemas.microsoft.com/office/drawing/2014/main" id="{9EF6767D-BB05-8C46-936D-8370893C4DC9}"/>
              </a:ext>
            </a:extLst>
          </p:cNvPr>
          <p:cNvSpPr>
            <a:spLocks/>
          </p:cNvSpPr>
          <p:nvPr/>
        </p:nvSpPr>
        <p:spPr bwMode="auto">
          <a:xfrm>
            <a:off x="3208735" y="2314575"/>
            <a:ext cx="819150" cy="817960"/>
          </a:xfrm>
          <a:custGeom>
            <a:avLst/>
            <a:gdLst>
              <a:gd name="T0" fmla="*/ 2147483646 w 741"/>
              <a:gd name="T1" fmla="*/ 2147483646 h 744"/>
              <a:gd name="T2" fmla="*/ 2147483646 w 741"/>
              <a:gd name="T3" fmla="*/ 2147483646 h 744"/>
              <a:gd name="T4" fmla="*/ 2147483646 w 741"/>
              <a:gd name="T5" fmla="*/ 2147483646 h 744"/>
              <a:gd name="T6" fmla="*/ 2147483646 w 741"/>
              <a:gd name="T7" fmla="*/ 2147483646 h 744"/>
              <a:gd name="T8" fmla="*/ 2147483646 w 741"/>
              <a:gd name="T9" fmla="*/ 2147483646 h 744"/>
              <a:gd name="T10" fmla="*/ 2147483646 w 741"/>
              <a:gd name="T11" fmla="*/ 2147483646 h 744"/>
              <a:gd name="T12" fmla="*/ 2147483646 w 741"/>
              <a:gd name="T13" fmla="*/ 2147483646 h 744"/>
              <a:gd name="T14" fmla="*/ 2147483646 w 741"/>
              <a:gd name="T15" fmla="*/ 2147483646 h 744"/>
              <a:gd name="T16" fmla="*/ 2147483646 w 741"/>
              <a:gd name="T17" fmla="*/ 2147483646 h 744"/>
              <a:gd name="T18" fmla="*/ 2147483646 w 741"/>
              <a:gd name="T19" fmla="*/ 2147483646 h 744"/>
              <a:gd name="T20" fmla="*/ 2147483646 w 741"/>
              <a:gd name="T21" fmla="*/ 2147483646 h 744"/>
              <a:gd name="T22" fmla="*/ 2147483646 w 741"/>
              <a:gd name="T23" fmla="*/ 2147483646 h 744"/>
              <a:gd name="T24" fmla="*/ 2147483646 w 741"/>
              <a:gd name="T25" fmla="*/ 2147483646 h 744"/>
              <a:gd name="T26" fmla="*/ 2147483646 w 741"/>
              <a:gd name="T27" fmla="*/ 2147483646 h 744"/>
              <a:gd name="T28" fmla="*/ 2147483646 w 741"/>
              <a:gd name="T29" fmla="*/ 2147483646 h 744"/>
              <a:gd name="T30" fmla="*/ 2147483646 w 741"/>
              <a:gd name="T31" fmla="*/ 2147483646 h 744"/>
              <a:gd name="T32" fmla="*/ 2147483646 w 741"/>
              <a:gd name="T33" fmla="*/ 2147483646 h 744"/>
              <a:gd name="T34" fmla="*/ 2147483646 w 741"/>
              <a:gd name="T35" fmla="*/ 2147483646 h 744"/>
              <a:gd name="T36" fmla="*/ 2147483646 w 741"/>
              <a:gd name="T37" fmla="*/ 2147483646 h 744"/>
              <a:gd name="T38" fmla="*/ 2147483646 w 741"/>
              <a:gd name="T39" fmla="*/ 2147483646 h 744"/>
              <a:gd name="T40" fmla="*/ 2147483646 w 741"/>
              <a:gd name="T41" fmla="*/ 2147483646 h 744"/>
              <a:gd name="T42" fmla="*/ 2147483646 w 741"/>
              <a:gd name="T43" fmla="*/ 2147483646 h 744"/>
              <a:gd name="T44" fmla="*/ 2147483646 w 741"/>
              <a:gd name="T45" fmla="*/ 2147483646 h 744"/>
              <a:gd name="T46" fmla="*/ 2147483646 w 741"/>
              <a:gd name="T47" fmla="*/ 2147483646 h 744"/>
              <a:gd name="T48" fmla="*/ 2147483646 w 741"/>
              <a:gd name="T49" fmla="*/ 2147483646 h 744"/>
              <a:gd name="T50" fmla="*/ 2147483646 w 741"/>
              <a:gd name="T51" fmla="*/ 2147483646 h 744"/>
              <a:gd name="T52" fmla="*/ 2147483646 w 741"/>
              <a:gd name="T53" fmla="*/ 2147483646 h 744"/>
              <a:gd name="T54" fmla="*/ 2147483646 w 741"/>
              <a:gd name="T55" fmla="*/ 0 h 744"/>
              <a:gd name="T56" fmla="*/ 2147483646 w 741"/>
              <a:gd name="T57" fmla="*/ 2147483646 h 744"/>
              <a:gd name="T58" fmla="*/ 2147483646 w 741"/>
              <a:gd name="T59" fmla="*/ 2147483646 h 744"/>
              <a:gd name="T60" fmla="*/ 2147483646 w 741"/>
              <a:gd name="T61" fmla="*/ 2147483646 h 744"/>
              <a:gd name="T62" fmla="*/ 2147483646 w 741"/>
              <a:gd name="T63" fmla="*/ 2147483646 h 744"/>
              <a:gd name="T64" fmla="*/ 2147483646 w 741"/>
              <a:gd name="T65" fmla="*/ 2147483646 h 744"/>
              <a:gd name="T66" fmla="*/ 2147483646 w 741"/>
              <a:gd name="T67" fmla="*/ 2147483646 h 744"/>
              <a:gd name="T68" fmla="*/ 2147483646 w 741"/>
              <a:gd name="T69" fmla="*/ 2147483646 h 744"/>
              <a:gd name="T70" fmla="*/ 2147483646 w 741"/>
              <a:gd name="T71" fmla="*/ 2147483646 h 744"/>
              <a:gd name="T72" fmla="*/ 2147483646 w 741"/>
              <a:gd name="T73" fmla="*/ 2147483646 h 744"/>
              <a:gd name="T74" fmla="*/ 2147483646 w 741"/>
              <a:gd name="T75" fmla="*/ 2147483646 h 744"/>
              <a:gd name="T76" fmla="*/ 2147483646 w 741"/>
              <a:gd name="T77" fmla="*/ 2147483646 h 744"/>
              <a:gd name="T78" fmla="*/ 2147483646 w 741"/>
              <a:gd name="T79" fmla="*/ 2147483646 h 744"/>
              <a:gd name="T80" fmla="*/ 2147483646 w 741"/>
              <a:gd name="T81" fmla="*/ 2147483646 h 744"/>
              <a:gd name="T82" fmla="*/ 2147483646 w 741"/>
              <a:gd name="T83" fmla="*/ 2147483646 h 744"/>
              <a:gd name="T84" fmla="*/ 2147483646 w 741"/>
              <a:gd name="T85" fmla="*/ 2147483646 h 744"/>
              <a:gd name="T86" fmla="*/ 0 w 741"/>
              <a:gd name="T87" fmla="*/ 2147483646 h 744"/>
              <a:gd name="T88" fmla="*/ 2147483646 w 741"/>
              <a:gd name="T89" fmla="*/ 2147483646 h 744"/>
              <a:gd name="T90" fmla="*/ 2147483646 w 741"/>
              <a:gd name="T91" fmla="*/ 2147483646 h 744"/>
              <a:gd name="T92" fmla="*/ 2147483646 w 741"/>
              <a:gd name="T93" fmla="*/ 2147483646 h 744"/>
              <a:gd name="T94" fmla="*/ 2147483646 w 741"/>
              <a:gd name="T95" fmla="*/ 2147483646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531" name="Freeform 12">
            <a:extLst>
              <a:ext uri="{FF2B5EF4-FFF2-40B4-BE49-F238E27FC236}">
                <a16:creationId xmlns:a16="http://schemas.microsoft.com/office/drawing/2014/main" id="{2B2C49D3-C8E0-AB48-888A-1FE31D89B30F}"/>
              </a:ext>
            </a:extLst>
          </p:cNvPr>
          <p:cNvSpPr>
            <a:spLocks/>
          </p:cNvSpPr>
          <p:nvPr/>
        </p:nvSpPr>
        <p:spPr bwMode="auto">
          <a:xfrm>
            <a:off x="4411266" y="2311004"/>
            <a:ext cx="728663" cy="915590"/>
          </a:xfrm>
          <a:custGeom>
            <a:avLst/>
            <a:gdLst>
              <a:gd name="T0" fmla="*/ 2147483646 w 657"/>
              <a:gd name="T1" fmla="*/ 2147483646 h 832"/>
              <a:gd name="T2" fmla="*/ 2147483646 w 657"/>
              <a:gd name="T3" fmla="*/ 2147483646 h 832"/>
              <a:gd name="T4" fmla="*/ 2147483646 w 657"/>
              <a:gd name="T5" fmla="*/ 2147483646 h 832"/>
              <a:gd name="T6" fmla="*/ 2147483646 w 657"/>
              <a:gd name="T7" fmla="*/ 2147483646 h 832"/>
              <a:gd name="T8" fmla="*/ 2147483646 w 657"/>
              <a:gd name="T9" fmla="*/ 0 h 832"/>
              <a:gd name="T10" fmla="*/ 2147483646 w 657"/>
              <a:gd name="T11" fmla="*/ 2147483646 h 832"/>
              <a:gd name="T12" fmla="*/ 2147483646 w 657"/>
              <a:gd name="T13" fmla="*/ 2147483646 h 832"/>
              <a:gd name="T14" fmla="*/ 2147483646 w 657"/>
              <a:gd name="T15" fmla="*/ 2147483646 h 832"/>
              <a:gd name="T16" fmla="*/ 2147483646 w 657"/>
              <a:gd name="T17" fmla="*/ 2147483646 h 832"/>
              <a:gd name="T18" fmla="*/ 2147483646 w 657"/>
              <a:gd name="T19" fmla="*/ 2147483646 h 832"/>
              <a:gd name="T20" fmla="*/ 2147483646 w 657"/>
              <a:gd name="T21" fmla="*/ 2147483646 h 832"/>
              <a:gd name="T22" fmla="*/ 2147483646 w 657"/>
              <a:gd name="T23" fmla="*/ 2147483646 h 832"/>
              <a:gd name="T24" fmla="*/ 2147483646 w 657"/>
              <a:gd name="T25" fmla="*/ 2147483646 h 832"/>
              <a:gd name="T26" fmla="*/ 2147483646 w 657"/>
              <a:gd name="T27" fmla="*/ 2147483646 h 832"/>
              <a:gd name="T28" fmla="*/ 2147483646 w 657"/>
              <a:gd name="T29" fmla="*/ 2147483646 h 832"/>
              <a:gd name="T30" fmla="*/ 2147483646 w 657"/>
              <a:gd name="T31" fmla="*/ 2147483646 h 832"/>
              <a:gd name="T32" fmla="*/ 2147483646 w 657"/>
              <a:gd name="T33" fmla="*/ 2147483646 h 832"/>
              <a:gd name="T34" fmla="*/ 2147483646 w 657"/>
              <a:gd name="T35" fmla="*/ 2147483646 h 832"/>
              <a:gd name="T36" fmla="*/ 2147483646 w 657"/>
              <a:gd name="T37" fmla="*/ 2147483646 h 832"/>
              <a:gd name="T38" fmla="*/ 2147483646 w 657"/>
              <a:gd name="T39" fmla="*/ 2147483646 h 832"/>
              <a:gd name="T40" fmla="*/ 2147483646 w 657"/>
              <a:gd name="T41" fmla="*/ 2147483646 h 832"/>
              <a:gd name="T42" fmla="*/ 2147483646 w 657"/>
              <a:gd name="T43" fmla="*/ 2147483646 h 832"/>
              <a:gd name="T44" fmla="*/ 0 w 657"/>
              <a:gd name="T45" fmla="*/ 2147483646 h 832"/>
              <a:gd name="T46" fmla="*/ 2147483646 w 657"/>
              <a:gd name="T47" fmla="*/ 2147483646 h 832"/>
              <a:gd name="T48" fmla="*/ 2147483646 w 657"/>
              <a:gd name="T49" fmla="*/ 2147483646 h 832"/>
              <a:gd name="T50" fmla="*/ 2147483646 w 657"/>
              <a:gd name="T51" fmla="*/ 2147483646 h 832"/>
              <a:gd name="T52" fmla="*/ 2147483646 w 657"/>
              <a:gd name="T53" fmla="*/ 2147483646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532" name="Rectangle 13">
            <a:extLst>
              <a:ext uri="{FF2B5EF4-FFF2-40B4-BE49-F238E27FC236}">
                <a16:creationId xmlns:a16="http://schemas.microsoft.com/office/drawing/2014/main" id="{0D2F1D13-8090-944D-93F0-944B73823A70}"/>
              </a:ext>
            </a:extLst>
          </p:cNvPr>
          <p:cNvSpPr>
            <a:spLocks noChangeArrowheads="1"/>
          </p:cNvSpPr>
          <p:nvPr/>
        </p:nvSpPr>
        <p:spPr bwMode="auto">
          <a:xfrm>
            <a:off x="2277667" y="3427810"/>
            <a:ext cx="7739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33" name="Freeform 14">
            <a:extLst>
              <a:ext uri="{FF2B5EF4-FFF2-40B4-BE49-F238E27FC236}">
                <a16:creationId xmlns:a16="http://schemas.microsoft.com/office/drawing/2014/main" id="{D7C13DCB-3FD8-2A43-865B-86A1786C44DC}"/>
              </a:ext>
            </a:extLst>
          </p:cNvPr>
          <p:cNvSpPr>
            <a:spLocks/>
          </p:cNvSpPr>
          <p:nvPr/>
        </p:nvSpPr>
        <p:spPr bwMode="auto">
          <a:xfrm>
            <a:off x="1852612" y="3025378"/>
            <a:ext cx="425054" cy="22622"/>
          </a:xfrm>
          <a:custGeom>
            <a:avLst/>
            <a:gdLst>
              <a:gd name="T0" fmla="*/ 0 w 386"/>
              <a:gd name="T1" fmla="*/ 2147483646 h 21"/>
              <a:gd name="T2" fmla="*/ 0 w 386"/>
              <a:gd name="T3" fmla="*/ 2147483646 h 21"/>
              <a:gd name="T4" fmla="*/ 2147483646 w 386"/>
              <a:gd name="T5" fmla="*/ 2147483646 h 21"/>
              <a:gd name="T6" fmla="*/ 2147483646 w 386"/>
              <a:gd name="T7" fmla="*/ 0 h 21"/>
              <a:gd name="T8" fmla="*/ 0 w 386"/>
              <a:gd name="T9" fmla="*/ 2147483646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534" name="Rectangle 15">
            <a:extLst>
              <a:ext uri="{FF2B5EF4-FFF2-40B4-BE49-F238E27FC236}">
                <a16:creationId xmlns:a16="http://schemas.microsoft.com/office/drawing/2014/main" id="{D321D32D-4065-6448-9597-0AA32B93D18C}"/>
              </a:ext>
            </a:extLst>
          </p:cNvPr>
          <p:cNvSpPr>
            <a:spLocks noChangeArrowheads="1"/>
          </p:cNvSpPr>
          <p:nvPr/>
        </p:nvSpPr>
        <p:spPr bwMode="auto">
          <a:xfrm>
            <a:off x="1852612" y="2197894"/>
            <a:ext cx="425054"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35" name="Freeform 16">
            <a:extLst>
              <a:ext uri="{FF2B5EF4-FFF2-40B4-BE49-F238E27FC236}">
                <a16:creationId xmlns:a16="http://schemas.microsoft.com/office/drawing/2014/main" id="{BEB5A622-B334-654C-9A73-700672402CD1}"/>
              </a:ext>
            </a:extLst>
          </p:cNvPr>
          <p:cNvSpPr>
            <a:spLocks/>
          </p:cNvSpPr>
          <p:nvPr/>
        </p:nvSpPr>
        <p:spPr bwMode="auto">
          <a:xfrm>
            <a:off x="2993231" y="2134792"/>
            <a:ext cx="1187054" cy="1229915"/>
          </a:xfrm>
          <a:custGeom>
            <a:avLst/>
            <a:gdLst>
              <a:gd name="T0" fmla="*/ 0 w 945"/>
              <a:gd name="T1" fmla="*/ 2147483646 h 888"/>
              <a:gd name="T2" fmla="*/ 2147483646 w 945"/>
              <a:gd name="T3" fmla="*/ 2147483646 h 888"/>
              <a:gd name="T4" fmla="*/ 2147483646 w 945"/>
              <a:gd name="T5" fmla="*/ 2147483646 h 888"/>
              <a:gd name="T6" fmla="*/ 2147483646 w 945"/>
              <a:gd name="T7" fmla="*/ 0 h 888"/>
              <a:gd name="T8" fmla="*/ 0 w 945"/>
              <a:gd name="T9" fmla="*/ 2147483646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107536" name="Freeform 17">
            <a:extLst>
              <a:ext uri="{FF2B5EF4-FFF2-40B4-BE49-F238E27FC236}">
                <a16:creationId xmlns:a16="http://schemas.microsoft.com/office/drawing/2014/main" id="{552F20C3-A351-7241-9531-969632BB2459}"/>
              </a:ext>
            </a:extLst>
          </p:cNvPr>
          <p:cNvSpPr>
            <a:spLocks/>
          </p:cNvSpPr>
          <p:nvPr/>
        </p:nvSpPr>
        <p:spPr bwMode="auto">
          <a:xfrm>
            <a:off x="2767012" y="1329929"/>
            <a:ext cx="3767138" cy="663178"/>
          </a:xfrm>
          <a:custGeom>
            <a:avLst/>
            <a:gdLst>
              <a:gd name="T0" fmla="*/ 2147483646 w 3403"/>
              <a:gd name="T1" fmla="*/ 2147483646 h 603"/>
              <a:gd name="T2" fmla="*/ 2147483646 w 3403"/>
              <a:gd name="T3" fmla="*/ 0 h 603"/>
              <a:gd name="T4" fmla="*/ 2147483646 w 3403"/>
              <a:gd name="T5" fmla="*/ 2147483646 h 603"/>
              <a:gd name="T6" fmla="*/ 2147483646 w 3403"/>
              <a:gd name="T7" fmla="*/ 2147483646 h 603"/>
              <a:gd name="T8" fmla="*/ 2147483646 w 3403"/>
              <a:gd name="T9" fmla="*/ 2147483646 h 603"/>
              <a:gd name="T10" fmla="*/ 2147483646 w 3403"/>
              <a:gd name="T11" fmla="*/ 2147483646 h 603"/>
              <a:gd name="T12" fmla="*/ 2147483646 w 3403"/>
              <a:gd name="T13" fmla="*/ 2147483646 h 603"/>
              <a:gd name="T14" fmla="*/ 2147483646 w 3403"/>
              <a:gd name="T15" fmla="*/ 2147483646 h 603"/>
              <a:gd name="T16" fmla="*/ 2147483646 w 3403"/>
              <a:gd name="T17" fmla="*/ 2147483646 h 603"/>
              <a:gd name="T18" fmla="*/ 2147483646 w 3403"/>
              <a:gd name="T19" fmla="*/ 2147483646 h 603"/>
              <a:gd name="T20" fmla="*/ 2147483646 w 3403"/>
              <a:gd name="T21" fmla="*/ 2147483646 h 603"/>
              <a:gd name="T22" fmla="*/ 2147483646 w 3403"/>
              <a:gd name="T23" fmla="*/ 2147483646 h 603"/>
              <a:gd name="T24" fmla="*/ 2147483646 w 3403"/>
              <a:gd name="T25" fmla="*/ 2147483646 h 603"/>
              <a:gd name="T26" fmla="*/ 2147483646 w 3403"/>
              <a:gd name="T27" fmla="*/ 2147483646 h 603"/>
              <a:gd name="T28" fmla="*/ 2147483646 w 3403"/>
              <a:gd name="T29" fmla="*/ 2147483646 h 603"/>
              <a:gd name="T30" fmla="*/ 2147483646 w 3403"/>
              <a:gd name="T31" fmla="*/ 2147483646 h 603"/>
              <a:gd name="T32" fmla="*/ 2147483646 w 3403"/>
              <a:gd name="T33" fmla="*/ 2147483646 h 603"/>
              <a:gd name="T34" fmla="*/ 2147483646 w 3403"/>
              <a:gd name="T35" fmla="*/ 2147483646 h 603"/>
              <a:gd name="T36" fmla="*/ 2147483646 w 3403"/>
              <a:gd name="T37" fmla="*/ 2147483646 h 603"/>
              <a:gd name="T38" fmla="*/ 2147483646 w 3403"/>
              <a:gd name="T39" fmla="*/ 2147483646 h 603"/>
              <a:gd name="T40" fmla="*/ 2147483646 w 3403"/>
              <a:gd name="T41" fmla="*/ 2147483646 h 603"/>
              <a:gd name="T42" fmla="*/ 2147483646 w 3403"/>
              <a:gd name="T43" fmla="*/ 2147483646 h 603"/>
              <a:gd name="T44" fmla="*/ 2147483646 w 3403"/>
              <a:gd name="T45" fmla="*/ 2147483646 h 603"/>
              <a:gd name="T46" fmla="*/ 2147483646 w 3403"/>
              <a:gd name="T47" fmla="*/ 2147483646 h 603"/>
              <a:gd name="T48" fmla="*/ 2147483646 w 3403"/>
              <a:gd name="T49" fmla="*/ 2147483646 h 603"/>
              <a:gd name="T50" fmla="*/ 2147483646 w 3403"/>
              <a:gd name="T51" fmla="*/ 2147483646 h 603"/>
              <a:gd name="T52" fmla="*/ 2147483646 w 3403"/>
              <a:gd name="T53" fmla="*/ 2147483646 h 603"/>
              <a:gd name="T54" fmla="*/ 2147483646 w 3403"/>
              <a:gd name="T55" fmla="*/ 2147483646 h 603"/>
              <a:gd name="T56" fmla="*/ 2147483646 w 3403"/>
              <a:gd name="T57" fmla="*/ 2147483646 h 603"/>
              <a:gd name="T58" fmla="*/ 2147483646 w 3403"/>
              <a:gd name="T59" fmla="*/ 2147483646 h 603"/>
              <a:gd name="T60" fmla="*/ 2147483646 w 3403"/>
              <a:gd name="T61" fmla="*/ 2147483646 h 603"/>
              <a:gd name="T62" fmla="*/ 2147483646 w 3403"/>
              <a:gd name="T63" fmla="*/ 2147483646 h 603"/>
              <a:gd name="T64" fmla="*/ 2147483646 w 3403"/>
              <a:gd name="T65" fmla="*/ 2147483646 h 603"/>
              <a:gd name="T66" fmla="*/ 2147483646 w 3403"/>
              <a:gd name="T67" fmla="*/ 2147483646 h 603"/>
              <a:gd name="T68" fmla="*/ 2147483646 w 3403"/>
              <a:gd name="T69" fmla="*/ 2147483646 h 603"/>
              <a:gd name="T70" fmla="*/ 2147483646 w 3403"/>
              <a:gd name="T71" fmla="*/ 2147483646 h 603"/>
              <a:gd name="T72" fmla="*/ 2147483646 w 3403"/>
              <a:gd name="T73" fmla="*/ 2147483646 h 603"/>
              <a:gd name="T74" fmla="*/ 2147483646 w 3403"/>
              <a:gd name="T75" fmla="*/ 2147483646 h 603"/>
              <a:gd name="T76" fmla="*/ 2147483646 w 3403"/>
              <a:gd name="T77" fmla="*/ 2147483646 h 603"/>
              <a:gd name="T78" fmla="*/ 2147483646 w 3403"/>
              <a:gd name="T79" fmla="*/ 2147483646 h 603"/>
              <a:gd name="T80" fmla="*/ 2147483646 w 3403"/>
              <a:gd name="T81" fmla="*/ 2147483646 h 603"/>
              <a:gd name="T82" fmla="*/ 2147483646 w 3403"/>
              <a:gd name="T83" fmla="*/ 2147483646 h 603"/>
              <a:gd name="T84" fmla="*/ 2147483646 w 3403"/>
              <a:gd name="T85" fmla="*/ 2147483646 h 603"/>
              <a:gd name="T86" fmla="*/ 2147483646 w 3403"/>
              <a:gd name="T87" fmla="*/ 2147483646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537" name="Freeform 18">
            <a:extLst>
              <a:ext uri="{FF2B5EF4-FFF2-40B4-BE49-F238E27FC236}">
                <a16:creationId xmlns:a16="http://schemas.microsoft.com/office/drawing/2014/main" id="{C4E645A6-8FF0-B542-9196-626ACE05FA6B}"/>
              </a:ext>
            </a:extLst>
          </p:cNvPr>
          <p:cNvSpPr>
            <a:spLocks/>
          </p:cNvSpPr>
          <p:nvPr/>
        </p:nvSpPr>
        <p:spPr bwMode="auto">
          <a:xfrm>
            <a:off x="4311253" y="2121694"/>
            <a:ext cx="889397" cy="1191816"/>
          </a:xfrm>
          <a:custGeom>
            <a:avLst/>
            <a:gdLst>
              <a:gd name="T0" fmla="*/ 2147483646 w 1094"/>
              <a:gd name="T1" fmla="*/ 2147483646 h 901"/>
              <a:gd name="T2" fmla="*/ 2147483646 w 1094"/>
              <a:gd name="T3" fmla="*/ 2147483646 h 901"/>
              <a:gd name="T4" fmla="*/ 2147483646 w 1094"/>
              <a:gd name="T5" fmla="*/ 0 h 901"/>
              <a:gd name="T6" fmla="*/ 0 w 1094"/>
              <a:gd name="T7" fmla="*/ 2147483646 h 901"/>
              <a:gd name="T8" fmla="*/ 2147483646 w 1094"/>
              <a:gd name="T9" fmla="*/ 2147483646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538" name="Rectangle 19">
            <a:extLst>
              <a:ext uri="{FF2B5EF4-FFF2-40B4-BE49-F238E27FC236}">
                <a16:creationId xmlns:a16="http://schemas.microsoft.com/office/drawing/2014/main" id="{1A2B1090-2DB7-BD49-9042-631B4A1D3DC6}"/>
              </a:ext>
            </a:extLst>
          </p:cNvPr>
          <p:cNvSpPr>
            <a:spLocks noChangeArrowheads="1"/>
          </p:cNvSpPr>
          <p:nvPr/>
        </p:nvSpPr>
        <p:spPr bwMode="auto">
          <a:xfrm>
            <a:off x="6898482" y="3071813"/>
            <a:ext cx="470297"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39" name="Rectangle 20">
            <a:extLst>
              <a:ext uri="{FF2B5EF4-FFF2-40B4-BE49-F238E27FC236}">
                <a16:creationId xmlns:a16="http://schemas.microsoft.com/office/drawing/2014/main" id="{E9BBC276-7679-4F4F-BC36-97978D5276BE}"/>
              </a:ext>
            </a:extLst>
          </p:cNvPr>
          <p:cNvSpPr>
            <a:spLocks noChangeArrowheads="1"/>
          </p:cNvSpPr>
          <p:nvPr/>
        </p:nvSpPr>
        <p:spPr bwMode="auto">
          <a:xfrm>
            <a:off x="6908007" y="2251473"/>
            <a:ext cx="4691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40" name="Rectangle 21">
            <a:extLst>
              <a:ext uri="{FF2B5EF4-FFF2-40B4-BE49-F238E27FC236}">
                <a16:creationId xmlns:a16="http://schemas.microsoft.com/office/drawing/2014/main" id="{6B7A3311-E92C-674C-9835-80BF31CF425C}"/>
              </a:ext>
            </a:extLst>
          </p:cNvPr>
          <p:cNvSpPr>
            <a:spLocks noChangeArrowheads="1"/>
          </p:cNvSpPr>
          <p:nvPr/>
        </p:nvSpPr>
        <p:spPr bwMode="auto">
          <a:xfrm>
            <a:off x="6041231" y="3577829"/>
            <a:ext cx="13946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B</a:t>
            </a:r>
            <a:endParaRPr kumimoji="1" lang="en-US" altLang="zh-CN" sz="1500">
              <a:latin typeface="Arial" panose="020B0604020202020204" pitchFamily="34" charset="0"/>
              <a:ea typeface="宋体" panose="02010600030101010101" pitchFamily="2" charset="-122"/>
            </a:endParaRPr>
          </a:p>
        </p:txBody>
      </p:sp>
      <p:sp>
        <p:nvSpPr>
          <p:cNvPr id="107541" name="Oval 22">
            <a:extLst>
              <a:ext uri="{FF2B5EF4-FFF2-40B4-BE49-F238E27FC236}">
                <a16:creationId xmlns:a16="http://schemas.microsoft.com/office/drawing/2014/main" id="{E63D8976-A539-DE4F-A7F1-E4C50FEE4017}"/>
              </a:ext>
            </a:extLst>
          </p:cNvPr>
          <p:cNvSpPr>
            <a:spLocks noChangeArrowheads="1"/>
          </p:cNvSpPr>
          <p:nvPr/>
        </p:nvSpPr>
        <p:spPr bwMode="auto">
          <a:xfrm>
            <a:off x="3831432" y="4216003"/>
            <a:ext cx="88106"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7542" name="Group 23">
            <a:extLst>
              <a:ext uri="{FF2B5EF4-FFF2-40B4-BE49-F238E27FC236}">
                <a16:creationId xmlns:a16="http://schemas.microsoft.com/office/drawing/2014/main" id="{E7495E65-56A5-C444-8227-6C8204DE3166}"/>
              </a:ext>
            </a:extLst>
          </p:cNvPr>
          <p:cNvGrpSpPr>
            <a:grpSpLocks/>
          </p:cNvGrpSpPr>
          <p:nvPr/>
        </p:nvGrpSpPr>
        <p:grpSpPr bwMode="auto">
          <a:xfrm>
            <a:off x="1577579" y="2712244"/>
            <a:ext cx="378619" cy="386954"/>
            <a:chOff x="101" y="2294"/>
            <a:chExt cx="343" cy="353"/>
          </a:xfrm>
        </p:grpSpPr>
        <p:grpSp>
          <p:nvGrpSpPr>
            <p:cNvPr id="107937" name="Group 24">
              <a:extLst>
                <a:ext uri="{FF2B5EF4-FFF2-40B4-BE49-F238E27FC236}">
                  <a16:creationId xmlns:a16="http://schemas.microsoft.com/office/drawing/2014/main" id="{ACF1B065-CA9D-734E-8786-833687E2E6C8}"/>
                </a:ext>
              </a:extLst>
            </p:cNvPr>
            <p:cNvGrpSpPr>
              <a:grpSpLocks/>
            </p:cNvGrpSpPr>
            <p:nvPr/>
          </p:nvGrpSpPr>
          <p:grpSpPr bwMode="auto">
            <a:xfrm>
              <a:off x="109" y="2301"/>
              <a:ext cx="335" cy="346"/>
              <a:chOff x="109" y="2301"/>
              <a:chExt cx="335" cy="346"/>
            </a:xfrm>
          </p:grpSpPr>
          <p:sp>
            <p:nvSpPr>
              <p:cNvPr id="107951" name="Freeform 25">
                <a:extLst>
                  <a:ext uri="{FF2B5EF4-FFF2-40B4-BE49-F238E27FC236}">
                    <a16:creationId xmlns:a16="http://schemas.microsoft.com/office/drawing/2014/main" id="{1155DF89-C5C5-3A42-BEAC-DDDF023AEB5B}"/>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52" name="Freeform 26">
                <a:extLst>
                  <a:ext uri="{FF2B5EF4-FFF2-40B4-BE49-F238E27FC236}">
                    <a16:creationId xmlns:a16="http://schemas.microsoft.com/office/drawing/2014/main" id="{8147186E-535F-EC47-BC9F-ADFA199DAF91}"/>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53" name="Freeform 27">
                <a:extLst>
                  <a:ext uri="{FF2B5EF4-FFF2-40B4-BE49-F238E27FC236}">
                    <a16:creationId xmlns:a16="http://schemas.microsoft.com/office/drawing/2014/main" id="{BF03FDE9-0226-B44D-890D-6803D3E64032}"/>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54" name="Freeform 28">
                <a:extLst>
                  <a:ext uri="{FF2B5EF4-FFF2-40B4-BE49-F238E27FC236}">
                    <a16:creationId xmlns:a16="http://schemas.microsoft.com/office/drawing/2014/main" id="{F7BB582D-08CD-2E49-BC7B-459669ABA9ED}"/>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55" name="Rectangle 29">
                <a:extLst>
                  <a:ext uri="{FF2B5EF4-FFF2-40B4-BE49-F238E27FC236}">
                    <a16:creationId xmlns:a16="http://schemas.microsoft.com/office/drawing/2014/main" id="{DF7B2AB9-707C-FD45-981F-45D9201E2166}"/>
                  </a:ext>
                </a:extLst>
              </p:cNvPr>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56" name="Rectangle 30">
                <a:extLst>
                  <a:ext uri="{FF2B5EF4-FFF2-40B4-BE49-F238E27FC236}">
                    <a16:creationId xmlns:a16="http://schemas.microsoft.com/office/drawing/2014/main" id="{4214D85F-36B4-834D-976F-B7AA4870080C}"/>
                  </a:ext>
                </a:extLst>
              </p:cNvPr>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57" name="Rectangle 31">
                <a:extLst>
                  <a:ext uri="{FF2B5EF4-FFF2-40B4-BE49-F238E27FC236}">
                    <a16:creationId xmlns:a16="http://schemas.microsoft.com/office/drawing/2014/main" id="{EF26C201-C348-094F-87E1-05CC9F0D228C}"/>
                  </a:ext>
                </a:extLst>
              </p:cNvPr>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58" name="Line 32">
                <a:extLst>
                  <a:ext uri="{FF2B5EF4-FFF2-40B4-BE49-F238E27FC236}">
                    <a16:creationId xmlns:a16="http://schemas.microsoft.com/office/drawing/2014/main" id="{3D1F296F-3795-9345-903C-6F5926BB0C91}"/>
                  </a:ext>
                </a:extLst>
              </p:cNvPr>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959" name="Group 33">
                <a:extLst>
                  <a:ext uri="{FF2B5EF4-FFF2-40B4-BE49-F238E27FC236}">
                    <a16:creationId xmlns:a16="http://schemas.microsoft.com/office/drawing/2014/main" id="{44250625-14C6-3C48-99CC-A99E482489A9}"/>
                  </a:ext>
                </a:extLst>
              </p:cNvPr>
              <p:cNvGrpSpPr>
                <a:grpSpLocks/>
              </p:cNvGrpSpPr>
              <p:nvPr/>
            </p:nvGrpSpPr>
            <p:grpSpPr bwMode="auto">
              <a:xfrm>
                <a:off x="109" y="2596"/>
                <a:ext cx="335" cy="51"/>
                <a:chOff x="109" y="2596"/>
                <a:chExt cx="335" cy="51"/>
              </a:xfrm>
            </p:grpSpPr>
            <p:sp>
              <p:nvSpPr>
                <p:cNvPr id="107960" name="Freeform 34">
                  <a:extLst>
                    <a:ext uri="{FF2B5EF4-FFF2-40B4-BE49-F238E27FC236}">
                      <a16:creationId xmlns:a16="http://schemas.microsoft.com/office/drawing/2014/main" id="{01BC50A4-DCB3-B742-96F9-E7EE5C1E6DF3}"/>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61" name="Freeform 35">
                  <a:extLst>
                    <a:ext uri="{FF2B5EF4-FFF2-40B4-BE49-F238E27FC236}">
                      <a16:creationId xmlns:a16="http://schemas.microsoft.com/office/drawing/2014/main" id="{A58A5875-04EF-1440-88BF-0C8626E5B38E}"/>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62" name="Rectangle 36">
                  <a:extLst>
                    <a:ext uri="{FF2B5EF4-FFF2-40B4-BE49-F238E27FC236}">
                      <a16:creationId xmlns:a16="http://schemas.microsoft.com/office/drawing/2014/main" id="{8C52E383-09F0-354D-87EF-F75562225797}"/>
                    </a:ext>
                  </a:extLst>
                </p:cNvPr>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7938" name="Group 37">
              <a:extLst>
                <a:ext uri="{FF2B5EF4-FFF2-40B4-BE49-F238E27FC236}">
                  <a16:creationId xmlns:a16="http://schemas.microsoft.com/office/drawing/2014/main" id="{4B38395B-9669-6D43-B371-DE35432505FB}"/>
                </a:ext>
              </a:extLst>
            </p:cNvPr>
            <p:cNvGrpSpPr>
              <a:grpSpLocks/>
            </p:cNvGrpSpPr>
            <p:nvPr/>
          </p:nvGrpSpPr>
          <p:grpSpPr bwMode="auto">
            <a:xfrm>
              <a:off x="101" y="2294"/>
              <a:ext cx="335" cy="347"/>
              <a:chOff x="101" y="2294"/>
              <a:chExt cx="335" cy="347"/>
            </a:xfrm>
          </p:grpSpPr>
          <p:sp>
            <p:nvSpPr>
              <p:cNvPr id="107939" name="Freeform 38">
                <a:extLst>
                  <a:ext uri="{FF2B5EF4-FFF2-40B4-BE49-F238E27FC236}">
                    <a16:creationId xmlns:a16="http://schemas.microsoft.com/office/drawing/2014/main" id="{26309BD4-A646-084F-91DC-23DADCCB6BAA}"/>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40" name="Freeform 39">
                <a:extLst>
                  <a:ext uri="{FF2B5EF4-FFF2-40B4-BE49-F238E27FC236}">
                    <a16:creationId xmlns:a16="http://schemas.microsoft.com/office/drawing/2014/main" id="{0B0E501A-62B1-7948-B9B3-924A525C9DBC}"/>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41" name="Freeform 40">
                <a:extLst>
                  <a:ext uri="{FF2B5EF4-FFF2-40B4-BE49-F238E27FC236}">
                    <a16:creationId xmlns:a16="http://schemas.microsoft.com/office/drawing/2014/main" id="{A4163C35-5A0D-CD45-8108-407D35EB6710}"/>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42" name="Freeform 41">
                <a:extLst>
                  <a:ext uri="{FF2B5EF4-FFF2-40B4-BE49-F238E27FC236}">
                    <a16:creationId xmlns:a16="http://schemas.microsoft.com/office/drawing/2014/main" id="{0C715125-59E1-3A4F-986E-C85DB38462D9}"/>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43" name="Rectangle 42">
                <a:extLst>
                  <a:ext uri="{FF2B5EF4-FFF2-40B4-BE49-F238E27FC236}">
                    <a16:creationId xmlns:a16="http://schemas.microsoft.com/office/drawing/2014/main" id="{5C9A8C53-16C9-164A-8E05-0D7EFDA0EBD5}"/>
                  </a:ext>
                </a:extLst>
              </p:cNvPr>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44" name="Rectangle 43">
                <a:extLst>
                  <a:ext uri="{FF2B5EF4-FFF2-40B4-BE49-F238E27FC236}">
                    <a16:creationId xmlns:a16="http://schemas.microsoft.com/office/drawing/2014/main" id="{98F6BFD6-E9DD-BA43-91B8-EB171B140ED9}"/>
                  </a:ext>
                </a:extLst>
              </p:cNvPr>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45" name="Rectangle 44">
                <a:extLst>
                  <a:ext uri="{FF2B5EF4-FFF2-40B4-BE49-F238E27FC236}">
                    <a16:creationId xmlns:a16="http://schemas.microsoft.com/office/drawing/2014/main" id="{1F7B9F2C-3418-AF45-B436-2270DC1A46A3}"/>
                  </a:ext>
                </a:extLst>
              </p:cNvPr>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46" name="Line 45">
                <a:extLst>
                  <a:ext uri="{FF2B5EF4-FFF2-40B4-BE49-F238E27FC236}">
                    <a16:creationId xmlns:a16="http://schemas.microsoft.com/office/drawing/2014/main" id="{3F1FA22D-D4B9-D149-B371-E133DC7B5EE9}"/>
                  </a:ext>
                </a:extLst>
              </p:cNvPr>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947" name="Group 46">
                <a:extLst>
                  <a:ext uri="{FF2B5EF4-FFF2-40B4-BE49-F238E27FC236}">
                    <a16:creationId xmlns:a16="http://schemas.microsoft.com/office/drawing/2014/main" id="{D39A1E3B-1806-7E4B-A794-818A26C9AB15}"/>
                  </a:ext>
                </a:extLst>
              </p:cNvPr>
              <p:cNvGrpSpPr>
                <a:grpSpLocks/>
              </p:cNvGrpSpPr>
              <p:nvPr/>
            </p:nvGrpSpPr>
            <p:grpSpPr bwMode="auto">
              <a:xfrm>
                <a:off x="101" y="2590"/>
                <a:ext cx="335" cy="51"/>
                <a:chOff x="101" y="2590"/>
                <a:chExt cx="335" cy="51"/>
              </a:xfrm>
            </p:grpSpPr>
            <p:sp>
              <p:nvSpPr>
                <p:cNvPr id="107948" name="Freeform 47">
                  <a:extLst>
                    <a:ext uri="{FF2B5EF4-FFF2-40B4-BE49-F238E27FC236}">
                      <a16:creationId xmlns:a16="http://schemas.microsoft.com/office/drawing/2014/main" id="{86E6B679-8786-6B4D-A396-A4E4DE7A2771}"/>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49" name="Freeform 48">
                  <a:extLst>
                    <a:ext uri="{FF2B5EF4-FFF2-40B4-BE49-F238E27FC236}">
                      <a16:creationId xmlns:a16="http://schemas.microsoft.com/office/drawing/2014/main" id="{3C1E0D87-712A-8C4F-B8F4-66ACE1B3C6FB}"/>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50" name="Rectangle 49">
                  <a:extLst>
                    <a:ext uri="{FF2B5EF4-FFF2-40B4-BE49-F238E27FC236}">
                      <a16:creationId xmlns:a16="http://schemas.microsoft.com/office/drawing/2014/main" id="{76384182-199B-BE43-BB6C-6C5C156EF265}"/>
                    </a:ext>
                  </a:extLst>
                </p:cNvPr>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7543" name="Group 50">
            <a:extLst>
              <a:ext uri="{FF2B5EF4-FFF2-40B4-BE49-F238E27FC236}">
                <a16:creationId xmlns:a16="http://schemas.microsoft.com/office/drawing/2014/main" id="{5A283B59-1A38-7E41-85C3-7CDB72C79F82}"/>
              </a:ext>
            </a:extLst>
          </p:cNvPr>
          <p:cNvGrpSpPr>
            <a:grpSpLocks/>
          </p:cNvGrpSpPr>
          <p:nvPr/>
        </p:nvGrpSpPr>
        <p:grpSpPr bwMode="auto">
          <a:xfrm>
            <a:off x="3661173" y="4561285"/>
            <a:ext cx="377428" cy="386953"/>
            <a:chOff x="3891" y="3616"/>
            <a:chExt cx="342" cy="353"/>
          </a:xfrm>
        </p:grpSpPr>
        <p:grpSp>
          <p:nvGrpSpPr>
            <p:cNvPr id="107911" name="Group 51">
              <a:extLst>
                <a:ext uri="{FF2B5EF4-FFF2-40B4-BE49-F238E27FC236}">
                  <a16:creationId xmlns:a16="http://schemas.microsoft.com/office/drawing/2014/main" id="{9D04B486-B68C-8140-A171-1F12C961EC38}"/>
                </a:ext>
              </a:extLst>
            </p:cNvPr>
            <p:cNvGrpSpPr>
              <a:grpSpLocks/>
            </p:cNvGrpSpPr>
            <p:nvPr/>
          </p:nvGrpSpPr>
          <p:grpSpPr bwMode="auto">
            <a:xfrm>
              <a:off x="3899" y="3622"/>
              <a:ext cx="334" cy="347"/>
              <a:chOff x="3899" y="3622"/>
              <a:chExt cx="334" cy="347"/>
            </a:xfrm>
          </p:grpSpPr>
          <p:sp>
            <p:nvSpPr>
              <p:cNvPr id="107925" name="Freeform 52">
                <a:extLst>
                  <a:ext uri="{FF2B5EF4-FFF2-40B4-BE49-F238E27FC236}">
                    <a16:creationId xmlns:a16="http://schemas.microsoft.com/office/drawing/2014/main" id="{CA945527-A652-FE49-8A05-399EA381AF0A}"/>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26" name="Freeform 53">
                <a:extLst>
                  <a:ext uri="{FF2B5EF4-FFF2-40B4-BE49-F238E27FC236}">
                    <a16:creationId xmlns:a16="http://schemas.microsoft.com/office/drawing/2014/main" id="{C20897C9-C603-2D48-A34F-5A34FDA3E38B}"/>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27" name="Freeform 54">
                <a:extLst>
                  <a:ext uri="{FF2B5EF4-FFF2-40B4-BE49-F238E27FC236}">
                    <a16:creationId xmlns:a16="http://schemas.microsoft.com/office/drawing/2014/main" id="{F49323FB-A3AD-814B-8B81-FF147930C827}"/>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28" name="Freeform 55">
                <a:extLst>
                  <a:ext uri="{FF2B5EF4-FFF2-40B4-BE49-F238E27FC236}">
                    <a16:creationId xmlns:a16="http://schemas.microsoft.com/office/drawing/2014/main" id="{90454B09-6211-EE47-808A-20FD4E6E4248}"/>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29" name="Rectangle 56">
                <a:extLst>
                  <a:ext uri="{FF2B5EF4-FFF2-40B4-BE49-F238E27FC236}">
                    <a16:creationId xmlns:a16="http://schemas.microsoft.com/office/drawing/2014/main" id="{979A4348-56B4-A644-860B-E792C1EAFAB9}"/>
                  </a:ext>
                </a:extLst>
              </p:cNvPr>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30" name="Rectangle 57">
                <a:extLst>
                  <a:ext uri="{FF2B5EF4-FFF2-40B4-BE49-F238E27FC236}">
                    <a16:creationId xmlns:a16="http://schemas.microsoft.com/office/drawing/2014/main" id="{E8960ED9-B1DC-984B-9682-BBFEB086C3B7}"/>
                  </a:ext>
                </a:extLst>
              </p:cNvPr>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31" name="Rectangle 58">
                <a:extLst>
                  <a:ext uri="{FF2B5EF4-FFF2-40B4-BE49-F238E27FC236}">
                    <a16:creationId xmlns:a16="http://schemas.microsoft.com/office/drawing/2014/main" id="{5576A184-CECE-D542-A839-8DDC8BAC6155}"/>
                  </a:ext>
                </a:extLst>
              </p:cNvPr>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32" name="Line 59">
                <a:extLst>
                  <a:ext uri="{FF2B5EF4-FFF2-40B4-BE49-F238E27FC236}">
                    <a16:creationId xmlns:a16="http://schemas.microsoft.com/office/drawing/2014/main" id="{0869C77A-32F1-164D-8CBA-17D507F7DEA2}"/>
                  </a:ext>
                </a:extLst>
              </p:cNvPr>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933" name="Group 60">
                <a:extLst>
                  <a:ext uri="{FF2B5EF4-FFF2-40B4-BE49-F238E27FC236}">
                    <a16:creationId xmlns:a16="http://schemas.microsoft.com/office/drawing/2014/main" id="{5F3D82FE-8BDF-AD47-9D92-80235BB2B9C0}"/>
                  </a:ext>
                </a:extLst>
              </p:cNvPr>
              <p:cNvGrpSpPr>
                <a:grpSpLocks/>
              </p:cNvGrpSpPr>
              <p:nvPr/>
            </p:nvGrpSpPr>
            <p:grpSpPr bwMode="auto">
              <a:xfrm>
                <a:off x="3899" y="3918"/>
                <a:ext cx="334" cy="51"/>
                <a:chOff x="3899" y="3918"/>
                <a:chExt cx="334" cy="51"/>
              </a:xfrm>
            </p:grpSpPr>
            <p:sp>
              <p:nvSpPr>
                <p:cNvPr id="107934" name="Freeform 61">
                  <a:extLst>
                    <a:ext uri="{FF2B5EF4-FFF2-40B4-BE49-F238E27FC236}">
                      <a16:creationId xmlns:a16="http://schemas.microsoft.com/office/drawing/2014/main" id="{5D3446F2-CDDF-0D46-80AA-394F6DEF413B}"/>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35" name="Freeform 62">
                  <a:extLst>
                    <a:ext uri="{FF2B5EF4-FFF2-40B4-BE49-F238E27FC236}">
                      <a16:creationId xmlns:a16="http://schemas.microsoft.com/office/drawing/2014/main" id="{7A616047-BD66-B343-98E2-63728540C180}"/>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36" name="Rectangle 63">
                  <a:extLst>
                    <a:ext uri="{FF2B5EF4-FFF2-40B4-BE49-F238E27FC236}">
                      <a16:creationId xmlns:a16="http://schemas.microsoft.com/office/drawing/2014/main" id="{5E8EA7CB-E3F0-D847-BA53-E320637222D5}"/>
                    </a:ext>
                  </a:extLst>
                </p:cNvPr>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7912" name="Group 64">
              <a:extLst>
                <a:ext uri="{FF2B5EF4-FFF2-40B4-BE49-F238E27FC236}">
                  <a16:creationId xmlns:a16="http://schemas.microsoft.com/office/drawing/2014/main" id="{15D2ABE7-7661-1844-AD9D-4136B2530FA4}"/>
                </a:ext>
              </a:extLst>
            </p:cNvPr>
            <p:cNvGrpSpPr>
              <a:grpSpLocks/>
            </p:cNvGrpSpPr>
            <p:nvPr/>
          </p:nvGrpSpPr>
          <p:grpSpPr bwMode="auto">
            <a:xfrm>
              <a:off x="3891" y="3616"/>
              <a:ext cx="334" cy="346"/>
              <a:chOff x="3891" y="3616"/>
              <a:chExt cx="334" cy="346"/>
            </a:xfrm>
          </p:grpSpPr>
          <p:sp>
            <p:nvSpPr>
              <p:cNvPr id="107913" name="Freeform 65">
                <a:extLst>
                  <a:ext uri="{FF2B5EF4-FFF2-40B4-BE49-F238E27FC236}">
                    <a16:creationId xmlns:a16="http://schemas.microsoft.com/office/drawing/2014/main" id="{8753242B-9F5E-CE43-8D2B-6DEDDC134878}"/>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14" name="Freeform 66">
                <a:extLst>
                  <a:ext uri="{FF2B5EF4-FFF2-40B4-BE49-F238E27FC236}">
                    <a16:creationId xmlns:a16="http://schemas.microsoft.com/office/drawing/2014/main" id="{93D662F7-C796-7043-8B09-83D852ED4FA8}"/>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15" name="Freeform 67">
                <a:extLst>
                  <a:ext uri="{FF2B5EF4-FFF2-40B4-BE49-F238E27FC236}">
                    <a16:creationId xmlns:a16="http://schemas.microsoft.com/office/drawing/2014/main" id="{AED182F4-D513-B549-9536-465BB49AC836}"/>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16" name="Freeform 68">
                <a:extLst>
                  <a:ext uri="{FF2B5EF4-FFF2-40B4-BE49-F238E27FC236}">
                    <a16:creationId xmlns:a16="http://schemas.microsoft.com/office/drawing/2014/main" id="{01A4F341-DB35-1440-9AF5-406CACEF05C0}"/>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17" name="Rectangle 69">
                <a:extLst>
                  <a:ext uri="{FF2B5EF4-FFF2-40B4-BE49-F238E27FC236}">
                    <a16:creationId xmlns:a16="http://schemas.microsoft.com/office/drawing/2014/main" id="{622B27EA-5451-CC49-8CB6-ABA4AEBCB62F}"/>
                  </a:ext>
                </a:extLst>
              </p:cNvPr>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18" name="Rectangle 70">
                <a:extLst>
                  <a:ext uri="{FF2B5EF4-FFF2-40B4-BE49-F238E27FC236}">
                    <a16:creationId xmlns:a16="http://schemas.microsoft.com/office/drawing/2014/main" id="{F2F0596B-06BE-1B4B-8E8C-4EA1EEBCBA95}"/>
                  </a:ext>
                </a:extLst>
              </p:cNvPr>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19" name="Rectangle 71">
                <a:extLst>
                  <a:ext uri="{FF2B5EF4-FFF2-40B4-BE49-F238E27FC236}">
                    <a16:creationId xmlns:a16="http://schemas.microsoft.com/office/drawing/2014/main" id="{DBA38FC1-E8F4-704D-9A0C-A294002EEED5}"/>
                  </a:ext>
                </a:extLst>
              </p:cNvPr>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20" name="Line 72">
                <a:extLst>
                  <a:ext uri="{FF2B5EF4-FFF2-40B4-BE49-F238E27FC236}">
                    <a16:creationId xmlns:a16="http://schemas.microsoft.com/office/drawing/2014/main" id="{444BF69E-70AC-2B41-90CF-977AE221C3EF}"/>
                  </a:ext>
                </a:extLst>
              </p:cNvPr>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921" name="Group 73">
                <a:extLst>
                  <a:ext uri="{FF2B5EF4-FFF2-40B4-BE49-F238E27FC236}">
                    <a16:creationId xmlns:a16="http://schemas.microsoft.com/office/drawing/2014/main" id="{44A4FBF1-6DBD-2844-8B4E-D93069525174}"/>
                  </a:ext>
                </a:extLst>
              </p:cNvPr>
              <p:cNvGrpSpPr>
                <a:grpSpLocks/>
              </p:cNvGrpSpPr>
              <p:nvPr/>
            </p:nvGrpSpPr>
            <p:grpSpPr bwMode="auto">
              <a:xfrm>
                <a:off x="3891" y="3912"/>
                <a:ext cx="334" cy="50"/>
                <a:chOff x="3891" y="3912"/>
                <a:chExt cx="334" cy="50"/>
              </a:xfrm>
            </p:grpSpPr>
            <p:sp>
              <p:nvSpPr>
                <p:cNvPr id="107922" name="Freeform 74">
                  <a:extLst>
                    <a:ext uri="{FF2B5EF4-FFF2-40B4-BE49-F238E27FC236}">
                      <a16:creationId xmlns:a16="http://schemas.microsoft.com/office/drawing/2014/main" id="{F862AA50-31A4-034F-BF2A-0FD4A4BDCD55}"/>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23" name="Freeform 75">
                  <a:extLst>
                    <a:ext uri="{FF2B5EF4-FFF2-40B4-BE49-F238E27FC236}">
                      <a16:creationId xmlns:a16="http://schemas.microsoft.com/office/drawing/2014/main" id="{CCA86B41-0AE2-6E40-AD7E-51D06CED1C76}"/>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24" name="Rectangle 76">
                  <a:extLst>
                    <a:ext uri="{FF2B5EF4-FFF2-40B4-BE49-F238E27FC236}">
                      <a16:creationId xmlns:a16="http://schemas.microsoft.com/office/drawing/2014/main" id="{4DE55F85-83D3-934E-897F-21AB73F242CD}"/>
                    </a:ext>
                  </a:extLst>
                </p:cNvPr>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7544" name="Group 77">
            <a:extLst>
              <a:ext uri="{FF2B5EF4-FFF2-40B4-BE49-F238E27FC236}">
                <a16:creationId xmlns:a16="http://schemas.microsoft.com/office/drawing/2014/main" id="{CB4E0288-4284-384E-9354-8A8620C787F4}"/>
              </a:ext>
            </a:extLst>
          </p:cNvPr>
          <p:cNvGrpSpPr>
            <a:grpSpLocks/>
          </p:cNvGrpSpPr>
          <p:nvPr/>
        </p:nvGrpSpPr>
        <p:grpSpPr bwMode="auto">
          <a:xfrm>
            <a:off x="4613673" y="4549379"/>
            <a:ext cx="378619" cy="386953"/>
            <a:chOff x="4752" y="3605"/>
            <a:chExt cx="343" cy="353"/>
          </a:xfrm>
        </p:grpSpPr>
        <p:grpSp>
          <p:nvGrpSpPr>
            <p:cNvPr id="107885" name="Group 78">
              <a:extLst>
                <a:ext uri="{FF2B5EF4-FFF2-40B4-BE49-F238E27FC236}">
                  <a16:creationId xmlns:a16="http://schemas.microsoft.com/office/drawing/2014/main" id="{733244CF-95DF-104A-8E6B-5FBD24750041}"/>
                </a:ext>
              </a:extLst>
            </p:cNvPr>
            <p:cNvGrpSpPr>
              <a:grpSpLocks/>
            </p:cNvGrpSpPr>
            <p:nvPr/>
          </p:nvGrpSpPr>
          <p:grpSpPr bwMode="auto">
            <a:xfrm>
              <a:off x="4760" y="3612"/>
              <a:ext cx="335" cy="346"/>
              <a:chOff x="4760" y="3612"/>
              <a:chExt cx="335" cy="346"/>
            </a:xfrm>
          </p:grpSpPr>
          <p:sp>
            <p:nvSpPr>
              <p:cNvPr id="107899" name="Freeform 79">
                <a:extLst>
                  <a:ext uri="{FF2B5EF4-FFF2-40B4-BE49-F238E27FC236}">
                    <a16:creationId xmlns:a16="http://schemas.microsoft.com/office/drawing/2014/main" id="{36C17595-F0A6-5A48-B074-2DF48327F2E4}"/>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00" name="Freeform 80">
                <a:extLst>
                  <a:ext uri="{FF2B5EF4-FFF2-40B4-BE49-F238E27FC236}">
                    <a16:creationId xmlns:a16="http://schemas.microsoft.com/office/drawing/2014/main" id="{8057389A-7D00-D34C-A35E-769244DB367C}"/>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01" name="Freeform 81">
                <a:extLst>
                  <a:ext uri="{FF2B5EF4-FFF2-40B4-BE49-F238E27FC236}">
                    <a16:creationId xmlns:a16="http://schemas.microsoft.com/office/drawing/2014/main" id="{66F35146-7963-E445-8410-41FB2255DD2D}"/>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02" name="Freeform 82">
                <a:extLst>
                  <a:ext uri="{FF2B5EF4-FFF2-40B4-BE49-F238E27FC236}">
                    <a16:creationId xmlns:a16="http://schemas.microsoft.com/office/drawing/2014/main" id="{4F869B14-0155-814D-8EC5-5D5515473143}"/>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03" name="Rectangle 83">
                <a:extLst>
                  <a:ext uri="{FF2B5EF4-FFF2-40B4-BE49-F238E27FC236}">
                    <a16:creationId xmlns:a16="http://schemas.microsoft.com/office/drawing/2014/main" id="{81C872A0-47BE-3D4E-ADF8-21A71375868B}"/>
                  </a:ext>
                </a:extLst>
              </p:cNvPr>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04" name="Rectangle 84">
                <a:extLst>
                  <a:ext uri="{FF2B5EF4-FFF2-40B4-BE49-F238E27FC236}">
                    <a16:creationId xmlns:a16="http://schemas.microsoft.com/office/drawing/2014/main" id="{34BFBBFB-4078-7B43-B7F2-34572A9E0931}"/>
                  </a:ext>
                </a:extLst>
              </p:cNvPr>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05" name="Rectangle 85">
                <a:extLst>
                  <a:ext uri="{FF2B5EF4-FFF2-40B4-BE49-F238E27FC236}">
                    <a16:creationId xmlns:a16="http://schemas.microsoft.com/office/drawing/2014/main" id="{74916C12-93A1-D547-8B55-921D3F547B16}"/>
                  </a:ext>
                </a:extLst>
              </p:cNvPr>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06" name="Line 86">
                <a:extLst>
                  <a:ext uri="{FF2B5EF4-FFF2-40B4-BE49-F238E27FC236}">
                    <a16:creationId xmlns:a16="http://schemas.microsoft.com/office/drawing/2014/main" id="{0C2904EB-0857-0345-AB3A-348C1DB18CE6}"/>
                  </a:ext>
                </a:extLst>
              </p:cNvPr>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907" name="Group 87">
                <a:extLst>
                  <a:ext uri="{FF2B5EF4-FFF2-40B4-BE49-F238E27FC236}">
                    <a16:creationId xmlns:a16="http://schemas.microsoft.com/office/drawing/2014/main" id="{98F820AD-B5BD-8141-B294-FE0A9FA0F661}"/>
                  </a:ext>
                </a:extLst>
              </p:cNvPr>
              <p:cNvGrpSpPr>
                <a:grpSpLocks/>
              </p:cNvGrpSpPr>
              <p:nvPr/>
            </p:nvGrpSpPr>
            <p:grpSpPr bwMode="auto">
              <a:xfrm>
                <a:off x="4760" y="3907"/>
                <a:ext cx="335" cy="51"/>
                <a:chOff x="4760" y="3907"/>
                <a:chExt cx="335" cy="51"/>
              </a:xfrm>
            </p:grpSpPr>
            <p:sp>
              <p:nvSpPr>
                <p:cNvPr id="107908" name="Freeform 88">
                  <a:extLst>
                    <a:ext uri="{FF2B5EF4-FFF2-40B4-BE49-F238E27FC236}">
                      <a16:creationId xmlns:a16="http://schemas.microsoft.com/office/drawing/2014/main" id="{D2C9FD9C-F7E6-2348-8627-C53E30F63715}"/>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09" name="Freeform 89">
                  <a:extLst>
                    <a:ext uri="{FF2B5EF4-FFF2-40B4-BE49-F238E27FC236}">
                      <a16:creationId xmlns:a16="http://schemas.microsoft.com/office/drawing/2014/main" id="{30613D47-0E11-344A-9403-FFE4AFAC210D}"/>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10" name="Rectangle 90">
                  <a:extLst>
                    <a:ext uri="{FF2B5EF4-FFF2-40B4-BE49-F238E27FC236}">
                      <a16:creationId xmlns:a16="http://schemas.microsoft.com/office/drawing/2014/main" id="{5FB1EDC8-5201-E544-8D93-BC85C08FD200}"/>
                    </a:ext>
                  </a:extLst>
                </p:cNvPr>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7886" name="Group 91">
              <a:extLst>
                <a:ext uri="{FF2B5EF4-FFF2-40B4-BE49-F238E27FC236}">
                  <a16:creationId xmlns:a16="http://schemas.microsoft.com/office/drawing/2014/main" id="{EFA83756-FB14-964A-A3DE-447A3E04212F}"/>
                </a:ext>
              </a:extLst>
            </p:cNvPr>
            <p:cNvGrpSpPr>
              <a:grpSpLocks/>
            </p:cNvGrpSpPr>
            <p:nvPr/>
          </p:nvGrpSpPr>
          <p:grpSpPr bwMode="auto">
            <a:xfrm>
              <a:off x="4752" y="3605"/>
              <a:ext cx="334" cy="347"/>
              <a:chOff x="4752" y="3605"/>
              <a:chExt cx="334" cy="347"/>
            </a:xfrm>
          </p:grpSpPr>
          <p:sp>
            <p:nvSpPr>
              <p:cNvPr id="107887" name="Freeform 92">
                <a:extLst>
                  <a:ext uri="{FF2B5EF4-FFF2-40B4-BE49-F238E27FC236}">
                    <a16:creationId xmlns:a16="http://schemas.microsoft.com/office/drawing/2014/main" id="{D1BC6FD8-FC43-C34E-A101-0A9E3C726401}"/>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88" name="Freeform 93">
                <a:extLst>
                  <a:ext uri="{FF2B5EF4-FFF2-40B4-BE49-F238E27FC236}">
                    <a16:creationId xmlns:a16="http://schemas.microsoft.com/office/drawing/2014/main" id="{85A17322-0216-114D-818E-BAD15BD5418C}"/>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89" name="Freeform 94">
                <a:extLst>
                  <a:ext uri="{FF2B5EF4-FFF2-40B4-BE49-F238E27FC236}">
                    <a16:creationId xmlns:a16="http://schemas.microsoft.com/office/drawing/2014/main" id="{DB249091-5E90-7140-B58F-2E75A56B28EC}"/>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90" name="Freeform 95">
                <a:extLst>
                  <a:ext uri="{FF2B5EF4-FFF2-40B4-BE49-F238E27FC236}">
                    <a16:creationId xmlns:a16="http://schemas.microsoft.com/office/drawing/2014/main" id="{CD1E4A8D-5C24-C743-8312-31DC7B5B2104}"/>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91" name="Rectangle 96">
                <a:extLst>
                  <a:ext uri="{FF2B5EF4-FFF2-40B4-BE49-F238E27FC236}">
                    <a16:creationId xmlns:a16="http://schemas.microsoft.com/office/drawing/2014/main" id="{0D250A5A-97DB-544A-834D-9182BE325F1A}"/>
                  </a:ext>
                </a:extLst>
              </p:cNvPr>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92" name="Rectangle 97">
                <a:extLst>
                  <a:ext uri="{FF2B5EF4-FFF2-40B4-BE49-F238E27FC236}">
                    <a16:creationId xmlns:a16="http://schemas.microsoft.com/office/drawing/2014/main" id="{51065806-4223-FD48-9D92-D795482C5267}"/>
                  </a:ext>
                </a:extLst>
              </p:cNvPr>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93" name="Rectangle 98">
                <a:extLst>
                  <a:ext uri="{FF2B5EF4-FFF2-40B4-BE49-F238E27FC236}">
                    <a16:creationId xmlns:a16="http://schemas.microsoft.com/office/drawing/2014/main" id="{80550B88-F3F6-A644-B677-4598B8984F30}"/>
                  </a:ext>
                </a:extLst>
              </p:cNvPr>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94" name="Line 99">
                <a:extLst>
                  <a:ext uri="{FF2B5EF4-FFF2-40B4-BE49-F238E27FC236}">
                    <a16:creationId xmlns:a16="http://schemas.microsoft.com/office/drawing/2014/main" id="{59A5ABB3-8376-3C44-8A1A-0A897893F159}"/>
                  </a:ext>
                </a:extLst>
              </p:cNvPr>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895" name="Group 100">
                <a:extLst>
                  <a:ext uri="{FF2B5EF4-FFF2-40B4-BE49-F238E27FC236}">
                    <a16:creationId xmlns:a16="http://schemas.microsoft.com/office/drawing/2014/main" id="{35ECA947-FA5A-694A-B0F4-7C583A040BFF}"/>
                  </a:ext>
                </a:extLst>
              </p:cNvPr>
              <p:cNvGrpSpPr>
                <a:grpSpLocks/>
              </p:cNvGrpSpPr>
              <p:nvPr/>
            </p:nvGrpSpPr>
            <p:grpSpPr bwMode="auto">
              <a:xfrm>
                <a:off x="4752" y="3901"/>
                <a:ext cx="334" cy="51"/>
                <a:chOff x="4752" y="3901"/>
                <a:chExt cx="334" cy="51"/>
              </a:xfrm>
            </p:grpSpPr>
            <p:sp>
              <p:nvSpPr>
                <p:cNvPr id="107896" name="Freeform 101">
                  <a:extLst>
                    <a:ext uri="{FF2B5EF4-FFF2-40B4-BE49-F238E27FC236}">
                      <a16:creationId xmlns:a16="http://schemas.microsoft.com/office/drawing/2014/main" id="{697A586B-13A1-1B4E-8CA3-255A9BB29FC7}"/>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97" name="Freeform 102">
                  <a:extLst>
                    <a:ext uri="{FF2B5EF4-FFF2-40B4-BE49-F238E27FC236}">
                      <a16:creationId xmlns:a16="http://schemas.microsoft.com/office/drawing/2014/main" id="{80144D77-C44D-2244-9CE8-15F9CDA623D6}"/>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98" name="Rectangle 103">
                  <a:extLst>
                    <a:ext uri="{FF2B5EF4-FFF2-40B4-BE49-F238E27FC236}">
                      <a16:creationId xmlns:a16="http://schemas.microsoft.com/office/drawing/2014/main" id="{1CA76D8F-EAFD-8C4B-AFDA-6E159360DF80}"/>
                    </a:ext>
                  </a:extLst>
                </p:cNvPr>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7545" name="Group 104">
            <a:extLst>
              <a:ext uri="{FF2B5EF4-FFF2-40B4-BE49-F238E27FC236}">
                <a16:creationId xmlns:a16="http://schemas.microsoft.com/office/drawing/2014/main" id="{ABC18605-254E-5242-8A5F-8612E467E952}"/>
              </a:ext>
            </a:extLst>
          </p:cNvPr>
          <p:cNvGrpSpPr>
            <a:grpSpLocks/>
          </p:cNvGrpSpPr>
          <p:nvPr/>
        </p:nvGrpSpPr>
        <p:grpSpPr bwMode="auto">
          <a:xfrm>
            <a:off x="1577579" y="1882379"/>
            <a:ext cx="378619" cy="388144"/>
            <a:chOff x="101" y="1539"/>
            <a:chExt cx="343" cy="352"/>
          </a:xfrm>
        </p:grpSpPr>
        <p:grpSp>
          <p:nvGrpSpPr>
            <p:cNvPr id="107859" name="Group 105">
              <a:extLst>
                <a:ext uri="{FF2B5EF4-FFF2-40B4-BE49-F238E27FC236}">
                  <a16:creationId xmlns:a16="http://schemas.microsoft.com/office/drawing/2014/main" id="{8FA36EA4-BBEF-7341-B062-7A84A4BD2021}"/>
                </a:ext>
              </a:extLst>
            </p:cNvPr>
            <p:cNvGrpSpPr>
              <a:grpSpLocks/>
            </p:cNvGrpSpPr>
            <p:nvPr/>
          </p:nvGrpSpPr>
          <p:grpSpPr bwMode="auto">
            <a:xfrm>
              <a:off x="109" y="1545"/>
              <a:ext cx="335" cy="346"/>
              <a:chOff x="109" y="1545"/>
              <a:chExt cx="335" cy="346"/>
            </a:xfrm>
          </p:grpSpPr>
          <p:sp>
            <p:nvSpPr>
              <p:cNvPr id="107873" name="Freeform 106">
                <a:extLst>
                  <a:ext uri="{FF2B5EF4-FFF2-40B4-BE49-F238E27FC236}">
                    <a16:creationId xmlns:a16="http://schemas.microsoft.com/office/drawing/2014/main" id="{CD0BD597-318A-D947-A81E-45BA43C24876}"/>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74" name="Freeform 107">
                <a:extLst>
                  <a:ext uri="{FF2B5EF4-FFF2-40B4-BE49-F238E27FC236}">
                    <a16:creationId xmlns:a16="http://schemas.microsoft.com/office/drawing/2014/main" id="{9875FBBA-9285-594A-952D-F3E99E938136}"/>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75" name="Freeform 108">
                <a:extLst>
                  <a:ext uri="{FF2B5EF4-FFF2-40B4-BE49-F238E27FC236}">
                    <a16:creationId xmlns:a16="http://schemas.microsoft.com/office/drawing/2014/main" id="{D4159FFD-3616-2848-8BA4-97AE8B5DB179}"/>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76" name="Freeform 109">
                <a:extLst>
                  <a:ext uri="{FF2B5EF4-FFF2-40B4-BE49-F238E27FC236}">
                    <a16:creationId xmlns:a16="http://schemas.microsoft.com/office/drawing/2014/main" id="{A5077B58-292F-B748-8FAC-1B5905DE69F2}"/>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77" name="Rectangle 110">
                <a:extLst>
                  <a:ext uri="{FF2B5EF4-FFF2-40B4-BE49-F238E27FC236}">
                    <a16:creationId xmlns:a16="http://schemas.microsoft.com/office/drawing/2014/main" id="{E66D0208-EFF7-9742-9F5E-20750176FC8B}"/>
                  </a:ext>
                </a:extLst>
              </p:cNvPr>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78" name="Rectangle 111">
                <a:extLst>
                  <a:ext uri="{FF2B5EF4-FFF2-40B4-BE49-F238E27FC236}">
                    <a16:creationId xmlns:a16="http://schemas.microsoft.com/office/drawing/2014/main" id="{6D45532A-263C-8B41-828D-9B7E7B755920}"/>
                  </a:ext>
                </a:extLst>
              </p:cNvPr>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79" name="Rectangle 112">
                <a:extLst>
                  <a:ext uri="{FF2B5EF4-FFF2-40B4-BE49-F238E27FC236}">
                    <a16:creationId xmlns:a16="http://schemas.microsoft.com/office/drawing/2014/main" id="{C3B3900E-7785-424C-A631-FE929D209327}"/>
                  </a:ext>
                </a:extLst>
              </p:cNvPr>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80" name="Line 113">
                <a:extLst>
                  <a:ext uri="{FF2B5EF4-FFF2-40B4-BE49-F238E27FC236}">
                    <a16:creationId xmlns:a16="http://schemas.microsoft.com/office/drawing/2014/main" id="{C10A456D-3FD0-9D45-9B23-C43C50159209}"/>
                  </a:ext>
                </a:extLst>
              </p:cNvPr>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881" name="Group 114">
                <a:extLst>
                  <a:ext uri="{FF2B5EF4-FFF2-40B4-BE49-F238E27FC236}">
                    <a16:creationId xmlns:a16="http://schemas.microsoft.com/office/drawing/2014/main" id="{14DABC7F-C827-764F-9616-FADD8402A1AF}"/>
                  </a:ext>
                </a:extLst>
              </p:cNvPr>
              <p:cNvGrpSpPr>
                <a:grpSpLocks/>
              </p:cNvGrpSpPr>
              <p:nvPr/>
            </p:nvGrpSpPr>
            <p:grpSpPr bwMode="auto">
              <a:xfrm>
                <a:off x="109" y="1841"/>
                <a:ext cx="335" cy="50"/>
                <a:chOff x="109" y="1841"/>
                <a:chExt cx="335" cy="50"/>
              </a:xfrm>
            </p:grpSpPr>
            <p:sp>
              <p:nvSpPr>
                <p:cNvPr id="107882" name="Freeform 115">
                  <a:extLst>
                    <a:ext uri="{FF2B5EF4-FFF2-40B4-BE49-F238E27FC236}">
                      <a16:creationId xmlns:a16="http://schemas.microsoft.com/office/drawing/2014/main" id="{670283E2-9C79-C84F-9C68-85050A7CF35E}"/>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83" name="Freeform 116">
                  <a:extLst>
                    <a:ext uri="{FF2B5EF4-FFF2-40B4-BE49-F238E27FC236}">
                      <a16:creationId xmlns:a16="http://schemas.microsoft.com/office/drawing/2014/main" id="{6DEB096D-5EC3-384C-B8E8-EDB16D2CFBE0}"/>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84" name="Rectangle 117">
                  <a:extLst>
                    <a:ext uri="{FF2B5EF4-FFF2-40B4-BE49-F238E27FC236}">
                      <a16:creationId xmlns:a16="http://schemas.microsoft.com/office/drawing/2014/main" id="{75059118-D53B-AD46-8355-302756C7C35B}"/>
                    </a:ext>
                  </a:extLst>
                </p:cNvPr>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7860" name="Group 118">
              <a:extLst>
                <a:ext uri="{FF2B5EF4-FFF2-40B4-BE49-F238E27FC236}">
                  <a16:creationId xmlns:a16="http://schemas.microsoft.com/office/drawing/2014/main" id="{57BD69F9-8943-C343-AE39-40905C9B6BD8}"/>
                </a:ext>
              </a:extLst>
            </p:cNvPr>
            <p:cNvGrpSpPr>
              <a:grpSpLocks/>
            </p:cNvGrpSpPr>
            <p:nvPr/>
          </p:nvGrpSpPr>
          <p:grpSpPr bwMode="auto">
            <a:xfrm>
              <a:off x="101" y="1539"/>
              <a:ext cx="335" cy="346"/>
              <a:chOff x="101" y="1539"/>
              <a:chExt cx="335" cy="346"/>
            </a:xfrm>
          </p:grpSpPr>
          <p:sp>
            <p:nvSpPr>
              <p:cNvPr id="107861" name="Freeform 119">
                <a:extLst>
                  <a:ext uri="{FF2B5EF4-FFF2-40B4-BE49-F238E27FC236}">
                    <a16:creationId xmlns:a16="http://schemas.microsoft.com/office/drawing/2014/main" id="{5682D0D6-6C5D-3D4D-986D-7EA205EADC15}"/>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62" name="Freeform 120">
                <a:extLst>
                  <a:ext uri="{FF2B5EF4-FFF2-40B4-BE49-F238E27FC236}">
                    <a16:creationId xmlns:a16="http://schemas.microsoft.com/office/drawing/2014/main" id="{B6551D77-AF4E-2E4A-B80C-CC92AB1F9C30}"/>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63" name="Freeform 121">
                <a:extLst>
                  <a:ext uri="{FF2B5EF4-FFF2-40B4-BE49-F238E27FC236}">
                    <a16:creationId xmlns:a16="http://schemas.microsoft.com/office/drawing/2014/main" id="{223FC0A9-35AE-2E47-B631-383D24B5CD81}"/>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64" name="Freeform 122">
                <a:extLst>
                  <a:ext uri="{FF2B5EF4-FFF2-40B4-BE49-F238E27FC236}">
                    <a16:creationId xmlns:a16="http://schemas.microsoft.com/office/drawing/2014/main" id="{8FEDD6D7-1B5F-6749-84A5-4BDFAD310F6C}"/>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65" name="Rectangle 123">
                <a:extLst>
                  <a:ext uri="{FF2B5EF4-FFF2-40B4-BE49-F238E27FC236}">
                    <a16:creationId xmlns:a16="http://schemas.microsoft.com/office/drawing/2014/main" id="{0D2C9FAA-52AA-7F44-9E63-50E284B70507}"/>
                  </a:ext>
                </a:extLst>
              </p:cNvPr>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66" name="Rectangle 124">
                <a:extLst>
                  <a:ext uri="{FF2B5EF4-FFF2-40B4-BE49-F238E27FC236}">
                    <a16:creationId xmlns:a16="http://schemas.microsoft.com/office/drawing/2014/main" id="{9207068F-84CF-7746-B7BE-650925DBC55F}"/>
                  </a:ext>
                </a:extLst>
              </p:cNvPr>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67" name="Rectangle 125">
                <a:extLst>
                  <a:ext uri="{FF2B5EF4-FFF2-40B4-BE49-F238E27FC236}">
                    <a16:creationId xmlns:a16="http://schemas.microsoft.com/office/drawing/2014/main" id="{E3E61D62-73E8-CA4B-8117-ED978609D451}"/>
                  </a:ext>
                </a:extLst>
              </p:cNvPr>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68" name="Line 126">
                <a:extLst>
                  <a:ext uri="{FF2B5EF4-FFF2-40B4-BE49-F238E27FC236}">
                    <a16:creationId xmlns:a16="http://schemas.microsoft.com/office/drawing/2014/main" id="{0381E915-766E-904C-9A60-4555581DF1CD}"/>
                  </a:ext>
                </a:extLst>
              </p:cNvPr>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869" name="Group 127">
                <a:extLst>
                  <a:ext uri="{FF2B5EF4-FFF2-40B4-BE49-F238E27FC236}">
                    <a16:creationId xmlns:a16="http://schemas.microsoft.com/office/drawing/2014/main" id="{B5719F7D-F0CB-424B-B01A-CC17C7E1636E}"/>
                  </a:ext>
                </a:extLst>
              </p:cNvPr>
              <p:cNvGrpSpPr>
                <a:grpSpLocks/>
              </p:cNvGrpSpPr>
              <p:nvPr/>
            </p:nvGrpSpPr>
            <p:grpSpPr bwMode="auto">
              <a:xfrm>
                <a:off x="101" y="1834"/>
                <a:ext cx="335" cy="51"/>
                <a:chOff x="101" y="1834"/>
                <a:chExt cx="335" cy="51"/>
              </a:xfrm>
            </p:grpSpPr>
            <p:sp>
              <p:nvSpPr>
                <p:cNvPr id="107870" name="Freeform 128">
                  <a:extLst>
                    <a:ext uri="{FF2B5EF4-FFF2-40B4-BE49-F238E27FC236}">
                      <a16:creationId xmlns:a16="http://schemas.microsoft.com/office/drawing/2014/main" id="{95F1D938-86D5-A748-BF3D-413A071077E6}"/>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71" name="Freeform 129">
                  <a:extLst>
                    <a:ext uri="{FF2B5EF4-FFF2-40B4-BE49-F238E27FC236}">
                      <a16:creationId xmlns:a16="http://schemas.microsoft.com/office/drawing/2014/main" id="{554C53A6-A9A5-BF4A-8D97-F0FC077C19D3}"/>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72" name="Rectangle 130">
                  <a:extLst>
                    <a:ext uri="{FF2B5EF4-FFF2-40B4-BE49-F238E27FC236}">
                      <a16:creationId xmlns:a16="http://schemas.microsoft.com/office/drawing/2014/main" id="{23D28402-953B-CF48-8CFF-D7126AE50FCF}"/>
                    </a:ext>
                  </a:extLst>
                </p:cNvPr>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7546" name="Group 131">
            <a:extLst>
              <a:ext uri="{FF2B5EF4-FFF2-40B4-BE49-F238E27FC236}">
                <a16:creationId xmlns:a16="http://schemas.microsoft.com/office/drawing/2014/main" id="{9DA4A256-AC92-EE41-BEFB-DC60167A349C}"/>
              </a:ext>
            </a:extLst>
          </p:cNvPr>
          <p:cNvGrpSpPr>
            <a:grpSpLocks/>
          </p:cNvGrpSpPr>
          <p:nvPr/>
        </p:nvGrpSpPr>
        <p:grpSpPr bwMode="auto">
          <a:xfrm>
            <a:off x="7261622" y="2743200"/>
            <a:ext cx="379809" cy="385763"/>
            <a:chOff x="5237" y="2322"/>
            <a:chExt cx="343" cy="352"/>
          </a:xfrm>
        </p:grpSpPr>
        <p:grpSp>
          <p:nvGrpSpPr>
            <p:cNvPr id="107833" name="Group 132">
              <a:extLst>
                <a:ext uri="{FF2B5EF4-FFF2-40B4-BE49-F238E27FC236}">
                  <a16:creationId xmlns:a16="http://schemas.microsoft.com/office/drawing/2014/main" id="{EE504298-EC95-8C49-A319-EB4148A3F6DE}"/>
                </a:ext>
              </a:extLst>
            </p:cNvPr>
            <p:cNvGrpSpPr>
              <a:grpSpLocks/>
            </p:cNvGrpSpPr>
            <p:nvPr/>
          </p:nvGrpSpPr>
          <p:grpSpPr bwMode="auto">
            <a:xfrm>
              <a:off x="5245" y="2328"/>
              <a:ext cx="335" cy="346"/>
              <a:chOff x="5245" y="2328"/>
              <a:chExt cx="335" cy="346"/>
            </a:xfrm>
          </p:grpSpPr>
          <p:sp>
            <p:nvSpPr>
              <p:cNvPr id="107847" name="Freeform 133">
                <a:extLst>
                  <a:ext uri="{FF2B5EF4-FFF2-40B4-BE49-F238E27FC236}">
                    <a16:creationId xmlns:a16="http://schemas.microsoft.com/office/drawing/2014/main" id="{E06F96F9-3A60-5149-A6CC-0548043F795E}"/>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48" name="Freeform 134">
                <a:extLst>
                  <a:ext uri="{FF2B5EF4-FFF2-40B4-BE49-F238E27FC236}">
                    <a16:creationId xmlns:a16="http://schemas.microsoft.com/office/drawing/2014/main" id="{D4A4B675-C2EF-4841-BA50-1FFFBF3A6D53}"/>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49" name="Freeform 135">
                <a:extLst>
                  <a:ext uri="{FF2B5EF4-FFF2-40B4-BE49-F238E27FC236}">
                    <a16:creationId xmlns:a16="http://schemas.microsoft.com/office/drawing/2014/main" id="{A61E1C21-4638-3E47-AC7E-52888EC72586}"/>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50" name="Freeform 136">
                <a:extLst>
                  <a:ext uri="{FF2B5EF4-FFF2-40B4-BE49-F238E27FC236}">
                    <a16:creationId xmlns:a16="http://schemas.microsoft.com/office/drawing/2014/main" id="{21A8284F-F0A3-FD4C-A5C7-085014E1BA51}"/>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51" name="Rectangle 137">
                <a:extLst>
                  <a:ext uri="{FF2B5EF4-FFF2-40B4-BE49-F238E27FC236}">
                    <a16:creationId xmlns:a16="http://schemas.microsoft.com/office/drawing/2014/main" id="{7B8D12E5-B994-224D-B1B4-D5944B227D96}"/>
                  </a:ext>
                </a:extLst>
              </p:cNvPr>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52" name="Rectangle 138">
                <a:extLst>
                  <a:ext uri="{FF2B5EF4-FFF2-40B4-BE49-F238E27FC236}">
                    <a16:creationId xmlns:a16="http://schemas.microsoft.com/office/drawing/2014/main" id="{B904B622-D662-534E-81C2-5720BDC27C1F}"/>
                  </a:ext>
                </a:extLst>
              </p:cNvPr>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53" name="Rectangle 139">
                <a:extLst>
                  <a:ext uri="{FF2B5EF4-FFF2-40B4-BE49-F238E27FC236}">
                    <a16:creationId xmlns:a16="http://schemas.microsoft.com/office/drawing/2014/main" id="{0B84D522-B386-A14A-8577-BB50D09D2E16}"/>
                  </a:ext>
                </a:extLst>
              </p:cNvPr>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54" name="Line 140">
                <a:extLst>
                  <a:ext uri="{FF2B5EF4-FFF2-40B4-BE49-F238E27FC236}">
                    <a16:creationId xmlns:a16="http://schemas.microsoft.com/office/drawing/2014/main" id="{D7542222-5283-A74D-9569-9294F126AFCA}"/>
                  </a:ext>
                </a:extLst>
              </p:cNvPr>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855" name="Group 141">
                <a:extLst>
                  <a:ext uri="{FF2B5EF4-FFF2-40B4-BE49-F238E27FC236}">
                    <a16:creationId xmlns:a16="http://schemas.microsoft.com/office/drawing/2014/main" id="{3A822F42-8630-274B-9E9F-11CFFD40A83C}"/>
                  </a:ext>
                </a:extLst>
              </p:cNvPr>
              <p:cNvGrpSpPr>
                <a:grpSpLocks/>
              </p:cNvGrpSpPr>
              <p:nvPr/>
            </p:nvGrpSpPr>
            <p:grpSpPr bwMode="auto">
              <a:xfrm>
                <a:off x="5245" y="2624"/>
                <a:ext cx="335" cy="50"/>
                <a:chOff x="5245" y="2624"/>
                <a:chExt cx="335" cy="50"/>
              </a:xfrm>
            </p:grpSpPr>
            <p:sp>
              <p:nvSpPr>
                <p:cNvPr id="107856" name="Freeform 142">
                  <a:extLst>
                    <a:ext uri="{FF2B5EF4-FFF2-40B4-BE49-F238E27FC236}">
                      <a16:creationId xmlns:a16="http://schemas.microsoft.com/office/drawing/2014/main" id="{DF24A11C-75D0-FA4C-8171-3BD5EC4C4A95}"/>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57" name="Freeform 143">
                  <a:extLst>
                    <a:ext uri="{FF2B5EF4-FFF2-40B4-BE49-F238E27FC236}">
                      <a16:creationId xmlns:a16="http://schemas.microsoft.com/office/drawing/2014/main" id="{1841F1FD-ECB7-2F41-859E-101E28F227E7}"/>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58" name="Rectangle 144">
                  <a:extLst>
                    <a:ext uri="{FF2B5EF4-FFF2-40B4-BE49-F238E27FC236}">
                      <a16:creationId xmlns:a16="http://schemas.microsoft.com/office/drawing/2014/main" id="{730837FF-325D-6E42-9153-16D701D2F202}"/>
                    </a:ext>
                  </a:extLst>
                </p:cNvPr>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7834" name="Group 145">
              <a:extLst>
                <a:ext uri="{FF2B5EF4-FFF2-40B4-BE49-F238E27FC236}">
                  <a16:creationId xmlns:a16="http://schemas.microsoft.com/office/drawing/2014/main" id="{83D4676E-2681-2A48-AD6B-6CEA6E8E203C}"/>
                </a:ext>
              </a:extLst>
            </p:cNvPr>
            <p:cNvGrpSpPr>
              <a:grpSpLocks/>
            </p:cNvGrpSpPr>
            <p:nvPr/>
          </p:nvGrpSpPr>
          <p:grpSpPr bwMode="auto">
            <a:xfrm>
              <a:off x="5237" y="2322"/>
              <a:ext cx="335" cy="346"/>
              <a:chOff x="5237" y="2322"/>
              <a:chExt cx="335" cy="346"/>
            </a:xfrm>
          </p:grpSpPr>
          <p:sp>
            <p:nvSpPr>
              <p:cNvPr id="107835" name="Freeform 146">
                <a:extLst>
                  <a:ext uri="{FF2B5EF4-FFF2-40B4-BE49-F238E27FC236}">
                    <a16:creationId xmlns:a16="http://schemas.microsoft.com/office/drawing/2014/main" id="{0127405C-C5BC-C94A-B249-7239CFBFC243}"/>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36" name="Freeform 147">
                <a:extLst>
                  <a:ext uri="{FF2B5EF4-FFF2-40B4-BE49-F238E27FC236}">
                    <a16:creationId xmlns:a16="http://schemas.microsoft.com/office/drawing/2014/main" id="{F414802A-C23B-2C4E-AA23-B8585856CE27}"/>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37" name="Freeform 148">
                <a:extLst>
                  <a:ext uri="{FF2B5EF4-FFF2-40B4-BE49-F238E27FC236}">
                    <a16:creationId xmlns:a16="http://schemas.microsoft.com/office/drawing/2014/main" id="{5D4E32E2-0C7C-9A44-9A16-AFACB9CF4B64}"/>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38" name="Freeform 149">
                <a:extLst>
                  <a:ext uri="{FF2B5EF4-FFF2-40B4-BE49-F238E27FC236}">
                    <a16:creationId xmlns:a16="http://schemas.microsoft.com/office/drawing/2014/main" id="{CBC8AE1A-F001-804D-88F1-64FC2CE55081}"/>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39" name="Rectangle 150">
                <a:extLst>
                  <a:ext uri="{FF2B5EF4-FFF2-40B4-BE49-F238E27FC236}">
                    <a16:creationId xmlns:a16="http://schemas.microsoft.com/office/drawing/2014/main" id="{459094D9-681F-7145-9731-B0D6B3109DE3}"/>
                  </a:ext>
                </a:extLst>
              </p:cNvPr>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40" name="Rectangle 151">
                <a:extLst>
                  <a:ext uri="{FF2B5EF4-FFF2-40B4-BE49-F238E27FC236}">
                    <a16:creationId xmlns:a16="http://schemas.microsoft.com/office/drawing/2014/main" id="{8AC3DE0C-90A4-FE43-943F-D396392060A2}"/>
                  </a:ext>
                </a:extLst>
              </p:cNvPr>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41" name="Rectangle 152">
                <a:extLst>
                  <a:ext uri="{FF2B5EF4-FFF2-40B4-BE49-F238E27FC236}">
                    <a16:creationId xmlns:a16="http://schemas.microsoft.com/office/drawing/2014/main" id="{945D0F60-3690-AF42-A1E1-EC298E8B8EFA}"/>
                  </a:ext>
                </a:extLst>
              </p:cNvPr>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42" name="Line 153">
                <a:extLst>
                  <a:ext uri="{FF2B5EF4-FFF2-40B4-BE49-F238E27FC236}">
                    <a16:creationId xmlns:a16="http://schemas.microsoft.com/office/drawing/2014/main" id="{A7A4C747-3B88-D74C-9A38-36644BF6866A}"/>
                  </a:ext>
                </a:extLst>
              </p:cNvPr>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843" name="Group 154">
                <a:extLst>
                  <a:ext uri="{FF2B5EF4-FFF2-40B4-BE49-F238E27FC236}">
                    <a16:creationId xmlns:a16="http://schemas.microsoft.com/office/drawing/2014/main" id="{2B4227C4-4069-B948-A766-9CC34152528D}"/>
                  </a:ext>
                </a:extLst>
              </p:cNvPr>
              <p:cNvGrpSpPr>
                <a:grpSpLocks/>
              </p:cNvGrpSpPr>
              <p:nvPr/>
            </p:nvGrpSpPr>
            <p:grpSpPr bwMode="auto">
              <a:xfrm>
                <a:off x="5237" y="2617"/>
                <a:ext cx="335" cy="51"/>
                <a:chOff x="5237" y="2617"/>
                <a:chExt cx="335" cy="51"/>
              </a:xfrm>
            </p:grpSpPr>
            <p:sp>
              <p:nvSpPr>
                <p:cNvPr id="107844" name="Freeform 155">
                  <a:extLst>
                    <a:ext uri="{FF2B5EF4-FFF2-40B4-BE49-F238E27FC236}">
                      <a16:creationId xmlns:a16="http://schemas.microsoft.com/office/drawing/2014/main" id="{87712CE8-A875-7F4A-B43E-4627E90B6404}"/>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45" name="Freeform 156">
                  <a:extLst>
                    <a:ext uri="{FF2B5EF4-FFF2-40B4-BE49-F238E27FC236}">
                      <a16:creationId xmlns:a16="http://schemas.microsoft.com/office/drawing/2014/main" id="{929C322A-EBB4-E842-A726-7FBA2394C095}"/>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46" name="Rectangle 157">
                  <a:extLst>
                    <a:ext uri="{FF2B5EF4-FFF2-40B4-BE49-F238E27FC236}">
                      <a16:creationId xmlns:a16="http://schemas.microsoft.com/office/drawing/2014/main" id="{151CF9BE-7A48-2742-AEA8-18B326B0A23C}"/>
                    </a:ext>
                  </a:extLst>
                </p:cNvPr>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7547" name="Group 158">
            <a:extLst>
              <a:ext uri="{FF2B5EF4-FFF2-40B4-BE49-F238E27FC236}">
                <a16:creationId xmlns:a16="http://schemas.microsoft.com/office/drawing/2014/main" id="{2AA55766-7088-4C40-8754-9C44D9DF66D6}"/>
              </a:ext>
            </a:extLst>
          </p:cNvPr>
          <p:cNvGrpSpPr>
            <a:grpSpLocks/>
          </p:cNvGrpSpPr>
          <p:nvPr/>
        </p:nvGrpSpPr>
        <p:grpSpPr bwMode="auto">
          <a:xfrm>
            <a:off x="7261622" y="1935956"/>
            <a:ext cx="379809" cy="386954"/>
            <a:chOff x="5237" y="1587"/>
            <a:chExt cx="343" cy="353"/>
          </a:xfrm>
        </p:grpSpPr>
        <p:grpSp>
          <p:nvGrpSpPr>
            <p:cNvPr id="107807" name="Group 159">
              <a:extLst>
                <a:ext uri="{FF2B5EF4-FFF2-40B4-BE49-F238E27FC236}">
                  <a16:creationId xmlns:a16="http://schemas.microsoft.com/office/drawing/2014/main" id="{0F3B1741-5E3D-A64F-8C19-4582115C15FC}"/>
                </a:ext>
              </a:extLst>
            </p:cNvPr>
            <p:cNvGrpSpPr>
              <a:grpSpLocks/>
            </p:cNvGrpSpPr>
            <p:nvPr/>
          </p:nvGrpSpPr>
          <p:grpSpPr bwMode="auto">
            <a:xfrm>
              <a:off x="5245" y="1594"/>
              <a:ext cx="335" cy="346"/>
              <a:chOff x="5245" y="1594"/>
              <a:chExt cx="335" cy="346"/>
            </a:xfrm>
          </p:grpSpPr>
          <p:sp>
            <p:nvSpPr>
              <p:cNvPr id="107821" name="Freeform 160">
                <a:extLst>
                  <a:ext uri="{FF2B5EF4-FFF2-40B4-BE49-F238E27FC236}">
                    <a16:creationId xmlns:a16="http://schemas.microsoft.com/office/drawing/2014/main" id="{212C00AD-A942-8646-BB59-165FD6448388}"/>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22" name="Freeform 161">
                <a:extLst>
                  <a:ext uri="{FF2B5EF4-FFF2-40B4-BE49-F238E27FC236}">
                    <a16:creationId xmlns:a16="http://schemas.microsoft.com/office/drawing/2014/main" id="{41B08172-07F9-184E-A2C9-2F154EC7FD64}"/>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23" name="Freeform 162">
                <a:extLst>
                  <a:ext uri="{FF2B5EF4-FFF2-40B4-BE49-F238E27FC236}">
                    <a16:creationId xmlns:a16="http://schemas.microsoft.com/office/drawing/2014/main" id="{CCF3F9EC-CECD-1B4D-9E51-CE43206CDF48}"/>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24" name="Freeform 163">
                <a:extLst>
                  <a:ext uri="{FF2B5EF4-FFF2-40B4-BE49-F238E27FC236}">
                    <a16:creationId xmlns:a16="http://schemas.microsoft.com/office/drawing/2014/main" id="{49A0CA58-453A-8C4F-BF61-7B3DA835C0F6}"/>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25" name="Rectangle 164">
                <a:extLst>
                  <a:ext uri="{FF2B5EF4-FFF2-40B4-BE49-F238E27FC236}">
                    <a16:creationId xmlns:a16="http://schemas.microsoft.com/office/drawing/2014/main" id="{0E351C4B-DEBF-3F4F-AF36-C49B29DAEF3E}"/>
                  </a:ext>
                </a:extLst>
              </p:cNvPr>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26" name="Rectangle 165">
                <a:extLst>
                  <a:ext uri="{FF2B5EF4-FFF2-40B4-BE49-F238E27FC236}">
                    <a16:creationId xmlns:a16="http://schemas.microsoft.com/office/drawing/2014/main" id="{3365DA10-42ED-014B-80B2-0BD15A18263C}"/>
                  </a:ext>
                </a:extLst>
              </p:cNvPr>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27" name="Rectangle 166">
                <a:extLst>
                  <a:ext uri="{FF2B5EF4-FFF2-40B4-BE49-F238E27FC236}">
                    <a16:creationId xmlns:a16="http://schemas.microsoft.com/office/drawing/2014/main" id="{2F7074C5-1801-1047-93D3-0A3C49A88CDD}"/>
                  </a:ext>
                </a:extLst>
              </p:cNvPr>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28" name="Line 167">
                <a:extLst>
                  <a:ext uri="{FF2B5EF4-FFF2-40B4-BE49-F238E27FC236}">
                    <a16:creationId xmlns:a16="http://schemas.microsoft.com/office/drawing/2014/main" id="{34915B0B-59BF-AD41-817C-DAB0BDE6DA41}"/>
                  </a:ext>
                </a:extLst>
              </p:cNvPr>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829" name="Group 168">
                <a:extLst>
                  <a:ext uri="{FF2B5EF4-FFF2-40B4-BE49-F238E27FC236}">
                    <a16:creationId xmlns:a16="http://schemas.microsoft.com/office/drawing/2014/main" id="{CB846D14-FA7B-1743-9253-44EAFAFA7949}"/>
                  </a:ext>
                </a:extLst>
              </p:cNvPr>
              <p:cNvGrpSpPr>
                <a:grpSpLocks/>
              </p:cNvGrpSpPr>
              <p:nvPr/>
            </p:nvGrpSpPr>
            <p:grpSpPr bwMode="auto">
              <a:xfrm>
                <a:off x="5245" y="1889"/>
                <a:ext cx="335" cy="51"/>
                <a:chOff x="5245" y="1889"/>
                <a:chExt cx="335" cy="51"/>
              </a:xfrm>
            </p:grpSpPr>
            <p:sp>
              <p:nvSpPr>
                <p:cNvPr id="107830" name="Freeform 169">
                  <a:extLst>
                    <a:ext uri="{FF2B5EF4-FFF2-40B4-BE49-F238E27FC236}">
                      <a16:creationId xmlns:a16="http://schemas.microsoft.com/office/drawing/2014/main" id="{F008F6BB-D4AB-9642-BE56-737974F0D4DF}"/>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31" name="Freeform 170">
                  <a:extLst>
                    <a:ext uri="{FF2B5EF4-FFF2-40B4-BE49-F238E27FC236}">
                      <a16:creationId xmlns:a16="http://schemas.microsoft.com/office/drawing/2014/main" id="{3886EB8E-F0D8-C044-A252-F150EB3B8CC2}"/>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32" name="Rectangle 171">
                  <a:extLst>
                    <a:ext uri="{FF2B5EF4-FFF2-40B4-BE49-F238E27FC236}">
                      <a16:creationId xmlns:a16="http://schemas.microsoft.com/office/drawing/2014/main" id="{F81EA6C5-A0DB-6F41-AA98-2C14B22FD447}"/>
                    </a:ext>
                  </a:extLst>
                </p:cNvPr>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7808" name="Group 172">
              <a:extLst>
                <a:ext uri="{FF2B5EF4-FFF2-40B4-BE49-F238E27FC236}">
                  <a16:creationId xmlns:a16="http://schemas.microsoft.com/office/drawing/2014/main" id="{81AB153C-BB36-CB4C-AD52-7830FBA9DD8E}"/>
                </a:ext>
              </a:extLst>
            </p:cNvPr>
            <p:cNvGrpSpPr>
              <a:grpSpLocks/>
            </p:cNvGrpSpPr>
            <p:nvPr/>
          </p:nvGrpSpPr>
          <p:grpSpPr bwMode="auto">
            <a:xfrm>
              <a:off x="5237" y="1587"/>
              <a:ext cx="335" cy="346"/>
              <a:chOff x="5237" y="1587"/>
              <a:chExt cx="335" cy="346"/>
            </a:xfrm>
          </p:grpSpPr>
          <p:sp>
            <p:nvSpPr>
              <p:cNvPr id="107809" name="Freeform 173">
                <a:extLst>
                  <a:ext uri="{FF2B5EF4-FFF2-40B4-BE49-F238E27FC236}">
                    <a16:creationId xmlns:a16="http://schemas.microsoft.com/office/drawing/2014/main" id="{3568E966-4389-224E-AE4F-275304550B48}"/>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10" name="Freeform 174">
                <a:extLst>
                  <a:ext uri="{FF2B5EF4-FFF2-40B4-BE49-F238E27FC236}">
                    <a16:creationId xmlns:a16="http://schemas.microsoft.com/office/drawing/2014/main" id="{587AA5E6-29BD-DF4A-957B-44D70C0E3CEC}"/>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11" name="Freeform 175">
                <a:extLst>
                  <a:ext uri="{FF2B5EF4-FFF2-40B4-BE49-F238E27FC236}">
                    <a16:creationId xmlns:a16="http://schemas.microsoft.com/office/drawing/2014/main" id="{F3D42F9B-A272-0144-989F-663A0154EB10}"/>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12" name="Freeform 176">
                <a:extLst>
                  <a:ext uri="{FF2B5EF4-FFF2-40B4-BE49-F238E27FC236}">
                    <a16:creationId xmlns:a16="http://schemas.microsoft.com/office/drawing/2014/main" id="{A72AA2D4-D60A-0E4B-AC46-7817D409B142}"/>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13" name="Rectangle 177">
                <a:extLst>
                  <a:ext uri="{FF2B5EF4-FFF2-40B4-BE49-F238E27FC236}">
                    <a16:creationId xmlns:a16="http://schemas.microsoft.com/office/drawing/2014/main" id="{ED8B2EBB-BFBB-1B4B-9579-621158893528}"/>
                  </a:ext>
                </a:extLst>
              </p:cNvPr>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14" name="Rectangle 178">
                <a:extLst>
                  <a:ext uri="{FF2B5EF4-FFF2-40B4-BE49-F238E27FC236}">
                    <a16:creationId xmlns:a16="http://schemas.microsoft.com/office/drawing/2014/main" id="{117ECDC6-B145-5F4E-94C5-376B10C55EF6}"/>
                  </a:ext>
                </a:extLst>
              </p:cNvPr>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15" name="Rectangle 179">
                <a:extLst>
                  <a:ext uri="{FF2B5EF4-FFF2-40B4-BE49-F238E27FC236}">
                    <a16:creationId xmlns:a16="http://schemas.microsoft.com/office/drawing/2014/main" id="{1B7D6A44-88CE-0D4F-85E8-74801614F4A6}"/>
                  </a:ext>
                </a:extLst>
              </p:cNvPr>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16" name="Line 180">
                <a:extLst>
                  <a:ext uri="{FF2B5EF4-FFF2-40B4-BE49-F238E27FC236}">
                    <a16:creationId xmlns:a16="http://schemas.microsoft.com/office/drawing/2014/main" id="{DF8348CB-EBC6-084E-A3DC-3C7885EFE630}"/>
                  </a:ext>
                </a:extLst>
              </p:cNvPr>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817" name="Group 181">
                <a:extLst>
                  <a:ext uri="{FF2B5EF4-FFF2-40B4-BE49-F238E27FC236}">
                    <a16:creationId xmlns:a16="http://schemas.microsoft.com/office/drawing/2014/main" id="{6BA19E05-770B-7342-AE8A-FFEB049602DB}"/>
                  </a:ext>
                </a:extLst>
              </p:cNvPr>
              <p:cNvGrpSpPr>
                <a:grpSpLocks/>
              </p:cNvGrpSpPr>
              <p:nvPr/>
            </p:nvGrpSpPr>
            <p:grpSpPr bwMode="auto">
              <a:xfrm>
                <a:off x="5237" y="1883"/>
                <a:ext cx="335" cy="50"/>
                <a:chOff x="5237" y="1883"/>
                <a:chExt cx="335" cy="50"/>
              </a:xfrm>
            </p:grpSpPr>
            <p:sp>
              <p:nvSpPr>
                <p:cNvPr id="107818" name="Freeform 182">
                  <a:extLst>
                    <a:ext uri="{FF2B5EF4-FFF2-40B4-BE49-F238E27FC236}">
                      <a16:creationId xmlns:a16="http://schemas.microsoft.com/office/drawing/2014/main" id="{3F075051-B3C8-F14F-A0A9-D94128D07DAB}"/>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19" name="Freeform 183">
                  <a:extLst>
                    <a:ext uri="{FF2B5EF4-FFF2-40B4-BE49-F238E27FC236}">
                      <a16:creationId xmlns:a16="http://schemas.microsoft.com/office/drawing/2014/main" id="{0ECDEF3D-0134-E741-99BA-7F67CC377D29}"/>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20" name="Rectangle 184">
                  <a:extLst>
                    <a:ext uri="{FF2B5EF4-FFF2-40B4-BE49-F238E27FC236}">
                      <a16:creationId xmlns:a16="http://schemas.microsoft.com/office/drawing/2014/main" id="{4B28F69B-8B91-8940-A056-B3187E6F3C90}"/>
                    </a:ext>
                  </a:extLst>
                </p:cNvPr>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07548" name="Rectangle 185">
            <a:extLst>
              <a:ext uri="{FF2B5EF4-FFF2-40B4-BE49-F238E27FC236}">
                <a16:creationId xmlns:a16="http://schemas.microsoft.com/office/drawing/2014/main" id="{5593972C-63B0-704E-87F5-9123FAD7429B}"/>
              </a:ext>
            </a:extLst>
          </p:cNvPr>
          <p:cNvSpPr>
            <a:spLocks noChangeArrowheads="1"/>
          </p:cNvSpPr>
          <p:nvPr/>
        </p:nvSpPr>
        <p:spPr bwMode="auto">
          <a:xfrm>
            <a:off x="2568179" y="1440656"/>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49" name="Rectangle 186">
            <a:extLst>
              <a:ext uri="{FF2B5EF4-FFF2-40B4-BE49-F238E27FC236}">
                <a16:creationId xmlns:a16="http://schemas.microsoft.com/office/drawing/2014/main" id="{A56A733D-7032-8740-B205-7C708F56EDCD}"/>
              </a:ext>
            </a:extLst>
          </p:cNvPr>
          <p:cNvSpPr>
            <a:spLocks noChangeArrowheads="1"/>
          </p:cNvSpPr>
          <p:nvPr/>
        </p:nvSpPr>
        <p:spPr bwMode="auto">
          <a:xfrm>
            <a:off x="2900363" y="1743075"/>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222.1.1.</a:t>
            </a:r>
            <a:endParaRPr kumimoji="1" lang="en-US" altLang="zh-CN" sz="1500">
              <a:latin typeface="Arial" panose="020B0604020202020204" pitchFamily="34" charset="0"/>
              <a:ea typeface="宋体" panose="02010600030101010101" pitchFamily="2" charset="-122"/>
            </a:endParaRPr>
          </a:p>
        </p:txBody>
      </p:sp>
      <p:sp>
        <p:nvSpPr>
          <p:cNvPr id="107550" name="Rectangle 187">
            <a:extLst>
              <a:ext uri="{FF2B5EF4-FFF2-40B4-BE49-F238E27FC236}">
                <a16:creationId xmlns:a16="http://schemas.microsoft.com/office/drawing/2014/main" id="{E423E379-ABBB-7842-B443-85DBC176D5EB}"/>
              </a:ext>
            </a:extLst>
          </p:cNvPr>
          <p:cNvSpPr>
            <a:spLocks noChangeArrowheads="1"/>
          </p:cNvSpPr>
          <p:nvPr/>
        </p:nvSpPr>
        <p:spPr bwMode="auto">
          <a:xfrm>
            <a:off x="3819526" y="1112044"/>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51" name="Rectangle 188">
            <a:extLst>
              <a:ext uri="{FF2B5EF4-FFF2-40B4-BE49-F238E27FC236}">
                <a16:creationId xmlns:a16="http://schemas.microsoft.com/office/drawing/2014/main" id="{6FA3A259-23D1-3F4D-88B8-76F0F81954D8}"/>
              </a:ext>
            </a:extLst>
          </p:cNvPr>
          <p:cNvSpPr>
            <a:spLocks noChangeArrowheads="1"/>
          </p:cNvSpPr>
          <p:nvPr/>
        </p:nvSpPr>
        <p:spPr bwMode="auto">
          <a:xfrm>
            <a:off x="3756423"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222.1.1.1</a:t>
            </a:r>
          </a:p>
        </p:txBody>
      </p:sp>
      <p:sp>
        <p:nvSpPr>
          <p:cNvPr id="107552" name="Rectangle 189">
            <a:extLst>
              <a:ext uri="{FF2B5EF4-FFF2-40B4-BE49-F238E27FC236}">
                <a16:creationId xmlns:a16="http://schemas.microsoft.com/office/drawing/2014/main" id="{BCAF4253-C170-8A4A-BE98-ED40DB48BF64}"/>
              </a:ext>
            </a:extLst>
          </p:cNvPr>
          <p:cNvSpPr>
            <a:spLocks noChangeArrowheads="1"/>
          </p:cNvSpPr>
          <p:nvPr/>
        </p:nvSpPr>
        <p:spPr bwMode="auto">
          <a:xfrm>
            <a:off x="4978004"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53" name="Rectangle 190">
            <a:extLst>
              <a:ext uri="{FF2B5EF4-FFF2-40B4-BE49-F238E27FC236}">
                <a16:creationId xmlns:a16="http://schemas.microsoft.com/office/drawing/2014/main" id="{0351C1B8-540F-1D47-9F6D-25476ABF57A6}"/>
              </a:ext>
            </a:extLst>
          </p:cNvPr>
          <p:cNvSpPr>
            <a:spLocks noChangeArrowheads="1"/>
          </p:cNvSpPr>
          <p:nvPr/>
        </p:nvSpPr>
        <p:spPr bwMode="auto">
          <a:xfrm>
            <a:off x="4898232"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222.1.1.2</a:t>
            </a:r>
          </a:p>
        </p:txBody>
      </p:sp>
      <p:sp>
        <p:nvSpPr>
          <p:cNvPr id="107554" name="Rectangle 191">
            <a:extLst>
              <a:ext uri="{FF2B5EF4-FFF2-40B4-BE49-F238E27FC236}">
                <a16:creationId xmlns:a16="http://schemas.microsoft.com/office/drawing/2014/main" id="{35A6BBC4-F282-5D4C-AFDF-1CD372784C2A}"/>
              </a:ext>
            </a:extLst>
          </p:cNvPr>
          <p:cNvSpPr>
            <a:spLocks noChangeArrowheads="1"/>
          </p:cNvSpPr>
          <p:nvPr/>
        </p:nvSpPr>
        <p:spPr bwMode="auto">
          <a:xfrm>
            <a:off x="6173392"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55" name="Rectangle 192">
            <a:extLst>
              <a:ext uri="{FF2B5EF4-FFF2-40B4-BE49-F238E27FC236}">
                <a16:creationId xmlns:a16="http://schemas.microsoft.com/office/drawing/2014/main" id="{985F94CE-DA52-D142-9452-560A7E541D61}"/>
              </a:ext>
            </a:extLst>
          </p:cNvPr>
          <p:cNvSpPr>
            <a:spLocks noChangeArrowheads="1"/>
          </p:cNvSpPr>
          <p:nvPr/>
        </p:nvSpPr>
        <p:spPr bwMode="auto">
          <a:xfrm>
            <a:off x="6059091" y="10596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222.1.1.3</a:t>
            </a:r>
          </a:p>
        </p:txBody>
      </p:sp>
      <p:sp>
        <p:nvSpPr>
          <p:cNvPr id="107556" name="Rectangle 193">
            <a:extLst>
              <a:ext uri="{FF2B5EF4-FFF2-40B4-BE49-F238E27FC236}">
                <a16:creationId xmlns:a16="http://schemas.microsoft.com/office/drawing/2014/main" id="{0DD36361-C449-9045-86EF-ED720110A155}"/>
              </a:ext>
            </a:extLst>
          </p:cNvPr>
          <p:cNvSpPr>
            <a:spLocks noChangeArrowheads="1"/>
          </p:cNvSpPr>
          <p:nvPr/>
        </p:nvSpPr>
        <p:spPr bwMode="auto">
          <a:xfrm>
            <a:off x="4269581" y="1603772"/>
            <a:ext cx="20241" cy="40362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7557" name="Group 194">
            <a:extLst>
              <a:ext uri="{FF2B5EF4-FFF2-40B4-BE49-F238E27FC236}">
                <a16:creationId xmlns:a16="http://schemas.microsoft.com/office/drawing/2014/main" id="{D8F24803-D8B0-A443-BF1D-083311CFBB6B}"/>
              </a:ext>
            </a:extLst>
          </p:cNvPr>
          <p:cNvGrpSpPr>
            <a:grpSpLocks/>
          </p:cNvGrpSpPr>
          <p:nvPr/>
        </p:nvGrpSpPr>
        <p:grpSpPr bwMode="auto">
          <a:xfrm>
            <a:off x="4010025" y="1972866"/>
            <a:ext cx="485775" cy="289322"/>
            <a:chOff x="2299" y="1622"/>
            <a:chExt cx="439" cy="262"/>
          </a:xfrm>
        </p:grpSpPr>
        <p:sp>
          <p:nvSpPr>
            <p:cNvPr id="107782" name="Oval 195">
              <a:extLst>
                <a:ext uri="{FF2B5EF4-FFF2-40B4-BE49-F238E27FC236}">
                  <a16:creationId xmlns:a16="http://schemas.microsoft.com/office/drawing/2014/main" id="{039328FA-47C0-264A-8A9F-1D256F140821}"/>
                </a:ext>
              </a:extLst>
            </p:cNvPr>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83" name="Rectangle 196">
              <a:extLst>
                <a:ext uri="{FF2B5EF4-FFF2-40B4-BE49-F238E27FC236}">
                  <a16:creationId xmlns:a16="http://schemas.microsoft.com/office/drawing/2014/main" id="{0CBCF716-A755-8643-97FB-7484CB08A34B}"/>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84" name="Rectangle 197">
              <a:extLst>
                <a:ext uri="{FF2B5EF4-FFF2-40B4-BE49-F238E27FC236}">
                  <a16:creationId xmlns:a16="http://schemas.microsoft.com/office/drawing/2014/main" id="{A34A98B2-273D-F942-9956-237AAB0D0FD2}"/>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85" name="Oval 198">
              <a:extLst>
                <a:ext uri="{FF2B5EF4-FFF2-40B4-BE49-F238E27FC236}">
                  <a16:creationId xmlns:a16="http://schemas.microsoft.com/office/drawing/2014/main" id="{8ABE0C93-F894-1D4A-9E00-21C523152EA2}"/>
                </a:ext>
              </a:extLst>
            </p:cNvPr>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7786" name="Group 199">
              <a:extLst>
                <a:ext uri="{FF2B5EF4-FFF2-40B4-BE49-F238E27FC236}">
                  <a16:creationId xmlns:a16="http://schemas.microsoft.com/office/drawing/2014/main" id="{D2381182-38F9-4F4D-8279-2817F1E4C7F9}"/>
                </a:ext>
              </a:extLst>
            </p:cNvPr>
            <p:cNvGrpSpPr>
              <a:grpSpLocks/>
            </p:cNvGrpSpPr>
            <p:nvPr/>
          </p:nvGrpSpPr>
          <p:grpSpPr bwMode="auto">
            <a:xfrm>
              <a:off x="2365" y="1640"/>
              <a:ext cx="304" cy="117"/>
              <a:chOff x="2365" y="1640"/>
              <a:chExt cx="304" cy="117"/>
            </a:xfrm>
          </p:grpSpPr>
          <p:grpSp>
            <p:nvGrpSpPr>
              <p:cNvPr id="107789" name="Group 200">
                <a:extLst>
                  <a:ext uri="{FF2B5EF4-FFF2-40B4-BE49-F238E27FC236}">
                    <a16:creationId xmlns:a16="http://schemas.microsoft.com/office/drawing/2014/main" id="{9CE5942B-F3BB-2D4B-99C1-4253A01D7529}"/>
                  </a:ext>
                </a:extLst>
              </p:cNvPr>
              <p:cNvGrpSpPr>
                <a:grpSpLocks/>
              </p:cNvGrpSpPr>
              <p:nvPr/>
            </p:nvGrpSpPr>
            <p:grpSpPr bwMode="auto">
              <a:xfrm>
                <a:off x="2365" y="1640"/>
                <a:ext cx="302" cy="115"/>
                <a:chOff x="2365" y="1640"/>
                <a:chExt cx="302" cy="115"/>
              </a:xfrm>
            </p:grpSpPr>
            <p:sp>
              <p:nvSpPr>
                <p:cNvPr id="107799" name="Freeform 201">
                  <a:extLst>
                    <a:ext uri="{FF2B5EF4-FFF2-40B4-BE49-F238E27FC236}">
                      <a16:creationId xmlns:a16="http://schemas.microsoft.com/office/drawing/2014/main" id="{04754297-50C6-AD48-AF84-C8E159BC7295}"/>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00" name="Freeform 202">
                  <a:extLst>
                    <a:ext uri="{FF2B5EF4-FFF2-40B4-BE49-F238E27FC236}">
                      <a16:creationId xmlns:a16="http://schemas.microsoft.com/office/drawing/2014/main" id="{8A35AB9D-BEBD-9349-ACAA-1EC1F6C96DC2}"/>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01" name="Freeform 203">
                  <a:extLst>
                    <a:ext uri="{FF2B5EF4-FFF2-40B4-BE49-F238E27FC236}">
                      <a16:creationId xmlns:a16="http://schemas.microsoft.com/office/drawing/2014/main" id="{4C2D36B3-8CDD-B746-99BB-BF3004198D60}"/>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02" name="Freeform 204">
                  <a:extLst>
                    <a:ext uri="{FF2B5EF4-FFF2-40B4-BE49-F238E27FC236}">
                      <a16:creationId xmlns:a16="http://schemas.microsoft.com/office/drawing/2014/main" id="{BCE9991E-EEC8-214D-A1A5-1B994B3B06E5}"/>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03" name="Freeform 205">
                  <a:extLst>
                    <a:ext uri="{FF2B5EF4-FFF2-40B4-BE49-F238E27FC236}">
                      <a16:creationId xmlns:a16="http://schemas.microsoft.com/office/drawing/2014/main" id="{286D675A-661A-CC48-ABEC-E918AAE6029C}"/>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04" name="Freeform 206">
                  <a:extLst>
                    <a:ext uri="{FF2B5EF4-FFF2-40B4-BE49-F238E27FC236}">
                      <a16:creationId xmlns:a16="http://schemas.microsoft.com/office/drawing/2014/main" id="{42FD964A-774F-BB4E-ADDB-1FC4B224D273}"/>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05" name="Freeform 207">
                  <a:extLst>
                    <a:ext uri="{FF2B5EF4-FFF2-40B4-BE49-F238E27FC236}">
                      <a16:creationId xmlns:a16="http://schemas.microsoft.com/office/drawing/2014/main" id="{D89BD032-F86B-934A-B786-665F25B9FE8A}"/>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06" name="Freeform 208">
                  <a:extLst>
                    <a:ext uri="{FF2B5EF4-FFF2-40B4-BE49-F238E27FC236}">
                      <a16:creationId xmlns:a16="http://schemas.microsoft.com/office/drawing/2014/main" id="{EDC6660B-10D1-0848-910B-B18E5C5802F7}"/>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07790" name="Group 209">
                <a:extLst>
                  <a:ext uri="{FF2B5EF4-FFF2-40B4-BE49-F238E27FC236}">
                    <a16:creationId xmlns:a16="http://schemas.microsoft.com/office/drawing/2014/main" id="{D7CED4D6-AA6F-D84C-A38B-D79658DA9EFB}"/>
                  </a:ext>
                </a:extLst>
              </p:cNvPr>
              <p:cNvGrpSpPr>
                <a:grpSpLocks/>
              </p:cNvGrpSpPr>
              <p:nvPr/>
            </p:nvGrpSpPr>
            <p:grpSpPr bwMode="auto">
              <a:xfrm>
                <a:off x="2368" y="1643"/>
                <a:ext cx="301" cy="114"/>
                <a:chOff x="2368" y="1643"/>
                <a:chExt cx="301" cy="114"/>
              </a:xfrm>
            </p:grpSpPr>
            <p:sp>
              <p:nvSpPr>
                <p:cNvPr id="107791" name="Freeform 210">
                  <a:extLst>
                    <a:ext uri="{FF2B5EF4-FFF2-40B4-BE49-F238E27FC236}">
                      <a16:creationId xmlns:a16="http://schemas.microsoft.com/office/drawing/2014/main" id="{0D57790F-45F1-AF4F-94D2-AFF31064560D}"/>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92" name="Freeform 211">
                  <a:extLst>
                    <a:ext uri="{FF2B5EF4-FFF2-40B4-BE49-F238E27FC236}">
                      <a16:creationId xmlns:a16="http://schemas.microsoft.com/office/drawing/2014/main" id="{594B00FB-96E5-6949-8DE9-166DE6EFC647}"/>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93" name="Freeform 212">
                  <a:extLst>
                    <a:ext uri="{FF2B5EF4-FFF2-40B4-BE49-F238E27FC236}">
                      <a16:creationId xmlns:a16="http://schemas.microsoft.com/office/drawing/2014/main" id="{C2525B70-DC10-5148-954D-EF2EA1955CE0}"/>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94" name="Freeform 213">
                  <a:extLst>
                    <a:ext uri="{FF2B5EF4-FFF2-40B4-BE49-F238E27FC236}">
                      <a16:creationId xmlns:a16="http://schemas.microsoft.com/office/drawing/2014/main" id="{0BB8C962-BB8F-FB4E-B9AB-83347199323C}"/>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95" name="Freeform 214">
                  <a:extLst>
                    <a:ext uri="{FF2B5EF4-FFF2-40B4-BE49-F238E27FC236}">
                      <a16:creationId xmlns:a16="http://schemas.microsoft.com/office/drawing/2014/main" id="{50FE0AA4-353F-B444-A64B-96B5FEB1A352}"/>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96" name="Freeform 215">
                  <a:extLst>
                    <a:ext uri="{FF2B5EF4-FFF2-40B4-BE49-F238E27FC236}">
                      <a16:creationId xmlns:a16="http://schemas.microsoft.com/office/drawing/2014/main" id="{54B71A2D-A858-D345-A863-EFEBBC950891}"/>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97" name="Freeform 216">
                  <a:extLst>
                    <a:ext uri="{FF2B5EF4-FFF2-40B4-BE49-F238E27FC236}">
                      <a16:creationId xmlns:a16="http://schemas.microsoft.com/office/drawing/2014/main" id="{DE10F4B3-8730-894C-A801-201783BC7D89}"/>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98" name="Freeform 217">
                  <a:extLst>
                    <a:ext uri="{FF2B5EF4-FFF2-40B4-BE49-F238E27FC236}">
                      <a16:creationId xmlns:a16="http://schemas.microsoft.com/office/drawing/2014/main" id="{3F913E19-C01F-7F42-B82E-BFC330EE18F3}"/>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07787" name="Line 218">
              <a:extLst>
                <a:ext uri="{FF2B5EF4-FFF2-40B4-BE49-F238E27FC236}">
                  <a16:creationId xmlns:a16="http://schemas.microsoft.com/office/drawing/2014/main" id="{56778FCB-D786-2644-A86A-7C2F901E2B4B}"/>
                </a:ext>
              </a:extLst>
            </p:cNvPr>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788" name="Line 219">
              <a:extLst>
                <a:ext uri="{FF2B5EF4-FFF2-40B4-BE49-F238E27FC236}">
                  <a16:creationId xmlns:a16="http://schemas.microsoft.com/office/drawing/2014/main" id="{0B9998D4-5322-6640-ABE9-79A0FABC438B}"/>
                </a:ext>
              </a:extLst>
            </p:cNvPr>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7558" name="Rectangle 220">
            <a:extLst>
              <a:ext uri="{FF2B5EF4-FFF2-40B4-BE49-F238E27FC236}">
                <a16:creationId xmlns:a16="http://schemas.microsoft.com/office/drawing/2014/main" id="{E0F370CA-D39E-3F4D-B28F-01D5E4CB46B0}"/>
              </a:ext>
            </a:extLst>
          </p:cNvPr>
          <p:cNvSpPr>
            <a:spLocks noChangeArrowheads="1"/>
          </p:cNvSpPr>
          <p:nvPr/>
        </p:nvSpPr>
        <p:spPr bwMode="auto">
          <a:xfrm>
            <a:off x="4351735" y="1778794"/>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59" name="Rectangle 221">
            <a:extLst>
              <a:ext uri="{FF2B5EF4-FFF2-40B4-BE49-F238E27FC236}">
                <a16:creationId xmlns:a16="http://schemas.microsoft.com/office/drawing/2014/main" id="{7A4FFB61-D158-C74A-BE92-CE935CC4FD62}"/>
              </a:ext>
            </a:extLst>
          </p:cNvPr>
          <p:cNvSpPr>
            <a:spLocks noChangeArrowheads="1"/>
          </p:cNvSpPr>
          <p:nvPr/>
        </p:nvSpPr>
        <p:spPr bwMode="auto">
          <a:xfrm>
            <a:off x="4406504" y="1785938"/>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222.1.1.4</a:t>
            </a:r>
          </a:p>
        </p:txBody>
      </p:sp>
      <p:sp>
        <p:nvSpPr>
          <p:cNvPr id="107560" name="Rectangle 222">
            <a:extLst>
              <a:ext uri="{FF2B5EF4-FFF2-40B4-BE49-F238E27FC236}">
                <a16:creationId xmlns:a16="http://schemas.microsoft.com/office/drawing/2014/main" id="{D3CA68E4-5E1F-2D4F-AF2B-E6EFD27260A4}"/>
              </a:ext>
            </a:extLst>
          </p:cNvPr>
          <p:cNvSpPr>
            <a:spLocks noChangeArrowheads="1"/>
          </p:cNvSpPr>
          <p:nvPr/>
        </p:nvSpPr>
        <p:spPr bwMode="auto">
          <a:xfrm>
            <a:off x="3727847" y="1889523"/>
            <a:ext cx="309563" cy="263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61" name="Rectangle 223">
            <a:extLst>
              <a:ext uri="{FF2B5EF4-FFF2-40B4-BE49-F238E27FC236}">
                <a16:creationId xmlns:a16="http://schemas.microsoft.com/office/drawing/2014/main" id="{216EA7E3-470E-2045-B110-548238FA5CCF}"/>
              </a:ext>
            </a:extLst>
          </p:cNvPr>
          <p:cNvSpPr>
            <a:spLocks noChangeArrowheads="1"/>
          </p:cNvSpPr>
          <p:nvPr/>
        </p:nvSpPr>
        <p:spPr bwMode="auto">
          <a:xfrm>
            <a:off x="3805237" y="1882379"/>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07562" name="Oval 224">
            <a:extLst>
              <a:ext uri="{FF2B5EF4-FFF2-40B4-BE49-F238E27FC236}">
                <a16:creationId xmlns:a16="http://schemas.microsoft.com/office/drawing/2014/main" id="{544A8025-5460-4445-807D-37B3BF265ACA}"/>
              </a:ext>
            </a:extLst>
          </p:cNvPr>
          <p:cNvSpPr>
            <a:spLocks noChangeArrowheads="1"/>
          </p:cNvSpPr>
          <p:nvPr/>
        </p:nvSpPr>
        <p:spPr bwMode="auto">
          <a:xfrm>
            <a:off x="4239816" y="181689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63" name="Rectangle 225">
            <a:extLst>
              <a:ext uri="{FF2B5EF4-FFF2-40B4-BE49-F238E27FC236}">
                <a16:creationId xmlns:a16="http://schemas.microsoft.com/office/drawing/2014/main" id="{56D0ED65-94A8-5249-8611-52CB51425A6B}"/>
              </a:ext>
            </a:extLst>
          </p:cNvPr>
          <p:cNvSpPr>
            <a:spLocks noChangeArrowheads="1"/>
          </p:cNvSpPr>
          <p:nvPr/>
        </p:nvSpPr>
        <p:spPr bwMode="auto">
          <a:xfrm>
            <a:off x="2624138" y="1212056"/>
            <a:ext cx="5405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64" name="Oval 226">
            <a:extLst>
              <a:ext uri="{FF2B5EF4-FFF2-40B4-BE49-F238E27FC236}">
                <a16:creationId xmlns:a16="http://schemas.microsoft.com/office/drawing/2014/main" id="{5D02CEA5-7006-934A-B4B6-C52D22A9FF46}"/>
              </a:ext>
            </a:extLst>
          </p:cNvPr>
          <p:cNvSpPr>
            <a:spLocks noChangeArrowheads="1"/>
          </p:cNvSpPr>
          <p:nvPr/>
        </p:nvSpPr>
        <p:spPr bwMode="auto">
          <a:xfrm>
            <a:off x="6983016" y="30503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65" name="Oval 227">
            <a:extLst>
              <a:ext uri="{FF2B5EF4-FFF2-40B4-BE49-F238E27FC236}">
                <a16:creationId xmlns:a16="http://schemas.microsoft.com/office/drawing/2014/main" id="{761775CE-41BC-3A43-9A74-6925AE29A04D}"/>
              </a:ext>
            </a:extLst>
          </p:cNvPr>
          <p:cNvSpPr>
            <a:spLocks noChangeArrowheads="1"/>
          </p:cNvSpPr>
          <p:nvPr/>
        </p:nvSpPr>
        <p:spPr bwMode="auto">
          <a:xfrm>
            <a:off x="6986588" y="2220517"/>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66" name="Rectangle 228">
            <a:extLst>
              <a:ext uri="{FF2B5EF4-FFF2-40B4-BE49-F238E27FC236}">
                <a16:creationId xmlns:a16="http://schemas.microsoft.com/office/drawing/2014/main" id="{FB20BB06-0A91-5944-B583-F8EE5FAB27B9}"/>
              </a:ext>
            </a:extLst>
          </p:cNvPr>
          <p:cNvSpPr>
            <a:spLocks noChangeArrowheads="1"/>
          </p:cNvSpPr>
          <p:nvPr/>
        </p:nvSpPr>
        <p:spPr bwMode="auto">
          <a:xfrm>
            <a:off x="5897166" y="2764632"/>
            <a:ext cx="757238"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67" name="Rectangle 229">
            <a:extLst>
              <a:ext uri="{FF2B5EF4-FFF2-40B4-BE49-F238E27FC236}">
                <a16:creationId xmlns:a16="http://schemas.microsoft.com/office/drawing/2014/main" id="{1E4C4760-3E6A-8A44-ADCF-25BF2FD8D825}"/>
              </a:ext>
            </a:extLst>
          </p:cNvPr>
          <p:cNvSpPr>
            <a:spLocks noChangeArrowheads="1"/>
          </p:cNvSpPr>
          <p:nvPr/>
        </p:nvSpPr>
        <p:spPr bwMode="auto">
          <a:xfrm>
            <a:off x="5625704" y="3167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222.1.2.5</a:t>
            </a:r>
          </a:p>
        </p:txBody>
      </p:sp>
      <p:sp>
        <p:nvSpPr>
          <p:cNvPr id="107568" name="Rectangle 230">
            <a:extLst>
              <a:ext uri="{FF2B5EF4-FFF2-40B4-BE49-F238E27FC236}">
                <a16:creationId xmlns:a16="http://schemas.microsoft.com/office/drawing/2014/main" id="{0B7A9C5C-780D-C849-9E5C-22CD76BF9AEC}"/>
              </a:ext>
            </a:extLst>
          </p:cNvPr>
          <p:cNvSpPr>
            <a:spLocks noChangeArrowheads="1"/>
          </p:cNvSpPr>
          <p:nvPr/>
        </p:nvSpPr>
        <p:spPr bwMode="auto">
          <a:xfrm>
            <a:off x="7055644" y="3148012"/>
            <a:ext cx="756047"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69" name="Rectangle 231">
            <a:extLst>
              <a:ext uri="{FF2B5EF4-FFF2-40B4-BE49-F238E27FC236}">
                <a16:creationId xmlns:a16="http://schemas.microsoft.com/office/drawing/2014/main" id="{0AA40452-9E3E-DD49-8D1A-984898876040}"/>
              </a:ext>
            </a:extLst>
          </p:cNvPr>
          <p:cNvSpPr>
            <a:spLocks noChangeArrowheads="1"/>
          </p:cNvSpPr>
          <p:nvPr/>
        </p:nvSpPr>
        <p:spPr bwMode="auto">
          <a:xfrm>
            <a:off x="7124700" y="31932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222.1.2.2</a:t>
            </a:r>
          </a:p>
        </p:txBody>
      </p:sp>
      <p:sp>
        <p:nvSpPr>
          <p:cNvPr id="107570" name="Rectangle 232">
            <a:extLst>
              <a:ext uri="{FF2B5EF4-FFF2-40B4-BE49-F238E27FC236}">
                <a16:creationId xmlns:a16="http://schemas.microsoft.com/office/drawing/2014/main" id="{F26E8A7F-4A10-B049-BB5B-96987B3A240F}"/>
              </a:ext>
            </a:extLst>
          </p:cNvPr>
          <p:cNvSpPr>
            <a:spLocks noChangeArrowheads="1"/>
          </p:cNvSpPr>
          <p:nvPr/>
        </p:nvSpPr>
        <p:spPr bwMode="auto">
          <a:xfrm>
            <a:off x="7055644" y="2314575"/>
            <a:ext cx="756047"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71" name="Rectangle 233">
            <a:extLst>
              <a:ext uri="{FF2B5EF4-FFF2-40B4-BE49-F238E27FC236}">
                <a16:creationId xmlns:a16="http://schemas.microsoft.com/office/drawing/2014/main" id="{65128F4A-81D8-5745-9F6B-6C334A6ADADB}"/>
              </a:ext>
            </a:extLst>
          </p:cNvPr>
          <p:cNvSpPr>
            <a:spLocks noChangeArrowheads="1"/>
          </p:cNvSpPr>
          <p:nvPr/>
        </p:nvSpPr>
        <p:spPr bwMode="auto">
          <a:xfrm>
            <a:off x="7124700" y="2361010"/>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222.1.2.1</a:t>
            </a:r>
          </a:p>
        </p:txBody>
      </p:sp>
      <p:sp>
        <p:nvSpPr>
          <p:cNvPr id="107572" name="Rectangle 234">
            <a:extLst>
              <a:ext uri="{FF2B5EF4-FFF2-40B4-BE49-F238E27FC236}">
                <a16:creationId xmlns:a16="http://schemas.microsoft.com/office/drawing/2014/main" id="{9122F14B-BA9D-F445-A765-3030A510F5E2}"/>
              </a:ext>
            </a:extLst>
          </p:cNvPr>
          <p:cNvSpPr>
            <a:spLocks noChangeArrowheads="1"/>
          </p:cNvSpPr>
          <p:nvPr/>
        </p:nvSpPr>
        <p:spPr bwMode="auto">
          <a:xfrm>
            <a:off x="6981826" y="3914775"/>
            <a:ext cx="756047"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73" name="Rectangle 235">
            <a:extLst>
              <a:ext uri="{FF2B5EF4-FFF2-40B4-BE49-F238E27FC236}">
                <a16:creationId xmlns:a16="http://schemas.microsoft.com/office/drawing/2014/main" id="{D98EE9FE-1F6E-B744-A9E4-77D8271C7272}"/>
              </a:ext>
            </a:extLst>
          </p:cNvPr>
          <p:cNvSpPr>
            <a:spLocks noChangeArrowheads="1"/>
          </p:cNvSpPr>
          <p:nvPr/>
        </p:nvSpPr>
        <p:spPr bwMode="auto">
          <a:xfrm>
            <a:off x="4892279"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222.1.2.3</a:t>
            </a:r>
          </a:p>
        </p:txBody>
      </p:sp>
      <p:sp>
        <p:nvSpPr>
          <p:cNvPr id="107574" name="Rectangle 236">
            <a:extLst>
              <a:ext uri="{FF2B5EF4-FFF2-40B4-BE49-F238E27FC236}">
                <a16:creationId xmlns:a16="http://schemas.microsoft.com/office/drawing/2014/main" id="{0D282A69-0526-5147-829C-4E0C98F3A87B}"/>
              </a:ext>
            </a:extLst>
          </p:cNvPr>
          <p:cNvSpPr>
            <a:spLocks noChangeArrowheads="1"/>
          </p:cNvSpPr>
          <p:nvPr/>
        </p:nvSpPr>
        <p:spPr bwMode="auto">
          <a:xfrm>
            <a:off x="3895726" y="4204098"/>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75" name="Rectangle 237">
            <a:extLst>
              <a:ext uri="{FF2B5EF4-FFF2-40B4-BE49-F238E27FC236}">
                <a16:creationId xmlns:a16="http://schemas.microsoft.com/office/drawing/2014/main" id="{174BC6BD-75B5-CB48-B3A8-C21CFB3E6048}"/>
              </a:ext>
            </a:extLst>
          </p:cNvPr>
          <p:cNvSpPr>
            <a:spLocks noChangeArrowheads="1"/>
          </p:cNvSpPr>
          <p:nvPr/>
        </p:nvSpPr>
        <p:spPr bwMode="auto">
          <a:xfrm>
            <a:off x="3954066"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222.1.2.4</a:t>
            </a:r>
          </a:p>
        </p:txBody>
      </p:sp>
      <p:sp>
        <p:nvSpPr>
          <p:cNvPr id="107576" name="Oval 238">
            <a:extLst>
              <a:ext uri="{FF2B5EF4-FFF2-40B4-BE49-F238E27FC236}">
                <a16:creationId xmlns:a16="http://schemas.microsoft.com/office/drawing/2014/main" id="{5B704EE3-A4E0-1B42-83BF-2780FF467EFA}"/>
              </a:ext>
            </a:extLst>
          </p:cNvPr>
          <p:cNvSpPr>
            <a:spLocks noChangeArrowheads="1"/>
          </p:cNvSpPr>
          <p:nvPr/>
        </p:nvSpPr>
        <p:spPr bwMode="auto">
          <a:xfrm>
            <a:off x="4769644" y="4225528"/>
            <a:ext cx="69056"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77" name="Rectangle 239">
            <a:extLst>
              <a:ext uri="{FF2B5EF4-FFF2-40B4-BE49-F238E27FC236}">
                <a16:creationId xmlns:a16="http://schemas.microsoft.com/office/drawing/2014/main" id="{6683506A-AC90-2C4D-BA5B-57575297FEBE}"/>
              </a:ext>
            </a:extLst>
          </p:cNvPr>
          <p:cNvSpPr>
            <a:spLocks noChangeArrowheads="1"/>
          </p:cNvSpPr>
          <p:nvPr/>
        </p:nvSpPr>
        <p:spPr bwMode="auto">
          <a:xfrm>
            <a:off x="6256735" y="2216944"/>
            <a:ext cx="67151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78" name="Rectangle 240">
            <a:extLst>
              <a:ext uri="{FF2B5EF4-FFF2-40B4-BE49-F238E27FC236}">
                <a16:creationId xmlns:a16="http://schemas.microsoft.com/office/drawing/2014/main" id="{C3081E75-FB0A-B144-9CE6-F98E28A186C8}"/>
              </a:ext>
            </a:extLst>
          </p:cNvPr>
          <p:cNvSpPr>
            <a:spLocks noChangeArrowheads="1"/>
          </p:cNvSpPr>
          <p:nvPr/>
        </p:nvSpPr>
        <p:spPr bwMode="auto">
          <a:xfrm>
            <a:off x="6263879" y="2692004"/>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222.1.2.</a:t>
            </a:r>
            <a:endParaRPr kumimoji="1" lang="en-US" altLang="zh-CN" sz="1500">
              <a:latin typeface="Arial" panose="020B0604020202020204" pitchFamily="34" charset="0"/>
              <a:ea typeface="宋体" panose="02010600030101010101" pitchFamily="2" charset="-122"/>
            </a:endParaRPr>
          </a:p>
        </p:txBody>
      </p:sp>
      <p:sp>
        <p:nvSpPr>
          <p:cNvPr id="107579" name="Rectangle 241">
            <a:extLst>
              <a:ext uri="{FF2B5EF4-FFF2-40B4-BE49-F238E27FC236}">
                <a16:creationId xmlns:a16="http://schemas.microsoft.com/office/drawing/2014/main" id="{A355FA9D-CF4D-2044-A031-D138A185F062}"/>
              </a:ext>
            </a:extLst>
          </p:cNvPr>
          <p:cNvSpPr>
            <a:spLocks noChangeArrowheads="1"/>
          </p:cNvSpPr>
          <p:nvPr/>
        </p:nvSpPr>
        <p:spPr bwMode="auto">
          <a:xfrm>
            <a:off x="6310313" y="1997869"/>
            <a:ext cx="54054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7580" name="Group 242">
            <a:extLst>
              <a:ext uri="{FF2B5EF4-FFF2-40B4-BE49-F238E27FC236}">
                <a16:creationId xmlns:a16="http://schemas.microsoft.com/office/drawing/2014/main" id="{8E4F4EE0-4765-4D49-8ED5-27EC379E63DA}"/>
              </a:ext>
            </a:extLst>
          </p:cNvPr>
          <p:cNvGrpSpPr>
            <a:grpSpLocks/>
          </p:cNvGrpSpPr>
          <p:nvPr/>
        </p:nvGrpSpPr>
        <p:grpSpPr bwMode="auto">
          <a:xfrm>
            <a:off x="2809875" y="3289698"/>
            <a:ext cx="486966" cy="288131"/>
            <a:chOff x="1304" y="2569"/>
            <a:chExt cx="439" cy="262"/>
          </a:xfrm>
        </p:grpSpPr>
        <p:sp>
          <p:nvSpPr>
            <p:cNvPr id="107757" name="Oval 243">
              <a:extLst>
                <a:ext uri="{FF2B5EF4-FFF2-40B4-BE49-F238E27FC236}">
                  <a16:creationId xmlns:a16="http://schemas.microsoft.com/office/drawing/2014/main" id="{7A76ADFF-8EFC-514F-B751-7A882C8C3A07}"/>
                </a:ext>
              </a:extLst>
            </p:cNvPr>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58" name="Rectangle 244">
              <a:extLst>
                <a:ext uri="{FF2B5EF4-FFF2-40B4-BE49-F238E27FC236}">
                  <a16:creationId xmlns:a16="http://schemas.microsoft.com/office/drawing/2014/main" id="{A15801CA-17A7-5244-B419-748B4BDF4E05}"/>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59" name="Rectangle 245">
              <a:extLst>
                <a:ext uri="{FF2B5EF4-FFF2-40B4-BE49-F238E27FC236}">
                  <a16:creationId xmlns:a16="http://schemas.microsoft.com/office/drawing/2014/main" id="{3DEF4D31-9783-AD4F-9998-27EDE3597778}"/>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60" name="Oval 246">
              <a:extLst>
                <a:ext uri="{FF2B5EF4-FFF2-40B4-BE49-F238E27FC236}">
                  <a16:creationId xmlns:a16="http://schemas.microsoft.com/office/drawing/2014/main" id="{51155355-080B-744E-8A04-D6FCF48A16EF}"/>
                </a:ext>
              </a:extLst>
            </p:cNvPr>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7761" name="Group 247">
              <a:extLst>
                <a:ext uri="{FF2B5EF4-FFF2-40B4-BE49-F238E27FC236}">
                  <a16:creationId xmlns:a16="http://schemas.microsoft.com/office/drawing/2014/main" id="{480851A6-7949-8145-8C4B-5E67921F3311}"/>
                </a:ext>
              </a:extLst>
            </p:cNvPr>
            <p:cNvGrpSpPr>
              <a:grpSpLocks/>
            </p:cNvGrpSpPr>
            <p:nvPr/>
          </p:nvGrpSpPr>
          <p:grpSpPr bwMode="auto">
            <a:xfrm>
              <a:off x="1371" y="2587"/>
              <a:ext cx="304" cy="117"/>
              <a:chOff x="1371" y="2587"/>
              <a:chExt cx="304" cy="117"/>
            </a:xfrm>
          </p:grpSpPr>
          <p:grpSp>
            <p:nvGrpSpPr>
              <p:cNvPr id="107764" name="Group 248">
                <a:extLst>
                  <a:ext uri="{FF2B5EF4-FFF2-40B4-BE49-F238E27FC236}">
                    <a16:creationId xmlns:a16="http://schemas.microsoft.com/office/drawing/2014/main" id="{4ABF152E-DEB3-F04A-A6AC-DDEAB784DAD1}"/>
                  </a:ext>
                </a:extLst>
              </p:cNvPr>
              <p:cNvGrpSpPr>
                <a:grpSpLocks/>
              </p:cNvGrpSpPr>
              <p:nvPr/>
            </p:nvGrpSpPr>
            <p:grpSpPr bwMode="auto">
              <a:xfrm>
                <a:off x="1371" y="2587"/>
                <a:ext cx="301" cy="115"/>
                <a:chOff x="1371" y="2587"/>
                <a:chExt cx="301" cy="115"/>
              </a:xfrm>
            </p:grpSpPr>
            <p:sp>
              <p:nvSpPr>
                <p:cNvPr id="107774" name="Freeform 249">
                  <a:extLst>
                    <a:ext uri="{FF2B5EF4-FFF2-40B4-BE49-F238E27FC236}">
                      <a16:creationId xmlns:a16="http://schemas.microsoft.com/office/drawing/2014/main" id="{472FD7A4-5E2A-664D-A1EC-70E0154DF693}"/>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75" name="Freeform 250">
                  <a:extLst>
                    <a:ext uri="{FF2B5EF4-FFF2-40B4-BE49-F238E27FC236}">
                      <a16:creationId xmlns:a16="http://schemas.microsoft.com/office/drawing/2014/main" id="{A424E74F-7396-714B-9A6A-1716E50C881D}"/>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76" name="Freeform 251">
                  <a:extLst>
                    <a:ext uri="{FF2B5EF4-FFF2-40B4-BE49-F238E27FC236}">
                      <a16:creationId xmlns:a16="http://schemas.microsoft.com/office/drawing/2014/main" id="{63A027F9-AC1B-3843-BBDF-6F9B9EF0A4FD}"/>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77" name="Freeform 252">
                  <a:extLst>
                    <a:ext uri="{FF2B5EF4-FFF2-40B4-BE49-F238E27FC236}">
                      <a16:creationId xmlns:a16="http://schemas.microsoft.com/office/drawing/2014/main" id="{5EE5DC7B-642B-7749-B21A-128F26196465}"/>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78" name="Freeform 253">
                  <a:extLst>
                    <a:ext uri="{FF2B5EF4-FFF2-40B4-BE49-F238E27FC236}">
                      <a16:creationId xmlns:a16="http://schemas.microsoft.com/office/drawing/2014/main" id="{E48EBF0A-79C7-6F4A-9E81-529417F7B916}"/>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79" name="Freeform 254">
                  <a:extLst>
                    <a:ext uri="{FF2B5EF4-FFF2-40B4-BE49-F238E27FC236}">
                      <a16:creationId xmlns:a16="http://schemas.microsoft.com/office/drawing/2014/main" id="{8FD367F9-91B0-3446-9F53-451665F503A2}"/>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80" name="Freeform 255">
                  <a:extLst>
                    <a:ext uri="{FF2B5EF4-FFF2-40B4-BE49-F238E27FC236}">
                      <a16:creationId xmlns:a16="http://schemas.microsoft.com/office/drawing/2014/main" id="{B5995303-7958-5E4E-93D3-B79CAB3C1B3F}"/>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81" name="Freeform 256">
                  <a:extLst>
                    <a:ext uri="{FF2B5EF4-FFF2-40B4-BE49-F238E27FC236}">
                      <a16:creationId xmlns:a16="http://schemas.microsoft.com/office/drawing/2014/main" id="{0F01DF90-0EC3-5C4C-94BE-E70EF6005A02}"/>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07765" name="Group 257">
                <a:extLst>
                  <a:ext uri="{FF2B5EF4-FFF2-40B4-BE49-F238E27FC236}">
                    <a16:creationId xmlns:a16="http://schemas.microsoft.com/office/drawing/2014/main" id="{03BEF638-B39D-8641-B01D-1C04FEDC80C0}"/>
                  </a:ext>
                </a:extLst>
              </p:cNvPr>
              <p:cNvGrpSpPr>
                <a:grpSpLocks/>
              </p:cNvGrpSpPr>
              <p:nvPr/>
            </p:nvGrpSpPr>
            <p:grpSpPr bwMode="auto">
              <a:xfrm>
                <a:off x="1373" y="2590"/>
                <a:ext cx="302" cy="114"/>
                <a:chOff x="1373" y="2590"/>
                <a:chExt cx="302" cy="114"/>
              </a:xfrm>
            </p:grpSpPr>
            <p:sp>
              <p:nvSpPr>
                <p:cNvPr id="107766" name="Freeform 258">
                  <a:extLst>
                    <a:ext uri="{FF2B5EF4-FFF2-40B4-BE49-F238E27FC236}">
                      <a16:creationId xmlns:a16="http://schemas.microsoft.com/office/drawing/2014/main" id="{38CC8D85-F9F8-064C-B365-C8A8694BBB9A}"/>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67" name="Freeform 259">
                  <a:extLst>
                    <a:ext uri="{FF2B5EF4-FFF2-40B4-BE49-F238E27FC236}">
                      <a16:creationId xmlns:a16="http://schemas.microsoft.com/office/drawing/2014/main" id="{C7C4B113-EA31-3447-AE67-0AC0D69F5090}"/>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68" name="Freeform 260">
                  <a:extLst>
                    <a:ext uri="{FF2B5EF4-FFF2-40B4-BE49-F238E27FC236}">
                      <a16:creationId xmlns:a16="http://schemas.microsoft.com/office/drawing/2014/main" id="{92964333-64AA-0443-B5D4-8A1213E1E53B}"/>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69" name="Freeform 261">
                  <a:extLst>
                    <a:ext uri="{FF2B5EF4-FFF2-40B4-BE49-F238E27FC236}">
                      <a16:creationId xmlns:a16="http://schemas.microsoft.com/office/drawing/2014/main" id="{01575625-7082-2442-AF5F-DD627053379F}"/>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70" name="Freeform 262">
                  <a:extLst>
                    <a:ext uri="{FF2B5EF4-FFF2-40B4-BE49-F238E27FC236}">
                      <a16:creationId xmlns:a16="http://schemas.microsoft.com/office/drawing/2014/main" id="{7272A83B-A789-CF4A-9F66-F2707CF05AF2}"/>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71" name="Freeform 263">
                  <a:extLst>
                    <a:ext uri="{FF2B5EF4-FFF2-40B4-BE49-F238E27FC236}">
                      <a16:creationId xmlns:a16="http://schemas.microsoft.com/office/drawing/2014/main" id="{B2A4AF1F-F3D8-174B-94EB-A8B82AAC938A}"/>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72" name="Freeform 264">
                  <a:extLst>
                    <a:ext uri="{FF2B5EF4-FFF2-40B4-BE49-F238E27FC236}">
                      <a16:creationId xmlns:a16="http://schemas.microsoft.com/office/drawing/2014/main" id="{27A14784-9F57-C845-A1C9-0D7B67C31BCC}"/>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73" name="Freeform 265">
                  <a:extLst>
                    <a:ext uri="{FF2B5EF4-FFF2-40B4-BE49-F238E27FC236}">
                      <a16:creationId xmlns:a16="http://schemas.microsoft.com/office/drawing/2014/main" id="{A629AD8F-925B-9B44-BD93-88A303D2726A}"/>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07762" name="Line 266">
              <a:extLst>
                <a:ext uri="{FF2B5EF4-FFF2-40B4-BE49-F238E27FC236}">
                  <a16:creationId xmlns:a16="http://schemas.microsoft.com/office/drawing/2014/main" id="{0CB17BA5-1835-774F-9285-1395621F6F2B}"/>
                </a:ext>
              </a:extLst>
            </p:cNvPr>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763" name="Line 267">
              <a:extLst>
                <a:ext uri="{FF2B5EF4-FFF2-40B4-BE49-F238E27FC236}">
                  <a16:creationId xmlns:a16="http://schemas.microsoft.com/office/drawing/2014/main" id="{F2F28251-8EDC-744D-AD97-30CF4A1DD5E4}"/>
                </a:ext>
              </a:extLst>
            </p:cNvPr>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7581" name="Group 268">
            <a:extLst>
              <a:ext uri="{FF2B5EF4-FFF2-40B4-BE49-F238E27FC236}">
                <a16:creationId xmlns:a16="http://schemas.microsoft.com/office/drawing/2014/main" id="{5085D949-D21D-6749-85D4-6A2118857D69}"/>
              </a:ext>
            </a:extLst>
          </p:cNvPr>
          <p:cNvGrpSpPr>
            <a:grpSpLocks/>
          </p:cNvGrpSpPr>
          <p:nvPr/>
        </p:nvGrpSpPr>
        <p:grpSpPr bwMode="auto">
          <a:xfrm>
            <a:off x="4987529" y="3289698"/>
            <a:ext cx="486965" cy="288131"/>
            <a:chOff x="3488" y="2569"/>
            <a:chExt cx="439" cy="262"/>
          </a:xfrm>
        </p:grpSpPr>
        <p:sp>
          <p:nvSpPr>
            <p:cNvPr id="107732" name="Oval 269">
              <a:extLst>
                <a:ext uri="{FF2B5EF4-FFF2-40B4-BE49-F238E27FC236}">
                  <a16:creationId xmlns:a16="http://schemas.microsoft.com/office/drawing/2014/main" id="{F25768B4-44A3-1C4E-A68D-DE86DDE07F95}"/>
                </a:ext>
              </a:extLst>
            </p:cNvPr>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33" name="Rectangle 270">
              <a:extLst>
                <a:ext uri="{FF2B5EF4-FFF2-40B4-BE49-F238E27FC236}">
                  <a16:creationId xmlns:a16="http://schemas.microsoft.com/office/drawing/2014/main" id="{5F4EB78E-5038-6442-8666-87507E5BCE1F}"/>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34" name="Rectangle 271">
              <a:extLst>
                <a:ext uri="{FF2B5EF4-FFF2-40B4-BE49-F238E27FC236}">
                  <a16:creationId xmlns:a16="http://schemas.microsoft.com/office/drawing/2014/main" id="{4F0C2909-9CAD-ED4B-8598-32C4E5C0A0D9}"/>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35" name="Oval 272">
              <a:extLst>
                <a:ext uri="{FF2B5EF4-FFF2-40B4-BE49-F238E27FC236}">
                  <a16:creationId xmlns:a16="http://schemas.microsoft.com/office/drawing/2014/main" id="{42EF4FD3-D995-5A46-A56D-A8D57DD5C988}"/>
                </a:ext>
              </a:extLst>
            </p:cNvPr>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7736" name="Group 273">
              <a:extLst>
                <a:ext uri="{FF2B5EF4-FFF2-40B4-BE49-F238E27FC236}">
                  <a16:creationId xmlns:a16="http://schemas.microsoft.com/office/drawing/2014/main" id="{BDCCDF7B-C020-9745-9C75-80007255F296}"/>
                </a:ext>
              </a:extLst>
            </p:cNvPr>
            <p:cNvGrpSpPr>
              <a:grpSpLocks/>
            </p:cNvGrpSpPr>
            <p:nvPr/>
          </p:nvGrpSpPr>
          <p:grpSpPr bwMode="auto">
            <a:xfrm>
              <a:off x="3555" y="2587"/>
              <a:ext cx="304" cy="117"/>
              <a:chOff x="3555" y="2587"/>
              <a:chExt cx="304" cy="117"/>
            </a:xfrm>
          </p:grpSpPr>
          <p:grpSp>
            <p:nvGrpSpPr>
              <p:cNvPr id="107739" name="Group 274">
                <a:extLst>
                  <a:ext uri="{FF2B5EF4-FFF2-40B4-BE49-F238E27FC236}">
                    <a16:creationId xmlns:a16="http://schemas.microsoft.com/office/drawing/2014/main" id="{2EBE80FA-37B8-5F42-A0EB-2F7E56F4253B}"/>
                  </a:ext>
                </a:extLst>
              </p:cNvPr>
              <p:cNvGrpSpPr>
                <a:grpSpLocks/>
              </p:cNvGrpSpPr>
              <p:nvPr/>
            </p:nvGrpSpPr>
            <p:grpSpPr bwMode="auto">
              <a:xfrm>
                <a:off x="3555" y="2587"/>
                <a:ext cx="301" cy="115"/>
                <a:chOff x="3555" y="2587"/>
                <a:chExt cx="301" cy="115"/>
              </a:xfrm>
            </p:grpSpPr>
            <p:sp>
              <p:nvSpPr>
                <p:cNvPr id="107749" name="Freeform 275">
                  <a:extLst>
                    <a:ext uri="{FF2B5EF4-FFF2-40B4-BE49-F238E27FC236}">
                      <a16:creationId xmlns:a16="http://schemas.microsoft.com/office/drawing/2014/main" id="{986A63E3-13C4-514F-AEA6-79AE0183071C}"/>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50" name="Freeform 276">
                  <a:extLst>
                    <a:ext uri="{FF2B5EF4-FFF2-40B4-BE49-F238E27FC236}">
                      <a16:creationId xmlns:a16="http://schemas.microsoft.com/office/drawing/2014/main" id="{B612D735-E3CE-7940-A000-D0D8F874F6AF}"/>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51" name="Freeform 277">
                  <a:extLst>
                    <a:ext uri="{FF2B5EF4-FFF2-40B4-BE49-F238E27FC236}">
                      <a16:creationId xmlns:a16="http://schemas.microsoft.com/office/drawing/2014/main" id="{C81A646A-B8C7-F146-A0CF-99724ACEE576}"/>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52" name="Freeform 278">
                  <a:extLst>
                    <a:ext uri="{FF2B5EF4-FFF2-40B4-BE49-F238E27FC236}">
                      <a16:creationId xmlns:a16="http://schemas.microsoft.com/office/drawing/2014/main" id="{0F3D6BBC-B2DD-FD42-B841-6F6F5028B64C}"/>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53" name="Freeform 279">
                  <a:extLst>
                    <a:ext uri="{FF2B5EF4-FFF2-40B4-BE49-F238E27FC236}">
                      <a16:creationId xmlns:a16="http://schemas.microsoft.com/office/drawing/2014/main" id="{80781C2B-D92B-6A44-A2C0-BECD55B5C464}"/>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54" name="Freeform 280">
                  <a:extLst>
                    <a:ext uri="{FF2B5EF4-FFF2-40B4-BE49-F238E27FC236}">
                      <a16:creationId xmlns:a16="http://schemas.microsoft.com/office/drawing/2014/main" id="{B4F506BA-954B-3740-B647-37332267F6FB}"/>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55" name="Freeform 281">
                  <a:extLst>
                    <a:ext uri="{FF2B5EF4-FFF2-40B4-BE49-F238E27FC236}">
                      <a16:creationId xmlns:a16="http://schemas.microsoft.com/office/drawing/2014/main" id="{E25A492B-4ADD-D446-A992-3C0516AF4446}"/>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56" name="Freeform 282">
                  <a:extLst>
                    <a:ext uri="{FF2B5EF4-FFF2-40B4-BE49-F238E27FC236}">
                      <a16:creationId xmlns:a16="http://schemas.microsoft.com/office/drawing/2014/main" id="{C7C93434-78E6-924B-A087-37375DBF7784}"/>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07740" name="Group 283">
                <a:extLst>
                  <a:ext uri="{FF2B5EF4-FFF2-40B4-BE49-F238E27FC236}">
                    <a16:creationId xmlns:a16="http://schemas.microsoft.com/office/drawing/2014/main" id="{63080BCA-7B62-B241-AFC8-42616F3741BF}"/>
                  </a:ext>
                </a:extLst>
              </p:cNvPr>
              <p:cNvGrpSpPr>
                <a:grpSpLocks/>
              </p:cNvGrpSpPr>
              <p:nvPr/>
            </p:nvGrpSpPr>
            <p:grpSpPr bwMode="auto">
              <a:xfrm>
                <a:off x="3557" y="2590"/>
                <a:ext cx="302" cy="114"/>
                <a:chOff x="3557" y="2590"/>
                <a:chExt cx="302" cy="114"/>
              </a:xfrm>
            </p:grpSpPr>
            <p:sp>
              <p:nvSpPr>
                <p:cNvPr id="107741" name="Freeform 284">
                  <a:extLst>
                    <a:ext uri="{FF2B5EF4-FFF2-40B4-BE49-F238E27FC236}">
                      <a16:creationId xmlns:a16="http://schemas.microsoft.com/office/drawing/2014/main" id="{7A6AF9C7-4927-3E4C-B3FB-FFE25421B9D8}"/>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42" name="Freeform 285">
                  <a:extLst>
                    <a:ext uri="{FF2B5EF4-FFF2-40B4-BE49-F238E27FC236}">
                      <a16:creationId xmlns:a16="http://schemas.microsoft.com/office/drawing/2014/main" id="{A3681310-C6B7-C548-A1CF-6D35E6C08A55}"/>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43" name="Freeform 286">
                  <a:extLst>
                    <a:ext uri="{FF2B5EF4-FFF2-40B4-BE49-F238E27FC236}">
                      <a16:creationId xmlns:a16="http://schemas.microsoft.com/office/drawing/2014/main" id="{2844961C-FB43-1D43-8EFB-E7D327C44F01}"/>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44" name="Freeform 287">
                  <a:extLst>
                    <a:ext uri="{FF2B5EF4-FFF2-40B4-BE49-F238E27FC236}">
                      <a16:creationId xmlns:a16="http://schemas.microsoft.com/office/drawing/2014/main" id="{34B41D5C-07BB-EE46-8C1D-099CF1222171}"/>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45" name="Freeform 288">
                  <a:extLst>
                    <a:ext uri="{FF2B5EF4-FFF2-40B4-BE49-F238E27FC236}">
                      <a16:creationId xmlns:a16="http://schemas.microsoft.com/office/drawing/2014/main" id="{3A4B737B-7C5F-084D-B09A-7EAD1D0DED5A}"/>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46" name="Freeform 289">
                  <a:extLst>
                    <a:ext uri="{FF2B5EF4-FFF2-40B4-BE49-F238E27FC236}">
                      <a16:creationId xmlns:a16="http://schemas.microsoft.com/office/drawing/2014/main" id="{8B02582A-978E-6341-BA97-DEFC2B8DACDC}"/>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47" name="Freeform 290">
                  <a:extLst>
                    <a:ext uri="{FF2B5EF4-FFF2-40B4-BE49-F238E27FC236}">
                      <a16:creationId xmlns:a16="http://schemas.microsoft.com/office/drawing/2014/main" id="{E97BC277-491B-CC41-8103-00A2BE8D88A6}"/>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48" name="Freeform 291">
                  <a:extLst>
                    <a:ext uri="{FF2B5EF4-FFF2-40B4-BE49-F238E27FC236}">
                      <a16:creationId xmlns:a16="http://schemas.microsoft.com/office/drawing/2014/main" id="{CA98B315-C7C5-6649-B9F6-7ECABBF25E84}"/>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07737" name="Line 292">
              <a:extLst>
                <a:ext uri="{FF2B5EF4-FFF2-40B4-BE49-F238E27FC236}">
                  <a16:creationId xmlns:a16="http://schemas.microsoft.com/office/drawing/2014/main" id="{610623E2-179F-CA4C-9C45-19917708A790}"/>
                </a:ext>
              </a:extLst>
            </p:cNvPr>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738" name="Line 293">
              <a:extLst>
                <a:ext uri="{FF2B5EF4-FFF2-40B4-BE49-F238E27FC236}">
                  <a16:creationId xmlns:a16="http://schemas.microsoft.com/office/drawing/2014/main" id="{F83AEF06-337B-2A4A-9ADA-A44B005E6FC6}"/>
                </a:ext>
              </a:extLst>
            </p:cNvPr>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7582" name="Oval 294">
            <a:extLst>
              <a:ext uri="{FF2B5EF4-FFF2-40B4-BE49-F238E27FC236}">
                <a16:creationId xmlns:a16="http://schemas.microsoft.com/office/drawing/2014/main" id="{B25BB8E0-396E-6A47-9D55-915785199A08}"/>
              </a:ext>
            </a:extLst>
          </p:cNvPr>
          <p:cNvSpPr>
            <a:spLocks noChangeArrowheads="1"/>
          </p:cNvSpPr>
          <p:nvPr/>
        </p:nvSpPr>
        <p:spPr bwMode="auto">
          <a:xfrm>
            <a:off x="3527822" y="3442097"/>
            <a:ext cx="70247"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83" name="Oval 295">
            <a:extLst>
              <a:ext uri="{FF2B5EF4-FFF2-40B4-BE49-F238E27FC236}">
                <a16:creationId xmlns:a16="http://schemas.microsoft.com/office/drawing/2014/main" id="{B6040641-681B-614E-A7FF-089B61E8CACF}"/>
              </a:ext>
            </a:extLst>
          </p:cNvPr>
          <p:cNvSpPr>
            <a:spLocks noChangeArrowheads="1"/>
          </p:cNvSpPr>
          <p:nvPr/>
        </p:nvSpPr>
        <p:spPr bwMode="auto">
          <a:xfrm>
            <a:off x="4776788" y="3437335"/>
            <a:ext cx="69056" cy="67865"/>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84" name="Oval 296">
            <a:extLst>
              <a:ext uri="{FF2B5EF4-FFF2-40B4-BE49-F238E27FC236}">
                <a16:creationId xmlns:a16="http://schemas.microsoft.com/office/drawing/2014/main" id="{BACB03BD-44BB-C444-A990-8B9FE3DB58CA}"/>
              </a:ext>
            </a:extLst>
          </p:cNvPr>
          <p:cNvSpPr>
            <a:spLocks noChangeArrowheads="1"/>
          </p:cNvSpPr>
          <p:nvPr/>
        </p:nvSpPr>
        <p:spPr bwMode="auto">
          <a:xfrm>
            <a:off x="5085160" y="317063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85" name="Oval 297">
            <a:extLst>
              <a:ext uri="{FF2B5EF4-FFF2-40B4-BE49-F238E27FC236}">
                <a16:creationId xmlns:a16="http://schemas.microsoft.com/office/drawing/2014/main" id="{F0757F45-D84B-A04D-879B-1A35767102C1}"/>
              </a:ext>
            </a:extLst>
          </p:cNvPr>
          <p:cNvSpPr>
            <a:spLocks noChangeArrowheads="1"/>
          </p:cNvSpPr>
          <p:nvPr/>
        </p:nvSpPr>
        <p:spPr bwMode="auto">
          <a:xfrm>
            <a:off x="4425553" y="229195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86" name="Oval 298">
            <a:extLst>
              <a:ext uri="{FF2B5EF4-FFF2-40B4-BE49-F238E27FC236}">
                <a16:creationId xmlns:a16="http://schemas.microsoft.com/office/drawing/2014/main" id="{57346E57-8A0E-1440-98B0-B600F1BB8822}"/>
              </a:ext>
            </a:extLst>
          </p:cNvPr>
          <p:cNvSpPr>
            <a:spLocks noChangeArrowheads="1"/>
          </p:cNvSpPr>
          <p:nvPr/>
        </p:nvSpPr>
        <p:spPr bwMode="auto">
          <a:xfrm>
            <a:off x="3181351" y="3086101"/>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87" name="Oval 299">
            <a:extLst>
              <a:ext uri="{FF2B5EF4-FFF2-40B4-BE49-F238E27FC236}">
                <a16:creationId xmlns:a16="http://schemas.microsoft.com/office/drawing/2014/main" id="{2F43F3DE-00C3-3640-9D63-59CFFDE65198}"/>
              </a:ext>
            </a:extLst>
          </p:cNvPr>
          <p:cNvSpPr>
            <a:spLocks noChangeArrowheads="1"/>
          </p:cNvSpPr>
          <p:nvPr/>
        </p:nvSpPr>
        <p:spPr bwMode="auto">
          <a:xfrm>
            <a:off x="3924300" y="2309813"/>
            <a:ext cx="67866" cy="6786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88" name="Rectangle 300">
            <a:extLst>
              <a:ext uri="{FF2B5EF4-FFF2-40B4-BE49-F238E27FC236}">
                <a16:creationId xmlns:a16="http://schemas.microsoft.com/office/drawing/2014/main" id="{015599CD-5EED-FE49-999D-FF56E1B64AE1}"/>
              </a:ext>
            </a:extLst>
          </p:cNvPr>
          <p:cNvSpPr>
            <a:spLocks noChangeArrowheads="1"/>
          </p:cNvSpPr>
          <p:nvPr/>
        </p:nvSpPr>
        <p:spPr bwMode="auto">
          <a:xfrm>
            <a:off x="4554141" y="2043113"/>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89" name="Rectangle 301">
            <a:extLst>
              <a:ext uri="{FF2B5EF4-FFF2-40B4-BE49-F238E27FC236}">
                <a16:creationId xmlns:a16="http://schemas.microsoft.com/office/drawing/2014/main" id="{E90A8152-55B7-B94C-BF88-915D60D12FEE}"/>
              </a:ext>
            </a:extLst>
          </p:cNvPr>
          <p:cNvSpPr>
            <a:spLocks noChangeArrowheads="1"/>
          </p:cNvSpPr>
          <p:nvPr/>
        </p:nvSpPr>
        <p:spPr bwMode="auto">
          <a:xfrm>
            <a:off x="4570810" y="21645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222.1.6.1</a:t>
            </a:r>
          </a:p>
        </p:txBody>
      </p:sp>
      <p:sp>
        <p:nvSpPr>
          <p:cNvPr id="107590" name="Rectangle 302">
            <a:extLst>
              <a:ext uri="{FF2B5EF4-FFF2-40B4-BE49-F238E27FC236}">
                <a16:creationId xmlns:a16="http://schemas.microsoft.com/office/drawing/2014/main" id="{C39A4308-3C45-E740-BA99-1AFCC7487C51}"/>
              </a:ext>
            </a:extLst>
          </p:cNvPr>
          <p:cNvSpPr>
            <a:spLocks noChangeArrowheads="1"/>
          </p:cNvSpPr>
          <p:nvPr/>
        </p:nvSpPr>
        <p:spPr bwMode="auto">
          <a:xfrm>
            <a:off x="3120629" y="2151460"/>
            <a:ext cx="754856"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91" name="Rectangle 303">
            <a:extLst>
              <a:ext uri="{FF2B5EF4-FFF2-40B4-BE49-F238E27FC236}">
                <a16:creationId xmlns:a16="http://schemas.microsoft.com/office/drawing/2014/main" id="{32C1C361-5B2E-DE40-9569-E6199D512CF8}"/>
              </a:ext>
            </a:extLst>
          </p:cNvPr>
          <p:cNvSpPr>
            <a:spLocks noChangeArrowheads="1"/>
          </p:cNvSpPr>
          <p:nvPr/>
        </p:nvSpPr>
        <p:spPr bwMode="auto">
          <a:xfrm>
            <a:off x="3209925" y="214193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222.1.5.1</a:t>
            </a:r>
          </a:p>
        </p:txBody>
      </p:sp>
      <p:sp>
        <p:nvSpPr>
          <p:cNvPr id="107592" name="Rectangle 304">
            <a:extLst>
              <a:ext uri="{FF2B5EF4-FFF2-40B4-BE49-F238E27FC236}">
                <a16:creationId xmlns:a16="http://schemas.microsoft.com/office/drawing/2014/main" id="{D05ABF5C-2DEE-0C4E-B3F3-221ACAC4AD7A}"/>
              </a:ext>
            </a:extLst>
          </p:cNvPr>
          <p:cNvSpPr>
            <a:spLocks noChangeArrowheads="1"/>
          </p:cNvSpPr>
          <p:nvPr/>
        </p:nvSpPr>
        <p:spPr bwMode="auto">
          <a:xfrm>
            <a:off x="2568178" y="2644379"/>
            <a:ext cx="757238"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93" name="Rectangle 305">
            <a:extLst>
              <a:ext uri="{FF2B5EF4-FFF2-40B4-BE49-F238E27FC236}">
                <a16:creationId xmlns:a16="http://schemas.microsoft.com/office/drawing/2014/main" id="{6E79E824-5E77-1640-B490-DF06FD583598}"/>
              </a:ext>
            </a:extLst>
          </p:cNvPr>
          <p:cNvSpPr>
            <a:spLocks noChangeArrowheads="1"/>
          </p:cNvSpPr>
          <p:nvPr/>
        </p:nvSpPr>
        <p:spPr bwMode="auto">
          <a:xfrm>
            <a:off x="2543175" y="28324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222.1.5.2</a:t>
            </a:r>
          </a:p>
        </p:txBody>
      </p:sp>
      <p:sp>
        <p:nvSpPr>
          <p:cNvPr id="107594" name="Rectangle 306">
            <a:extLst>
              <a:ext uri="{FF2B5EF4-FFF2-40B4-BE49-F238E27FC236}">
                <a16:creationId xmlns:a16="http://schemas.microsoft.com/office/drawing/2014/main" id="{34F3DEAA-233A-6847-B254-E821C1F6BF3A}"/>
              </a:ext>
            </a:extLst>
          </p:cNvPr>
          <p:cNvSpPr>
            <a:spLocks noChangeArrowheads="1"/>
          </p:cNvSpPr>
          <p:nvPr/>
        </p:nvSpPr>
        <p:spPr bwMode="auto">
          <a:xfrm>
            <a:off x="5069682" y="2545557"/>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95" name="Rectangle 307">
            <a:extLst>
              <a:ext uri="{FF2B5EF4-FFF2-40B4-BE49-F238E27FC236}">
                <a16:creationId xmlns:a16="http://schemas.microsoft.com/office/drawing/2014/main" id="{7263F351-C8DE-EA46-B87C-5308A7C44D1F}"/>
              </a:ext>
            </a:extLst>
          </p:cNvPr>
          <p:cNvSpPr>
            <a:spLocks noChangeArrowheads="1"/>
          </p:cNvSpPr>
          <p:nvPr/>
        </p:nvSpPr>
        <p:spPr bwMode="auto">
          <a:xfrm>
            <a:off x="5083969" y="29253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222.1.6.2</a:t>
            </a:r>
          </a:p>
        </p:txBody>
      </p:sp>
      <p:sp>
        <p:nvSpPr>
          <p:cNvPr id="107596" name="Rectangle 308">
            <a:extLst>
              <a:ext uri="{FF2B5EF4-FFF2-40B4-BE49-F238E27FC236}">
                <a16:creationId xmlns:a16="http://schemas.microsoft.com/office/drawing/2014/main" id="{13B1F751-5FFD-B049-8CAA-82D779156B1F}"/>
              </a:ext>
            </a:extLst>
          </p:cNvPr>
          <p:cNvSpPr>
            <a:spLocks noChangeArrowheads="1"/>
          </p:cNvSpPr>
          <p:nvPr/>
        </p:nvSpPr>
        <p:spPr bwMode="auto">
          <a:xfrm>
            <a:off x="4660106" y="3208735"/>
            <a:ext cx="757238"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97" name="Rectangle 309">
            <a:extLst>
              <a:ext uri="{FF2B5EF4-FFF2-40B4-BE49-F238E27FC236}">
                <a16:creationId xmlns:a16="http://schemas.microsoft.com/office/drawing/2014/main" id="{DAEFED98-D515-4A45-AD64-61F348D1F6F7}"/>
              </a:ext>
            </a:extLst>
          </p:cNvPr>
          <p:cNvSpPr>
            <a:spLocks noChangeArrowheads="1"/>
          </p:cNvSpPr>
          <p:nvPr/>
        </p:nvSpPr>
        <p:spPr bwMode="auto">
          <a:xfrm>
            <a:off x="4550569" y="3548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222.1.4.1</a:t>
            </a:r>
          </a:p>
        </p:txBody>
      </p:sp>
      <p:sp>
        <p:nvSpPr>
          <p:cNvPr id="107598" name="Rectangle 310">
            <a:extLst>
              <a:ext uri="{FF2B5EF4-FFF2-40B4-BE49-F238E27FC236}">
                <a16:creationId xmlns:a16="http://schemas.microsoft.com/office/drawing/2014/main" id="{AB382942-B232-A54F-8CAA-530E21EF702C}"/>
              </a:ext>
            </a:extLst>
          </p:cNvPr>
          <p:cNvSpPr>
            <a:spLocks noChangeArrowheads="1"/>
          </p:cNvSpPr>
          <p:nvPr/>
        </p:nvSpPr>
        <p:spPr bwMode="auto">
          <a:xfrm>
            <a:off x="3327798" y="3208735"/>
            <a:ext cx="754856"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99" name="Rectangle 311">
            <a:extLst>
              <a:ext uri="{FF2B5EF4-FFF2-40B4-BE49-F238E27FC236}">
                <a16:creationId xmlns:a16="http://schemas.microsoft.com/office/drawing/2014/main" id="{1A5AE17F-1A74-C04C-A5F7-828531594130}"/>
              </a:ext>
            </a:extLst>
          </p:cNvPr>
          <p:cNvSpPr>
            <a:spLocks noChangeArrowheads="1"/>
          </p:cNvSpPr>
          <p:nvPr/>
        </p:nvSpPr>
        <p:spPr bwMode="auto">
          <a:xfrm>
            <a:off x="3393282" y="35349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222.1.4.2</a:t>
            </a:r>
          </a:p>
        </p:txBody>
      </p:sp>
      <p:sp>
        <p:nvSpPr>
          <p:cNvPr id="107600" name="Rectangle 312">
            <a:extLst>
              <a:ext uri="{FF2B5EF4-FFF2-40B4-BE49-F238E27FC236}">
                <a16:creationId xmlns:a16="http://schemas.microsoft.com/office/drawing/2014/main" id="{8DAD2431-CF36-C644-BCFE-8E0227C0BEF7}"/>
              </a:ext>
            </a:extLst>
          </p:cNvPr>
          <p:cNvSpPr>
            <a:spLocks noChangeArrowheads="1"/>
          </p:cNvSpPr>
          <p:nvPr/>
        </p:nvSpPr>
        <p:spPr bwMode="auto">
          <a:xfrm>
            <a:off x="1428751" y="2259806"/>
            <a:ext cx="75604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01" name="Rectangle 313">
            <a:extLst>
              <a:ext uri="{FF2B5EF4-FFF2-40B4-BE49-F238E27FC236}">
                <a16:creationId xmlns:a16="http://schemas.microsoft.com/office/drawing/2014/main" id="{486849D2-711B-2044-9B8D-A7F9FAB7FD6A}"/>
              </a:ext>
            </a:extLst>
          </p:cNvPr>
          <p:cNvSpPr>
            <a:spLocks noChangeArrowheads="1"/>
          </p:cNvSpPr>
          <p:nvPr/>
        </p:nvSpPr>
        <p:spPr bwMode="auto">
          <a:xfrm>
            <a:off x="1428750" y="230624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222.1.3.3</a:t>
            </a:r>
          </a:p>
        </p:txBody>
      </p:sp>
      <p:sp>
        <p:nvSpPr>
          <p:cNvPr id="107602" name="Rectangle 314">
            <a:extLst>
              <a:ext uri="{FF2B5EF4-FFF2-40B4-BE49-F238E27FC236}">
                <a16:creationId xmlns:a16="http://schemas.microsoft.com/office/drawing/2014/main" id="{2F29986A-96AB-304B-881F-903A6BD8A05A}"/>
              </a:ext>
            </a:extLst>
          </p:cNvPr>
          <p:cNvSpPr>
            <a:spLocks noChangeArrowheads="1"/>
          </p:cNvSpPr>
          <p:nvPr/>
        </p:nvSpPr>
        <p:spPr bwMode="auto">
          <a:xfrm>
            <a:off x="2238376" y="3256360"/>
            <a:ext cx="756047"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03" name="Rectangle 315">
            <a:extLst>
              <a:ext uri="{FF2B5EF4-FFF2-40B4-BE49-F238E27FC236}">
                <a16:creationId xmlns:a16="http://schemas.microsoft.com/office/drawing/2014/main" id="{CBB1A0D3-E777-7848-AF86-F8E4C6200C28}"/>
              </a:ext>
            </a:extLst>
          </p:cNvPr>
          <p:cNvSpPr>
            <a:spLocks noChangeArrowheads="1"/>
          </p:cNvSpPr>
          <p:nvPr/>
        </p:nvSpPr>
        <p:spPr bwMode="auto">
          <a:xfrm>
            <a:off x="2330054" y="357068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222.1.3.2</a:t>
            </a:r>
          </a:p>
        </p:txBody>
      </p:sp>
      <p:sp>
        <p:nvSpPr>
          <p:cNvPr id="107604" name="Rectangle 316">
            <a:extLst>
              <a:ext uri="{FF2B5EF4-FFF2-40B4-BE49-F238E27FC236}">
                <a16:creationId xmlns:a16="http://schemas.microsoft.com/office/drawing/2014/main" id="{1EECCF4A-40DB-1846-ACFB-3D8DD100A119}"/>
              </a:ext>
            </a:extLst>
          </p:cNvPr>
          <p:cNvSpPr>
            <a:spLocks noChangeArrowheads="1"/>
          </p:cNvSpPr>
          <p:nvPr/>
        </p:nvSpPr>
        <p:spPr bwMode="auto">
          <a:xfrm>
            <a:off x="1428751" y="3090863"/>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05" name="Rectangle 317">
            <a:extLst>
              <a:ext uri="{FF2B5EF4-FFF2-40B4-BE49-F238E27FC236}">
                <a16:creationId xmlns:a16="http://schemas.microsoft.com/office/drawing/2014/main" id="{683F8D57-A747-1344-9F1E-2D50054CB1DC}"/>
              </a:ext>
            </a:extLst>
          </p:cNvPr>
          <p:cNvSpPr>
            <a:spLocks noChangeArrowheads="1"/>
          </p:cNvSpPr>
          <p:nvPr/>
        </p:nvSpPr>
        <p:spPr bwMode="auto">
          <a:xfrm>
            <a:off x="1428750" y="31372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222.1.3.1</a:t>
            </a:r>
          </a:p>
        </p:txBody>
      </p:sp>
      <p:sp>
        <p:nvSpPr>
          <p:cNvPr id="107606" name="Oval 318">
            <a:extLst>
              <a:ext uri="{FF2B5EF4-FFF2-40B4-BE49-F238E27FC236}">
                <a16:creationId xmlns:a16="http://schemas.microsoft.com/office/drawing/2014/main" id="{79D14D4E-87A5-FB49-BFDB-5FE67B16B174}"/>
              </a:ext>
            </a:extLst>
          </p:cNvPr>
          <p:cNvSpPr>
            <a:spLocks noChangeArrowheads="1"/>
          </p:cNvSpPr>
          <p:nvPr/>
        </p:nvSpPr>
        <p:spPr bwMode="auto">
          <a:xfrm>
            <a:off x="2131219" y="299918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07" name="Oval 319">
            <a:extLst>
              <a:ext uri="{FF2B5EF4-FFF2-40B4-BE49-F238E27FC236}">
                <a16:creationId xmlns:a16="http://schemas.microsoft.com/office/drawing/2014/main" id="{585BA895-3B86-B741-AFD9-0F67C6D2A2DA}"/>
              </a:ext>
            </a:extLst>
          </p:cNvPr>
          <p:cNvSpPr>
            <a:spLocks noChangeArrowheads="1"/>
          </p:cNvSpPr>
          <p:nvPr/>
        </p:nvSpPr>
        <p:spPr bwMode="auto">
          <a:xfrm>
            <a:off x="2125266" y="2168129"/>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08" name="Oval 320">
            <a:extLst>
              <a:ext uri="{FF2B5EF4-FFF2-40B4-BE49-F238E27FC236}">
                <a16:creationId xmlns:a16="http://schemas.microsoft.com/office/drawing/2014/main" id="{AEB58767-B98C-FF42-8848-6D7E4B38108A}"/>
              </a:ext>
            </a:extLst>
          </p:cNvPr>
          <p:cNvSpPr>
            <a:spLocks noChangeArrowheads="1"/>
          </p:cNvSpPr>
          <p:nvPr/>
        </p:nvSpPr>
        <p:spPr bwMode="auto">
          <a:xfrm>
            <a:off x="2651523" y="3402807"/>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09" name="Rectangle 321">
            <a:extLst>
              <a:ext uri="{FF2B5EF4-FFF2-40B4-BE49-F238E27FC236}">
                <a16:creationId xmlns:a16="http://schemas.microsoft.com/office/drawing/2014/main" id="{EFD2487E-8AF7-704A-BF8A-CFD287F9A257}"/>
              </a:ext>
            </a:extLst>
          </p:cNvPr>
          <p:cNvSpPr>
            <a:spLocks noChangeArrowheads="1"/>
          </p:cNvSpPr>
          <p:nvPr/>
        </p:nvSpPr>
        <p:spPr bwMode="auto">
          <a:xfrm>
            <a:off x="3044429" y="3299222"/>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10" name="Rectangle 322">
            <a:extLst>
              <a:ext uri="{FF2B5EF4-FFF2-40B4-BE49-F238E27FC236}">
                <a16:creationId xmlns:a16="http://schemas.microsoft.com/office/drawing/2014/main" id="{B9DDC50D-249E-784F-B0B8-2E0176EB84F7}"/>
              </a:ext>
            </a:extLst>
          </p:cNvPr>
          <p:cNvSpPr>
            <a:spLocks noChangeArrowheads="1"/>
          </p:cNvSpPr>
          <p:nvPr/>
        </p:nvSpPr>
        <p:spPr bwMode="auto">
          <a:xfrm>
            <a:off x="3283744" y="3132535"/>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07611" name="Rectangle 323">
            <a:extLst>
              <a:ext uri="{FF2B5EF4-FFF2-40B4-BE49-F238E27FC236}">
                <a16:creationId xmlns:a16="http://schemas.microsoft.com/office/drawing/2014/main" id="{1A5FDDB8-A1E7-264F-92CD-24EAF4C54868}"/>
              </a:ext>
            </a:extLst>
          </p:cNvPr>
          <p:cNvSpPr>
            <a:spLocks noChangeArrowheads="1"/>
          </p:cNvSpPr>
          <p:nvPr/>
        </p:nvSpPr>
        <p:spPr bwMode="auto">
          <a:xfrm>
            <a:off x="5497116" y="3255169"/>
            <a:ext cx="310753"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12" name="Rectangle 324">
            <a:extLst>
              <a:ext uri="{FF2B5EF4-FFF2-40B4-BE49-F238E27FC236}">
                <a16:creationId xmlns:a16="http://schemas.microsoft.com/office/drawing/2014/main" id="{FAA4FDA4-EC28-6B40-A546-FF21C66D17C6}"/>
              </a:ext>
            </a:extLst>
          </p:cNvPr>
          <p:cNvSpPr>
            <a:spLocks noChangeArrowheads="1"/>
          </p:cNvSpPr>
          <p:nvPr/>
        </p:nvSpPr>
        <p:spPr bwMode="auto">
          <a:xfrm>
            <a:off x="4798219" y="3131344"/>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07613" name="Rectangle 325">
            <a:extLst>
              <a:ext uri="{FF2B5EF4-FFF2-40B4-BE49-F238E27FC236}">
                <a16:creationId xmlns:a16="http://schemas.microsoft.com/office/drawing/2014/main" id="{F34E70EA-E479-8A4B-8D85-D5EF4A726ECE}"/>
              </a:ext>
            </a:extLst>
          </p:cNvPr>
          <p:cNvSpPr>
            <a:spLocks noChangeArrowheads="1"/>
          </p:cNvSpPr>
          <p:nvPr/>
        </p:nvSpPr>
        <p:spPr bwMode="auto">
          <a:xfrm>
            <a:off x="2269332" y="2266950"/>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14" name="Rectangle 326">
            <a:extLst>
              <a:ext uri="{FF2B5EF4-FFF2-40B4-BE49-F238E27FC236}">
                <a16:creationId xmlns:a16="http://schemas.microsoft.com/office/drawing/2014/main" id="{9587100A-7187-DC41-983D-1D7D0176E40C}"/>
              </a:ext>
            </a:extLst>
          </p:cNvPr>
          <p:cNvSpPr>
            <a:spLocks noChangeArrowheads="1"/>
          </p:cNvSpPr>
          <p:nvPr/>
        </p:nvSpPr>
        <p:spPr bwMode="auto">
          <a:xfrm>
            <a:off x="2337198" y="230981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222.1.3.</a:t>
            </a:r>
            <a:endParaRPr kumimoji="1" lang="en-US" altLang="zh-CN" sz="1500">
              <a:latin typeface="Arial" panose="020B0604020202020204" pitchFamily="34" charset="0"/>
              <a:ea typeface="宋体" panose="02010600030101010101" pitchFamily="2" charset="-122"/>
            </a:endParaRPr>
          </a:p>
        </p:txBody>
      </p:sp>
      <p:sp>
        <p:nvSpPr>
          <p:cNvPr id="107615" name="Rectangle 327">
            <a:extLst>
              <a:ext uri="{FF2B5EF4-FFF2-40B4-BE49-F238E27FC236}">
                <a16:creationId xmlns:a16="http://schemas.microsoft.com/office/drawing/2014/main" id="{EE1180F8-6DDF-DC46-8A92-62621D47763D}"/>
              </a:ext>
            </a:extLst>
          </p:cNvPr>
          <p:cNvSpPr>
            <a:spLocks noChangeArrowheads="1"/>
          </p:cNvSpPr>
          <p:nvPr/>
        </p:nvSpPr>
        <p:spPr bwMode="auto">
          <a:xfrm>
            <a:off x="2294335" y="2044304"/>
            <a:ext cx="53816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16" name="Rectangle 328">
            <a:extLst>
              <a:ext uri="{FF2B5EF4-FFF2-40B4-BE49-F238E27FC236}">
                <a16:creationId xmlns:a16="http://schemas.microsoft.com/office/drawing/2014/main" id="{AE8F539E-704B-8746-93EE-A118895A2EDB}"/>
              </a:ext>
            </a:extLst>
          </p:cNvPr>
          <p:cNvSpPr>
            <a:spLocks noChangeArrowheads="1"/>
          </p:cNvSpPr>
          <p:nvPr/>
        </p:nvSpPr>
        <p:spPr bwMode="auto">
          <a:xfrm>
            <a:off x="2359819" y="208716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07617" name="Rectangle 329">
            <a:extLst>
              <a:ext uri="{FF2B5EF4-FFF2-40B4-BE49-F238E27FC236}">
                <a16:creationId xmlns:a16="http://schemas.microsoft.com/office/drawing/2014/main" id="{789C2AC5-9165-224E-970D-D34C647B4FFA}"/>
              </a:ext>
            </a:extLst>
          </p:cNvPr>
          <p:cNvSpPr>
            <a:spLocks noChangeArrowheads="1"/>
          </p:cNvSpPr>
          <p:nvPr/>
        </p:nvSpPr>
        <p:spPr bwMode="auto">
          <a:xfrm>
            <a:off x="4112419" y="2862263"/>
            <a:ext cx="3119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18" name="Rectangle 330">
            <a:extLst>
              <a:ext uri="{FF2B5EF4-FFF2-40B4-BE49-F238E27FC236}">
                <a16:creationId xmlns:a16="http://schemas.microsoft.com/office/drawing/2014/main" id="{3BA9DF05-BDAC-5C46-B4BE-1D4AB74FABA8}"/>
              </a:ext>
            </a:extLst>
          </p:cNvPr>
          <p:cNvSpPr>
            <a:spLocks noChangeArrowheads="1"/>
          </p:cNvSpPr>
          <p:nvPr/>
        </p:nvSpPr>
        <p:spPr bwMode="auto">
          <a:xfrm>
            <a:off x="4830366" y="2314575"/>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19" name="Rectangle 331">
            <a:extLst>
              <a:ext uri="{FF2B5EF4-FFF2-40B4-BE49-F238E27FC236}">
                <a16:creationId xmlns:a16="http://schemas.microsoft.com/office/drawing/2014/main" id="{4D1EFE09-45D4-D14A-A99A-A957F620702D}"/>
              </a:ext>
            </a:extLst>
          </p:cNvPr>
          <p:cNvSpPr>
            <a:spLocks noChangeArrowheads="1"/>
          </p:cNvSpPr>
          <p:nvPr/>
        </p:nvSpPr>
        <p:spPr bwMode="auto">
          <a:xfrm>
            <a:off x="4829175" y="24693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07620" name="Rectangle 332">
            <a:extLst>
              <a:ext uri="{FF2B5EF4-FFF2-40B4-BE49-F238E27FC236}">
                <a16:creationId xmlns:a16="http://schemas.microsoft.com/office/drawing/2014/main" id="{804EA163-02F6-7E4C-A972-08BD8390177D}"/>
              </a:ext>
            </a:extLst>
          </p:cNvPr>
          <p:cNvSpPr>
            <a:spLocks noChangeArrowheads="1"/>
          </p:cNvSpPr>
          <p:nvPr/>
        </p:nvSpPr>
        <p:spPr bwMode="auto">
          <a:xfrm>
            <a:off x="3617119" y="2588419"/>
            <a:ext cx="30956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21" name="Rectangle 333">
            <a:extLst>
              <a:ext uri="{FF2B5EF4-FFF2-40B4-BE49-F238E27FC236}">
                <a16:creationId xmlns:a16="http://schemas.microsoft.com/office/drawing/2014/main" id="{045066CD-8E1D-3342-AD3D-8C363FCA491C}"/>
              </a:ext>
            </a:extLst>
          </p:cNvPr>
          <p:cNvSpPr>
            <a:spLocks noChangeArrowheads="1"/>
          </p:cNvSpPr>
          <p:nvPr/>
        </p:nvSpPr>
        <p:spPr bwMode="auto">
          <a:xfrm>
            <a:off x="3554016" y="2786063"/>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07622" name="Rectangle 334">
            <a:extLst>
              <a:ext uri="{FF2B5EF4-FFF2-40B4-BE49-F238E27FC236}">
                <a16:creationId xmlns:a16="http://schemas.microsoft.com/office/drawing/2014/main" id="{F850128D-DC2F-3346-B554-CE957C2B2358}"/>
              </a:ext>
            </a:extLst>
          </p:cNvPr>
          <p:cNvSpPr>
            <a:spLocks noChangeArrowheads="1"/>
          </p:cNvSpPr>
          <p:nvPr/>
        </p:nvSpPr>
        <p:spPr bwMode="auto">
          <a:xfrm>
            <a:off x="4017169" y="3167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222.1.4.</a:t>
            </a:r>
            <a:endParaRPr kumimoji="1" lang="en-US" altLang="zh-CN" sz="1500">
              <a:latin typeface="Arial" panose="020B0604020202020204" pitchFamily="34" charset="0"/>
              <a:ea typeface="宋体" panose="02010600030101010101" pitchFamily="2" charset="-122"/>
            </a:endParaRPr>
          </a:p>
        </p:txBody>
      </p:sp>
      <p:sp>
        <p:nvSpPr>
          <p:cNvPr id="107623" name="Rectangle 335">
            <a:extLst>
              <a:ext uri="{FF2B5EF4-FFF2-40B4-BE49-F238E27FC236}">
                <a16:creationId xmlns:a16="http://schemas.microsoft.com/office/drawing/2014/main" id="{91F676C0-F220-9340-8B0D-15DB7318498C}"/>
              </a:ext>
            </a:extLst>
          </p:cNvPr>
          <p:cNvSpPr>
            <a:spLocks noChangeArrowheads="1"/>
          </p:cNvSpPr>
          <p:nvPr/>
        </p:nvSpPr>
        <p:spPr bwMode="auto">
          <a:xfrm>
            <a:off x="3837385" y="2588419"/>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24" name="Rectangle 336">
            <a:extLst>
              <a:ext uri="{FF2B5EF4-FFF2-40B4-BE49-F238E27FC236}">
                <a16:creationId xmlns:a16="http://schemas.microsoft.com/office/drawing/2014/main" id="{C8452BA9-DE2F-F549-BDF6-3D8B956DD348}"/>
              </a:ext>
            </a:extLst>
          </p:cNvPr>
          <p:cNvSpPr>
            <a:spLocks noChangeArrowheads="1"/>
          </p:cNvSpPr>
          <p:nvPr/>
        </p:nvSpPr>
        <p:spPr bwMode="auto">
          <a:xfrm>
            <a:off x="3804048" y="2786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222.1.5.</a:t>
            </a:r>
            <a:endParaRPr kumimoji="1" lang="en-US" altLang="zh-CN" sz="1500">
              <a:latin typeface="Arial" panose="020B0604020202020204" pitchFamily="34" charset="0"/>
              <a:ea typeface="宋体" panose="02010600030101010101" pitchFamily="2" charset="-122"/>
            </a:endParaRPr>
          </a:p>
        </p:txBody>
      </p:sp>
      <p:sp>
        <p:nvSpPr>
          <p:cNvPr id="107625" name="Rectangle 337">
            <a:extLst>
              <a:ext uri="{FF2B5EF4-FFF2-40B4-BE49-F238E27FC236}">
                <a16:creationId xmlns:a16="http://schemas.microsoft.com/office/drawing/2014/main" id="{C383E03B-70DD-C84B-B7A5-369ED330C933}"/>
              </a:ext>
            </a:extLst>
          </p:cNvPr>
          <p:cNvSpPr>
            <a:spLocks noChangeArrowheads="1"/>
          </p:cNvSpPr>
          <p:nvPr/>
        </p:nvSpPr>
        <p:spPr bwMode="auto">
          <a:xfrm>
            <a:off x="5050632" y="2326482"/>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26" name="Rectangle 338">
            <a:extLst>
              <a:ext uri="{FF2B5EF4-FFF2-40B4-BE49-F238E27FC236}">
                <a16:creationId xmlns:a16="http://schemas.microsoft.com/office/drawing/2014/main" id="{56CBBD70-6099-6C48-AFA4-AF8BF335AAC4}"/>
              </a:ext>
            </a:extLst>
          </p:cNvPr>
          <p:cNvSpPr>
            <a:spLocks noChangeArrowheads="1"/>
          </p:cNvSpPr>
          <p:nvPr/>
        </p:nvSpPr>
        <p:spPr bwMode="auto">
          <a:xfrm>
            <a:off x="5075635" y="24812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222.1.6.</a:t>
            </a:r>
            <a:endParaRPr kumimoji="1" lang="en-US" altLang="zh-CN" sz="1500">
              <a:latin typeface="Arial" panose="020B0604020202020204" pitchFamily="34" charset="0"/>
              <a:ea typeface="宋体" panose="02010600030101010101" pitchFamily="2" charset="-122"/>
            </a:endParaRPr>
          </a:p>
        </p:txBody>
      </p:sp>
      <p:sp>
        <p:nvSpPr>
          <p:cNvPr id="107627" name="Line 339">
            <a:extLst>
              <a:ext uri="{FF2B5EF4-FFF2-40B4-BE49-F238E27FC236}">
                <a16:creationId xmlns:a16="http://schemas.microsoft.com/office/drawing/2014/main" id="{3505E24E-F17F-BD4C-BD53-57C87F40B652}"/>
              </a:ext>
            </a:extLst>
          </p:cNvPr>
          <p:cNvSpPr>
            <a:spLocks noChangeShapeType="1"/>
          </p:cNvSpPr>
          <p:nvPr/>
        </p:nvSpPr>
        <p:spPr bwMode="auto">
          <a:xfrm>
            <a:off x="2277666" y="1943100"/>
            <a:ext cx="0" cy="1634729"/>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28" name="Rectangle 340">
            <a:extLst>
              <a:ext uri="{FF2B5EF4-FFF2-40B4-BE49-F238E27FC236}">
                <a16:creationId xmlns:a16="http://schemas.microsoft.com/office/drawing/2014/main" id="{7BAD2EE3-ACD8-7F4D-AE8B-FF3A8F12965E}"/>
              </a:ext>
            </a:extLst>
          </p:cNvPr>
          <p:cNvSpPr>
            <a:spLocks noChangeArrowheads="1"/>
          </p:cNvSpPr>
          <p:nvPr/>
        </p:nvSpPr>
        <p:spPr bwMode="auto">
          <a:xfrm>
            <a:off x="3767137" y="31551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pic>
        <p:nvPicPr>
          <p:cNvPr id="107629" name="Picture 341">
            <a:extLst>
              <a:ext uri="{FF2B5EF4-FFF2-40B4-BE49-F238E27FC236}">
                <a16:creationId xmlns:a16="http://schemas.microsoft.com/office/drawing/2014/main" id="{E3CC98B4-00FE-F44B-A3BF-E4B3F4721C6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498" y="3702844"/>
            <a:ext cx="435769" cy="29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630" name="Line 342">
            <a:extLst>
              <a:ext uri="{FF2B5EF4-FFF2-40B4-BE49-F238E27FC236}">
                <a16:creationId xmlns:a16="http://schemas.microsoft.com/office/drawing/2014/main" id="{E9188D98-F520-0E42-B197-EEADE7F23D65}"/>
              </a:ext>
            </a:extLst>
          </p:cNvPr>
          <p:cNvSpPr>
            <a:spLocks noChangeShapeType="1"/>
          </p:cNvSpPr>
          <p:nvPr/>
        </p:nvSpPr>
        <p:spPr bwMode="auto">
          <a:xfrm>
            <a:off x="6900863" y="1996678"/>
            <a:ext cx="0" cy="200382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31" name="Line 343">
            <a:extLst>
              <a:ext uri="{FF2B5EF4-FFF2-40B4-BE49-F238E27FC236}">
                <a16:creationId xmlns:a16="http://schemas.microsoft.com/office/drawing/2014/main" id="{DDEF8488-83BC-2148-9447-2BFA67050C8A}"/>
              </a:ext>
            </a:extLst>
          </p:cNvPr>
          <p:cNvSpPr>
            <a:spLocks noChangeShapeType="1"/>
          </p:cNvSpPr>
          <p:nvPr/>
        </p:nvSpPr>
        <p:spPr bwMode="auto">
          <a:xfrm rot="16200000">
            <a:off x="4350544" y="3202781"/>
            <a:ext cx="0" cy="170021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32" name="Line 344">
            <a:extLst>
              <a:ext uri="{FF2B5EF4-FFF2-40B4-BE49-F238E27FC236}">
                <a16:creationId xmlns:a16="http://schemas.microsoft.com/office/drawing/2014/main" id="{903D9008-CC65-A94D-9C5B-3EA8CDD029E1}"/>
              </a:ext>
            </a:extLst>
          </p:cNvPr>
          <p:cNvSpPr>
            <a:spLocks noChangeShapeType="1"/>
          </p:cNvSpPr>
          <p:nvPr/>
        </p:nvSpPr>
        <p:spPr bwMode="auto">
          <a:xfrm>
            <a:off x="5413773" y="3419475"/>
            <a:ext cx="148709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33" name="Oval 345">
            <a:extLst>
              <a:ext uri="{FF2B5EF4-FFF2-40B4-BE49-F238E27FC236}">
                <a16:creationId xmlns:a16="http://schemas.microsoft.com/office/drawing/2014/main" id="{408812A7-1F21-584C-BA81-950B48DF6BDD}"/>
              </a:ext>
            </a:extLst>
          </p:cNvPr>
          <p:cNvSpPr>
            <a:spLocks noChangeArrowheads="1"/>
          </p:cNvSpPr>
          <p:nvPr/>
        </p:nvSpPr>
        <p:spPr bwMode="auto">
          <a:xfrm>
            <a:off x="5573316" y="3367088"/>
            <a:ext cx="89297"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34" name="Rectangle 346">
            <a:extLst>
              <a:ext uri="{FF2B5EF4-FFF2-40B4-BE49-F238E27FC236}">
                <a16:creationId xmlns:a16="http://schemas.microsoft.com/office/drawing/2014/main" id="{1743FB64-26B8-C444-B61F-07497F1E3D66}"/>
              </a:ext>
            </a:extLst>
          </p:cNvPr>
          <p:cNvSpPr>
            <a:spLocks noChangeArrowheads="1"/>
          </p:cNvSpPr>
          <p:nvPr/>
        </p:nvSpPr>
        <p:spPr bwMode="auto">
          <a:xfrm>
            <a:off x="6318647" y="24693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07635" name="Rectangle 347">
            <a:extLst>
              <a:ext uri="{FF2B5EF4-FFF2-40B4-BE49-F238E27FC236}">
                <a16:creationId xmlns:a16="http://schemas.microsoft.com/office/drawing/2014/main" id="{0596F6D3-D6D3-2B42-A276-54193C883673}"/>
              </a:ext>
            </a:extLst>
          </p:cNvPr>
          <p:cNvSpPr>
            <a:spLocks noChangeArrowheads="1"/>
          </p:cNvSpPr>
          <p:nvPr/>
        </p:nvSpPr>
        <p:spPr bwMode="auto">
          <a:xfrm>
            <a:off x="2956322" y="15168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07636" name="Line 348">
            <a:extLst>
              <a:ext uri="{FF2B5EF4-FFF2-40B4-BE49-F238E27FC236}">
                <a16:creationId xmlns:a16="http://schemas.microsoft.com/office/drawing/2014/main" id="{FDF659D6-9312-2E4B-87B7-0CCF6AB29225}"/>
              </a:ext>
            </a:extLst>
          </p:cNvPr>
          <p:cNvSpPr>
            <a:spLocks noChangeShapeType="1"/>
          </p:cNvSpPr>
          <p:nvPr/>
        </p:nvSpPr>
        <p:spPr bwMode="auto">
          <a:xfrm rot="16200000">
            <a:off x="4935737" y="106561"/>
            <a:ext cx="0" cy="297537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37" name="Rectangle 349">
            <a:extLst>
              <a:ext uri="{FF2B5EF4-FFF2-40B4-BE49-F238E27FC236}">
                <a16:creationId xmlns:a16="http://schemas.microsoft.com/office/drawing/2014/main" id="{ADD007EA-0D31-F948-B922-149792BE9A79}"/>
              </a:ext>
            </a:extLst>
          </p:cNvPr>
          <p:cNvSpPr>
            <a:spLocks noChangeArrowheads="1"/>
          </p:cNvSpPr>
          <p:nvPr/>
        </p:nvSpPr>
        <p:spPr bwMode="auto">
          <a:xfrm>
            <a:off x="1881188" y="4473179"/>
            <a:ext cx="57708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互联网</a:t>
            </a:r>
          </a:p>
        </p:txBody>
      </p:sp>
      <p:sp>
        <p:nvSpPr>
          <p:cNvPr id="107638" name="Line 350">
            <a:extLst>
              <a:ext uri="{FF2B5EF4-FFF2-40B4-BE49-F238E27FC236}">
                <a16:creationId xmlns:a16="http://schemas.microsoft.com/office/drawing/2014/main" id="{52CB2A11-95FB-5940-B241-27BDD1677F48}"/>
              </a:ext>
            </a:extLst>
          </p:cNvPr>
          <p:cNvSpPr>
            <a:spLocks noChangeShapeType="1"/>
          </p:cNvSpPr>
          <p:nvPr/>
        </p:nvSpPr>
        <p:spPr bwMode="auto">
          <a:xfrm flipV="1">
            <a:off x="2172891" y="4156473"/>
            <a:ext cx="317897" cy="316706"/>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07639" name="Line 351">
            <a:extLst>
              <a:ext uri="{FF2B5EF4-FFF2-40B4-BE49-F238E27FC236}">
                <a16:creationId xmlns:a16="http://schemas.microsoft.com/office/drawing/2014/main" id="{993D9FE1-F5DC-554D-8F10-26D1F62DA0DD}"/>
              </a:ext>
            </a:extLst>
          </p:cNvPr>
          <p:cNvSpPr>
            <a:spLocks noChangeShapeType="1"/>
          </p:cNvSpPr>
          <p:nvPr/>
        </p:nvSpPr>
        <p:spPr bwMode="auto">
          <a:xfrm>
            <a:off x="3676650"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40" name="Oval 352">
            <a:extLst>
              <a:ext uri="{FF2B5EF4-FFF2-40B4-BE49-F238E27FC236}">
                <a16:creationId xmlns:a16="http://schemas.microsoft.com/office/drawing/2014/main" id="{4ECC9A84-7BC2-DA48-B5AD-EC4D7EFDDC3E}"/>
              </a:ext>
            </a:extLst>
          </p:cNvPr>
          <p:cNvSpPr>
            <a:spLocks noChangeArrowheads="1"/>
          </p:cNvSpPr>
          <p:nvPr/>
        </p:nvSpPr>
        <p:spPr bwMode="auto">
          <a:xfrm>
            <a:off x="3634978" y="12977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7641" name="Group 353">
            <a:extLst>
              <a:ext uri="{FF2B5EF4-FFF2-40B4-BE49-F238E27FC236}">
                <a16:creationId xmlns:a16="http://schemas.microsoft.com/office/drawing/2014/main" id="{C9998195-1E9D-DF48-9BCE-E252F60EBA59}"/>
              </a:ext>
            </a:extLst>
          </p:cNvPr>
          <p:cNvGrpSpPr>
            <a:grpSpLocks/>
          </p:cNvGrpSpPr>
          <p:nvPr/>
        </p:nvGrpSpPr>
        <p:grpSpPr bwMode="auto">
          <a:xfrm>
            <a:off x="3471863" y="673894"/>
            <a:ext cx="379810" cy="385763"/>
            <a:chOff x="1813" y="593"/>
            <a:chExt cx="343" cy="352"/>
          </a:xfrm>
        </p:grpSpPr>
        <p:grpSp>
          <p:nvGrpSpPr>
            <p:cNvPr id="107706" name="Group 354">
              <a:extLst>
                <a:ext uri="{FF2B5EF4-FFF2-40B4-BE49-F238E27FC236}">
                  <a16:creationId xmlns:a16="http://schemas.microsoft.com/office/drawing/2014/main" id="{80B417D2-9372-2846-B48A-CC0376C3B969}"/>
                </a:ext>
              </a:extLst>
            </p:cNvPr>
            <p:cNvGrpSpPr>
              <a:grpSpLocks/>
            </p:cNvGrpSpPr>
            <p:nvPr/>
          </p:nvGrpSpPr>
          <p:grpSpPr bwMode="auto">
            <a:xfrm>
              <a:off x="1821" y="599"/>
              <a:ext cx="335" cy="346"/>
              <a:chOff x="1821" y="599"/>
              <a:chExt cx="335" cy="346"/>
            </a:xfrm>
          </p:grpSpPr>
          <p:sp>
            <p:nvSpPr>
              <p:cNvPr id="107720" name="Freeform 355">
                <a:extLst>
                  <a:ext uri="{FF2B5EF4-FFF2-40B4-BE49-F238E27FC236}">
                    <a16:creationId xmlns:a16="http://schemas.microsoft.com/office/drawing/2014/main" id="{95C68CDA-5AAF-4043-AF8D-1AFFA5FD82D3}"/>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21" name="Freeform 356">
                <a:extLst>
                  <a:ext uri="{FF2B5EF4-FFF2-40B4-BE49-F238E27FC236}">
                    <a16:creationId xmlns:a16="http://schemas.microsoft.com/office/drawing/2014/main" id="{A098E4AF-3852-3348-A386-E1FA93FF4C0A}"/>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22" name="Freeform 357">
                <a:extLst>
                  <a:ext uri="{FF2B5EF4-FFF2-40B4-BE49-F238E27FC236}">
                    <a16:creationId xmlns:a16="http://schemas.microsoft.com/office/drawing/2014/main" id="{5B48BD94-562C-B54F-BBCD-CC1997A2C79A}"/>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23" name="Freeform 358">
                <a:extLst>
                  <a:ext uri="{FF2B5EF4-FFF2-40B4-BE49-F238E27FC236}">
                    <a16:creationId xmlns:a16="http://schemas.microsoft.com/office/drawing/2014/main" id="{C77868A8-69DE-E243-B601-DB299131D448}"/>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24" name="Rectangle 359">
                <a:extLst>
                  <a:ext uri="{FF2B5EF4-FFF2-40B4-BE49-F238E27FC236}">
                    <a16:creationId xmlns:a16="http://schemas.microsoft.com/office/drawing/2014/main" id="{050CB299-F107-0840-812C-28012F290F39}"/>
                  </a:ext>
                </a:extLst>
              </p:cNvPr>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25" name="Rectangle 360">
                <a:extLst>
                  <a:ext uri="{FF2B5EF4-FFF2-40B4-BE49-F238E27FC236}">
                    <a16:creationId xmlns:a16="http://schemas.microsoft.com/office/drawing/2014/main" id="{F22113BF-86C1-2B42-B211-08246D6721FA}"/>
                  </a:ext>
                </a:extLst>
              </p:cNvPr>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26" name="Rectangle 361">
                <a:extLst>
                  <a:ext uri="{FF2B5EF4-FFF2-40B4-BE49-F238E27FC236}">
                    <a16:creationId xmlns:a16="http://schemas.microsoft.com/office/drawing/2014/main" id="{0A39AD49-2995-D64F-B55F-73BD15601DE7}"/>
                  </a:ext>
                </a:extLst>
              </p:cNvPr>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27" name="Line 362">
                <a:extLst>
                  <a:ext uri="{FF2B5EF4-FFF2-40B4-BE49-F238E27FC236}">
                    <a16:creationId xmlns:a16="http://schemas.microsoft.com/office/drawing/2014/main" id="{0070B98B-A6E2-C845-9BB4-F2A1B71B1F76}"/>
                  </a:ext>
                </a:extLst>
              </p:cNvPr>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728" name="Group 363">
                <a:extLst>
                  <a:ext uri="{FF2B5EF4-FFF2-40B4-BE49-F238E27FC236}">
                    <a16:creationId xmlns:a16="http://schemas.microsoft.com/office/drawing/2014/main" id="{BCE264B3-F6FB-A14C-B85C-3CFA1BC0EDF7}"/>
                  </a:ext>
                </a:extLst>
              </p:cNvPr>
              <p:cNvGrpSpPr>
                <a:grpSpLocks/>
              </p:cNvGrpSpPr>
              <p:nvPr/>
            </p:nvGrpSpPr>
            <p:grpSpPr bwMode="auto">
              <a:xfrm>
                <a:off x="1821" y="895"/>
                <a:ext cx="335" cy="50"/>
                <a:chOff x="1821" y="895"/>
                <a:chExt cx="335" cy="50"/>
              </a:xfrm>
            </p:grpSpPr>
            <p:sp>
              <p:nvSpPr>
                <p:cNvPr id="107729" name="Freeform 364">
                  <a:extLst>
                    <a:ext uri="{FF2B5EF4-FFF2-40B4-BE49-F238E27FC236}">
                      <a16:creationId xmlns:a16="http://schemas.microsoft.com/office/drawing/2014/main" id="{AD689A62-700C-5048-8486-F6BCCFFAC820}"/>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30" name="Freeform 365">
                  <a:extLst>
                    <a:ext uri="{FF2B5EF4-FFF2-40B4-BE49-F238E27FC236}">
                      <a16:creationId xmlns:a16="http://schemas.microsoft.com/office/drawing/2014/main" id="{78DE6B05-D3D2-EA44-A765-453BB2BE77AC}"/>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31" name="Rectangle 366">
                  <a:extLst>
                    <a:ext uri="{FF2B5EF4-FFF2-40B4-BE49-F238E27FC236}">
                      <a16:creationId xmlns:a16="http://schemas.microsoft.com/office/drawing/2014/main" id="{841885E9-8CE9-BF47-A388-736648DDDCF2}"/>
                    </a:ext>
                  </a:extLst>
                </p:cNvPr>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7707" name="Group 367">
              <a:extLst>
                <a:ext uri="{FF2B5EF4-FFF2-40B4-BE49-F238E27FC236}">
                  <a16:creationId xmlns:a16="http://schemas.microsoft.com/office/drawing/2014/main" id="{64E9DB9B-9699-7E43-B728-C0204B4102D4}"/>
                </a:ext>
              </a:extLst>
            </p:cNvPr>
            <p:cNvGrpSpPr>
              <a:grpSpLocks/>
            </p:cNvGrpSpPr>
            <p:nvPr/>
          </p:nvGrpSpPr>
          <p:grpSpPr bwMode="auto">
            <a:xfrm>
              <a:off x="1813" y="593"/>
              <a:ext cx="335" cy="346"/>
              <a:chOff x="1813" y="593"/>
              <a:chExt cx="335" cy="346"/>
            </a:xfrm>
          </p:grpSpPr>
          <p:sp>
            <p:nvSpPr>
              <p:cNvPr id="107708" name="Freeform 368">
                <a:extLst>
                  <a:ext uri="{FF2B5EF4-FFF2-40B4-BE49-F238E27FC236}">
                    <a16:creationId xmlns:a16="http://schemas.microsoft.com/office/drawing/2014/main" id="{5D9BAECF-DB05-8D4B-BCA0-311470382FA5}"/>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09" name="Freeform 369">
                <a:extLst>
                  <a:ext uri="{FF2B5EF4-FFF2-40B4-BE49-F238E27FC236}">
                    <a16:creationId xmlns:a16="http://schemas.microsoft.com/office/drawing/2014/main" id="{9BE75DAD-ACA0-5B44-9498-0D93D5A465FF}"/>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10" name="Freeform 370">
                <a:extLst>
                  <a:ext uri="{FF2B5EF4-FFF2-40B4-BE49-F238E27FC236}">
                    <a16:creationId xmlns:a16="http://schemas.microsoft.com/office/drawing/2014/main" id="{37EBBA11-AAD2-234F-8193-E05066A2C655}"/>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11" name="Freeform 371">
                <a:extLst>
                  <a:ext uri="{FF2B5EF4-FFF2-40B4-BE49-F238E27FC236}">
                    <a16:creationId xmlns:a16="http://schemas.microsoft.com/office/drawing/2014/main" id="{F47C6904-4C9B-5F40-974E-2965B7A8CA19}"/>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12" name="Rectangle 372">
                <a:extLst>
                  <a:ext uri="{FF2B5EF4-FFF2-40B4-BE49-F238E27FC236}">
                    <a16:creationId xmlns:a16="http://schemas.microsoft.com/office/drawing/2014/main" id="{E65B5B84-4B2B-3440-BAE0-79CD2F85FA7E}"/>
                  </a:ext>
                </a:extLst>
              </p:cNvPr>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13" name="Rectangle 373">
                <a:extLst>
                  <a:ext uri="{FF2B5EF4-FFF2-40B4-BE49-F238E27FC236}">
                    <a16:creationId xmlns:a16="http://schemas.microsoft.com/office/drawing/2014/main" id="{356069B7-360F-404C-8A86-8389464BB12A}"/>
                  </a:ext>
                </a:extLst>
              </p:cNvPr>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14" name="Rectangle 374">
                <a:extLst>
                  <a:ext uri="{FF2B5EF4-FFF2-40B4-BE49-F238E27FC236}">
                    <a16:creationId xmlns:a16="http://schemas.microsoft.com/office/drawing/2014/main" id="{28FC7720-4048-D44A-95F3-6DC73394B787}"/>
                  </a:ext>
                </a:extLst>
              </p:cNvPr>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15" name="Line 375">
                <a:extLst>
                  <a:ext uri="{FF2B5EF4-FFF2-40B4-BE49-F238E27FC236}">
                    <a16:creationId xmlns:a16="http://schemas.microsoft.com/office/drawing/2014/main" id="{8CA45917-A9FC-F24A-91C0-19EE9BC15F83}"/>
                  </a:ext>
                </a:extLst>
              </p:cNvPr>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716" name="Group 376">
                <a:extLst>
                  <a:ext uri="{FF2B5EF4-FFF2-40B4-BE49-F238E27FC236}">
                    <a16:creationId xmlns:a16="http://schemas.microsoft.com/office/drawing/2014/main" id="{F987483E-82C6-3546-BBEE-7B5D6BC2586D}"/>
                  </a:ext>
                </a:extLst>
              </p:cNvPr>
              <p:cNvGrpSpPr>
                <a:grpSpLocks/>
              </p:cNvGrpSpPr>
              <p:nvPr/>
            </p:nvGrpSpPr>
            <p:grpSpPr bwMode="auto">
              <a:xfrm>
                <a:off x="1813" y="888"/>
                <a:ext cx="335" cy="51"/>
                <a:chOff x="1813" y="888"/>
                <a:chExt cx="335" cy="51"/>
              </a:xfrm>
            </p:grpSpPr>
            <p:sp>
              <p:nvSpPr>
                <p:cNvPr id="107717" name="Freeform 377">
                  <a:extLst>
                    <a:ext uri="{FF2B5EF4-FFF2-40B4-BE49-F238E27FC236}">
                      <a16:creationId xmlns:a16="http://schemas.microsoft.com/office/drawing/2014/main" id="{484E5068-8987-DA41-8B66-E6A458D292D3}"/>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18" name="Freeform 378">
                  <a:extLst>
                    <a:ext uri="{FF2B5EF4-FFF2-40B4-BE49-F238E27FC236}">
                      <a16:creationId xmlns:a16="http://schemas.microsoft.com/office/drawing/2014/main" id="{21DA7D81-6F86-0F43-AFD7-039293524496}"/>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19" name="Rectangle 379">
                  <a:extLst>
                    <a:ext uri="{FF2B5EF4-FFF2-40B4-BE49-F238E27FC236}">
                      <a16:creationId xmlns:a16="http://schemas.microsoft.com/office/drawing/2014/main" id="{B98C3482-E2A8-184F-A29A-1833F6839D0E}"/>
                    </a:ext>
                  </a:extLst>
                </p:cNvPr>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07642" name="Line 380">
            <a:extLst>
              <a:ext uri="{FF2B5EF4-FFF2-40B4-BE49-F238E27FC236}">
                <a16:creationId xmlns:a16="http://schemas.microsoft.com/office/drawing/2014/main" id="{65AE9BC1-B7E1-6145-85DC-0FC75FE0384F}"/>
              </a:ext>
            </a:extLst>
          </p:cNvPr>
          <p:cNvSpPr>
            <a:spLocks noChangeShapeType="1"/>
          </p:cNvSpPr>
          <p:nvPr/>
        </p:nvSpPr>
        <p:spPr bwMode="auto">
          <a:xfrm>
            <a:off x="5993606"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43" name="Line 381">
            <a:extLst>
              <a:ext uri="{FF2B5EF4-FFF2-40B4-BE49-F238E27FC236}">
                <a16:creationId xmlns:a16="http://schemas.microsoft.com/office/drawing/2014/main" id="{EA102522-DE59-F748-88B5-147DAA4B4273}"/>
              </a:ext>
            </a:extLst>
          </p:cNvPr>
          <p:cNvSpPr>
            <a:spLocks noChangeShapeType="1"/>
          </p:cNvSpPr>
          <p:nvPr/>
        </p:nvSpPr>
        <p:spPr bwMode="auto">
          <a:xfrm>
            <a:off x="4835129" y="1000126"/>
            <a:ext cx="0" cy="58459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44" name="Oval 382">
            <a:extLst>
              <a:ext uri="{FF2B5EF4-FFF2-40B4-BE49-F238E27FC236}">
                <a16:creationId xmlns:a16="http://schemas.microsoft.com/office/drawing/2014/main" id="{4B6151EB-4633-F647-ACFB-74676F1B0B88}"/>
              </a:ext>
            </a:extLst>
          </p:cNvPr>
          <p:cNvSpPr>
            <a:spLocks noChangeArrowheads="1"/>
          </p:cNvSpPr>
          <p:nvPr/>
        </p:nvSpPr>
        <p:spPr bwMode="auto">
          <a:xfrm>
            <a:off x="4801792" y="1308498"/>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7645" name="Group 383">
            <a:extLst>
              <a:ext uri="{FF2B5EF4-FFF2-40B4-BE49-F238E27FC236}">
                <a16:creationId xmlns:a16="http://schemas.microsoft.com/office/drawing/2014/main" id="{E671F86A-5FD0-9240-A852-3EC26007E930}"/>
              </a:ext>
            </a:extLst>
          </p:cNvPr>
          <p:cNvGrpSpPr>
            <a:grpSpLocks/>
          </p:cNvGrpSpPr>
          <p:nvPr/>
        </p:nvGrpSpPr>
        <p:grpSpPr bwMode="auto">
          <a:xfrm>
            <a:off x="4639866" y="673894"/>
            <a:ext cx="379809" cy="385763"/>
            <a:chOff x="2868" y="593"/>
            <a:chExt cx="343" cy="352"/>
          </a:xfrm>
        </p:grpSpPr>
        <p:grpSp>
          <p:nvGrpSpPr>
            <p:cNvPr id="107680" name="Group 384">
              <a:extLst>
                <a:ext uri="{FF2B5EF4-FFF2-40B4-BE49-F238E27FC236}">
                  <a16:creationId xmlns:a16="http://schemas.microsoft.com/office/drawing/2014/main" id="{065B100D-127F-4F48-817D-B772361AC838}"/>
                </a:ext>
              </a:extLst>
            </p:cNvPr>
            <p:cNvGrpSpPr>
              <a:grpSpLocks/>
            </p:cNvGrpSpPr>
            <p:nvPr/>
          </p:nvGrpSpPr>
          <p:grpSpPr bwMode="auto">
            <a:xfrm>
              <a:off x="2877" y="599"/>
              <a:ext cx="334" cy="346"/>
              <a:chOff x="2877" y="599"/>
              <a:chExt cx="334" cy="346"/>
            </a:xfrm>
          </p:grpSpPr>
          <p:sp>
            <p:nvSpPr>
              <p:cNvPr id="107694" name="Freeform 385">
                <a:extLst>
                  <a:ext uri="{FF2B5EF4-FFF2-40B4-BE49-F238E27FC236}">
                    <a16:creationId xmlns:a16="http://schemas.microsoft.com/office/drawing/2014/main" id="{57966330-311A-AF40-8DB8-EBB786E41664}"/>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95" name="Freeform 386">
                <a:extLst>
                  <a:ext uri="{FF2B5EF4-FFF2-40B4-BE49-F238E27FC236}">
                    <a16:creationId xmlns:a16="http://schemas.microsoft.com/office/drawing/2014/main" id="{EE65273B-B854-9941-8849-0EC67087A852}"/>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96" name="Freeform 387">
                <a:extLst>
                  <a:ext uri="{FF2B5EF4-FFF2-40B4-BE49-F238E27FC236}">
                    <a16:creationId xmlns:a16="http://schemas.microsoft.com/office/drawing/2014/main" id="{84DCA75E-06C2-2E47-B8BD-85D338BF3E8D}"/>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97" name="Freeform 388">
                <a:extLst>
                  <a:ext uri="{FF2B5EF4-FFF2-40B4-BE49-F238E27FC236}">
                    <a16:creationId xmlns:a16="http://schemas.microsoft.com/office/drawing/2014/main" id="{5FF524A8-69AF-E04B-A8B0-A68673C20646}"/>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98" name="Rectangle 389">
                <a:extLst>
                  <a:ext uri="{FF2B5EF4-FFF2-40B4-BE49-F238E27FC236}">
                    <a16:creationId xmlns:a16="http://schemas.microsoft.com/office/drawing/2014/main" id="{7A509F8B-6255-C044-809D-DF2E690D3067}"/>
                  </a:ext>
                </a:extLst>
              </p:cNvPr>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99" name="Rectangle 390">
                <a:extLst>
                  <a:ext uri="{FF2B5EF4-FFF2-40B4-BE49-F238E27FC236}">
                    <a16:creationId xmlns:a16="http://schemas.microsoft.com/office/drawing/2014/main" id="{C2D7F667-FC03-F146-8A27-3CD7F7912C37}"/>
                  </a:ext>
                </a:extLst>
              </p:cNvPr>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00" name="Rectangle 391">
                <a:extLst>
                  <a:ext uri="{FF2B5EF4-FFF2-40B4-BE49-F238E27FC236}">
                    <a16:creationId xmlns:a16="http://schemas.microsoft.com/office/drawing/2014/main" id="{DA304177-330A-3C49-9889-A2BB0512234A}"/>
                  </a:ext>
                </a:extLst>
              </p:cNvPr>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01" name="Line 392">
                <a:extLst>
                  <a:ext uri="{FF2B5EF4-FFF2-40B4-BE49-F238E27FC236}">
                    <a16:creationId xmlns:a16="http://schemas.microsoft.com/office/drawing/2014/main" id="{F1CB3E20-8C84-6941-A618-F24110D6542E}"/>
                  </a:ext>
                </a:extLst>
              </p:cNvPr>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702" name="Group 393">
                <a:extLst>
                  <a:ext uri="{FF2B5EF4-FFF2-40B4-BE49-F238E27FC236}">
                    <a16:creationId xmlns:a16="http://schemas.microsoft.com/office/drawing/2014/main" id="{B64D765F-5A19-DE40-85E1-A08843306529}"/>
                  </a:ext>
                </a:extLst>
              </p:cNvPr>
              <p:cNvGrpSpPr>
                <a:grpSpLocks/>
              </p:cNvGrpSpPr>
              <p:nvPr/>
            </p:nvGrpSpPr>
            <p:grpSpPr bwMode="auto">
              <a:xfrm>
                <a:off x="2877" y="895"/>
                <a:ext cx="334" cy="50"/>
                <a:chOff x="2877" y="895"/>
                <a:chExt cx="334" cy="50"/>
              </a:xfrm>
            </p:grpSpPr>
            <p:sp>
              <p:nvSpPr>
                <p:cNvPr id="107703" name="Freeform 394">
                  <a:extLst>
                    <a:ext uri="{FF2B5EF4-FFF2-40B4-BE49-F238E27FC236}">
                      <a16:creationId xmlns:a16="http://schemas.microsoft.com/office/drawing/2014/main" id="{CDA4892B-FA75-2A45-B460-75F60AFA7C67}"/>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04" name="Freeform 395">
                  <a:extLst>
                    <a:ext uri="{FF2B5EF4-FFF2-40B4-BE49-F238E27FC236}">
                      <a16:creationId xmlns:a16="http://schemas.microsoft.com/office/drawing/2014/main" id="{10B012AA-B009-464E-9683-965CD89E8F3F}"/>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05" name="Rectangle 396">
                  <a:extLst>
                    <a:ext uri="{FF2B5EF4-FFF2-40B4-BE49-F238E27FC236}">
                      <a16:creationId xmlns:a16="http://schemas.microsoft.com/office/drawing/2014/main" id="{3172610A-62C8-824B-B3C6-AF5E52D216A7}"/>
                    </a:ext>
                  </a:extLst>
                </p:cNvPr>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7681" name="Group 397">
              <a:extLst>
                <a:ext uri="{FF2B5EF4-FFF2-40B4-BE49-F238E27FC236}">
                  <a16:creationId xmlns:a16="http://schemas.microsoft.com/office/drawing/2014/main" id="{D3B6D450-2E41-0841-8EB0-44B8C1CD330D}"/>
                </a:ext>
              </a:extLst>
            </p:cNvPr>
            <p:cNvGrpSpPr>
              <a:grpSpLocks/>
            </p:cNvGrpSpPr>
            <p:nvPr/>
          </p:nvGrpSpPr>
          <p:grpSpPr bwMode="auto">
            <a:xfrm>
              <a:off x="2868" y="593"/>
              <a:ext cx="335" cy="346"/>
              <a:chOff x="2868" y="593"/>
              <a:chExt cx="335" cy="346"/>
            </a:xfrm>
          </p:grpSpPr>
          <p:sp>
            <p:nvSpPr>
              <p:cNvPr id="107682" name="Freeform 398">
                <a:extLst>
                  <a:ext uri="{FF2B5EF4-FFF2-40B4-BE49-F238E27FC236}">
                    <a16:creationId xmlns:a16="http://schemas.microsoft.com/office/drawing/2014/main" id="{2F68FE6D-9C74-8E44-BEC0-1BE627498C2B}"/>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83" name="Freeform 399">
                <a:extLst>
                  <a:ext uri="{FF2B5EF4-FFF2-40B4-BE49-F238E27FC236}">
                    <a16:creationId xmlns:a16="http://schemas.microsoft.com/office/drawing/2014/main" id="{B41DB538-D18E-344B-AA2B-B64981371220}"/>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84" name="Freeform 400">
                <a:extLst>
                  <a:ext uri="{FF2B5EF4-FFF2-40B4-BE49-F238E27FC236}">
                    <a16:creationId xmlns:a16="http://schemas.microsoft.com/office/drawing/2014/main" id="{11CBE684-B3CE-7648-A552-9E8B07535821}"/>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85" name="Freeform 401">
                <a:extLst>
                  <a:ext uri="{FF2B5EF4-FFF2-40B4-BE49-F238E27FC236}">
                    <a16:creationId xmlns:a16="http://schemas.microsoft.com/office/drawing/2014/main" id="{AFD0EEDA-FAE7-2A4E-819E-E6F19B82FB0B}"/>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86" name="Rectangle 402">
                <a:extLst>
                  <a:ext uri="{FF2B5EF4-FFF2-40B4-BE49-F238E27FC236}">
                    <a16:creationId xmlns:a16="http://schemas.microsoft.com/office/drawing/2014/main" id="{CC5319A7-B246-8B43-A66B-889D4DA51AF6}"/>
                  </a:ext>
                </a:extLst>
              </p:cNvPr>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87" name="Rectangle 403">
                <a:extLst>
                  <a:ext uri="{FF2B5EF4-FFF2-40B4-BE49-F238E27FC236}">
                    <a16:creationId xmlns:a16="http://schemas.microsoft.com/office/drawing/2014/main" id="{97E0F999-FE95-4942-AF0C-095A1C88CD23}"/>
                  </a:ext>
                </a:extLst>
              </p:cNvPr>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88" name="Rectangle 404">
                <a:extLst>
                  <a:ext uri="{FF2B5EF4-FFF2-40B4-BE49-F238E27FC236}">
                    <a16:creationId xmlns:a16="http://schemas.microsoft.com/office/drawing/2014/main" id="{7300C8FC-F472-2547-A38C-69C3382CE236}"/>
                  </a:ext>
                </a:extLst>
              </p:cNvPr>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89" name="Line 405">
                <a:extLst>
                  <a:ext uri="{FF2B5EF4-FFF2-40B4-BE49-F238E27FC236}">
                    <a16:creationId xmlns:a16="http://schemas.microsoft.com/office/drawing/2014/main" id="{FF687847-F551-5549-B587-71B160C47898}"/>
                  </a:ext>
                </a:extLst>
              </p:cNvPr>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690" name="Group 406">
                <a:extLst>
                  <a:ext uri="{FF2B5EF4-FFF2-40B4-BE49-F238E27FC236}">
                    <a16:creationId xmlns:a16="http://schemas.microsoft.com/office/drawing/2014/main" id="{AD3B209B-CE6D-9D4D-8DED-7C3EF4BA21FA}"/>
                  </a:ext>
                </a:extLst>
              </p:cNvPr>
              <p:cNvGrpSpPr>
                <a:grpSpLocks/>
              </p:cNvGrpSpPr>
              <p:nvPr/>
            </p:nvGrpSpPr>
            <p:grpSpPr bwMode="auto">
              <a:xfrm>
                <a:off x="2868" y="888"/>
                <a:ext cx="335" cy="51"/>
                <a:chOff x="2868" y="888"/>
                <a:chExt cx="335" cy="51"/>
              </a:xfrm>
            </p:grpSpPr>
            <p:sp>
              <p:nvSpPr>
                <p:cNvPr id="107691" name="Freeform 407">
                  <a:extLst>
                    <a:ext uri="{FF2B5EF4-FFF2-40B4-BE49-F238E27FC236}">
                      <a16:creationId xmlns:a16="http://schemas.microsoft.com/office/drawing/2014/main" id="{AC0715B3-DD57-6B44-AE60-B1BDE867B41B}"/>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92" name="Freeform 408">
                  <a:extLst>
                    <a:ext uri="{FF2B5EF4-FFF2-40B4-BE49-F238E27FC236}">
                      <a16:creationId xmlns:a16="http://schemas.microsoft.com/office/drawing/2014/main" id="{BDCEFF8F-6C5F-404C-9B0D-CBA4E0D45424}"/>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93" name="Rectangle 409">
                  <a:extLst>
                    <a:ext uri="{FF2B5EF4-FFF2-40B4-BE49-F238E27FC236}">
                      <a16:creationId xmlns:a16="http://schemas.microsoft.com/office/drawing/2014/main" id="{8E2968B8-F4A9-7344-9ED3-F30421B33EBA}"/>
                    </a:ext>
                  </a:extLst>
                </p:cNvPr>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07646" name="Oval 410">
            <a:extLst>
              <a:ext uri="{FF2B5EF4-FFF2-40B4-BE49-F238E27FC236}">
                <a16:creationId xmlns:a16="http://schemas.microsoft.com/office/drawing/2014/main" id="{68C8F0C0-9398-DE48-9159-D156254AB04A}"/>
              </a:ext>
            </a:extLst>
          </p:cNvPr>
          <p:cNvSpPr>
            <a:spLocks noChangeArrowheads="1"/>
          </p:cNvSpPr>
          <p:nvPr/>
        </p:nvSpPr>
        <p:spPr bwMode="auto">
          <a:xfrm>
            <a:off x="5960269" y="1308498"/>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7647" name="Group 411">
            <a:extLst>
              <a:ext uri="{FF2B5EF4-FFF2-40B4-BE49-F238E27FC236}">
                <a16:creationId xmlns:a16="http://schemas.microsoft.com/office/drawing/2014/main" id="{C00A042E-DFAD-A448-BE3C-60D47BCDF0EE}"/>
              </a:ext>
            </a:extLst>
          </p:cNvPr>
          <p:cNvGrpSpPr>
            <a:grpSpLocks/>
          </p:cNvGrpSpPr>
          <p:nvPr/>
        </p:nvGrpSpPr>
        <p:grpSpPr bwMode="auto">
          <a:xfrm>
            <a:off x="5798344" y="673894"/>
            <a:ext cx="379810" cy="385763"/>
            <a:chOff x="3915" y="593"/>
            <a:chExt cx="343" cy="352"/>
          </a:xfrm>
        </p:grpSpPr>
        <p:grpSp>
          <p:nvGrpSpPr>
            <p:cNvPr id="107654" name="Group 412">
              <a:extLst>
                <a:ext uri="{FF2B5EF4-FFF2-40B4-BE49-F238E27FC236}">
                  <a16:creationId xmlns:a16="http://schemas.microsoft.com/office/drawing/2014/main" id="{0C96B07C-B251-3F4E-AC62-FED4F9141EBF}"/>
                </a:ext>
              </a:extLst>
            </p:cNvPr>
            <p:cNvGrpSpPr>
              <a:grpSpLocks/>
            </p:cNvGrpSpPr>
            <p:nvPr/>
          </p:nvGrpSpPr>
          <p:grpSpPr bwMode="auto">
            <a:xfrm>
              <a:off x="3924" y="599"/>
              <a:ext cx="334" cy="346"/>
              <a:chOff x="3924" y="599"/>
              <a:chExt cx="334" cy="346"/>
            </a:xfrm>
          </p:grpSpPr>
          <p:sp>
            <p:nvSpPr>
              <p:cNvPr id="107668" name="Freeform 413">
                <a:extLst>
                  <a:ext uri="{FF2B5EF4-FFF2-40B4-BE49-F238E27FC236}">
                    <a16:creationId xmlns:a16="http://schemas.microsoft.com/office/drawing/2014/main" id="{FDCF1D92-3547-F44A-B357-B6CB7492260A}"/>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69" name="Freeform 414">
                <a:extLst>
                  <a:ext uri="{FF2B5EF4-FFF2-40B4-BE49-F238E27FC236}">
                    <a16:creationId xmlns:a16="http://schemas.microsoft.com/office/drawing/2014/main" id="{3EBAC274-9A5C-8148-B5B5-7DB5048C743A}"/>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70" name="Freeform 415">
                <a:extLst>
                  <a:ext uri="{FF2B5EF4-FFF2-40B4-BE49-F238E27FC236}">
                    <a16:creationId xmlns:a16="http://schemas.microsoft.com/office/drawing/2014/main" id="{962205CA-2386-9547-82C7-EAAE87243F91}"/>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71" name="Freeform 416">
                <a:extLst>
                  <a:ext uri="{FF2B5EF4-FFF2-40B4-BE49-F238E27FC236}">
                    <a16:creationId xmlns:a16="http://schemas.microsoft.com/office/drawing/2014/main" id="{A53898B8-0239-634E-9267-EE7E8DA7C4DC}"/>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72" name="Rectangle 417">
                <a:extLst>
                  <a:ext uri="{FF2B5EF4-FFF2-40B4-BE49-F238E27FC236}">
                    <a16:creationId xmlns:a16="http://schemas.microsoft.com/office/drawing/2014/main" id="{A26FA483-F19B-7C43-93BC-758101DD607F}"/>
                  </a:ext>
                </a:extLst>
              </p:cNvPr>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73" name="Rectangle 418">
                <a:extLst>
                  <a:ext uri="{FF2B5EF4-FFF2-40B4-BE49-F238E27FC236}">
                    <a16:creationId xmlns:a16="http://schemas.microsoft.com/office/drawing/2014/main" id="{9ACA6CCF-C9DF-8B45-B5E1-E8F7CC051F8B}"/>
                  </a:ext>
                </a:extLst>
              </p:cNvPr>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74" name="Rectangle 419">
                <a:extLst>
                  <a:ext uri="{FF2B5EF4-FFF2-40B4-BE49-F238E27FC236}">
                    <a16:creationId xmlns:a16="http://schemas.microsoft.com/office/drawing/2014/main" id="{3636EB50-F782-1644-8506-CD13DD4E4ED8}"/>
                  </a:ext>
                </a:extLst>
              </p:cNvPr>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75" name="Line 420">
                <a:extLst>
                  <a:ext uri="{FF2B5EF4-FFF2-40B4-BE49-F238E27FC236}">
                    <a16:creationId xmlns:a16="http://schemas.microsoft.com/office/drawing/2014/main" id="{1C876AF8-16F2-4A43-9E7F-664B66F98DE6}"/>
                  </a:ext>
                </a:extLst>
              </p:cNvPr>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676" name="Group 421">
                <a:extLst>
                  <a:ext uri="{FF2B5EF4-FFF2-40B4-BE49-F238E27FC236}">
                    <a16:creationId xmlns:a16="http://schemas.microsoft.com/office/drawing/2014/main" id="{276657F4-6DA8-B44E-A417-48D48E7CCFB8}"/>
                  </a:ext>
                </a:extLst>
              </p:cNvPr>
              <p:cNvGrpSpPr>
                <a:grpSpLocks/>
              </p:cNvGrpSpPr>
              <p:nvPr/>
            </p:nvGrpSpPr>
            <p:grpSpPr bwMode="auto">
              <a:xfrm>
                <a:off x="3924" y="895"/>
                <a:ext cx="334" cy="50"/>
                <a:chOff x="3924" y="895"/>
                <a:chExt cx="334" cy="50"/>
              </a:xfrm>
            </p:grpSpPr>
            <p:sp>
              <p:nvSpPr>
                <p:cNvPr id="107677" name="Freeform 422">
                  <a:extLst>
                    <a:ext uri="{FF2B5EF4-FFF2-40B4-BE49-F238E27FC236}">
                      <a16:creationId xmlns:a16="http://schemas.microsoft.com/office/drawing/2014/main" id="{81D44E68-A5D3-5548-BB74-1354233F0410}"/>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78" name="Freeform 423">
                  <a:extLst>
                    <a:ext uri="{FF2B5EF4-FFF2-40B4-BE49-F238E27FC236}">
                      <a16:creationId xmlns:a16="http://schemas.microsoft.com/office/drawing/2014/main" id="{6EDA1F70-A67A-5043-A893-17B583AA10DA}"/>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79" name="Rectangle 424">
                  <a:extLst>
                    <a:ext uri="{FF2B5EF4-FFF2-40B4-BE49-F238E27FC236}">
                      <a16:creationId xmlns:a16="http://schemas.microsoft.com/office/drawing/2014/main" id="{11B4BA71-8CCB-0743-9A38-6B565148DB96}"/>
                    </a:ext>
                  </a:extLst>
                </p:cNvPr>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7655" name="Group 425">
              <a:extLst>
                <a:ext uri="{FF2B5EF4-FFF2-40B4-BE49-F238E27FC236}">
                  <a16:creationId xmlns:a16="http://schemas.microsoft.com/office/drawing/2014/main" id="{6C4C457B-9710-3C49-8E53-A4ABFA894968}"/>
                </a:ext>
              </a:extLst>
            </p:cNvPr>
            <p:cNvGrpSpPr>
              <a:grpSpLocks/>
            </p:cNvGrpSpPr>
            <p:nvPr/>
          </p:nvGrpSpPr>
          <p:grpSpPr bwMode="auto">
            <a:xfrm>
              <a:off x="3915" y="593"/>
              <a:ext cx="335" cy="346"/>
              <a:chOff x="3915" y="593"/>
              <a:chExt cx="335" cy="346"/>
            </a:xfrm>
          </p:grpSpPr>
          <p:sp>
            <p:nvSpPr>
              <p:cNvPr id="107656" name="Freeform 426">
                <a:extLst>
                  <a:ext uri="{FF2B5EF4-FFF2-40B4-BE49-F238E27FC236}">
                    <a16:creationId xmlns:a16="http://schemas.microsoft.com/office/drawing/2014/main" id="{07B76823-C757-E943-B935-931703B2FC41}"/>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57" name="Freeform 427">
                <a:extLst>
                  <a:ext uri="{FF2B5EF4-FFF2-40B4-BE49-F238E27FC236}">
                    <a16:creationId xmlns:a16="http://schemas.microsoft.com/office/drawing/2014/main" id="{EF77D850-94F8-0143-AEF1-30EE8B7644F9}"/>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58" name="Freeform 428">
                <a:extLst>
                  <a:ext uri="{FF2B5EF4-FFF2-40B4-BE49-F238E27FC236}">
                    <a16:creationId xmlns:a16="http://schemas.microsoft.com/office/drawing/2014/main" id="{025E2DE0-E338-6C42-8BB0-DE71BE5593F4}"/>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59" name="Freeform 429">
                <a:extLst>
                  <a:ext uri="{FF2B5EF4-FFF2-40B4-BE49-F238E27FC236}">
                    <a16:creationId xmlns:a16="http://schemas.microsoft.com/office/drawing/2014/main" id="{23285A2F-6593-A941-9EAC-6F11FEBA0366}"/>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60" name="Rectangle 430">
                <a:extLst>
                  <a:ext uri="{FF2B5EF4-FFF2-40B4-BE49-F238E27FC236}">
                    <a16:creationId xmlns:a16="http://schemas.microsoft.com/office/drawing/2014/main" id="{318E495A-1B8A-F74F-99C1-CF08C773019E}"/>
                  </a:ext>
                </a:extLst>
              </p:cNvPr>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61" name="Rectangle 431">
                <a:extLst>
                  <a:ext uri="{FF2B5EF4-FFF2-40B4-BE49-F238E27FC236}">
                    <a16:creationId xmlns:a16="http://schemas.microsoft.com/office/drawing/2014/main" id="{D5413CA5-A44F-8B41-A325-483EC8321BDB}"/>
                  </a:ext>
                </a:extLst>
              </p:cNvPr>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62" name="Rectangle 432">
                <a:extLst>
                  <a:ext uri="{FF2B5EF4-FFF2-40B4-BE49-F238E27FC236}">
                    <a16:creationId xmlns:a16="http://schemas.microsoft.com/office/drawing/2014/main" id="{F4FB1142-D13F-1C40-82D2-7DC0F9FFF215}"/>
                  </a:ext>
                </a:extLst>
              </p:cNvPr>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63" name="Line 433">
                <a:extLst>
                  <a:ext uri="{FF2B5EF4-FFF2-40B4-BE49-F238E27FC236}">
                    <a16:creationId xmlns:a16="http://schemas.microsoft.com/office/drawing/2014/main" id="{46A08233-119B-8B4E-B889-254008032F3E}"/>
                  </a:ext>
                </a:extLst>
              </p:cNvPr>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664" name="Group 434">
                <a:extLst>
                  <a:ext uri="{FF2B5EF4-FFF2-40B4-BE49-F238E27FC236}">
                    <a16:creationId xmlns:a16="http://schemas.microsoft.com/office/drawing/2014/main" id="{4B07DB75-C51F-2D42-8A99-EDC27C50E0DB}"/>
                  </a:ext>
                </a:extLst>
              </p:cNvPr>
              <p:cNvGrpSpPr>
                <a:grpSpLocks/>
              </p:cNvGrpSpPr>
              <p:nvPr/>
            </p:nvGrpSpPr>
            <p:grpSpPr bwMode="auto">
              <a:xfrm>
                <a:off x="3915" y="888"/>
                <a:ext cx="335" cy="51"/>
                <a:chOff x="3915" y="888"/>
                <a:chExt cx="335" cy="51"/>
              </a:xfrm>
            </p:grpSpPr>
            <p:sp>
              <p:nvSpPr>
                <p:cNvPr id="107665" name="Freeform 435">
                  <a:extLst>
                    <a:ext uri="{FF2B5EF4-FFF2-40B4-BE49-F238E27FC236}">
                      <a16:creationId xmlns:a16="http://schemas.microsoft.com/office/drawing/2014/main" id="{BBC20469-7DA1-DC45-80ED-6367C2C220EC}"/>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66" name="Freeform 436">
                  <a:extLst>
                    <a:ext uri="{FF2B5EF4-FFF2-40B4-BE49-F238E27FC236}">
                      <a16:creationId xmlns:a16="http://schemas.microsoft.com/office/drawing/2014/main" id="{77EF1A9E-A2AC-5341-9A59-DB16F58C622B}"/>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67" name="Rectangle 437">
                  <a:extLst>
                    <a:ext uri="{FF2B5EF4-FFF2-40B4-BE49-F238E27FC236}">
                      <a16:creationId xmlns:a16="http://schemas.microsoft.com/office/drawing/2014/main" id="{E6DCD3E2-DE48-CC48-B128-87FE6CBF3868}"/>
                    </a:ext>
                  </a:extLst>
                </p:cNvPr>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446910" name="Group 446">
            <a:extLst>
              <a:ext uri="{FF2B5EF4-FFF2-40B4-BE49-F238E27FC236}">
                <a16:creationId xmlns:a16="http://schemas.microsoft.com/office/drawing/2014/main" id="{50F8A1BB-427E-8A45-9534-719733FB6B25}"/>
              </a:ext>
            </a:extLst>
          </p:cNvPr>
          <p:cNvGrpSpPr>
            <a:grpSpLocks/>
          </p:cNvGrpSpPr>
          <p:nvPr/>
        </p:nvGrpSpPr>
        <p:grpSpPr bwMode="auto">
          <a:xfrm>
            <a:off x="1422798" y="2558653"/>
            <a:ext cx="1577578" cy="1281113"/>
            <a:chOff x="235" y="2149"/>
            <a:chExt cx="1325" cy="1076"/>
          </a:xfrm>
        </p:grpSpPr>
        <p:sp>
          <p:nvSpPr>
            <p:cNvPr id="107651" name="Line 440">
              <a:extLst>
                <a:ext uri="{FF2B5EF4-FFF2-40B4-BE49-F238E27FC236}">
                  <a16:creationId xmlns:a16="http://schemas.microsoft.com/office/drawing/2014/main" id="{8C464B53-E9FB-0248-A8CC-D9F57D0B0AA4}"/>
                </a:ext>
              </a:extLst>
            </p:cNvPr>
            <p:cNvSpPr>
              <a:spLocks noChangeShapeType="1"/>
            </p:cNvSpPr>
            <p:nvPr/>
          </p:nvSpPr>
          <p:spPr bwMode="auto">
            <a:xfrm>
              <a:off x="235" y="2149"/>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52" name="Line 443">
              <a:extLst>
                <a:ext uri="{FF2B5EF4-FFF2-40B4-BE49-F238E27FC236}">
                  <a16:creationId xmlns:a16="http://schemas.microsoft.com/office/drawing/2014/main" id="{0E58E365-A00A-7D4D-B6EB-994F3B21EBFF}"/>
                </a:ext>
              </a:extLst>
            </p:cNvPr>
            <p:cNvSpPr>
              <a:spLocks noChangeShapeType="1"/>
            </p:cNvSpPr>
            <p:nvPr/>
          </p:nvSpPr>
          <p:spPr bwMode="auto">
            <a:xfrm>
              <a:off x="246" y="2841"/>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53" name="Line 445">
              <a:extLst>
                <a:ext uri="{FF2B5EF4-FFF2-40B4-BE49-F238E27FC236}">
                  <a16:creationId xmlns:a16="http://schemas.microsoft.com/office/drawing/2014/main" id="{8BF27CCB-705B-B44A-80F4-F3698610C356}"/>
                </a:ext>
              </a:extLst>
            </p:cNvPr>
            <p:cNvSpPr>
              <a:spLocks noChangeShapeType="1"/>
            </p:cNvSpPr>
            <p:nvPr/>
          </p:nvSpPr>
          <p:spPr bwMode="auto">
            <a:xfrm>
              <a:off x="1015" y="3225"/>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7650" name="幻灯片编号占位符 1">
            <a:extLst>
              <a:ext uri="{FF2B5EF4-FFF2-40B4-BE49-F238E27FC236}">
                <a16:creationId xmlns:a16="http://schemas.microsoft.com/office/drawing/2014/main" id="{C21B0114-DC0C-4B42-A530-27F1F0D977E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35F3454-AC48-A949-8132-F2C68D15703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44" name="Text Box 441">
            <a:extLst>
              <a:ext uri="{FF2B5EF4-FFF2-40B4-BE49-F238E27FC236}">
                <a16:creationId xmlns:a16="http://schemas.microsoft.com/office/drawing/2014/main" id="{0EB26994-5A8F-2C4D-8599-42CEF5704A6F}"/>
              </a:ext>
            </a:extLst>
          </p:cNvPr>
          <p:cNvSpPr txBox="1">
            <a:spLocks noChangeArrowheads="1"/>
          </p:cNvSpPr>
          <p:nvPr/>
        </p:nvSpPr>
        <p:spPr bwMode="auto">
          <a:xfrm>
            <a:off x="1221700" y="211455"/>
            <a:ext cx="6760131" cy="738664"/>
          </a:xfrm>
          <a:prstGeom prst="rect">
            <a:avLst/>
          </a:prstGeom>
          <a:solidFill>
            <a:srgbClr val="FFFF99"/>
          </a:solidFill>
          <a:ln w="9525">
            <a:solidFill>
              <a:schemeClr val="tx2"/>
            </a:solidFill>
            <a:miter lim="800000"/>
            <a:headEnd/>
            <a:tailEnd/>
          </a:ln>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在同一个局域网上的主机或路由器的</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地址中的网络号必须是一样的。图中的网络号就是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地址中的 </a:t>
            </a:r>
            <a:r>
              <a:rPr lang="en-US" altLang="zh-CN" sz="2100" dirty="0">
                <a:latin typeface="Arial" panose="020B0604020202020204" pitchFamily="34" charset="0"/>
                <a:ea typeface="宋体" panose="02010600030101010101" pitchFamily="2" charset="-122"/>
                <a:cs typeface="黑体" panose="02010609060101010101" pitchFamily="49" charset="-122"/>
              </a:rPr>
              <a:t>net-id</a:t>
            </a:r>
          </a:p>
        </p:txBody>
      </p:sp>
    </p:spTree>
    <p:extLst>
      <p:ext uri="{BB962C8B-B14F-4D97-AF65-F5344CB8AC3E}">
        <p14:creationId xmlns:p14="http://schemas.microsoft.com/office/powerpoint/2010/main" val="51047012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0"/>
                                          </p:stCondLst>
                                        </p:cTn>
                                        <p:tgtEl>
                                          <p:spTgt spid="446910"/>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nodeType="afterEffect">
                                  <p:stCondLst>
                                    <p:cond delay="500"/>
                                  </p:stCondLst>
                                  <p:childTnLst>
                                    <p:anim calcmode="discrete" valueType="str">
                                      <p:cBhvr>
                                        <p:cTn id="9" dur="1000" fill="hold"/>
                                        <p:tgtEl>
                                          <p:spTgt spid="446910"/>
                                        </p:tgtEl>
                                        <p:attrNameLst>
                                          <p:attrName>style.visibility</p:attrName>
                                        </p:attrNameLst>
                                      </p:cBhvr>
                                      <p:tavLst>
                                        <p:tav tm="0">
                                          <p:val>
                                            <p:strVal val="hidden"/>
                                          </p:val>
                                        </p:tav>
                                        <p:tav tm="50000">
                                          <p:val>
                                            <p:strVal val="visible"/>
                                          </p:val>
                                        </p:tav>
                                      </p:tavLst>
                                    </p:anim>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44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4" grpId="0" animBg="1"/>
    </p:bldLst>
  </p:timing>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9569" name="AutoShape 2">
            <a:extLst>
              <a:ext uri="{FF2B5EF4-FFF2-40B4-BE49-F238E27FC236}">
                <a16:creationId xmlns:a16="http://schemas.microsoft.com/office/drawing/2014/main" id="{C8F70ADF-62E2-8844-9CC4-62AC8A8BE664}"/>
              </a:ext>
            </a:extLst>
          </p:cNvPr>
          <p:cNvSpPr>
            <a:spLocks noChangeArrowheads="1"/>
          </p:cNvSpPr>
          <p:nvPr/>
        </p:nvSpPr>
        <p:spPr bwMode="auto">
          <a:xfrm>
            <a:off x="2156222" y="1345407"/>
            <a:ext cx="4891088" cy="2926556"/>
          </a:xfrm>
          <a:prstGeom prst="roundRect">
            <a:avLst>
              <a:gd name="adj" fmla="val 24787"/>
            </a:avLst>
          </a:prstGeom>
          <a:solidFill>
            <a:srgbClr val="CCECFF"/>
          </a:solidFill>
          <a:ln w="9525">
            <a:solidFill>
              <a:schemeClr val="tx1"/>
            </a:solidFill>
            <a:prstDash val="dash"/>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09570" name="Rectangle 3">
            <a:extLst>
              <a:ext uri="{FF2B5EF4-FFF2-40B4-BE49-F238E27FC236}">
                <a16:creationId xmlns:a16="http://schemas.microsoft.com/office/drawing/2014/main" id="{29E13ECA-CD5B-6347-8515-EB9BF0B70DC1}"/>
              </a:ext>
            </a:extLst>
          </p:cNvPr>
          <p:cNvSpPr>
            <a:spLocks noGrp="1" noChangeArrowheads="1"/>
          </p:cNvSpPr>
          <p:nvPr>
            <p:ph type="title"/>
          </p:nvPr>
        </p:nvSpPr>
        <p:spPr>
          <a:xfrm>
            <a:off x="1709737" y="86916"/>
            <a:ext cx="5844779" cy="521494"/>
          </a:xfrm>
        </p:spPr>
        <p:txBody>
          <a:bodyPr/>
          <a:lstStyle/>
          <a:p>
            <a:pPr algn="ctr" eaLnBrk="1" hangingPunct="1"/>
            <a:r>
              <a:rPr lang="zh-CN" altLang="en-US" sz="2700">
                <a:ea typeface="宋体" panose="02010600030101010101" pitchFamily="2" charset="-122"/>
              </a:rPr>
              <a:t>互联网中的 </a:t>
            </a:r>
            <a:r>
              <a:rPr lang="en-US" altLang="zh-CN" sz="2700">
                <a:ea typeface="宋体" panose="02010600030101010101" pitchFamily="2" charset="-122"/>
              </a:rPr>
              <a:t>IP </a:t>
            </a:r>
            <a:r>
              <a:rPr lang="zh-CN" altLang="en-US" sz="2700">
                <a:ea typeface="宋体" panose="02010600030101010101" pitchFamily="2" charset="-122"/>
              </a:rPr>
              <a:t>地址 </a:t>
            </a:r>
          </a:p>
        </p:txBody>
      </p:sp>
      <p:sp>
        <p:nvSpPr>
          <p:cNvPr id="109571" name="Freeform 4">
            <a:extLst>
              <a:ext uri="{FF2B5EF4-FFF2-40B4-BE49-F238E27FC236}">
                <a16:creationId xmlns:a16="http://schemas.microsoft.com/office/drawing/2014/main" id="{5CDC6928-D1E0-BE4E-B3A0-02EC8451F836}"/>
              </a:ext>
            </a:extLst>
          </p:cNvPr>
          <p:cNvSpPr>
            <a:spLocks/>
          </p:cNvSpPr>
          <p:nvPr/>
        </p:nvSpPr>
        <p:spPr bwMode="auto">
          <a:xfrm>
            <a:off x="3434954" y="1903810"/>
            <a:ext cx="3592115" cy="2377678"/>
          </a:xfrm>
          <a:custGeom>
            <a:avLst/>
            <a:gdLst>
              <a:gd name="T0" fmla="*/ 2147483646 w 3246"/>
              <a:gd name="T1" fmla="*/ 2147483646 h 2165"/>
              <a:gd name="T2" fmla="*/ 2147483646 w 3246"/>
              <a:gd name="T3" fmla="*/ 2147483646 h 2165"/>
              <a:gd name="T4" fmla="*/ 2147483646 w 3246"/>
              <a:gd name="T5" fmla="*/ 2147483646 h 2165"/>
              <a:gd name="T6" fmla="*/ 2147483646 w 3246"/>
              <a:gd name="T7" fmla="*/ 2147483646 h 2165"/>
              <a:gd name="T8" fmla="*/ 2147483646 w 3246"/>
              <a:gd name="T9" fmla="*/ 2147483646 h 2165"/>
              <a:gd name="T10" fmla="*/ 2147483646 w 3246"/>
              <a:gd name="T11" fmla="*/ 2147483646 h 2165"/>
              <a:gd name="T12" fmla="*/ 2147483646 w 3246"/>
              <a:gd name="T13" fmla="*/ 2147483646 h 2165"/>
              <a:gd name="T14" fmla="*/ 2147483646 w 3246"/>
              <a:gd name="T15" fmla="*/ 2147483646 h 2165"/>
              <a:gd name="T16" fmla="*/ 2147483646 w 3246"/>
              <a:gd name="T17" fmla="*/ 2147483646 h 2165"/>
              <a:gd name="T18" fmla="*/ 2147483646 w 3246"/>
              <a:gd name="T19" fmla="*/ 2147483646 h 2165"/>
              <a:gd name="T20" fmla="*/ 2147483646 w 3246"/>
              <a:gd name="T21" fmla="*/ 2147483646 h 2165"/>
              <a:gd name="T22" fmla="*/ 2147483646 w 3246"/>
              <a:gd name="T23" fmla="*/ 2147483646 h 2165"/>
              <a:gd name="T24" fmla="*/ 2147483646 w 3246"/>
              <a:gd name="T25" fmla="*/ 2147483646 h 2165"/>
              <a:gd name="T26" fmla="*/ 2147483646 w 3246"/>
              <a:gd name="T27" fmla="*/ 2147483646 h 2165"/>
              <a:gd name="T28" fmla="*/ 2147483646 w 3246"/>
              <a:gd name="T29" fmla="*/ 2147483646 h 2165"/>
              <a:gd name="T30" fmla="*/ 2147483646 w 3246"/>
              <a:gd name="T31" fmla="*/ 2147483646 h 2165"/>
              <a:gd name="T32" fmla="*/ 2147483646 w 3246"/>
              <a:gd name="T33" fmla="*/ 2147483646 h 2165"/>
              <a:gd name="T34" fmla="*/ 2147483646 w 3246"/>
              <a:gd name="T35" fmla="*/ 2147483646 h 2165"/>
              <a:gd name="T36" fmla="*/ 2147483646 w 3246"/>
              <a:gd name="T37" fmla="*/ 2147483646 h 2165"/>
              <a:gd name="T38" fmla="*/ 2147483646 w 3246"/>
              <a:gd name="T39" fmla="*/ 2147483646 h 2165"/>
              <a:gd name="T40" fmla="*/ 2147483646 w 3246"/>
              <a:gd name="T41" fmla="*/ 0 h 2165"/>
              <a:gd name="T42" fmla="*/ 2147483646 w 3246"/>
              <a:gd name="T43" fmla="*/ 2147483646 h 2165"/>
              <a:gd name="T44" fmla="*/ 2147483646 w 3246"/>
              <a:gd name="T45" fmla="*/ 2147483646 h 2165"/>
              <a:gd name="T46" fmla="*/ 2147483646 w 3246"/>
              <a:gd name="T47" fmla="*/ 2147483646 h 2165"/>
              <a:gd name="T48" fmla="*/ 2147483646 w 3246"/>
              <a:gd name="T49" fmla="*/ 2147483646 h 2165"/>
              <a:gd name="T50" fmla="*/ 2147483646 w 3246"/>
              <a:gd name="T51" fmla="*/ 2147483646 h 2165"/>
              <a:gd name="T52" fmla="*/ 2147483646 w 3246"/>
              <a:gd name="T53" fmla="*/ 2147483646 h 2165"/>
              <a:gd name="T54" fmla="*/ 2147483646 w 3246"/>
              <a:gd name="T55" fmla="*/ 2147483646 h 2165"/>
              <a:gd name="T56" fmla="*/ 2147483646 w 3246"/>
              <a:gd name="T57" fmla="*/ 2147483646 h 2165"/>
              <a:gd name="T58" fmla="*/ 2147483646 w 3246"/>
              <a:gd name="T59" fmla="*/ 2147483646 h 2165"/>
              <a:gd name="T60" fmla="*/ 2147483646 w 3246"/>
              <a:gd name="T61" fmla="*/ 2147483646 h 2165"/>
              <a:gd name="T62" fmla="*/ 2147483646 w 3246"/>
              <a:gd name="T63" fmla="*/ 2147483646 h 2165"/>
              <a:gd name="T64" fmla="*/ 2147483646 w 3246"/>
              <a:gd name="T65" fmla="*/ 2147483646 h 2165"/>
              <a:gd name="T66" fmla="*/ 2147483646 w 3246"/>
              <a:gd name="T67" fmla="*/ 2147483646 h 2165"/>
              <a:gd name="T68" fmla="*/ 2147483646 w 3246"/>
              <a:gd name="T69" fmla="*/ 2147483646 h 2165"/>
              <a:gd name="T70" fmla="*/ 2147483646 w 3246"/>
              <a:gd name="T71" fmla="*/ 2147483646 h 2165"/>
              <a:gd name="T72" fmla="*/ 2147483646 w 3246"/>
              <a:gd name="T73" fmla="*/ 2147483646 h 2165"/>
              <a:gd name="T74" fmla="*/ 2147483646 w 3246"/>
              <a:gd name="T75" fmla="*/ 2147483646 h 2165"/>
              <a:gd name="T76" fmla="*/ 2147483646 w 3246"/>
              <a:gd name="T77" fmla="*/ 2147483646 h 2165"/>
              <a:gd name="T78" fmla="*/ 2147483646 w 3246"/>
              <a:gd name="T79" fmla="*/ 2147483646 h 2165"/>
              <a:gd name="T80" fmla="*/ 2147483646 w 3246"/>
              <a:gd name="T81" fmla="*/ 2147483646 h 2165"/>
              <a:gd name="T82" fmla="*/ 0 w 3246"/>
              <a:gd name="T83" fmla="*/ 2147483646 h 2165"/>
              <a:gd name="T84" fmla="*/ 2147483646 w 3246"/>
              <a:gd name="T85" fmla="*/ 2147483646 h 2165"/>
              <a:gd name="T86" fmla="*/ 2147483646 w 3246"/>
              <a:gd name="T87" fmla="*/ 2147483646 h 2165"/>
              <a:gd name="T88" fmla="*/ 2147483646 w 3246"/>
              <a:gd name="T89" fmla="*/ 2147483646 h 2165"/>
              <a:gd name="T90" fmla="*/ 2147483646 w 3246"/>
              <a:gd name="T91" fmla="*/ 2147483646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572" name="Line 5">
            <a:extLst>
              <a:ext uri="{FF2B5EF4-FFF2-40B4-BE49-F238E27FC236}">
                <a16:creationId xmlns:a16="http://schemas.microsoft.com/office/drawing/2014/main" id="{D0D395CE-1283-1348-BC0C-A90B7E1ABDDC}"/>
              </a:ext>
            </a:extLst>
          </p:cNvPr>
          <p:cNvSpPr>
            <a:spLocks noChangeShapeType="1"/>
          </p:cNvSpPr>
          <p:nvPr/>
        </p:nvSpPr>
        <p:spPr bwMode="auto">
          <a:xfrm>
            <a:off x="4801791" y="4069557"/>
            <a:ext cx="0" cy="6417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73" name="Line 6">
            <a:extLst>
              <a:ext uri="{FF2B5EF4-FFF2-40B4-BE49-F238E27FC236}">
                <a16:creationId xmlns:a16="http://schemas.microsoft.com/office/drawing/2014/main" id="{73E6B4F4-3A8B-8940-886D-7408CC37C18D}"/>
              </a:ext>
            </a:extLst>
          </p:cNvPr>
          <p:cNvSpPr>
            <a:spLocks noChangeShapeType="1"/>
          </p:cNvSpPr>
          <p:nvPr/>
        </p:nvSpPr>
        <p:spPr bwMode="auto">
          <a:xfrm>
            <a:off x="3873104" y="4052888"/>
            <a:ext cx="0" cy="63936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74" name="Freeform 7">
            <a:extLst>
              <a:ext uri="{FF2B5EF4-FFF2-40B4-BE49-F238E27FC236}">
                <a16:creationId xmlns:a16="http://schemas.microsoft.com/office/drawing/2014/main" id="{E10B19A8-7E4B-7E41-93ED-16684282B003}"/>
              </a:ext>
            </a:extLst>
          </p:cNvPr>
          <p:cNvSpPr>
            <a:spLocks/>
          </p:cNvSpPr>
          <p:nvPr/>
        </p:nvSpPr>
        <p:spPr bwMode="auto">
          <a:xfrm>
            <a:off x="5042298" y="3894535"/>
            <a:ext cx="1858565" cy="158353"/>
          </a:xfrm>
          <a:custGeom>
            <a:avLst/>
            <a:gdLst>
              <a:gd name="T0" fmla="*/ 0 w 1680"/>
              <a:gd name="T1" fmla="*/ 2147483646 h 192"/>
              <a:gd name="T2" fmla="*/ 0 w 1680"/>
              <a:gd name="T3" fmla="*/ 0 h 192"/>
              <a:gd name="T4" fmla="*/ 2147483646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9575" name="Freeform 8">
            <a:extLst>
              <a:ext uri="{FF2B5EF4-FFF2-40B4-BE49-F238E27FC236}">
                <a16:creationId xmlns:a16="http://schemas.microsoft.com/office/drawing/2014/main" id="{5F0F3120-75CD-934D-A56F-5DE1307086C8}"/>
              </a:ext>
            </a:extLst>
          </p:cNvPr>
          <p:cNvSpPr>
            <a:spLocks/>
          </p:cNvSpPr>
          <p:nvPr/>
        </p:nvSpPr>
        <p:spPr bwMode="auto">
          <a:xfrm>
            <a:off x="3552826" y="3386138"/>
            <a:ext cx="1259681" cy="191691"/>
          </a:xfrm>
          <a:custGeom>
            <a:avLst/>
            <a:gdLst>
              <a:gd name="T0" fmla="*/ 2147483646 w 1138"/>
              <a:gd name="T1" fmla="*/ 2147483646 h 174"/>
              <a:gd name="T2" fmla="*/ 2147483646 w 1138"/>
              <a:gd name="T3" fmla="*/ 2147483646 h 174"/>
              <a:gd name="T4" fmla="*/ 2147483646 w 1138"/>
              <a:gd name="T5" fmla="*/ 2147483646 h 174"/>
              <a:gd name="T6" fmla="*/ 2147483646 w 1138"/>
              <a:gd name="T7" fmla="*/ 2147483646 h 174"/>
              <a:gd name="T8" fmla="*/ 2147483646 w 1138"/>
              <a:gd name="T9" fmla="*/ 0 h 174"/>
              <a:gd name="T10" fmla="*/ 2147483646 w 1138"/>
              <a:gd name="T11" fmla="*/ 0 h 174"/>
              <a:gd name="T12" fmla="*/ 2147483646 w 1138"/>
              <a:gd name="T13" fmla="*/ 0 h 174"/>
              <a:gd name="T14" fmla="*/ 2147483646 w 1138"/>
              <a:gd name="T15" fmla="*/ 0 h 174"/>
              <a:gd name="T16" fmla="*/ 2147483646 w 1138"/>
              <a:gd name="T17" fmla="*/ 2147483646 h 174"/>
              <a:gd name="T18" fmla="*/ 2147483646 w 1138"/>
              <a:gd name="T19" fmla="*/ 2147483646 h 174"/>
              <a:gd name="T20" fmla="*/ 2147483646 w 1138"/>
              <a:gd name="T21" fmla="*/ 2147483646 h 174"/>
              <a:gd name="T22" fmla="*/ 2147483646 w 1138"/>
              <a:gd name="T23" fmla="*/ 2147483646 h 174"/>
              <a:gd name="T24" fmla="*/ 2147483646 w 1138"/>
              <a:gd name="T25" fmla="*/ 2147483646 h 174"/>
              <a:gd name="T26" fmla="*/ 2147483646 w 1138"/>
              <a:gd name="T27" fmla="*/ 2147483646 h 174"/>
              <a:gd name="T28" fmla="*/ 2147483646 w 1138"/>
              <a:gd name="T29" fmla="*/ 2147483646 h 174"/>
              <a:gd name="T30" fmla="*/ 2147483646 w 1138"/>
              <a:gd name="T31" fmla="*/ 2147483646 h 174"/>
              <a:gd name="T32" fmla="*/ 2147483646 w 1138"/>
              <a:gd name="T33" fmla="*/ 2147483646 h 174"/>
              <a:gd name="T34" fmla="*/ 2147483646 w 1138"/>
              <a:gd name="T35" fmla="*/ 2147483646 h 174"/>
              <a:gd name="T36" fmla="*/ 2147483646 w 1138"/>
              <a:gd name="T37" fmla="*/ 2147483646 h 174"/>
              <a:gd name="T38" fmla="*/ 2147483646 w 1138"/>
              <a:gd name="T39" fmla="*/ 2147483646 h 174"/>
              <a:gd name="T40" fmla="*/ 2147483646 w 1138"/>
              <a:gd name="T41" fmla="*/ 2147483646 h 174"/>
              <a:gd name="T42" fmla="*/ 2147483646 w 1138"/>
              <a:gd name="T43" fmla="*/ 2147483646 h 174"/>
              <a:gd name="T44" fmla="*/ 2147483646 w 1138"/>
              <a:gd name="T45" fmla="*/ 2147483646 h 174"/>
              <a:gd name="T46" fmla="*/ 2147483646 w 1138"/>
              <a:gd name="T47" fmla="*/ 2147483646 h 174"/>
              <a:gd name="T48" fmla="*/ 2147483646 w 1138"/>
              <a:gd name="T49" fmla="*/ 2147483646 h 174"/>
              <a:gd name="T50" fmla="*/ 2147483646 w 1138"/>
              <a:gd name="T51" fmla="*/ 2147483646 h 174"/>
              <a:gd name="T52" fmla="*/ 2147483646 w 1138"/>
              <a:gd name="T53" fmla="*/ 2147483646 h 174"/>
              <a:gd name="T54" fmla="*/ 2147483646 w 1138"/>
              <a:gd name="T55" fmla="*/ 2147483646 h 174"/>
              <a:gd name="T56" fmla="*/ 2147483646 w 1138"/>
              <a:gd name="T57" fmla="*/ 2147483646 h 174"/>
              <a:gd name="T58" fmla="*/ 2147483646 w 1138"/>
              <a:gd name="T59" fmla="*/ 2147483646 h 174"/>
              <a:gd name="T60" fmla="*/ 2147483646 w 1138"/>
              <a:gd name="T61" fmla="*/ 2147483646 h 174"/>
              <a:gd name="T62" fmla="*/ 2147483646 w 1138"/>
              <a:gd name="T63" fmla="*/ 2147483646 h 174"/>
              <a:gd name="T64" fmla="*/ 2147483646 w 1138"/>
              <a:gd name="T65" fmla="*/ 2147483646 h 174"/>
              <a:gd name="T66" fmla="*/ 2147483646 w 1138"/>
              <a:gd name="T67" fmla="*/ 2147483646 h 174"/>
              <a:gd name="T68" fmla="*/ 2147483646 w 1138"/>
              <a:gd name="T69" fmla="*/ 2147483646 h 174"/>
              <a:gd name="T70" fmla="*/ 2147483646 w 1138"/>
              <a:gd name="T71" fmla="*/ 2147483646 h 174"/>
              <a:gd name="T72" fmla="*/ 2147483646 w 1138"/>
              <a:gd name="T73" fmla="*/ 2147483646 h 174"/>
              <a:gd name="T74" fmla="*/ 2147483646 w 1138"/>
              <a:gd name="T75" fmla="*/ 2147483646 h 174"/>
              <a:gd name="T76" fmla="*/ 2147483646 w 1138"/>
              <a:gd name="T77" fmla="*/ 2147483646 h 174"/>
              <a:gd name="T78" fmla="*/ 2147483646 w 1138"/>
              <a:gd name="T79" fmla="*/ 2147483646 h 174"/>
              <a:gd name="T80" fmla="*/ 2147483646 w 1138"/>
              <a:gd name="T81" fmla="*/ 2147483646 h 174"/>
              <a:gd name="T82" fmla="*/ 2147483646 w 1138"/>
              <a:gd name="T83" fmla="*/ 2147483646 h 174"/>
              <a:gd name="T84" fmla="*/ 2147483646 w 1138"/>
              <a:gd name="T85" fmla="*/ 2147483646 h 174"/>
              <a:gd name="T86" fmla="*/ 2147483646 w 1138"/>
              <a:gd name="T87" fmla="*/ 2147483646 h 174"/>
              <a:gd name="T88" fmla="*/ 2147483646 w 1138"/>
              <a:gd name="T89" fmla="*/ 2147483646 h 174"/>
              <a:gd name="T90" fmla="*/ 2147483646 w 1138"/>
              <a:gd name="T91" fmla="*/ 2147483646 h 174"/>
              <a:gd name="T92" fmla="*/ 2147483646 w 1138"/>
              <a:gd name="T93" fmla="*/ 2147483646 h 174"/>
              <a:gd name="T94" fmla="*/ 2147483646 w 1138"/>
              <a:gd name="T95" fmla="*/ 2147483646 h 174"/>
              <a:gd name="T96" fmla="*/ 2147483646 w 1138"/>
              <a:gd name="T97" fmla="*/ 2147483646 h 174"/>
              <a:gd name="T98" fmla="*/ 2147483646 w 1138"/>
              <a:gd name="T99" fmla="*/ 2147483646 h 174"/>
              <a:gd name="T100" fmla="*/ 2147483646 w 1138"/>
              <a:gd name="T101" fmla="*/ 2147483646 h 174"/>
              <a:gd name="T102" fmla="*/ 2147483646 w 1138"/>
              <a:gd name="T103" fmla="*/ 2147483646 h 174"/>
              <a:gd name="T104" fmla="*/ 2147483646 w 1138"/>
              <a:gd name="T105" fmla="*/ 2147483646 h 174"/>
              <a:gd name="T106" fmla="*/ 2147483646 w 1138"/>
              <a:gd name="T107" fmla="*/ 2147483646 h 174"/>
              <a:gd name="T108" fmla="*/ 2147483646 w 1138"/>
              <a:gd name="T109" fmla="*/ 2147483646 h 174"/>
              <a:gd name="T110" fmla="*/ 0 w 1138"/>
              <a:gd name="T111" fmla="*/ 2147483646 h 174"/>
              <a:gd name="T112" fmla="*/ 0 w 1138"/>
              <a:gd name="T113" fmla="*/ 2147483646 h 174"/>
              <a:gd name="T114" fmla="*/ 2147483646 w 1138"/>
              <a:gd name="T115" fmla="*/ 2147483646 h 174"/>
              <a:gd name="T116" fmla="*/ 2147483646 w 1138"/>
              <a:gd name="T117" fmla="*/ 2147483646 h 174"/>
              <a:gd name="T118" fmla="*/ 2147483646 w 1138"/>
              <a:gd name="T119" fmla="*/ 2147483646 h 174"/>
              <a:gd name="T120" fmla="*/ 2147483646 w 1138"/>
              <a:gd name="T121" fmla="*/ 2147483646 h 174"/>
              <a:gd name="T122" fmla="*/ 2147483646 w 1138"/>
              <a:gd name="T123" fmla="*/ 2147483646 h 174"/>
              <a:gd name="T124" fmla="*/ 2147483646 w 1138"/>
              <a:gd name="T125" fmla="*/ 2147483646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576" name="Line 9">
            <a:extLst>
              <a:ext uri="{FF2B5EF4-FFF2-40B4-BE49-F238E27FC236}">
                <a16:creationId xmlns:a16="http://schemas.microsoft.com/office/drawing/2014/main" id="{2282E41F-D812-354C-8252-283759A29697}"/>
              </a:ext>
            </a:extLst>
          </p:cNvPr>
          <p:cNvSpPr>
            <a:spLocks noChangeShapeType="1"/>
          </p:cNvSpPr>
          <p:nvPr/>
        </p:nvSpPr>
        <p:spPr bwMode="auto">
          <a:xfrm>
            <a:off x="3234929" y="3471863"/>
            <a:ext cx="180736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77" name="Freeform 10">
            <a:extLst>
              <a:ext uri="{FF2B5EF4-FFF2-40B4-BE49-F238E27FC236}">
                <a16:creationId xmlns:a16="http://schemas.microsoft.com/office/drawing/2014/main" id="{CFA617E1-0BE2-4646-AB4A-6CE227BF01EF}"/>
              </a:ext>
            </a:extLst>
          </p:cNvPr>
          <p:cNvSpPr>
            <a:spLocks/>
          </p:cNvSpPr>
          <p:nvPr/>
        </p:nvSpPr>
        <p:spPr bwMode="auto">
          <a:xfrm>
            <a:off x="2166938" y="1841897"/>
            <a:ext cx="696516" cy="1775222"/>
          </a:xfrm>
          <a:custGeom>
            <a:avLst/>
            <a:gdLst>
              <a:gd name="T0" fmla="*/ 0 w 630"/>
              <a:gd name="T1" fmla="*/ 2147483646 h 1617"/>
              <a:gd name="T2" fmla="*/ 2147483646 w 630"/>
              <a:gd name="T3" fmla="*/ 2147483646 h 1617"/>
              <a:gd name="T4" fmla="*/ 2147483646 w 630"/>
              <a:gd name="T5" fmla="*/ 0 h 1617"/>
              <a:gd name="T6" fmla="*/ 2147483646 w 630"/>
              <a:gd name="T7" fmla="*/ 2147483646 h 1617"/>
              <a:gd name="T8" fmla="*/ 2147483646 w 630"/>
              <a:gd name="T9" fmla="*/ 2147483646 h 1617"/>
              <a:gd name="T10" fmla="*/ 2147483646 w 630"/>
              <a:gd name="T11" fmla="*/ 2147483646 h 1617"/>
              <a:gd name="T12" fmla="*/ 2147483646 w 630"/>
              <a:gd name="T13" fmla="*/ 2147483646 h 1617"/>
              <a:gd name="T14" fmla="*/ 2147483646 w 630"/>
              <a:gd name="T15" fmla="*/ 2147483646 h 1617"/>
              <a:gd name="T16" fmla="*/ 2147483646 w 630"/>
              <a:gd name="T17" fmla="*/ 2147483646 h 1617"/>
              <a:gd name="T18" fmla="*/ 2147483646 w 630"/>
              <a:gd name="T19" fmla="*/ 2147483646 h 1617"/>
              <a:gd name="T20" fmla="*/ 2147483646 w 630"/>
              <a:gd name="T21" fmla="*/ 2147483646 h 1617"/>
              <a:gd name="T22" fmla="*/ 2147483646 w 630"/>
              <a:gd name="T23" fmla="*/ 2147483646 h 1617"/>
              <a:gd name="T24" fmla="*/ 2147483646 w 630"/>
              <a:gd name="T25" fmla="*/ 2147483646 h 1617"/>
              <a:gd name="T26" fmla="*/ 2147483646 w 630"/>
              <a:gd name="T27" fmla="*/ 2147483646 h 1617"/>
              <a:gd name="T28" fmla="*/ 2147483646 w 630"/>
              <a:gd name="T29" fmla="*/ 2147483646 h 1617"/>
              <a:gd name="T30" fmla="*/ 2147483646 w 630"/>
              <a:gd name="T31" fmla="*/ 2147483646 h 1617"/>
              <a:gd name="T32" fmla="*/ 2147483646 w 630"/>
              <a:gd name="T33" fmla="*/ 2147483646 h 1617"/>
              <a:gd name="T34" fmla="*/ 2147483646 w 630"/>
              <a:gd name="T35" fmla="*/ 2147483646 h 1617"/>
              <a:gd name="T36" fmla="*/ 2147483646 w 630"/>
              <a:gd name="T37" fmla="*/ 2147483646 h 1617"/>
              <a:gd name="T38" fmla="*/ 2147483646 w 630"/>
              <a:gd name="T39" fmla="*/ 2147483646 h 1617"/>
              <a:gd name="T40" fmla="*/ 2147483646 w 630"/>
              <a:gd name="T41" fmla="*/ 2147483646 h 1617"/>
              <a:gd name="T42" fmla="*/ 2147483646 w 630"/>
              <a:gd name="T43" fmla="*/ 2147483646 h 1617"/>
              <a:gd name="T44" fmla="*/ 2147483646 w 630"/>
              <a:gd name="T45" fmla="*/ 2147483646 h 1617"/>
              <a:gd name="T46" fmla="*/ 2147483646 w 630"/>
              <a:gd name="T47" fmla="*/ 2147483646 h 1617"/>
              <a:gd name="T48" fmla="*/ 2147483646 w 630"/>
              <a:gd name="T49" fmla="*/ 2147483646 h 1617"/>
              <a:gd name="T50" fmla="*/ 2147483646 w 630"/>
              <a:gd name="T51" fmla="*/ 2147483646 h 1617"/>
              <a:gd name="T52" fmla="*/ 2147483646 w 630"/>
              <a:gd name="T53" fmla="*/ 2147483646 h 1617"/>
              <a:gd name="T54" fmla="*/ 2147483646 w 630"/>
              <a:gd name="T55" fmla="*/ 2147483646 h 1617"/>
              <a:gd name="T56" fmla="*/ 2147483646 w 630"/>
              <a:gd name="T57" fmla="*/ 2147483646 h 1617"/>
              <a:gd name="T58" fmla="*/ 2147483646 w 630"/>
              <a:gd name="T59" fmla="*/ 2147483646 h 1617"/>
              <a:gd name="T60" fmla="*/ 2147483646 w 630"/>
              <a:gd name="T61" fmla="*/ 2147483646 h 1617"/>
              <a:gd name="T62" fmla="*/ 2147483646 w 630"/>
              <a:gd name="T63" fmla="*/ 2147483646 h 1617"/>
              <a:gd name="T64" fmla="*/ 2147483646 w 630"/>
              <a:gd name="T65" fmla="*/ 2147483646 h 1617"/>
              <a:gd name="T66" fmla="*/ 2147483646 w 630"/>
              <a:gd name="T67" fmla="*/ 2147483646 h 1617"/>
              <a:gd name="T68" fmla="*/ 2147483646 w 630"/>
              <a:gd name="T69" fmla="*/ 2147483646 h 1617"/>
              <a:gd name="T70" fmla="*/ 2147483646 w 630"/>
              <a:gd name="T71" fmla="*/ 2147483646 h 1617"/>
              <a:gd name="T72" fmla="*/ 2147483646 w 630"/>
              <a:gd name="T73" fmla="*/ 2147483646 h 1617"/>
              <a:gd name="T74" fmla="*/ 2147483646 w 630"/>
              <a:gd name="T75" fmla="*/ 2147483646 h 1617"/>
              <a:gd name="T76" fmla="*/ 2147483646 w 630"/>
              <a:gd name="T77" fmla="*/ 2147483646 h 1617"/>
              <a:gd name="T78" fmla="*/ 2147483646 w 630"/>
              <a:gd name="T79" fmla="*/ 2147483646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578" name="Freeform 11">
            <a:extLst>
              <a:ext uri="{FF2B5EF4-FFF2-40B4-BE49-F238E27FC236}">
                <a16:creationId xmlns:a16="http://schemas.microsoft.com/office/drawing/2014/main" id="{090AE1E3-E030-754D-99DA-3EC7141554C0}"/>
              </a:ext>
            </a:extLst>
          </p:cNvPr>
          <p:cNvSpPr>
            <a:spLocks/>
          </p:cNvSpPr>
          <p:nvPr/>
        </p:nvSpPr>
        <p:spPr bwMode="auto">
          <a:xfrm>
            <a:off x="3208735" y="2314575"/>
            <a:ext cx="819150" cy="817960"/>
          </a:xfrm>
          <a:custGeom>
            <a:avLst/>
            <a:gdLst>
              <a:gd name="T0" fmla="*/ 2147483646 w 741"/>
              <a:gd name="T1" fmla="*/ 2147483646 h 744"/>
              <a:gd name="T2" fmla="*/ 2147483646 w 741"/>
              <a:gd name="T3" fmla="*/ 2147483646 h 744"/>
              <a:gd name="T4" fmla="*/ 2147483646 w 741"/>
              <a:gd name="T5" fmla="*/ 2147483646 h 744"/>
              <a:gd name="T6" fmla="*/ 2147483646 w 741"/>
              <a:gd name="T7" fmla="*/ 2147483646 h 744"/>
              <a:gd name="T8" fmla="*/ 2147483646 w 741"/>
              <a:gd name="T9" fmla="*/ 2147483646 h 744"/>
              <a:gd name="T10" fmla="*/ 2147483646 w 741"/>
              <a:gd name="T11" fmla="*/ 2147483646 h 744"/>
              <a:gd name="T12" fmla="*/ 2147483646 w 741"/>
              <a:gd name="T13" fmla="*/ 2147483646 h 744"/>
              <a:gd name="T14" fmla="*/ 2147483646 w 741"/>
              <a:gd name="T15" fmla="*/ 2147483646 h 744"/>
              <a:gd name="T16" fmla="*/ 2147483646 w 741"/>
              <a:gd name="T17" fmla="*/ 2147483646 h 744"/>
              <a:gd name="T18" fmla="*/ 2147483646 w 741"/>
              <a:gd name="T19" fmla="*/ 2147483646 h 744"/>
              <a:gd name="T20" fmla="*/ 2147483646 w 741"/>
              <a:gd name="T21" fmla="*/ 2147483646 h 744"/>
              <a:gd name="T22" fmla="*/ 2147483646 w 741"/>
              <a:gd name="T23" fmla="*/ 2147483646 h 744"/>
              <a:gd name="T24" fmla="*/ 2147483646 w 741"/>
              <a:gd name="T25" fmla="*/ 2147483646 h 744"/>
              <a:gd name="T26" fmla="*/ 2147483646 w 741"/>
              <a:gd name="T27" fmla="*/ 2147483646 h 744"/>
              <a:gd name="T28" fmla="*/ 2147483646 w 741"/>
              <a:gd name="T29" fmla="*/ 2147483646 h 744"/>
              <a:gd name="T30" fmla="*/ 2147483646 w 741"/>
              <a:gd name="T31" fmla="*/ 2147483646 h 744"/>
              <a:gd name="T32" fmla="*/ 2147483646 w 741"/>
              <a:gd name="T33" fmla="*/ 2147483646 h 744"/>
              <a:gd name="T34" fmla="*/ 2147483646 w 741"/>
              <a:gd name="T35" fmla="*/ 2147483646 h 744"/>
              <a:gd name="T36" fmla="*/ 2147483646 w 741"/>
              <a:gd name="T37" fmla="*/ 2147483646 h 744"/>
              <a:gd name="T38" fmla="*/ 2147483646 w 741"/>
              <a:gd name="T39" fmla="*/ 2147483646 h 744"/>
              <a:gd name="T40" fmla="*/ 2147483646 w 741"/>
              <a:gd name="T41" fmla="*/ 2147483646 h 744"/>
              <a:gd name="T42" fmla="*/ 2147483646 w 741"/>
              <a:gd name="T43" fmla="*/ 2147483646 h 744"/>
              <a:gd name="T44" fmla="*/ 2147483646 w 741"/>
              <a:gd name="T45" fmla="*/ 2147483646 h 744"/>
              <a:gd name="T46" fmla="*/ 2147483646 w 741"/>
              <a:gd name="T47" fmla="*/ 2147483646 h 744"/>
              <a:gd name="T48" fmla="*/ 2147483646 w 741"/>
              <a:gd name="T49" fmla="*/ 2147483646 h 744"/>
              <a:gd name="T50" fmla="*/ 2147483646 w 741"/>
              <a:gd name="T51" fmla="*/ 2147483646 h 744"/>
              <a:gd name="T52" fmla="*/ 2147483646 w 741"/>
              <a:gd name="T53" fmla="*/ 2147483646 h 744"/>
              <a:gd name="T54" fmla="*/ 2147483646 w 741"/>
              <a:gd name="T55" fmla="*/ 0 h 744"/>
              <a:gd name="T56" fmla="*/ 2147483646 w 741"/>
              <a:gd name="T57" fmla="*/ 2147483646 h 744"/>
              <a:gd name="T58" fmla="*/ 2147483646 w 741"/>
              <a:gd name="T59" fmla="*/ 2147483646 h 744"/>
              <a:gd name="T60" fmla="*/ 2147483646 w 741"/>
              <a:gd name="T61" fmla="*/ 2147483646 h 744"/>
              <a:gd name="T62" fmla="*/ 2147483646 w 741"/>
              <a:gd name="T63" fmla="*/ 2147483646 h 744"/>
              <a:gd name="T64" fmla="*/ 2147483646 w 741"/>
              <a:gd name="T65" fmla="*/ 2147483646 h 744"/>
              <a:gd name="T66" fmla="*/ 2147483646 w 741"/>
              <a:gd name="T67" fmla="*/ 2147483646 h 744"/>
              <a:gd name="T68" fmla="*/ 2147483646 w 741"/>
              <a:gd name="T69" fmla="*/ 2147483646 h 744"/>
              <a:gd name="T70" fmla="*/ 2147483646 w 741"/>
              <a:gd name="T71" fmla="*/ 2147483646 h 744"/>
              <a:gd name="T72" fmla="*/ 2147483646 w 741"/>
              <a:gd name="T73" fmla="*/ 2147483646 h 744"/>
              <a:gd name="T74" fmla="*/ 2147483646 w 741"/>
              <a:gd name="T75" fmla="*/ 2147483646 h 744"/>
              <a:gd name="T76" fmla="*/ 2147483646 w 741"/>
              <a:gd name="T77" fmla="*/ 2147483646 h 744"/>
              <a:gd name="T78" fmla="*/ 2147483646 w 741"/>
              <a:gd name="T79" fmla="*/ 2147483646 h 744"/>
              <a:gd name="T80" fmla="*/ 2147483646 w 741"/>
              <a:gd name="T81" fmla="*/ 2147483646 h 744"/>
              <a:gd name="T82" fmla="*/ 2147483646 w 741"/>
              <a:gd name="T83" fmla="*/ 2147483646 h 744"/>
              <a:gd name="T84" fmla="*/ 2147483646 w 741"/>
              <a:gd name="T85" fmla="*/ 2147483646 h 744"/>
              <a:gd name="T86" fmla="*/ 0 w 741"/>
              <a:gd name="T87" fmla="*/ 2147483646 h 744"/>
              <a:gd name="T88" fmla="*/ 2147483646 w 741"/>
              <a:gd name="T89" fmla="*/ 2147483646 h 744"/>
              <a:gd name="T90" fmla="*/ 2147483646 w 741"/>
              <a:gd name="T91" fmla="*/ 2147483646 h 744"/>
              <a:gd name="T92" fmla="*/ 2147483646 w 741"/>
              <a:gd name="T93" fmla="*/ 2147483646 h 744"/>
              <a:gd name="T94" fmla="*/ 2147483646 w 741"/>
              <a:gd name="T95" fmla="*/ 2147483646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579" name="Freeform 12">
            <a:extLst>
              <a:ext uri="{FF2B5EF4-FFF2-40B4-BE49-F238E27FC236}">
                <a16:creationId xmlns:a16="http://schemas.microsoft.com/office/drawing/2014/main" id="{6A88F706-B466-AE49-851F-5DAA5C0C2787}"/>
              </a:ext>
            </a:extLst>
          </p:cNvPr>
          <p:cNvSpPr>
            <a:spLocks/>
          </p:cNvSpPr>
          <p:nvPr/>
        </p:nvSpPr>
        <p:spPr bwMode="auto">
          <a:xfrm>
            <a:off x="4411266" y="2311004"/>
            <a:ext cx="728663" cy="915590"/>
          </a:xfrm>
          <a:custGeom>
            <a:avLst/>
            <a:gdLst>
              <a:gd name="T0" fmla="*/ 2147483646 w 657"/>
              <a:gd name="T1" fmla="*/ 2147483646 h 832"/>
              <a:gd name="T2" fmla="*/ 2147483646 w 657"/>
              <a:gd name="T3" fmla="*/ 2147483646 h 832"/>
              <a:gd name="T4" fmla="*/ 2147483646 w 657"/>
              <a:gd name="T5" fmla="*/ 2147483646 h 832"/>
              <a:gd name="T6" fmla="*/ 2147483646 w 657"/>
              <a:gd name="T7" fmla="*/ 2147483646 h 832"/>
              <a:gd name="T8" fmla="*/ 2147483646 w 657"/>
              <a:gd name="T9" fmla="*/ 0 h 832"/>
              <a:gd name="T10" fmla="*/ 2147483646 w 657"/>
              <a:gd name="T11" fmla="*/ 2147483646 h 832"/>
              <a:gd name="T12" fmla="*/ 2147483646 w 657"/>
              <a:gd name="T13" fmla="*/ 2147483646 h 832"/>
              <a:gd name="T14" fmla="*/ 2147483646 w 657"/>
              <a:gd name="T15" fmla="*/ 2147483646 h 832"/>
              <a:gd name="T16" fmla="*/ 2147483646 w 657"/>
              <a:gd name="T17" fmla="*/ 2147483646 h 832"/>
              <a:gd name="T18" fmla="*/ 2147483646 w 657"/>
              <a:gd name="T19" fmla="*/ 2147483646 h 832"/>
              <a:gd name="T20" fmla="*/ 2147483646 w 657"/>
              <a:gd name="T21" fmla="*/ 2147483646 h 832"/>
              <a:gd name="T22" fmla="*/ 2147483646 w 657"/>
              <a:gd name="T23" fmla="*/ 2147483646 h 832"/>
              <a:gd name="T24" fmla="*/ 2147483646 w 657"/>
              <a:gd name="T25" fmla="*/ 2147483646 h 832"/>
              <a:gd name="T26" fmla="*/ 2147483646 w 657"/>
              <a:gd name="T27" fmla="*/ 2147483646 h 832"/>
              <a:gd name="T28" fmla="*/ 2147483646 w 657"/>
              <a:gd name="T29" fmla="*/ 2147483646 h 832"/>
              <a:gd name="T30" fmla="*/ 2147483646 w 657"/>
              <a:gd name="T31" fmla="*/ 2147483646 h 832"/>
              <a:gd name="T32" fmla="*/ 2147483646 w 657"/>
              <a:gd name="T33" fmla="*/ 2147483646 h 832"/>
              <a:gd name="T34" fmla="*/ 2147483646 w 657"/>
              <a:gd name="T35" fmla="*/ 2147483646 h 832"/>
              <a:gd name="T36" fmla="*/ 2147483646 w 657"/>
              <a:gd name="T37" fmla="*/ 2147483646 h 832"/>
              <a:gd name="T38" fmla="*/ 2147483646 w 657"/>
              <a:gd name="T39" fmla="*/ 2147483646 h 832"/>
              <a:gd name="T40" fmla="*/ 2147483646 w 657"/>
              <a:gd name="T41" fmla="*/ 2147483646 h 832"/>
              <a:gd name="T42" fmla="*/ 2147483646 w 657"/>
              <a:gd name="T43" fmla="*/ 2147483646 h 832"/>
              <a:gd name="T44" fmla="*/ 0 w 657"/>
              <a:gd name="T45" fmla="*/ 2147483646 h 832"/>
              <a:gd name="T46" fmla="*/ 2147483646 w 657"/>
              <a:gd name="T47" fmla="*/ 2147483646 h 832"/>
              <a:gd name="T48" fmla="*/ 2147483646 w 657"/>
              <a:gd name="T49" fmla="*/ 2147483646 h 832"/>
              <a:gd name="T50" fmla="*/ 2147483646 w 657"/>
              <a:gd name="T51" fmla="*/ 2147483646 h 832"/>
              <a:gd name="T52" fmla="*/ 2147483646 w 657"/>
              <a:gd name="T53" fmla="*/ 2147483646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580" name="Rectangle 13">
            <a:extLst>
              <a:ext uri="{FF2B5EF4-FFF2-40B4-BE49-F238E27FC236}">
                <a16:creationId xmlns:a16="http://schemas.microsoft.com/office/drawing/2014/main" id="{E5DB96B4-9E6E-324C-BD67-A9901A9FE57E}"/>
              </a:ext>
            </a:extLst>
          </p:cNvPr>
          <p:cNvSpPr>
            <a:spLocks noChangeArrowheads="1"/>
          </p:cNvSpPr>
          <p:nvPr/>
        </p:nvSpPr>
        <p:spPr bwMode="auto">
          <a:xfrm>
            <a:off x="2277667" y="3427810"/>
            <a:ext cx="7739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581" name="Freeform 14">
            <a:extLst>
              <a:ext uri="{FF2B5EF4-FFF2-40B4-BE49-F238E27FC236}">
                <a16:creationId xmlns:a16="http://schemas.microsoft.com/office/drawing/2014/main" id="{31450DB8-8682-2C47-880C-89A96BFAB9CD}"/>
              </a:ext>
            </a:extLst>
          </p:cNvPr>
          <p:cNvSpPr>
            <a:spLocks/>
          </p:cNvSpPr>
          <p:nvPr/>
        </p:nvSpPr>
        <p:spPr bwMode="auto">
          <a:xfrm>
            <a:off x="1852612" y="3025378"/>
            <a:ext cx="425054" cy="22622"/>
          </a:xfrm>
          <a:custGeom>
            <a:avLst/>
            <a:gdLst>
              <a:gd name="T0" fmla="*/ 0 w 386"/>
              <a:gd name="T1" fmla="*/ 2147483646 h 21"/>
              <a:gd name="T2" fmla="*/ 0 w 386"/>
              <a:gd name="T3" fmla="*/ 2147483646 h 21"/>
              <a:gd name="T4" fmla="*/ 2147483646 w 386"/>
              <a:gd name="T5" fmla="*/ 2147483646 h 21"/>
              <a:gd name="T6" fmla="*/ 2147483646 w 386"/>
              <a:gd name="T7" fmla="*/ 0 h 21"/>
              <a:gd name="T8" fmla="*/ 0 w 386"/>
              <a:gd name="T9" fmla="*/ 2147483646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582" name="Rectangle 15">
            <a:extLst>
              <a:ext uri="{FF2B5EF4-FFF2-40B4-BE49-F238E27FC236}">
                <a16:creationId xmlns:a16="http://schemas.microsoft.com/office/drawing/2014/main" id="{66FE28C4-5F93-5A4F-9F73-EBA580EC44B7}"/>
              </a:ext>
            </a:extLst>
          </p:cNvPr>
          <p:cNvSpPr>
            <a:spLocks noChangeArrowheads="1"/>
          </p:cNvSpPr>
          <p:nvPr/>
        </p:nvSpPr>
        <p:spPr bwMode="auto">
          <a:xfrm>
            <a:off x="1852612" y="2197894"/>
            <a:ext cx="425054"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583" name="Freeform 16">
            <a:extLst>
              <a:ext uri="{FF2B5EF4-FFF2-40B4-BE49-F238E27FC236}">
                <a16:creationId xmlns:a16="http://schemas.microsoft.com/office/drawing/2014/main" id="{EAE44E7A-A082-F946-947A-305D8C6544FC}"/>
              </a:ext>
            </a:extLst>
          </p:cNvPr>
          <p:cNvSpPr>
            <a:spLocks/>
          </p:cNvSpPr>
          <p:nvPr/>
        </p:nvSpPr>
        <p:spPr bwMode="auto">
          <a:xfrm>
            <a:off x="2993231" y="2134792"/>
            <a:ext cx="1187054" cy="1229915"/>
          </a:xfrm>
          <a:custGeom>
            <a:avLst/>
            <a:gdLst>
              <a:gd name="T0" fmla="*/ 0 w 945"/>
              <a:gd name="T1" fmla="*/ 2147483646 h 888"/>
              <a:gd name="T2" fmla="*/ 2147483646 w 945"/>
              <a:gd name="T3" fmla="*/ 2147483646 h 888"/>
              <a:gd name="T4" fmla="*/ 2147483646 w 945"/>
              <a:gd name="T5" fmla="*/ 2147483646 h 888"/>
              <a:gd name="T6" fmla="*/ 2147483646 w 945"/>
              <a:gd name="T7" fmla="*/ 0 h 888"/>
              <a:gd name="T8" fmla="*/ 0 w 945"/>
              <a:gd name="T9" fmla="*/ 2147483646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109584" name="Freeform 17">
            <a:extLst>
              <a:ext uri="{FF2B5EF4-FFF2-40B4-BE49-F238E27FC236}">
                <a16:creationId xmlns:a16="http://schemas.microsoft.com/office/drawing/2014/main" id="{44744279-A6B2-4A40-B0CA-B2B1FFE9A7FB}"/>
              </a:ext>
            </a:extLst>
          </p:cNvPr>
          <p:cNvSpPr>
            <a:spLocks/>
          </p:cNvSpPr>
          <p:nvPr/>
        </p:nvSpPr>
        <p:spPr bwMode="auto">
          <a:xfrm>
            <a:off x="2767012" y="1329929"/>
            <a:ext cx="3767138" cy="663178"/>
          </a:xfrm>
          <a:custGeom>
            <a:avLst/>
            <a:gdLst>
              <a:gd name="T0" fmla="*/ 2147483646 w 3403"/>
              <a:gd name="T1" fmla="*/ 2147483646 h 603"/>
              <a:gd name="T2" fmla="*/ 2147483646 w 3403"/>
              <a:gd name="T3" fmla="*/ 0 h 603"/>
              <a:gd name="T4" fmla="*/ 2147483646 w 3403"/>
              <a:gd name="T5" fmla="*/ 2147483646 h 603"/>
              <a:gd name="T6" fmla="*/ 2147483646 w 3403"/>
              <a:gd name="T7" fmla="*/ 2147483646 h 603"/>
              <a:gd name="T8" fmla="*/ 2147483646 w 3403"/>
              <a:gd name="T9" fmla="*/ 2147483646 h 603"/>
              <a:gd name="T10" fmla="*/ 2147483646 w 3403"/>
              <a:gd name="T11" fmla="*/ 2147483646 h 603"/>
              <a:gd name="T12" fmla="*/ 2147483646 w 3403"/>
              <a:gd name="T13" fmla="*/ 2147483646 h 603"/>
              <a:gd name="T14" fmla="*/ 2147483646 w 3403"/>
              <a:gd name="T15" fmla="*/ 2147483646 h 603"/>
              <a:gd name="T16" fmla="*/ 2147483646 w 3403"/>
              <a:gd name="T17" fmla="*/ 2147483646 h 603"/>
              <a:gd name="T18" fmla="*/ 2147483646 w 3403"/>
              <a:gd name="T19" fmla="*/ 2147483646 h 603"/>
              <a:gd name="T20" fmla="*/ 2147483646 w 3403"/>
              <a:gd name="T21" fmla="*/ 2147483646 h 603"/>
              <a:gd name="T22" fmla="*/ 2147483646 w 3403"/>
              <a:gd name="T23" fmla="*/ 2147483646 h 603"/>
              <a:gd name="T24" fmla="*/ 2147483646 w 3403"/>
              <a:gd name="T25" fmla="*/ 2147483646 h 603"/>
              <a:gd name="T26" fmla="*/ 2147483646 w 3403"/>
              <a:gd name="T27" fmla="*/ 2147483646 h 603"/>
              <a:gd name="T28" fmla="*/ 2147483646 w 3403"/>
              <a:gd name="T29" fmla="*/ 2147483646 h 603"/>
              <a:gd name="T30" fmla="*/ 2147483646 w 3403"/>
              <a:gd name="T31" fmla="*/ 2147483646 h 603"/>
              <a:gd name="T32" fmla="*/ 2147483646 w 3403"/>
              <a:gd name="T33" fmla="*/ 2147483646 h 603"/>
              <a:gd name="T34" fmla="*/ 2147483646 w 3403"/>
              <a:gd name="T35" fmla="*/ 2147483646 h 603"/>
              <a:gd name="T36" fmla="*/ 2147483646 w 3403"/>
              <a:gd name="T37" fmla="*/ 2147483646 h 603"/>
              <a:gd name="T38" fmla="*/ 2147483646 w 3403"/>
              <a:gd name="T39" fmla="*/ 2147483646 h 603"/>
              <a:gd name="T40" fmla="*/ 2147483646 w 3403"/>
              <a:gd name="T41" fmla="*/ 2147483646 h 603"/>
              <a:gd name="T42" fmla="*/ 2147483646 w 3403"/>
              <a:gd name="T43" fmla="*/ 2147483646 h 603"/>
              <a:gd name="T44" fmla="*/ 2147483646 w 3403"/>
              <a:gd name="T45" fmla="*/ 2147483646 h 603"/>
              <a:gd name="T46" fmla="*/ 2147483646 w 3403"/>
              <a:gd name="T47" fmla="*/ 2147483646 h 603"/>
              <a:gd name="T48" fmla="*/ 2147483646 w 3403"/>
              <a:gd name="T49" fmla="*/ 2147483646 h 603"/>
              <a:gd name="T50" fmla="*/ 2147483646 w 3403"/>
              <a:gd name="T51" fmla="*/ 2147483646 h 603"/>
              <a:gd name="T52" fmla="*/ 2147483646 w 3403"/>
              <a:gd name="T53" fmla="*/ 2147483646 h 603"/>
              <a:gd name="T54" fmla="*/ 2147483646 w 3403"/>
              <a:gd name="T55" fmla="*/ 2147483646 h 603"/>
              <a:gd name="T56" fmla="*/ 2147483646 w 3403"/>
              <a:gd name="T57" fmla="*/ 2147483646 h 603"/>
              <a:gd name="T58" fmla="*/ 2147483646 w 3403"/>
              <a:gd name="T59" fmla="*/ 2147483646 h 603"/>
              <a:gd name="T60" fmla="*/ 2147483646 w 3403"/>
              <a:gd name="T61" fmla="*/ 2147483646 h 603"/>
              <a:gd name="T62" fmla="*/ 2147483646 w 3403"/>
              <a:gd name="T63" fmla="*/ 2147483646 h 603"/>
              <a:gd name="T64" fmla="*/ 2147483646 w 3403"/>
              <a:gd name="T65" fmla="*/ 2147483646 h 603"/>
              <a:gd name="T66" fmla="*/ 2147483646 w 3403"/>
              <a:gd name="T67" fmla="*/ 2147483646 h 603"/>
              <a:gd name="T68" fmla="*/ 2147483646 w 3403"/>
              <a:gd name="T69" fmla="*/ 2147483646 h 603"/>
              <a:gd name="T70" fmla="*/ 2147483646 w 3403"/>
              <a:gd name="T71" fmla="*/ 2147483646 h 603"/>
              <a:gd name="T72" fmla="*/ 2147483646 w 3403"/>
              <a:gd name="T73" fmla="*/ 2147483646 h 603"/>
              <a:gd name="T74" fmla="*/ 2147483646 w 3403"/>
              <a:gd name="T75" fmla="*/ 2147483646 h 603"/>
              <a:gd name="T76" fmla="*/ 2147483646 w 3403"/>
              <a:gd name="T77" fmla="*/ 2147483646 h 603"/>
              <a:gd name="T78" fmla="*/ 2147483646 w 3403"/>
              <a:gd name="T79" fmla="*/ 2147483646 h 603"/>
              <a:gd name="T80" fmla="*/ 2147483646 w 3403"/>
              <a:gd name="T81" fmla="*/ 2147483646 h 603"/>
              <a:gd name="T82" fmla="*/ 2147483646 w 3403"/>
              <a:gd name="T83" fmla="*/ 2147483646 h 603"/>
              <a:gd name="T84" fmla="*/ 2147483646 w 3403"/>
              <a:gd name="T85" fmla="*/ 2147483646 h 603"/>
              <a:gd name="T86" fmla="*/ 2147483646 w 3403"/>
              <a:gd name="T87" fmla="*/ 2147483646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585" name="Freeform 18">
            <a:extLst>
              <a:ext uri="{FF2B5EF4-FFF2-40B4-BE49-F238E27FC236}">
                <a16:creationId xmlns:a16="http://schemas.microsoft.com/office/drawing/2014/main" id="{3D11D768-2027-174D-B8BD-23CDB23004AE}"/>
              </a:ext>
            </a:extLst>
          </p:cNvPr>
          <p:cNvSpPr>
            <a:spLocks/>
          </p:cNvSpPr>
          <p:nvPr/>
        </p:nvSpPr>
        <p:spPr bwMode="auto">
          <a:xfrm>
            <a:off x="4311253" y="2121694"/>
            <a:ext cx="889397" cy="1191816"/>
          </a:xfrm>
          <a:custGeom>
            <a:avLst/>
            <a:gdLst>
              <a:gd name="T0" fmla="*/ 2147483646 w 1094"/>
              <a:gd name="T1" fmla="*/ 2147483646 h 901"/>
              <a:gd name="T2" fmla="*/ 2147483646 w 1094"/>
              <a:gd name="T3" fmla="*/ 2147483646 h 901"/>
              <a:gd name="T4" fmla="*/ 2147483646 w 1094"/>
              <a:gd name="T5" fmla="*/ 0 h 901"/>
              <a:gd name="T6" fmla="*/ 0 w 1094"/>
              <a:gd name="T7" fmla="*/ 2147483646 h 901"/>
              <a:gd name="T8" fmla="*/ 2147483646 w 1094"/>
              <a:gd name="T9" fmla="*/ 2147483646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586" name="Rectangle 19">
            <a:extLst>
              <a:ext uri="{FF2B5EF4-FFF2-40B4-BE49-F238E27FC236}">
                <a16:creationId xmlns:a16="http://schemas.microsoft.com/office/drawing/2014/main" id="{184D0FFE-EF21-984B-A375-E383F60D0AAB}"/>
              </a:ext>
            </a:extLst>
          </p:cNvPr>
          <p:cNvSpPr>
            <a:spLocks noChangeArrowheads="1"/>
          </p:cNvSpPr>
          <p:nvPr/>
        </p:nvSpPr>
        <p:spPr bwMode="auto">
          <a:xfrm>
            <a:off x="6898482" y="3071813"/>
            <a:ext cx="470297"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587" name="Rectangle 20">
            <a:extLst>
              <a:ext uri="{FF2B5EF4-FFF2-40B4-BE49-F238E27FC236}">
                <a16:creationId xmlns:a16="http://schemas.microsoft.com/office/drawing/2014/main" id="{7E0F6618-193C-5649-9457-2D9AA470C78E}"/>
              </a:ext>
            </a:extLst>
          </p:cNvPr>
          <p:cNvSpPr>
            <a:spLocks noChangeArrowheads="1"/>
          </p:cNvSpPr>
          <p:nvPr/>
        </p:nvSpPr>
        <p:spPr bwMode="auto">
          <a:xfrm>
            <a:off x="6908007" y="2251473"/>
            <a:ext cx="4691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588" name="Rectangle 21">
            <a:extLst>
              <a:ext uri="{FF2B5EF4-FFF2-40B4-BE49-F238E27FC236}">
                <a16:creationId xmlns:a16="http://schemas.microsoft.com/office/drawing/2014/main" id="{8FD51AB3-2DC8-2947-A111-7078C3886CFD}"/>
              </a:ext>
            </a:extLst>
          </p:cNvPr>
          <p:cNvSpPr>
            <a:spLocks noChangeArrowheads="1"/>
          </p:cNvSpPr>
          <p:nvPr/>
        </p:nvSpPr>
        <p:spPr bwMode="auto">
          <a:xfrm>
            <a:off x="6041231" y="3577829"/>
            <a:ext cx="13946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B</a:t>
            </a:r>
            <a:endParaRPr kumimoji="1" lang="en-US" altLang="zh-CN" sz="1500">
              <a:latin typeface="Arial" panose="020B0604020202020204" pitchFamily="34" charset="0"/>
              <a:ea typeface="宋体" panose="02010600030101010101" pitchFamily="2" charset="-122"/>
            </a:endParaRPr>
          </a:p>
        </p:txBody>
      </p:sp>
      <p:sp>
        <p:nvSpPr>
          <p:cNvPr id="109589" name="Oval 22">
            <a:extLst>
              <a:ext uri="{FF2B5EF4-FFF2-40B4-BE49-F238E27FC236}">
                <a16:creationId xmlns:a16="http://schemas.microsoft.com/office/drawing/2014/main" id="{66C9CE39-5C1C-844F-82FA-3F64233BAD3A}"/>
              </a:ext>
            </a:extLst>
          </p:cNvPr>
          <p:cNvSpPr>
            <a:spLocks noChangeArrowheads="1"/>
          </p:cNvSpPr>
          <p:nvPr/>
        </p:nvSpPr>
        <p:spPr bwMode="auto">
          <a:xfrm>
            <a:off x="3831432" y="4216003"/>
            <a:ext cx="88106"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9590" name="Group 23">
            <a:extLst>
              <a:ext uri="{FF2B5EF4-FFF2-40B4-BE49-F238E27FC236}">
                <a16:creationId xmlns:a16="http://schemas.microsoft.com/office/drawing/2014/main" id="{125ED03F-7F40-464D-B567-7B186526C41A}"/>
              </a:ext>
            </a:extLst>
          </p:cNvPr>
          <p:cNvGrpSpPr>
            <a:grpSpLocks/>
          </p:cNvGrpSpPr>
          <p:nvPr/>
        </p:nvGrpSpPr>
        <p:grpSpPr bwMode="auto">
          <a:xfrm>
            <a:off x="1577579" y="2712244"/>
            <a:ext cx="378619" cy="386954"/>
            <a:chOff x="101" y="2294"/>
            <a:chExt cx="343" cy="353"/>
          </a:xfrm>
        </p:grpSpPr>
        <p:grpSp>
          <p:nvGrpSpPr>
            <p:cNvPr id="109986" name="Group 24">
              <a:extLst>
                <a:ext uri="{FF2B5EF4-FFF2-40B4-BE49-F238E27FC236}">
                  <a16:creationId xmlns:a16="http://schemas.microsoft.com/office/drawing/2014/main" id="{860B8D3C-1141-C249-80A7-0EFC5A90F110}"/>
                </a:ext>
              </a:extLst>
            </p:cNvPr>
            <p:cNvGrpSpPr>
              <a:grpSpLocks/>
            </p:cNvGrpSpPr>
            <p:nvPr/>
          </p:nvGrpSpPr>
          <p:grpSpPr bwMode="auto">
            <a:xfrm>
              <a:off x="109" y="2301"/>
              <a:ext cx="335" cy="346"/>
              <a:chOff x="109" y="2301"/>
              <a:chExt cx="335" cy="346"/>
            </a:xfrm>
          </p:grpSpPr>
          <p:sp>
            <p:nvSpPr>
              <p:cNvPr id="110000" name="Freeform 25">
                <a:extLst>
                  <a:ext uri="{FF2B5EF4-FFF2-40B4-BE49-F238E27FC236}">
                    <a16:creationId xmlns:a16="http://schemas.microsoft.com/office/drawing/2014/main" id="{7234EC38-CBC2-D041-BFFC-ABFAB3468452}"/>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0001" name="Freeform 26">
                <a:extLst>
                  <a:ext uri="{FF2B5EF4-FFF2-40B4-BE49-F238E27FC236}">
                    <a16:creationId xmlns:a16="http://schemas.microsoft.com/office/drawing/2014/main" id="{0D204682-D1F5-2243-8817-B8730CBC093D}"/>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0002" name="Freeform 27">
                <a:extLst>
                  <a:ext uri="{FF2B5EF4-FFF2-40B4-BE49-F238E27FC236}">
                    <a16:creationId xmlns:a16="http://schemas.microsoft.com/office/drawing/2014/main" id="{A429EB51-7B46-F146-8A54-606DA61C9082}"/>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0003" name="Freeform 28">
                <a:extLst>
                  <a:ext uri="{FF2B5EF4-FFF2-40B4-BE49-F238E27FC236}">
                    <a16:creationId xmlns:a16="http://schemas.microsoft.com/office/drawing/2014/main" id="{16C0B537-2CD1-5941-97B4-2B25373C1506}"/>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0004" name="Rectangle 29">
                <a:extLst>
                  <a:ext uri="{FF2B5EF4-FFF2-40B4-BE49-F238E27FC236}">
                    <a16:creationId xmlns:a16="http://schemas.microsoft.com/office/drawing/2014/main" id="{973038CB-BAEB-2145-976D-04561AAC0E1B}"/>
                  </a:ext>
                </a:extLst>
              </p:cNvPr>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0005" name="Rectangle 30">
                <a:extLst>
                  <a:ext uri="{FF2B5EF4-FFF2-40B4-BE49-F238E27FC236}">
                    <a16:creationId xmlns:a16="http://schemas.microsoft.com/office/drawing/2014/main" id="{4C76FCDF-5E7A-044B-9367-67BCB2750544}"/>
                  </a:ext>
                </a:extLst>
              </p:cNvPr>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0006" name="Rectangle 31">
                <a:extLst>
                  <a:ext uri="{FF2B5EF4-FFF2-40B4-BE49-F238E27FC236}">
                    <a16:creationId xmlns:a16="http://schemas.microsoft.com/office/drawing/2014/main" id="{F63C5883-6743-0D48-8EA6-5522BAE482D0}"/>
                  </a:ext>
                </a:extLst>
              </p:cNvPr>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0007" name="Line 32">
                <a:extLst>
                  <a:ext uri="{FF2B5EF4-FFF2-40B4-BE49-F238E27FC236}">
                    <a16:creationId xmlns:a16="http://schemas.microsoft.com/office/drawing/2014/main" id="{1AB82C39-818C-2449-8627-D2749123659C}"/>
                  </a:ext>
                </a:extLst>
              </p:cNvPr>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0008" name="Group 33">
                <a:extLst>
                  <a:ext uri="{FF2B5EF4-FFF2-40B4-BE49-F238E27FC236}">
                    <a16:creationId xmlns:a16="http://schemas.microsoft.com/office/drawing/2014/main" id="{1BEC1EB5-DB18-5E40-A3B4-14FDF951BC27}"/>
                  </a:ext>
                </a:extLst>
              </p:cNvPr>
              <p:cNvGrpSpPr>
                <a:grpSpLocks/>
              </p:cNvGrpSpPr>
              <p:nvPr/>
            </p:nvGrpSpPr>
            <p:grpSpPr bwMode="auto">
              <a:xfrm>
                <a:off x="109" y="2596"/>
                <a:ext cx="335" cy="51"/>
                <a:chOff x="109" y="2596"/>
                <a:chExt cx="335" cy="51"/>
              </a:xfrm>
            </p:grpSpPr>
            <p:sp>
              <p:nvSpPr>
                <p:cNvPr id="110009" name="Freeform 34">
                  <a:extLst>
                    <a:ext uri="{FF2B5EF4-FFF2-40B4-BE49-F238E27FC236}">
                      <a16:creationId xmlns:a16="http://schemas.microsoft.com/office/drawing/2014/main" id="{1360E869-A45C-CD45-9B7A-BFF7C3FDE1AE}"/>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0010" name="Freeform 35">
                  <a:extLst>
                    <a:ext uri="{FF2B5EF4-FFF2-40B4-BE49-F238E27FC236}">
                      <a16:creationId xmlns:a16="http://schemas.microsoft.com/office/drawing/2014/main" id="{DEC6EEE1-B56E-3E4D-A707-B2D98CCE56D3}"/>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0011" name="Rectangle 36">
                  <a:extLst>
                    <a:ext uri="{FF2B5EF4-FFF2-40B4-BE49-F238E27FC236}">
                      <a16:creationId xmlns:a16="http://schemas.microsoft.com/office/drawing/2014/main" id="{C4D61E51-1E15-AB4D-9207-71A701789BBA}"/>
                    </a:ext>
                  </a:extLst>
                </p:cNvPr>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9987" name="Group 37">
              <a:extLst>
                <a:ext uri="{FF2B5EF4-FFF2-40B4-BE49-F238E27FC236}">
                  <a16:creationId xmlns:a16="http://schemas.microsoft.com/office/drawing/2014/main" id="{AD737A2B-2FF0-424A-915D-07CF1D8D5AC4}"/>
                </a:ext>
              </a:extLst>
            </p:cNvPr>
            <p:cNvGrpSpPr>
              <a:grpSpLocks/>
            </p:cNvGrpSpPr>
            <p:nvPr/>
          </p:nvGrpSpPr>
          <p:grpSpPr bwMode="auto">
            <a:xfrm>
              <a:off x="101" y="2294"/>
              <a:ext cx="335" cy="347"/>
              <a:chOff x="101" y="2294"/>
              <a:chExt cx="335" cy="347"/>
            </a:xfrm>
          </p:grpSpPr>
          <p:sp>
            <p:nvSpPr>
              <p:cNvPr id="109988" name="Freeform 38">
                <a:extLst>
                  <a:ext uri="{FF2B5EF4-FFF2-40B4-BE49-F238E27FC236}">
                    <a16:creationId xmlns:a16="http://schemas.microsoft.com/office/drawing/2014/main" id="{435432AC-FDDC-BF4D-908D-060CA291BD75}"/>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89" name="Freeform 39">
                <a:extLst>
                  <a:ext uri="{FF2B5EF4-FFF2-40B4-BE49-F238E27FC236}">
                    <a16:creationId xmlns:a16="http://schemas.microsoft.com/office/drawing/2014/main" id="{57B7B9C8-F545-4049-8609-4D79E0D95862}"/>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90" name="Freeform 40">
                <a:extLst>
                  <a:ext uri="{FF2B5EF4-FFF2-40B4-BE49-F238E27FC236}">
                    <a16:creationId xmlns:a16="http://schemas.microsoft.com/office/drawing/2014/main" id="{3B5895F8-DB3A-2E4E-8C72-6CDE93AD6C31}"/>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91" name="Freeform 41">
                <a:extLst>
                  <a:ext uri="{FF2B5EF4-FFF2-40B4-BE49-F238E27FC236}">
                    <a16:creationId xmlns:a16="http://schemas.microsoft.com/office/drawing/2014/main" id="{1DAA2080-88CE-3E4B-AC4A-3BD49CBA98B5}"/>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92" name="Rectangle 42">
                <a:extLst>
                  <a:ext uri="{FF2B5EF4-FFF2-40B4-BE49-F238E27FC236}">
                    <a16:creationId xmlns:a16="http://schemas.microsoft.com/office/drawing/2014/main" id="{CC679958-02B4-364B-A1FB-048C22327742}"/>
                  </a:ext>
                </a:extLst>
              </p:cNvPr>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93" name="Rectangle 43">
                <a:extLst>
                  <a:ext uri="{FF2B5EF4-FFF2-40B4-BE49-F238E27FC236}">
                    <a16:creationId xmlns:a16="http://schemas.microsoft.com/office/drawing/2014/main" id="{489C0F3F-FC1B-774D-82D0-94D09AA00649}"/>
                  </a:ext>
                </a:extLst>
              </p:cNvPr>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94" name="Rectangle 44">
                <a:extLst>
                  <a:ext uri="{FF2B5EF4-FFF2-40B4-BE49-F238E27FC236}">
                    <a16:creationId xmlns:a16="http://schemas.microsoft.com/office/drawing/2014/main" id="{575D563D-157C-944A-8875-258C2C41EE78}"/>
                  </a:ext>
                </a:extLst>
              </p:cNvPr>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95" name="Line 45">
                <a:extLst>
                  <a:ext uri="{FF2B5EF4-FFF2-40B4-BE49-F238E27FC236}">
                    <a16:creationId xmlns:a16="http://schemas.microsoft.com/office/drawing/2014/main" id="{619613CA-4E7C-D145-A112-6F677823A0E1}"/>
                  </a:ext>
                </a:extLst>
              </p:cNvPr>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996" name="Group 46">
                <a:extLst>
                  <a:ext uri="{FF2B5EF4-FFF2-40B4-BE49-F238E27FC236}">
                    <a16:creationId xmlns:a16="http://schemas.microsoft.com/office/drawing/2014/main" id="{69DE0092-5D40-2943-ACAE-356A8B4FF674}"/>
                  </a:ext>
                </a:extLst>
              </p:cNvPr>
              <p:cNvGrpSpPr>
                <a:grpSpLocks/>
              </p:cNvGrpSpPr>
              <p:nvPr/>
            </p:nvGrpSpPr>
            <p:grpSpPr bwMode="auto">
              <a:xfrm>
                <a:off x="101" y="2590"/>
                <a:ext cx="335" cy="51"/>
                <a:chOff x="101" y="2590"/>
                <a:chExt cx="335" cy="51"/>
              </a:xfrm>
            </p:grpSpPr>
            <p:sp>
              <p:nvSpPr>
                <p:cNvPr id="109997" name="Freeform 47">
                  <a:extLst>
                    <a:ext uri="{FF2B5EF4-FFF2-40B4-BE49-F238E27FC236}">
                      <a16:creationId xmlns:a16="http://schemas.microsoft.com/office/drawing/2014/main" id="{F893F31D-104C-034A-B9C4-B3B6F65D45BE}"/>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98" name="Freeform 48">
                  <a:extLst>
                    <a:ext uri="{FF2B5EF4-FFF2-40B4-BE49-F238E27FC236}">
                      <a16:creationId xmlns:a16="http://schemas.microsoft.com/office/drawing/2014/main" id="{4A09E7AD-8EF3-214A-A564-3C8C192DA1CA}"/>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99" name="Rectangle 49">
                  <a:extLst>
                    <a:ext uri="{FF2B5EF4-FFF2-40B4-BE49-F238E27FC236}">
                      <a16:creationId xmlns:a16="http://schemas.microsoft.com/office/drawing/2014/main" id="{02D88717-150D-0343-AD46-0976E3581A0E}"/>
                    </a:ext>
                  </a:extLst>
                </p:cNvPr>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9591" name="Group 50">
            <a:extLst>
              <a:ext uri="{FF2B5EF4-FFF2-40B4-BE49-F238E27FC236}">
                <a16:creationId xmlns:a16="http://schemas.microsoft.com/office/drawing/2014/main" id="{EE23C7E2-9D64-6049-BFC7-60CCC78B9F14}"/>
              </a:ext>
            </a:extLst>
          </p:cNvPr>
          <p:cNvGrpSpPr>
            <a:grpSpLocks/>
          </p:cNvGrpSpPr>
          <p:nvPr/>
        </p:nvGrpSpPr>
        <p:grpSpPr bwMode="auto">
          <a:xfrm>
            <a:off x="3661173" y="4561285"/>
            <a:ext cx="377428" cy="386953"/>
            <a:chOff x="3891" y="3616"/>
            <a:chExt cx="342" cy="353"/>
          </a:xfrm>
        </p:grpSpPr>
        <p:grpSp>
          <p:nvGrpSpPr>
            <p:cNvPr id="109960" name="Group 51">
              <a:extLst>
                <a:ext uri="{FF2B5EF4-FFF2-40B4-BE49-F238E27FC236}">
                  <a16:creationId xmlns:a16="http://schemas.microsoft.com/office/drawing/2014/main" id="{40519223-316C-7841-B8E3-2E3F27020C0B}"/>
                </a:ext>
              </a:extLst>
            </p:cNvPr>
            <p:cNvGrpSpPr>
              <a:grpSpLocks/>
            </p:cNvGrpSpPr>
            <p:nvPr/>
          </p:nvGrpSpPr>
          <p:grpSpPr bwMode="auto">
            <a:xfrm>
              <a:off x="3899" y="3622"/>
              <a:ext cx="334" cy="347"/>
              <a:chOff x="3899" y="3622"/>
              <a:chExt cx="334" cy="347"/>
            </a:xfrm>
          </p:grpSpPr>
          <p:sp>
            <p:nvSpPr>
              <p:cNvPr id="109974" name="Freeform 52">
                <a:extLst>
                  <a:ext uri="{FF2B5EF4-FFF2-40B4-BE49-F238E27FC236}">
                    <a16:creationId xmlns:a16="http://schemas.microsoft.com/office/drawing/2014/main" id="{BB675259-5C0F-7C4C-B8CA-5D7B356CABF5}"/>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75" name="Freeform 53">
                <a:extLst>
                  <a:ext uri="{FF2B5EF4-FFF2-40B4-BE49-F238E27FC236}">
                    <a16:creationId xmlns:a16="http://schemas.microsoft.com/office/drawing/2014/main" id="{1CCFD1D7-AA3C-F547-A1F7-BB076F3BE822}"/>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76" name="Freeform 54">
                <a:extLst>
                  <a:ext uri="{FF2B5EF4-FFF2-40B4-BE49-F238E27FC236}">
                    <a16:creationId xmlns:a16="http://schemas.microsoft.com/office/drawing/2014/main" id="{5D6FC64C-45EF-8E42-B40E-EB2CFBC84A7D}"/>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77" name="Freeform 55">
                <a:extLst>
                  <a:ext uri="{FF2B5EF4-FFF2-40B4-BE49-F238E27FC236}">
                    <a16:creationId xmlns:a16="http://schemas.microsoft.com/office/drawing/2014/main" id="{ED33ECB1-8EE1-3F4D-8E68-2ED0BC45E32B}"/>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78" name="Rectangle 56">
                <a:extLst>
                  <a:ext uri="{FF2B5EF4-FFF2-40B4-BE49-F238E27FC236}">
                    <a16:creationId xmlns:a16="http://schemas.microsoft.com/office/drawing/2014/main" id="{A9F8C19D-9E0D-BD42-B75B-42E12A26BED3}"/>
                  </a:ext>
                </a:extLst>
              </p:cNvPr>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79" name="Rectangle 57">
                <a:extLst>
                  <a:ext uri="{FF2B5EF4-FFF2-40B4-BE49-F238E27FC236}">
                    <a16:creationId xmlns:a16="http://schemas.microsoft.com/office/drawing/2014/main" id="{A3CE9D3D-A794-7448-B399-DDB7DFAA54A0}"/>
                  </a:ext>
                </a:extLst>
              </p:cNvPr>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80" name="Rectangle 58">
                <a:extLst>
                  <a:ext uri="{FF2B5EF4-FFF2-40B4-BE49-F238E27FC236}">
                    <a16:creationId xmlns:a16="http://schemas.microsoft.com/office/drawing/2014/main" id="{E23E0F04-5F7F-4642-810C-36FD32667C1E}"/>
                  </a:ext>
                </a:extLst>
              </p:cNvPr>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81" name="Line 59">
                <a:extLst>
                  <a:ext uri="{FF2B5EF4-FFF2-40B4-BE49-F238E27FC236}">
                    <a16:creationId xmlns:a16="http://schemas.microsoft.com/office/drawing/2014/main" id="{F1BD33E6-89FA-8143-9BD2-7D36ABAA8FAE}"/>
                  </a:ext>
                </a:extLst>
              </p:cNvPr>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982" name="Group 60">
                <a:extLst>
                  <a:ext uri="{FF2B5EF4-FFF2-40B4-BE49-F238E27FC236}">
                    <a16:creationId xmlns:a16="http://schemas.microsoft.com/office/drawing/2014/main" id="{D39A3170-12A9-5047-8045-0D1E12C16E65}"/>
                  </a:ext>
                </a:extLst>
              </p:cNvPr>
              <p:cNvGrpSpPr>
                <a:grpSpLocks/>
              </p:cNvGrpSpPr>
              <p:nvPr/>
            </p:nvGrpSpPr>
            <p:grpSpPr bwMode="auto">
              <a:xfrm>
                <a:off x="3899" y="3918"/>
                <a:ext cx="334" cy="51"/>
                <a:chOff x="3899" y="3918"/>
                <a:chExt cx="334" cy="51"/>
              </a:xfrm>
            </p:grpSpPr>
            <p:sp>
              <p:nvSpPr>
                <p:cNvPr id="109983" name="Freeform 61">
                  <a:extLst>
                    <a:ext uri="{FF2B5EF4-FFF2-40B4-BE49-F238E27FC236}">
                      <a16:creationId xmlns:a16="http://schemas.microsoft.com/office/drawing/2014/main" id="{BBDFA9B3-A5DA-DF44-8B0A-AEACF74A0839}"/>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84" name="Freeform 62">
                  <a:extLst>
                    <a:ext uri="{FF2B5EF4-FFF2-40B4-BE49-F238E27FC236}">
                      <a16:creationId xmlns:a16="http://schemas.microsoft.com/office/drawing/2014/main" id="{46B87F48-D293-7645-B498-B1F94E88ED04}"/>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85" name="Rectangle 63">
                  <a:extLst>
                    <a:ext uri="{FF2B5EF4-FFF2-40B4-BE49-F238E27FC236}">
                      <a16:creationId xmlns:a16="http://schemas.microsoft.com/office/drawing/2014/main" id="{772184C3-52D6-9149-B46A-AAC63B5DF177}"/>
                    </a:ext>
                  </a:extLst>
                </p:cNvPr>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9961" name="Group 64">
              <a:extLst>
                <a:ext uri="{FF2B5EF4-FFF2-40B4-BE49-F238E27FC236}">
                  <a16:creationId xmlns:a16="http://schemas.microsoft.com/office/drawing/2014/main" id="{C32ABD8B-DDBA-2E4B-8166-F7E8CC7F188B}"/>
                </a:ext>
              </a:extLst>
            </p:cNvPr>
            <p:cNvGrpSpPr>
              <a:grpSpLocks/>
            </p:cNvGrpSpPr>
            <p:nvPr/>
          </p:nvGrpSpPr>
          <p:grpSpPr bwMode="auto">
            <a:xfrm>
              <a:off x="3891" y="3616"/>
              <a:ext cx="334" cy="346"/>
              <a:chOff x="3891" y="3616"/>
              <a:chExt cx="334" cy="346"/>
            </a:xfrm>
          </p:grpSpPr>
          <p:sp>
            <p:nvSpPr>
              <p:cNvPr id="109962" name="Freeform 65">
                <a:extLst>
                  <a:ext uri="{FF2B5EF4-FFF2-40B4-BE49-F238E27FC236}">
                    <a16:creationId xmlns:a16="http://schemas.microsoft.com/office/drawing/2014/main" id="{84E62632-89BA-A548-91B1-AC18897EBC65}"/>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63" name="Freeform 66">
                <a:extLst>
                  <a:ext uri="{FF2B5EF4-FFF2-40B4-BE49-F238E27FC236}">
                    <a16:creationId xmlns:a16="http://schemas.microsoft.com/office/drawing/2014/main" id="{C21BCB31-629A-0A42-8AAC-E26DA39C3740}"/>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64" name="Freeform 67">
                <a:extLst>
                  <a:ext uri="{FF2B5EF4-FFF2-40B4-BE49-F238E27FC236}">
                    <a16:creationId xmlns:a16="http://schemas.microsoft.com/office/drawing/2014/main" id="{F389B96F-6EB7-B04E-9CBE-A98142E51BEA}"/>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65" name="Freeform 68">
                <a:extLst>
                  <a:ext uri="{FF2B5EF4-FFF2-40B4-BE49-F238E27FC236}">
                    <a16:creationId xmlns:a16="http://schemas.microsoft.com/office/drawing/2014/main" id="{E6F613E9-3851-884A-8E49-44577B47CBF2}"/>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66" name="Rectangle 69">
                <a:extLst>
                  <a:ext uri="{FF2B5EF4-FFF2-40B4-BE49-F238E27FC236}">
                    <a16:creationId xmlns:a16="http://schemas.microsoft.com/office/drawing/2014/main" id="{1BFB563A-39D0-134D-BBE0-C269021FC078}"/>
                  </a:ext>
                </a:extLst>
              </p:cNvPr>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67" name="Rectangle 70">
                <a:extLst>
                  <a:ext uri="{FF2B5EF4-FFF2-40B4-BE49-F238E27FC236}">
                    <a16:creationId xmlns:a16="http://schemas.microsoft.com/office/drawing/2014/main" id="{CA3EC712-964A-0F43-B6A4-303BF617801C}"/>
                  </a:ext>
                </a:extLst>
              </p:cNvPr>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68" name="Rectangle 71">
                <a:extLst>
                  <a:ext uri="{FF2B5EF4-FFF2-40B4-BE49-F238E27FC236}">
                    <a16:creationId xmlns:a16="http://schemas.microsoft.com/office/drawing/2014/main" id="{3650DB82-7FB1-304D-BE10-5B15E57BBDA9}"/>
                  </a:ext>
                </a:extLst>
              </p:cNvPr>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69" name="Line 72">
                <a:extLst>
                  <a:ext uri="{FF2B5EF4-FFF2-40B4-BE49-F238E27FC236}">
                    <a16:creationId xmlns:a16="http://schemas.microsoft.com/office/drawing/2014/main" id="{54EE2FC0-582D-1F40-BE5C-D6DD4C2D0838}"/>
                  </a:ext>
                </a:extLst>
              </p:cNvPr>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970" name="Group 73">
                <a:extLst>
                  <a:ext uri="{FF2B5EF4-FFF2-40B4-BE49-F238E27FC236}">
                    <a16:creationId xmlns:a16="http://schemas.microsoft.com/office/drawing/2014/main" id="{14BB4F94-2046-E043-AD1D-1968A05C1232}"/>
                  </a:ext>
                </a:extLst>
              </p:cNvPr>
              <p:cNvGrpSpPr>
                <a:grpSpLocks/>
              </p:cNvGrpSpPr>
              <p:nvPr/>
            </p:nvGrpSpPr>
            <p:grpSpPr bwMode="auto">
              <a:xfrm>
                <a:off x="3891" y="3912"/>
                <a:ext cx="334" cy="50"/>
                <a:chOff x="3891" y="3912"/>
                <a:chExt cx="334" cy="50"/>
              </a:xfrm>
            </p:grpSpPr>
            <p:sp>
              <p:nvSpPr>
                <p:cNvPr id="109971" name="Freeform 74">
                  <a:extLst>
                    <a:ext uri="{FF2B5EF4-FFF2-40B4-BE49-F238E27FC236}">
                      <a16:creationId xmlns:a16="http://schemas.microsoft.com/office/drawing/2014/main" id="{AE2D23F6-5C4D-1841-8199-E2F44910DE63}"/>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72" name="Freeform 75">
                  <a:extLst>
                    <a:ext uri="{FF2B5EF4-FFF2-40B4-BE49-F238E27FC236}">
                      <a16:creationId xmlns:a16="http://schemas.microsoft.com/office/drawing/2014/main" id="{AEBE17D4-6831-3745-B8B1-94C79A9C8D69}"/>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73" name="Rectangle 76">
                  <a:extLst>
                    <a:ext uri="{FF2B5EF4-FFF2-40B4-BE49-F238E27FC236}">
                      <a16:creationId xmlns:a16="http://schemas.microsoft.com/office/drawing/2014/main" id="{60B70928-0519-2D43-A0D9-EBCDE815021C}"/>
                    </a:ext>
                  </a:extLst>
                </p:cNvPr>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9592" name="Group 77">
            <a:extLst>
              <a:ext uri="{FF2B5EF4-FFF2-40B4-BE49-F238E27FC236}">
                <a16:creationId xmlns:a16="http://schemas.microsoft.com/office/drawing/2014/main" id="{004A92B4-0963-0346-8143-08F668D37A7F}"/>
              </a:ext>
            </a:extLst>
          </p:cNvPr>
          <p:cNvGrpSpPr>
            <a:grpSpLocks/>
          </p:cNvGrpSpPr>
          <p:nvPr/>
        </p:nvGrpSpPr>
        <p:grpSpPr bwMode="auto">
          <a:xfrm>
            <a:off x="4613673" y="4549379"/>
            <a:ext cx="378619" cy="386953"/>
            <a:chOff x="4752" y="3605"/>
            <a:chExt cx="343" cy="353"/>
          </a:xfrm>
        </p:grpSpPr>
        <p:grpSp>
          <p:nvGrpSpPr>
            <p:cNvPr id="109934" name="Group 78">
              <a:extLst>
                <a:ext uri="{FF2B5EF4-FFF2-40B4-BE49-F238E27FC236}">
                  <a16:creationId xmlns:a16="http://schemas.microsoft.com/office/drawing/2014/main" id="{89EA4C2A-C951-2844-9B7C-07510E8EAD0A}"/>
                </a:ext>
              </a:extLst>
            </p:cNvPr>
            <p:cNvGrpSpPr>
              <a:grpSpLocks/>
            </p:cNvGrpSpPr>
            <p:nvPr/>
          </p:nvGrpSpPr>
          <p:grpSpPr bwMode="auto">
            <a:xfrm>
              <a:off x="4760" y="3612"/>
              <a:ext cx="335" cy="346"/>
              <a:chOff x="4760" y="3612"/>
              <a:chExt cx="335" cy="346"/>
            </a:xfrm>
          </p:grpSpPr>
          <p:sp>
            <p:nvSpPr>
              <p:cNvPr id="109948" name="Freeform 79">
                <a:extLst>
                  <a:ext uri="{FF2B5EF4-FFF2-40B4-BE49-F238E27FC236}">
                    <a16:creationId xmlns:a16="http://schemas.microsoft.com/office/drawing/2014/main" id="{867F043C-61A8-8042-9F4C-A9FAA9158106}"/>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49" name="Freeform 80">
                <a:extLst>
                  <a:ext uri="{FF2B5EF4-FFF2-40B4-BE49-F238E27FC236}">
                    <a16:creationId xmlns:a16="http://schemas.microsoft.com/office/drawing/2014/main" id="{5D7B7D52-F0C9-E44F-AD59-A8453C29D122}"/>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50" name="Freeform 81">
                <a:extLst>
                  <a:ext uri="{FF2B5EF4-FFF2-40B4-BE49-F238E27FC236}">
                    <a16:creationId xmlns:a16="http://schemas.microsoft.com/office/drawing/2014/main" id="{1D1E3099-3049-BF48-9959-CA43D72D2AB3}"/>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51" name="Freeform 82">
                <a:extLst>
                  <a:ext uri="{FF2B5EF4-FFF2-40B4-BE49-F238E27FC236}">
                    <a16:creationId xmlns:a16="http://schemas.microsoft.com/office/drawing/2014/main" id="{99370617-0385-514F-A8A8-D6932A0AC59B}"/>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52" name="Rectangle 83">
                <a:extLst>
                  <a:ext uri="{FF2B5EF4-FFF2-40B4-BE49-F238E27FC236}">
                    <a16:creationId xmlns:a16="http://schemas.microsoft.com/office/drawing/2014/main" id="{65E7B2FA-FF73-1C4A-9FFD-80ACB4504A30}"/>
                  </a:ext>
                </a:extLst>
              </p:cNvPr>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53" name="Rectangle 84">
                <a:extLst>
                  <a:ext uri="{FF2B5EF4-FFF2-40B4-BE49-F238E27FC236}">
                    <a16:creationId xmlns:a16="http://schemas.microsoft.com/office/drawing/2014/main" id="{9039B9DF-FFDF-704E-8D66-1D0D243B1881}"/>
                  </a:ext>
                </a:extLst>
              </p:cNvPr>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54" name="Rectangle 85">
                <a:extLst>
                  <a:ext uri="{FF2B5EF4-FFF2-40B4-BE49-F238E27FC236}">
                    <a16:creationId xmlns:a16="http://schemas.microsoft.com/office/drawing/2014/main" id="{B88F09AD-ADCD-DA4C-8B17-343CE45B6DA3}"/>
                  </a:ext>
                </a:extLst>
              </p:cNvPr>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55" name="Line 86">
                <a:extLst>
                  <a:ext uri="{FF2B5EF4-FFF2-40B4-BE49-F238E27FC236}">
                    <a16:creationId xmlns:a16="http://schemas.microsoft.com/office/drawing/2014/main" id="{FFE56739-3938-7D4D-8495-56FDA78426E2}"/>
                  </a:ext>
                </a:extLst>
              </p:cNvPr>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956" name="Group 87">
                <a:extLst>
                  <a:ext uri="{FF2B5EF4-FFF2-40B4-BE49-F238E27FC236}">
                    <a16:creationId xmlns:a16="http://schemas.microsoft.com/office/drawing/2014/main" id="{B35CD1C0-F901-AD47-915C-5F7A5C3B3EE4}"/>
                  </a:ext>
                </a:extLst>
              </p:cNvPr>
              <p:cNvGrpSpPr>
                <a:grpSpLocks/>
              </p:cNvGrpSpPr>
              <p:nvPr/>
            </p:nvGrpSpPr>
            <p:grpSpPr bwMode="auto">
              <a:xfrm>
                <a:off x="4760" y="3907"/>
                <a:ext cx="335" cy="51"/>
                <a:chOff x="4760" y="3907"/>
                <a:chExt cx="335" cy="51"/>
              </a:xfrm>
            </p:grpSpPr>
            <p:sp>
              <p:nvSpPr>
                <p:cNvPr id="109957" name="Freeform 88">
                  <a:extLst>
                    <a:ext uri="{FF2B5EF4-FFF2-40B4-BE49-F238E27FC236}">
                      <a16:creationId xmlns:a16="http://schemas.microsoft.com/office/drawing/2014/main" id="{5EE902B4-CBFA-DA4C-B566-A300267E50A9}"/>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58" name="Freeform 89">
                  <a:extLst>
                    <a:ext uri="{FF2B5EF4-FFF2-40B4-BE49-F238E27FC236}">
                      <a16:creationId xmlns:a16="http://schemas.microsoft.com/office/drawing/2014/main" id="{7A889FDC-3594-E141-B730-2B4F826B6671}"/>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59" name="Rectangle 90">
                  <a:extLst>
                    <a:ext uri="{FF2B5EF4-FFF2-40B4-BE49-F238E27FC236}">
                      <a16:creationId xmlns:a16="http://schemas.microsoft.com/office/drawing/2014/main" id="{01522573-1F5F-B642-9E6D-40CCE8D11C2C}"/>
                    </a:ext>
                  </a:extLst>
                </p:cNvPr>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9935" name="Group 91">
              <a:extLst>
                <a:ext uri="{FF2B5EF4-FFF2-40B4-BE49-F238E27FC236}">
                  <a16:creationId xmlns:a16="http://schemas.microsoft.com/office/drawing/2014/main" id="{BE5D6D3D-3CA5-A04E-9414-FFD0E88FE2CE}"/>
                </a:ext>
              </a:extLst>
            </p:cNvPr>
            <p:cNvGrpSpPr>
              <a:grpSpLocks/>
            </p:cNvGrpSpPr>
            <p:nvPr/>
          </p:nvGrpSpPr>
          <p:grpSpPr bwMode="auto">
            <a:xfrm>
              <a:off x="4752" y="3605"/>
              <a:ext cx="334" cy="347"/>
              <a:chOff x="4752" y="3605"/>
              <a:chExt cx="334" cy="347"/>
            </a:xfrm>
          </p:grpSpPr>
          <p:sp>
            <p:nvSpPr>
              <p:cNvPr id="109936" name="Freeform 92">
                <a:extLst>
                  <a:ext uri="{FF2B5EF4-FFF2-40B4-BE49-F238E27FC236}">
                    <a16:creationId xmlns:a16="http://schemas.microsoft.com/office/drawing/2014/main" id="{003EE97E-FAB3-AC45-BD4C-0AE5CA141E39}"/>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37" name="Freeform 93">
                <a:extLst>
                  <a:ext uri="{FF2B5EF4-FFF2-40B4-BE49-F238E27FC236}">
                    <a16:creationId xmlns:a16="http://schemas.microsoft.com/office/drawing/2014/main" id="{2D6DB7A3-BDC9-1244-B4FF-19CF076363C5}"/>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38" name="Freeform 94">
                <a:extLst>
                  <a:ext uri="{FF2B5EF4-FFF2-40B4-BE49-F238E27FC236}">
                    <a16:creationId xmlns:a16="http://schemas.microsoft.com/office/drawing/2014/main" id="{C57DF4B5-08E2-3246-92D4-A610B33648A0}"/>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39" name="Freeform 95">
                <a:extLst>
                  <a:ext uri="{FF2B5EF4-FFF2-40B4-BE49-F238E27FC236}">
                    <a16:creationId xmlns:a16="http://schemas.microsoft.com/office/drawing/2014/main" id="{FE39E607-38DE-C545-B9AB-F97660BB5111}"/>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40" name="Rectangle 96">
                <a:extLst>
                  <a:ext uri="{FF2B5EF4-FFF2-40B4-BE49-F238E27FC236}">
                    <a16:creationId xmlns:a16="http://schemas.microsoft.com/office/drawing/2014/main" id="{E4F5DE20-5782-FB4F-9BBB-228B23952390}"/>
                  </a:ext>
                </a:extLst>
              </p:cNvPr>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41" name="Rectangle 97">
                <a:extLst>
                  <a:ext uri="{FF2B5EF4-FFF2-40B4-BE49-F238E27FC236}">
                    <a16:creationId xmlns:a16="http://schemas.microsoft.com/office/drawing/2014/main" id="{100ACBA4-B305-7E46-A4A7-F20F6E3E4AAB}"/>
                  </a:ext>
                </a:extLst>
              </p:cNvPr>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42" name="Rectangle 98">
                <a:extLst>
                  <a:ext uri="{FF2B5EF4-FFF2-40B4-BE49-F238E27FC236}">
                    <a16:creationId xmlns:a16="http://schemas.microsoft.com/office/drawing/2014/main" id="{19A4CA47-36AA-3B44-84E3-7848060B3F3F}"/>
                  </a:ext>
                </a:extLst>
              </p:cNvPr>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43" name="Line 99">
                <a:extLst>
                  <a:ext uri="{FF2B5EF4-FFF2-40B4-BE49-F238E27FC236}">
                    <a16:creationId xmlns:a16="http://schemas.microsoft.com/office/drawing/2014/main" id="{3A3860CA-E48A-D341-B5BA-2635466B2134}"/>
                  </a:ext>
                </a:extLst>
              </p:cNvPr>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944" name="Group 100">
                <a:extLst>
                  <a:ext uri="{FF2B5EF4-FFF2-40B4-BE49-F238E27FC236}">
                    <a16:creationId xmlns:a16="http://schemas.microsoft.com/office/drawing/2014/main" id="{F7B51EEB-CC7B-AF40-81CF-1B5768BD42EB}"/>
                  </a:ext>
                </a:extLst>
              </p:cNvPr>
              <p:cNvGrpSpPr>
                <a:grpSpLocks/>
              </p:cNvGrpSpPr>
              <p:nvPr/>
            </p:nvGrpSpPr>
            <p:grpSpPr bwMode="auto">
              <a:xfrm>
                <a:off x="4752" y="3901"/>
                <a:ext cx="334" cy="51"/>
                <a:chOff x="4752" y="3901"/>
                <a:chExt cx="334" cy="51"/>
              </a:xfrm>
            </p:grpSpPr>
            <p:sp>
              <p:nvSpPr>
                <p:cNvPr id="109945" name="Freeform 101">
                  <a:extLst>
                    <a:ext uri="{FF2B5EF4-FFF2-40B4-BE49-F238E27FC236}">
                      <a16:creationId xmlns:a16="http://schemas.microsoft.com/office/drawing/2014/main" id="{C912D417-D63F-8E42-A7C8-A9443B0ACB87}"/>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46" name="Freeform 102">
                  <a:extLst>
                    <a:ext uri="{FF2B5EF4-FFF2-40B4-BE49-F238E27FC236}">
                      <a16:creationId xmlns:a16="http://schemas.microsoft.com/office/drawing/2014/main" id="{9CC3C979-883D-AF44-92C8-C9EC60E1DA3F}"/>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47" name="Rectangle 103">
                  <a:extLst>
                    <a:ext uri="{FF2B5EF4-FFF2-40B4-BE49-F238E27FC236}">
                      <a16:creationId xmlns:a16="http://schemas.microsoft.com/office/drawing/2014/main" id="{5CC66028-A309-7042-80DA-DD2E40ED1638}"/>
                    </a:ext>
                  </a:extLst>
                </p:cNvPr>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9593" name="Group 104">
            <a:extLst>
              <a:ext uri="{FF2B5EF4-FFF2-40B4-BE49-F238E27FC236}">
                <a16:creationId xmlns:a16="http://schemas.microsoft.com/office/drawing/2014/main" id="{6820C2C1-581B-7647-A9C2-AF10BE294BCF}"/>
              </a:ext>
            </a:extLst>
          </p:cNvPr>
          <p:cNvGrpSpPr>
            <a:grpSpLocks/>
          </p:cNvGrpSpPr>
          <p:nvPr/>
        </p:nvGrpSpPr>
        <p:grpSpPr bwMode="auto">
          <a:xfrm>
            <a:off x="1577579" y="1882379"/>
            <a:ext cx="378619" cy="388144"/>
            <a:chOff x="101" y="1539"/>
            <a:chExt cx="343" cy="352"/>
          </a:xfrm>
        </p:grpSpPr>
        <p:grpSp>
          <p:nvGrpSpPr>
            <p:cNvPr id="109908" name="Group 105">
              <a:extLst>
                <a:ext uri="{FF2B5EF4-FFF2-40B4-BE49-F238E27FC236}">
                  <a16:creationId xmlns:a16="http://schemas.microsoft.com/office/drawing/2014/main" id="{9B5B1306-A51C-DF48-8AE2-FB114F80D580}"/>
                </a:ext>
              </a:extLst>
            </p:cNvPr>
            <p:cNvGrpSpPr>
              <a:grpSpLocks/>
            </p:cNvGrpSpPr>
            <p:nvPr/>
          </p:nvGrpSpPr>
          <p:grpSpPr bwMode="auto">
            <a:xfrm>
              <a:off x="109" y="1545"/>
              <a:ext cx="335" cy="346"/>
              <a:chOff x="109" y="1545"/>
              <a:chExt cx="335" cy="346"/>
            </a:xfrm>
          </p:grpSpPr>
          <p:sp>
            <p:nvSpPr>
              <p:cNvPr id="109922" name="Freeform 106">
                <a:extLst>
                  <a:ext uri="{FF2B5EF4-FFF2-40B4-BE49-F238E27FC236}">
                    <a16:creationId xmlns:a16="http://schemas.microsoft.com/office/drawing/2014/main" id="{0876B8F8-0E45-7144-B759-A955C8F6C35C}"/>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23" name="Freeform 107">
                <a:extLst>
                  <a:ext uri="{FF2B5EF4-FFF2-40B4-BE49-F238E27FC236}">
                    <a16:creationId xmlns:a16="http://schemas.microsoft.com/office/drawing/2014/main" id="{3498C7AB-0367-E14A-85E3-99E7D4680812}"/>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24" name="Freeform 108">
                <a:extLst>
                  <a:ext uri="{FF2B5EF4-FFF2-40B4-BE49-F238E27FC236}">
                    <a16:creationId xmlns:a16="http://schemas.microsoft.com/office/drawing/2014/main" id="{DA0030D8-E763-A543-8F27-E4C56F57C332}"/>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25" name="Freeform 109">
                <a:extLst>
                  <a:ext uri="{FF2B5EF4-FFF2-40B4-BE49-F238E27FC236}">
                    <a16:creationId xmlns:a16="http://schemas.microsoft.com/office/drawing/2014/main" id="{7BC0AB26-E5D5-2245-8760-02834D403D63}"/>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26" name="Rectangle 110">
                <a:extLst>
                  <a:ext uri="{FF2B5EF4-FFF2-40B4-BE49-F238E27FC236}">
                    <a16:creationId xmlns:a16="http://schemas.microsoft.com/office/drawing/2014/main" id="{11A07A39-B076-8747-9789-0F89340415AB}"/>
                  </a:ext>
                </a:extLst>
              </p:cNvPr>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27" name="Rectangle 111">
                <a:extLst>
                  <a:ext uri="{FF2B5EF4-FFF2-40B4-BE49-F238E27FC236}">
                    <a16:creationId xmlns:a16="http://schemas.microsoft.com/office/drawing/2014/main" id="{F85E0FD8-4735-6040-99F0-388BE6025FFE}"/>
                  </a:ext>
                </a:extLst>
              </p:cNvPr>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28" name="Rectangle 112">
                <a:extLst>
                  <a:ext uri="{FF2B5EF4-FFF2-40B4-BE49-F238E27FC236}">
                    <a16:creationId xmlns:a16="http://schemas.microsoft.com/office/drawing/2014/main" id="{64871B61-25F8-0346-A337-481E6AD08D79}"/>
                  </a:ext>
                </a:extLst>
              </p:cNvPr>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29" name="Line 113">
                <a:extLst>
                  <a:ext uri="{FF2B5EF4-FFF2-40B4-BE49-F238E27FC236}">
                    <a16:creationId xmlns:a16="http://schemas.microsoft.com/office/drawing/2014/main" id="{D89E262F-C70A-BE49-AB08-10480283BCB5}"/>
                  </a:ext>
                </a:extLst>
              </p:cNvPr>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930" name="Group 114">
                <a:extLst>
                  <a:ext uri="{FF2B5EF4-FFF2-40B4-BE49-F238E27FC236}">
                    <a16:creationId xmlns:a16="http://schemas.microsoft.com/office/drawing/2014/main" id="{19AF6249-8A3C-094A-A1FC-29700AEFA2ED}"/>
                  </a:ext>
                </a:extLst>
              </p:cNvPr>
              <p:cNvGrpSpPr>
                <a:grpSpLocks/>
              </p:cNvGrpSpPr>
              <p:nvPr/>
            </p:nvGrpSpPr>
            <p:grpSpPr bwMode="auto">
              <a:xfrm>
                <a:off x="109" y="1841"/>
                <a:ext cx="335" cy="50"/>
                <a:chOff x="109" y="1841"/>
                <a:chExt cx="335" cy="50"/>
              </a:xfrm>
            </p:grpSpPr>
            <p:sp>
              <p:nvSpPr>
                <p:cNvPr id="109931" name="Freeform 115">
                  <a:extLst>
                    <a:ext uri="{FF2B5EF4-FFF2-40B4-BE49-F238E27FC236}">
                      <a16:creationId xmlns:a16="http://schemas.microsoft.com/office/drawing/2014/main" id="{EFEE0E57-588F-BD4E-9180-210092C81651}"/>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32" name="Freeform 116">
                  <a:extLst>
                    <a:ext uri="{FF2B5EF4-FFF2-40B4-BE49-F238E27FC236}">
                      <a16:creationId xmlns:a16="http://schemas.microsoft.com/office/drawing/2014/main" id="{98DE0521-7999-EB42-BC5B-C7BC1CBC3706}"/>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33" name="Rectangle 117">
                  <a:extLst>
                    <a:ext uri="{FF2B5EF4-FFF2-40B4-BE49-F238E27FC236}">
                      <a16:creationId xmlns:a16="http://schemas.microsoft.com/office/drawing/2014/main" id="{C2FC1DA7-29A4-CB4E-8F8E-710E02F43331}"/>
                    </a:ext>
                  </a:extLst>
                </p:cNvPr>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9909" name="Group 118">
              <a:extLst>
                <a:ext uri="{FF2B5EF4-FFF2-40B4-BE49-F238E27FC236}">
                  <a16:creationId xmlns:a16="http://schemas.microsoft.com/office/drawing/2014/main" id="{4DCB31CE-DDA0-3E46-9C48-BE71E9475F4B}"/>
                </a:ext>
              </a:extLst>
            </p:cNvPr>
            <p:cNvGrpSpPr>
              <a:grpSpLocks/>
            </p:cNvGrpSpPr>
            <p:nvPr/>
          </p:nvGrpSpPr>
          <p:grpSpPr bwMode="auto">
            <a:xfrm>
              <a:off x="101" y="1539"/>
              <a:ext cx="335" cy="346"/>
              <a:chOff x="101" y="1539"/>
              <a:chExt cx="335" cy="346"/>
            </a:xfrm>
          </p:grpSpPr>
          <p:sp>
            <p:nvSpPr>
              <p:cNvPr id="109910" name="Freeform 119">
                <a:extLst>
                  <a:ext uri="{FF2B5EF4-FFF2-40B4-BE49-F238E27FC236}">
                    <a16:creationId xmlns:a16="http://schemas.microsoft.com/office/drawing/2014/main" id="{9AA97911-4960-A345-B95B-C62D24028D01}"/>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11" name="Freeform 120">
                <a:extLst>
                  <a:ext uri="{FF2B5EF4-FFF2-40B4-BE49-F238E27FC236}">
                    <a16:creationId xmlns:a16="http://schemas.microsoft.com/office/drawing/2014/main" id="{47F160DD-4F0C-6C4A-A478-1F05B6B5DD5F}"/>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12" name="Freeform 121">
                <a:extLst>
                  <a:ext uri="{FF2B5EF4-FFF2-40B4-BE49-F238E27FC236}">
                    <a16:creationId xmlns:a16="http://schemas.microsoft.com/office/drawing/2014/main" id="{F2E9CA8A-918D-9A40-B274-94F14EFAA225}"/>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13" name="Freeform 122">
                <a:extLst>
                  <a:ext uri="{FF2B5EF4-FFF2-40B4-BE49-F238E27FC236}">
                    <a16:creationId xmlns:a16="http://schemas.microsoft.com/office/drawing/2014/main" id="{46F02636-28B3-F741-9B04-A3FAF2DF5F40}"/>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14" name="Rectangle 123">
                <a:extLst>
                  <a:ext uri="{FF2B5EF4-FFF2-40B4-BE49-F238E27FC236}">
                    <a16:creationId xmlns:a16="http://schemas.microsoft.com/office/drawing/2014/main" id="{C5AD90B4-AEC1-424C-9F07-09FC17586759}"/>
                  </a:ext>
                </a:extLst>
              </p:cNvPr>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15" name="Rectangle 124">
                <a:extLst>
                  <a:ext uri="{FF2B5EF4-FFF2-40B4-BE49-F238E27FC236}">
                    <a16:creationId xmlns:a16="http://schemas.microsoft.com/office/drawing/2014/main" id="{229DA6BB-8EF2-2E4C-B7E9-1F395C5A27F5}"/>
                  </a:ext>
                </a:extLst>
              </p:cNvPr>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16" name="Rectangle 125">
                <a:extLst>
                  <a:ext uri="{FF2B5EF4-FFF2-40B4-BE49-F238E27FC236}">
                    <a16:creationId xmlns:a16="http://schemas.microsoft.com/office/drawing/2014/main" id="{9425702A-C4BC-5E49-A32D-C8FF0C0D6C34}"/>
                  </a:ext>
                </a:extLst>
              </p:cNvPr>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17" name="Line 126">
                <a:extLst>
                  <a:ext uri="{FF2B5EF4-FFF2-40B4-BE49-F238E27FC236}">
                    <a16:creationId xmlns:a16="http://schemas.microsoft.com/office/drawing/2014/main" id="{A47A7AA5-B1C6-624C-9038-4A9AC041C377}"/>
                  </a:ext>
                </a:extLst>
              </p:cNvPr>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918" name="Group 127">
                <a:extLst>
                  <a:ext uri="{FF2B5EF4-FFF2-40B4-BE49-F238E27FC236}">
                    <a16:creationId xmlns:a16="http://schemas.microsoft.com/office/drawing/2014/main" id="{7EE2EB9A-FAEE-7F47-82BB-598BF4B39D80}"/>
                  </a:ext>
                </a:extLst>
              </p:cNvPr>
              <p:cNvGrpSpPr>
                <a:grpSpLocks/>
              </p:cNvGrpSpPr>
              <p:nvPr/>
            </p:nvGrpSpPr>
            <p:grpSpPr bwMode="auto">
              <a:xfrm>
                <a:off x="101" y="1834"/>
                <a:ext cx="335" cy="51"/>
                <a:chOff x="101" y="1834"/>
                <a:chExt cx="335" cy="51"/>
              </a:xfrm>
            </p:grpSpPr>
            <p:sp>
              <p:nvSpPr>
                <p:cNvPr id="109919" name="Freeform 128">
                  <a:extLst>
                    <a:ext uri="{FF2B5EF4-FFF2-40B4-BE49-F238E27FC236}">
                      <a16:creationId xmlns:a16="http://schemas.microsoft.com/office/drawing/2014/main" id="{84115D84-5C01-BC4E-B8D2-F04365C2AF7D}"/>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20" name="Freeform 129">
                  <a:extLst>
                    <a:ext uri="{FF2B5EF4-FFF2-40B4-BE49-F238E27FC236}">
                      <a16:creationId xmlns:a16="http://schemas.microsoft.com/office/drawing/2014/main" id="{177FFE53-DBCA-9E47-993C-11F48FC4B3D1}"/>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21" name="Rectangle 130">
                  <a:extLst>
                    <a:ext uri="{FF2B5EF4-FFF2-40B4-BE49-F238E27FC236}">
                      <a16:creationId xmlns:a16="http://schemas.microsoft.com/office/drawing/2014/main" id="{3A256110-643A-1349-9C75-2F1C94EFCDEB}"/>
                    </a:ext>
                  </a:extLst>
                </p:cNvPr>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9594" name="Group 131">
            <a:extLst>
              <a:ext uri="{FF2B5EF4-FFF2-40B4-BE49-F238E27FC236}">
                <a16:creationId xmlns:a16="http://schemas.microsoft.com/office/drawing/2014/main" id="{E624E39A-5F5C-CF4E-8457-0BC593522BF8}"/>
              </a:ext>
            </a:extLst>
          </p:cNvPr>
          <p:cNvGrpSpPr>
            <a:grpSpLocks/>
          </p:cNvGrpSpPr>
          <p:nvPr/>
        </p:nvGrpSpPr>
        <p:grpSpPr bwMode="auto">
          <a:xfrm>
            <a:off x="7261622" y="2743200"/>
            <a:ext cx="379809" cy="385763"/>
            <a:chOff x="5237" y="2322"/>
            <a:chExt cx="343" cy="352"/>
          </a:xfrm>
        </p:grpSpPr>
        <p:grpSp>
          <p:nvGrpSpPr>
            <p:cNvPr id="109882" name="Group 132">
              <a:extLst>
                <a:ext uri="{FF2B5EF4-FFF2-40B4-BE49-F238E27FC236}">
                  <a16:creationId xmlns:a16="http://schemas.microsoft.com/office/drawing/2014/main" id="{828018AF-99F5-AF48-992C-0A5B2C1B4BED}"/>
                </a:ext>
              </a:extLst>
            </p:cNvPr>
            <p:cNvGrpSpPr>
              <a:grpSpLocks/>
            </p:cNvGrpSpPr>
            <p:nvPr/>
          </p:nvGrpSpPr>
          <p:grpSpPr bwMode="auto">
            <a:xfrm>
              <a:off x="5245" y="2328"/>
              <a:ext cx="335" cy="346"/>
              <a:chOff x="5245" y="2328"/>
              <a:chExt cx="335" cy="346"/>
            </a:xfrm>
          </p:grpSpPr>
          <p:sp>
            <p:nvSpPr>
              <p:cNvPr id="109896" name="Freeform 133">
                <a:extLst>
                  <a:ext uri="{FF2B5EF4-FFF2-40B4-BE49-F238E27FC236}">
                    <a16:creationId xmlns:a16="http://schemas.microsoft.com/office/drawing/2014/main" id="{53F99D71-1722-2248-9055-E09AAA2549E3}"/>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97" name="Freeform 134">
                <a:extLst>
                  <a:ext uri="{FF2B5EF4-FFF2-40B4-BE49-F238E27FC236}">
                    <a16:creationId xmlns:a16="http://schemas.microsoft.com/office/drawing/2014/main" id="{4D68B7B7-50D6-C64C-BAE9-2E0739C0CECF}"/>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98" name="Freeform 135">
                <a:extLst>
                  <a:ext uri="{FF2B5EF4-FFF2-40B4-BE49-F238E27FC236}">
                    <a16:creationId xmlns:a16="http://schemas.microsoft.com/office/drawing/2014/main" id="{933056CF-243F-984F-A90D-9152171C0D8E}"/>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99" name="Freeform 136">
                <a:extLst>
                  <a:ext uri="{FF2B5EF4-FFF2-40B4-BE49-F238E27FC236}">
                    <a16:creationId xmlns:a16="http://schemas.microsoft.com/office/drawing/2014/main" id="{5EBD8C16-18EE-1A4F-BE79-2CB51F43A22D}"/>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00" name="Rectangle 137">
                <a:extLst>
                  <a:ext uri="{FF2B5EF4-FFF2-40B4-BE49-F238E27FC236}">
                    <a16:creationId xmlns:a16="http://schemas.microsoft.com/office/drawing/2014/main" id="{2F98C57A-8ACF-3742-AB60-2B5B17D863C1}"/>
                  </a:ext>
                </a:extLst>
              </p:cNvPr>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01" name="Rectangle 138">
                <a:extLst>
                  <a:ext uri="{FF2B5EF4-FFF2-40B4-BE49-F238E27FC236}">
                    <a16:creationId xmlns:a16="http://schemas.microsoft.com/office/drawing/2014/main" id="{B0AD456B-CF4A-E744-AC22-CA687622E640}"/>
                  </a:ext>
                </a:extLst>
              </p:cNvPr>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02" name="Rectangle 139">
                <a:extLst>
                  <a:ext uri="{FF2B5EF4-FFF2-40B4-BE49-F238E27FC236}">
                    <a16:creationId xmlns:a16="http://schemas.microsoft.com/office/drawing/2014/main" id="{74BE69CE-4F30-1148-A724-6D65865AD1C8}"/>
                  </a:ext>
                </a:extLst>
              </p:cNvPr>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03" name="Line 140">
                <a:extLst>
                  <a:ext uri="{FF2B5EF4-FFF2-40B4-BE49-F238E27FC236}">
                    <a16:creationId xmlns:a16="http://schemas.microsoft.com/office/drawing/2014/main" id="{F2E0E451-FDBA-4848-9DEF-87AD9BA4E587}"/>
                  </a:ext>
                </a:extLst>
              </p:cNvPr>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904" name="Group 141">
                <a:extLst>
                  <a:ext uri="{FF2B5EF4-FFF2-40B4-BE49-F238E27FC236}">
                    <a16:creationId xmlns:a16="http://schemas.microsoft.com/office/drawing/2014/main" id="{CCBA955A-C174-FD46-899F-9C643DFE2AB5}"/>
                  </a:ext>
                </a:extLst>
              </p:cNvPr>
              <p:cNvGrpSpPr>
                <a:grpSpLocks/>
              </p:cNvGrpSpPr>
              <p:nvPr/>
            </p:nvGrpSpPr>
            <p:grpSpPr bwMode="auto">
              <a:xfrm>
                <a:off x="5245" y="2624"/>
                <a:ext cx="335" cy="50"/>
                <a:chOff x="5245" y="2624"/>
                <a:chExt cx="335" cy="50"/>
              </a:xfrm>
            </p:grpSpPr>
            <p:sp>
              <p:nvSpPr>
                <p:cNvPr id="109905" name="Freeform 142">
                  <a:extLst>
                    <a:ext uri="{FF2B5EF4-FFF2-40B4-BE49-F238E27FC236}">
                      <a16:creationId xmlns:a16="http://schemas.microsoft.com/office/drawing/2014/main" id="{6E71448E-6E9D-0143-818D-B5AFA2A2EDE7}"/>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06" name="Freeform 143">
                  <a:extLst>
                    <a:ext uri="{FF2B5EF4-FFF2-40B4-BE49-F238E27FC236}">
                      <a16:creationId xmlns:a16="http://schemas.microsoft.com/office/drawing/2014/main" id="{12271C31-A67F-0046-8779-FA3F6B807FF8}"/>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07" name="Rectangle 144">
                  <a:extLst>
                    <a:ext uri="{FF2B5EF4-FFF2-40B4-BE49-F238E27FC236}">
                      <a16:creationId xmlns:a16="http://schemas.microsoft.com/office/drawing/2014/main" id="{997D05A9-B4D9-6049-95C8-C06B5C9833AA}"/>
                    </a:ext>
                  </a:extLst>
                </p:cNvPr>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9883" name="Group 145">
              <a:extLst>
                <a:ext uri="{FF2B5EF4-FFF2-40B4-BE49-F238E27FC236}">
                  <a16:creationId xmlns:a16="http://schemas.microsoft.com/office/drawing/2014/main" id="{307F7228-1FB7-7D4E-BB94-D5021A44701A}"/>
                </a:ext>
              </a:extLst>
            </p:cNvPr>
            <p:cNvGrpSpPr>
              <a:grpSpLocks/>
            </p:cNvGrpSpPr>
            <p:nvPr/>
          </p:nvGrpSpPr>
          <p:grpSpPr bwMode="auto">
            <a:xfrm>
              <a:off x="5237" y="2322"/>
              <a:ext cx="335" cy="346"/>
              <a:chOff x="5237" y="2322"/>
              <a:chExt cx="335" cy="346"/>
            </a:xfrm>
          </p:grpSpPr>
          <p:sp>
            <p:nvSpPr>
              <p:cNvPr id="109884" name="Freeform 146">
                <a:extLst>
                  <a:ext uri="{FF2B5EF4-FFF2-40B4-BE49-F238E27FC236}">
                    <a16:creationId xmlns:a16="http://schemas.microsoft.com/office/drawing/2014/main" id="{E4850834-A3DC-374A-9927-2D0C3555FB28}"/>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85" name="Freeform 147">
                <a:extLst>
                  <a:ext uri="{FF2B5EF4-FFF2-40B4-BE49-F238E27FC236}">
                    <a16:creationId xmlns:a16="http://schemas.microsoft.com/office/drawing/2014/main" id="{0C43EEA2-847D-0B47-B0F9-FA8A579882F8}"/>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86" name="Freeform 148">
                <a:extLst>
                  <a:ext uri="{FF2B5EF4-FFF2-40B4-BE49-F238E27FC236}">
                    <a16:creationId xmlns:a16="http://schemas.microsoft.com/office/drawing/2014/main" id="{87F47E40-BCCD-104D-B3BE-2C204B3F8A50}"/>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87" name="Freeform 149">
                <a:extLst>
                  <a:ext uri="{FF2B5EF4-FFF2-40B4-BE49-F238E27FC236}">
                    <a16:creationId xmlns:a16="http://schemas.microsoft.com/office/drawing/2014/main" id="{59E72AC9-64DE-1B48-9E56-AD27701B2E41}"/>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88" name="Rectangle 150">
                <a:extLst>
                  <a:ext uri="{FF2B5EF4-FFF2-40B4-BE49-F238E27FC236}">
                    <a16:creationId xmlns:a16="http://schemas.microsoft.com/office/drawing/2014/main" id="{5121194E-BB2B-6A47-ABE3-458B76ED503F}"/>
                  </a:ext>
                </a:extLst>
              </p:cNvPr>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89" name="Rectangle 151">
                <a:extLst>
                  <a:ext uri="{FF2B5EF4-FFF2-40B4-BE49-F238E27FC236}">
                    <a16:creationId xmlns:a16="http://schemas.microsoft.com/office/drawing/2014/main" id="{CAB95CE9-15AC-E848-B5E2-31D095E10F85}"/>
                  </a:ext>
                </a:extLst>
              </p:cNvPr>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90" name="Rectangle 152">
                <a:extLst>
                  <a:ext uri="{FF2B5EF4-FFF2-40B4-BE49-F238E27FC236}">
                    <a16:creationId xmlns:a16="http://schemas.microsoft.com/office/drawing/2014/main" id="{C0E67F6E-1942-D649-8829-AB839D08C9D9}"/>
                  </a:ext>
                </a:extLst>
              </p:cNvPr>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91" name="Line 153">
                <a:extLst>
                  <a:ext uri="{FF2B5EF4-FFF2-40B4-BE49-F238E27FC236}">
                    <a16:creationId xmlns:a16="http://schemas.microsoft.com/office/drawing/2014/main" id="{D1AC35CC-EFBF-6B47-A03E-B12072373D18}"/>
                  </a:ext>
                </a:extLst>
              </p:cNvPr>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892" name="Group 154">
                <a:extLst>
                  <a:ext uri="{FF2B5EF4-FFF2-40B4-BE49-F238E27FC236}">
                    <a16:creationId xmlns:a16="http://schemas.microsoft.com/office/drawing/2014/main" id="{6A536057-FA57-224C-A1ED-2E130B87B34A}"/>
                  </a:ext>
                </a:extLst>
              </p:cNvPr>
              <p:cNvGrpSpPr>
                <a:grpSpLocks/>
              </p:cNvGrpSpPr>
              <p:nvPr/>
            </p:nvGrpSpPr>
            <p:grpSpPr bwMode="auto">
              <a:xfrm>
                <a:off x="5237" y="2617"/>
                <a:ext cx="335" cy="51"/>
                <a:chOff x="5237" y="2617"/>
                <a:chExt cx="335" cy="51"/>
              </a:xfrm>
            </p:grpSpPr>
            <p:sp>
              <p:nvSpPr>
                <p:cNvPr id="109893" name="Freeform 155">
                  <a:extLst>
                    <a:ext uri="{FF2B5EF4-FFF2-40B4-BE49-F238E27FC236}">
                      <a16:creationId xmlns:a16="http://schemas.microsoft.com/office/drawing/2014/main" id="{C0B31A9B-99F8-AF48-BC74-A33A97014186}"/>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94" name="Freeform 156">
                  <a:extLst>
                    <a:ext uri="{FF2B5EF4-FFF2-40B4-BE49-F238E27FC236}">
                      <a16:creationId xmlns:a16="http://schemas.microsoft.com/office/drawing/2014/main" id="{275C8010-C4A2-914E-B742-3F639F1694DB}"/>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95" name="Rectangle 157">
                  <a:extLst>
                    <a:ext uri="{FF2B5EF4-FFF2-40B4-BE49-F238E27FC236}">
                      <a16:creationId xmlns:a16="http://schemas.microsoft.com/office/drawing/2014/main" id="{4E279F92-6D3A-0D4B-A0FA-87CAC737E8F0}"/>
                    </a:ext>
                  </a:extLst>
                </p:cNvPr>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9595" name="Group 158">
            <a:extLst>
              <a:ext uri="{FF2B5EF4-FFF2-40B4-BE49-F238E27FC236}">
                <a16:creationId xmlns:a16="http://schemas.microsoft.com/office/drawing/2014/main" id="{023A2819-A7FA-BD49-8A69-E7180714B2F2}"/>
              </a:ext>
            </a:extLst>
          </p:cNvPr>
          <p:cNvGrpSpPr>
            <a:grpSpLocks/>
          </p:cNvGrpSpPr>
          <p:nvPr/>
        </p:nvGrpSpPr>
        <p:grpSpPr bwMode="auto">
          <a:xfrm>
            <a:off x="7261622" y="1935956"/>
            <a:ext cx="379809" cy="386954"/>
            <a:chOff x="5237" y="1587"/>
            <a:chExt cx="343" cy="353"/>
          </a:xfrm>
        </p:grpSpPr>
        <p:grpSp>
          <p:nvGrpSpPr>
            <p:cNvPr id="109856" name="Group 159">
              <a:extLst>
                <a:ext uri="{FF2B5EF4-FFF2-40B4-BE49-F238E27FC236}">
                  <a16:creationId xmlns:a16="http://schemas.microsoft.com/office/drawing/2014/main" id="{A7F446CC-C9E4-DA4F-8369-922865B729E0}"/>
                </a:ext>
              </a:extLst>
            </p:cNvPr>
            <p:cNvGrpSpPr>
              <a:grpSpLocks/>
            </p:cNvGrpSpPr>
            <p:nvPr/>
          </p:nvGrpSpPr>
          <p:grpSpPr bwMode="auto">
            <a:xfrm>
              <a:off x="5245" y="1594"/>
              <a:ext cx="335" cy="346"/>
              <a:chOff x="5245" y="1594"/>
              <a:chExt cx="335" cy="346"/>
            </a:xfrm>
          </p:grpSpPr>
          <p:sp>
            <p:nvSpPr>
              <p:cNvPr id="109870" name="Freeform 160">
                <a:extLst>
                  <a:ext uri="{FF2B5EF4-FFF2-40B4-BE49-F238E27FC236}">
                    <a16:creationId xmlns:a16="http://schemas.microsoft.com/office/drawing/2014/main" id="{DF8A2DCE-31DE-1A45-B099-3A3AA31304B1}"/>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71" name="Freeform 161">
                <a:extLst>
                  <a:ext uri="{FF2B5EF4-FFF2-40B4-BE49-F238E27FC236}">
                    <a16:creationId xmlns:a16="http://schemas.microsoft.com/office/drawing/2014/main" id="{BE6C7E9D-C619-CB43-BDC7-0C6050F44DAE}"/>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72" name="Freeform 162">
                <a:extLst>
                  <a:ext uri="{FF2B5EF4-FFF2-40B4-BE49-F238E27FC236}">
                    <a16:creationId xmlns:a16="http://schemas.microsoft.com/office/drawing/2014/main" id="{186AD209-24A9-1F44-BE09-EEC833872CE1}"/>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73" name="Freeform 163">
                <a:extLst>
                  <a:ext uri="{FF2B5EF4-FFF2-40B4-BE49-F238E27FC236}">
                    <a16:creationId xmlns:a16="http://schemas.microsoft.com/office/drawing/2014/main" id="{2385433F-3ACD-E243-A052-0E067A0EF077}"/>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74" name="Rectangle 164">
                <a:extLst>
                  <a:ext uri="{FF2B5EF4-FFF2-40B4-BE49-F238E27FC236}">
                    <a16:creationId xmlns:a16="http://schemas.microsoft.com/office/drawing/2014/main" id="{2A306821-A5F5-7B44-BAFE-B3C63EDEF0CE}"/>
                  </a:ext>
                </a:extLst>
              </p:cNvPr>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75" name="Rectangle 165">
                <a:extLst>
                  <a:ext uri="{FF2B5EF4-FFF2-40B4-BE49-F238E27FC236}">
                    <a16:creationId xmlns:a16="http://schemas.microsoft.com/office/drawing/2014/main" id="{6C222705-D76F-354D-A952-94D3A797242B}"/>
                  </a:ext>
                </a:extLst>
              </p:cNvPr>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76" name="Rectangle 166">
                <a:extLst>
                  <a:ext uri="{FF2B5EF4-FFF2-40B4-BE49-F238E27FC236}">
                    <a16:creationId xmlns:a16="http://schemas.microsoft.com/office/drawing/2014/main" id="{87CE6F90-90BC-784F-BD8C-9ABD86A7430F}"/>
                  </a:ext>
                </a:extLst>
              </p:cNvPr>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77" name="Line 167">
                <a:extLst>
                  <a:ext uri="{FF2B5EF4-FFF2-40B4-BE49-F238E27FC236}">
                    <a16:creationId xmlns:a16="http://schemas.microsoft.com/office/drawing/2014/main" id="{7546DA71-C71C-F94E-AD84-0F54D6F54114}"/>
                  </a:ext>
                </a:extLst>
              </p:cNvPr>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878" name="Group 168">
                <a:extLst>
                  <a:ext uri="{FF2B5EF4-FFF2-40B4-BE49-F238E27FC236}">
                    <a16:creationId xmlns:a16="http://schemas.microsoft.com/office/drawing/2014/main" id="{0101A003-2948-B74A-8887-D6A5A70ADCCC}"/>
                  </a:ext>
                </a:extLst>
              </p:cNvPr>
              <p:cNvGrpSpPr>
                <a:grpSpLocks/>
              </p:cNvGrpSpPr>
              <p:nvPr/>
            </p:nvGrpSpPr>
            <p:grpSpPr bwMode="auto">
              <a:xfrm>
                <a:off x="5245" y="1889"/>
                <a:ext cx="335" cy="51"/>
                <a:chOff x="5245" y="1889"/>
                <a:chExt cx="335" cy="51"/>
              </a:xfrm>
            </p:grpSpPr>
            <p:sp>
              <p:nvSpPr>
                <p:cNvPr id="109879" name="Freeform 169">
                  <a:extLst>
                    <a:ext uri="{FF2B5EF4-FFF2-40B4-BE49-F238E27FC236}">
                      <a16:creationId xmlns:a16="http://schemas.microsoft.com/office/drawing/2014/main" id="{F2567EB7-EFCA-A94D-A520-A9D30875EFD5}"/>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80" name="Freeform 170">
                  <a:extLst>
                    <a:ext uri="{FF2B5EF4-FFF2-40B4-BE49-F238E27FC236}">
                      <a16:creationId xmlns:a16="http://schemas.microsoft.com/office/drawing/2014/main" id="{89BEE555-4AB3-2444-9A29-6141EF857C1F}"/>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81" name="Rectangle 171">
                  <a:extLst>
                    <a:ext uri="{FF2B5EF4-FFF2-40B4-BE49-F238E27FC236}">
                      <a16:creationId xmlns:a16="http://schemas.microsoft.com/office/drawing/2014/main" id="{D7A4C508-9AD0-5A44-AEBE-FBB1C358BB31}"/>
                    </a:ext>
                  </a:extLst>
                </p:cNvPr>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9857" name="Group 172">
              <a:extLst>
                <a:ext uri="{FF2B5EF4-FFF2-40B4-BE49-F238E27FC236}">
                  <a16:creationId xmlns:a16="http://schemas.microsoft.com/office/drawing/2014/main" id="{1CF74D0D-AE01-D448-BFCC-66BF991566E1}"/>
                </a:ext>
              </a:extLst>
            </p:cNvPr>
            <p:cNvGrpSpPr>
              <a:grpSpLocks/>
            </p:cNvGrpSpPr>
            <p:nvPr/>
          </p:nvGrpSpPr>
          <p:grpSpPr bwMode="auto">
            <a:xfrm>
              <a:off x="5237" y="1587"/>
              <a:ext cx="335" cy="346"/>
              <a:chOff x="5237" y="1587"/>
              <a:chExt cx="335" cy="346"/>
            </a:xfrm>
          </p:grpSpPr>
          <p:sp>
            <p:nvSpPr>
              <p:cNvPr id="109858" name="Freeform 173">
                <a:extLst>
                  <a:ext uri="{FF2B5EF4-FFF2-40B4-BE49-F238E27FC236}">
                    <a16:creationId xmlns:a16="http://schemas.microsoft.com/office/drawing/2014/main" id="{7D3AED04-9A7C-2841-A4C5-7DF1A064E412}"/>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59" name="Freeform 174">
                <a:extLst>
                  <a:ext uri="{FF2B5EF4-FFF2-40B4-BE49-F238E27FC236}">
                    <a16:creationId xmlns:a16="http://schemas.microsoft.com/office/drawing/2014/main" id="{571C42BE-F210-9C4E-9A20-64BDE5FE5819}"/>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60" name="Freeform 175">
                <a:extLst>
                  <a:ext uri="{FF2B5EF4-FFF2-40B4-BE49-F238E27FC236}">
                    <a16:creationId xmlns:a16="http://schemas.microsoft.com/office/drawing/2014/main" id="{AAA7D348-76C5-2642-A80A-EBF137D6AC2E}"/>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61" name="Freeform 176">
                <a:extLst>
                  <a:ext uri="{FF2B5EF4-FFF2-40B4-BE49-F238E27FC236}">
                    <a16:creationId xmlns:a16="http://schemas.microsoft.com/office/drawing/2014/main" id="{51CCB3B9-9CDC-E04C-A53B-BFAAFADBF22C}"/>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62" name="Rectangle 177">
                <a:extLst>
                  <a:ext uri="{FF2B5EF4-FFF2-40B4-BE49-F238E27FC236}">
                    <a16:creationId xmlns:a16="http://schemas.microsoft.com/office/drawing/2014/main" id="{F3FD8ECD-34C6-674F-AE9F-FD3F08818D6E}"/>
                  </a:ext>
                </a:extLst>
              </p:cNvPr>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63" name="Rectangle 178">
                <a:extLst>
                  <a:ext uri="{FF2B5EF4-FFF2-40B4-BE49-F238E27FC236}">
                    <a16:creationId xmlns:a16="http://schemas.microsoft.com/office/drawing/2014/main" id="{6BB44CA0-EF6E-0445-9031-8C0C77486FC9}"/>
                  </a:ext>
                </a:extLst>
              </p:cNvPr>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64" name="Rectangle 179">
                <a:extLst>
                  <a:ext uri="{FF2B5EF4-FFF2-40B4-BE49-F238E27FC236}">
                    <a16:creationId xmlns:a16="http://schemas.microsoft.com/office/drawing/2014/main" id="{888FCC72-9C89-E941-92A7-3FCD568F49E4}"/>
                  </a:ext>
                </a:extLst>
              </p:cNvPr>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65" name="Line 180">
                <a:extLst>
                  <a:ext uri="{FF2B5EF4-FFF2-40B4-BE49-F238E27FC236}">
                    <a16:creationId xmlns:a16="http://schemas.microsoft.com/office/drawing/2014/main" id="{15F996A1-EE42-6A4B-B405-69A425E4CDF0}"/>
                  </a:ext>
                </a:extLst>
              </p:cNvPr>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866" name="Group 181">
                <a:extLst>
                  <a:ext uri="{FF2B5EF4-FFF2-40B4-BE49-F238E27FC236}">
                    <a16:creationId xmlns:a16="http://schemas.microsoft.com/office/drawing/2014/main" id="{9A04D2EB-456B-0047-9750-A88393B4A472}"/>
                  </a:ext>
                </a:extLst>
              </p:cNvPr>
              <p:cNvGrpSpPr>
                <a:grpSpLocks/>
              </p:cNvGrpSpPr>
              <p:nvPr/>
            </p:nvGrpSpPr>
            <p:grpSpPr bwMode="auto">
              <a:xfrm>
                <a:off x="5237" y="1883"/>
                <a:ext cx="335" cy="50"/>
                <a:chOff x="5237" y="1883"/>
                <a:chExt cx="335" cy="50"/>
              </a:xfrm>
            </p:grpSpPr>
            <p:sp>
              <p:nvSpPr>
                <p:cNvPr id="109867" name="Freeform 182">
                  <a:extLst>
                    <a:ext uri="{FF2B5EF4-FFF2-40B4-BE49-F238E27FC236}">
                      <a16:creationId xmlns:a16="http://schemas.microsoft.com/office/drawing/2014/main" id="{C7AB16BB-B072-0D40-A468-EC0B03747BB6}"/>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68" name="Freeform 183">
                  <a:extLst>
                    <a:ext uri="{FF2B5EF4-FFF2-40B4-BE49-F238E27FC236}">
                      <a16:creationId xmlns:a16="http://schemas.microsoft.com/office/drawing/2014/main" id="{68048826-515A-5245-A549-72628CA5D5CC}"/>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69" name="Rectangle 184">
                  <a:extLst>
                    <a:ext uri="{FF2B5EF4-FFF2-40B4-BE49-F238E27FC236}">
                      <a16:creationId xmlns:a16="http://schemas.microsoft.com/office/drawing/2014/main" id="{F760807B-68F5-6C4C-92C0-030BA1E54BAF}"/>
                    </a:ext>
                  </a:extLst>
                </p:cNvPr>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09596" name="Rectangle 185">
            <a:extLst>
              <a:ext uri="{FF2B5EF4-FFF2-40B4-BE49-F238E27FC236}">
                <a16:creationId xmlns:a16="http://schemas.microsoft.com/office/drawing/2014/main" id="{7D632936-1657-FD4E-B8C4-3565A70925CB}"/>
              </a:ext>
            </a:extLst>
          </p:cNvPr>
          <p:cNvSpPr>
            <a:spLocks noChangeArrowheads="1"/>
          </p:cNvSpPr>
          <p:nvPr/>
        </p:nvSpPr>
        <p:spPr bwMode="auto">
          <a:xfrm>
            <a:off x="2568179" y="1440656"/>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597" name="Rectangle 186">
            <a:extLst>
              <a:ext uri="{FF2B5EF4-FFF2-40B4-BE49-F238E27FC236}">
                <a16:creationId xmlns:a16="http://schemas.microsoft.com/office/drawing/2014/main" id="{B9E4F1A3-4EBE-2949-9922-212378E80306}"/>
              </a:ext>
            </a:extLst>
          </p:cNvPr>
          <p:cNvSpPr>
            <a:spLocks noChangeArrowheads="1"/>
          </p:cNvSpPr>
          <p:nvPr/>
        </p:nvSpPr>
        <p:spPr bwMode="auto">
          <a:xfrm>
            <a:off x="2900363" y="1743075"/>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222.1.1.</a:t>
            </a:r>
            <a:endParaRPr kumimoji="1" lang="en-US" altLang="zh-CN" sz="1500">
              <a:latin typeface="Arial" panose="020B0604020202020204" pitchFamily="34" charset="0"/>
              <a:ea typeface="宋体" panose="02010600030101010101" pitchFamily="2" charset="-122"/>
            </a:endParaRPr>
          </a:p>
        </p:txBody>
      </p:sp>
      <p:sp>
        <p:nvSpPr>
          <p:cNvPr id="109598" name="Rectangle 187">
            <a:extLst>
              <a:ext uri="{FF2B5EF4-FFF2-40B4-BE49-F238E27FC236}">
                <a16:creationId xmlns:a16="http://schemas.microsoft.com/office/drawing/2014/main" id="{F6B89DA5-DBAD-C045-8066-FEACB06F08EF}"/>
              </a:ext>
            </a:extLst>
          </p:cNvPr>
          <p:cNvSpPr>
            <a:spLocks noChangeArrowheads="1"/>
          </p:cNvSpPr>
          <p:nvPr/>
        </p:nvSpPr>
        <p:spPr bwMode="auto">
          <a:xfrm>
            <a:off x="3819526" y="1112044"/>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599" name="Rectangle 188">
            <a:extLst>
              <a:ext uri="{FF2B5EF4-FFF2-40B4-BE49-F238E27FC236}">
                <a16:creationId xmlns:a16="http://schemas.microsoft.com/office/drawing/2014/main" id="{C22B4DFA-DB52-A640-97CB-EFAD981B5105}"/>
              </a:ext>
            </a:extLst>
          </p:cNvPr>
          <p:cNvSpPr>
            <a:spLocks noChangeArrowheads="1"/>
          </p:cNvSpPr>
          <p:nvPr/>
        </p:nvSpPr>
        <p:spPr bwMode="auto">
          <a:xfrm>
            <a:off x="3756423"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222.1.1.1</a:t>
            </a:r>
          </a:p>
        </p:txBody>
      </p:sp>
      <p:sp>
        <p:nvSpPr>
          <p:cNvPr id="109600" name="Rectangle 189">
            <a:extLst>
              <a:ext uri="{FF2B5EF4-FFF2-40B4-BE49-F238E27FC236}">
                <a16:creationId xmlns:a16="http://schemas.microsoft.com/office/drawing/2014/main" id="{9FA69F1A-A12A-D041-B2C5-4445FE5CA16C}"/>
              </a:ext>
            </a:extLst>
          </p:cNvPr>
          <p:cNvSpPr>
            <a:spLocks noChangeArrowheads="1"/>
          </p:cNvSpPr>
          <p:nvPr/>
        </p:nvSpPr>
        <p:spPr bwMode="auto">
          <a:xfrm>
            <a:off x="4978004"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01" name="Rectangle 190">
            <a:extLst>
              <a:ext uri="{FF2B5EF4-FFF2-40B4-BE49-F238E27FC236}">
                <a16:creationId xmlns:a16="http://schemas.microsoft.com/office/drawing/2014/main" id="{CDECB56F-26B7-FB4A-9E00-1AC6286823DD}"/>
              </a:ext>
            </a:extLst>
          </p:cNvPr>
          <p:cNvSpPr>
            <a:spLocks noChangeArrowheads="1"/>
          </p:cNvSpPr>
          <p:nvPr/>
        </p:nvSpPr>
        <p:spPr bwMode="auto">
          <a:xfrm>
            <a:off x="4898232"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222.1.1.2</a:t>
            </a:r>
          </a:p>
        </p:txBody>
      </p:sp>
      <p:sp>
        <p:nvSpPr>
          <p:cNvPr id="109602" name="Rectangle 191">
            <a:extLst>
              <a:ext uri="{FF2B5EF4-FFF2-40B4-BE49-F238E27FC236}">
                <a16:creationId xmlns:a16="http://schemas.microsoft.com/office/drawing/2014/main" id="{FF27011F-5490-3143-AE0E-DEFFA8BE5170}"/>
              </a:ext>
            </a:extLst>
          </p:cNvPr>
          <p:cNvSpPr>
            <a:spLocks noChangeArrowheads="1"/>
          </p:cNvSpPr>
          <p:nvPr/>
        </p:nvSpPr>
        <p:spPr bwMode="auto">
          <a:xfrm>
            <a:off x="6173392"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03" name="Rectangle 192">
            <a:extLst>
              <a:ext uri="{FF2B5EF4-FFF2-40B4-BE49-F238E27FC236}">
                <a16:creationId xmlns:a16="http://schemas.microsoft.com/office/drawing/2014/main" id="{81430C91-42D0-C343-87CE-150FE04D8169}"/>
              </a:ext>
            </a:extLst>
          </p:cNvPr>
          <p:cNvSpPr>
            <a:spLocks noChangeArrowheads="1"/>
          </p:cNvSpPr>
          <p:nvPr/>
        </p:nvSpPr>
        <p:spPr bwMode="auto">
          <a:xfrm>
            <a:off x="6059091" y="10596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222.1.1.3</a:t>
            </a:r>
          </a:p>
        </p:txBody>
      </p:sp>
      <p:sp>
        <p:nvSpPr>
          <p:cNvPr id="109604" name="Rectangle 193">
            <a:extLst>
              <a:ext uri="{FF2B5EF4-FFF2-40B4-BE49-F238E27FC236}">
                <a16:creationId xmlns:a16="http://schemas.microsoft.com/office/drawing/2014/main" id="{EC275C44-E024-074C-B969-AA445D449792}"/>
              </a:ext>
            </a:extLst>
          </p:cNvPr>
          <p:cNvSpPr>
            <a:spLocks noChangeArrowheads="1"/>
          </p:cNvSpPr>
          <p:nvPr/>
        </p:nvSpPr>
        <p:spPr bwMode="auto">
          <a:xfrm>
            <a:off x="4269581" y="1603772"/>
            <a:ext cx="20241" cy="40362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9605" name="Group 194">
            <a:extLst>
              <a:ext uri="{FF2B5EF4-FFF2-40B4-BE49-F238E27FC236}">
                <a16:creationId xmlns:a16="http://schemas.microsoft.com/office/drawing/2014/main" id="{5C61EAD0-04A7-0F45-9D64-3B68B1A56449}"/>
              </a:ext>
            </a:extLst>
          </p:cNvPr>
          <p:cNvGrpSpPr>
            <a:grpSpLocks/>
          </p:cNvGrpSpPr>
          <p:nvPr/>
        </p:nvGrpSpPr>
        <p:grpSpPr bwMode="auto">
          <a:xfrm>
            <a:off x="4010025" y="1972866"/>
            <a:ext cx="485775" cy="289322"/>
            <a:chOff x="2299" y="1622"/>
            <a:chExt cx="439" cy="262"/>
          </a:xfrm>
        </p:grpSpPr>
        <p:sp>
          <p:nvSpPr>
            <p:cNvPr id="109831" name="Oval 195">
              <a:extLst>
                <a:ext uri="{FF2B5EF4-FFF2-40B4-BE49-F238E27FC236}">
                  <a16:creationId xmlns:a16="http://schemas.microsoft.com/office/drawing/2014/main" id="{DFFDE017-152C-DA4E-A72E-AFA152334B96}"/>
                </a:ext>
              </a:extLst>
            </p:cNvPr>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32" name="Rectangle 196">
              <a:extLst>
                <a:ext uri="{FF2B5EF4-FFF2-40B4-BE49-F238E27FC236}">
                  <a16:creationId xmlns:a16="http://schemas.microsoft.com/office/drawing/2014/main" id="{BCEE2795-7F46-D54A-A4A9-37ED20B93AF3}"/>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33" name="Rectangle 197">
              <a:extLst>
                <a:ext uri="{FF2B5EF4-FFF2-40B4-BE49-F238E27FC236}">
                  <a16:creationId xmlns:a16="http://schemas.microsoft.com/office/drawing/2014/main" id="{B84471E4-C0BB-6743-81C9-23B28ABB4105}"/>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34" name="Oval 198">
              <a:extLst>
                <a:ext uri="{FF2B5EF4-FFF2-40B4-BE49-F238E27FC236}">
                  <a16:creationId xmlns:a16="http://schemas.microsoft.com/office/drawing/2014/main" id="{F62E7D9F-C423-974A-977B-D17A8E5AE8BC}"/>
                </a:ext>
              </a:extLst>
            </p:cNvPr>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9835" name="Group 199">
              <a:extLst>
                <a:ext uri="{FF2B5EF4-FFF2-40B4-BE49-F238E27FC236}">
                  <a16:creationId xmlns:a16="http://schemas.microsoft.com/office/drawing/2014/main" id="{503B4695-5332-0D4D-9EFC-84847344E584}"/>
                </a:ext>
              </a:extLst>
            </p:cNvPr>
            <p:cNvGrpSpPr>
              <a:grpSpLocks/>
            </p:cNvGrpSpPr>
            <p:nvPr/>
          </p:nvGrpSpPr>
          <p:grpSpPr bwMode="auto">
            <a:xfrm>
              <a:off x="2365" y="1640"/>
              <a:ext cx="304" cy="117"/>
              <a:chOff x="2365" y="1640"/>
              <a:chExt cx="304" cy="117"/>
            </a:xfrm>
          </p:grpSpPr>
          <p:grpSp>
            <p:nvGrpSpPr>
              <p:cNvPr id="109838" name="Group 200">
                <a:extLst>
                  <a:ext uri="{FF2B5EF4-FFF2-40B4-BE49-F238E27FC236}">
                    <a16:creationId xmlns:a16="http://schemas.microsoft.com/office/drawing/2014/main" id="{F5F8C3FD-303C-D940-8EB5-08B8BE147CA3}"/>
                  </a:ext>
                </a:extLst>
              </p:cNvPr>
              <p:cNvGrpSpPr>
                <a:grpSpLocks/>
              </p:cNvGrpSpPr>
              <p:nvPr/>
            </p:nvGrpSpPr>
            <p:grpSpPr bwMode="auto">
              <a:xfrm>
                <a:off x="2365" y="1640"/>
                <a:ext cx="302" cy="115"/>
                <a:chOff x="2365" y="1640"/>
                <a:chExt cx="302" cy="115"/>
              </a:xfrm>
            </p:grpSpPr>
            <p:sp>
              <p:nvSpPr>
                <p:cNvPr id="109848" name="Freeform 201">
                  <a:extLst>
                    <a:ext uri="{FF2B5EF4-FFF2-40B4-BE49-F238E27FC236}">
                      <a16:creationId xmlns:a16="http://schemas.microsoft.com/office/drawing/2014/main" id="{9E4A4074-0D91-3D4F-B1C2-30ACE3C09AA2}"/>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49" name="Freeform 202">
                  <a:extLst>
                    <a:ext uri="{FF2B5EF4-FFF2-40B4-BE49-F238E27FC236}">
                      <a16:creationId xmlns:a16="http://schemas.microsoft.com/office/drawing/2014/main" id="{3CA9437A-B061-EA41-984A-24E69BD87AB3}"/>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50" name="Freeform 203">
                  <a:extLst>
                    <a:ext uri="{FF2B5EF4-FFF2-40B4-BE49-F238E27FC236}">
                      <a16:creationId xmlns:a16="http://schemas.microsoft.com/office/drawing/2014/main" id="{E36C4FC7-08AF-6944-A326-89844B00BB27}"/>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51" name="Freeform 204">
                  <a:extLst>
                    <a:ext uri="{FF2B5EF4-FFF2-40B4-BE49-F238E27FC236}">
                      <a16:creationId xmlns:a16="http://schemas.microsoft.com/office/drawing/2014/main" id="{6885EB76-3768-9846-A82D-6C2A5EDBAA8C}"/>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52" name="Freeform 205">
                  <a:extLst>
                    <a:ext uri="{FF2B5EF4-FFF2-40B4-BE49-F238E27FC236}">
                      <a16:creationId xmlns:a16="http://schemas.microsoft.com/office/drawing/2014/main" id="{432055AA-19D1-A74D-9FF1-C3EAE3DDC683}"/>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53" name="Freeform 206">
                  <a:extLst>
                    <a:ext uri="{FF2B5EF4-FFF2-40B4-BE49-F238E27FC236}">
                      <a16:creationId xmlns:a16="http://schemas.microsoft.com/office/drawing/2014/main" id="{37F5034B-8970-8D47-B597-433810D170C5}"/>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54" name="Freeform 207">
                  <a:extLst>
                    <a:ext uri="{FF2B5EF4-FFF2-40B4-BE49-F238E27FC236}">
                      <a16:creationId xmlns:a16="http://schemas.microsoft.com/office/drawing/2014/main" id="{A6F4662E-ADE3-264E-B3F7-2C6B3EAB434F}"/>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55" name="Freeform 208">
                  <a:extLst>
                    <a:ext uri="{FF2B5EF4-FFF2-40B4-BE49-F238E27FC236}">
                      <a16:creationId xmlns:a16="http://schemas.microsoft.com/office/drawing/2014/main" id="{F27E95AF-152D-EE4C-AB25-48FE8467A235}"/>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09839" name="Group 209">
                <a:extLst>
                  <a:ext uri="{FF2B5EF4-FFF2-40B4-BE49-F238E27FC236}">
                    <a16:creationId xmlns:a16="http://schemas.microsoft.com/office/drawing/2014/main" id="{2E7E3749-D5C8-0D4B-B249-57E99A3C1552}"/>
                  </a:ext>
                </a:extLst>
              </p:cNvPr>
              <p:cNvGrpSpPr>
                <a:grpSpLocks/>
              </p:cNvGrpSpPr>
              <p:nvPr/>
            </p:nvGrpSpPr>
            <p:grpSpPr bwMode="auto">
              <a:xfrm>
                <a:off x="2368" y="1643"/>
                <a:ext cx="301" cy="114"/>
                <a:chOff x="2368" y="1643"/>
                <a:chExt cx="301" cy="114"/>
              </a:xfrm>
            </p:grpSpPr>
            <p:sp>
              <p:nvSpPr>
                <p:cNvPr id="109840" name="Freeform 210">
                  <a:extLst>
                    <a:ext uri="{FF2B5EF4-FFF2-40B4-BE49-F238E27FC236}">
                      <a16:creationId xmlns:a16="http://schemas.microsoft.com/office/drawing/2014/main" id="{44DD0215-E9A8-2E4E-82D2-90E65550267C}"/>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41" name="Freeform 211">
                  <a:extLst>
                    <a:ext uri="{FF2B5EF4-FFF2-40B4-BE49-F238E27FC236}">
                      <a16:creationId xmlns:a16="http://schemas.microsoft.com/office/drawing/2014/main" id="{BFFACD68-1C73-2D4A-80C2-5B1F6778C503}"/>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42" name="Freeform 212">
                  <a:extLst>
                    <a:ext uri="{FF2B5EF4-FFF2-40B4-BE49-F238E27FC236}">
                      <a16:creationId xmlns:a16="http://schemas.microsoft.com/office/drawing/2014/main" id="{9D7FA458-F248-7748-8D7D-F0FDE80E2FC8}"/>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43" name="Freeform 213">
                  <a:extLst>
                    <a:ext uri="{FF2B5EF4-FFF2-40B4-BE49-F238E27FC236}">
                      <a16:creationId xmlns:a16="http://schemas.microsoft.com/office/drawing/2014/main" id="{C3047F31-3163-3144-A227-2963AACBCAFA}"/>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44" name="Freeform 214">
                  <a:extLst>
                    <a:ext uri="{FF2B5EF4-FFF2-40B4-BE49-F238E27FC236}">
                      <a16:creationId xmlns:a16="http://schemas.microsoft.com/office/drawing/2014/main" id="{FD77A9F6-1C29-D547-AB63-B21C9D88DE36}"/>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45" name="Freeform 215">
                  <a:extLst>
                    <a:ext uri="{FF2B5EF4-FFF2-40B4-BE49-F238E27FC236}">
                      <a16:creationId xmlns:a16="http://schemas.microsoft.com/office/drawing/2014/main" id="{87197ABD-B2D2-8344-A9D7-70C4228157C5}"/>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46" name="Freeform 216">
                  <a:extLst>
                    <a:ext uri="{FF2B5EF4-FFF2-40B4-BE49-F238E27FC236}">
                      <a16:creationId xmlns:a16="http://schemas.microsoft.com/office/drawing/2014/main" id="{55140AF1-1363-CC49-9203-0353675865B4}"/>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47" name="Freeform 217">
                  <a:extLst>
                    <a:ext uri="{FF2B5EF4-FFF2-40B4-BE49-F238E27FC236}">
                      <a16:creationId xmlns:a16="http://schemas.microsoft.com/office/drawing/2014/main" id="{B63F7573-9E58-D54D-8E82-C096023E25FD}"/>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09836" name="Line 218">
              <a:extLst>
                <a:ext uri="{FF2B5EF4-FFF2-40B4-BE49-F238E27FC236}">
                  <a16:creationId xmlns:a16="http://schemas.microsoft.com/office/drawing/2014/main" id="{D3E7C238-EB0F-5444-9B4F-75DD8E95D52C}"/>
                </a:ext>
              </a:extLst>
            </p:cNvPr>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837" name="Line 219">
              <a:extLst>
                <a:ext uri="{FF2B5EF4-FFF2-40B4-BE49-F238E27FC236}">
                  <a16:creationId xmlns:a16="http://schemas.microsoft.com/office/drawing/2014/main" id="{DF493E24-C854-5445-BFA1-BD9C4BF9353F}"/>
                </a:ext>
              </a:extLst>
            </p:cNvPr>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9606" name="Rectangle 220">
            <a:extLst>
              <a:ext uri="{FF2B5EF4-FFF2-40B4-BE49-F238E27FC236}">
                <a16:creationId xmlns:a16="http://schemas.microsoft.com/office/drawing/2014/main" id="{636D897A-FD71-6F46-8D49-1425806EC019}"/>
              </a:ext>
            </a:extLst>
          </p:cNvPr>
          <p:cNvSpPr>
            <a:spLocks noChangeArrowheads="1"/>
          </p:cNvSpPr>
          <p:nvPr/>
        </p:nvSpPr>
        <p:spPr bwMode="auto">
          <a:xfrm>
            <a:off x="4351735" y="1778794"/>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07" name="Rectangle 221">
            <a:extLst>
              <a:ext uri="{FF2B5EF4-FFF2-40B4-BE49-F238E27FC236}">
                <a16:creationId xmlns:a16="http://schemas.microsoft.com/office/drawing/2014/main" id="{39A47D86-DD33-934D-889C-6F5F7B3F4F11}"/>
              </a:ext>
            </a:extLst>
          </p:cNvPr>
          <p:cNvSpPr>
            <a:spLocks noChangeArrowheads="1"/>
          </p:cNvSpPr>
          <p:nvPr/>
        </p:nvSpPr>
        <p:spPr bwMode="auto">
          <a:xfrm>
            <a:off x="4406504" y="1785938"/>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222.1.1.4</a:t>
            </a:r>
          </a:p>
        </p:txBody>
      </p:sp>
      <p:sp>
        <p:nvSpPr>
          <p:cNvPr id="109608" name="Rectangle 222">
            <a:extLst>
              <a:ext uri="{FF2B5EF4-FFF2-40B4-BE49-F238E27FC236}">
                <a16:creationId xmlns:a16="http://schemas.microsoft.com/office/drawing/2014/main" id="{77D62878-676E-AF43-892A-A9769F923D7D}"/>
              </a:ext>
            </a:extLst>
          </p:cNvPr>
          <p:cNvSpPr>
            <a:spLocks noChangeArrowheads="1"/>
          </p:cNvSpPr>
          <p:nvPr/>
        </p:nvSpPr>
        <p:spPr bwMode="auto">
          <a:xfrm>
            <a:off x="3727847" y="1889523"/>
            <a:ext cx="309563" cy="263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09" name="Rectangle 223">
            <a:extLst>
              <a:ext uri="{FF2B5EF4-FFF2-40B4-BE49-F238E27FC236}">
                <a16:creationId xmlns:a16="http://schemas.microsoft.com/office/drawing/2014/main" id="{289F0E87-1101-7647-A1F3-6AD1535C3E6C}"/>
              </a:ext>
            </a:extLst>
          </p:cNvPr>
          <p:cNvSpPr>
            <a:spLocks noChangeArrowheads="1"/>
          </p:cNvSpPr>
          <p:nvPr/>
        </p:nvSpPr>
        <p:spPr bwMode="auto">
          <a:xfrm>
            <a:off x="3805237" y="1882379"/>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09610" name="Oval 224">
            <a:extLst>
              <a:ext uri="{FF2B5EF4-FFF2-40B4-BE49-F238E27FC236}">
                <a16:creationId xmlns:a16="http://schemas.microsoft.com/office/drawing/2014/main" id="{0725C68D-AD2A-B64C-8840-020F57D95ACF}"/>
              </a:ext>
            </a:extLst>
          </p:cNvPr>
          <p:cNvSpPr>
            <a:spLocks noChangeArrowheads="1"/>
          </p:cNvSpPr>
          <p:nvPr/>
        </p:nvSpPr>
        <p:spPr bwMode="auto">
          <a:xfrm>
            <a:off x="4239816" y="181689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11" name="Rectangle 225">
            <a:extLst>
              <a:ext uri="{FF2B5EF4-FFF2-40B4-BE49-F238E27FC236}">
                <a16:creationId xmlns:a16="http://schemas.microsoft.com/office/drawing/2014/main" id="{BA185D8A-5E16-E943-A0E3-2B5DF1A05694}"/>
              </a:ext>
            </a:extLst>
          </p:cNvPr>
          <p:cNvSpPr>
            <a:spLocks noChangeArrowheads="1"/>
          </p:cNvSpPr>
          <p:nvPr/>
        </p:nvSpPr>
        <p:spPr bwMode="auto">
          <a:xfrm>
            <a:off x="2624138" y="1212056"/>
            <a:ext cx="5405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12" name="Oval 226">
            <a:extLst>
              <a:ext uri="{FF2B5EF4-FFF2-40B4-BE49-F238E27FC236}">
                <a16:creationId xmlns:a16="http://schemas.microsoft.com/office/drawing/2014/main" id="{8916034D-FF98-6740-81C4-512EFEA96DEA}"/>
              </a:ext>
            </a:extLst>
          </p:cNvPr>
          <p:cNvSpPr>
            <a:spLocks noChangeArrowheads="1"/>
          </p:cNvSpPr>
          <p:nvPr/>
        </p:nvSpPr>
        <p:spPr bwMode="auto">
          <a:xfrm>
            <a:off x="6983016" y="30503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13" name="Oval 227">
            <a:extLst>
              <a:ext uri="{FF2B5EF4-FFF2-40B4-BE49-F238E27FC236}">
                <a16:creationId xmlns:a16="http://schemas.microsoft.com/office/drawing/2014/main" id="{F91DCC52-8F24-644D-9A37-A31EAFEDA03A}"/>
              </a:ext>
            </a:extLst>
          </p:cNvPr>
          <p:cNvSpPr>
            <a:spLocks noChangeArrowheads="1"/>
          </p:cNvSpPr>
          <p:nvPr/>
        </p:nvSpPr>
        <p:spPr bwMode="auto">
          <a:xfrm>
            <a:off x="6986588" y="2220517"/>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14" name="Rectangle 228">
            <a:extLst>
              <a:ext uri="{FF2B5EF4-FFF2-40B4-BE49-F238E27FC236}">
                <a16:creationId xmlns:a16="http://schemas.microsoft.com/office/drawing/2014/main" id="{D55CBBB9-124E-5A4D-87D1-8451D1303DCD}"/>
              </a:ext>
            </a:extLst>
          </p:cNvPr>
          <p:cNvSpPr>
            <a:spLocks noChangeArrowheads="1"/>
          </p:cNvSpPr>
          <p:nvPr/>
        </p:nvSpPr>
        <p:spPr bwMode="auto">
          <a:xfrm>
            <a:off x="5897166" y="2764632"/>
            <a:ext cx="757238"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15" name="Rectangle 229">
            <a:extLst>
              <a:ext uri="{FF2B5EF4-FFF2-40B4-BE49-F238E27FC236}">
                <a16:creationId xmlns:a16="http://schemas.microsoft.com/office/drawing/2014/main" id="{14738389-B9EB-024B-A16F-71F40C34A0EF}"/>
              </a:ext>
            </a:extLst>
          </p:cNvPr>
          <p:cNvSpPr>
            <a:spLocks noChangeArrowheads="1"/>
          </p:cNvSpPr>
          <p:nvPr/>
        </p:nvSpPr>
        <p:spPr bwMode="auto">
          <a:xfrm>
            <a:off x="5625704" y="3167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222.1.2.5</a:t>
            </a:r>
          </a:p>
        </p:txBody>
      </p:sp>
      <p:sp>
        <p:nvSpPr>
          <p:cNvPr id="109616" name="Rectangle 230">
            <a:extLst>
              <a:ext uri="{FF2B5EF4-FFF2-40B4-BE49-F238E27FC236}">
                <a16:creationId xmlns:a16="http://schemas.microsoft.com/office/drawing/2014/main" id="{BE08F617-A9A7-C841-9466-7BD56EB8F7CA}"/>
              </a:ext>
            </a:extLst>
          </p:cNvPr>
          <p:cNvSpPr>
            <a:spLocks noChangeArrowheads="1"/>
          </p:cNvSpPr>
          <p:nvPr/>
        </p:nvSpPr>
        <p:spPr bwMode="auto">
          <a:xfrm>
            <a:off x="7055644" y="3148012"/>
            <a:ext cx="756047"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17" name="Rectangle 231">
            <a:extLst>
              <a:ext uri="{FF2B5EF4-FFF2-40B4-BE49-F238E27FC236}">
                <a16:creationId xmlns:a16="http://schemas.microsoft.com/office/drawing/2014/main" id="{721E8E8A-17B3-8C46-857D-B61EE130BADB}"/>
              </a:ext>
            </a:extLst>
          </p:cNvPr>
          <p:cNvSpPr>
            <a:spLocks noChangeArrowheads="1"/>
          </p:cNvSpPr>
          <p:nvPr/>
        </p:nvSpPr>
        <p:spPr bwMode="auto">
          <a:xfrm>
            <a:off x="7124700" y="31932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222.1.2.2</a:t>
            </a:r>
          </a:p>
        </p:txBody>
      </p:sp>
      <p:sp>
        <p:nvSpPr>
          <p:cNvPr id="109618" name="Rectangle 232">
            <a:extLst>
              <a:ext uri="{FF2B5EF4-FFF2-40B4-BE49-F238E27FC236}">
                <a16:creationId xmlns:a16="http://schemas.microsoft.com/office/drawing/2014/main" id="{33CB43B2-B853-BF4E-B762-F027A97D630E}"/>
              </a:ext>
            </a:extLst>
          </p:cNvPr>
          <p:cNvSpPr>
            <a:spLocks noChangeArrowheads="1"/>
          </p:cNvSpPr>
          <p:nvPr/>
        </p:nvSpPr>
        <p:spPr bwMode="auto">
          <a:xfrm>
            <a:off x="7055644" y="2314575"/>
            <a:ext cx="756047"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19" name="Rectangle 233">
            <a:extLst>
              <a:ext uri="{FF2B5EF4-FFF2-40B4-BE49-F238E27FC236}">
                <a16:creationId xmlns:a16="http://schemas.microsoft.com/office/drawing/2014/main" id="{C1C96DBF-190C-484F-B57F-16938EBFC27B}"/>
              </a:ext>
            </a:extLst>
          </p:cNvPr>
          <p:cNvSpPr>
            <a:spLocks noChangeArrowheads="1"/>
          </p:cNvSpPr>
          <p:nvPr/>
        </p:nvSpPr>
        <p:spPr bwMode="auto">
          <a:xfrm>
            <a:off x="7124700" y="2361010"/>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222.1.2.1</a:t>
            </a:r>
          </a:p>
        </p:txBody>
      </p:sp>
      <p:sp>
        <p:nvSpPr>
          <p:cNvPr id="109620" name="Rectangle 234">
            <a:extLst>
              <a:ext uri="{FF2B5EF4-FFF2-40B4-BE49-F238E27FC236}">
                <a16:creationId xmlns:a16="http://schemas.microsoft.com/office/drawing/2014/main" id="{BB668DDC-5F46-AF4B-AC53-D48514A86CAD}"/>
              </a:ext>
            </a:extLst>
          </p:cNvPr>
          <p:cNvSpPr>
            <a:spLocks noChangeArrowheads="1"/>
          </p:cNvSpPr>
          <p:nvPr/>
        </p:nvSpPr>
        <p:spPr bwMode="auto">
          <a:xfrm>
            <a:off x="6981826" y="3914775"/>
            <a:ext cx="756047"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21" name="Rectangle 235">
            <a:extLst>
              <a:ext uri="{FF2B5EF4-FFF2-40B4-BE49-F238E27FC236}">
                <a16:creationId xmlns:a16="http://schemas.microsoft.com/office/drawing/2014/main" id="{82654B72-AC3E-5B47-8FC0-5E857114A0A6}"/>
              </a:ext>
            </a:extLst>
          </p:cNvPr>
          <p:cNvSpPr>
            <a:spLocks noChangeArrowheads="1"/>
          </p:cNvSpPr>
          <p:nvPr/>
        </p:nvSpPr>
        <p:spPr bwMode="auto">
          <a:xfrm>
            <a:off x="4892279"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222.1.2.3</a:t>
            </a:r>
          </a:p>
        </p:txBody>
      </p:sp>
      <p:sp>
        <p:nvSpPr>
          <p:cNvPr id="109622" name="Rectangle 236">
            <a:extLst>
              <a:ext uri="{FF2B5EF4-FFF2-40B4-BE49-F238E27FC236}">
                <a16:creationId xmlns:a16="http://schemas.microsoft.com/office/drawing/2014/main" id="{1876ECCB-67AC-0844-8B96-0B088DC1FC32}"/>
              </a:ext>
            </a:extLst>
          </p:cNvPr>
          <p:cNvSpPr>
            <a:spLocks noChangeArrowheads="1"/>
          </p:cNvSpPr>
          <p:nvPr/>
        </p:nvSpPr>
        <p:spPr bwMode="auto">
          <a:xfrm>
            <a:off x="3895726" y="4204098"/>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23" name="Rectangle 237">
            <a:extLst>
              <a:ext uri="{FF2B5EF4-FFF2-40B4-BE49-F238E27FC236}">
                <a16:creationId xmlns:a16="http://schemas.microsoft.com/office/drawing/2014/main" id="{5B66BFF6-191C-D048-9E72-B9B46F7F25C6}"/>
              </a:ext>
            </a:extLst>
          </p:cNvPr>
          <p:cNvSpPr>
            <a:spLocks noChangeArrowheads="1"/>
          </p:cNvSpPr>
          <p:nvPr/>
        </p:nvSpPr>
        <p:spPr bwMode="auto">
          <a:xfrm>
            <a:off x="3954066"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222.1.2.4</a:t>
            </a:r>
          </a:p>
        </p:txBody>
      </p:sp>
      <p:sp>
        <p:nvSpPr>
          <p:cNvPr id="109624" name="Oval 238">
            <a:extLst>
              <a:ext uri="{FF2B5EF4-FFF2-40B4-BE49-F238E27FC236}">
                <a16:creationId xmlns:a16="http://schemas.microsoft.com/office/drawing/2014/main" id="{95986EA6-1488-9342-B32F-542FFFA9D782}"/>
              </a:ext>
            </a:extLst>
          </p:cNvPr>
          <p:cNvSpPr>
            <a:spLocks noChangeArrowheads="1"/>
          </p:cNvSpPr>
          <p:nvPr/>
        </p:nvSpPr>
        <p:spPr bwMode="auto">
          <a:xfrm>
            <a:off x="4769644" y="4225528"/>
            <a:ext cx="69056"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25" name="Rectangle 239">
            <a:extLst>
              <a:ext uri="{FF2B5EF4-FFF2-40B4-BE49-F238E27FC236}">
                <a16:creationId xmlns:a16="http://schemas.microsoft.com/office/drawing/2014/main" id="{E72329EE-9DAE-C94C-B6B8-852AC95EB62F}"/>
              </a:ext>
            </a:extLst>
          </p:cNvPr>
          <p:cNvSpPr>
            <a:spLocks noChangeArrowheads="1"/>
          </p:cNvSpPr>
          <p:nvPr/>
        </p:nvSpPr>
        <p:spPr bwMode="auto">
          <a:xfrm>
            <a:off x="6256735" y="2216944"/>
            <a:ext cx="67151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26" name="Rectangle 240">
            <a:extLst>
              <a:ext uri="{FF2B5EF4-FFF2-40B4-BE49-F238E27FC236}">
                <a16:creationId xmlns:a16="http://schemas.microsoft.com/office/drawing/2014/main" id="{7CB203C8-951C-364D-A5FC-3679B0E97BDD}"/>
              </a:ext>
            </a:extLst>
          </p:cNvPr>
          <p:cNvSpPr>
            <a:spLocks noChangeArrowheads="1"/>
          </p:cNvSpPr>
          <p:nvPr/>
        </p:nvSpPr>
        <p:spPr bwMode="auto">
          <a:xfrm>
            <a:off x="6263879" y="2692004"/>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222.1.2.</a:t>
            </a:r>
            <a:endParaRPr kumimoji="1" lang="en-US" altLang="zh-CN" sz="1500">
              <a:latin typeface="Arial" panose="020B0604020202020204" pitchFamily="34" charset="0"/>
              <a:ea typeface="宋体" panose="02010600030101010101" pitchFamily="2" charset="-122"/>
            </a:endParaRPr>
          </a:p>
        </p:txBody>
      </p:sp>
      <p:sp>
        <p:nvSpPr>
          <p:cNvPr id="109627" name="Rectangle 241">
            <a:extLst>
              <a:ext uri="{FF2B5EF4-FFF2-40B4-BE49-F238E27FC236}">
                <a16:creationId xmlns:a16="http://schemas.microsoft.com/office/drawing/2014/main" id="{5DDF047C-0450-D642-A90C-BAC557332B4C}"/>
              </a:ext>
            </a:extLst>
          </p:cNvPr>
          <p:cNvSpPr>
            <a:spLocks noChangeArrowheads="1"/>
          </p:cNvSpPr>
          <p:nvPr/>
        </p:nvSpPr>
        <p:spPr bwMode="auto">
          <a:xfrm>
            <a:off x="6310313" y="1997869"/>
            <a:ext cx="54054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9628" name="Group 242">
            <a:extLst>
              <a:ext uri="{FF2B5EF4-FFF2-40B4-BE49-F238E27FC236}">
                <a16:creationId xmlns:a16="http://schemas.microsoft.com/office/drawing/2014/main" id="{F838EF16-B1DB-F442-AC32-E4C8D776D809}"/>
              </a:ext>
            </a:extLst>
          </p:cNvPr>
          <p:cNvGrpSpPr>
            <a:grpSpLocks/>
          </p:cNvGrpSpPr>
          <p:nvPr/>
        </p:nvGrpSpPr>
        <p:grpSpPr bwMode="auto">
          <a:xfrm>
            <a:off x="2809875" y="3289698"/>
            <a:ext cx="486966" cy="288131"/>
            <a:chOff x="1304" y="2569"/>
            <a:chExt cx="439" cy="262"/>
          </a:xfrm>
        </p:grpSpPr>
        <p:sp>
          <p:nvSpPr>
            <p:cNvPr id="109806" name="Oval 243">
              <a:extLst>
                <a:ext uri="{FF2B5EF4-FFF2-40B4-BE49-F238E27FC236}">
                  <a16:creationId xmlns:a16="http://schemas.microsoft.com/office/drawing/2014/main" id="{DECE7C56-602D-3B45-9D20-B3E49383A5CB}"/>
                </a:ext>
              </a:extLst>
            </p:cNvPr>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07" name="Rectangle 244">
              <a:extLst>
                <a:ext uri="{FF2B5EF4-FFF2-40B4-BE49-F238E27FC236}">
                  <a16:creationId xmlns:a16="http://schemas.microsoft.com/office/drawing/2014/main" id="{B12F572D-08FD-044E-B02B-C1E916C52516}"/>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08" name="Rectangle 245">
              <a:extLst>
                <a:ext uri="{FF2B5EF4-FFF2-40B4-BE49-F238E27FC236}">
                  <a16:creationId xmlns:a16="http://schemas.microsoft.com/office/drawing/2014/main" id="{EFF45AD0-354A-0E43-A2ED-349FE9379C0C}"/>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09" name="Oval 246">
              <a:extLst>
                <a:ext uri="{FF2B5EF4-FFF2-40B4-BE49-F238E27FC236}">
                  <a16:creationId xmlns:a16="http://schemas.microsoft.com/office/drawing/2014/main" id="{8D66D9BF-2B53-5B45-A947-6E3AEDABBF20}"/>
                </a:ext>
              </a:extLst>
            </p:cNvPr>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9810" name="Group 247">
              <a:extLst>
                <a:ext uri="{FF2B5EF4-FFF2-40B4-BE49-F238E27FC236}">
                  <a16:creationId xmlns:a16="http://schemas.microsoft.com/office/drawing/2014/main" id="{30743A3F-AADB-FD4E-8520-35929C2B5891}"/>
                </a:ext>
              </a:extLst>
            </p:cNvPr>
            <p:cNvGrpSpPr>
              <a:grpSpLocks/>
            </p:cNvGrpSpPr>
            <p:nvPr/>
          </p:nvGrpSpPr>
          <p:grpSpPr bwMode="auto">
            <a:xfrm>
              <a:off x="1371" y="2587"/>
              <a:ext cx="304" cy="117"/>
              <a:chOff x="1371" y="2587"/>
              <a:chExt cx="304" cy="117"/>
            </a:xfrm>
          </p:grpSpPr>
          <p:grpSp>
            <p:nvGrpSpPr>
              <p:cNvPr id="109813" name="Group 248">
                <a:extLst>
                  <a:ext uri="{FF2B5EF4-FFF2-40B4-BE49-F238E27FC236}">
                    <a16:creationId xmlns:a16="http://schemas.microsoft.com/office/drawing/2014/main" id="{BF16BFBA-D22E-1448-BE3B-8DE516A5BFCB}"/>
                  </a:ext>
                </a:extLst>
              </p:cNvPr>
              <p:cNvGrpSpPr>
                <a:grpSpLocks/>
              </p:cNvGrpSpPr>
              <p:nvPr/>
            </p:nvGrpSpPr>
            <p:grpSpPr bwMode="auto">
              <a:xfrm>
                <a:off x="1371" y="2587"/>
                <a:ext cx="301" cy="115"/>
                <a:chOff x="1371" y="2587"/>
                <a:chExt cx="301" cy="115"/>
              </a:xfrm>
            </p:grpSpPr>
            <p:sp>
              <p:nvSpPr>
                <p:cNvPr id="109823" name="Freeform 249">
                  <a:extLst>
                    <a:ext uri="{FF2B5EF4-FFF2-40B4-BE49-F238E27FC236}">
                      <a16:creationId xmlns:a16="http://schemas.microsoft.com/office/drawing/2014/main" id="{32CBED83-3ADB-5340-BE33-50D8DECCD6C2}"/>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24" name="Freeform 250">
                  <a:extLst>
                    <a:ext uri="{FF2B5EF4-FFF2-40B4-BE49-F238E27FC236}">
                      <a16:creationId xmlns:a16="http://schemas.microsoft.com/office/drawing/2014/main" id="{AF21AD31-F553-7B45-95E5-26A642C5C86E}"/>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25" name="Freeform 251">
                  <a:extLst>
                    <a:ext uri="{FF2B5EF4-FFF2-40B4-BE49-F238E27FC236}">
                      <a16:creationId xmlns:a16="http://schemas.microsoft.com/office/drawing/2014/main" id="{95158761-74D2-F44D-887B-3529DDA541BF}"/>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26" name="Freeform 252">
                  <a:extLst>
                    <a:ext uri="{FF2B5EF4-FFF2-40B4-BE49-F238E27FC236}">
                      <a16:creationId xmlns:a16="http://schemas.microsoft.com/office/drawing/2014/main" id="{896F3CBA-B379-4344-9DEC-0D4E0879D4B3}"/>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27" name="Freeform 253">
                  <a:extLst>
                    <a:ext uri="{FF2B5EF4-FFF2-40B4-BE49-F238E27FC236}">
                      <a16:creationId xmlns:a16="http://schemas.microsoft.com/office/drawing/2014/main" id="{18B82B41-53B2-804B-B32E-81D6FB054CDA}"/>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28" name="Freeform 254">
                  <a:extLst>
                    <a:ext uri="{FF2B5EF4-FFF2-40B4-BE49-F238E27FC236}">
                      <a16:creationId xmlns:a16="http://schemas.microsoft.com/office/drawing/2014/main" id="{F826E0B2-9926-E14C-8C6F-3D4F247A22F2}"/>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29" name="Freeform 255">
                  <a:extLst>
                    <a:ext uri="{FF2B5EF4-FFF2-40B4-BE49-F238E27FC236}">
                      <a16:creationId xmlns:a16="http://schemas.microsoft.com/office/drawing/2014/main" id="{39DFEFC9-984F-2C4B-B693-88F728B02FC3}"/>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30" name="Freeform 256">
                  <a:extLst>
                    <a:ext uri="{FF2B5EF4-FFF2-40B4-BE49-F238E27FC236}">
                      <a16:creationId xmlns:a16="http://schemas.microsoft.com/office/drawing/2014/main" id="{74AC18D0-48FF-F940-BB38-6B045C1D1DDA}"/>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09814" name="Group 257">
                <a:extLst>
                  <a:ext uri="{FF2B5EF4-FFF2-40B4-BE49-F238E27FC236}">
                    <a16:creationId xmlns:a16="http://schemas.microsoft.com/office/drawing/2014/main" id="{B271486B-24A4-AA41-ABE2-D82994850255}"/>
                  </a:ext>
                </a:extLst>
              </p:cNvPr>
              <p:cNvGrpSpPr>
                <a:grpSpLocks/>
              </p:cNvGrpSpPr>
              <p:nvPr/>
            </p:nvGrpSpPr>
            <p:grpSpPr bwMode="auto">
              <a:xfrm>
                <a:off x="1373" y="2590"/>
                <a:ext cx="302" cy="114"/>
                <a:chOff x="1373" y="2590"/>
                <a:chExt cx="302" cy="114"/>
              </a:xfrm>
            </p:grpSpPr>
            <p:sp>
              <p:nvSpPr>
                <p:cNvPr id="109815" name="Freeform 258">
                  <a:extLst>
                    <a:ext uri="{FF2B5EF4-FFF2-40B4-BE49-F238E27FC236}">
                      <a16:creationId xmlns:a16="http://schemas.microsoft.com/office/drawing/2014/main" id="{5F9F95FD-AE25-534E-91D8-AE4AC87E4271}"/>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16" name="Freeform 259">
                  <a:extLst>
                    <a:ext uri="{FF2B5EF4-FFF2-40B4-BE49-F238E27FC236}">
                      <a16:creationId xmlns:a16="http://schemas.microsoft.com/office/drawing/2014/main" id="{37BF40F8-6C49-DC47-8F2D-46699916BD5F}"/>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17" name="Freeform 260">
                  <a:extLst>
                    <a:ext uri="{FF2B5EF4-FFF2-40B4-BE49-F238E27FC236}">
                      <a16:creationId xmlns:a16="http://schemas.microsoft.com/office/drawing/2014/main" id="{8A1B828D-921E-F94B-915F-C6341848348E}"/>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18" name="Freeform 261">
                  <a:extLst>
                    <a:ext uri="{FF2B5EF4-FFF2-40B4-BE49-F238E27FC236}">
                      <a16:creationId xmlns:a16="http://schemas.microsoft.com/office/drawing/2014/main" id="{57415C88-8CD5-1240-A654-213C39D5EB83}"/>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19" name="Freeform 262">
                  <a:extLst>
                    <a:ext uri="{FF2B5EF4-FFF2-40B4-BE49-F238E27FC236}">
                      <a16:creationId xmlns:a16="http://schemas.microsoft.com/office/drawing/2014/main" id="{358E0F7C-CE80-8045-963E-066A290EB027}"/>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20" name="Freeform 263">
                  <a:extLst>
                    <a:ext uri="{FF2B5EF4-FFF2-40B4-BE49-F238E27FC236}">
                      <a16:creationId xmlns:a16="http://schemas.microsoft.com/office/drawing/2014/main" id="{919E1200-9620-5C40-9E53-D0D07E0BB698}"/>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21" name="Freeform 264">
                  <a:extLst>
                    <a:ext uri="{FF2B5EF4-FFF2-40B4-BE49-F238E27FC236}">
                      <a16:creationId xmlns:a16="http://schemas.microsoft.com/office/drawing/2014/main" id="{D3ABE40C-FEFA-9748-916E-BB70F4B2FC9A}"/>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22" name="Freeform 265">
                  <a:extLst>
                    <a:ext uri="{FF2B5EF4-FFF2-40B4-BE49-F238E27FC236}">
                      <a16:creationId xmlns:a16="http://schemas.microsoft.com/office/drawing/2014/main" id="{BB5ADF46-3218-5248-B205-C0B090572C58}"/>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09811" name="Line 266">
              <a:extLst>
                <a:ext uri="{FF2B5EF4-FFF2-40B4-BE49-F238E27FC236}">
                  <a16:creationId xmlns:a16="http://schemas.microsoft.com/office/drawing/2014/main" id="{4BA40A60-A5CC-A646-84BC-C98F7917B692}"/>
                </a:ext>
              </a:extLst>
            </p:cNvPr>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812" name="Line 267">
              <a:extLst>
                <a:ext uri="{FF2B5EF4-FFF2-40B4-BE49-F238E27FC236}">
                  <a16:creationId xmlns:a16="http://schemas.microsoft.com/office/drawing/2014/main" id="{1A919753-446A-3241-AD7D-7EB19950E651}"/>
                </a:ext>
              </a:extLst>
            </p:cNvPr>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9629" name="Group 268">
            <a:extLst>
              <a:ext uri="{FF2B5EF4-FFF2-40B4-BE49-F238E27FC236}">
                <a16:creationId xmlns:a16="http://schemas.microsoft.com/office/drawing/2014/main" id="{62A6FFF9-C6D4-4745-A229-774D98F7F7C8}"/>
              </a:ext>
            </a:extLst>
          </p:cNvPr>
          <p:cNvGrpSpPr>
            <a:grpSpLocks/>
          </p:cNvGrpSpPr>
          <p:nvPr/>
        </p:nvGrpSpPr>
        <p:grpSpPr bwMode="auto">
          <a:xfrm>
            <a:off x="4987529" y="3289698"/>
            <a:ext cx="486965" cy="288131"/>
            <a:chOff x="3488" y="2569"/>
            <a:chExt cx="439" cy="262"/>
          </a:xfrm>
        </p:grpSpPr>
        <p:sp>
          <p:nvSpPr>
            <p:cNvPr id="109781" name="Oval 269">
              <a:extLst>
                <a:ext uri="{FF2B5EF4-FFF2-40B4-BE49-F238E27FC236}">
                  <a16:creationId xmlns:a16="http://schemas.microsoft.com/office/drawing/2014/main" id="{604B3856-C8F4-1842-BE19-3077FE703716}"/>
                </a:ext>
              </a:extLst>
            </p:cNvPr>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82" name="Rectangle 270">
              <a:extLst>
                <a:ext uri="{FF2B5EF4-FFF2-40B4-BE49-F238E27FC236}">
                  <a16:creationId xmlns:a16="http://schemas.microsoft.com/office/drawing/2014/main" id="{DB422EB9-1F06-A146-B1DF-6F5A43F389E8}"/>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83" name="Rectangle 271">
              <a:extLst>
                <a:ext uri="{FF2B5EF4-FFF2-40B4-BE49-F238E27FC236}">
                  <a16:creationId xmlns:a16="http://schemas.microsoft.com/office/drawing/2014/main" id="{5B1DAA1E-7F66-0B43-947C-47D437E91667}"/>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84" name="Oval 272">
              <a:extLst>
                <a:ext uri="{FF2B5EF4-FFF2-40B4-BE49-F238E27FC236}">
                  <a16:creationId xmlns:a16="http://schemas.microsoft.com/office/drawing/2014/main" id="{8B888D5E-5D00-604B-9805-869E54EFC792}"/>
                </a:ext>
              </a:extLst>
            </p:cNvPr>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9785" name="Group 273">
              <a:extLst>
                <a:ext uri="{FF2B5EF4-FFF2-40B4-BE49-F238E27FC236}">
                  <a16:creationId xmlns:a16="http://schemas.microsoft.com/office/drawing/2014/main" id="{E7086180-F80C-CC45-83A3-2F791E54734B}"/>
                </a:ext>
              </a:extLst>
            </p:cNvPr>
            <p:cNvGrpSpPr>
              <a:grpSpLocks/>
            </p:cNvGrpSpPr>
            <p:nvPr/>
          </p:nvGrpSpPr>
          <p:grpSpPr bwMode="auto">
            <a:xfrm>
              <a:off x="3555" y="2587"/>
              <a:ext cx="304" cy="117"/>
              <a:chOff x="3555" y="2587"/>
              <a:chExt cx="304" cy="117"/>
            </a:xfrm>
          </p:grpSpPr>
          <p:grpSp>
            <p:nvGrpSpPr>
              <p:cNvPr id="109788" name="Group 274">
                <a:extLst>
                  <a:ext uri="{FF2B5EF4-FFF2-40B4-BE49-F238E27FC236}">
                    <a16:creationId xmlns:a16="http://schemas.microsoft.com/office/drawing/2014/main" id="{0E9F2664-692C-104A-9A57-E5068045EA2C}"/>
                  </a:ext>
                </a:extLst>
              </p:cNvPr>
              <p:cNvGrpSpPr>
                <a:grpSpLocks/>
              </p:cNvGrpSpPr>
              <p:nvPr/>
            </p:nvGrpSpPr>
            <p:grpSpPr bwMode="auto">
              <a:xfrm>
                <a:off x="3555" y="2587"/>
                <a:ext cx="301" cy="115"/>
                <a:chOff x="3555" y="2587"/>
                <a:chExt cx="301" cy="115"/>
              </a:xfrm>
            </p:grpSpPr>
            <p:sp>
              <p:nvSpPr>
                <p:cNvPr id="109798" name="Freeform 275">
                  <a:extLst>
                    <a:ext uri="{FF2B5EF4-FFF2-40B4-BE49-F238E27FC236}">
                      <a16:creationId xmlns:a16="http://schemas.microsoft.com/office/drawing/2014/main" id="{00FAB7BB-F84E-534E-AE71-54D5A916F9EC}"/>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99" name="Freeform 276">
                  <a:extLst>
                    <a:ext uri="{FF2B5EF4-FFF2-40B4-BE49-F238E27FC236}">
                      <a16:creationId xmlns:a16="http://schemas.microsoft.com/office/drawing/2014/main" id="{760DC63B-D1E3-D743-85D7-B2E58501E1CD}"/>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00" name="Freeform 277">
                  <a:extLst>
                    <a:ext uri="{FF2B5EF4-FFF2-40B4-BE49-F238E27FC236}">
                      <a16:creationId xmlns:a16="http://schemas.microsoft.com/office/drawing/2014/main" id="{21010C76-6C94-0740-AEB7-7074241D5A6A}"/>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01" name="Freeform 278">
                  <a:extLst>
                    <a:ext uri="{FF2B5EF4-FFF2-40B4-BE49-F238E27FC236}">
                      <a16:creationId xmlns:a16="http://schemas.microsoft.com/office/drawing/2014/main" id="{BAFA3DC2-810D-CC4F-B7D5-8193E724D93F}"/>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02" name="Freeform 279">
                  <a:extLst>
                    <a:ext uri="{FF2B5EF4-FFF2-40B4-BE49-F238E27FC236}">
                      <a16:creationId xmlns:a16="http://schemas.microsoft.com/office/drawing/2014/main" id="{F213A07F-511D-DE45-82D0-8DAC8373E9B5}"/>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03" name="Freeform 280">
                  <a:extLst>
                    <a:ext uri="{FF2B5EF4-FFF2-40B4-BE49-F238E27FC236}">
                      <a16:creationId xmlns:a16="http://schemas.microsoft.com/office/drawing/2014/main" id="{7BD01179-119A-5941-85DB-B6848F32151F}"/>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04" name="Freeform 281">
                  <a:extLst>
                    <a:ext uri="{FF2B5EF4-FFF2-40B4-BE49-F238E27FC236}">
                      <a16:creationId xmlns:a16="http://schemas.microsoft.com/office/drawing/2014/main" id="{1F391D16-CED4-E047-8B7A-7924C7758DA1}"/>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05" name="Freeform 282">
                  <a:extLst>
                    <a:ext uri="{FF2B5EF4-FFF2-40B4-BE49-F238E27FC236}">
                      <a16:creationId xmlns:a16="http://schemas.microsoft.com/office/drawing/2014/main" id="{45BB9203-516A-3747-9D44-14DADD7A5ADF}"/>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09789" name="Group 283">
                <a:extLst>
                  <a:ext uri="{FF2B5EF4-FFF2-40B4-BE49-F238E27FC236}">
                    <a16:creationId xmlns:a16="http://schemas.microsoft.com/office/drawing/2014/main" id="{372DA7E1-C35B-4C42-88F9-3006AD39B546}"/>
                  </a:ext>
                </a:extLst>
              </p:cNvPr>
              <p:cNvGrpSpPr>
                <a:grpSpLocks/>
              </p:cNvGrpSpPr>
              <p:nvPr/>
            </p:nvGrpSpPr>
            <p:grpSpPr bwMode="auto">
              <a:xfrm>
                <a:off x="3557" y="2590"/>
                <a:ext cx="302" cy="114"/>
                <a:chOff x="3557" y="2590"/>
                <a:chExt cx="302" cy="114"/>
              </a:xfrm>
            </p:grpSpPr>
            <p:sp>
              <p:nvSpPr>
                <p:cNvPr id="109790" name="Freeform 284">
                  <a:extLst>
                    <a:ext uri="{FF2B5EF4-FFF2-40B4-BE49-F238E27FC236}">
                      <a16:creationId xmlns:a16="http://schemas.microsoft.com/office/drawing/2014/main" id="{F7756D65-68F6-9C44-8B8C-6689C3F75703}"/>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91" name="Freeform 285">
                  <a:extLst>
                    <a:ext uri="{FF2B5EF4-FFF2-40B4-BE49-F238E27FC236}">
                      <a16:creationId xmlns:a16="http://schemas.microsoft.com/office/drawing/2014/main" id="{28793004-2BE6-AD40-B4E5-86DA32010DC8}"/>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92" name="Freeform 286">
                  <a:extLst>
                    <a:ext uri="{FF2B5EF4-FFF2-40B4-BE49-F238E27FC236}">
                      <a16:creationId xmlns:a16="http://schemas.microsoft.com/office/drawing/2014/main" id="{3D5943F6-7C3E-564F-8DB8-96B141375928}"/>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93" name="Freeform 287">
                  <a:extLst>
                    <a:ext uri="{FF2B5EF4-FFF2-40B4-BE49-F238E27FC236}">
                      <a16:creationId xmlns:a16="http://schemas.microsoft.com/office/drawing/2014/main" id="{5400F778-7368-294A-8B83-74C35776D549}"/>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94" name="Freeform 288">
                  <a:extLst>
                    <a:ext uri="{FF2B5EF4-FFF2-40B4-BE49-F238E27FC236}">
                      <a16:creationId xmlns:a16="http://schemas.microsoft.com/office/drawing/2014/main" id="{A3F4880D-F92A-6A4B-B293-A905792C4A6D}"/>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95" name="Freeform 289">
                  <a:extLst>
                    <a:ext uri="{FF2B5EF4-FFF2-40B4-BE49-F238E27FC236}">
                      <a16:creationId xmlns:a16="http://schemas.microsoft.com/office/drawing/2014/main" id="{7AB63D98-0039-6F4C-88DA-38EEC4236BC3}"/>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96" name="Freeform 290">
                  <a:extLst>
                    <a:ext uri="{FF2B5EF4-FFF2-40B4-BE49-F238E27FC236}">
                      <a16:creationId xmlns:a16="http://schemas.microsoft.com/office/drawing/2014/main" id="{20182191-29B1-EC4E-B2B9-21C0D88E3A84}"/>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97" name="Freeform 291">
                  <a:extLst>
                    <a:ext uri="{FF2B5EF4-FFF2-40B4-BE49-F238E27FC236}">
                      <a16:creationId xmlns:a16="http://schemas.microsoft.com/office/drawing/2014/main" id="{B139CF22-E1F3-7142-8E06-311C0363A478}"/>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09786" name="Line 292">
              <a:extLst>
                <a:ext uri="{FF2B5EF4-FFF2-40B4-BE49-F238E27FC236}">
                  <a16:creationId xmlns:a16="http://schemas.microsoft.com/office/drawing/2014/main" id="{1B5E8D87-4694-AF46-B3AA-785636B6EC6E}"/>
                </a:ext>
              </a:extLst>
            </p:cNvPr>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787" name="Line 293">
              <a:extLst>
                <a:ext uri="{FF2B5EF4-FFF2-40B4-BE49-F238E27FC236}">
                  <a16:creationId xmlns:a16="http://schemas.microsoft.com/office/drawing/2014/main" id="{94296555-DFE4-1047-86A7-2665E3DC5DE6}"/>
                </a:ext>
              </a:extLst>
            </p:cNvPr>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9630" name="Oval 294">
            <a:extLst>
              <a:ext uri="{FF2B5EF4-FFF2-40B4-BE49-F238E27FC236}">
                <a16:creationId xmlns:a16="http://schemas.microsoft.com/office/drawing/2014/main" id="{941E4EB7-9933-D140-A2FC-F2EE5B4877B2}"/>
              </a:ext>
            </a:extLst>
          </p:cNvPr>
          <p:cNvSpPr>
            <a:spLocks noChangeArrowheads="1"/>
          </p:cNvSpPr>
          <p:nvPr/>
        </p:nvSpPr>
        <p:spPr bwMode="auto">
          <a:xfrm>
            <a:off x="3527822" y="3442097"/>
            <a:ext cx="70247"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31" name="Oval 295">
            <a:extLst>
              <a:ext uri="{FF2B5EF4-FFF2-40B4-BE49-F238E27FC236}">
                <a16:creationId xmlns:a16="http://schemas.microsoft.com/office/drawing/2014/main" id="{847DA07F-709F-274C-996D-187B10A4DCD7}"/>
              </a:ext>
            </a:extLst>
          </p:cNvPr>
          <p:cNvSpPr>
            <a:spLocks noChangeArrowheads="1"/>
          </p:cNvSpPr>
          <p:nvPr/>
        </p:nvSpPr>
        <p:spPr bwMode="auto">
          <a:xfrm>
            <a:off x="4776788" y="3437335"/>
            <a:ext cx="69056" cy="67865"/>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32" name="Oval 296">
            <a:extLst>
              <a:ext uri="{FF2B5EF4-FFF2-40B4-BE49-F238E27FC236}">
                <a16:creationId xmlns:a16="http://schemas.microsoft.com/office/drawing/2014/main" id="{540F59BE-18C0-AD49-AA97-55A023B5E659}"/>
              </a:ext>
            </a:extLst>
          </p:cNvPr>
          <p:cNvSpPr>
            <a:spLocks noChangeArrowheads="1"/>
          </p:cNvSpPr>
          <p:nvPr/>
        </p:nvSpPr>
        <p:spPr bwMode="auto">
          <a:xfrm>
            <a:off x="5085160" y="317063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33" name="Oval 297">
            <a:extLst>
              <a:ext uri="{FF2B5EF4-FFF2-40B4-BE49-F238E27FC236}">
                <a16:creationId xmlns:a16="http://schemas.microsoft.com/office/drawing/2014/main" id="{00C05D12-DD53-AB40-A26C-1C566AF374EA}"/>
              </a:ext>
            </a:extLst>
          </p:cNvPr>
          <p:cNvSpPr>
            <a:spLocks noChangeArrowheads="1"/>
          </p:cNvSpPr>
          <p:nvPr/>
        </p:nvSpPr>
        <p:spPr bwMode="auto">
          <a:xfrm>
            <a:off x="4425553" y="229195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34" name="Oval 298">
            <a:extLst>
              <a:ext uri="{FF2B5EF4-FFF2-40B4-BE49-F238E27FC236}">
                <a16:creationId xmlns:a16="http://schemas.microsoft.com/office/drawing/2014/main" id="{82769FA5-9091-D74C-AB2D-93CE08C108CD}"/>
              </a:ext>
            </a:extLst>
          </p:cNvPr>
          <p:cNvSpPr>
            <a:spLocks noChangeArrowheads="1"/>
          </p:cNvSpPr>
          <p:nvPr/>
        </p:nvSpPr>
        <p:spPr bwMode="auto">
          <a:xfrm>
            <a:off x="3181351" y="3086101"/>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35" name="Oval 299">
            <a:extLst>
              <a:ext uri="{FF2B5EF4-FFF2-40B4-BE49-F238E27FC236}">
                <a16:creationId xmlns:a16="http://schemas.microsoft.com/office/drawing/2014/main" id="{4E64D586-C706-014B-ACC7-74F2832AF138}"/>
              </a:ext>
            </a:extLst>
          </p:cNvPr>
          <p:cNvSpPr>
            <a:spLocks noChangeArrowheads="1"/>
          </p:cNvSpPr>
          <p:nvPr/>
        </p:nvSpPr>
        <p:spPr bwMode="auto">
          <a:xfrm>
            <a:off x="3924300" y="2309813"/>
            <a:ext cx="67866" cy="6786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36" name="Rectangle 300">
            <a:extLst>
              <a:ext uri="{FF2B5EF4-FFF2-40B4-BE49-F238E27FC236}">
                <a16:creationId xmlns:a16="http://schemas.microsoft.com/office/drawing/2014/main" id="{543B3403-D2B0-1D4E-9ECF-44E40CFABB95}"/>
              </a:ext>
            </a:extLst>
          </p:cNvPr>
          <p:cNvSpPr>
            <a:spLocks noChangeArrowheads="1"/>
          </p:cNvSpPr>
          <p:nvPr/>
        </p:nvSpPr>
        <p:spPr bwMode="auto">
          <a:xfrm>
            <a:off x="4554141" y="2043113"/>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37" name="Rectangle 301">
            <a:extLst>
              <a:ext uri="{FF2B5EF4-FFF2-40B4-BE49-F238E27FC236}">
                <a16:creationId xmlns:a16="http://schemas.microsoft.com/office/drawing/2014/main" id="{1176370F-CCE9-7847-BB7F-2F2A76A53C1C}"/>
              </a:ext>
            </a:extLst>
          </p:cNvPr>
          <p:cNvSpPr>
            <a:spLocks noChangeArrowheads="1"/>
          </p:cNvSpPr>
          <p:nvPr/>
        </p:nvSpPr>
        <p:spPr bwMode="auto">
          <a:xfrm>
            <a:off x="4570810" y="21645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222.1.6.1</a:t>
            </a:r>
          </a:p>
        </p:txBody>
      </p:sp>
      <p:sp>
        <p:nvSpPr>
          <p:cNvPr id="109638" name="Rectangle 302">
            <a:extLst>
              <a:ext uri="{FF2B5EF4-FFF2-40B4-BE49-F238E27FC236}">
                <a16:creationId xmlns:a16="http://schemas.microsoft.com/office/drawing/2014/main" id="{1369114A-5F6E-8442-98F9-CB72E9DC4DD9}"/>
              </a:ext>
            </a:extLst>
          </p:cNvPr>
          <p:cNvSpPr>
            <a:spLocks noChangeArrowheads="1"/>
          </p:cNvSpPr>
          <p:nvPr/>
        </p:nvSpPr>
        <p:spPr bwMode="auto">
          <a:xfrm>
            <a:off x="3120629" y="2151460"/>
            <a:ext cx="754856"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39" name="Rectangle 303">
            <a:extLst>
              <a:ext uri="{FF2B5EF4-FFF2-40B4-BE49-F238E27FC236}">
                <a16:creationId xmlns:a16="http://schemas.microsoft.com/office/drawing/2014/main" id="{1152803D-C998-CD45-AF2F-950B0F9F820F}"/>
              </a:ext>
            </a:extLst>
          </p:cNvPr>
          <p:cNvSpPr>
            <a:spLocks noChangeArrowheads="1"/>
          </p:cNvSpPr>
          <p:nvPr/>
        </p:nvSpPr>
        <p:spPr bwMode="auto">
          <a:xfrm>
            <a:off x="3209925" y="214193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dirty="0">
                <a:latin typeface="Arial" panose="020B0604020202020204" pitchFamily="34" charset="0"/>
                <a:ea typeface="宋体" panose="02010600030101010101" pitchFamily="2" charset="-122"/>
              </a:rPr>
              <a:t>222.1.5.1</a:t>
            </a:r>
          </a:p>
        </p:txBody>
      </p:sp>
      <p:sp>
        <p:nvSpPr>
          <p:cNvPr id="109640" name="Rectangle 304">
            <a:extLst>
              <a:ext uri="{FF2B5EF4-FFF2-40B4-BE49-F238E27FC236}">
                <a16:creationId xmlns:a16="http://schemas.microsoft.com/office/drawing/2014/main" id="{1BF6C9FF-398C-3B49-9212-9A2ACA7E29FB}"/>
              </a:ext>
            </a:extLst>
          </p:cNvPr>
          <p:cNvSpPr>
            <a:spLocks noChangeArrowheads="1"/>
          </p:cNvSpPr>
          <p:nvPr/>
        </p:nvSpPr>
        <p:spPr bwMode="auto">
          <a:xfrm>
            <a:off x="2568178" y="2644379"/>
            <a:ext cx="757238"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41" name="Rectangle 305">
            <a:extLst>
              <a:ext uri="{FF2B5EF4-FFF2-40B4-BE49-F238E27FC236}">
                <a16:creationId xmlns:a16="http://schemas.microsoft.com/office/drawing/2014/main" id="{3251588C-8865-7646-93C1-E4D19BB681C9}"/>
              </a:ext>
            </a:extLst>
          </p:cNvPr>
          <p:cNvSpPr>
            <a:spLocks noChangeArrowheads="1"/>
          </p:cNvSpPr>
          <p:nvPr/>
        </p:nvSpPr>
        <p:spPr bwMode="auto">
          <a:xfrm>
            <a:off x="2543175" y="28324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222.1.5.2</a:t>
            </a:r>
          </a:p>
        </p:txBody>
      </p:sp>
      <p:sp>
        <p:nvSpPr>
          <p:cNvPr id="109642" name="Rectangle 306">
            <a:extLst>
              <a:ext uri="{FF2B5EF4-FFF2-40B4-BE49-F238E27FC236}">
                <a16:creationId xmlns:a16="http://schemas.microsoft.com/office/drawing/2014/main" id="{2A8AC9C7-4FAB-4543-8957-413E17B399A4}"/>
              </a:ext>
            </a:extLst>
          </p:cNvPr>
          <p:cNvSpPr>
            <a:spLocks noChangeArrowheads="1"/>
          </p:cNvSpPr>
          <p:nvPr/>
        </p:nvSpPr>
        <p:spPr bwMode="auto">
          <a:xfrm>
            <a:off x="5069682" y="2545557"/>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43" name="Rectangle 307">
            <a:extLst>
              <a:ext uri="{FF2B5EF4-FFF2-40B4-BE49-F238E27FC236}">
                <a16:creationId xmlns:a16="http://schemas.microsoft.com/office/drawing/2014/main" id="{01FCA482-D40E-1D43-AF15-FDF651947CF0}"/>
              </a:ext>
            </a:extLst>
          </p:cNvPr>
          <p:cNvSpPr>
            <a:spLocks noChangeArrowheads="1"/>
          </p:cNvSpPr>
          <p:nvPr/>
        </p:nvSpPr>
        <p:spPr bwMode="auto">
          <a:xfrm>
            <a:off x="5083969" y="29253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222.1.6.2</a:t>
            </a:r>
          </a:p>
        </p:txBody>
      </p:sp>
      <p:sp>
        <p:nvSpPr>
          <p:cNvPr id="109644" name="Rectangle 308">
            <a:extLst>
              <a:ext uri="{FF2B5EF4-FFF2-40B4-BE49-F238E27FC236}">
                <a16:creationId xmlns:a16="http://schemas.microsoft.com/office/drawing/2014/main" id="{540BD847-4713-5A4E-8B70-A287F5804B4B}"/>
              </a:ext>
            </a:extLst>
          </p:cNvPr>
          <p:cNvSpPr>
            <a:spLocks noChangeArrowheads="1"/>
          </p:cNvSpPr>
          <p:nvPr/>
        </p:nvSpPr>
        <p:spPr bwMode="auto">
          <a:xfrm>
            <a:off x="4660106" y="3208735"/>
            <a:ext cx="757238"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45" name="Rectangle 309">
            <a:extLst>
              <a:ext uri="{FF2B5EF4-FFF2-40B4-BE49-F238E27FC236}">
                <a16:creationId xmlns:a16="http://schemas.microsoft.com/office/drawing/2014/main" id="{68176AF9-7652-304E-A29B-1472B8F2C28A}"/>
              </a:ext>
            </a:extLst>
          </p:cNvPr>
          <p:cNvSpPr>
            <a:spLocks noChangeArrowheads="1"/>
          </p:cNvSpPr>
          <p:nvPr/>
        </p:nvSpPr>
        <p:spPr bwMode="auto">
          <a:xfrm>
            <a:off x="4550569" y="3548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222.1.4.1</a:t>
            </a:r>
          </a:p>
        </p:txBody>
      </p:sp>
      <p:sp>
        <p:nvSpPr>
          <p:cNvPr id="109646" name="Rectangle 310">
            <a:extLst>
              <a:ext uri="{FF2B5EF4-FFF2-40B4-BE49-F238E27FC236}">
                <a16:creationId xmlns:a16="http://schemas.microsoft.com/office/drawing/2014/main" id="{A7842861-11CF-A24B-AE63-1307D953BA13}"/>
              </a:ext>
            </a:extLst>
          </p:cNvPr>
          <p:cNvSpPr>
            <a:spLocks noChangeArrowheads="1"/>
          </p:cNvSpPr>
          <p:nvPr/>
        </p:nvSpPr>
        <p:spPr bwMode="auto">
          <a:xfrm>
            <a:off x="3327798" y="3208735"/>
            <a:ext cx="754856"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47" name="Rectangle 311">
            <a:extLst>
              <a:ext uri="{FF2B5EF4-FFF2-40B4-BE49-F238E27FC236}">
                <a16:creationId xmlns:a16="http://schemas.microsoft.com/office/drawing/2014/main" id="{CC1A5649-1D48-274D-961A-E6FC06C184E7}"/>
              </a:ext>
            </a:extLst>
          </p:cNvPr>
          <p:cNvSpPr>
            <a:spLocks noChangeArrowheads="1"/>
          </p:cNvSpPr>
          <p:nvPr/>
        </p:nvSpPr>
        <p:spPr bwMode="auto">
          <a:xfrm>
            <a:off x="3393282" y="35349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222.1.4.2</a:t>
            </a:r>
          </a:p>
        </p:txBody>
      </p:sp>
      <p:sp>
        <p:nvSpPr>
          <p:cNvPr id="109648" name="Rectangle 312">
            <a:extLst>
              <a:ext uri="{FF2B5EF4-FFF2-40B4-BE49-F238E27FC236}">
                <a16:creationId xmlns:a16="http://schemas.microsoft.com/office/drawing/2014/main" id="{25E0D0D9-4A43-8C4A-AF51-3C7B6AC67E96}"/>
              </a:ext>
            </a:extLst>
          </p:cNvPr>
          <p:cNvSpPr>
            <a:spLocks noChangeArrowheads="1"/>
          </p:cNvSpPr>
          <p:nvPr/>
        </p:nvSpPr>
        <p:spPr bwMode="auto">
          <a:xfrm>
            <a:off x="1428751" y="2259806"/>
            <a:ext cx="75604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49" name="Rectangle 313">
            <a:extLst>
              <a:ext uri="{FF2B5EF4-FFF2-40B4-BE49-F238E27FC236}">
                <a16:creationId xmlns:a16="http://schemas.microsoft.com/office/drawing/2014/main" id="{82F6E809-126D-7249-B10D-F9AA19CD5B67}"/>
              </a:ext>
            </a:extLst>
          </p:cNvPr>
          <p:cNvSpPr>
            <a:spLocks noChangeArrowheads="1"/>
          </p:cNvSpPr>
          <p:nvPr/>
        </p:nvSpPr>
        <p:spPr bwMode="auto">
          <a:xfrm>
            <a:off x="1428750" y="230624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222.1.3.3</a:t>
            </a:r>
          </a:p>
        </p:txBody>
      </p:sp>
      <p:sp>
        <p:nvSpPr>
          <p:cNvPr id="109650" name="Rectangle 314">
            <a:extLst>
              <a:ext uri="{FF2B5EF4-FFF2-40B4-BE49-F238E27FC236}">
                <a16:creationId xmlns:a16="http://schemas.microsoft.com/office/drawing/2014/main" id="{FF3EADE3-32A9-E44B-97BE-A9BCC8E91B0C}"/>
              </a:ext>
            </a:extLst>
          </p:cNvPr>
          <p:cNvSpPr>
            <a:spLocks noChangeArrowheads="1"/>
          </p:cNvSpPr>
          <p:nvPr/>
        </p:nvSpPr>
        <p:spPr bwMode="auto">
          <a:xfrm>
            <a:off x="2238376" y="3256360"/>
            <a:ext cx="756047"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51" name="Rectangle 315">
            <a:extLst>
              <a:ext uri="{FF2B5EF4-FFF2-40B4-BE49-F238E27FC236}">
                <a16:creationId xmlns:a16="http://schemas.microsoft.com/office/drawing/2014/main" id="{5C22F9A5-2051-8B43-8220-A32910957C39}"/>
              </a:ext>
            </a:extLst>
          </p:cNvPr>
          <p:cNvSpPr>
            <a:spLocks noChangeArrowheads="1"/>
          </p:cNvSpPr>
          <p:nvPr/>
        </p:nvSpPr>
        <p:spPr bwMode="auto">
          <a:xfrm>
            <a:off x="2330054" y="357068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222.1.3.2</a:t>
            </a:r>
          </a:p>
        </p:txBody>
      </p:sp>
      <p:sp>
        <p:nvSpPr>
          <p:cNvPr id="109652" name="Rectangle 316">
            <a:extLst>
              <a:ext uri="{FF2B5EF4-FFF2-40B4-BE49-F238E27FC236}">
                <a16:creationId xmlns:a16="http://schemas.microsoft.com/office/drawing/2014/main" id="{9CAF1C70-C969-7F46-AEF2-027CB444993D}"/>
              </a:ext>
            </a:extLst>
          </p:cNvPr>
          <p:cNvSpPr>
            <a:spLocks noChangeArrowheads="1"/>
          </p:cNvSpPr>
          <p:nvPr/>
        </p:nvSpPr>
        <p:spPr bwMode="auto">
          <a:xfrm>
            <a:off x="1428751" y="3090863"/>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53" name="Rectangle 317">
            <a:extLst>
              <a:ext uri="{FF2B5EF4-FFF2-40B4-BE49-F238E27FC236}">
                <a16:creationId xmlns:a16="http://schemas.microsoft.com/office/drawing/2014/main" id="{0B04FACA-4371-E946-B8E0-5A747EFAE742}"/>
              </a:ext>
            </a:extLst>
          </p:cNvPr>
          <p:cNvSpPr>
            <a:spLocks noChangeArrowheads="1"/>
          </p:cNvSpPr>
          <p:nvPr/>
        </p:nvSpPr>
        <p:spPr bwMode="auto">
          <a:xfrm>
            <a:off x="1428750" y="31372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222.1.3.1</a:t>
            </a:r>
          </a:p>
        </p:txBody>
      </p:sp>
      <p:sp>
        <p:nvSpPr>
          <p:cNvPr id="109654" name="Oval 318">
            <a:extLst>
              <a:ext uri="{FF2B5EF4-FFF2-40B4-BE49-F238E27FC236}">
                <a16:creationId xmlns:a16="http://schemas.microsoft.com/office/drawing/2014/main" id="{C6C4E513-5B3B-8249-A447-4B6FCD7213BA}"/>
              </a:ext>
            </a:extLst>
          </p:cNvPr>
          <p:cNvSpPr>
            <a:spLocks noChangeArrowheads="1"/>
          </p:cNvSpPr>
          <p:nvPr/>
        </p:nvSpPr>
        <p:spPr bwMode="auto">
          <a:xfrm>
            <a:off x="2131219" y="299918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55" name="Oval 319">
            <a:extLst>
              <a:ext uri="{FF2B5EF4-FFF2-40B4-BE49-F238E27FC236}">
                <a16:creationId xmlns:a16="http://schemas.microsoft.com/office/drawing/2014/main" id="{A877EF3B-B4DC-1C4C-91E2-B39DF0C4A1F0}"/>
              </a:ext>
            </a:extLst>
          </p:cNvPr>
          <p:cNvSpPr>
            <a:spLocks noChangeArrowheads="1"/>
          </p:cNvSpPr>
          <p:nvPr/>
        </p:nvSpPr>
        <p:spPr bwMode="auto">
          <a:xfrm>
            <a:off x="2125266" y="2168129"/>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56" name="Oval 320">
            <a:extLst>
              <a:ext uri="{FF2B5EF4-FFF2-40B4-BE49-F238E27FC236}">
                <a16:creationId xmlns:a16="http://schemas.microsoft.com/office/drawing/2014/main" id="{E0D40D57-E62A-F546-BD84-88A41AE02729}"/>
              </a:ext>
            </a:extLst>
          </p:cNvPr>
          <p:cNvSpPr>
            <a:spLocks noChangeArrowheads="1"/>
          </p:cNvSpPr>
          <p:nvPr/>
        </p:nvSpPr>
        <p:spPr bwMode="auto">
          <a:xfrm>
            <a:off x="2651523" y="3402807"/>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57" name="Rectangle 321">
            <a:extLst>
              <a:ext uri="{FF2B5EF4-FFF2-40B4-BE49-F238E27FC236}">
                <a16:creationId xmlns:a16="http://schemas.microsoft.com/office/drawing/2014/main" id="{A776BD30-9541-4C43-9A5A-8732A8BAD8E7}"/>
              </a:ext>
            </a:extLst>
          </p:cNvPr>
          <p:cNvSpPr>
            <a:spLocks noChangeArrowheads="1"/>
          </p:cNvSpPr>
          <p:nvPr/>
        </p:nvSpPr>
        <p:spPr bwMode="auto">
          <a:xfrm>
            <a:off x="3044429" y="3299222"/>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58" name="Rectangle 322">
            <a:extLst>
              <a:ext uri="{FF2B5EF4-FFF2-40B4-BE49-F238E27FC236}">
                <a16:creationId xmlns:a16="http://schemas.microsoft.com/office/drawing/2014/main" id="{8CEE9540-9704-D74C-8770-CE5063771AF5}"/>
              </a:ext>
            </a:extLst>
          </p:cNvPr>
          <p:cNvSpPr>
            <a:spLocks noChangeArrowheads="1"/>
          </p:cNvSpPr>
          <p:nvPr/>
        </p:nvSpPr>
        <p:spPr bwMode="auto">
          <a:xfrm>
            <a:off x="3283744" y="3132535"/>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09659" name="Rectangle 323">
            <a:extLst>
              <a:ext uri="{FF2B5EF4-FFF2-40B4-BE49-F238E27FC236}">
                <a16:creationId xmlns:a16="http://schemas.microsoft.com/office/drawing/2014/main" id="{9E62523B-A040-2840-9B9A-89E3EB716625}"/>
              </a:ext>
            </a:extLst>
          </p:cNvPr>
          <p:cNvSpPr>
            <a:spLocks noChangeArrowheads="1"/>
          </p:cNvSpPr>
          <p:nvPr/>
        </p:nvSpPr>
        <p:spPr bwMode="auto">
          <a:xfrm>
            <a:off x="5497116" y="3255169"/>
            <a:ext cx="310753"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60" name="Rectangle 324">
            <a:extLst>
              <a:ext uri="{FF2B5EF4-FFF2-40B4-BE49-F238E27FC236}">
                <a16:creationId xmlns:a16="http://schemas.microsoft.com/office/drawing/2014/main" id="{BB5F37C5-CA40-C042-B426-7C694274E2F8}"/>
              </a:ext>
            </a:extLst>
          </p:cNvPr>
          <p:cNvSpPr>
            <a:spLocks noChangeArrowheads="1"/>
          </p:cNvSpPr>
          <p:nvPr/>
        </p:nvSpPr>
        <p:spPr bwMode="auto">
          <a:xfrm>
            <a:off x="4798219" y="3131344"/>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09661" name="Rectangle 325">
            <a:extLst>
              <a:ext uri="{FF2B5EF4-FFF2-40B4-BE49-F238E27FC236}">
                <a16:creationId xmlns:a16="http://schemas.microsoft.com/office/drawing/2014/main" id="{D09CDC86-ACC2-7D4A-9888-B712B19763B5}"/>
              </a:ext>
            </a:extLst>
          </p:cNvPr>
          <p:cNvSpPr>
            <a:spLocks noChangeArrowheads="1"/>
          </p:cNvSpPr>
          <p:nvPr/>
        </p:nvSpPr>
        <p:spPr bwMode="auto">
          <a:xfrm>
            <a:off x="2269332" y="2266950"/>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62" name="Rectangle 326">
            <a:extLst>
              <a:ext uri="{FF2B5EF4-FFF2-40B4-BE49-F238E27FC236}">
                <a16:creationId xmlns:a16="http://schemas.microsoft.com/office/drawing/2014/main" id="{028FE7EA-6CE8-504F-8241-280F11D47E66}"/>
              </a:ext>
            </a:extLst>
          </p:cNvPr>
          <p:cNvSpPr>
            <a:spLocks noChangeArrowheads="1"/>
          </p:cNvSpPr>
          <p:nvPr/>
        </p:nvSpPr>
        <p:spPr bwMode="auto">
          <a:xfrm>
            <a:off x="2337198" y="230981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222.1.3.</a:t>
            </a:r>
            <a:endParaRPr kumimoji="1" lang="en-US" altLang="zh-CN" sz="1500">
              <a:latin typeface="Arial" panose="020B0604020202020204" pitchFamily="34" charset="0"/>
              <a:ea typeface="宋体" panose="02010600030101010101" pitchFamily="2" charset="-122"/>
            </a:endParaRPr>
          </a:p>
        </p:txBody>
      </p:sp>
      <p:sp>
        <p:nvSpPr>
          <p:cNvPr id="109663" name="Rectangle 327">
            <a:extLst>
              <a:ext uri="{FF2B5EF4-FFF2-40B4-BE49-F238E27FC236}">
                <a16:creationId xmlns:a16="http://schemas.microsoft.com/office/drawing/2014/main" id="{9A715A38-ADDA-E740-A906-DDF8277E1475}"/>
              </a:ext>
            </a:extLst>
          </p:cNvPr>
          <p:cNvSpPr>
            <a:spLocks noChangeArrowheads="1"/>
          </p:cNvSpPr>
          <p:nvPr/>
        </p:nvSpPr>
        <p:spPr bwMode="auto">
          <a:xfrm>
            <a:off x="2294335" y="2044304"/>
            <a:ext cx="53816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64" name="Rectangle 328">
            <a:extLst>
              <a:ext uri="{FF2B5EF4-FFF2-40B4-BE49-F238E27FC236}">
                <a16:creationId xmlns:a16="http://schemas.microsoft.com/office/drawing/2014/main" id="{02B8EB00-CB66-2447-BB51-6EE42F0FE6CA}"/>
              </a:ext>
            </a:extLst>
          </p:cNvPr>
          <p:cNvSpPr>
            <a:spLocks noChangeArrowheads="1"/>
          </p:cNvSpPr>
          <p:nvPr/>
        </p:nvSpPr>
        <p:spPr bwMode="auto">
          <a:xfrm>
            <a:off x="2359819" y="208716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09665" name="Rectangle 329">
            <a:extLst>
              <a:ext uri="{FF2B5EF4-FFF2-40B4-BE49-F238E27FC236}">
                <a16:creationId xmlns:a16="http://schemas.microsoft.com/office/drawing/2014/main" id="{BE07F8D0-8AFC-1140-92FD-56952EE525DF}"/>
              </a:ext>
            </a:extLst>
          </p:cNvPr>
          <p:cNvSpPr>
            <a:spLocks noChangeArrowheads="1"/>
          </p:cNvSpPr>
          <p:nvPr/>
        </p:nvSpPr>
        <p:spPr bwMode="auto">
          <a:xfrm>
            <a:off x="4112419" y="2862263"/>
            <a:ext cx="3119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66" name="Rectangle 330">
            <a:extLst>
              <a:ext uri="{FF2B5EF4-FFF2-40B4-BE49-F238E27FC236}">
                <a16:creationId xmlns:a16="http://schemas.microsoft.com/office/drawing/2014/main" id="{37C72F44-68C9-974D-B4B8-2ED46DFF65A3}"/>
              </a:ext>
            </a:extLst>
          </p:cNvPr>
          <p:cNvSpPr>
            <a:spLocks noChangeArrowheads="1"/>
          </p:cNvSpPr>
          <p:nvPr/>
        </p:nvSpPr>
        <p:spPr bwMode="auto">
          <a:xfrm>
            <a:off x="4830366" y="2314575"/>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67" name="Rectangle 331">
            <a:extLst>
              <a:ext uri="{FF2B5EF4-FFF2-40B4-BE49-F238E27FC236}">
                <a16:creationId xmlns:a16="http://schemas.microsoft.com/office/drawing/2014/main" id="{F6C6C053-DABC-7244-AFFD-3FB5C7BDA23E}"/>
              </a:ext>
            </a:extLst>
          </p:cNvPr>
          <p:cNvSpPr>
            <a:spLocks noChangeArrowheads="1"/>
          </p:cNvSpPr>
          <p:nvPr/>
        </p:nvSpPr>
        <p:spPr bwMode="auto">
          <a:xfrm>
            <a:off x="4829175" y="24693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09668" name="Rectangle 332">
            <a:extLst>
              <a:ext uri="{FF2B5EF4-FFF2-40B4-BE49-F238E27FC236}">
                <a16:creationId xmlns:a16="http://schemas.microsoft.com/office/drawing/2014/main" id="{989E8D73-E196-A84F-8895-7116FB8097B6}"/>
              </a:ext>
            </a:extLst>
          </p:cNvPr>
          <p:cNvSpPr>
            <a:spLocks noChangeArrowheads="1"/>
          </p:cNvSpPr>
          <p:nvPr/>
        </p:nvSpPr>
        <p:spPr bwMode="auto">
          <a:xfrm>
            <a:off x="3617119" y="2588419"/>
            <a:ext cx="30956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69" name="Rectangle 333">
            <a:extLst>
              <a:ext uri="{FF2B5EF4-FFF2-40B4-BE49-F238E27FC236}">
                <a16:creationId xmlns:a16="http://schemas.microsoft.com/office/drawing/2014/main" id="{C302F9CF-1D01-4F43-9ADA-2D9C9E8C1111}"/>
              </a:ext>
            </a:extLst>
          </p:cNvPr>
          <p:cNvSpPr>
            <a:spLocks noChangeArrowheads="1"/>
          </p:cNvSpPr>
          <p:nvPr/>
        </p:nvSpPr>
        <p:spPr bwMode="auto">
          <a:xfrm>
            <a:off x="3554016" y="2786063"/>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09670" name="Rectangle 334">
            <a:extLst>
              <a:ext uri="{FF2B5EF4-FFF2-40B4-BE49-F238E27FC236}">
                <a16:creationId xmlns:a16="http://schemas.microsoft.com/office/drawing/2014/main" id="{925E2613-D07A-5A4F-A576-C1F22BD00900}"/>
              </a:ext>
            </a:extLst>
          </p:cNvPr>
          <p:cNvSpPr>
            <a:spLocks noChangeArrowheads="1"/>
          </p:cNvSpPr>
          <p:nvPr/>
        </p:nvSpPr>
        <p:spPr bwMode="auto">
          <a:xfrm>
            <a:off x="4017169" y="3167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222.1.4.</a:t>
            </a:r>
            <a:endParaRPr kumimoji="1" lang="en-US" altLang="zh-CN" sz="1500">
              <a:latin typeface="Arial" panose="020B0604020202020204" pitchFamily="34" charset="0"/>
              <a:ea typeface="宋体" panose="02010600030101010101" pitchFamily="2" charset="-122"/>
            </a:endParaRPr>
          </a:p>
        </p:txBody>
      </p:sp>
      <p:sp>
        <p:nvSpPr>
          <p:cNvPr id="109671" name="Rectangle 335">
            <a:extLst>
              <a:ext uri="{FF2B5EF4-FFF2-40B4-BE49-F238E27FC236}">
                <a16:creationId xmlns:a16="http://schemas.microsoft.com/office/drawing/2014/main" id="{1D4183B8-E562-D348-8000-8C03B5F414A7}"/>
              </a:ext>
            </a:extLst>
          </p:cNvPr>
          <p:cNvSpPr>
            <a:spLocks noChangeArrowheads="1"/>
          </p:cNvSpPr>
          <p:nvPr/>
        </p:nvSpPr>
        <p:spPr bwMode="auto">
          <a:xfrm>
            <a:off x="3837385" y="2588419"/>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72" name="Rectangle 336">
            <a:extLst>
              <a:ext uri="{FF2B5EF4-FFF2-40B4-BE49-F238E27FC236}">
                <a16:creationId xmlns:a16="http://schemas.microsoft.com/office/drawing/2014/main" id="{85F743CE-1E23-D64E-80BF-C58128C8A09E}"/>
              </a:ext>
            </a:extLst>
          </p:cNvPr>
          <p:cNvSpPr>
            <a:spLocks noChangeArrowheads="1"/>
          </p:cNvSpPr>
          <p:nvPr/>
        </p:nvSpPr>
        <p:spPr bwMode="auto">
          <a:xfrm>
            <a:off x="3804048" y="2786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222.1.5.</a:t>
            </a:r>
            <a:endParaRPr kumimoji="1" lang="en-US" altLang="zh-CN" sz="1500">
              <a:latin typeface="Arial" panose="020B0604020202020204" pitchFamily="34" charset="0"/>
              <a:ea typeface="宋体" panose="02010600030101010101" pitchFamily="2" charset="-122"/>
            </a:endParaRPr>
          </a:p>
        </p:txBody>
      </p:sp>
      <p:sp>
        <p:nvSpPr>
          <p:cNvPr id="109673" name="Rectangle 337">
            <a:extLst>
              <a:ext uri="{FF2B5EF4-FFF2-40B4-BE49-F238E27FC236}">
                <a16:creationId xmlns:a16="http://schemas.microsoft.com/office/drawing/2014/main" id="{5B5D5BBC-47A1-3B44-A2DC-758D0A0B29F5}"/>
              </a:ext>
            </a:extLst>
          </p:cNvPr>
          <p:cNvSpPr>
            <a:spLocks noChangeArrowheads="1"/>
          </p:cNvSpPr>
          <p:nvPr/>
        </p:nvSpPr>
        <p:spPr bwMode="auto">
          <a:xfrm>
            <a:off x="5050632" y="2326482"/>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74" name="Rectangle 338">
            <a:extLst>
              <a:ext uri="{FF2B5EF4-FFF2-40B4-BE49-F238E27FC236}">
                <a16:creationId xmlns:a16="http://schemas.microsoft.com/office/drawing/2014/main" id="{2838C50E-50EF-F94E-8BFE-76AAFE3A06BD}"/>
              </a:ext>
            </a:extLst>
          </p:cNvPr>
          <p:cNvSpPr>
            <a:spLocks noChangeArrowheads="1"/>
          </p:cNvSpPr>
          <p:nvPr/>
        </p:nvSpPr>
        <p:spPr bwMode="auto">
          <a:xfrm>
            <a:off x="5075635" y="24812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222.1.6.</a:t>
            </a:r>
            <a:endParaRPr kumimoji="1" lang="en-US" altLang="zh-CN" sz="1500">
              <a:latin typeface="Arial" panose="020B0604020202020204" pitchFamily="34" charset="0"/>
              <a:ea typeface="宋体" panose="02010600030101010101" pitchFamily="2" charset="-122"/>
            </a:endParaRPr>
          </a:p>
        </p:txBody>
      </p:sp>
      <p:sp>
        <p:nvSpPr>
          <p:cNvPr id="109675" name="Line 339">
            <a:extLst>
              <a:ext uri="{FF2B5EF4-FFF2-40B4-BE49-F238E27FC236}">
                <a16:creationId xmlns:a16="http://schemas.microsoft.com/office/drawing/2014/main" id="{C3CD3D2B-656C-724A-B791-AE0DC4263A7B}"/>
              </a:ext>
            </a:extLst>
          </p:cNvPr>
          <p:cNvSpPr>
            <a:spLocks noChangeShapeType="1"/>
          </p:cNvSpPr>
          <p:nvPr/>
        </p:nvSpPr>
        <p:spPr bwMode="auto">
          <a:xfrm>
            <a:off x="2277666" y="1943100"/>
            <a:ext cx="0" cy="1634729"/>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76" name="Rectangle 340">
            <a:extLst>
              <a:ext uri="{FF2B5EF4-FFF2-40B4-BE49-F238E27FC236}">
                <a16:creationId xmlns:a16="http://schemas.microsoft.com/office/drawing/2014/main" id="{55DECD8C-FBBF-AB4B-A006-A0F4735C2DB3}"/>
              </a:ext>
            </a:extLst>
          </p:cNvPr>
          <p:cNvSpPr>
            <a:spLocks noChangeArrowheads="1"/>
          </p:cNvSpPr>
          <p:nvPr/>
        </p:nvSpPr>
        <p:spPr bwMode="auto">
          <a:xfrm>
            <a:off x="3767137" y="31551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pic>
        <p:nvPicPr>
          <p:cNvPr id="109677" name="Picture 341">
            <a:extLst>
              <a:ext uri="{FF2B5EF4-FFF2-40B4-BE49-F238E27FC236}">
                <a16:creationId xmlns:a16="http://schemas.microsoft.com/office/drawing/2014/main" id="{B7E572FB-D914-DC46-89FF-E10A308E8BB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498" y="3702844"/>
            <a:ext cx="435769" cy="29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78" name="Line 342">
            <a:extLst>
              <a:ext uri="{FF2B5EF4-FFF2-40B4-BE49-F238E27FC236}">
                <a16:creationId xmlns:a16="http://schemas.microsoft.com/office/drawing/2014/main" id="{675D7279-7B19-214D-A70A-BBC8228EE40C}"/>
              </a:ext>
            </a:extLst>
          </p:cNvPr>
          <p:cNvSpPr>
            <a:spLocks noChangeShapeType="1"/>
          </p:cNvSpPr>
          <p:nvPr/>
        </p:nvSpPr>
        <p:spPr bwMode="auto">
          <a:xfrm>
            <a:off x="6900863" y="1996678"/>
            <a:ext cx="0" cy="200382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79" name="Line 343">
            <a:extLst>
              <a:ext uri="{FF2B5EF4-FFF2-40B4-BE49-F238E27FC236}">
                <a16:creationId xmlns:a16="http://schemas.microsoft.com/office/drawing/2014/main" id="{50DA3FA6-6F1C-594D-9267-6F376B213623}"/>
              </a:ext>
            </a:extLst>
          </p:cNvPr>
          <p:cNvSpPr>
            <a:spLocks noChangeShapeType="1"/>
          </p:cNvSpPr>
          <p:nvPr/>
        </p:nvSpPr>
        <p:spPr bwMode="auto">
          <a:xfrm rot="16200000">
            <a:off x="4350544" y="3202781"/>
            <a:ext cx="0" cy="170021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80" name="Line 344">
            <a:extLst>
              <a:ext uri="{FF2B5EF4-FFF2-40B4-BE49-F238E27FC236}">
                <a16:creationId xmlns:a16="http://schemas.microsoft.com/office/drawing/2014/main" id="{2B6CA9EC-4833-0343-8F84-3FC8917D19CA}"/>
              </a:ext>
            </a:extLst>
          </p:cNvPr>
          <p:cNvSpPr>
            <a:spLocks noChangeShapeType="1"/>
          </p:cNvSpPr>
          <p:nvPr/>
        </p:nvSpPr>
        <p:spPr bwMode="auto">
          <a:xfrm>
            <a:off x="5413773" y="3419475"/>
            <a:ext cx="148709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81" name="Oval 345">
            <a:extLst>
              <a:ext uri="{FF2B5EF4-FFF2-40B4-BE49-F238E27FC236}">
                <a16:creationId xmlns:a16="http://schemas.microsoft.com/office/drawing/2014/main" id="{975A9947-A5BB-D14F-AD1F-0DF8B8F37143}"/>
              </a:ext>
            </a:extLst>
          </p:cNvPr>
          <p:cNvSpPr>
            <a:spLocks noChangeArrowheads="1"/>
          </p:cNvSpPr>
          <p:nvPr/>
        </p:nvSpPr>
        <p:spPr bwMode="auto">
          <a:xfrm>
            <a:off x="5573316" y="3367088"/>
            <a:ext cx="89297"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82" name="Rectangle 346">
            <a:extLst>
              <a:ext uri="{FF2B5EF4-FFF2-40B4-BE49-F238E27FC236}">
                <a16:creationId xmlns:a16="http://schemas.microsoft.com/office/drawing/2014/main" id="{99EF0DD0-BBB6-7E46-BCF3-AFA31D46061E}"/>
              </a:ext>
            </a:extLst>
          </p:cNvPr>
          <p:cNvSpPr>
            <a:spLocks noChangeArrowheads="1"/>
          </p:cNvSpPr>
          <p:nvPr/>
        </p:nvSpPr>
        <p:spPr bwMode="auto">
          <a:xfrm>
            <a:off x="6318647" y="24693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09683" name="Rectangle 347">
            <a:extLst>
              <a:ext uri="{FF2B5EF4-FFF2-40B4-BE49-F238E27FC236}">
                <a16:creationId xmlns:a16="http://schemas.microsoft.com/office/drawing/2014/main" id="{6F09D04E-C3BF-084C-A9CC-F044BB301003}"/>
              </a:ext>
            </a:extLst>
          </p:cNvPr>
          <p:cNvSpPr>
            <a:spLocks noChangeArrowheads="1"/>
          </p:cNvSpPr>
          <p:nvPr/>
        </p:nvSpPr>
        <p:spPr bwMode="auto">
          <a:xfrm>
            <a:off x="2956322" y="15168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09684" name="Line 348">
            <a:extLst>
              <a:ext uri="{FF2B5EF4-FFF2-40B4-BE49-F238E27FC236}">
                <a16:creationId xmlns:a16="http://schemas.microsoft.com/office/drawing/2014/main" id="{9760CE4B-E6BB-944D-AB1C-7286046BE6B7}"/>
              </a:ext>
            </a:extLst>
          </p:cNvPr>
          <p:cNvSpPr>
            <a:spLocks noChangeShapeType="1"/>
          </p:cNvSpPr>
          <p:nvPr/>
        </p:nvSpPr>
        <p:spPr bwMode="auto">
          <a:xfrm rot="16200000">
            <a:off x="4935737" y="106561"/>
            <a:ext cx="0" cy="297537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85" name="Rectangle 349">
            <a:extLst>
              <a:ext uri="{FF2B5EF4-FFF2-40B4-BE49-F238E27FC236}">
                <a16:creationId xmlns:a16="http://schemas.microsoft.com/office/drawing/2014/main" id="{92EAEF56-D55F-0F47-BDCD-F535298C0757}"/>
              </a:ext>
            </a:extLst>
          </p:cNvPr>
          <p:cNvSpPr>
            <a:spLocks noChangeArrowheads="1"/>
          </p:cNvSpPr>
          <p:nvPr/>
        </p:nvSpPr>
        <p:spPr bwMode="auto">
          <a:xfrm>
            <a:off x="1881188" y="4473179"/>
            <a:ext cx="57708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互联网</a:t>
            </a:r>
          </a:p>
        </p:txBody>
      </p:sp>
      <p:sp>
        <p:nvSpPr>
          <p:cNvPr id="109686" name="Line 350">
            <a:extLst>
              <a:ext uri="{FF2B5EF4-FFF2-40B4-BE49-F238E27FC236}">
                <a16:creationId xmlns:a16="http://schemas.microsoft.com/office/drawing/2014/main" id="{9CD2148B-0973-2541-971A-AF4D95FB062D}"/>
              </a:ext>
            </a:extLst>
          </p:cNvPr>
          <p:cNvSpPr>
            <a:spLocks noChangeShapeType="1"/>
          </p:cNvSpPr>
          <p:nvPr/>
        </p:nvSpPr>
        <p:spPr bwMode="auto">
          <a:xfrm flipV="1">
            <a:off x="2172891" y="4156473"/>
            <a:ext cx="317897" cy="316706"/>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09687" name="Line 351">
            <a:extLst>
              <a:ext uri="{FF2B5EF4-FFF2-40B4-BE49-F238E27FC236}">
                <a16:creationId xmlns:a16="http://schemas.microsoft.com/office/drawing/2014/main" id="{AEFEA1CE-2898-5B44-95C5-5D3A45075BB0}"/>
              </a:ext>
            </a:extLst>
          </p:cNvPr>
          <p:cNvSpPr>
            <a:spLocks noChangeShapeType="1"/>
          </p:cNvSpPr>
          <p:nvPr/>
        </p:nvSpPr>
        <p:spPr bwMode="auto">
          <a:xfrm>
            <a:off x="3676650"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88" name="Oval 352">
            <a:extLst>
              <a:ext uri="{FF2B5EF4-FFF2-40B4-BE49-F238E27FC236}">
                <a16:creationId xmlns:a16="http://schemas.microsoft.com/office/drawing/2014/main" id="{6F62A54D-3D74-7044-8F69-AD39352CA531}"/>
              </a:ext>
            </a:extLst>
          </p:cNvPr>
          <p:cNvSpPr>
            <a:spLocks noChangeArrowheads="1"/>
          </p:cNvSpPr>
          <p:nvPr/>
        </p:nvSpPr>
        <p:spPr bwMode="auto">
          <a:xfrm>
            <a:off x="3634978" y="12977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9689" name="Group 353">
            <a:extLst>
              <a:ext uri="{FF2B5EF4-FFF2-40B4-BE49-F238E27FC236}">
                <a16:creationId xmlns:a16="http://schemas.microsoft.com/office/drawing/2014/main" id="{F9C4BCBE-6FC7-5540-B525-639279780C24}"/>
              </a:ext>
            </a:extLst>
          </p:cNvPr>
          <p:cNvGrpSpPr>
            <a:grpSpLocks/>
          </p:cNvGrpSpPr>
          <p:nvPr/>
        </p:nvGrpSpPr>
        <p:grpSpPr bwMode="auto">
          <a:xfrm>
            <a:off x="3471863" y="673894"/>
            <a:ext cx="379810" cy="385763"/>
            <a:chOff x="1813" y="593"/>
            <a:chExt cx="343" cy="352"/>
          </a:xfrm>
        </p:grpSpPr>
        <p:grpSp>
          <p:nvGrpSpPr>
            <p:cNvPr id="109755" name="Group 354">
              <a:extLst>
                <a:ext uri="{FF2B5EF4-FFF2-40B4-BE49-F238E27FC236}">
                  <a16:creationId xmlns:a16="http://schemas.microsoft.com/office/drawing/2014/main" id="{FE4A4DE1-3176-8F46-B251-29B1B464766D}"/>
                </a:ext>
              </a:extLst>
            </p:cNvPr>
            <p:cNvGrpSpPr>
              <a:grpSpLocks/>
            </p:cNvGrpSpPr>
            <p:nvPr/>
          </p:nvGrpSpPr>
          <p:grpSpPr bwMode="auto">
            <a:xfrm>
              <a:off x="1821" y="599"/>
              <a:ext cx="335" cy="346"/>
              <a:chOff x="1821" y="599"/>
              <a:chExt cx="335" cy="346"/>
            </a:xfrm>
          </p:grpSpPr>
          <p:sp>
            <p:nvSpPr>
              <p:cNvPr id="109769" name="Freeform 355">
                <a:extLst>
                  <a:ext uri="{FF2B5EF4-FFF2-40B4-BE49-F238E27FC236}">
                    <a16:creationId xmlns:a16="http://schemas.microsoft.com/office/drawing/2014/main" id="{5C291F34-F1D8-C247-9895-8B7A4B0CFECE}"/>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70" name="Freeform 356">
                <a:extLst>
                  <a:ext uri="{FF2B5EF4-FFF2-40B4-BE49-F238E27FC236}">
                    <a16:creationId xmlns:a16="http://schemas.microsoft.com/office/drawing/2014/main" id="{444F328C-14D6-804A-AD38-3BC54752E65C}"/>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71" name="Freeform 357">
                <a:extLst>
                  <a:ext uri="{FF2B5EF4-FFF2-40B4-BE49-F238E27FC236}">
                    <a16:creationId xmlns:a16="http://schemas.microsoft.com/office/drawing/2014/main" id="{367A287A-B239-074F-B784-2C690E5A378D}"/>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72" name="Freeform 358">
                <a:extLst>
                  <a:ext uri="{FF2B5EF4-FFF2-40B4-BE49-F238E27FC236}">
                    <a16:creationId xmlns:a16="http://schemas.microsoft.com/office/drawing/2014/main" id="{DB408E4D-A980-814E-B803-748B7F949567}"/>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73" name="Rectangle 359">
                <a:extLst>
                  <a:ext uri="{FF2B5EF4-FFF2-40B4-BE49-F238E27FC236}">
                    <a16:creationId xmlns:a16="http://schemas.microsoft.com/office/drawing/2014/main" id="{0C0DE1E3-7FF0-8241-B59C-00F4F3AB92FA}"/>
                  </a:ext>
                </a:extLst>
              </p:cNvPr>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74" name="Rectangle 360">
                <a:extLst>
                  <a:ext uri="{FF2B5EF4-FFF2-40B4-BE49-F238E27FC236}">
                    <a16:creationId xmlns:a16="http://schemas.microsoft.com/office/drawing/2014/main" id="{07E7C6AC-9E57-E64C-BB29-14F7F6E89047}"/>
                  </a:ext>
                </a:extLst>
              </p:cNvPr>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75" name="Rectangle 361">
                <a:extLst>
                  <a:ext uri="{FF2B5EF4-FFF2-40B4-BE49-F238E27FC236}">
                    <a16:creationId xmlns:a16="http://schemas.microsoft.com/office/drawing/2014/main" id="{8BBF155D-50D8-3441-B94E-FE3A5F555058}"/>
                  </a:ext>
                </a:extLst>
              </p:cNvPr>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76" name="Line 362">
                <a:extLst>
                  <a:ext uri="{FF2B5EF4-FFF2-40B4-BE49-F238E27FC236}">
                    <a16:creationId xmlns:a16="http://schemas.microsoft.com/office/drawing/2014/main" id="{3D750191-CAEF-5F48-B75B-A5481DCAA4BD}"/>
                  </a:ext>
                </a:extLst>
              </p:cNvPr>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777" name="Group 363">
                <a:extLst>
                  <a:ext uri="{FF2B5EF4-FFF2-40B4-BE49-F238E27FC236}">
                    <a16:creationId xmlns:a16="http://schemas.microsoft.com/office/drawing/2014/main" id="{04992900-2909-F645-B361-003467DC6416}"/>
                  </a:ext>
                </a:extLst>
              </p:cNvPr>
              <p:cNvGrpSpPr>
                <a:grpSpLocks/>
              </p:cNvGrpSpPr>
              <p:nvPr/>
            </p:nvGrpSpPr>
            <p:grpSpPr bwMode="auto">
              <a:xfrm>
                <a:off x="1821" y="895"/>
                <a:ext cx="335" cy="50"/>
                <a:chOff x="1821" y="895"/>
                <a:chExt cx="335" cy="50"/>
              </a:xfrm>
            </p:grpSpPr>
            <p:sp>
              <p:nvSpPr>
                <p:cNvPr id="109778" name="Freeform 364">
                  <a:extLst>
                    <a:ext uri="{FF2B5EF4-FFF2-40B4-BE49-F238E27FC236}">
                      <a16:creationId xmlns:a16="http://schemas.microsoft.com/office/drawing/2014/main" id="{F9086243-91EE-434B-9580-E0C9C3ED55B9}"/>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79" name="Freeform 365">
                  <a:extLst>
                    <a:ext uri="{FF2B5EF4-FFF2-40B4-BE49-F238E27FC236}">
                      <a16:creationId xmlns:a16="http://schemas.microsoft.com/office/drawing/2014/main" id="{2C2BA89E-5C07-B445-95A6-2C6526B20E1D}"/>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80" name="Rectangle 366">
                  <a:extLst>
                    <a:ext uri="{FF2B5EF4-FFF2-40B4-BE49-F238E27FC236}">
                      <a16:creationId xmlns:a16="http://schemas.microsoft.com/office/drawing/2014/main" id="{25FC6878-BC7C-484B-BB80-A42D8DFFB9E4}"/>
                    </a:ext>
                  </a:extLst>
                </p:cNvPr>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9756" name="Group 367">
              <a:extLst>
                <a:ext uri="{FF2B5EF4-FFF2-40B4-BE49-F238E27FC236}">
                  <a16:creationId xmlns:a16="http://schemas.microsoft.com/office/drawing/2014/main" id="{E2A7109F-1FDF-8747-B656-C0B9BDBE63F7}"/>
                </a:ext>
              </a:extLst>
            </p:cNvPr>
            <p:cNvGrpSpPr>
              <a:grpSpLocks/>
            </p:cNvGrpSpPr>
            <p:nvPr/>
          </p:nvGrpSpPr>
          <p:grpSpPr bwMode="auto">
            <a:xfrm>
              <a:off x="1813" y="593"/>
              <a:ext cx="335" cy="346"/>
              <a:chOff x="1813" y="593"/>
              <a:chExt cx="335" cy="346"/>
            </a:xfrm>
          </p:grpSpPr>
          <p:sp>
            <p:nvSpPr>
              <p:cNvPr id="109757" name="Freeform 368">
                <a:extLst>
                  <a:ext uri="{FF2B5EF4-FFF2-40B4-BE49-F238E27FC236}">
                    <a16:creationId xmlns:a16="http://schemas.microsoft.com/office/drawing/2014/main" id="{4E6EE951-129B-9649-8152-2E5E288DB1F7}"/>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58" name="Freeform 369">
                <a:extLst>
                  <a:ext uri="{FF2B5EF4-FFF2-40B4-BE49-F238E27FC236}">
                    <a16:creationId xmlns:a16="http://schemas.microsoft.com/office/drawing/2014/main" id="{89720B17-056D-5743-9578-DB0526EDB427}"/>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59" name="Freeform 370">
                <a:extLst>
                  <a:ext uri="{FF2B5EF4-FFF2-40B4-BE49-F238E27FC236}">
                    <a16:creationId xmlns:a16="http://schemas.microsoft.com/office/drawing/2014/main" id="{631BFF99-3167-C44E-850A-A585188DED25}"/>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60" name="Freeform 371">
                <a:extLst>
                  <a:ext uri="{FF2B5EF4-FFF2-40B4-BE49-F238E27FC236}">
                    <a16:creationId xmlns:a16="http://schemas.microsoft.com/office/drawing/2014/main" id="{532EFE67-7F9D-234B-872F-8B11B04DA38E}"/>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61" name="Rectangle 372">
                <a:extLst>
                  <a:ext uri="{FF2B5EF4-FFF2-40B4-BE49-F238E27FC236}">
                    <a16:creationId xmlns:a16="http://schemas.microsoft.com/office/drawing/2014/main" id="{78993F1B-B844-8A4C-AB41-0ECBBFB7F9A4}"/>
                  </a:ext>
                </a:extLst>
              </p:cNvPr>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62" name="Rectangle 373">
                <a:extLst>
                  <a:ext uri="{FF2B5EF4-FFF2-40B4-BE49-F238E27FC236}">
                    <a16:creationId xmlns:a16="http://schemas.microsoft.com/office/drawing/2014/main" id="{AB3BF0BC-1788-A740-B542-7195BA1E25BD}"/>
                  </a:ext>
                </a:extLst>
              </p:cNvPr>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63" name="Rectangle 374">
                <a:extLst>
                  <a:ext uri="{FF2B5EF4-FFF2-40B4-BE49-F238E27FC236}">
                    <a16:creationId xmlns:a16="http://schemas.microsoft.com/office/drawing/2014/main" id="{0B0C2C72-C86C-6E4E-B2D3-5A82DFD9FE22}"/>
                  </a:ext>
                </a:extLst>
              </p:cNvPr>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64" name="Line 375">
                <a:extLst>
                  <a:ext uri="{FF2B5EF4-FFF2-40B4-BE49-F238E27FC236}">
                    <a16:creationId xmlns:a16="http://schemas.microsoft.com/office/drawing/2014/main" id="{CBA195F4-BC83-E64C-83AA-9E02E655FBC6}"/>
                  </a:ext>
                </a:extLst>
              </p:cNvPr>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765" name="Group 376">
                <a:extLst>
                  <a:ext uri="{FF2B5EF4-FFF2-40B4-BE49-F238E27FC236}">
                    <a16:creationId xmlns:a16="http://schemas.microsoft.com/office/drawing/2014/main" id="{6E354D1F-7CC2-A845-9477-5B9187C16783}"/>
                  </a:ext>
                </a:extLst>
              </p:cNvPr>
              <p:cNvGrpSpPr>
                <a:grpSpLocks/>
              </p:cNvGrpSpPr>
              <p:nvPr/>
            </p:nvGrpSpPr>
            <p:grpSpPr bwMode="auto">
              <a:xfrm>
                <a:off x="1813" y="888"/>
                <a:ext cx="335" cy="51"/>
                <a:chOff x="1813" y="888"/>
                <a:chExt cx="335" cy="51"/>
              </a:xfrm>
            </p:grpSpPr>
            <p:sp>
              <p:nvSpPr>
                <p:cNvPr id="109766" name="Freeform 377">
                  <a:extLst>
                    <a:ext uri="{FF2B5EF4-FFF2-40B4-BE49-F238E27FC236}">
                      <a16:creationId xmlns:a16="http://schemas.microsoft.com/office/drawing/2014/main" id="{9BD37159-DD30-E148-8F23-002505E7A6EA}"/>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67" name="Freeform 378">
                  <a:extLst>
                    <a:ext uri="{FF2B5EF4-FFF2-40B4-BE49-F238E27FC236}">
                      <a16:creationId xmlns:a16="http://schemas.microsoft.com/office/drawing/2014/main" id="{01DEF06E-45D2-3247-A87A-CE77A08E775D}"/>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68" name="Rectangle 379">
                  <a:extLst>
                    <a:ext uri="{FF2B5EF4-FFF2-40B4-BE49-F238E27FC236}">
                      <a16:creationId xmlns:a16="http://schemas.microsoft.com/office/drawing/2014/main" id="{7AC63001-C875-D44B-8CD1-5004BE6BB5DA}"/>
                    </a:ext>
                  </a:extLst>
                </p:cNvPr>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09690" name="Line 380">
            <a:extLst>
              <a:ext uri="{FF2B5EF4-FFF2-40B4-BE49-F238E27FC236}">
                <a16:creationId xmlns:a16="http://schemas.microsoft.com/office/drawing/2014/main" id="{D9EF9C01-A324-5D4D-B1DF-9E65D9537C40}"/>
              </a:ext>
            </a:extLst>
          </p:cNvPr>
          <p:cNvSpPr>
            <a:spLocks noChangeShapeType="1"/>
          </p:cNvSpPr>
          <p:nvPr/>
        </p:nvSpPr>
        <p:spPr bwMode="auto">
          <a:xfrm>
            <a:off x="5993606"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91" name="Line 381">
            <a:extLst>
              <a:ext uri="{FF2B5EF4-FFF2-40B4-BE49-F238E27FC236}">
                <a16:creationId xmlns:a16="http://schemas.microsoft.com/office/drawing/2014/main" id="{60F681C7-2612-CA4A-ADB3-AA7676F80344}"/>
              </a:ext>
            </a:extLst>
          </p:cNvPr>
          <p:cNvSpPr>
            <a:spLocks noChangeShapeType="1"/>
          </p:cNvSpPr>
          <p:nvPr/>
        </p:nvSpPr>
        <p:spPr bwMode="auto">
          <a:xfrm>
            <a:off x="4835129" y="1000126"/>
            <a:ext cx="0" cy="58459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92" name="Oval 382">
            <a:extLst>
              <a:ext uri="{FF2B5EF4-FFF2-40B4-BE49-F238E27FC236}">
                <a16:creationId xmlns:a16="http://schemas.microsoft.com/office/drawing/2014/main" id="{840D4863-E531-344B-BD97-693C77858C8B}"/>
              </a:ext>
            </a:extLst>
          </p:cNvPr>
          <p:cNvSpPr>
            <a:spLocks noChangeArrowheads="1"/>
          </p:cNvSpPr>
          <p:nvPr/>
        </p:nvSpPr>
        <p:spPr bwMode="auto">
          <a:xfrm>
            <a:off x="4801792" y="1308498"/>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9693" name="Group 383">
            <a:extLst>
              <a:ext uri="{FF2B5EF4-FFF2-40B4-BE49-F238E27FC236}">
                <a16:creationId xmlns:a16="http://schemas.microsoft.com/office/drawing/2014/main" id="{902859D3-E9DE-A245-943A-52ED009C1FED}"/>
              </a:ext>
            </a:extLst>
          </p:cNvPr>
          <p:cNvGrpSpPr>
            <a:grpSpLocks/>
          </p:cNvGrpSpPr>
          <p:nvPr/>
        </p:nvGrpSpPr>
        <p:grpSpPr bwMode="auto">
          <a:xfrm>
            <a:off x="4639866" y="673894"/>
            <a:ext cx="379809" cy="385763"/>
            <a:chOff x="2868" y="593"/>
            <a:chExt cx="343" cy="352"/>
          </a:xfrm>
        </p:grpSpPr>
        <p:grpSp>
          <p:nvGrpSpPr>
            <p:cNvPr id="109729" name="Group 384">
              <a:extLst>
                <a:ext uri="{FF2B5EF4-FFF2-40B4-BE49-F238E27FC236}">
                  <a16:creationId xmlns:a16="http://schemas.microsoft.com/office/drawing/2014/main" id="{36D6EA13-3857-614E-B624-82786A85321A}"/>
                </a:ext>
              </a:extLst>
            </p:cNvPr>
            <p:cNvGrpSpPr>
              <a:grpSpLocks/>
            </p:cNvGrpSpPr>
            <p:nvPr/>
          </p:nvGrpSpPr>
          <p:grpSpPr bwMode="auto">
            <a:xfrm>
              <a:off x="2877" y="599"/>
              <a:ext cx="334" cy="346"/>
              <a:chOff x="2877" y="599"/>
              <a:chExt cx="334" cy="346"/>
            </a:xfrm>
          </p:grpSpPr>
          <p:sp>
            <p:nvSpPr>
              <p:cNvPr id="109743" name="Freeform 385">
                <a:extLst>
                  <a:ext uri="{FF2B5EF4-FFF2-40B4-BE49-F238E27FC236}">
                    <a16:creationId xmlns:a16="http://schemas.microsoft.com/office/drawing/2014/main" id="{7C650877-719B-8D41-B0BD-2F306B5B2440}"/>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44" name="Freeform 386">
                <a:extLst>
                  <a:ext uri="{FF2B5EF4-FFF2-40B4-BE49-F238E27FC236}">
                    <a16:creationId xmlns:a16="http://schemas.microsoft.com/office/drawing/2014/main" id="{0C5CBD7C-37B1-FD4B-9263-EFA70BE49562}"/>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45" name="Freeform 387">
                <a:extLst>
                  <a:ext uri="{FF2B5EF4-FFF2-40B4-BE49-F238E27FC236}">
                    <a16:creationId xmlns:a16="http://schemas.microsoft.com/office/drawing/2014/main" id="{71574ACB-8845-7B4F-8BF6-3E44BD32675D}"/>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46" name="Freeform 388">
                <a:extLst>
                  <a:ext uri="{FF2B5EF4-FFF2-40B4-BE49-F238E27FC236}">
                    <a16:creationId xmlns:a16="http://schemas.microsoft.com/office/drawing/2014/main" id="{DC10EAB0-C48B-5241-955A-8DCC7CAE2F2D}"/>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47" name="Rectangle 389">
                <a:extLst>
                  <a:ext uri="{FF2B5EF4-FFF2-40B4-BE49-F238E27FC236}">
                    <a16:creationId xmlns:a16="http://schemas.microsoft.com/office/drawing/2014/main" id="{995691A9-CEBA-DE49-92AE-63244D5DB31B}"/>
                  </a:ext>
                </a:extLst>
              </p:cNvPr>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48" name="Rectangle 390">
                <a:extLst>
                  <a:ext uri="{FF2B5EF4-FFF2-40B4-BE49-F238E27FC236}">
                    <a16:creationId xmlns:a16="http://schemas.microsoft.com/office/drawing/2014/main" id="{ED2C850A-A8A1-C346-A448-10F77C3C150F}"/>
                  </a:ext>
                </a:extLst>
              </p:cNvPr>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49" name="Rectangle 391">
                <a:extLst>
                  <a:ext uri="{FF2B5EF4-FFF2-40B4-BE49-F238E27FC236}">
                    <a16:creationId xmlns:a16="http://schemas.microsoft.com/office/drawing/2014/main" id="{9B0D4090-842F-2541-BBCE-673167AC8197}"/>
                  </a:ext>
                </a:extLst>
              </p:cNvPr>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50" name="Line 392">
                <a:extLst>
                  <a:ext uri="{FF2B5EF4-FFF2-40B4-BE49-F238E27FC236}">
                    <a16:creationId xmlns:a16="http://schemas.microsoft.com/office/drawing/2014/main" id="{D66C7C66-91A1-1547-9D58-188D485DBA2A}"/>
                  </a:ext>
                </a:extLst>
              </p:cNvPr>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751" name="Group 393">
                <a:extLst>
                  <a:ext uri="{FF2B5EF4-FFF2-40B4-BE49-F238E27FC236}">
                    <a16:creationId xmlns:a16="http://schemas.microsoft.com/office/drawing/2014/main" id="{68EA87F3-90F6-AB48-9621-AD1514387BF8}"/>
                  </a:ext>
                </a:extLst>
              </p:cNvPr>
              <p:cNvGrpSpPr>
                <a:grpSpLocks/>
              </p:cNvGrpSpPr>
              <p:nvPr/>
            </p:nvGrpSpPr>
            <p:grpSpPr bwMode="auto">
              <a:xfrm>
                <a:off x="2877" y="895"/>
                <a:ext cx="334" cy="50"/>
                <a:chOff x="2877" y="895"/>
                <a:chExt cx="334" cy="50"/>
              </a:xfrm>
            </p:grpSpPr>
            <p:sp>
              <p:nvSpPr>
                <p:cNvPr id="109752" name="Freeform 394">
                  <a:extLst>
                    <a:ext uri="{FF2B5EF4-FFF2-40B4-BE49-F238E27FC236}">
                      <a16:creationId xmlns:a16="http://schemas.microsoft.com/office/drawing/2014/main" id="{99A8C804-E1A6-A744-99BB-3B8AA04DB606}"/>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53" name="Freeform 395">
                  <a:extLst>
                    <a:ext uri="{FF2B5EF4-FFF2-40B4-BE49-F238E27FC236}">
                      <a16:creationId xmlns:a16="http://schemas.microsoft.com/office/drawing/2014/main" id="{758744E3-F9EA-3642-B060-FA0D1CF381C9}"/>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54" name="Rectangle 396">
                  <a:extLst>
                    <a:ext uri="{FF2B5EF4-FFF2-40B4-BE49-F238E27FC236}">
                      <a16:creationId xmlns:a16="http://schemas.microsoft.com/office/drawing/2014/main" id="{6A96D453-A8AB-714F-A5F2-2A0CF1114880}"/>
                    </a:ext>
                  </a:extLst>
                </p:cNvPr>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9730" name="Group 397">
              <a:extLst>
                <a:ext uri="{FF2B5EF4-FFF2-40B4-BE49-F238E27FC236}">
                  <a16:creationId xmlns:a16="http://schemas.microsoft.com/office/drawing/2014/main" id="{417D713E-B330-CE41-92B6-176884F04F88}"/>
                </a:ext>
              </a:extLst>
            </p:cNvPr>
            <p:cNvGrpSpPr>
              <a:grpSpLocks/>
            </p:cNvGrpSpPr>
            <p:nvPr/>
          </p:nvGrpSpPr>
          <p:grpSpPr bwMode="auto">
            <a:xfrm>
              <a:off x="2868" y="593"/>
              <a:ext cx="335" cy="346"/>
              <a:chOff x="2868" y="593"/>
              <a:chExt cx="335" cy="346"/>
            </a:xfrm>
          </p:grpSpPr>
          <p:sp>
            <p:nvSpPr>
              <p:cNvPr id="109731" name="Freeform 398">
                <a:extLst>
                  <a:ext uri="{FF2B5EF4-FFF2-40B4-BE49-F238E27FC236}">
                    <a16:creationId xmlns:a16="http://schemas.microsoft.com/office/drawing/2014/main" id="{5F88AF5B-219A-4149-A4F4-9B4446C92F50}"/>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32" name="Freeform 399">
                <a:extLst>
                  <a:ext uri="{FF2B5EF4-FFF2-40B4-BE49-F238E27FC236}">
                    <a16:creationId xmlns:a16="http://schemas.microsoft.com/office/drawing/2014/main" id="{17963F0E-8BC3-EA49-AC32-DA5427A3E1E1}"/>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33" name="Freeform 400">
                <a:extLst>
                  <a:ext uri="{FF2B5EF4-FFF2-40B4-BE49-F238E27FC236}">
                    <a16:creationId xmlns:a16="http://schemas.microsoft.com/office/drawing/2014/main" id="{A3A4369F-0450-E746-B63C-E4607189AD34}"/>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34" name="Freeform 401">
                <a:extLst>
                  <a:ext uri="{FF2B5EF4-FFF2-40B4-BE49-F238E27FC236}">
                    <a16:creationId xmlns:a16="http://schemas.microsoft.com/office/drawing/2014/main" id="{AC6ADAB9-6133-1443-B6F5-FCF7F67C73B0}"/>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35" name="Rectangle 402">
                <a:extLst>
                  <a:ext uri="{FF2B5EF4-FFF2-40B4-BE49-F238E27FC236}">
                    <a16:creationId xmlns:a16="http://schemas.microsoft.com/office/drawing/2014/main" id="{71039D7D-C41C-1742-8439-25E5D0BAF02D}"/>
                  </a:ext>
                </a:extLst>
              </p:cNvPr>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36" name="Rectangle 403">
                <a:extLst>
                  <a:ext uri="{FF2B5EF4-FFF2-40B4-BE49-F238E27FC236}">
                    <a16:creationId xmlns:a16="http://schemas.microsoft.com/office/drawing/2014/main" id="{6C01C2B6-4EBA-CC43-9CB1-FEFF49EF6817}"/>
                  </a:ext>
                </a:extLst>
              </p:cNvPr>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37" name="Rectangle 404">
                <a:extLst>
                  <a:ext uri="{FF2B5EF4-FFF2-40B4-BE49-F238E27FC236}">
                    <a16:creationId xmlns:a16="http://schemas.microsoft.com/office/drawing/2014/main" id="{22EC08C2-60D7-ED4C-BD6C-BDE837D4666F}"/>
                  </a:ext>
                </a:extLst>
              </p:cNvPr>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38" name="Line 405">
                <a:extLst>
                  <a:ext uri="{FF2B5EF4-FFF2-40B4-BE49-F238E27FC236}">
                    <a16:creationId xmlns:a16="http://schemas.microsoft.com/office/drawing/2014/main" id="{BD20C4AC-D84A-2E4D-AE38-445768651DBF}"/>
                  </a:ext>
                </a:extLst>
              </p:cNvPr>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739" name="Group 406">
                <a:extLst>
                  <a:ext uri="{FF2B5EF4-FFF2-40B4-BE49-F238E27FC236}">
                    <a16:creationId xmlns:a16="http://schemas.microsoft.com/office/drawing/2014/main" id="{B6C38102-84DA-5843-BE62-1C5D3C4D422C}"/>
                  </a:ext>
                </a:extLst>
              </p:cNvPr>
              <p:cNvGrpSpPr>
                <a:grpSpLocks/>
              </p:cNvGrpSpPr>
              <p:nvPr/>
            </p:nvGrpSpPr>
            <p:grpSpPr bwMode="auto">
              <a:xfrm>
                <a:off x="2868" y="888"/>
                <a:ext cx="335" cy="51"/>
                <a:chOff x="2868" y="888"/>
                <a:chExt cx="335" cy="51"/>
              </a:xfrm>
            </p:grpSpPr>
            <p:sp>
              <p:nvSpPr>
                <p:cNvPr id="109740" name="Freeform 407">
                  <a:extLst>
                    <a:ext uri="{FF2B5EF4-FFF2-40B4-BE49-F238E27FC236}">
                      <a16:creationId xmlns:a16="http://schemas.microsoft.com/office/drawing/2014/main" id="{E27A7362-A021-F740-ACF5-B23D98E2F751}"/>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41" name="Freeform 408">
                  <a:extLst>
                    <a:ext uri="{FF2B5EF4-FFF2-40B4-BE49-F238E27FC236}">
                      <a16:creationId xmlns:a16="http://schemas.microsoft.com/office/drawing/2014/main" id="{59EAFF9D-790F-1B4C-B7E9-ED96E3957B0A}"/>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42" name="Rectangle 409">
                  <a:extLst>
                    <a:ext uri="{FF2B5EF4-FFF2-40B4-BE49-F238E27FC236}">
                      <a16:creationId xmlns:a16="http://schemas.microsoft.com/office/drawing/2014/main" id="{03DFBDF9-DD9C-A644-BE96-929717389911}"/>
                    </a:ext>
                  </a:extLst>
                </p:cNvPr>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09694" name="Oval 410">
            <a:extLst>
              <a:ext uri="{FF2B5EF4-FFF2-40B4-BE49-F238E27FC236}">
                <a16:creationId xmlns:a16="http://schemas.microsoft.com/office/drawing/2014/main" id="{13F67CD7-73CB-184B-9D18-BF3A868FA725}"/>
              </a:ext>
            </a:extLst>
          </p:cNvPr>
          <p:cNvSpPr>
            <a:spLocks noChangeArrowheads="1"/>
          </p:cNvSpPr>
          <p:nvPr/>
        </p:nvSpPr>
        <p:spPr bwMode="auto">
          <a:xfrm>
            <a:off x="5960269" y="1308498"/>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9695" name="Group 411">
            <a:extLst>
              <a:ext uri="{FF2B5EF4-FFF2-40B4-BE49-F238E27FC236}">
                <a16:creationId xmlns:a16="http://schemas.microsoft.com/office/drawing/2014/main" id="{7322516A-9962-414E-A52B-7F7F394480A1}"/>
              </a:ext>
            </a:extLst>
          </p:cNvPr>
          <p:cNvGrpSpPr>
            <a:grpSpLocks/>
          </p:cNvGrpSpPr>
          <p:nvPr/>
        </p:nvGrpSpPr>
        <p:grpSpPr bwMode="auto">
          <a:xfrm>
            <a:off x="5798344" y="673894"/>
            <a:ext cx="379810" cy="385763"/>
            <a:chOff x="3915" y="593"/>
            <a:chExt cx="343" cy="352"/>
          </a:xfrm>
        </p:grpSpPr>
        <p:grpSp>
          <p:nvGrpSpPr>
            <p:cNvPr id="109703" name="Group 412">
              <a:extLst>
                <a:ext uri="{FF2B5EF4-FFF2-40B4-BE49-F238E27FC236}">
                  <a16:creationId xmlns:a16="http://schemas.microsoft.com/office/drawing/2014/main" id="{792DC5E0-1538-624F-ACE0-4867D4E42AFE}"/>
                </a:ext>
              </a:extLst>
            </p:cNvPr>
            <p:cNvGrpSpPr>
              <a:grpSpLocks/>
            </p:cNvGrpSpPr>
            <p:nvPr/>
          </p:nvGrpSpPr>
          <p:grpSpPr bwMode="auto">
            <a:xfrm>
              <a:off x="3924" y="599"/>
              <a:ext cx="334" cy="346"/>
              <a:chOff x="3924" y="599"/>
              <a:chExt cx="334" cy="346"/>
            </a:xfrm>
          </p:grpSpPr>
          <p:sp>
            <p:nvSpPr>
              <p:cNvPr id="109717" name="Freeform 413">
                <a:extLst>
                  <a:ext uri="{FF2B5EF4-FFF2-40B4-BE49-F238E27FC236}">
                    <a16:creationId xmlns:a16="http://schemas.microsoft.com/office/drawing/2014/main" id="{09B3A8BA-BE42-7B45-A68B-A291A24CA136}"/>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18" name="Freeform 414">
                <a:extLst>
                  <a:ext uri="{FF2B5EF4-FFF2-40B4-BE49-F238E27FC236}">
                    <a16:creationId xmlns:a16="http://schemas.microsoft.com/office/drawing/2014/main" id="{0591DA1C-2EBA-EC47-A7B8-356FF0CB349B}"/>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19" name="Freeform 415">
                <a:extLst>
                  <a:ext uri="{FF2B5EF4-FFF2-40B4-BE49-F238E27FC236}">
                    <a16:creationId xmlns:a16="http://schemas.microsoft.com/office/drawing/2014/main" id="{CA705873-4205-D54E-84D1-0E2F77CBFA0E}"/>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20" name="Freeform 416">
                <a:extLst>
                  <a:ext uri="{FF2B5EF4-FFF2-40B4-BE49-F238E27FC236}">
                    <a16:creationId xmlns:a16="http://schemas.microsoft.com/office/drawing/2014/main" id="{F1BDAE86-ADCF-4E45-B11C-FBD9BE5CCABB}"/>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21" name="Rectangle 417">
                <a:extLst>
                  <a:ext uri="{FF2B5EF4-FFF2-40B4-BE49-F238E27FC236}">
                    <a16:creationId xmlns:a16="http://schemas.microsoft.com/office/drawing/2014/main" id="{3B81127F-B38C-F94E-8EE5-7322CF82F28F}"/>
                  </a:ext>
                </a:extLst>
              </p:cNvPr>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22" name="Rectangle 418">
                <a:extLst>
                  <a:ext uri="{FF2B5EF4-FFF2-40B4-BE49-F238E27FC236}">
                    <a16:creationId xmlns:a16="http://schemas.microsoft.com/office/drawing/2014/main" id="{8FECFD65-7CF3-564E-9942-95AA544E2F31}"/>
                  </a:ext>
                </a:extLst>
              </p:cNvPr>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23" name="Rectangle 419">
                <a:extLst>
                  <a:ext uri="{FF2B5EF4-FFF2-40B4-BE49-F238E27FC236}">
                    <a16:creationId xmlns:a16="http://schemas.microsoft.com/office/drawing/2014/main" id="{C47F2E9B-9444-1A4F-9A69-A180C309F6F7}"/>
                  </a:ext>
                </a:extLst>
              </p:cNvPr>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24" name="Line 420">
                <a:extLst>
                  <a:ext uri="{FF2B5EF4-FFF2-40B4-BE49-F238E27FC236}">
                    <a16:creationId xmlns:a16="http://schemas.microsoft.com/office/drawing/2014/main" id="{94573502-D2DA-8947-9D3B-85B2304B1632}"/>
                  </a:ext>
                </a:extLst>
              </p:cNvPr>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725" name="Group 421">
                <a:extLst>
                  <a:ext uri="{FF2B5EF4-FFF2-40B4-BE49-F238E27FC236}">
                    <a16:creationId xmlns:a16="http://schemas.microsoft.com/office/drawing/2014/main" id="{5DD1D926-943E-5A4B-8DAE-5A57BC1DA4AD}"/>
                  </a:ext>
                </a:extLst>
              </p:cNvPr>
              <p:cNvGrpSpPr>
                <a:grpSpLocks/>
              </p:cNvGrpSpPr>
              <p:nvPr/>
            </p:nvGrpSpPr>
            <p:grpSpPr bwMode="auto">
              <a:xfrm>
                <a:off x="3924" y="895"/>
                <a:ext cx="334" cy="50"/>
                <a:chOff x="3924" y="895"/>
                <a:chExt cx="334" cy="50"/>
              </a:xfrm>
            </p:grpSpPr>
            <p:sp>
              <p:nvSpPr>
                <p:cNvPr id="109726" name="Freeform 422">
                  <a:extLst>
                    <a:ext uri="{FF2B5EF4-FFF2-40B4-BE49-F238E27FC236}">
                      <a16:creationId xmlns:a16="http://schemas.microsoft.com/office/drawing/2014/main" id="{730A9559-DA9A-1143-BF41-CD4FAC3A9659}"/>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27" name="Freeform 423">
                  <a:extLst>
                    <a:ext uri="{FF2B5EF4-FFF2-40B4-BE49-F238E27FC236}">
                      <a16:creationId xmlns:a16="http://schemas.microsoft.com/office/drawing/2014/main" id="{0F0C2000-91E6-144A-A8C0-05CADD4348A4}"/>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28" name="Rectangle 424">
                  <a:extLst>
                    <a:ext uri="{FF2B5EF4-FFF2-40B4-BE49-F238E27FC236}">
                      <a16:creationId xmlns:a16="http://schemas.microsoft.com/office/drawing/2014/main" id="{38EF1505-0B8D-644C-9E39-089FA3BBE28E}"/>
                    </a:ext>
                  </a:extLst>
                </p:cNvPr>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9704" name="Group 425">
              <a:extLst>
                <a:ext uri="{FF2B5EF4-FFF2-40B4-BE49-F238E27FC236}">
                  <a16:creationId xmlns:a16="http://schemas.microsoft.com/office/drawing/2014/main" id="{3C3649F7-9FD6-194E-9340-86AAE2D956A5}"/>
                </a:ext>
              </a:extLst>
            </p:cNvPr>
            <p:cNvGrpSpPr>
              <a:grpSpLocks/>
            </p:cNvGrpSpPr>
            <p:nvPr/>
          </p:nvGrpSpPr>
          <p:grpSpPr bwMode="auto">
            <a:xfrm>
              <a:off x="3915" y="593"/>
              <a:ext cx="335" cy="346"/>
              <a:chOff x="3915" y="593"/>
              <a:chExt cx="335" cy="346"/>
            </a:xfrm>
          </p:grpSpPr>
          <p:sp>
            <p:nvSpPr>
              <p:cNvPr id="109705" name="Freeform 426">
                <a:extLst>
                  <a:ext uri="{FF2B5EF4-FFF2-40B4-BE49-F238E27FC236}">
                    <a16:creationId xmlns:a16="http://schemas.microsoft.com/office/drawing/2014/main" id="{ADBC4499-29EA-BB4E-9A07-D43F78164469}"/>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06" name="Freeform 427">
                <a:extLst>
                  <a:ext uri="{FF2B5EF4-FFF2-40B4-BE49-F238E27FC236}">
                    <a16:creationId xmlns:a16="http://schemas.microsoft.com/office/drawing/2014/main" id="{E8BFB174-59C6-0648-AEE6-4C58EF2B651C}"/>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07" name="Freeform 428">
                <a:extLst>
                  <a:ext uri="{FF2B5EF4-FFF2-40B4-BE49-F238E27FC236}">
                    <a16:creationId xmlns:a16="http://schemas.microsoft.com/office/drawing/2014/main" id="{3574A98D-2465-3947-965B-5696293106A1}"/>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08" name="Freeform 429">
                <a:extLst>
                  <a:ext uri="{FF2B5EF4-FFF2-40B4-BE49-F238E27FC236}">
                    <a16:creationId xmlns:a16="http://schemas.microsoft.com/office/drawing/2014/main" id="{4C1FA3BA-053E-EE46-92DB-23A334E9B20D}"/>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09" name="Rectangle 430">
                <a:extLst>
                  <a:ext uri="{FF2B5EF4-FFF2-40B4-BE49-F238E27FC236}">
                    <a16:creationId xmlns:a16="http://schemas.microsoft.com/office/drawing/2014/main" id="{DEA311FD-783D-1544-A7E9-15BC52D5E88B}"/>
                  </a:ext>
                </a:extLst>
              </p:cNvPr>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10" name="Rectangle 431">
                <a:extLst>
                  <a:ext uri="{FF2B5EF4-FFF2-40B4-BE49-F238E27FC236}">
                    <a16:creationId xmlns:a16="http://schemas.microsoft.com/office/drawing/2014/main" id="{ACFD3A33-EA90-B84A-B00B-74F872949CFA}"/>
                  </a:ext>
                </a:extLst>
              </p:cNvPr>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11" name="Rectangle 432">
                <a:extLst>
                  <a:ext uri="{FF2B5EF4-FFF2-40B4-BE49-F238E27FC236}">
                    <a16:creationId xmlns:a16="http://schemas.microsoft.com/office/drawing/2014/main" id="{FBE8A5FB-82A7-4945-8EE1-BA3D9462E677}"/>
                  </a:ext>
                </a:extLst>
              </p:cNvPr>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12" name="Line 433">
                <a:extLst>
                  <a:ext uri="{FF2B5EF4-FFF2-40B4-BE49-F238E27FC236}">
                    <a16:creationId xmlns:a16="http://schemas.microsoft.com/office/drawing/2014/main" id="{F8F6F6BF-09E7-484B-82E4-F5813A841358}"/>
                  </a:ext>
                </a:extLst>
              </p:cNvPr>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713" name="Group 434">
                <a:extLst>
                  <a:ext uri="{FF2B5EF4-FFF2-40B4-BE49-F238E27FC236}">
                    <a16:creationId xmlns:a16="http://schemas.microsoft.com/office/drawing/2014/main" id="{410E1ADC-EDBD-E747-9433-AAD940DB9D3E}"/>
                  </a:ext>
                </a:extLst>
              </p:cNvPr>
              <p:cNvGrpSpPr>
                <a:grpSpLocks/>
              </p:cNvGrpSpPr>
              <p:nvPr/>
            </p:nvGrpSpPr>
            <p:grpSpPr bwMode="auto">
              <a:xfrm>
                <a:off x="3915" y="888"/>
                <a:ext cx="335" cy="51"/>
                <a:chOff x="3915" y="888"/>
                <a:chExt cx="335" cy="51"/>
              </a:xfrm>
            </p:grpSpPr>
            <p:sp>
              <p:nvSpPr>
                <p:cNvPr id="109714" name="Freeform 435">
                  <a:extLst>
                    <a:ext uri="{FF2B5EF4-FFF2-40B4-BE49-F238E27FC236}">
                      <a16:creationId xmlns:a16="http://schemas.microsoft.com/office/drawing/2014/main" id="{3664AFD4-E91C-DF43-B5D1-50A1199C34F5}"/>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15" name="Freeform 436">
                  <a:extLst>
                    <a:ext uri="{FF2B5EF4-FFF2-40B4-BE49-F238E27FC236}">
                      <a16:creationId xmlns:a16="http://schemas.microsoft.com/office/drawing/2014/main" id="{1CE52A07-6CB2-794B-8CA0-484146E31239}"/>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16" name="Rectangle 437">
                  <a:extLst>
                    <a:ext uri="{FF2B5EF4-FFF2-40B4-BE49-F238E27FC236}">
                      <a16:creationId xmlns:a16="http://schemas.microsoft.com/office/drawing/2014/main" id="{2A698333-F436-4E4D-9A0F-A32D057A9BBA}"/>
                    </a:ext>
                  </a:extLst>
                </p:cNvPr>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447933" name="Group 445">
            <a:extLst>
              <a:ext uri="{FF2B5EF4-FFF2-40B4-BE49-F238E27FC236}">
                <a16:creationId xmlns:a16="http://schemas.microsoft.com/office/drawing/2014/main" id="{94CB02F2-1177-9D4C-88EC-ED7C79A3EC0A}"/>
              </a:ext>
            </a:extLst>
          </p:cNvPr>
          <p:cNvGrpSpPr>
            <a:grpSpLocks/>
          </p:cNvGrpSpPr>
          <p:nvPr/>
        </p:nvGrpSpPr>
        <p:grpSpPr bwMode="auto">
          <a:xfrm>
            <a:off x="3749278" y="1306117"/>
            <a:ext cx="2975372" cy="726281"/>
            <a:chOff x="2189" y="1097"/>
            <a:chExt cx="2499" cy="610"/>
          </a:xfrm>
        </p:grpSpPr>
        <p:sp>
          <p:nvSpPr>
            <p:cNvPr id="109699" name="Line 440">
              <a:extLst>
                <a:ext uri="{FF2B5EF4-FFF2-40B4-BE49-F238E27FC236}">
                  <a16:creationId xmlns:a16="http://schemas.microsoft.com/office/drawing/2014/main" id="{7403B24D-16C4-A748-B50A-776469BF02C0}"/>
                </a:ext>
              </a:extLst>
            </p:cNvPr>
            <p:cNvSpPr>
              <a:spLocks noChangeShapeType="1"/>
            </p:cNvSpPr>
            <p:nvPr/>
          </p:nvSpPr>
          <p:spPr bwMode="auto">
            <a:xfrm>
              <a:off x="2189" y="1105"/>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700" name="Line 441">
              <a:extLst>
                <a:ext uri="{FF2B5EF4-FFF2-40B4-BE49-F238E27FC236}">
                  <a16:creationId xmlns:a16="http://schemas.microsoft.com/office/drawing/2014/main" id="{F92AC737-6F6A-754D-ACFF-110EB6FA4B72}"/>
                </a:ext>
              </a:extLst>
            </p:cNvPr>
            <p:cNvSpPr>
              <a:spLocks noChangeShapeType="1"/>
            </p:cNvSpPr>
            <p:nvPr/>
          </p:nvSpPr>
          <p:spPr bwMode="auto">
            <a:xfrm>
              <a:off x="3160" y="1097"/>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701" name="Line 443">
              <a:extLst>
                <a:ext uri="{FF2B5EF4-FFF2-40B4-BE49-F238E27FC236}">
                  <a16:creationId xmlns:a16="http://schemas.microsoft.com/office/drawing/2014/main" id="{9F8D72BB-3C2F-E241-8DF3-F48117CB792D}"/>
                </a:ext>
              </a:extLst>
            </p:cNvPr>
            <p:cNvSpPr>
              <a:spLocks noChangeShapeType="1"/>
            </p:cNvSpPr>
            <p:nvPr/>
          </p:nvSpPr>
          <p:spPr bwMode="auto">
            <a:xfrm>
              <a:off x="4143" y="1097"/>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702" name="Line 444">
              <a:extLst>
                <a:ext uri="{FF2B5EF4-FFF2-40B4-BE49-F238E27FC236}">
                  <a16:creationId xmlns:a16="http://schemas.microsoft.com/office/drawing/2014/main" id="{65FF9B9F-1414-A34D-8694-CA09C0A4F86A}"/>
                </a:ext>
              </a:extLst>
            </p:cNvPr>
            <p:cNvSpPr>
              <a:spLocks noChangeShapeType="1"/>
            </p:cNvSpPr>
            <p:nvPr/>
          </p:nvSpPr>
          <p:spPr bwMode="auto">
            <a:xfrm>
              <a:off x="2743" y="1707"/>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9698" name="幻灯片编号占位符 1">
            <a:extLst>
              <a:ext uri="{FF2B5EF4-FFF2-40B4-BE49-F238E27FC236}">
                <a16:creationId xmlns:a16="http://schemas.microsoft.com/office/drawing/2014/main" id="{8296C752-142A-B444-A5A4-5AA5BE5E07D8}"/>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BE03BFB-B088-F640-8C56-5224EC8D857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45" name="Text Box 441">
            <a:extLst>
              <a:ext uri="{FF2B5EF4-FFF2-40B4-BE49-F238E27FC236}">
                <a16:creationId xmlns:a16="http://schemas.microsoft.com/office/drawing/2014/main" id="{0DABB960-5BB8-5544-95CF-C8EFFD77F4AE}"/>
              </a:ext>
            </a:extLst>
          </p:cNvPr>
          <p:cNvSpPr txBox="1">
            <a:spLocks noChangeArrowheads="1"/>
          </p:cNvSpPr>
          <p:nvPr/>
        </p:nvSpPr>
        <p:spPr bwMode="auto">
          <a:xfrm>
            <a:off x="2235518" y="2622991"/>
            <a:ext cx="6760131" cy="738664"/>
          </a:xfrm>
          <a:prstGeom prst="rect">
            <a:avLst/>
          </a:prstGeom>
          <a:solidFill>
            <a:srgbClr val="FFFF99"/>
          </a:solidFill>
          <a:ln w="9525">
            <a:solidFill>
              <a:schemeClr val="tx2"/>
            </a:solidFill>
            <a:miter lim="800000"/>
            <a:headEnd/>
            <a:tailEnd/>
          </a:ln>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在同一个局域网上的主机或路由器的</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地址中的网络号必须是一样的。图中的网络号就是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地址中的 </a:t>
            </a:r>
            <a:r>
              <a:rPr lang="en-US" altLang="zh-CN" sz="2100" dirty="0">
                <a:latin typeface="Arial" panose="020B0604020202020204" pitchFamily="34" charset="0"/>
                <a:ea typeface="宋体" panose="02010600030101010101" pitchFamily="2" charset="-122"/>
                <a:cs typeface="黑体" panose="02010609060101010101" pitchFamily="49" charset="-122"/>
              </a:rPr>
              <a:t>net-id</a:t>
            </a:r>
          </a:p>
        </p:txBody>
      </p:sp>
    </p:spTree>
    <p:extLst>
      <p:ext uri="{BB962C8B-B14F-4D97-AF65-F5344CB8AC3E}">
        <p14:creationId xmlns:p14="http://schemas.microsoft.com/office/powerpoint/2010/main" val="342047559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0"/>
                                          </p:stCondLst>
                                        </p:cTn>
                                        <p:tgtEl>
                                          <p:spTgt spid="447933"/>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nodeType="afterEffect">
                                  <p:stCondLst>
                                    <p:cond delay="0"/>
                                  </p:stCondLst>
                                  <p:childTnLst>
                                    <p:anim calcmode="discrete" valueType="str">
                                      <p:cBhvr>
                                        <p:cTn id="9" dur="1000" fill="hold"/>
                                        <p:tgtEl>
                                          <p:spTgt spid="447933"/>
                                        </p:tgtEl>
                                        <p:attrNameLst>
                                          <p:attrName>style.visibility</p:attrName>
                                        </p:attrNameLst>
                                      </p:cBhvr>
                                      <p:tavLst>
                                        <p:tav tm="0">
                                          <p:val>
                                            <p:strVal val="hidden"/>
                                          </p:val>
                                        </p:tav>
                                        <p:tav tm="50000">
                                          <p:val>
                                            <p:strVal val="visible"/>
                                          </p:val>
                                        </p:tav>
                                      </p:tavLst>
                                    </p:anim>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4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5" grpId="0" animBg="1"/>
    </p:bldLst>
  </p:timing>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1617" name="AutoShape 2">
            <a:extLst>
              <a:ext uri="{FF2B5EF4-FFF2-40B4-BE49-F238E27FC236}">
                <a16:creationId xmlns:a16="http://schemas.microsoft.com/office/drawing/2014/main" id="{5C09B84B-AA83-FD4C-8BD7-EADCEC201262}"/>
              </a:ext>
            </a:extLst>
          </p:cNvPr>
          <p:cNvSpPr>
            <a:spLocks noChangeArrowheads="1"/>
          </p:cNvSpPr>
          <p:nvPr/>
        </p:nvSpPr>
        <p:spPr bwMode="auto">
          <a:xfrm>
            <a:off x="2156222" y="1345407"/>
            <a:ext cx="4891088" cy="2926556"/>
          </a:xfrm>
          <a:prstGeom prst="roundRect">
            <a:avLst>
              <a:gd name="adj" fmla="val 24787"/>
            </a:avLst>
          </a:prstGeom>
          <a:solidFill>
            <a:srgbClr val="CCECFF"/>
          </a:solidFill>
          <a:ln w="9525">
            <a:solidFill>
              <a:schemeClr val="tx1"/>
            </a:solidFill>
            <a:prstDash val="dash"/>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11618" name="Rectangle 3">
            <a:extLst>
              <a:ext uri="{FF2B5EF4-FFF2-40B4-BE49-F238E27FC236}">
                <a16:creationId xmlns:a16="http://schemas.microsoft.com/office/drawing/2014/main" id="{12035886-7123-534B-895D-6392D640F907}"/>
              </a:ext>
            </a:extLst>
          </p:cNvPr>
          <p:cNvSpPr>
            <a:spLocks noGrp="1" noChangeArrowheads="1"/>
          </p:cNvSpPr>
          <p:nvPr>
            <p:ph type="title"/>
          </p:nvPr>
        </p:nvSpPr>
        <p:spPr>
          <a:xfrm>
            <a:off x="1709737" y="86916"/>
            <a:ext cx="5844779" cy="521494"/>
          </a:xfrm>
        </p:spPr>
        <p:txBody>
          <a:bodyPr/>
          <a:lstStyle/>
          <a:p>
            <a:pPr algn="ctr" eaLnBrk="1" hangingPunct="1"/>
            <a:r>
              <a:rPr lang="zh-CN" altLang="en-US" sz="2700">
                <a:ea typeface="宋体" panose="02010600030101010101" pitchFamily="2" charset="-122"/>
              </a:rPr>
              <a:t>互联网中的 </a:t>
            </a:r>
            <a:r>
              <a:rPr lang="en-US" altLang="zh-CN" sz="2700">
                <a:ea typeface="宋体" panose="02010600030101010101" pitchFamily="2" charset="-122"/>
              </a:rPr>
              <a:t>IP </a:t>
            </a:r>
            <a:r>
              <a:rPr lang="zh-CN" altLang="en-US" sz="2700">
                <a:ea typeface="宋体" panose="02010600030101010101" pitchFamily="2" charset="-122"/>
              </a:rPr>
              <a:t>地址 </a:t>
            </a:r>
          </a:p>
        </p:txBody>
      </p:sp>
      <p:sp>
        <p:nvSpPr>
          <p:cNvPr id="448516" name="Freeform 4">
            <a:extLst>
              <a:ext uri="{FF2B5EF4-FFF2-40B4-BE49-F238E27FC236}">
                <a16:creationId xmlns:a16="http://schemas.microsoft.com/office/drawing/2014/main" id="{BE7648E0-FB9C-0144-A970-0CC9B3792B2B}"/>
              </a:ext>
            </a:extLst>
          </p:cNvPr>
          <p:cNvSpPr>
            <a:spLocks/>
          </p:cNvSpPr>
          <p:nvPr/>
        </p:nvSpPr>
        <p:spPr bwMode="auto">
          <a:xfrm>
            <a:off x="3434954" y="1903810"/>
            <a:ext cx="3592115" cy="2377678"/>
          </a:xfrm>
          <a:custGeom>
            <a:avLst/>
            <a:gdLst>
              <a:gd name="T0" fmla="*/ 2147483646 w 3246"/>
              <a:gd name="T1" fmla="*/ 2147483646 h 2165"/>
              <a:gd name="T2" fmla="*/ 2147483646 w 3246"/>
              <a:gd name="T3" fmla="*/ 2147483646 h 2165"/>
              <a:gd name="T4" fmla="*/ 2147483646 w 3246"/>
              <a:gd name="T5" fmla="*/ 2147483646 h 2165"/>
              <a:gd name="T6" fmla="*/ 2147483646 w 3246"/>
              <a:gd name="T7" fmla="*/ 2147483646 h 2165"/>
              <a:gd name="T8" fmla="*/ 2147483646 w 3246"/>
              <a:gd name="T9" fmla="*/ 2147483646 h 2165"/>
              <a:gd name="T10" fmla="*/ 2147483646 w 3246"/>
              <a:gd name="T11" fmla="*/ 2147483646 h 2165"/>
              <a:gd name="T12" fmla="*/ 2147483646 w 3246"/>
              <a:gd name="T13" fmla="*/ 2147483646 h 2165"/>
              <a:gd name="T14" fmla="*/ 2147483646 w 3246"/>
              <a:gd name="T15" fmla="*/ 2147483646 h 2165"/>
              <a:gd name="T16" fmla="*/ 2147483646 w 3246"/>
              <a:gd name="T17" fmla="*/ 2147483646 h 2165"/>
              <a:gd name="T18" fmla="*/ 2147483646 w 3246"/>
              <a:gd name="T19" fmla="*/ 2147483646 h 2165"/>
              <a:gd name="T20" fmla="*/ 2147483646 w 3246"/>
              <a:gd name="T21" fmla="*/ 2147483646 h 2165"/>
              <a:gd name="T22" fmla="*/ 2147483646 w 3246"/>
              <a:gd name="T23" fmla="*/ 2147483646 h 2165"/>
              <a:gd name="T24" fmla="*/ 2147483646 w 3246"/>
              <a:gd name="T25" fmla="*/ 2147483646 h 2165"/>
              <a:gd name="T26" fmla="*/ 2147483646 w 3246"/>
              <a:gd name="T27" fmla="*/ 2147483646 h 2165"/>
              <a:gd name="T28" fmla="*/ 2147483646 w 3246"/>
              <a:gd name="T29" fmla="*/ 2147483646 h 2165"/>
              <a:gd name="T30" fmla="*/ 2147483646 w 3246"/>
              <a:gd name="T31" fmla="*/ 2147483646 h 2165"/>
              <a:gd name="T32" fmla="*/ 2147483646 w 3246"/>
              <a:gd name="T33" fmla="*/ 2147483646 h 2165"/>
              <a:gd name="T34" fmla="*/ 2147483646 w 3246"/>
              <a:gd name="T35" fmla="*/ 2147483646 h 2165"/>
              <a:gd name="T36" fmla="*/ 2147483646 w 3246"/>
              <a:gd name="T37" fmla="*/ 2147483646 h 2165"/>
              <a:gd name="T38" fmla="*/ 2147483646 w 3246"/>
              <a:gd name="T39" fmla="*/ 2147483646 h 2165"/>
              <a:gd name="T40" fmla="*/ 2147483646 w 3246"/>
              <a:gd name="T41" fmla="*/ 0 h 2165"/>
              <a:gd name="T42" fmla="*/ 2147483646 w 3246"/>
              <a:gd name="T43" fmla="*/ 2147483646 h 2165"/>
              <a:gd name="T44" fmla="*/ 2147483646 w 3246"/>
              <a:gd name="T45" fmla="*/ 2147483646 h 2165"/>
              <a:gd name="T46" fmla="*/ 2147483646 w 3246"/>
              <a:gd name="T47" fmla="*/ 2147483646 h 2165"/>
              <a:gd name="T48" fmla="*/ 2147483646 w 3246"/>
              <a:gd name="T49" fmla="*/ 2147483646 h 2165"/>
              <a:gd name="T50" fmla="*/ 2147483646 w 3246"/>
              <a:gd name="T51" fmla="*/ 2147483646 h 2165"/>
              <a:gd name="T52" fmla="*/ 2147483646 w 3246"/>
              <a:gd name="T53" fmla="*/ 2147483646 h 2165"/>
              <a:gd name="T54" fmla="*/ 2147483646 w 3246"/>
              <a:gd name="T55" fmla="*/ 2147483646 h 2165"/>
              <a:gd name="T56" fmla="*/ 2147483646 w 3246"/>
              <a:gd name="T57" fmla="*/ 2147483646 h 2165"/>
              <a:gd name="T58" fmla="*/ 2147483646 w 3246"/>
              <a:gd name="T59" fmla="*/ 2147483646 h 2165"/>
              <a:gd name="T60" fmla="*/ 2147483646 w 3246"/>
              <a:gd name="T61" fmla="*/ 2147483646 h 2165"/>
              <a:gd name="T62" fmla="*/ 2147483646 w 3246"/>
              <a:gd name="T63" fmla="*/ 2147483646 h 2165"/>
              <a:gd name="T64" fmla="*/ 2147483646 w 3246"/>
              <a:gd name="T65" fmla="*/ 2147483646 h 2165"/>
              <a:gd name="T66" fmla="*/ 2147483646 w 3246"/>
              <a:gd name="T67" fmla="*/ 2147483646 h 2165"/>
              <a:gd name="T68" fmla="*/ 2147483646 w 3246"/>
              <a:gd name="T69" fmla="*/ 2147483646 h 2165"/>
              <a:gd name="T70" fmla="*/ 2147483646 w 3246"/>
              <a:gd name="T71" fmla="*/ 2147483646 h 2165"/>
              <a:gd name="T72" fmla="*/ 2147483646 w 3246"/>
              <a:gd name="T73" fmla="*/ 2147483646 h 2165"/>
              <a:gd name="T74" fmla="*/ 2147483646 w 3246"/>
              <a:gd name="T75" fmla="*/ 2147483646 h 2165"/>
              <a:gd name="T76" fmla="*/ 2147483646 w 3246"/>
              <a:gd name="T77" fmla="*/ 2147483646 h 2165"/>
              <a:gd name="T78" fmla="*/ 2147483646 w 3246"/>
              <a:gd name="T79" fmla="*/ 2147483646 h 2165"/>
              <a:gd name="T80" fmla="*/ 2147483646 w 3246"/>
              <a:gd name="T81" fmla="*/ 2147483646 h 2165"/>
              <a:gd name="T82" fmla="*/ 0 w 3246"/>
              <a:gd name="T83" fmla="*/ 2147483646 h 2165"/>
              <a:gd name="T84" fmla="*/ 2147483646 w 3246"/>
              <a:gd name="T85" fmla="*/ 2147483646 h 2165"/>
              <a:gd name="T86" fmla="*/ 2147483646 w 3246"/>
              <a:gd name="T87" fmla="*/ 2147483646 h 2165"/>
              <a:gd name="T88" fmla="*/ 2147483646 w 3246"/>
              <a:gd name="T89" fmla="*/ 2147483646 h 2165"/>
              <a:gd name="T90" fmla="*/ 2147483646 w 3246"/>
              <a:gd name="T91" fmla="*/ 2147483646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620" name="Line 5">
            <a:extLst>
              <a:ext uri="{FF2B5EF4-FFF2-40B4-BE49-F238E27FC236}">
                <a16:creationId xmlns:a16="http://schemas.microsoft.com/office/drawing/2014/main" id="{7E117295-2B7F-194A-887B-ECF464DAF299}"/>
              </a:ext>
            </a:extLst>
          </p:cNvPr>
          <p:cNvSpPr>
            <a:spLocks noChangeShapeType="1"/>
          </p:cNvSpPr>
          <p:nvPr/>
        </p:nvSpPr>
        <p:spPr bwMode="auto">
          <a:xfrm>
            <a:off x="4801791" y="4069557"/>
            <a:ext cx="0" cy="6417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21" name="Line 6">
            <a:extLst>
              <a:ext uri="{FF2B5EF4-FFF2-40B4-BE49-F238E27FC236}">
                <a16:creationId xmlns:a16="http://schemas.microsoft.com/office/drawing/2014/main" id="{AEB7E52F-0791-7A40-8FF8-41742BF282BF}"/>
              </a:ext>
            </a:extLst>
          </p:cNvPr>
          <p:cNvSpPr>
            <a:spLocks noChangeShapeType="1"/>
          </p:cNvSpPr>
          <p:nvPr/>
        </p:nvSpPr>
        <p:spPr bwMode="auto">
          <a:xfrm>
            <a:off x="3873104" y="4052888"/>
            <a:ext cx="0" cy="63936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22" name="Freeform 7">
            <a:extLst>
              <a:ext uri="{FF2B5EF4-FFF2-40B4-BE49-F238E27FC236}">
                <a16:creationId xmlns:a16="http://schemas.microsoft.com/office/drawing/2014/main" id="{17832CE5-F3EC-DD41-AFCF-2341AAC6998C}"/>
              </a:ext>
            </a:extLst>
          </p:cNvPr>
          <p:cNvSpPr>
            <a:spLocks/>
          </p:cNvSpPr>
          <p:nvPr/>
        </p:nvSpPr>
        <p:spPr bwMode="auto">
          <a:xfrm>
            <a:off x="5042298" y="3894535"/>
            <a:ext cx="1858565" cy="158353"/>
          </a:xfrm>
          <a:custGeom>
            <a:avLst/>
            <a:gdLst>
              <a:gd name="T0" fmla="*/ 0 w 1680"/>
              <a:gd name="T1" fmla="*/ 2147483646 h 192"/>
              <a:gd name="T2" fmla="*/ 0 w 1680"/>
              <a:gd name="T3" fmla="*/ 0 h 192"/>
              <a:gd name="T4" fmla="*/ 2147483646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623" name="Freeform 8">
            <a:extLst>
              <a:ext uri="{FF2B5EF4-FFF2-40B4-BE49-F238E27FC236}">
                <a16:creationId xmlns:a16="http://schemas.microsoft.com/office/drawing/2014/main" id="{B885FEBC-987C-9144-86DD-4A7E6C694363}"/>
              </a:ext>
            </a:extLst>
          </p:cNvPr>
          <p:cNvSpPr>
            <a:spLocks/>
          </p:cNvSpPr>
          <p:nvPr/>
        </p:nvSpPr>
        <p:spPr bwMode="auto">
          <a:xfrm>
            <a:off x="3552826" y="3386138"/>
            <a:ext cx="1259681" cy="191691"/>
          </a:xfrm>
          <a:custGeom>
            <a:avLst/>
            <a:gdLst>
              <a:gd name="T0" fmla="*/ 2147483646 w 1138"/>
              <a:gd name="T1" fmla="*/ 2147483646 h 174"/>
              <a:gd name="T2" fmla="*/ 2147483646 w 1138"/>
              <a:gd name="T3" fmla="*/ 2147483646 h 174"/>
              <a:gd name="T4" fmla="*/ 2147483646 w 1138"/>
              <a:gd name="T5" fmla="*/ 2147483646 h 174"/>
              <a:gd name="T6" fmla="*/ 2147483646 w 1138"/>
              <a:gd name="T7" fmla="*/ 2147483646 h 174"/>
              <a:gd name="T8" fmla="*/ 2147483646 w 1138"/>
              <a:gd name="T9" fmla="*/ 0 h 174"/>
              <a:gd name="T10" fmla="*/ 2147483646 w 1138"/>
              <a:gd name="T11" fmla="*/ 0 h 174"/>
              <a:gd name="T12" fmla="*/ 2147483646 w 1138"/>
              <a:gd name="T13" fmla="*/ 0 h 174"/>
              <a:gd name="T14" fmla="*/ 2147483646 w 1138"/>
              <a:gd name="T15" fmla="*/ 0 h 174"/>
              <a:gd name="T16" fmla="*/ 2147483646 w 1138"/>
              <a:gd name="T17" fmla="*/ 2147483646 h 174"/>
              <a:gd name="T18" fmla="*/ 2147483646 w 1138"/>
              <a:gd name="T19" fmla="*/ 2147483646 h 174"/>
              <a:gd name="T20" fmla="*/ 2147483646 w 1138"/>
              <a:gd name="T21" fmla="*/ 2147483646 h 174"/>
              <a:gd name="T22" fmla="*/ 2147483646 w 1138"/>
              <a:gd name="T23" fmla="*/ 2147483646 h 174"/>
              <a:gd name="T24" fmla="*/ 2147483646 w 1138"/>
              <a:gd name="T25" fmla="*/ 2147483646 h 174"/>
              <a:gd name="T26" fmla="*/ 2147483646 w 1138"/>
              <a:gd name="T27" fmla="*/ 2147483646 h 174"/>
              <a:gd name="T28" fmla="*/ 2147483646 w 1138"/>
              <a:gd name="T29" fmla="*/ 2147483646 h 174"/>
              <a:gd name="T30" fmla="*/ 2147483646 w 1138"/>
              <a:gd name="T31" fmla="*/ 2147483646 h 174"/>
              <a:gd name="T32" fmla="*/ 2147483646 w 1138"/>
              <a:gd name="T33" fmla="*/ 2147483646 h 174"/>
              <a:gd name="T34" fmla="*/ 2147483646 w 1138"/>
              <a:gd name="T35" fmla="*/ 2147483646 h 174"/>
              <a:gd name="T36" fmla="*/ 2147483646 w 1138"/>
              <a:gd name="T37" fmla="*/ 2147483646 h 174"/>
              <a:gd name="T38" fmla="*/ 2147483646 w 1138"/>
              <a:gd name="T39" fmla="*/ 2147483646 h 174"/>
              <a:gd name="T40" fmla="*/ 2147483646 w 1138"/>
              <a:gd name="T41" fmla="*/ 2147483646 h 174"/>
              <a:gd name="T42" fmla="*/ 2147483646 w 1138"/>
              <a:gd name="T43" fmla="*/ 2147483646 h 174"/>
              <a:gd name="T44" fmla="*/ 2147483646 w 1138"/>
              <a:gd name="T45" fmla="*/ 2147483646 h 174"/>
              <a:gd name="T46" fmla="*/ 2147483646 w 1138"/>
              <a:gd name="T47" fmla="*/ 2147483646 h 174"/>
              <a:gd name="T48" fmla="*/ 2147483646 w 1138"/>
              <a:gd name="T49" fmla="*/ 2147483646 h 174"/>
              <a:gd name="T50" fmla="*/ 2147483646 w 1138"/>
              <a:gd name="T51" fmla="*/ 2147483646 h 174"/>
              <a:gd name="T52" fmla="*/ 2147483646 w 1138"/>
              <a:gd name="T53" fmla="*/ 2147483646 h 174"/>
              <a:gd name="T54" fmla="*/ 2147483646 w 1138"/>
              <a:gd name="T55" fmla="*/ 2147483646 h 174"/>
              <a:gd name="T56" fmla="*/ 2147483646 w 1138"/>
              <a:gd name="T57" fmla="*/ 2147483646 h 174"/>
              <a:gd name="T58" fmla="*/ 2147483646 w 1138"/>
              <a:gd name="T59" fmla="*/ 2147483646 h 174"/>
              <a:gd name="T60" fmla="*/ 2147483646 w 1138"/>
              <a:gd name="T61" fmla="*/ 2147483646 h 174"/>
              <a:gd name="T62" fmla="*/ 2147483646 w 1138"/>
              <a:gd name="T63" fmla="*/ 2147483646 h 174"/>
              <a:gd name="T64" fmla="*/ 2147483646 w 1138"/>
              <a:gd name="T65" fmla="*/ 2147483646 h 174"/>
              <a:gd name="T66" fmla="*/ 2147483646 w 1138"/>
              <a:gd name="T67" fmla="*/ 2147483646 h 174"/>
              <a:gd name="T68" fmla="*/ 2147483646 w 1138"/>
              <a:gd name="T69" fmla="*/ 2147483646 h 174"/>
              <a:gd name="T70" fmla="*/ 2147483646 w 1138"/>
              <a:gd name="T71" fmla="*/ 2147483646 h 174"/>
              <a:gd name="T72" fmla="*/ 2147483646 w 1138"/>
              <a:gd name="T73" fmla="*/ 2147483646 h 174"/>
              <a:gd name="T74" fmla="*/ 2147483646 w 1138"/>
              <a:gd name="T75" fmla="*/ 2147483646 h 174"/>
              <a:gd name="T76" fmla="*/ 2147483646 w 1138"/>
              <a:gd name="T77" fmla="*/ 2147483646 h 174"/>
              <a:gd name="T78" fmla="*/ 2147483646 w 1138"/>
              <a:gd name="T79" fmla="*/ 2147483646 h 174"/>
              <a:gd name="T80" fmla="*/ 2147483646 w 1138"/>
              <a:gd name="T81" fmla="*/ 2147483646 h 174"/>
              <a:gd name="T82" fmla="*/ 2147483646 w 1138"/>
              <a:gd name="T83" fmla="*/ 2147483646 h 174"/>
              <a:gd name="T84" fmla="*/ 2147483646 w 1138"/>
              <a:gd name="T85" fmla="*/ 2147483646 h 174"/>
              <a:gd name="T86" fmla="*/ 2147483646 w 1138"/>
              <a:gd name="T87" fmla="*/ 2147483646 h 174"/>
              <a:gd name="T88" fmla="*/ 2147483646 w 1138"/>
              <a:gd name="T89" fmla="*/ 2147483646 h 174"/>
              <a:gd name="T90" fmla="*/ 2147483646 w 1138"/>
              <a:gd name="T91" fmla="*/ 2147483646 h 174"/>
              <a:gd name="T92" fmla="*/ 2147483646 w 1138"/>
              <a:gd name="T93" fmla="*/ 2147483646 h 174"/>
              <a:gd name="T94" fmla="*/ 2147483646 w 1138"/>
              <a:gd name="T95" fmla="*/ 2147483646 h 174"/>
              <a:gd name="T96" fmla="*/ 2147483646 w 1138"/>
              <a:gd name="T97" fmla="*/ 2147483646 h 174"/>
              <a:gd name="T98" fmla="*/ 2147483646 w 1138"/>
              <a:gd name="T99" fmla="*/ 2147483646 h 174"/>
              <a:gd name="T100" fmla="*/ 2147483646 w 1138"/>
              <a:gd name="T101" fmla="*/ 2147483646 h 174"/>
              <a:gd name="T102" fmla="*/ 2147483646 w 1138"/>
              <a:gd name="T103" fmla="*/ 2147483646 h 174"/>
              <a:gd name="T104" fmla="*/ 2147483646 w 1138"/>
              <a:gd name="T105" fmla="*/ 2147483646 h 174"/>
              <a:gd name="T106" fmla="*/ 2147483646 w 1138"/>
              <a:gd name="T107" fmla="*/ 2147483646 h 174"/>
              <a:gd name="T108" fmla="*/ 2147483646 w 1138"/>
              <a:gd name="T109" fmla="*/ 2147483646 h 174"/>
              <a:gd name="T110" fmla="*/ 0 w 1138"/>
              <a:gd name="T111" fmla="*/ 2147483646 h 174"/>
              <a:gd name="T112" fmla="*/ 0 w 1138"/>
              <a:gd name="T113" fmla="*/ 2147483646 h 174"/>
              <a:gd name="T114" fmla="*/ 2147483646 w 1138"/>
              <a:gd name="T115" fmla="*/ 2147483646 h 174"/>
              <a:gd name="T116" fmla="*/ 2147483646 w 1138"/>
              <a:gd name="T117" fmla="*/ 2147483646 h 174"/>
              <a:gd name="T118" fmla="*/ 2147483646 w 1138"/>
              <a:gd name="T119" fmla="*/ 2147483646 h 174"/>
              <a:gd name="T120" fmla="*/ 2147483646 w 1138"/>
              <a:gd name="T121" fmla="*/ 2147483646 h 174"/>
              <a:gd name="T122" fmla="*/ 2147483646 w 1138"/>
              <a:gd name="T123" fmla="*/ 2147483646 h 174"/>
              <a:gd name="T124" fmla="*/ 2147483646 w 1138"/>
              <a:gd name="T125" fmla="*/ 2147483646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624" name="Line 9">
            <a:extLst>
              <a:ext uri="{FF2B5EF4-FFF2-40B4-BE49-F238E27FC236}">
                <a16:creationId xmlns:a16="http://schemas.microsoft.com/office/drawing/2014/main" id="{38A2C4E5-5EC4-6D49-8C86-B1BA8D2C5176}"/>
              </a:ext>
            </a:extLst>
          </p:cNvPr>
          <p:cNvSpPr>
            <a:spLocks noChangeShapeType="1"/>
          </p:cNvSpPr>
          <p:nvPr/>
        </p:nvSpPr>
        <p:spPr bwMode="auto">
          <a:xfrm>
            <a:off x="3234929" y="3471863"/>
            <a:ext cx="180736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25" name="Freeform 10">
            <a:extLst>
              <a:ext uri="{FF2B5EF4-FFF2-40B4-BE49-F238E27FC236}">
                <a16:creationId xmlns:a16="http://schemas.microsoft.com/office/drawing/2014/main" id="{042CE01A-E87D-CF48-BF93-1AD601785EF7}"/>
              </a:ext>
            </a:extLst>
          </p:cNvPr>
          <p:cNvSpPr>
            <a:spLocks/>
          </p:cNvSpPr>
          <p:nvPr/>
        </p:nvSpPr>
        <p:spPr bwMode="auto">
          <a:xfrm>
            <a:off x="2166938" y="1841897"/>
            <a:ext cx="696516" cy="1775222"/>
          </a:xfrm>
          <a:custGeom>
            <a:avLst/>
            <a:gdLst>
              <a:gd name="T0" fmla="*/ 0 w 630"/>
              <a:gd name="T1" fmla="*/ 2147483646 h 1617"/>
              <a:gd name="T2" fmla="*/ 2147483646 w 630"/>
              <a:gd name="T3" fmla="*/ 2147483646 h 1617"/>
              <a:gd name="T4" fmla="*/ 2147483646 w 630"/>
              <a:gd name="T5" fmla="*/ 0 h 1617"/>
              <a:gd name="T6" fmla="*/ 2147483646 w 630"/>
              <a:gd name="T7" fmla="*/ 2147483646 h 1617"/>
              <a:gd name="T8" fmla="*/ 2147483646 w 630"/>
              <a:gd name="T9" fmla="*/ 2147483646 h 1617"/>
              <a:gd name="T10" fmla="*/ 2147483646 w 630"/>
              <a:gd name="T11" fmla="*/ 2147483646 h 1617"/>
              <a:gd name="T12" fmla="*/ 2147483646 w 630"/>
              <a:gd name="T13" fmla="*/ 2147483646 h 1617"/>
              <a:gd name="T14" fmla="*/ 2147483646 w 630"/>
              <a:gd name="T15" fmla="*/ 2147483646 h 1617"/>
              <a:gd name="T16" fmla="*/ 2147483646 w 630"/>
              <a:gd name="T17" fmla="*/ 2147483646 h 1617"/>
              <a:gd name="T18" fmla="*/ 2147483646 w 630"/>
              <a:gd name="T19" fmla="*/ 2147483646 h 1617"/>
              <a:gd name="T20" fmla="*/ 2147483646 w 630"/>
              <a:gd name="T21" fmla="*/ 2147483646 h 1617"/>
              <a:gd name="T22" fmla="*/ 2147483646 w 630"/>
              <a:gd name="T23" fmla="*/ 2147483646 h 1617"/>
              <a:gd name="T24" fmla="*/ 2147483646 w 630"/>
              <a:gd name="T25" fmla="*/ 2147483646 h 1617"/>
              <a:gd name="T26" fmla="*/ 2147483646 w 630"/>
              <a:gd name="T27" fmla="*/ 2147483646 h 1617"/>
              <a:gd name="T28" fmla="*/ 2147483646 w 630"/>
              <a:gd name="T29" fmla="*/ 2147483646 h 1617"/>
              <a:gd name="T30" fmla="*/ 2147483646 w 630"/>
              <a:gd name="T31" fmla="*/ 2147483646 h 1617"/>
              <a:gd name="T32" fmla="*/ 2147483646 w 630"/>
              <a:gd name="T33" fmla="*/ 2147483646 h 1617"/>
              <a:gd name="T34" fmla="*/ 2147483646 w 630"/>
              <a:gd name="T35" fmla="*/ 2147483646 h 1617"/>
              <a:gd name="T36" fmla="*/ 2147483646 w 630"/>
              <a:gd name="T37" fmla="*/ 2147483646 h 1617"/>
              <a:gd name="T38" fmla="*/ 2147483646 w 630"/>
              <a:gd name="T39" fmla="*/ 2147483646 h 1617"/>
              <a:gd name="T40" fmla="*/ 2147483646 w 630"/>
              <a:gd name="T41" fmla="*/ 2147483646 h 1617"/>
              <a:gd name="T42" fmla="*/ 2147483646 w 630"/>
              <a:gd name="T43" fmla="*/ 2147483646 h 1617"/>
              <a:gd name="T44" fmla="*/ 2147483646 w 630"/>
              <a:gd name="T45" fmla="*/ 2147483646 h 1617"/>
              <a:gd name="T46" fmla="*/ 2147483646 w 630"/>
              <a:gd name="T47" fmla="*/ 2147483646 h 1617"/>
              <a:gd name="T48" fmla="*/ 2147483646 w 630"/>
              <a:gd name="T49" fmla="*/ 2147483646 h 1617"/>
              <a:gd name="T50" fmla="*/ 2147483646 w 630"/>
              <a:gd name="T51" fmla="*/ 2147483646 h 1617"/>
              <a:gd name="T52" fmla="*/ 2147483646 w 630"/>
              <a:gd name="T53" fmla="*/ 2147483646 h 1617"/>
              <a:gd name="T54" fmla="*/ 2147483646 w 630"/>
              <a:gd name="T55" fmla="*/ 2147483646 h 1617"/>
              <a:gd name="T56" fmla="*/ 2147483646 w 630"/>
              <a:gd name="T57" fmla="*/ 2147483646 h 1617"/>
              <a:gd name="T58" fmla="*/ 2147483646 w 630"/>
              <a:gd name="T59" fmla="*/ 2147483646 h 1617"/>
              <a:gd name="T60" fmla="*/ 2147483646 w 630"/>
              <a:gd name="T61" fmla="*/ 2147483646 h 1617"/>
              <a:gd name="T62" fmla="*/ 2147483646 w 630"/>
              <a:gd name="T63" fmla="*/ 2147483646 h 1617"/>
              <a:gd name="T64" fmla="*/ 2147483646 w 630"/>
              <a:gd name="T65" fmla="*/ 2147483646 h 1617"/>
              <a:gd name="T66" fmla="*/ 2147483646 w 630"/>
              <a:gd name="T67" fmla="*/ 2147483646 h 1617"/>
              <a:gd name="T68" fmla="*/ 2147483646 w 630"/>
              <a:gd name="T69" fmla="*/ 2147483646 h 1617"/>
              <a:gd name="T70" fmla="*/ 2147483646 w 630"/>
              <a:gd name="T71" fmla="*/ 2147483646 h 1617"/>
              <a:gd name="T72" fmla="*/ 2147483646 w 630"/>
              <a:gd name="T73" fmla="*/ 2147483646 h 1617"/>
              <a:gd name="T74" fmla="*/ 2147483646 w 630"/>
              <a:gd name="T75" fmla="*/ 2147483646 h 1617"/>
              <a:gd name="T76" fmla="*/ 2147483646 w 630"/>
              <a:gd name="T77" fmla="*/ 2147483646 h 1617"/>
              <a:gd name="T78" fmla="*/ 2147483646 w 630"/>
              <a:gd name="T79" fmla="*/ 2147483646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626" name="Freeform 11">
            <a:extLst>
              <a:ext uri="{FF2B5EF4-FFF2-40B4-BE49-F238E27FC236}">
                <a16:creationId xmlns:a16="http://schemas.microsoft.com/office/drawing/2014/main" id="{E9B1A9A8-4D14-EC4A-940F-C862420CD5E6}"/>
              </a:ext>
            </a:extLst>
          </p:cNvPr>
          <p:cNvSpPr>
            <a:spLocks/>
          </p:cNvSpPr>
          <p:nvPr/>
        </p:nvSpPr>
        <p:spPr bwMode="auto">
          <a:xfrm>
            <a:off x="3208735" y="2314575"/>
            <a:ext cx="819150" cy="817960"/>
          </a:xfrm>
          <a:custGeom>
            <a:avLst/>
            <a:gdLst>
              <a:gd name="T0" fmla="*/ 2147483646 w 741"/>
              <a:gd name="T1" fmla="*/ 2147483646 h 744"/>
              <a:gd name="T2" fmla="*/ 2147483646 w 741"/>
              <a:gd name="T3" fmla="*/ 2147483646 h 744"/>
              <a:gd name="T4" fmla="*/ 2147483646 w 741"/>
              <a:gd name="T5" fmla="*/ 2147483646 h 744"/>
              <a:gd name="T6" fmla="*/ 2147483646 w 741"/>
              <a:gd name="T7" fmla="*/ 2147483646 h 744"/>
              <a:gd name="T8" fmla="*/ 2147483646 w 741"/>
              <a:gd name="T9" fmla="*/ 2147483646 h 744"/>
              <a:gd name="T10" fmla="*/ 2147483646 w 741"/>
              <a:gd name="T11" fmla="*/ 2147483646 h 744"/>
              <a:gd name="T12" fmla="*/ 2147483646 w 741"/>
              <a:gd name="T13" fmla="*/ 2147483646 h 744"/>
              <a:gd name="T14" fmla="*/ 2147483646 w 741"/>
              <a:gd name="T15" fmla="*/ 2147483646 h 744"/>
              <a:gd name="T16" fmla="*/ 2147483646 w 741"/>
              <a:gd name="T17" fmla="*/ 2147483646 h 744"/>
              <a:gd name="T18" fmla="*/ 2147483646 w 741"/>
              <a:gd name="T19" fmla="*/ 2147483646 h 744"/>
              <a:gd name="T20" fmla="*/ 2147483646 w 741"/>
              <a:gd name="T21" fmla="*/ 2147483646 h 744"/>
              <a:gd name="T22" fmla="*/ 2147483646 w 741"/>
              <a:gd name="T23" fmla="*/ 2147483646 h 744"/>
              <a:gd name="T24" fmla="*/ 2147483646 w 741"/>
              <a:gd name="T25" fmla="*/ 2147483646 h 744"/>
              <a:gd name="T26" fmla="*/ 2147483646 w 741"/>
              <a:gd name="T27" fmla="*/ 2147483646 h 744"/>
              <a:gd name="T28" fmla="*/ 2147483646 w 741"/>
              <a:gd name="T29" fmla="*/ 2147483646 h 744"/>
              <a:gd name="T30" fmla="*/ 2147483646 w 741"/>
              <a:gd name="T31" fmla="*/ 2147483646 h 744"/>
              <a:gd name="T32" fmla="*/ 2147483646 w 741"/>
              <a:gd name="T33" fmla="*/ 2147483646 h 744"/>
              <a:gd name="T34" fmla="*/ 2147483646 w 741"/>
              <a:gd name="T35" fmla="*/ 2147483646 h 744"/>
              <a:gd name="T36" fmla="*/ 2147483646 w 741"/>
              <a:gd name="T37" fmla="*/ 2147483646 h 744"/>
              <a:gd name="T38" fmla="*/ 2147483646 w 741"/>
              <a:gd name="T39" fmla="*/ 2147483646 h 744"/>
              <a:gd name="T40" fmla="*/ 2147483646 w 741"/>
              <a:gd name="T41" fmla="*/ 2147483646 h 744"/>
              <a:gd name="T42" fmla="*/ 2147483646 w 741"/>
              <a:gd name="T43" fmla="*/ 2147483646 h 744"/>
              <a:gd name="T44" fmla="*/ 2147483646 w 741"/>
              <a:gd name="T45" fmla="*/ 2147483646 h 744"/>
              <a:gd name="T46" fmla="*/ 2147483646 w 741"/>
              <a:gd name="T47" fmla="*/ 2147483646 h 744"/>
              <a:gd name="T48" fmla="*/ 2147483646 w 741"/>
              <a:gd name="T49" fmla="*/ 2147483646 h 744"/>
              <a:gd name="T50" fmla="*/ 2147483646 w 741"/>
              <a:gd name="T51" fmla="*/ 2147483646 h 744"/>
              <a:gd name="T52" fmla="*/ 2147483646 w 741"/>
              <a:gd name="T53" fmla="*/ 2147483646 h 744"/>
              <a:gd name="T54" fmla="*/ 2147483646 w 741"/>
              <a:gd name="T55" fmla="*/ 0 h 744"/>
              <a:gd name="T56" fmla="*/ 2147483646 w 741"/>
              <a:gd name="T57" fmla="*/ 2147483646 h 744"/>
              <a:gd name="T58" fmla="*/ 2147483646 w 741"/>
              <a:gd name="T59" fmla="*/ 2147483646 h 744"/>
              <a:gd name="T60" fmla="*/ 2147483646 w 741"/>
              <a:gd name="T61" fmla="*/ 2147483646 h 744"/>
              <a:gd name="T62" fmla="*/ 2147483646 w 741"/>
              <a:gd name="T63" fmla="*/ 2147483646 h 744"/>
              <a:gd name="T64" fmla="*/ 2147483646 w 741"/>
              <a:gd name="T65" fmla="*/ 2147483646 h 744"/>
              <a:gd name="T66" fmla="*/ 2147483646 w 741"/>
              <a:gd name="T67" fmla="*/ 2147483646 h 744"/>
              <a:gd name="T68" fmla="*/ 2147483646 w 741"/>
              <a:gd name="T69" fmla="*/ 2147483646 h 744"/>
              <a:gd name="T70" fmla="*/ 2147483646 w 741"/>
              <a:gd name="T71" fmla="*/ 2147483646 h 744"/>
              <a:gd name="T72" fmla="*/ 2147483646 w 741"/>
              <a:gd name="T73" fmla="*/ 2147483646 h 744"/>
              <a:gd name="T74" fmla="*/ 2147483646 w 741"/>
              <a:gd name="T75" fmla="*/ 2147483646 h 744"/>
              <a:gd name="T76" fmla="*/ 2147483646 w 741"/>
              <a:gd name="T77" fmla="*/ 2147483646 h 744"/>
              <a:gd name="T78" fmla="*/ 2147483646 w 741"/>
              <a:gd name="T79" fmla="*/ 2147483646 h 744"/>
              <a:gd name="T80" fmla="*/ 2147483646 w 741"/>
              <a:gd name="T81" fmla="*/ 2147483646 h 744"/>
              <a:gd name="T82" fmla="*/ 2147483646 w 741"/>
              <a:gd name="T83" fmla="*/ 2147483646 h 744"/>
              <a:gd name="T84" fmla="*/ 2147483646 w 741"/>
              <a:gd name="T85" fmla="*/ 2147483646 h 744"/>
              <a:gd name="T86" fmla="*/ 0 w 741"/>
              <a:gd name="T87" fmla="*/ 2147483646 h 744"/>
              <a:gd name="T88" fmla="*/ 2147483646 w 741"/>
              <a:gd name="T89" fmla="*/ 2147483646 h 744"/>
              <a:gd name="T90" fmla="*/ 2147483646 w 741"/>
              <a:gd name="T91" fmla="*/ 2147483646 h 744"/>
              <a:gd name="T92" fmla="*/ 2147483646 w 741"/>
              <a:gd name="T93" fmla="*/ 2147483646 h 744"/>
              <a:gd name="T94" fmla="*/ 2147483646 w 741"/>
              <a:gd name="T95" fmla="*/ 2147483646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627" name="Freeform 12">
            <a:extLst>
              <a:ext uri="{FF2B5EF4-FFF2-40B4-BE49-F238E27FC236}">
                <a16:creationId xmlns:a16="http://schemas.microsoft.com/office/drawing/2014/main" id="{1C4D41E1-0C32-AA4E-8DAD-2AEEC219AADB}"/>
              </a:ext>
            </a:extLst>
          </p:cNvPr>
          <p:cNvSpPr>
            <a:spLocks/>
          </p:cNvSpPr>
          <p:nvPr/>
        </p:nvSpPr>
        <p:spPr bwMode="auto">
          <a:xfrm>
            <a:off x="4411266" y="2311004"/>
            <a:ext cx="728663" cy="915590"/>
          </a:xfrm>
          <a:custGeom>
            <a:avLst/>
            <a:gdLst>
              <a:gd name="T0" fmla="*/ 2147483646 w 657"/>
              <a:gd name="T1" fmla="*/ 2147483646 h 832"/>
              <a:gd name="T2" fmla="*/ 2147483646 w 657"/>
              <a:gd name="T3" fmla="*/ 2147483646 h 832"/>
              <a:gd name="T4" fmla="*/ 2147483646 w 657"/>
              <a:gd name="T5" fmla="*/ 2147483646 h 832"/>
              <a:gd name="T6" fmla="*/ 2147483646 w 657"/>
              <a:gd name="T7" fmla="*/ 2147483646 h 832"/>
              <a:gd name="T8" fmla="*/ 2147483646 w 657"/>
              <a:gd name="T9" fmla="*/ 0 h 832"/>
              <a:gd name="T10" fmla="*/ 2147483646 w 657"/>
              <a:gd name="T11" fmla="*/ 2147483646 h 832"/>
              <a:gd name="T12" fmla="*/ 2147483646 w 657"/>
              <a:gd name="T13" fmla="*/ 2147483646 h 832"/>
              <a:gd name="T14" fmla="*/ 2147483646 w 657"/>
              <a:gd name="T15" fmla="*/ 2147483646 h 832"/>
              <a:gd name="T16" fmla="*/ 2147483646 w 657"/>
              <a:gd name="T17" fmla="*/ 2147483646 h 832"/>
              <a:gd name="T18" fmla="*/ 2147483646 w 657"/>
              <a:gd name="T19" fmla="*/ 2147483646 h 832"/>
              <a:gd name="T20" fmla="*/ 2147483646 w 657"/>
              <a:gd name="T21" fmla="*/ 2147483646 h 832"/>
              <a:gd name="T22" fmla="*/ 2147483646 w 657"/>
              <a:gd name="T23" fmla="*/ 2147483646 h 832"/>
              <a:gd name="T24" fmla="*/ 2147483646 w 657"/>
              <a:gd name="T25" fmla="*/ 2147483646 h 832"/>
              <a:gd name="T26" fmla="*/ 2147483646 w 657"/>
              <a:gd name="T27" fmla="*/ 2147483646 h 832"/>
              <a:gd name="T28" fmla="*/ 2147483646 w 657"/>
              <a:gd name="T29" fmla="*/ 2147483646 h 832"/>
              <a:gd name="T30" fmla="*/ 2147483646 w 657"/>
              <a:gd name="T31" fmla="*/ 2147483646 h 832"/>
              <a:gd name="T32" fmla="*/ 2147483646 w 657"/>
              <a:gd name="T33" fmla="*/ 2147483646 h 832"/>
              <a:gd name="T34" fmla="*/ 2147483646 w 657"/>
              <a:gd name="T35" fmla="*/ 2147483646 h 832"/>
              <a:gd name="T36" fmla="*/ 2147483646 w 657"/>
              <a:gd name="T37" fmla="*/ 2147483646 h 832"/>
              <a:gd name="T38" fmla="*/ 2147483646 w 657"/>
              <a:gd name="T39" fmla="*/ 2147483646 h 832"/>
              <a:gd name="T40" fmla="*/ 2147483646 w 657"/>
              <a:gd name="T41" fmla="*/ 2147483646 h 832"/>
              <a:gd name="T42" fmla="*/ 2147483646 w 657"/>
              <a:gd name="T43" fmla="*/ 2147483646 h 832"/>
              <a:gd name="T44" fmla="*/ 0 w 657"/>
              <a:gd name="T45" fmla="*/ 2147483646 h 832"/>
              <a:gd name="T46" fmla="*/ 2147483646 w 657"/>
              <a:gd name="T47" fmla="*/ 2147483646 h 832"/>
              <a:gd name="T48" fmla="*/ 2147483646 w 657"/>
              <a:gd name="T49" fmla="*/ 2147483646 h 832"/>
              <a:gd name="T50" fmla="*/ 2147483646 w 657"/>
              <a:gd name="T51" fmla="*/ 2147483646 h 832"/>
              <a:gd name="T52" fmla="*/ 2147483646 w 657"/>
              <a:gd name="T53" fmla="*/ 2147483646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628" name="Rectangle 13">
            <a:extLst>
              <a:ext uri="{FF2B5EF4-FFF2-40B4-BE49-F238E27FC236}">
                <a16:creationId xmlns:a16="http://schemas.microsoft.com/office/drawing/2014/main" id="{114192D7-2935-E34C-80BB-35FFC804E40C}"/>
              </a:ext>
            </a:extLst>
          </p:cNvPr>
          <p:cNvSpPr>
            <a:spLocks noChangeArrowheads="1"/>
          </p:cNvSpPr>
          <p:nvPr/>
        </p:nvSpPr>
        <p:spPr bwMode="auto">
          <a:xfrm>
            <a:off x="2277667" y="3427810"/>
            <a:ext cx="7739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29" name="Freeform 14">
            <a:extLst>
              <a:ext uri="{FF2B5EF4-FFF2-40B4-BE49-F238E27FC236}">
                <a16:creationId xmlns:a16="http://schemas.microsoft.com/office/drawing/2014/main" id="{C1E46934-E623-BB41-90A0-9EB90EA3716B}"/>
              </a:ext>
            </a:extLst>
          </p:cNvPr>
          <p:cNvSpPr>
            <a:spLocks/>
          </p:cNvSpPr>
          <p:nvPr/>
        </p:nvSpPr>
        <p:spPr bwMode="auto">
          <a:xfrm>
            <a:off x="1852612" y="3025378"/>
            <a:ext cx="425054" cy="22622"/>
          </a:xfrm>
          <a:custGeom>
            <a:avLst/>
            <a:gdLst>
              <a:gd name="T0" fmla="*/ 0 w 386"/>
              <a:gd name="T1" fmla="*/ 2147483646 h 21"/>
              <a:gd name="T2" fmla="*/ 0 w 386"/>
              <a:gd name="T3" fmla="*/ 2147483646 h 21"/>
              <a:gd name="T4" fmla="*/ 2147483646 w 386"/>
              <a:gd name="T5" fmla="*/ 2147483646 h 21"/>
              <a:gd name="T6" fmla="*/ 2147483646 w 386"/>
              <a:gd name="T7" fmla="*/ 0 h 21"/>
              <a:gd name="T8" fmla="*/ 0 w 386"/>
              <a:gd name="T9" fmla="*/ 2147483646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630" name="Rectangle 15">
            <a:extLst>
              <a:ext uri="{FF2B5EF4-FFF2-40B4-BE49-F238E27FC236}">
                <a16:creationId xmlns:a16="http://schemas.microsoft.com/office/drawing/2014/main" id="{450C46A2-DE8D-044D-B5B7-8593CCD0D18F}"/>
              </a:ext>
            </a:extLst>
          </p:cNvPr>
          <p:cNvSpPr>
            <a:spLocks noChangeArrowheads="1"/>
          </p:cNvSpPr>
          <p:nvPr/>
        </p:nvSpPr>
        <p:spPr bwMode="auto">
          <a:xfrm>
            <a:off x="1852612" y="2197894"/>
            <a:ext cx="425054"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31" name="Freeform 16">
            <a:extLst>
              <a:ext uri="{FF2B5EF4-FFF2-40B4-BE49-F238E27FC236}">
                <a16:creationId xmlns:a16="http://schemas.microsoft.com/office/drawing/2014/main" id="{97589783-8FA8-414D-8EFD-0D42C48FA40E}"/>
              </a:ext>
            </a:extLst>
          </p:cNvPr>
          <p:cNvSpPr>
            <a:spLocks/>
          </p:cNvSpPr>
          <p:nvPr/>
        </p:nvSpPr>
        <p:spPr bwMode="auto">
          <a:xfrm>
            <a:off x="2993231" y="2134792"/>
            <a:ext cx="1187054" cy="1229915"/>
          </a:xfrm>
          <a:custGeom>
            <a:avLst/>
            <a:gdLst>
              <a:gd name="T0" fmla="*/ 0 w 945"/>
              <a:gd name="T1" fmla="*/ 2147483646 h 888"/>
              <a:gd name="T2" fmla="*/ 2147483646 w 945"/>
              <a:gd name="T3" fmla="*/ 2147483646 h 888"/>
              <a:gd name="T4" fmla="*/ 2147483646 w 945"/>
              <a:gd name="T5" fmla="*/ 2147483646 h 888"/>
              <a:gd name="T6" fmla="*/ 2147483646 w 945"/>
              <a:gd name="T7" fmla="*/ 0 h 888"/>
              <a:gd name="T8" fmla="*/ 0 w 945"/>
              <a:gd name="T9" fmla="*/ 2147483646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111632" name="Freeform 17">
            <a:extLst>
              <a:ext uri="{FF2B5EF4-FFF2-40B4-BE49-F238E27FC236}">
                <a16:creationId xmlns:a16="http://schemas.microsoft.com/office/drawing/2014/main" id="{E7A9F32A-D1DC-A349-89D2-766C0E397AE1}"/>
              </a:ext>
            </a:extLst>
          </p:cNvPr>
          <p:cNvSpPr>
            <a:spLocks/>
          </p:cNvSpPr>
          <p:nvPr/>
        </p:nvSpPr>
        <p:spPr bwMode="auto">
          <a:xfrm>
            <a:off x="2767012" y="1329929"/>
            <a:ext cx="3767138" cy="663178"/>
          </a:xfrm>
          <a:custGeom>
            <a:avLst/>
            <a:gdLst>
              <a:gd name="T0" fmla="*/ 2147483646 w 3403"/>
              <a:gd name="T1" fmla="*/ 2147483646 h 603"/>
              <a:gd name="T2" fmla="*/ 2147483646 w 3403"/>
              <a:gd name="T3" fmla="*/ 0 h 603"/>
              <a:gd name="T4" fmla="*/ 2147483646 w 3403"/>
              <a:gd name="T5" fmla="*/ 2147483646 h 603"/>
              <a:gd name="T6" fmla="*/ 2147483646 w 3403"/>
              <a:gd name="T7" fmla="*/ 2147483646 h 603"/>
              <a:gd name="T8" fmla="*/ 2147483646 w 3403"/>
              <a:gd name="T9" fmla="*/ 2147483646 h 603"/>
              <a:gd name="T10" fmla="*/ 2147483646 w 3403"/>
              <a:gd name="T11" fmla="*/ 2147483646 h 603"/>
              <a:gd name="T12" fmla="*/ 2147483646 w 3403"/>
              <a:gd name="T13" fmla="*/ 2147483646 h 603"/>
              <a:gd name="T14" fmla="*/ 2147483646 w 3403"/>
              <a:gd name="T15" fmla="*/ 2147483646 h 603"/>
              <a:gd name="T16" fmla="*/ 2147483646 w 3403"/>
              <a:gd name="T17" fmla="*/ 2147483646 h 603"/>
              <a:gd name="T18" fmla="*/ 2147483646 w 3403"/>
              <a:gd name="T19" fmla="*/ 2147483646 h 603"/>
              <a:gd name="T20" fmla="*/ 2147483646 w 3403"/>
              <a:gd name="T21" fmla="*/ 2147483646 h 603"/>
              <a:gd name="T22" fmla="*/ 2147483646 w 3403"/>
              <a:gd name="T23" fmla="*/ 2147483646 h 603"/>
              <a:gd name="T24" fmla="*/ 2147483646 w 3403"/>
              <a:gd name="T25" fmla="*/ 2147483646 h 603"/>
              <a:gd name="T26" fmla="*/ 2147483646 w 3403"/>
              <a:gd name="T27" fmla="*/ 2147483646 h 603"/>
              <a:gd name="T28" fmla="*/ 2147483646 w 3403"/>
              <a:gd name="T29" fmla="*/ 2147483646 h 603"/>
              <a:gd name="T30" fmla="*/ 2147483646 w 3403"/>
              <a:gd name="T31" fmla="*/ 2147483646 h 603"/>
              <a:gd name="T32" fmla="*/ 2147483646 w 3403"/>
              <a:gd name="T33" fmla="*/ 2147483646 h 603"/>
              <a:gd name="T34" fmla="*/ 2147483646 w 3403"/>
              <a:gd name="T35" fmla="*/ 2147483646 h 603"/>
              <a:gd name="T36" fmla="*/ 2147483646 w 3403"/>
              <a:gd name="T37" fmla="*/ 2147483646 h 603"/>
              <a:gd name="T38" fmla="*/ 2147483646 w 3403"/>
              <a:gd name="T39" fmla="*/ 2147483646 h 603"/>
              <a:gd name="T40" fmla="*/ 2147483646 w 3403"/>
              <a:gd name="T41" fmla="*/ 2147483646 h 603"/>
              <a:gd name="T42" fmla="*/ 2147483646 w 3403"/>
              <a:gd name="T43" fmla="*/ 2147483646 h 603"/>
              <a:gd name="T44" fmla="*/ 2147483646 w 3403"/>
              <a:gd name="T45" fmla="*/ 2147483646 h 603"/>
              <a:gd name="T46" fmla="*/ 2147483646 w 3403"/>
              <a:gd name="T47" fmla="*/ 2147483646 h 603"/>
              <a:gd name="T48" fmla="*/ 2147483646 w 3403"/>
              <a:gd name="T49" fmla="*/ 2147483646 h 603"/>
              <a:gd name="T50" fmla="*/ 2147483646 w 3403"/>
              <a:gd name="T51" fmla="*/ 2147483646 h 603"/>
              <a:gd name="T52" fmla="*/ 2147483646 w 3403"/>
              <a:gd name="T53" fmla="*/ 2147483646 h 603"/>
              <a:gd name="T54" fmla="*/ 2147483646 w 3403"/>
              <a:gd name="T55" fmla="*/ 2147483646 h 603"/>
              <a:gd name="T56" fmla="*/ 2147483646 w 3403"/>
              <a:gd name="T57" fmla="*/ 2147483646 h 603"/>
              <a:gd name="T58" fmla="*/ 2147483646 w 3403"/>
              <a:gd name="T59" fmla="*/ 2147483646 h 603"/>
              <a:gd name="T60" fmla="*/ 2147483646 w 3403"/>
              <a:gd name="T61" fmla="*/ 2147483646 h 603"/>
              <a:gd name="T62" fmla="*/ 2147483646 w 3403"/>
              <a:gd name="T63" fmla="*/ 2147483646 h 603"/>
              <a:gd name="T64" fmla="*/ 2147483646 w 3403"/>
              <a:gd name="T65" fmla="*/ 2147483646 h 603"/>
              <a:gd name="T66" fmla="*/ 2147483646 w 3403"/>
              <a:gd name="T67" fmla="*/ 2147483646 h 603"/>
              <a:gd name="T68" fmla="*/ 2147483646 w 3403"/>
              <a:gd name="T69" fmla="*/ 2147483646 h 603"/>
              <a:gd name="T70" fmla="*/ 2147483646 w 3403"/>
              <a:gd name="T71" fmla="*/ 2147483646 h 603"/>
              <a:gd name="T72" fmla="*/ 2147483646 w 3403"/>
              <a:gd name="T73" fmla="*/ 2147483646 h 603"/>
              <a:gd name="T74" fmla="*/ 2147483646 w 3403"/>
              <a:gd name="T75" fmla="*/ 2147483646 h 603"/>
              <a:gd name="T76" fmla="*/ 2147483646 w 3403"/>
              <a:gd name="T77" fmla="*/ 2147483646 h 603"/>
              <a:gd name="T78" fmla="*/ 2147483646 w 3403"/>
              <a:gd name="T79" fmla="*/ 2147483646 h 603"/>
              <a:gd name="T80" fmla="*/ 2147483646 w 3403"/>
              <a:gd name="T81" fmla="*/ 2147483646 h 603"/>
              <a:gd name="T82" fmla="*/ 2147483646 w 3403"/>
              <a:gd name="T83" fmla="*/ 2147483646 h 603"/>
              <a:gd name="T84" fmla="*/ 2147483646 w 3403"/>
              <a:gd name="T85" fmla="*/ 2147483646 h 603"/>
              <a:gd name="T86" fmla="*/ 2147483646 w 3403"/>
              <a:gd name="T87" fmla="*/ 2147483646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633" name="Freeform 18">
            <a:extLst>
              <a:ext uri="{FF2B5EF4-FFF2-40B4-BE49-F238E27FC236}">
                <a16:creationId xmlns:a16="http://schemas.microsoft.com/office/drawing/2014/main" id="{B5F99DDD-843B-3945-892F-1EFD680CD9E9}"/>
              </a:ext>
            </a:extLst>
          </p:cNvPr>
          <p:cNvSpPr>
            <a:spLocks/>
          </p:cNvSpPr>
          <p:nvPr/>
        </p:nvSpPr>
        <p:spPr bwMode="auto">
          <a:xfrm>
            <a:off x="4311253" y="2121694"/>
            <a:ext cx="889397" cy="1191816"/>
          </a:xfrm>
          <a:custGeom>
            <a:avLst/>
            <a:gdLst>
              <a:gd name="T0" fmla="*/ 2147483646 w 1094"/>
              <a:gd name="T1" fmla="*/ 2147483646 h 901"/>
              <a:gd name="T2" fmla="*/ 2147483646 w 1094"/>
              <a:gd name="T3" fmla="*/ 2147483646 h 901"/>
              <a:gd name="T4" fmla="*/ 2147483646 w 1094"/>
              <a:gd name="T5" fmla="*/ 0 h 901"/>
              <a:gd name="T6" fmla="*/ 0 w 1094"/>
              <a:gd name="T7" fmla="*/ 2147483646 h 901"/>
              <a:gd name="T8" fmla="*/ 2147483646 w 1094"/>
              <a:gd name="T9" fmla="*/ 2147483646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634" name="Rectangle 19">
            <a:extLst>
              <a:ext uri="{FF2B5EF4-FFF2-40B4-BE49-F238E27FC236}">
                <a16:creationId xmlns:a16="http://schemas.microsoft.com/office/drawing/2014/main" id="{75A6D197-10AD-9E4A-9572-3460DF77FE5B}"/>
              </a:ext>
            </a:extLst>
          </p:cNvPr>
          <p:cNvSpPr>
            <a:spLocks noChangeArrowheads="1"/>
          </p:cNvSpPr>
          <p:nvPr/>
        </p:nvSpPr>
        <p:spPr bwMode="auto">
          <a:xfrm>
            <a:off x="6898482" y="3071813"/>
            <a:ext cx="470297"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35" name="Rectangle 20">
            <a:extLst>
              <a:ext uri="{FF2B5EF4-FFF2-40B4-BE49-F238E27FC236}">
                <a16:creationId xmlns:a16="http://schemas.microsoft.com/office/drawing/2014/main" id="{508B15D3-3631-8348-872F-BB209633B912}"/>
              </a:ext>
            </a:extLst>
          </p:cNvPr>
          <p:cNvSpPr>
            <a:spLocks noChangeArrowheads="1"/>
          </p:cNvSpPr>
          <p:nvPr/>
        </p:nvSpPr>
        <p:spPr bwMode="auto">
          <a:xfrm>
            <a:off x="6908007" y="2251473"/>
            <a:ext cx="4691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36" name="Rectangle 21">
            <a:extLst>
              <a:ext uri="{FF2B5EF4-FFF2-40B4-BE49-F238E27FC236}">
                <a16:creationId xmlns:a16="http://schemas.microsoft.com/office/drawing/2014/main" id="{466C8B4E-E747-164C-8CAC-2A48486FDA0A}"/>
              </a:ext>
            </a:extLst>
          </p:cNvPr>
          <p:cNvSpPr>
            <a:spLocks noChangeArrowheads="1"/>
          </p:cNvSpPr>
          <p:nvPr/>
        </p:nvSpPr>
        <p:spPr bwMode="auto">
          <a:xfrm>
            <a:off x="6041231" y="3577829"/>
            <a:ext cx="13946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B</a:t>
            </a:r>
            <a:endParaRPr kumimoji="1" lang="en-US" altLang="zh-CN" sz="1500">
              <a:latin typeface="Arial" panose="020B0604020202020204" pitchFamily="34" charset="0"/>
              <a:ea typeface="宋体" panose="02010600030101010101" pitchFamily="2" charset="-122"/>
            </a:endParaRPr>
          </a:p>
        </p:txBody>
      </p:sp>
      <p:sp>
        <p:nvSpPr>
          <p:cNvPr id="111637" name="Oval 22">
            <a:extLst>
              <a:ext uri="{FF2B5EF4-FFF2-40B4-BE49-F238E27FC236}">
                <a16:creationId xmlns:a16="http://schemas.microsoft.com/office/drawing/2014/main" id="{FAFBF435-C440-8941-91D4-77D7B3FF3866}"/>
              </a:ext>
            </a:extLst>
          </p:cNvPr>
          <p:cNvSpPr>
            <a:spLocks noChangeArrowheads="1"/>
          </p:cNvSpPr>
          <p:nvPr/>
        </p:nvSpPr>
        <p:spPr bwMode="auto">
          <a:xfrm>
            <a:off x="3831432" y="4216003"/>
            <a:ext cx="88106"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1638" name="Group 23">
            <a:extLst>
              <a:ext uri="{FF2B5EF4-FFF2-40B4-BE49-F238E27FC236}">
                <a16:creationId xmlns:a16="http://schemas.microsoft.com/office/drawing/2014/main" id="{BA189688-A528-8746-BF4E-668B8C3600FA}"/>
              </a:ext>
            </a:extLst>
          </p:cNvPr>
          <p:cNvGrpSpPr>
            <a:grpSpLocks/>
          </p:cNvGrpSpPr>
          <p:nvPr/>
        </p:nvGrpSpPr>
        <p:grpSpPr bwMode="auto">
          <a:xfrm>
            <a:off x="1577579" y="2712244"/>
            <a:ext cx="378619" cy="386954"/>
            <a:chOff x="101" y="2294"/>
            <a:chExt cx="343" cy="353"/>
          </a:xfrm>
        </p:grpSpPr>
        <p:grpSp>
          <p:nvGrpSpPr>
            <p:cNvPr id="112029" name="Group 24">
              <a:extLst>
                <a:ext uri="{FF2B5EF4-FFF2-40B4-BE49-F238E27FC236}">
                  <a16:creationId xmlns:a16="http://schemas.microsoft.com/office/drawing/2014/main" id="{650618EB-8A82-7A45-BCCC-6F981F2A0ED2}"/>
                </a:ext>
              </a:extLst>
            </p:cNvPr>
            <p:cNvGrpSpPr>
              <a:grpSpLocks/>
            </p:cNvGrpSpPr>
            <p:nvPr/>
          </p:nvGrpSpPr>
          <p:grpSpPr bwMode="auto">
            <a:xfrm>
              <a:off x="109" y="2301"/>
              <a:ext cx="335" cy="346"/>
              <a:chOff x="109" y="2301"/>
              <a:chExt cx="335" cy="346"/>
            </a:xfrm>
          </p:grpSpPr>
          <p:sp>
            <p:nvSpPr>
              <p:cNvPr id="112043" name="Freeform 25">
                <a:extLst>
                  <a:ext uri="{FF2B5EF4-FFF2-40B4-BE49-F238E27FC236}">
                    <a16:creationId xmlns:a16="http://schemas.microsoft.com/office/drawing/2014/main" id="{48A7CEC6-2C86-904E-8EBD-C563E6AE7C2E}"/>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44" name="Freeform 26">
                <a:extLst>
                  <a:ext uri="{FF2B5EF4-FFF2-40B4-BE49-F238E27FC236}">
                    <a16:creationId xmlns:a16="http://schemas.microsoft.com/office/drawing/2014/main" id="{DBFFE9AB-5E97-934E-8CF9-BD58FEA94161}"/>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45" name="Freeform 27">
                <a:extLst>
                  <a:ext uri="{FF2B5EF4-FFF2-40B4-BE49-F238E27FC236}">
                    <a16:creationId xmlns:a16="http://schemas.microsoft.com/office/drawing/2014/main" id="{A6D40C42-44A6-A141-A22F-CCC4D187C802}"/>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46" name="Freeform 28">
                <a:extLst>
                  <a:ext uri="{FF2B5EF4-FFF2-40B4-BE49-F238E27FC236}">
                    <a16:creationId xmlns:a16="http://schemas.microsoft.com/office/drawing/2014/main" id="{FF1ECCF2-A66F-2440-86EF-C320EE99D13B}"/>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47" name="Rectangle 29">
                <a:extLst>
                  <a:ext uri="{FF2B5EF4-FFF2-40B4-BE49-F238E27FC236}">
                    <a16:creationId xmlns:a16="http://schemas.microsoft.com/office/drawing/2014/main" id="{81320FFB-4F93-8A49-9CB0-00D44CF7ADA8}"/>
                  </a:ext>
                </a:extLst>
              </p:cNvPr>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48" name="Rectangle 30">
                <a:extLst>
                  <a:ext uri="{FF2B5EF4-FFF2-40B4-BE49-F238E27FC236}">
                    <a16:creationId xmlns:a16="http://schemas.microsoft.com/office/drawing/2014/main" id="{37486A9A-4993-DA4C-A9CF-B8243E587720}"/>
                  </a:ext>
                </a:extLst>
              </p:cNvPr>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49" name="Rectangle 31">
                <a:extLst>
                  <a:ext uri="{FF2B5EF4-FFF2-40B4-BE49-F238E27FC236}">
                    <a16:creationId xmlns:a16="http://schemas.microsoft.com/office/drawing/2014/main" id="{9B022F80-3C9E-3F40-ACD5-0445FAD47C88}"/>
                  </a:ext>
                </a:extLst>
              </p:cNvPr>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50" name="Line 32">
                <a:extLst>
                  <a:ext uri="{FF2B5EF4-FFF2-40B4-BE49-F238E27FC236}">
                    <a16:creationId xmlns:a16="http://schemas.microsoft.com/office/drawing/2014/main" id="{87B98A85-F061-264A-94C3-2C4A13234E32}"/>
                  </a:ext>
                </a:extLst>
              </p:cNvPr>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2051" name="Group 33">
                <a:extLst>
                  <a:ext uri="{FF2B5EF4-FFF2-40B4-BE49-F238E27FC236}">
                    <a16:creationId xmlns:a16="http://schemas.microsoft.com/office/drawing/2014/main" id="{7C937ED9-73E5-5241-B14D-B2384FD12840}"/>
                  </a:ext>
                </a:extLst>
              </p:cNvPr>
              <p:cNvGrpSpPr>
                <a:grpSpLocks/>
              </p:cNvGrpSpPr>
              <p:nvPr/>
            </p:nvGrpSpPr>
            <p:grpSpPr bwMode="auto">
              <a:xfrm>
                <a:off x="109" y="2596"/>
                <a:ext cx="335" cy="51"/>
                <a:chOff x="109" y="2596"/>
                <a:chExt cx="335" cy="51"/>
              </a:xfrm>
            </p:grpSpPr>
            <p:sp>
              <p:nvSpPr>
                <p:cNvPr id="112052" name="Freeform 34">
                  <a:extLst>
                    <a:ext uri="{FF2B5EF4-FFF2-40B4-BE49-F238E27FC236}">
                      <a16:creationId xmlns:a16="http://schemas.microsoft.com/office/drawing/2014/main" id="{A380B143-A056-9D4D-9B91-412D63FA44B1}"/>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53" name="Freeform 35">
                  <a:extLst>
                    <a:ext uri="{FF2B5EF4-FFF2-40B4-BE49-F238E27FC236}">
                      <a16:creationId xmlns:a16="http://schemas.microsoft.com/office/drawing/2014/main" id="{E79F4D9E-76CE-8249-945E-1C39972230C5}"/>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54" name="Rectangle 36">
                  <a:extLst>
                    <a:ext uri="{FF2B5EF4-FFF2-40B4-BE49-F238E27FC236}">
                      <a16:creationId xmlns:a16="http://schemas.microsoft.com/office/drawing/2014/main" id="{759452AF-9B47-3943-9D90-779A0411B25D}"/>
                    </a:ext>
                  </a:extLst>
                </p:cNvPr>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2030" name="Group 37">
              <a:extLst>
                <a:ext uri="{FF2B5EF4-FFF2-40B4-BE49-F238E27FC236}">
                  <a16:creationId xmlns:a16="http://schemas.microsoft.com/office/drawing/2014/main" id="{FDFBA7E1-2763-5A4C-9E8F-8FBB0973275A}"/>
                </a:ext>
              </a:extLst>
            </p:cNvPr>
            <p:cNvGrpSpPr>
              <a:grpSpLocks/>
            </p:cNvGrpSpPr>
            <p:nvPr/>
          </p:nvGrpSpPr>
          <p:grpSpPr bwMode="auto">
            <a:xfrm>
              <a:off x="101" y="2294"/>
              <a:ext cx="335" cy="347"/>
              <a:chOff x="101" y="2294"/>
              <a:chExt cx="335" cy="347"/>
            </a:xfrm>
          </p:grpSpPr>
          <p:sp>
            <p:nvSpPr>
              <p:cNvPr id="112031" name="Freeform 38">
                <a:extLst>
                  <a:ext uri="{FF2B5EF4-FFF2-40B4-BE49-F238E27FC236}">
                    <a16:creationId xmlns:a16="http://schemas.microsoft.com/office/drawing/2014/main" id="{454A79DE-F4AA-834B-A49B-7DB55BB000EC}"/>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32" name="Freeform 39">
                <a:extLst>
                  <a:ext uri="{FF2B5EF4-FFF2-40B4-BE49-F238E27FC236}">
                    <a16:creationId xmlns:a16="http://schemas.microsoft.com/office/drawing/2014/main" id="{E302F52E-CA60-D94A-8F98-71355614EF45}"/>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33" name="Freeform 40">
                <a:extLst>
                  <a:ext uri="{FF2B5EF4-FFF2-40B4-BE49-F238E27FC236}">
                    <a16:creationId xmlns:a16="http://schemas.microsoft.com/office/drawing/2014/main" id="{6E93D3C4-4451-4542-9D5E-7FED75EC333C}"/>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34" name="Freeform 41">
                <a:extLst>
                  <a:ext uri="{FF2B5EF4-FFF2-40B4-BE49-F238E27FC236}">
                    <a16:creationId xmlns:a16="http://schemas.microsoft.com/office/drawing/2014/main" id="{FD5F4494-9B27-EB44-B184-D93E17C6C63D}"/>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35" name="Rectangle 42">
                <a:extLst>
                  <a:ext uri="{FF2B5EF4-FFF2-40B4-BE49-F238E27FC236}">
                    <a16:creationId xmlns:a16="http://schemas.microsoft.com/office/drawing/2014/main" id="{EF1C5755-DF65-4D49-B6BC-B681D6427F87}"/>
                  </a:ext>
                </a:extLst>
              </p:cNvPr>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36" name="Rectangle 43">
                <a:extLst>
                  <a:ext uri="{FF2B5EF4-FFF2-40B4-BE49-F238E27FC236}">
                    <a16:creationId xmlns:a16="http://schemas.microsoft.com/office/drawing/2014/main" id="{F49C6301-0739-8E4F-867B-CBB4B23BFAC8}"/>
                  </a:ext>
                </a:extLst>
              </p:cNvPr>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37" name="Rectangle 44">
                <a:extLst>
                  <a:ext uri="{FF2B5EF4-FFF2-40B4-BE49-F238E27FC236}">
                    <a16:creationId xmlns:a16="http://schemas.microsoft.com/office/drawing/2014/main" id="{E92F2E76-61AD-6D4A-93C2-777854CDC488}"/>
                  </a:ext>
                </a:extLst>
              </p:cNvPr>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38" name="Line 45">
                <a:extLst>
                  <a:ext uri="{FF2B5EF4-FFF2-40B4-BE49-F238E27FC236}">
                    <a16:creationId xmlns:a16="http://schemas.microsoft.com/office/drawing/2014/main" id="{9811376C-6354-244C-A57E-8ACFD07B71B3}"/>
                  </a:ext>
                </a:extLst>
              </p:cNvPr>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2039" name="Group 46">
                <a:extLst>
                  <a:ext uri="{FF2B5EF4-FFF2-40B4-BE49-F238E27FC236}">
                    <a16:creationId xmlns:a16="http://schemas.microsoft.com/office/drawing/2014/main" id="{7B53FE52-B161-1F47-B513-BD55997D87C7}"/>
                  </a:ext>
                </a:extLst>
              </p:cNvPr>
              <p:cNvGrpSpPr>
                <a:grpSpLocks/>
              </p:cNvGrpSpPr>
              <p:nvPr/>
            </p:nvGrpSpPr>
            <p:grpSpPr bwMode="auto">
              <a:xfrm>
                <a:off x="101" y="2590"/>
                <a:ext cx="335" cy="51"/>
                <a:chOff x="101" y="2590"/>
                <a:chExt cx="335" cy="51"/>
              </a:xfrm>
            </p:grpSpPr>
            <p:sp>
              <p:nvSpPr>
                <p:cNvPr id="112040" name="Freeform 47">
                  <a:extLst>
                    <a:ext uri="{FF2B5EF4-FFF2-40B4-BE49-F238E27FC236}">
                      <a16:creationId xmlns:a16="http://schemas.microsoft.com/office/drawing/2014/main" id="{C18EF599-4EA9-3442-B744-75D40E80EA1E}"/>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41" name="Freeform 48">
                  <a:extLst>
                    <a:ext uri="{FF2B5EF4-FFF2-40B4-BE49-F238E27FC236}">
                      <a16:creationId xmlns:a16="http://schemas.microsoft.com/office/drawing/2014/main" id="{407B9C69-5F9B-E24D-8BA8-5C31F09F3DDB}"/>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42" name="Rectangle 49">
                  <a:extLst>
                    <a:ext uri="{FF2B5EF4-FFF2-40B4-BE49-F238E27FC236}">
                      <a16:creationId xmlns:a16="http://schemas.microsoft.com/office/drawing/2014/main" id="{A85173A2-64F8-D647-B71A-35EB3393A838}"/>
                    </a:ext>
                  </a:extLst>
                </p:cNvPr>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1639" name="Group 50">
            <a:extLst>
              <a:ext uri="{FF2B5EF4-FFF2-40B4-BE49-F238E27FC236}">
                <a16:creationId xmlns:a16="http://schemas.microsoft.com/office/drawing/2014/main" id="{5F9821CA-6729-1C45-92F3-11830BED7751}"/>
              </a:ext>
            </a:extLst>
          </p:cNvPr>
          <p:cNvGrpSpPr>
            <a:grpSpLocks/>
          </p:cNvGrpSpPr>
          <p:nvPr/>
        </p:nvGrpSpPr>
        <p:grpSpPr bwMode="auto">
          <a:xfrm>
            <a:off x="3661173" y="4561285"/>
            <a:ext cx="377428" cy="386953"/>
            <a:chOff x="3891" y="3616"/>
            <a:chExt cx="342" cy="353"/>
          </a:xfrm>
        </p:grpSpPr>
        <p:grpSp>
          <p:nvGrpSpPr>
            <p:cNvPr id="112003" name="Group 51">
              <a:extLst>
                <a:ext uri="{FF2B5EF4-FFF2-40B4-BE49-F238E27FC236}">
                  <a16:creationId xmlns:a16="http://schemas.microsoft.com/office/drawing/2014/main" id="{4EA35DDB-3D4A-9844-AD23-158A75478827}"/>
                </a:ext>
              </a:extLst>
            </p:cNvPr>
            <p:cNvGrpSpPr>
              <a:grpSpLocks/>
            </p:cNvGrpSpPr>
            <p:nvPr/>
          </p:nvGrpSpPr>
          <p:grpSpPr bwMode="auto">
            <a:xfrm>
              <a:off x="3899" y="3622"/>
              <a:ext cx="334" cy="347"/>
              <a:chOff x="3899" y="3622"/>
              <a:chExt cx="334" cy="347"/>
            </a:xfrm>
          </p:grpSpPr>
          <p:sp>
            <p:nvSpPr>
              <p:cNvPr id="112017" name="Freeform 52">
                <a:extLst>
                  <a:ext uri="{FF2B5EF4-FFF2-40B4-BE49-F238E27FC236}">
                    <a16:creationId xmlns:a16="http://schemas.microsoft.com/office/drawing/2014/main" id="{DEFFE956-5290-1D41-A43D-A7C9243CAFD4}"/>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18" name="Freeform 53">
                <a:extLst>
                  <a:ext uri="{FF2B5EF4-FFF2-40B4-BE49-F238E27FC236}">
                    <a16:creationId xmlns:a16="http://schemas.microsoft.com/office/drawing/2014/main" id="{DCE58779-E8B7-2B47-BEE5-2C6A0BB652C4}"/>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19" name="Freeform 54">
                <a:extLst>
                  <a:ext uri="{FF2B5EF4-FFF2-40B4-BE49-F238E27FC236}">
                    <a16:creationId xmlns:a16="http://schemas.microsoft.com/office/drawing/2014/main" id="{78FF1F7B-CE3B-AE4B-8513-5C1AE74FC296}"/>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20" name="Freeform 55">
                <a:extLst>
                  <a:ext uri="{FF2B5EF4-FFF2-40B4-BE49-F238E27FC236}">
                    <a16:creationId xmlns:a16="http://schemas.microsoft.com/office/drawing/2014/main" id="{57F36783-550B-6440-8753-DBFDCB138115}"/>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21" name="Rectangle 56">
                <a:extLst>
                  <a:ext uri="{FF2B5EF4-FFF2-40B4-BE49-F238E27FC236}">
                    <a16:creationId xmlns:a16="http://schemas.microsoft.com/office/drawing/2014/main" id="{B707A19C-0A6A-5E4F-A96A-4BEAEBD76602}"/>
                  </a:ext>
                </a:extLst>
              </p:cNvPr>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22" name="Rectangle 57">
                <a:extLst>
                  <a:ext uri="{FF2B5EF4-FFF2-40B4-BE49-F238E27FC236}">
                    <a16:creationId xmlns:a16="http://schemas.microsoft.com/office/drawing/2014/main" id="{42CFAC43-3C9D-5D44-8E81-F0354B3D35A2}"/>
                  </a:ext>
                </a:extLst>
              </p:cNvPr>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23" name="Rectangle 58">
                <a:extLst>
                  <a:ext uri="{FF2B5EF4-FFF2-40B4-BE49-F238E27FC236}">
                    <a16:creationId xmlns:a16="http://schemas.microsoft.com/office/drawing/2014/main" id="{E76C0DA6-6A70-7946-9AEB-6B8E1FE9C5C1}"/>
                  </a:ext>
                </a:extLst>
              </p:cNvPr>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24" name="Line 59">
                <a:extLst>
                  <a:ext uri="{FF2B5EF4-FFF2-40B4-BE49-F238E27FC236}">
                    <a16:creationId xmlns:a16="http://schemas.microsoft.com/office/drawing/2014/main" id="{7C6B8B28-B919-0844-AFCB-A7AD9A7B82FB}"/>
                  </a:ext>
                </a:extLst>
              </p:cNvPr>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2025" name="Group 60">
                <a:extLst>
                  <a:ext uri="{FF2B5EF4-FFF2-40B4-BE49-F238E27FC236}">
                    <a16:creationId xmlns:a16="http://schemas.microsoft.com/office/drawing/2014/main" id="{9289C52C-1306-1E45-8E36-260D0256F05A}"/>
                  </a:ext>
                </a:extLst>
              </p:cNvPr>
              <p:cNvGrpSpPr>
                <a:grpSpLocks/>
              </p:cNvGrpSpPr>
              <p:nvPr/>
            </p:nvGrpSpPr>
            <p:grpSpPr bwMode="auto">
              <a:xfrm>
                <a:off x="3899" y="3918"/>
                <a:ext cx="334" cy="51"/>
                <a:chOff x="3899" y="3918"/>
                <a:chExt cx="334" cy="51"/>
              </a:xfrm>
            </p:grpSpPr>
            <p:sp>
              <p:nvSpPr>
                <p:cNvPr id="112026" name="Freeform 61">
                  <a:extLst>
                    <a:ext uri="{FF2B5EF4-FFF2-40B4-BE49-F238E27FC236}">
                      <a16:creationId xmlns:a16="http://schemas.microsoft.com/office/drawing/2014/main" id="{9EB16D45-13D7-8C48-A810-D432A5E73EF8}"/>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27" name="Freeform 62">
                  <a:extLst>
                    <a:ext uri="{FF2B5EF4-FFF2-40B4-BE49-F238E27FC236}">
                      <a16:creationId xmlns:a16="http://schemas.microsoft.com/office/drawing/2014/main" id="{0BDDF2BF-589A-2B44-9BD9-64A021EF9D21}"/>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28" name="Rectangle 63">
                  <a:extLst>
                    <a:ext uri="{FF2B5EF4-FFF2-40B4-BE49-F238E27FC236}">
                      <a16:creationId xmlns:a16="http://schemas.microsoft.com/office/drawing/2014/main" id="{B21900EF-812D-034F-A966-06ED1223E238}"/>
                    </a:ext>
                  </a:extLst>
                </p:cNvPr>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2004" name="Group 64">
              <a:extLst>
                <a:ext uri="{FF2B5EF4-FFF2-40B4-BE49-F238E27FC236}">
                  <a16:creationId xmlns:a16="http://schemas.microsoft.com/office/drawing/2014/main" id="{F116111F-4424-544D-9FBE-17D6AF5DAA40}"/>
                </a:ext>
              </a:extLst>
            </p:cNvPr>
            <p:cNvGrpSpPr>
              <a:grpSpLocks/>
            </p:cNvGrpSpPr>
            <p:nvPr/>
          </p:nvGrpSpPr>
          <p:grpSpPr bwMode="auto">
            <a:xfrm>
              <a:off x="3891" y="3616"/>
              <a:ext cx="334" cy="346"/>
              <a:chOff x="3891" y="3616"/>
              <a:chExt cx="334" cy="346"/>
            </a:xfrm>
          </p:grpSpPr>
          <p:sp>
            <p:nvSpPr>
              <p:cNvPr id="112005" name="Freeform 65">
                <a:extLst>
                  <a:ext uri="{FF2B5EF4-FFF2-40B4-BE49-F238E27FC236}">
                    <a16:creationId xmlns:a16="http://schemas.microsoft.com/office/drawing/2014/main" id="{90197FC3-55D6-F440-BEF7-4001AE662116}"/>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06" name="Freeform 66">
                <a:extLst>
                  <a:ext uri="{FF2B5EF4-FFF2-40B4-BE49-F238E27FC236}">
                    <a16:creationId xmlns:a16="http://schemas.microsoft.com/office/drawing/2014/main" id="{533AEE7A-43C9-1949-8021-2319BDCB0A0A}"/>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07" name="Freeform 67">
                <a:extLst>
                  <a:ext uri="{FF2B5EF4-FFF2-40B4-BE49-F238E27FC236}">
                    <a16:creationId xmlns:a16="http://schemas.microsoft.com/office/drawing/2014/main" id="{A250723F-EE30-BC4A-8110-0A30BDD0EF6D}"/>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08" name="Freeform 68">
                <a:extLst>
                  <a:ext uri="{FF2B5EF4-FFF2-40B4-BE49-F238E27FC236}">
                    <a16:creationId xmlns:a16="http://schemas.microsoft.com/office/drawing/2014/main" id="{05FAA220-2EF6-7548-AC3F-37C4E837BC74}"/>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09" name="Rectangle 69">
                <a:extLst>
                  <a:ext uri="{FF2B5EF4-FFF2-40B4-BE49-F238E27FC236}">
                    <a16:creationId xmlns:a16="http://schemas.microsoft.com/office/drawing/2014/main" id="{2F90E78F-221E-B14A-A604-33E90939AA9C}"/>
                  </a:ext>
                </a:extLst>
              </p:cNvPr>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10" name="Rectangle 70">
                <a:extLst>
                  <a:ext uri="{FF2B5EF4-FFF2-40B4-BE49-F238E27FC236}">
                    <a16:creationId xmlns:a16="http://schemas.microsoft.com/office/drawing/2014/main" id="{931C2DA4-E7FF-914A-B080-92F6BC03DEB3}"/>
                  </a:ext>
                </a:extLst>
              </p:cNvPr>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11" name="Rectangle 71">
                <a:extLst>
                  <a:ext uri="{FF2B5EF4-FFF2-40B4-BE49-F238E27FC236}">
                    <a16:creationId xmlns:a16="http://schemas.microsoft.com/office/drawing/2014/main" id="{CA8AD2BF-26E7-C647-BF55-1A9E77A30F3E}"/>
                  </a:ext>
                </a:extLst>
              </p:cNvPr>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12" name="Line 72">
                <a:extLst>
                  <a:ext uri="{FF2B5EF4-FFF2-40B4-BE49-F238E27FC236}">
                    <a16:creationId xmlns:a16="http://schemas.microsoft.com/office/drawing/2014/main" id="{4BEF267E-8E06-BB44-9F6A-525F3548CBCD}"/>
                  </a:ext>
                </a:extLst>
              </p:cNvPr>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2013" name="Group 73">
                <a:extLst>
                  <a:ext uri="{FF2B5EF4-FFF2-40B4-BE49-F238E27FC236}">
                    <a16:creationId xmlns:a16="http://schemas.microsoft.com/office/drawing/2014/main" id="{B511A20F-CAEE-394A-A006-205837090CE8}"/>
                  </a:ext>
                </a:extLst>
              </p:cNvPr>
              <p:cNvGrpSpPr>
                <a:grpSpLocks/>
              </p:cNvGrpSpPr>
              <p:nvPr/>
            </p:nvGrpSpPr>
            <p:grpSpPr bwMode="auto">
              <a:xfrm>
                <a:off x="3891" y="3912"/>
                <a:ext cx="334" cy="50"/>
                <a:chOff x="3891" y="3912"/>
                <a:chExt cx="334" cy="50"/>
              </a:xfrm>
            </p:grpSpPr>
            <p:sp>
              <p:nvSpPr>
                <p:cNvPr id="112014" name="Freeform 74">
                  <a:extLst>
                    <a:ext uri="{FF2B5EF4-FFF2-40B4-BE49-F238E27FC236}">
                      <a16:creationId xmlns:a16="http://schemas.microsoft.com/office/drawing/2014/main" id="{1DD447A0-2EBE-8049-BD79-EF7C605BF2FF}"/>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15" name="Freeform 75">
                  <a:extLst>
                    <a:ext uri="{FF2B5EF4-FFF2-40B4-BE49-F238E27FC236}">
                      <a16:creationId xmlns:a16="http://schemas.microsoft.com/office/drawing/2014/main" id="{932D5087-8633-7043-9B2E-694C53E6BC05}"/>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16" name="Rectangle 76">
                  <a:extLst>
                    <a:ext uri="{FF2B5EF4-FFF2-40B4-BE49-F238E27FC236}">
                      <a16:creationId xmlns:a16="http://schemas.microsoft.com/office/drawing/2014/main" id="{58BE2A53-0998-9344-8577-5283068E81FC}"/>
                    </a:ext>
                  </a:extLst>
                </p:cNvPr>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1640" name="Group 77">
            <a:extLst>
              <a:ext uri="{FF2B5EF4-FFF2-40B4-BE49-F238E27FC236}">
                <a16:creationId xmlns:a16="http://schemas.microsoft.com/office/drawing/2014/main" id="{343208B4-F30D-0E43-872C-0964F2740BC5}"/>
              </a:ext>
            </a:extLst>
          </p:cNvPr>
          <p:cNvGrpSpPr>
            <a:grpSpLocks/>
          </p:cNvGrpSpPr>
          <p:nvPr/>
        </p:nvGrpSpPr>
        <p:grpSpPr bwMode="auto">
          <a:xfrm>
            <a:off x="4613673" y="4549379"/>
            <a:ext cx="378619" cy="386953"/>
            <a:chOff x="4752" y="3605"/>
            <a:chExt cx="343" cy="353"/>
          </a:xfrm>
        </p:grpSpPr>
        <p:grpSp>
          <p:nvGrpSpPr>
            <p:cNvPr id="111977" name="Group 78">
              <a:extLst>
                <a:ext uri="{FF2B5EF4-FFF2-40B4-BE49-F238E27FC236}">
                  <a16:creationId xmlns:a16="http://schemas.microsoft.com/office/drawing/2014/main" id="{3CA57358-6068-6F43-8CDD-75C254177537}"/>
                </a:ext>
              </a:extLst>
            </p:cNvPr>
            <p:cNvGrpSpPr>
              <a:grpSpLocks/>
            </p:cNvGrpSpPr>
            <p:nvPr/>
          </p:nvGrpSpPr>
          <p:grpSpPr bwMode="auto">
            <a:xfrm>
              <a:off x="4760" y="3612"/>
              <a:ext cx="335" cy="346"/>
              <a:chOff x="4760" y="3612"/>
              <a:chExt cx="335" cy="346"/>
            </a:xfrm>
          </p:grpSpPr>
          <p:sp>
            <p:nvSpPr>
              <p:cNvPr id="111991" name="Freeform 79">
                <a:extLst>
                  <a:ext uri="{FF2B5EF4-FFF2-40B4-BE49-F238E27FC236}">
                    <a16:creationId xmlns:a16="http://schemas.microsoft.com/office/drawing/2014/main" id="{24632893-FEBE-8A4D-B3F9-D98112AC8F38}"/>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92" name="Freeform 80">
                <a:extLst>
                  <a:ext uri="{FF2B5EF4-FFF2-40B4-BE49-F238E27FC236}">
                    <a16:creationId xmlns:a16="http://schemas.microsoft.com/office/drawing/2014/main" id="{03DEC504-0A4D-3B4B-929C-794861D76AA2}"/>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93" name="Freeform 81">
                <a:extLst>
                  <a:ext uri="{FF2B5EF4-FFF2-40B4-BE49-F238E27FC236}">
                    <a16:creationId xmlns:a16="http://schemas.microsoft.com/office/drawing/2014/main" id="{544C8DE3-8617-3C4A-9730-4F4DD792EE21}"/>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94" name="Freeform 82">
                <a:extLst>
                  <a:ext uri="{FF2B5EF4-FFF2-40B4-BE49-F238E27FC236}">
                    <a16:creationId xmlns:a16="http://schemas.microsoft.com/office/drawing/2014/main" id="{3B83762E-AEBF-134B-8F23-0C111778870E}"/>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95" name="Rectangle 83">
                <a:extLst>
                  <a:ext uri="{FF2B5EF4-FFF2-40B4-BE49-F238E27FC236}">
                    <a16:creationId xmlns:a16="http://schemas.microsoft.com/office/drawing/2014/main" id="{5AE13308-E698-BA45-86CA-FFE4D1A6BA80}"/>
                  </a:ext>
                </a:extLst>
              </p:cNvPr>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96" name="Rectangle 84">
                <a:extLst>
                  <a:ext uri="{FF2B5EF4-FFF2-40B4-BE49-F238E27FC236}">
                    <a16:creationId xmlns:a16="http://schemas.microsoft.com/office/drawing/2014/main" id="{65F82605-59D0-A940-9CF4-CAF3824088AC}"/>
                  </a:ext>
                </a:extLst>
              </p:cNvPr>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97" name="Rectangle 85">
                <a:extLst>
                  <a:ext uri="{FF2B5EF4-FFF2-40B4-BE49-F238E27FC236}">
                    <a16:creationId xmlns:a16="http://schemas.microsoft.com/office/drawing/2014/main" id="{714EC6B7-509F-F948-86B2-067B44F4F6C4}"/>
                  </a:ext>
                </a:extLst>
              </p:cNvPr>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98" name="Line 86">
                <a:extLst>
                  <a:ext uri="{FF2B5EF4-FFF2-40B4-BE49-F238E27FC236}">
                    <a16:creationId xmlns:a16="http://schemas.microsoft.com/office/drawing/2014/main" id="{475B6DA8-7706-564F-97E5-B6B020E91314}"/>
                  </a:ext>
                </a:extLst>
              </p:cNvPr>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999" name="Group 87">
                <a:extLst>
                  <a:ext uri="{FF2B5EF4-FFF2-40B4-BE49-F238E27FC236}">
                    <a16:creationId xmlns:a16="http://schemas.microsoft.com/office/drawing/2014/main" id="{CF875DA0-E46C-D346-9C69-33F1C350A12F}"/>
                  </a:ext>
                </a:extLst>
              </p:cNvPr>
              <p:cNvGrpSpPr>
                <a:grpSpLocks/>
              </p:cNvGrpSpPr>
              <p:nvPr/>
            </p:nvGrpSpPr>
            <p:grpSpPr bwMode="auto">
              <a:xfrm>
                <a:off x="4760" y="3907"/>
                <a:ext cx="335" cy="51"/>
                <a:chOff x="4760" y="3907"/>
                <a:chExt cx="335" cy="51"/>
              </a:xfrm>
            </p:grpSpPr>
            <p:sp>
              <p:nvSpPr>
                <p:cNvPr id="112000" name="Freeform 88">
                  <a:extLst>
                    <a:ext uri="{FF2B5EF4-FFF2-40B4-BE49-F238E27FC236}">
                      <a16:creationId xmlns:a16="http://schemas.microsoft.com/office/drawing/2014/main" id="{F67B975B-E19D-004E-85E2-8B6A3654EFC0}"/>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01" name="Freeform 89">
                  <a:extLst>
                    <a:ext uri="{FF2B5EF4-FFF2-40B4-BE49-F238E27FC236}">
                      <a16:creationId xmlns:a16="http://schemas.microsoft.com/office/drawing/2014/main" id="{99B5FC55-88C5-7E42-8462-70F1E7A077C4}"/>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02" name="Rectangle 90">
                  <a:extLst>
                    <a:ext uri="{FF2B5EF4-FFF2-40B4-BE49-F238E27FC236}">
                      <a16:creationId xmlns:a16="http://schemas.microsoft.com/office/drawing/2014/main" id="{999CE48D-C631-E64C-9612-C44E7EC47984}"/>
                    </a:ext>
                  </a:extLst>
                </p:cNvPr>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1978" name="Group 91">
              <a:extLst>
                <a:ext uri="{FF2B5EF4-FFF2-40B4-BE49-F238E27FC236}">
                  <a16:creationId xmlns:a16="http://schemas.microsoft.com/office/drawing/2014/main" id="{1B19A7AA-505C-9643-B4FF-3ACDAECB4405}"/>
                </a:ext>
              </a:extLst>
            </p:cNvPr>
            <p:cNvGrpSpPr>
              <a:grpSpLocks/>
            </p:cNvGrpSpPr>
            <p:nvPr/>
          </p:nvGrpSpPr>
          <p:grpSpPr bwMode="auto">
            <a:xfrm>
              <a:off x="4752" y="3605"/>
              <a:ext cx="334" cy="347"/>
              <a:chOff x="4752" y="3605"/>
              <a:chExt cx="334" cy="347"/>
            </a:xfrm>
          </p:grpSpPr>
          <p:sp>
            <p:nvSpPr>
              <p:cNvPr id="111979" name="Freeform 92">
                <a:extLst>
                  <a:ext uri="{FF2B5EF4-FFF2-40B4-BE49-F238E27FC236}">
                    <a16:creationId xmlns:a16="http://schemas.microsoft.com/office/drawing/2014/main" id="{CE126E3D-E2A7-1149-AEAE-0A6AAD511F70}"/>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80" name="Freeform 93">
                <a:extLst>
                  <a:ext uri="{FF2B5EF4-FFF2-40B4-BE49-F238E27FC236}">
                    <a16:creationId xmlns:a16="http://schemas.microsoft.com/office/drawing/2014/main" id="{C10AE9D6-E198-2C4D-BA4A-E4340ECEC915}"/>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81" name="Freeform 94">
                <a:extLst>
                  <a:ext uri="{FF2B5EF4-FFF2-40B4-BE49-F238E27FC236}">
                    <a16:creationId xmlns:a16="http://schemas.microsoft.com/office/drawing/2014/main" id="{B49B6F01-C9C7-F140-976B-355C4EA4DFAA}"/>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82" name="Freeform 95">
                <a:extLst>
                  <a:ext uri="{FF2B5EF4-FFF2-40B4-BE49-F238E27FC236}">
                    <a16:creationId xmlns:a16="http://schemas.microsoft.com/office/drawing/2014/main" id="{40EAE415-1BD0-DA4C-8C0D-A44D05E29596}"/>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83" name="Rectangle 96">
                <a:extLst>
                  <a:ext uri="{FF2B5EF4-FFF2-40B4-BE49-F238E27FC236}">
                    <a16:creationId xmlns:a16="http://schemas.microsoft.com/office/drawing/2014/main" id="{22E28352-35EC-C449-8F16-BEAD3E6144DD}"/>
                  </a:ext>
                </a:extLst>
              </p:cNvPr>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84" name="Rectangle 97">
                <a:extLst>
                  <a:ext uri="{FF2B5EF4-FFF2-40B4-BE49-F238E27FC236}">
                    <a16:creationId xmlns:a16="http://schemas.microsoft.com/office/drawing/2014/main" id="{03091783-77EE-0241-9039-2575C0DC205C}"/>
                  </a:ext>
                </a:extLst>
              </p:cNvPr>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85" name="Rectangle 98">
                <a:extLst>
                  <a:ext uri="{FF2B5EF4-FFF2-40B4-BE49-F238E27FC236}">
                    <a16:creationId xmlns:a16="http://schemas.microsoft.com/office/drawing/2014/main" id="{EBFEC1BE-DA4C-4047-A166-3F926B6E7E23}"/>
                  </a:ext>
                </a:extLst>
              </p:cNvPr>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86" name="Line 99">
                <a:extLst>
                  <a:ext uri="{FF2B5EF4-FFF2-40B4-BE49-F238E27FC236}">
                    <a16:creationId xmlns:a16="http://schemas.microsoft.com/office/drawing/2014/main" id="{E2F3D9AE-DB51-AD48-8BD1-39CF5ADC5ADA}"/>
                  </a:ext>
                </a:extLst>
              </p:cNvPr>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987" name="Group 100">
                <a:extLst>
                  <a:ext uri="{FF2B5EF4-FFF2-40B4-BE49-F238E27FC236}">
                    <a16:creationId xmlns:a16="http://schemas.microsoft.com/office/drawing/2014/main" id="{E54A3ACD-59CA-FE4F-B382-8D0B077CB089}"/>
                  </a:ext>
                </a:extLst>
              </p:cNvPr>
              <p:cNvGrpSpPr>
                <a:grpSpLocks/>
              </p:cNvGrpSpPr>
              <p:nvPr/>
            </p:nvGrpSpPr>
            <p:grpSpPr bwMode="auto">
              <a:xfrm>
                <a:off x="4752" y="3901"/>
                <a:ext cx="334" cy="51"/>
                <a:chOff x="4752" y="3901"/>
                <a:chExt cx="334" cy="51"/>
              </a:xfrm>
            </p:grpSpPr>
            <p:sp>
              <p:nvSpPr>
                <p:cNvPr id="111988" name="Freeform 101">
                  <a:extLst>
                    <a:ext uri="{FF2B5EF4-FFF2-40B4-BE49-F238E27FC236}">
                      <a16:creationId xmlns:a16="http://schemas.microsoft.com/office/drawing/2014/main" id="{7A39C109-8C6D-7E42-96CB-6F257BD97020}"/>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89" name="Freeform 102">
                  <a:extLst>
                    <a:ext uri="{FF2B5EF4-FFF2-40B4-BE49-F238E27FC236}">
                      <a16:creationId xmlns:a16="http://schemas.microsoft.com/office/drawing/2014/main" id="{EEBD844D-BF0B-324A-826E-E734F5765F2F}"/>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90" name="Rectangle 103">
                  <a:extLst>
                    <a:ext uri="{FF2B5EF4-FFF2-40B4-BE49-F238E27FC236}">
                      <a16:creationId xmlns:a16="http://schemas.microsoft.com/office/drawing/2014/main" id="{86FDF9AB-18A7-5341-81C1-13D8926C7D68}"/>
                    </a:ext>
                  </a:extLst>
                </p:cNvPr>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1641" name="Group 104">
            <a:extLst>
              <a:ext uri="{FF2B5EF4-FFF2-40B4-BE49-F238E27FC236}">
                <a16:creationId xmlns:a16="http://schemas.microsoft.com/office/drawing/2014/main" id="{C666008C-803D-B14E-B3E3-F79A1708271E}"/>
              </a:ext>
            </a:extLst>
          </p:cNvPr>
          <p:cNvGrpSpPr>
            <a:grpSpLocks/>
          </p:cNvGrpSpPr>
          <p:nvPr/>
        </p:nvGrpSpPr>
        <p:grpSpPr bwMode="auto">
          <a:xfrm>
            <a:off x="1577579" y="1882379"/>
            <a:ext cx="378619" cy="388144"/>
            <a:chOff x="101" y="1539"/>
            <a:chExt cx="343" cy="352"/>
          </a:xfrm>
        </p:grpSpPr>
        <p:grpSp>
          <p:nvGrpSpPr>
            <p:cNvPr id="111951" name="Group 105">
              <a:extLst>
                <a:ext uri="{FF2B5EF4-FFF2-40B4-BE49-F238E27FC236}">
                  <a16:creationId xmlns:a16="http://schemas.microsoft.com/office/drawing/2014/main" id="{630B47F9-4FD5-5944-A1CC-1B204B7A4811}"/>
                </a:ext>
              </a:extLst>
            </p:cNvPr>
            <p:cNvGrpSpPr>
              <a:grpSpLocks/>
            </p:cNvGrpSpPr>
            <p:nvPr/>
          </p:nvGrpSpPr>
          <p:grpSpPr bwMode="auto">
            <a:xfrm>
              <a:off x="109" y="1545"/>
              <a:ext cx="335" cy="346"/>
              <a:chOff x="109" y="1545"/>
              <a:chExt cx="335" cy="346"/>
            </a:xfrm>
          </p:grpSpPr>
          <p:sp>
            <p:nvSpPr>
              <p:cNvPr id="111965" name="Freeform 106">
                <a:extLst>
                  <a:ext uri="{FF2B5EF4-FFF2-40B4-BE49-F238E27FC236}">
                    <a16:creationId xmlns:a16="http://schemas.microsoft.com/office/drawing/2014/main" id="{70D91FBC-25E5-704A-8F98-888A9C444978}"/>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66" name="Freeform 107">
                <a:extLst>
                  <a:ext uri="{FF2B5EF4-FFF2-40B4-BE49-F238E27FC236}">
                    <a16:creationId xmlns:a16="http://schemas.microsoft.com/office/drawing/2014/main" id="{A200D01E-F2DB-A64D-B369-98EA9CFE18F4}"/>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67" name="Freeform 108">
                <a:extLst>
                  <a:ext uri="{FF2B5EF4-FFF2-40B4-BE49-F238E27FC236}">
                    <a16:creationId xmlns:a16="http://schemas.microsoft.com/office/drawing/2014/main" id="{EB6A276A-B3D0-CF41-BC90-C45FB5648C34}"/>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68" name="Freeform 109">
                <a:extLst>
                  <a:ext uri="{FF2B5EF4-FFF2-40B4-BE49-F238E27FC236}">
                    <a16:creationId xmlns:a16="http://schemas.microsoft.com/office/drawing/2014/main" id="{DF98EE45-DA2B-5A46-A66E-CA067B5964D5}"/>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69" name="Rectangle 110">
                <a:extLst>
                  <a:ext uri="{FF2B5EF4-FFF2-40B4-BE49-F238E27FC236}">
                    <a16:creationId xmlns:a16="http://schemas.microsoft.com/office/drawing/2014/main" id="{09E2F072-A3FB-8E48-AA63-D23B7142C825}"/>
                  </a:ext>
                </a:extLst>
              </p:cNvPr>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70" name="Rectangle 111">
                <a:extLst>
                  <a:ext uri="{FF2B5EF4-FFF2-40B4-BE49-F238E27FC236}">
                    <a16:creationId xmlns:a16="http://schemas.microsoft.com/office/drawing/2014/main" id="{E8438CEC-A2D4-E14E-A4E8-1D908574C806}"/>
                  </a:ext>
                </a:extLst>
              </p:cNvPr>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71" name="Rectangle 112">
                <a:extLst>
                  <a:ext uri="{FF2B5EF4-FFF2-40B4-BE49-F238E27FC236}">
                    <a16:creationId xmlns:a16="http://schemas.microsoft.com/office/drawing/2014/main" id="{63B0B09E-38D6-2F4E-B1AD-3E9B75D1D152}"/>
                  </a:ext>
                </a:extLst>
              </p:cNvPr>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72" name="Line 113">
                <a:extLst>
                  <a:ext uri="{FF2B5EF4-FFF2-40B4-BE49-F238E27FC236}">
                    <a16:creationId xmlns:a16="http://schemas.microsoft.com/office/drawing/2014/main" id="{4D0983E3-472B-164C-BEBA-5E5E7217EBB0}"/>
                  </a:ext>
                </a:extLst>
              </p:cNvPr>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973" name="Group 114">
                <a:extLst>
                  <a:ext uri="{FF2B5EF4-FFF2-40B4-BE49-F238E27FC236}">
                    <a16:creationId xmlns:a16="http://schemas.microsoft.com/office/drawing/2014/main" id="{CC485A2D-E10C-7A4F-A6A0-2DD4FD7525E4}"/>
                  </a:ext>
                </a:extLst>
              </p:cNvPr>
              <p:cNvGrpSpPr>
                <a:grpSpLocks/>
              </p:cNvGrpSpPr>
              <p:nvPr/>
            </p:nvGrpSpPr>
            <p:grpSpPr bwMode="auto">
              <a:xfrm>
                <a:off x="109" y="1841"/>
                <a:ext cx="335" cy="50"/>
                <a:chOff x="109" y="1841"/>
                <a:chExt cx="335" cy="50"/>
              </a:xfrm>
            </p:grpSpPr>
            <p:sp>
              <p:nvSpPr>
                <p:cNvPr id="111974" name="Freeform 115">
                  <a:extLst>
                    <a:ext uri="{FF2B5EF4-FFF2-40B4-BE49-F238E27FC236}">
                      <a16:creationId xmlns:a16="http://schemas.microsoft.com/office/drawing/2014/main" id="{A8CAF5D0-B102-1C44-9D3A-2340919FB9E6}"/>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75" name="Freeform 116">
                  <a:extLst>
                    <a:ext uri="{FF2B5EF4-FFF2-40B4-BE49-F238E27FC236}">
                      <a16:creationId xmlns:a16="http://schemas.microsoft.com/office/drawing/2014/main" id="{EE15E34F-2F2E-EC42-BC95-77E976C263F1}"/>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76" name="Rectangle 117">
                  <a:extLst>
                    <a:ext uri="{FF2B5EF4-FFF2-40B4-BE49-F238E27FC236}">
                      <a16:creationId xmlns:a16="http://schemas.microsoft.com/office/drawing/2014/main" id="{1D03CB30-EF1A-4D4F-9720-C047FE1E107D}"/>
                    </a:ext>
                  </a:extLst>
                </p:cNvPr>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1952" name="Group 118">
              <a:extLst>
                <a:ext uri="{FF2B5EF4-FFF2-40B4-BE49-F238E27FC236}">
                  <a16:creationId xmlns:a16="http://schemas.microsoft.com/office/drawing/2014/main" id="{21B5957F-D883-0648-A87F-4F078884C2A5}"/>
                </a:ext>
              </a:extLst>
            </p:cNvPr>
            <p:cNvGrpSpPr>
              <a:grpSpLocks/>
            </p:cNvGrpSpPr>
            <p:nvPr/>
          </p:nvGrpSpPr>
          <p:grpSpPr bwMode="auto">
            <a:xfrm>
              <a:off x="101" y="1539"/>
              <a:ext cx="335" cy="346"/>
              <a:chOff x="101" y="1539"/>
              <a:chExt cx="335" cy="346"/>
            </a:xfrm>
          </p:grpSpPr>
          <p:sp>
            <p:nvSpPr>
              <p:cNvPr id="111953" name="Freeform 119">
                <a:extLst>
                  <a:ext uri="{FF2B5EF4-FFF2-40B4-BE49-F238E27FC236}">
                    <a16:creationId xmlns:a16="http://schemas.microsoft.com/office/drawing/2014/main" id="{4E1FCA56-DF42-CE4F-8EDC-A6420FC52D58}"/>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54" name="Freeform 120">
                <a:extLst>
                  <a:ext uri="{FF2B5EF4-FFF2-40B4-BE49-F238E27FC236}">
                    <a16:creationId xmlns:a16="http://schemas.microsoft.com/office/drawing/2014/main" id="{AD25C789-534C-274A-83EF-36085AE75C0E}"/>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55" name="Freeform 121">
                <a:extLst>
                  <a:ext uri="{FF2B5EF4-FFF2-40B4-BE49-F238E27FC236}">
                    <a16:creationId xmlns:a16="http://schemas.microsoft.com/office/drawing/2014/main" id="{CC05C3A9-315B-4F49-8C77-63C7525B01DE}"/>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56" name="Freeform 122">
                <a:extLst>
                  <a:ext uri="{FF2B5EF4-FFF2-40B4-BE49-F238E27FC236}">
                    <a16:creationId xmlns:a16="http://schemas.microsoft.com/office/drawing/2014/main" id="{5807B3A4-7304-B54E-B3D7-233603309774}"/>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57" name="Rectangle 123">
                <a:extLst>
                  <a:ext uri="{FF2B5EF4-FFF2-40B4-BE49-F238E27FC236}">
                    <a16:creationId xmlns:a16="http://schemas.microsoft.com/office/drawing/2014/main" id="{E98F1B33-3EB7-4D46-9B46-14E5FFB7481D}"/>
                  </a:ext>
                </a:extLst>
              </p:cNvPr>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58" name="Rectangle 124">
                <a:extLst>
                  <a:ext uri="{FF2B5EF4-FFF2-40B4-BE49-F238E27FC236}">
                    <a16:creationId xmlns:a16="http://schemas.microsoft.com/office/drawing/2014/main" id="{DE84DDF4-176E-E64A-86EE-A563B2883A79}"/>
                  </a:ext>
                </a:extLst>
              </p:cNvPr>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59" name="Rectangle 125">
                <a:extLst>
                  <a:ext uri="{FF2B5EF4-FFF2-40B4-BE49-F238E27FC236}">
                    <a16:creationId xmlns:a16="http://schemas.microsoft.com/office/drawing/2014/main" id="{59EACB6E-AD24-DF4F-AE6B-4F70F1E7B4A5}"/>
                  </a:ext>
                </a:extLst>
              </p:cNvPr>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60" name="Line 126">
                <a:extLst>
                  <a:ext uri="{FF2B5EF4-FFF2-40B4-BE49-F238E27FC236}">
                    <a16:creationId xmlns:a16="http://schemas.microsoft.com/office/drawing/2014/main" id="{0BB03B28-5DFD-AB4F-95AE-A5E0F5552370}"/>
                  </a:ext>
                </a:extLst>
              </p:cNvPr>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961" name="Group 127">
                <a:extLst>
                  <a:ext uri="{FF2B5EF4-FFF2-40B4-BE49-F238E27FC236}">
                    <a16:creationId xmlns:a16="http://schemas.microsoft.com/office/drawing/2014/main" id="{38871F8C-EAFF-5C4A-8E50-67CBFF4970B1}"/>
                  </a:ext>
                </a:extLst>
              </p:cNvPr>
              <p:cNvGrpSpPr>
                <a:grpSpLocks/>
              </p:cNvGrpSpPr>
              <p:nvPr/>
            </p:nvGrpSpPr>
            <p:grpSpPr bwMode="auto">
              <a:xfrm>
                <a:off x="101" y="1834"/>
                <a:ext cx="335" cy="51"/>
                <a:chOff x="101" y="1834"/>
                <a:chExt cx="335" cy="51"/>
              </a:xfrm>
            </p:grpSpPr>
            <p:sp>
              <p:nvSpPr>
                <p:cNvPr id="111962" name="Freeform 128">
                  <a:extLst>
                    <a:ext uri="{FF2B5EF4-FFF2-40B4-BE49-F238E27FC236}">
                      <a16:creationId xmlns:a16="http://schemas.microsoft.com/office/drawing/2014/main" id="{C9564B0C-BA5A-C940-B493-442B3C5F6EED}"/>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63" name="Freeform 129">
                  <a:extLst>
                    <a:ext uri="{FF2B5EF4-FFF2-40B4-BE49-F238E27FC236}">
                      <a16:creationId xmlns:a16="http://schemas.microsoft.com/office/drawing/2014/main" id="{FC30C10F-8272-C44B-9315-78D703C40E51}"/>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64" name="Rectangle 130">
                  <a:extLst>
                    <a:ext uri="{FF2B5EF4-FFF2-40B4-BE49-F238E27FC236}">
                      <a16:creationId xmlns:a16="http://schemas.microsoft.com/office/drawing/2014/main" id="{3CDA3768-12DC-1045-A191-4339B03A9C6C}"/>
                    </a:ext>
                  </a:extLst>
                </p:cNvPr>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1642" name="Group 131">
            <a:extLst>
              <a:ext uri="{FF2B5EF4-FFF2-40B4-BE49-F238E27FC236}">
                <a16:creationId xmlns:a16="http://schemas.microsoft.com/office/drawing/2014/main" id="{7DB0FB2A-C863-C841-A10E-FAA80CB08AB2}"/>
              </a:ext>
            </a:extLst>
          </p:cNvPr>
          <p:cNvGrpSpPr>
            <a:grpSpLocks/>
          </p:cNvGrpSpPr>
          <p:nvPr/>
        </p:nvGrpSpPr>
        <p:grpSpPr bwMode="auto">
          <a:xfrm>
            <a:off x="7261622" y="2743200"/>
            <a:ext cx="379809" cy="385763"/>
            <a:chOff x="5237" y="2322"/>
            <a:chExt cx="343" cy="352"/>
          </a:xfrm>
        </p:grpSpPr>
        <p:grpSp>
          <p:nvGrpSpPr>
            <p:cNvPr id="111925" name="Group 132">
              <a:extLst>
                <a:ext uri="{FF2B5EF4-FFF2-40B4-BE49-F238E27FC236}">
                  <a16:creationId xmlns:a16="http://schemas.microsoft.com/office/drawing/2014/main" id="{3EC338D5-69D5-9E44-8998-8E5B47840203}"/>
                </a:ext>
              </a:extLst>
            </p:cNvPr>
            <p:cNvGrpSpPr>
              <a:grpSpLocks/>
            </p:cNvGrpSpPr>
            <p:nvPr/>
          </p:nvGrpSpPr>
          <p:grpSpPr bwMode="auto">
            <a:xfrm>
              <a:off x="5245" y="2328"/>
              <a:ext cx="335" cy="346"/>
              <a:chOff x="5245" y="2328"/>
              <a:chExt cx="335" cy="346"/>
            </a:xfrm>
          </p:grpSpPr>
          <p:sp>
            <p:nvSpPr>
              <p:cNvPr id="111939" name="Freeform 133">
                <a:extLst>
                  <a:ext uri="{FF2B5EF4-FFF2-40B4-BE49-F238E27FC236}">
                    <a16:creationId xmlns:a16="http://schemas.microsoft.com/office/drawing/2014/main" id="{E3B4CBB4-AABF-9141-BBAC-4D6B92FC88D0}"/>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40" name="Freeform 134">
                <a:extLst>
                  <a:ext uri="{FF2B5EF4-FFF2-40B4-BE49-F238E27FC236}">
                    <a16:creationId xmlns:a16="http://schemas.microsoft.com/office/drawing/2014/main" id="{63E85CE4-595B-7B46-A72F-E3A793760C75}"/>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41" name="Freeform 135">
                <a:extLst>
                  <a:ext uri="{FF2B5EF4-FFF2-40B4-BE49-F238E27FC236}">
                    <a16:creationId xmlns:a16="http://schemas.microsoft.com/office/drawing/2014/main" id="{EF486035-32A8-C640-9D03-7E448FB4A62E}"/>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42" name="Freeform 136">
                <a:extLst>
                  <a:ext uri="{FF2B5EF4-FFF2-40B4-BE49-F238E27FC236}">
                    <a16:creationId xmlns:a16="http://schemas.microsoft.com/office/drawing/2014/main" id="{0174BA1C-2E53-914C-B831-22900F12F224}"/>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43" name="Rectangle 137">
                <a:extLst>
                  <a:ext uri="{FF2B5EF4-FFF2-40B4-BE49-F238E27FC236}">
                    <a16:creationId xmlns:a16="http://schemas.microsoft.com/office/drawing/2014/main" id="{8E03639E-185E-E443-96B8-6FE2ED8B69DB}"/>
                  </a:ext>
                </a:extLst>
              </p:cNvPr>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44" name="Rectangle 138">
                <a:extLst>
                  <a:ext uri="{FF2B5EF4-FFF2-40B4-BE49-F238E27FC236}">
                    <a16:creationId xmlns:a16="http://schemas.microsoft.com/office/drawing/2014/main" id="{89C01026-270A-214D-8D93-BF057A7A713A}"/>
                  </a:ext>
                </a:extLst>
              </p:cNvPr>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45" name="Rectangle 139">
                <a:extLst>
                  <a:ext uri="{FF2B5EF4-FFF2-40B4-BE49-F238E27FC236}">
                    <a16:creationId xmlns:a16="http://schemas.microsoft.com/office/drawing/2014/main" id="{8E79376A-49BB-8A4E-A88A-8644EEAE9CEB}"/>
                  </a:ext>
                </a:extLst>
              </p:cNvPr>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46" name="Line 140">
                <a:extLst>
                  <a:ext uri="{FF2B5EF4-FFF2-40B4-BE49-F238E27FC236}">
                    <a16:creationId xmlns:a16="http://schemas.microsoft.com/office/drawing/2014/main" id="{C5C42208-0A2C-504C-8BEB-62CD13E7D614}"/>
                  </a:ext>
                </a:extLst>
              </p:cNvPr>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947" name="Group 141">
                <a:extLst>
                  <a:ext uri="{FF2B5EF4-FFF2-40B4-BE49-F238E27FC236}">
                    <a16:creationId xmlns:a16="http://schemas.microsoft.com/office/drawing/2014/main" id="{E5782A53-6914-924B-802A-9F5403EA2FD3}"/>
                  </a:ext>
                </a:extLst>
              </p:cNvPr>
              <p:cNvGrpSpPr>
                <a:grpSpLocks/>
              </p:cNvGrpSpPr>
              <p:nvPr/>
            </p:nvGrpSpPr>
            <p:grpSpPr bwMode="auto">
              <a:xfrm>
                <a:off x="5245" y="2624"/>
                <a:ext cx="335" cy="50"/>
                <a:chOff x="5245" y="2624"/>
                <a:chExt cx="335" cy="50"/>
              </a:xfrm>
            </p:grpSpPr>
            <p:sp>
              <p:nvSpPr>
                <p:cNvPr id="111948" name="Freeform 142">
                  <a:extLst>
                    <a:ext uri="{FF2B5EF4-FFF2-40B4-BE49-F238E27FC236}">
                      <a16:creationId xmlns:a16="http://schemas.microsoft.com/office/drawing/2014/main" id="{C9C57D50-B80A-714A-BB08-C8ABA3AFEB14}"/>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49" name="Freeform 143">
                  <a:extLst>
                    <a:ext uri="{FF2B5EF4-FFF2-40B4-BE49-F238E27FC236}">
                      <a16:creationId xmlns:a16="http://schemas.microsoft.com/office/drawing/2014/main" id="{6FEEB112-1625-344D-B8D3-FCEE3528C5F7}"/>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50" name="Rectangle 144">
                  <a:extLst>
                    <a:ext uri="{FF2B5EF4-FFF2-40B4-BE49-F238E27FC236}">
                      <a16:creationId xmlns:a16="http://schemas.microsoft.com/office/drawing/2014/main" id="{D3C812A0-546B-E74B-9802-E39BC5B25A16}"/>
                    </a:ext>
                  </a:extLst>
                </p:cNvPr>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1926" name="Group 145">
              <a:extLst>
                <a:ext uri="{FF2B5EF4-FFF2-40B4-BE49-F238E27FC236}">
                  <a16:creationId xmlns:a16="http://schemas.microsoft.com/office/drawing/2014/main" id="{A0C5B607-6782-994E-81EE-8B6DAABF2AE5}"/>
                </a:ext>
              </a:extLst>
            </p:cNvPr>
            <p:cNvGrpSpPr>
              <a:grpSpLocks/>
            </p:cNvGrpSpPr>
            <p:nvPr/>
          </p:nvGrpSpPr>
          <p:grpSpPr bwMode="auto">
            <a:xfrm>
              <a:off x="5237" y="2322"/>
              <a:ext cx="335" cy="346"/>
              <a:chOff x="5237" y="2322"/>
              <a:chExt cx="335" cy="346"/>
            </a:xfrm>
          </p:grpSpPr>
          <p:sp>
            <p:nvSpPr>
              <p:cNvPr id="111927" name="Freeform 146">
                <a:extLst>
                  <a:ext uri="{FF2B5EF4-FFF2-40B4-BE49-F238E27FC236}">
                    <a16:creationId xmlns:a16="http://schemas.microsoft.com/office/drawing/2014/main" id="{DDD991E1-58E0-8942-9200-8BC63D9F93EC}"/>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28" name="Freeform 147">
                <a:extLst>
                  <a:ext uri="{FF2B5EF4-FFF2-40B4-BE49-F238E27FC236}">
                    <a16:creationId xmlns:a16="http://schemas.microsoft.com/office/drawing/2014/main" id="{1871026B-D3FB-E64C-B0C5-477F73B98C36}"/>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29" name="Freeform 148">
                <a:extLst>
                  <a:ext uri="{FF2B5EF4-FFF2-40B4-BE49-F238E27FC236}">
                    <a16:creationId xmlns:a16="http://schemas.microsoft.com/office/drawing/2014/main" id="{70ACEB71-161D-6B42-B4AB-4D4983225FEF}"/>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30" name="Freeform 149">
                <a:extLst>
                  <a:ext uri="{FF2B5EF4-FFF2-40B4-BE49-F238E27FC236}">
                    <a16:creationId xmlns:a16="http://schemas.microsoft.com/office/drawing/2014/main" id="{7F9E1CB3-1587-8D43-A893-3FEC2E6B5B9F}"/>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31" name="Rectangle 150">
                <a:extLst>
                  <a:ext uri="{FF2B5EF4-FFF2-40B4-BE49-F238E27FC236}">
                    <a16:creationId xmlns:a16="http://schemas.microsoft.com/office/drawing/2014/main" id="{3551EED0-ACD8-4D4B-9B9E-15604D32DD70}"/>
                  </a:ext>
                </a:extLst>
              </p:cNvPr>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32" name="Rectangle 151">
                <a:extLst>
                  <a:ext uri="{FF2B5EF4-FFF2-40B4-BE49-F238E27FC236}">
                    <a16:creationId xmlns:a16="http://schemas.microsoft.com/office/drawing/2014/main" id="{D3729070-AC71-B044-8BEF-8BAC87E1DB31}"/>
                  </a:ext>
                </a:extLst>
              </p:cNvPr>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33" name="Rectangle 152">
                <a:extLst>
                  <a:ext uri="{FF2B5EF4-FFF2-40B4-BE49-F238E27FC236}">
                    <a16:creationId xmlns:a16="http://schemas.microsoft.com/office/drawing/2014/main" id="{8854153E-7F93-0445-B5CF-C18AE774679A}"/>
                  </a:ext>
                </a:extLst>
              </p:cNvPr>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34" name="Line 153">
                <a:extLst>
                  <a:ext uri="{FF2B5EF4-FFF2-40B4-BE49-F238E27FC236}">
                    <a16:creationId xmlns:a16="http://schemas.microsoft.com/office/drawing/2014/main" id="{0BCA7E57-5D01-FE48-BD7A-67D2E3934553}"/>
                  </a:ext>
                </a:extLst>
              </p:cNvPr>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935" name="Group 154">
                <a:extLst>
                  <a:ext uri="{FF2B5EF4-FFF2-40B4-BE49-F238E27FC236}">
                    <a16:creationId xmlns:a16="http://schemas.microsoft.com/office/drawing/2014/main" id="{13A12214-E79A-054B-B433-3973660D8C5D}"/>
                  </a:ext>
                </a:extLst>
              </p:cNvPr>
              <p:cNvGrpSpPr>
                <a:grpSpLocks/>
              </p:cNvGrpSpPr>
              <p:nvPr/>
            </p:nvGrpSpPr>
            <p:grpSpPr bwMode="auto">
              <a:xfrm>
                <a:off x="5237" y="2617"/>
                <a:ext cx="335" cy="51"/>
                <a:chOff x="5237" y="2617"/>
                <a:chExt cx="335" cy="51"/>
              </a:xfrm>
            </p:grpSpPr>
            <p:sp>
              <p:nvSpPr>
                <p:cNvPr id="111936" name="Freeform 155">
                  <a:extLst>
                    <a:ext uri="{FF2B5EF4-FFF2-40B4-BE49-F238E27FC236}">
                      <a16:creationId xmlns:a16="http://schemas.microsoft.com/office/drawing/2014/main" id="{17586658-CFA6-E04E-A21E-7AFF480F022B}"/>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37" name="Freeform 156">
                  <a:extLst>
                    <a:ext uri="{FF2B5EF4-FFF2-40B4-BE49-F238E27FC236}">
                      <a16:creationId xmlns:a16="http://schemas.microsoft.com/office/drawing/2014/main" id="{A1F8CA34-E8A6-D545-BF6D-D48BDE6EFE8E}"/>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38" name="Rectangle 157">
                  <a:extLst>
                    <a:ext uri="{FF2B5EF4-FFF2-40B4-BE49-F238E27FC236}">
                      <a16:creationId xmlns:a16="http://schemas.microsoft.com/office/drawing/2014/main" id="{1052A0DB-9392-AA4E-9B38-D1AC1C13C643}"/>
                    </a:ext>
                  </a:extLst>
                </p:cNvPr>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1643" name="Group 158">
            <a:extLst>
              <a:ext uri="{FF2B5EF4-FFF2-40B4-BE49-F238E27FC236}">
                <a16:creationId xmlns:a16="http://schemas.microsoft.com/office/drawing/2014/main" id="{385C399C-0FC2-1D44-AA3A-0D2C96EC8A58}"/>
              </a:ext>
            </a:extLst>
          </p:cNvPr>
          <p:cNvGrpSpPr>
            <a:grpSpLocks/>
          </p:cNvGrpSpPr>
          <p:nvPr/>
        </p:nvGrpSpPr>
        <p:grpSpPr bwMode="auto">
          <a:xfrm>
            <a:off x="7261622" y="1935956"/>
            <a:ext cx="379809" cy="386954"/>
            <a:chOff x="5237" y="1587"/>
            <a:chExt cx="343" cy="353"/>
          </a:xfrm>
        </p:grpSpPr>
        <p:grpSp>
          <p:nvGrpSpPr>
            <p:cNvPr id="111899" name="Group 159">
              <a:extLst>
                <a:ext uri="{FF2B5EF4-FFF2-40B4-BE49-F238E27FC236}">
                  <a16:creationId xmlns:a16="http://schemas.microsoft.com/office/drawing/2014/main" id="{4F58D518-3834-1749-9723-DF32F8F2F2E5}"/>
                </a:ext>
              </a:extLst>
            </p:cNvPr>
            <p:cNvGrpSpPr>
              <a:grpSpLocks/>
            </p:cNvGrpSpPr>
            <p:nvPr/>
          </p:nvGrpSpPr>
          <p:grpSpPr bwMode="auto">
            <a:xfrm>
              <a:off x="5245" y="1594"/>
              <a:ext cx="335" cy="346"/>
              <a:chOff x="5245" y="1594"/>
              <a:chExt cx="335" cy="346"/>
            </a:xfrm>
          </p:grpSpPr>
          <p:sp>
            <p:nvSpPr>
              <p:cNvPr id="111913" name="Freeform 160">
                <a:extLst>
                  <a:ext uri="{FF2B5EF4-FFF2-40B4-BE49-F238E27FC236}">
                    <a16:creationId xmlns:a16="http://schemas.microsoft.com/office/drawing/2014/main" id="{B665CB2D-9532-1448-9660-894AA9A79425}"/>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14" name="Freeform 161">
                <a:extLst>
                  <a:ext uri="{FF2B5EF4-FFF2-40B4-BE49-F238E27FC236}">
                    <a16:creationId xmlns:a16="http://schemas.microsoft.com/office/drawing/2014/main" id="{FCB23E69-7B72-4B4E-8EC5-E9261C84FAB5}"/>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15" name="Freeform 162">
                <a:extLst>
                  <a:ext uri="{FF2B5EF4-FFF2-40B4-BE49-F238E27FC236}">
                    <a16:creationId xmlns:a16="http://schemas.microsoft.com/office/drawing/2014/main" id="{259EA986-BD13-8C45-B4DD-203BD5179AB8}"/>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16" name="Freeform 163">
                <a:extLst>
                  <a:ext uri="{FF2B5EF4-FFF2-40B4-BE49-F238E27FC236}">
                    <a16:creationId xmlns:a16="http://schemas.microsoft.com/office/drawing/2014/main" id="{816EC626-976F-FB46-8264-B361547B7B6E}"/>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17" name="Rectangle 164">
                <a:extLst>
                  <a:ext uri="{FF2B5EF4-FFF2-40B4-BE49-F238E27FC236}">
                    <a16:creationId xmlns:a16="http://schemas.microsoft.com/office/drawing/2014/main" id="{C00F4C9F-0BC7-1F42-B8FA-75AF2F247841}"/>
                  </a:ext>
                </a:extLst>
              </p:cNvPr>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18" name="Rectangle 165">
                <a:extLst>
                  <a:ext uri="{FF2B5EF4-FFF2-40B4-BE49-F238E27FC236}">
                    <a16:creationId xmlns:a16="http://schemas.microsoft.com/office/drawing/2014/main" id="{7B218D4B-BACB-4047-8D10-4763E10A766C}"/>
                  </a:ext>
                </a:extLst>
              </p:cNvPr>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19" name="Rectangle 166">
                <a:extLst>
                  <a:ext uri="{FF2B5EF4-FFF2-40B4-BE49-F238E27FC236}">
                    <a16:creationId xmlns:a16="http://schemas.microsoft.com/office/drawing/2014/main" id="{24D826FD-9E54-E44A-ABB4-BE9907E8E8F4}"/>
                  </a:ext>
                </a:extLst>
              </p:cNvPr>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20" name="Line 167">
                <a:extLst>
                  <a:ext uri="{FF2B5EF4-FFF2-40B4-BE49-F238E27FC236}">
                    <a16:creationId xmlns:a16="http://schemas.microsoft.com/office/drawing/2014/main" id="{C62764D3-AA83-9442-B203-3CD0B788F16B}"/>
                  </a:ext>
                </a:extLst>
              </p:cNvPr>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921" name="Group 168">
                <a:extLst>
                  <a:ext uri="{FF2B5EF4-FFF2-40B4-BE49-F238E27FC236}">
                    <a16:creationId xmlns:a16="http://schemas.microsoft.com/office/drawing/2014/main" id="{F0A8430F-E9E8-CC4F-8FF7-49E68265136C}"/>
                  </a:ext>
                </a:extLst>
              </p:cNvPr>
              <p:cNvGrpSpPr>
                <a:grpSpLocks/>
              </p:cNvGrpSpPr>
              <p:nvPr/>
            </p:nvGrpSpPr>
            <p:grpSpPr bwMode="auto">
              <a:xfrm>
                <a:off x="5245" y="1889"/>
                <a:ext cx="335" cy="51"/>
                <a:chOff x="5245" y="1889"/>
                <a:chExt cx="335" cy="51"/>
              </a:xfrm>
            </p:grpSpPr>
            <p:sp>
              <p:nvSpPr>
                <p:cNvPr id="111922" name="Freeform 169">
                  <a:extLst>
                    <a:ext uri="{FF2B5EF4-FFF2-40B4-BE49-F238E27FC236}">
                      <a16:creationId xmlns:a16="http://schemas.microsoft.com/office/drawing/2014/main" id="{184106A5-74D8-0942-8E07-B8C715F50FE9}"/>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23" name="Freeform 170">
                  <a:extLst>
                    <a:ext uri="{FF2B5EF4-FFF2-40B4-BE49-F238E27FC236}">
                      <a16:creationId xmlns:a16="http://schemas.microsoft.com/office/drawing/2014/main" id="{67A62F7C-92D4-7741-A370-95D00B0285EE}"/>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24" name="Rectangle 171">
                  <a:extLst>
                    <a:ext uri="{FF2B5EF4-FFF2-40B4-BE49-F238E27FC236}">
                      <a16:creationId xmlns:a16="http://schemas.microsoft.com/office/drawing/2014/main" id="{D50A6D0E-DA46-D944-8B62-93449512D010}"/>
                    </a:ext>
                  </a:extLst>
                </p:cNvPr>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1900" name="Group 172">
              <a:extLst>
                <a:ext uri="{FF2B5EF4-FFF2-40B4-BE49-F238E27FC236}">
                  <a16:creationId xmlns:a16="http://schemas.microsoft.com/office/drawing/2014/main" id="{E609A710-7102-4A4B-A9FC-80301845C700}"/>
                </a:ext>
              </a:extLst>
            </p:cNvPr>
            <p:cNvGrpSpPr>
              <a:grpSpLocks/>
            </p:cNvGrpSpPr>
            <p:nvPr/>
          </p:nvGrpSpPr>
          <p:grpSpPr bwMode="auto">
            <a:xfrm>
              <a:off x="5237" y="1587"/>
              <a:ext cx="335" cy="346"/>
              <a:chOff x="5237" y="1587"/>
              <a:chExt cx="335" cy="346"/>
            </a:xfrm>
          </p:grpSpPr>
          <p:sp>
            <p:nvSpPr>
              <p:cNvPr id="111901" name="Freeform 173">
                <a:extLst>
                  <a:ext uri="{FF2B5EF4-FFF2-40B4-BE49-F238E27FC236}">
                    <a16:creationId xmlns:a16="http://schemas.microsoft.com/office/drawing/2014/main" id="{8AD70525-3AEA-4C41-B687-C852E4AEE779}"/>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02" name="Freeform 174">
                <a:extLst>
                  <a:ext uri="{FF2B5EF4-FFF2-40B4-BE49-F238E27FC236}">
                    <a16:creationId xmlns:a16="http://schemas.microsoft.com/office/drawing/2014/main" id="{FD463162-17EC-744A-BAB2-69BE70A01B08}"/>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03" name="Freeform 175">
                <a:extLst>
                  <a:ext uri="{FF2B5EF4-FFF2-40B4-BE49-F238E27FC236}">
                    <a16:creationId xmlns:a16="http://schemas.microsoft.com/office/drawing/2014/main" id="{2364202D-605A-3641-8E2B-138A45CE3CC5}"/>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04" name="Freeform 176">
                <a:extLst>
                  <a:ext uri="{FF2B5EF4-FFF2-40B4-BE49-F238E27FC236}">
                    <a16:creationId xmlns:a16="http://schemas.microsoft.com/office/drawing/2014/main" id="{DFD0A680-4558-FB4E-AADA-00B458A79D58}"/>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05" name="Rectangle 177">
                <a:extLst>
                  <a:ext uri="{FF2B5EF4-FFF2-40B4-BE49-F238E27FC236}">
                    <a16:creationId xmlns:a16="http://schemas.microsoft.com/office/drawing/2014/main" id="{6D7674E7-EA68-2E43-A7F0-3F79F9B3C4E9}"/>
                  </a:ext>
                </a:extLst>
              </p:cNvPr>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06" name="Rectangle 178">
                <a:extLst>
                  <a:ext uri="{FF2B5EF4-FFF2-40B4-BE49-F238E27FC236}">
                    <a16:creationId xmlns:a16="http://schemas.microsoft.com/office/drawing/2014/main" id="{64DF0EE7-AF42-0C4F-A0B8-222AFA9D0CD6}"/>
                  </a:ext>
                </a:extLst>
              </p:cNvPr>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07" name="Rectangle 179">
                <a:extLst>
                  <a:ext uri="{FF2B5EF4-FFF2-40B4-BE49-F238E27FC236}">
                    <a16:creationId xmlns:a16="http://schemas.microsoft.com/office/drawing/2014/main" id="{7A5DF078-A83F-8244-BE99-BEEDFAD6789F}"/>
                  </a:ext>
                </a:extLst>
              </p:cNvPr>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08" name="Line 180">
                <a:extLst>
                  <a:ext uri="{FF2B5EF4-FFF2-40B4-BE49-F238E27FC236}">
                    <a16:creationId xmlns:a16="http://schemas.microsoft.com/office/drawing/2014/main" id="{A6267539-76AD-FD46-A7FE-27261A5C51E3}"/>
                  </a:ext>
                </a:extLst>
              </p:cNvPr>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909" name="Group 181">
                <a:extLst>
                  <a:ext uri="{FF2B5EF4-FFF2-40B4-BE49-F238E27FC236}">
                    <a16:creationId xmlns:a16="http://schemas.microsoft.com/office/drawing/2014/main" id="{2945798E-0958-FB46-9EDB-7704364801EF}"/>
                  </a:ext>
                </a:extLst>
              </p:cNvPr>
              <p:cNvGrpSpPr>
                <a:grpSpLocks/>
              </p:cNvGrpSpPr>
              <p:nvPr/>
            </p:nvGrpSpPr>
            <p:grpSpPr bwMode="auto">
              <a:xfrm>
                <a:off x="5237" y="1883"/>
                <a:ext cx="335" cy="50"/>
                <a:chOff x="5237" y="1883"/>
                <a:chExt cx="335" cy="50"/>
              </a:xfrm>
            </p:grpSpPr>
            <p:sp>
              <p:nvSpPr>
                <p:cNvPr id="111910" name="Freeform 182">
                  <a:extLst>
                    <a:ext uri="{FF2B5EF4-FFF2-40B4-BE49-F238E27FC236}">
                      <a16:creationId xmlns:a16="http://schemas.microsoft.com/office/drawing/2014/main" id="{AF7A0B35-AD7D-6848-978F-3E605AE47B75}"/>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11" name="Freeform 183">
                  <a:extLst>
                    <a:ext uri="{FF2B5EF4-FFF2-40B4-BE49-F238E27FC236}">
                      <a16:creationId xmlns:a16="http://schemas.microsoft.com/office/drawing/2014/main" id="{AA266594-DA4A-7444-91F0-0CE33F85D047}"/>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12" name="Rectangle 184">
                  <a:extLst>
                    <a:ext uri="{FF2B5EF4-FFF2-40B4-BE49-F238E27FC236}">
                      <a16:creationId xmlns:a16="http://schemas.microsoft.com/office/drawing/2014/main" id="{029206AA-6B6F-8647-A635-19CF15522D10}"/>
                    </a:ext>
                  </a:extLst>
                </p:cNvPr>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1644" name="Rectangle 185">
            <a:extLst>
              <a:ext uri="{FF2B5EF4-FFF2-40B4-BE49-F238E27FC236}">
                <a16:creationId xmlns:a16="http://schemas.microsoft.com/office/drawing/2014/main" id="{7CFF9EE1-67D9-CA45-B1B0-E431749A775C}"/>
              </a:ext>
            </a:extLst>
          </p:cNvPr>
          <p:cNvSpPr>
            <a:spLocks noChangeArrowheads="1"/>
          </p:cNvSpPr>
          <p:nvPr/>
        </p:nvSpPr>
        <p:spPr bwMode="auto">
          <a:xfrm>
            <a:off x="2568179" y="1440656"/>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45" name="Rectangle 186">
            <a:extLst>
              <a:ext uri="{FF2B5EF4-FFF2-40B4-BE49-F238E27FC236}">
                <a16:creationId xmlns:a16="http://schemas.microsoft.com/office/drawing/2014/main" id="{2AC674DE-E567-DD49-AE26-C46F63C4B5DF}"/>
              </a:ext>
            </a:extLst>
          </p:cNvPr>
          <p:cNvSpPr>
            <a:spLocks noChangeArrowheads="1"/>
          </p:cNvSpPr>
          <p:nvPr/>
        </p:nvSpPr>
        <p:spPr bwMode="auto">
          <a:xfrm>
            <a:off x="2900363" y="1743075"/>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222.1.1.</a:t>
            </a:r>
            <a:endParaRPr kumimoji="1" lang="en-US" altLang="zh-CN" sz="1500">
              <a:latin typeface="Arial" panose="020B0604020202020204" pitchFamily="34" charset="0"/>
              <a:ea typeface="宋体" panose="02010600030101010101" pitchFamily="2" charset="-122"/>
            </a:endParaRPr>
          </a:p>
        </p:txBody>
      </p:sp>
      <p:sp>
        <p:nvSpPr>
          <p:cNvPr id="111646" name="Rectangle 187">
            <a:extLst>
              <a:ext uri="{FF2B5EF4-FFF2-40B4-BE49-F238E27FC236}">
                <a16:creationId xmlns:a16="http://schemas.microsoft.com/office/drawing/2014/main" id="{56C45488-1B09-824B-AB7C-AB93A7FCF79C}"/>
              </a:ext>
            </a:extLst>
          </p:cNvPr>
          <p:cNvSpPr>
            <a:spLocks noChangeArrowheads="1"/>
          </p:cNvSpPr>
          <p:nvPr/>
        </p:nvSpPr>
        <p:spPr bwMode="auto">
          <a:xfrm>
            <a:off x="3819526" y="1112044"/>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47" name="Rectangle 188">
            <a:extLst>
              <a:ext uri="{FF2B5EF4-FFF2-40B4-BE49-F238E27FC236}">
                <a16:creationId xmlns:a16="http://schemas.microsoft.com/office/drawing/2014/main" id="{7D88B72A-57BF-2143-8905-4E34EC738CB7}"/>
              </a:ext>
            </a:extLst>
          </p:cNvPr>
          <p:cNvSpPr>
            <a:spLocks noChangeArrowheads="1"/>
          </p:cNvSpPr>
          <p:nvPr/>
        </p:nvSpPr>
        <p:spPr bwMode="auto">
          <a:xfrm>
            <a:off x="3756423"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222.1.1.1</a:t>
            </a:r>
          </a:p>
        </p:txBody>
      </p:sp>
      <p:sp>
        <p:nvSpPr>
          <p:cNvPr id="111648" name="Rectangle 189">
            <a:extLst>
              <a:ext uri="{FF2B5EF4-FFF2-40B4-BE49-F238E27FC236}">
                <a16:creationId xmlns:a16="http://schemas.microsoft.com/office/drawing/2014/main" id="{7ADE8598-063C-9141-9831-CEBF4724B1C1}"/>
              </a:ext>
            </a:extLst>
          </p:cNvPr>
          <p:cNvSpPr>
            <a:spLocks noChangeArrowheads="1"/>
          </p:cNvSpPr>
          <p:nvPr/>
        </p:nvSpPr>
        <p:spPr bwMode="auto">
          <a:xfrm>
            <a:off x="4978004"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49" name="Rectangle 190">
            <a:extLst>
              <a:ext uri="{FF2B5EF4-FFF2-40B4-BE49-F238E27FC236}">
                <a16:creationId xmlns:a16="http://schemas.microsoft.com/office/drawing/2014/main" id="{BF1D0884-0881-8C45-B808-8BCCEDA5911A}"/>
              </a:ext>
            </a:extLst>
          </p:cNvPr>
          <p:cNvSpPr>
            <a:spLocks noChangeArrowheads="1"/>
          </p:cNvSpPr>
          <p:nvPr/>
        </p:nvSpPr>
        <p:spPr bwMode="auto">
          <a:xfrm>
            <a:off x="4898232"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222.1.1.2</a:t>
            </a:r>
          </a:p>
        </p:txBody>
      </p:sp>
      <p:sp>
        <p:nvSpPr>
          <p:cNvPr id="111650" name="Rectangle 191">
            <a:extLst>
              <a:ext uri="{FF2B5EF4-FFF2-40B4-BE49-F238E27FC236}">
                <a16:creationId xmlns:a16="http://schemas.microsoft.com/office/drawing/2014/main" id="{B3159F2E-A00F-9941-9818-67A6D60011BC}"/>
              </a:ext>
            </a:extLst>
          </p:cNvPr>
          <p:cNvSpPr>
            <a:spLocks noChangeArrowheads="1"/>
          </p:cNvSpPr>
          <p:nvPr/>
        </p:nvSpPr>
        <p:spPr bwMode="auto">
          <a:xfrm>
            <a:off x="6173392"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51" name="Rectangle 192">
            <a:extLst>
              <a:ext uri="{FF2B5EF4-FFF2-40B4-BE49-F238E27FC236}">
                <a16:creationId xmlns:a16="http://schemas.microsoft.com/office/drawing/2014/main" id="{A0F3280B-9D6C-0B41-9651-712A6B55A44B}"/>
              </a:ext>
            </a:extLst>
          </p:cNvPr>
          <p:cNvSpPr>
            <a:spLocks noChangeArrowheads="1"/>
          </p:cNvSpPr>
          <p:nvPr/>
        </p:nvSpPr>
        <p:spPr bwMode="auto">
          <a:xfrm>
            <a:off x="6059091" y="10596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222.1.1.3</a:t>
            </a:r>
          </a:p>
        </p:txBody>
      </p:sp>
      <p:sp>
        <p:nvSpPr>
          <p:cNvPr id="111652" name="Rectangle 193">
            <a:extLst>
              <a:ext uri="{FF2B5EF4-FFF2-40B4-BE49-F238E27FC236}">
                <a16:creationId xmlns:a16="http://schemas.microsoft.com/office/drawing/2014/main" id="{D0CD6C79-DC0D-FE4C-B923-CDE7EE3754FA}"/>
              </a:ext>
            </a:extLst>
          </p:cNvPr>
          <p:cNvSpPr>
            <a:spLocks noChangeArrowheads="1"/>
          </p:cNvSpPr>
          <p:nvPr/>
        </p:nvSpPr>
        <p:spPr bwMode="auto">
          <a:xfrm>
            <a:off x="4269581" y="1603772"/>
            <a:ext cx="20241" cy="40362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1653" name="Group 194">
            <a:extLst>
              <a:ext uri="{FF2B5EF4-FFF2-40B4-BE49-F238E27FC236}">
                <a16:creationId xmlns:a16="http://schemas.microsoft.com/office/drawing/2014/main" id="{44B8FA6A-BD66-714A-B56E-57D158108456}"/>
              </a:ext>
            </a:extLst>
          </p:cNvPr>
          <p:cNvGrpSpPr>
            <a:grpSpLocks/>
          </p:cNvGrpSpPr>
          <p:nvPr/>
        </p:nvGrpSpPr>
        <p:grpSpPr bwMode="auto">
          <a:xfrm>
            <a:off x="4010025" y="1972866"/>
            <a:ext cx="485775" cy="289322"/>
            <a:chOff x="2299" y="1622"/>
            <a:chExt cx="439" cy="262"/>
          </a:xfrm>
        </p:grpSpPr>
        <p:sp>
          <p:nvSpPr>
            <p:cNvPr id="111874" name="Oval 195">
              <a:extLst>
                <a:ext uri="{FF2B5EF4-FFF2-40B4-BE49-F238E27FC236}">
                  <a16:creationId xmlns:a16="http://schemas.microsoft.com/office/drawing/2014/main" id="{6BB4B07C-997F-FE48-A2FC-6BB05152FC46}"/>
                </a:ext>
              </a:extLst>
            </p:cNvPr>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75" name="Rectangle 196">
              <a:extLst>
                <a:ext uri="{FF2B5EF4-FFF2-40B4-BE49-F238E27FC236}">
                  <a16:creationId xmlns:a16="http://schemas.microsoft.com/office/drawing/2014/main" id="{D1DCDE02-3A76-BC43-B2B0-CA1F3B6D24EC}"/>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76" name="Rectangle 197">
              <a:extLst>
                <a:ext uri="{FF2B5EF4-FFF2-40B4-BE49-F238E27FC236}">
                  <a16:creationId xmlns:a16="http://schemas.microsoft.com/office/drawing/2014/main" id="{E500E15F-62E4-AC42-9F63-39186D1131C4}"/>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77" name="Oval 198">
              <a:extLst>
                <a:ext uri="{FF2B5EF4-FFF2-40B4-BE49-F238E27FC236}">
                  <a16:creationId xmlns:a16="http://schemas.microsoft.com/office/drawing/2014/main" id="{67D1DC55-FCB4-6D42-AE29-E91A22344EC2}"/>
                </a:ext>
              </a:extLst>
            </p:cNvPr>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1878" name="Group 199">
              <a:extLst>
                <a:ext uri="{FF2B5EF4-FFF2-40B4-BE49-F238E27FC236}">
                  <a16:creationId xmlns:a16="http://schemas.microsoft.com/office/drawing/2014/main" id="{FB007B43-EE9E-8347-982D-3DA5625E7758}"/>
                </a:ext>
              </a:extLst>
            </p:cNvPr>
            <p:cNvGrpSpPr>
              <a:grpSpLocks/>
            </p:cNvGrpSpPr>
            <p:nvPr/>
          </p:nvGrpSpPr>
          <p:grpSpPr bwMode="auto">
            <a:xfrm>
              <a:off x="2365" y="1640"/>
              <a:ext cx="304" cy="117"/>
              <a:chOff x="2365" y="1640"/>
              <a:chExt cx="304" cy="117"/>
            </a:xfrm>
          </p:grpSpPr>
          <p:grpSp>
            <p:nvGrpSpPr>
              <p:cNvPr id="111881" name="Group 200">
                <a:extLst>
                  <a:ext uri="{FF2B5EF4-FFF2-40B4-BE49-F238E27FC236}">
                    <a16:creationId xmlns:a16="http://schemas.microsoft.com/office/drawing/2014/main" id="{78654ADE-2257-E94C-A9E7-2801E32B6DCA}"/>
                  </a:ext>
                </a:extLst>
              </p:cNvPr>
              <p:cNvGrpSpPr>
                <a:grpSpLocks/>
              </p:cNvGrpSpPr>
              <p:nvPr/>
            </p:nvGrpSpPr>
            <p:grpSpPr bwMode="auto">
              <a:xfrm>
                <a:off x="2365" y="1640"/>
                <a:ext cx="302" cy="115"/>
                <a:chOff x="2365" y="1640"/>
                <a:chExt cx="302" cy="115"/>
              </a:xfrm>
            </p:grpSpPr>
            <p:sp>
              <p:nvSpPr>
                <p:cNvPr id="111891" name="Freeform 201">
                  <a:extLst>
                    <a:ext uri="{FF2B5EF4-FFF2-40B4-BE49-F238E27FC236}">
                      <a16:creationId xmlns:a16="http://schemas.microsoft.com/office/drawing/2014/main" id="{636BAECF-7B62-D74A-968C-3FC6588CD9C0}"/>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92" name="Freeform 202">
                  <a:extLst>
                    <a:ext uri="{FF2B5EF4-FFF2-40B4-BE49-F238E27FC236}">
                      <a16:creationId xmlns:a16="http://schemas.microsoft.com/office/drawing/2014/main" id="{E26A0F4A-9458-994D-991D-CEE2A335910E}"/>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93" name="Freeform 203">
                  <a:extLst>
                    <a:ext uri="{FF2B5EF4-FFF2-40B4-BE49-F238E27FC236}">
                      <a16:creationId xmlns:a16="http://schemas.microsoft.com/office/drawing/2014/main" id="{E585DA40-ADA7-6644-B113-FEEFECCDA49B}"/>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94" name="Freeform 204">
                  <a:extLst>
                    <a:ext uri="{FF2B5EF4-FFF2-40B4-BE49-F238E27FC236}">
                      <a16:creationId xmlns:a16="http://schemas.microsoft.com/office/drawing/2014/main" id="{55A3B6B8-B269-A54C-91BF-E7864D56C728}"/>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95" name="Freeform 205">
                  <a:extLst>
                    <a:ext uri="{FF2B5EF4-FFF2-40B4-BE49-F238E27FC236}">
                      <a16:creationId xmlns:a16="http://schemas.microsoft.com/office/drawing/2014/main" id="{17141E3D-F359-9949-8DE8-16E32EAAE2B5}"/>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96" name="Freeform 206">
                  <a:extLst>
                    <a:ext uri="{FF2B5EF4-FFF2-40B4-BE49-F238E27FC236}">
                      <a16:creationId xmlns:a16="http://schemas.microsoft.com/office/drawing/2014/main" id="{1945EFED-CC75-A948-BF04-2EE57D888240}"/>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97" name="Freeform 207">
                  <a:extLst>
                    <a:ext uri="{FF2B5EF4-FFF2-40B4-BE49-F238E27FC236}">
                      <a16:creationId xmlns:a16="http://schemas.microsoft.com/office/drawing/2014/main" id="{058EABC0-E9D0-8F49-B058-783D16E2E6E9}"/>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98" name="Freeform 208">
                  <a:extLst>
                    <a:ext uri="{FF2B5EF4-FFF2-40B4-BE49-F238E27FC236}">
                      <a16:creationId xmlns:a16="http://schemas.microsoft.com/office/drawing/2014/main" id="{130F8C63-DBA2-7247-828F-E1EB7D8E5734}"/>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1882" name="Group 209">
                <a:extLst>
                  <a:ext uri="{FF2B5EF4-FFF2-40B4-BE49-F238E27FC236}">
                    <a16:creationId xmlns:a16="http://schemas.microsoft.com/office/drawing/2014/main" id="{DB2E062E-144D-6F45-948F-561244DBC65A}"/>
                  </a:ext>
                </a:extLst>
              </p:cNvPr>
              <p:cNvGrpSpPr>
                <a:grpSpLocks/>
              </p:cNvGrpSpPr>
              <p:nvPr/>
            </p:nvGrpSpPr>
            <p:grpSpPr bwMode="auto">
              <a:xfrm>
                <a:off x="2368" y="1643"/>
                <a:ext cx="301" cy="114"/>
                <a:chOff x="2368" y="1643"/>
                <a:chExt cx="301" cy="114"/>
              </a:xfrm>
            </p:grpSpPr>
            <p:sp>
              <p:nvSpPr>
                <p:cNvPr id="111883" name="Freeform 210">
                  <a:extLst>
                    <a:ext uri="{FF2B5EF4-FFF2-40B4-BE49-F238E27FC236}">
                      <a16:creationId xmlns:a16="http://schemas.microsoft.com/office/drawing/2014/main" id="{7414D24A-B8A7-914A-962A-528D24CE8F2A}"/>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84" name="Freeform 211">
                  <a:extLst>
                    <a:ext uri="{FF2B5EF4-FFF2-40B4-BE49-F238E27FC236}">
                      <a16:creationId xmlns:a16="http://schemas.microsoft.com/office/drawing/2014/main" id="{2D53CB3C-42BF-5F4F-9C54-7DFBBC98F92D}"/>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85" name="Freeform 212">
                  <a:extLst>
                    <a:ext uri="{FF2B5EF4-FFF2-40B4-BE49-F238E27FC236}">
                      <a16:creationId xmlns:a16="http://schemas.microsoft.com/office/drawing/2014/main" id="{4D39B933-7048-3949-B57C-AA8C86B04546}"/>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86" name="Freeform 213">
                  <a:extLst>
                    <a:ext uri="{FF2B5EF4-FFF2-40B4-BE49-F238E27FC236}">
                      <a16:creationId xmlns:a16="http://schemas.microsoft.com/office/drawing/2014/main" id="{82503771-9B2D-5C41-847A-38ACA11EDED1}"/>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87" name="Freeform 214">
                  <a:extLst>
                    <a:ext uri="{FF2B5EF4-FFF2-40B4-BE49-F238E27FC236}">
                      <a16:creationId xmlns:a16="http://schemas.microsoft.com/office/drawing/2014/main" id="{65D607AD-5191-B143-9157-F624B4753185}"/>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88" name="Freeform 215">
                  <a:extLst>
                    <a:ext uri="{FF2B5EF4-FFF2-40B4-BE49-F238E27FC236}">
                      <a16:creationId xmlns:a16="http://schemas.microsoft.com/office/drawing/2014/main" id="{A2328C2D-650C-034D-BFA0-4B8E99C603B3}"/>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89" name="Freeform 216">
                  <a:extLst>
                    <a:ext uri="{FF2B5EF4-FFF2-40B4-BE49-F238E27FC236}">
                      <a16:creationId xmlns:a16="http://schemas.microsoft.com/office/drawing/2014/main" id="{058FB3F1-4DA6-8F4F-8908-BB5393743176}"/>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90" name="Freeform 217">
                  <a:extLst>
                    <a:ext uri="{FF2B5EF4-FFF2-40B4-BE49-F238E27FC236}">
                      <a16:creationId xmlns:a16="http://schemas.microsoft.com/office/drawing/2014/main" id="{85EEBDA7-D8B5-CF4D-9F4F-A8CC2D52FBF2}"/>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1879" name="Line 218">
              <a:extLst>
                <a:ext uri="{FF2B5EF4-FFF2-40B4-BE49-F238E27FC236}">
                  <a16:creationId xmlns:a16="http://schemas.microsoft.com/office/drawing/2014/main" id="{FABDB1F4-0ABB-2044-B1FF-961EBBDADFC8}"/>
                </a:ext>
              </a:extLst>
            </p:cNvPr>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80" name="Line 219">
              <a:extLst>
                <a:ext uri="{FF2B5EF4-FFF2-40B4-BE49-F238E27FC236}">
                  <a16:creationId xmlns:a16="http://schemas.microsoft.com/office/drawing/2014/main" id="{E9BBB8FB-41AB-F643-998F-7B21D68E728D}"/>
                </a:ext>
              </a:extLst>
            </p:cNvPr>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1654" name="Rectangle 220">
            <a:extLst>
              <a:ext uri="{FF2B5EF4-FFF2-40B4-BE49-F238E27FC236}">
                <a16:creationId xmlns:a16="http://schemas.microsoft.com/office/drawing/2014/main" id="{36293868-4878-F74B-A0B6-770581CB127E}"/>
              </a:ext>
            </a:extLst>
          </p:cNvPr>
          <p:cNvSpPr>
            <a:spLocks noChangeArrowheads="1"/>
          </p:cNvSpPr>
          <p:nvPr/>
        </p:nvSpPr>
        <p:spPr bwMode="auto">
          <a:xfrm>
            <a:off x="4351735" y="1778794"/>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55" name="Rectangle 221">
            <a:extLst>
              <a:ext uri="{FF2B5EF4-FFF2-40B4-BE49-F238E27FC236}">
                <a16:creationId xmlns:a16="http://schemas.microsoft.com/office/drawing/2014/main" id="{C646FF7E-8D6B-9244-B140-67B19876E8E6}"/>
              </a:ext>
            </a:extLst>
          </p:cNvPr>
          <p:cNvSpPr>
            <a:spLocks noChangeArrowheads="1"/>
          </p:cNvSpPr>
          <p:nvPr/>
        </p:nvSpPr>
        <p:spPr bwMode="auto">
          <a:xfrm>
            <a:off x="4406504" y="1785938"/>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222.1.1.4</a:t>
            </a:r>
          </a:p>
        </p:txBody>
      </p:sp>
      <p:sp>
        <p:nvSpPr>
          <p:cNvPr id="111656" name="Rectangle 222">
            <a:extLst>
              <a:ext uri="{FF2B5EF4-FFF2-40B4-BE49-F238E27FC236}">
                <a16:creationId xmlns:a16="http://schemas.microsoft.com/office/drawing/2014/main" id="{13726404-C90A-3148-9EDA-A93CB22E81FB}"/>
              </a:ext>
            </a:extLst>
          </p:cNvPr>
          <p:cNvSpPr>
            <a:spLocks noChangeArrowheads="1"/>
          </p:cNvSpPr>
          <p:nvPr/>
        </p:nvSpPr>
        <p:spPr bwMode="auto">
          <a:xfrm>
            <a:off x="3727847" y="1889523"/>
            <a:ext cx="309563" cy="263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57" name="Rectangle 223">
            <a:extLst>
              <a:ext uri="{FF2B5EF4-FFF2-40B4-BE49-F238E27FC236}">
                <a16:creationId xmlns:a16="http://schemas.microsoft.com/office/drawing/2014/main" id="{7D0BE5B2-9926-0441-8468-DE34D48425DB}"/>
              </a:ext>
            </a:extLst>
          </p:cNvPr>
          <p:cNvSpPr>
            <a:spLocks noChangeArrowheads="1"/>
          </p:cNvSpPr>
          <p:nvPr/>
        </p:nvSpPr>
        <p:spPr bwMode="auto">
          <a:xfrm>
            <a:off x="3805237" y="1882379"/>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1658" name="Oval 224">
            <a:extLst>
              <a:ext uri="{FF2B5EF4-FFF2-40B4-BE49-F238E27FC236}">
                <a16:creationId xmlns:a16="http://schemas.microsoft.com/office/drawing/2014/main" id="{0B102DA3-9EAA-7D49-A125-7B435FBE8C1B}"/>
              </a:ext>
            </a:extLst>
          </p:cNvPr>
          <p:cNvSpPr>
            <a:spLocks noChangeArrowheads="1"/>
          </p:cNvSpPr>
          <p:nvPr/>
        </p:nvSpPr>
        <p:spPr bwMode="auto">
          <a:xfrm>
            <a:off x="4239816" y="181689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59" name="Rectangle 225">
            <a:extLst>
              <a:ext uri="{FF2B5EF4-FFF2-40B4-BE49-F238E27FC236}">
                <a16:creationId xmlns:a16="http://schemas.microsoft.com/office/drawing/2014/main" id="{A2924BE9-546E-AA45-8B3F-19700EAC0AF2}"/>
              </a:ext>
            </a:extLst>
          </p:cNvPr>
          <p:cNvSpPr>
            <a:spLocks noChangeArrowheads="1"/>
          </p:cNvSpPr>
          <p:nvPr/>
        </p:nvSpPr>
        <p:spPr bwMode="auto">
          <a:xfrm>
            <a:off x="2624138" y="1212056"/>
            <a:ext cx="5405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60" name="Oval 226">
            <a:extLst>
              <a:ext uri="{FF2B5EF4-FFF2-40B4-BE49-F238E27FC236}">
                <a16:creationId xmlns:a16="http://schemas.microsoft.com/office/drawing/2014/main" id="{9D55874E-44A4-B049-9ED3-953547C24480}"/>
              </a:ext>
            </a:extLst>
          </p:cNvPr>
          <p:cNvSpPr>
            <a:spLocks noChangeArrowheads="1"/>
          </p:cNvSpPr>
          <p:nvPr/>
        </p:nvSpPr>
        <p:spPr bwMode="auto">
          <a:xfrm>
            <a:off x="6983016" y="30503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61" name="Oval 227">
            <a:extLst>
              <a:ext uri="{FF2B5EF4-FFF2-40B4-BE49-F238E27FC236}">
                <a16:creationId xmlns:a16="http://schemas.microsoft.com/office/drawing/2014/main" id="{A8B0252D-09FB-F041-998B-B69A86D56C24}"/>
              </a:ext>
            </a:extLst>
          </p:cNvPr>
          <p:cNvSpPr>
            <a:spLocks noChangeArrowheads="1"/>
          </p:cNvSpPr>
          <p:nvPr/>
        </p:nvSpPr>
        <p:spPr bwMode="auto">
          <a:xfrm>
            <a:off x="6986588" y="2220517"/>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62" name="Rectangle 228">
            <a:extLst>
              <a:ext uri="{FF2B5EF4-FFF2-40B4-BE49-F238E27FC236}">
                <a16:creationId xmlns:a16="http://schemas.microsoft.com/office/drawing/2014/main" id="{72B53260-C9D9-3943-BF65-A759197E3D50}"/>
              </a:ext>
            </a:extLst>
          </p:cNvPr>
          <p:cNvSpPr>
            <a:spLocks noChangeArrowheads="1"/>
          </p:cNvSpPr>
          <p:nvPr/>
        </p:nvSpPr>
        <p:spPr bwMode="auto">
          <a:xfrm>
            <a:off x="5897166" y="2764632"/>
            <a:ext cx="757238"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63" name="Rectangle 229">
            <a:extLst>
              <a:ext uri="{FF2B5EF4-FFF2-40B4-BE49-F238E27FC236}">
                <a16:creationId xmlns:a16="http://schemas.microsoft.com/office/drawing/2014/main" id="{F5FD5D97-BFDE-664F-8004-738ECA21C4AB}"/>
              </a:ext>
            </a:extLst>
          </p:cNvPr>
          <p:cNvSpPr>
            <a:spLocks noChangeArrowheads="1"/>
          </p:cNvSpPr>
          <p:nvPr/>
        </p:nvSpPr>
        <p:spPr bwMode="auto">
          <a:xfrm>
            <a:off x="5625704" y="3167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222.1.2.5</a:t>
            </a:r>
          </a:p>
        </p:txBody>
      </p:sp>
      <p:sp>
        <p:nvSpPr>
          <p:cNvPr id="111664" name="Rectangle 230">
            <a:extLst>
              <a:ext uri="{FF2B5EF4-FFF2-40B4-BE49-F238E27FC236}">
                <a16:creationId xmlns:a16="http://schemas.microsoft.com/office/drawing/2014/main" id="{C6B667C2-FB87-804D-BD35-C932648072E4}"/>
              </a:ext>
            </a:extLst>
          </p:cNvPr>
          <p:cNvSpPr>
            <a:spLocks noChangeArrowheads="1"/>
          </p:cNvSpPr>
          <p:nvPr/>
        </p:nvSpPr>
        <p:spPr bwMode="auto">
          <a:xfrm>
            <a:off x="7055644" y="3148012"/>
            <a:ext cx="756047"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65" name="Rectangle 231">
            <a:extLst>
              <a:ext uri="{FF2B5EF4-FFF2-40B4-BE49-F238E27FC236}">
                <a16:creationId xmlns:a16="http://schemas.microsoft.com/office/drawing/2014/main" id="{FA9F1A73-8CC2-B844-BD5B-ED2032C0851B}"/>
              </a:ext>
            </a:extLst>
          </p:cNvPr>
          <p:cNvSpPr>
            <a:spLocks noChangeArrowheads="1"/>
          </p:cNvSpPr>
          <p:nvPr/>
        </p:nvSpPr>
        <p:spPr bwMode="auto">
          <a:xfrm>
            <a:off x="7124700" y="31932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222.1.2.2</a:t>
            </a:r>
          </a:p>
        </p:txBody>
      </p:sp>
      <p:sp>
        <p:nvSpPr>
          <p:cNvPr id="111666" name="Rectangle 232">
            <a:extLst>
              <a:ext uri="{FF2B5EF4-FFF2-40B4-BE49-F238E27FC236}">
                <a16:creationId xmlns:a16="http://schemas.microsoft.com/office/drawing/2014/main" id="{FF615011-A259-B24F-8FBD-3A9DE24F68C4}"/>
              </a:ext>
            </a:extLst>
          </p:cNvPr>
          <p:cNvSpPr>
            <a:spLocks noChangeArrowheads="1"/>
          </p:cNvSpPr>
          <p:nvPr/>
        </p:nvSpPr>
        <p:spPr bwMode="auto">
          <a:xfrm>
            <a:off x="7055644" y="2314575"/>
            <a:ext cx="756047"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67" name="Rectangle 233">
            <a:extLst>
              <a:ext uri="{FF2B5EF4-FFF2-40B4-BE49-F238E27FC236}">
                <a16:creationId xmlns:a16="http://schemas.microsoft.com/office/drawing/2014/main" id="{4FEDFFA8-C05A-E846-A8D8-66FFD7ACE767}"/>
              </a:ext>
            </a:extLst>
          </p:cNvPr>
          <p:cNvSpPr>
            <a:spLocks noChangeArrowheads="1"/>
          </p:cNvSpPr>
          <p:nvPr/>
        </p:nvSpPr>
        <p:spPr bwMode="auto">
          <a:xfrm>
            <a:off x="7124700" y="2361010"/>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222.1.2.1</a:t>
            </a:r>
          </a:p>
        </p:txBody>
      </p:sp>
      <p:sp>
        <p:nvSpPr>
          <p:cNvPr id="111668" name="Rectangle 234">
            <a:extLst>
              <a:ext uri="{FF2B5EF4-FFF2-40B4-BE49-F238E27FC236}">
                <a16:creationId xmlns:a16="http://schemas.microsoft.com/office/drawing/2014/main" id="{724E83EF-5712-7E42-B444-D5DAE6BC1E44}"/>
              </a:ext>
            </a:extLst>
          </p:cNvPr>
          <p:cNvSpPr>
            <a:spLocks noChangeArrowheads="1"/>
          </p:cNvSpPr>
          <p:nvPr/>
        </p:nvSpPr>
        <p:spPr bwMode="auto">
          <a:xfrm>
            <a:off x="6981826" y="3914775"/>
            <a:ext cx="756047"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69" name="Rectangle 235">
            <a:extLst>
              <a:ext uri="{FF2B5EF4-FFF2-40B4-BE49-F238E27FC236}">
                <a16:creationId xmlns:a16="http://schemas.microsoft.com/office/drawing/2014/main" id="{A93DF55F-46F3-024A-A924-F3ECFFC3ED60}"/>
              </a:ext>
            </a:extLst>
          </p:cNvPr>
          <p:cNvSpPr>
            <a:spLocks noChangeArrowheads="1"/>
          </p:cNvSpPr>
          <p:nvPr/>
        </p:nvSpPr>
        <p:spPr bwMode="auto">
          <a:xfrm>
            <a:off x="4892279"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222.1.2.3</a:t>
            </a:r>
          </a:p>
        </p:txBody>
      </p:sp>
      <p:sp>
        <p:nvSpPr>
          <p:cNvPr id="111670" name="Rectangle 236">
            <a:extLst>
              <a:ext uri="{FF2B5EF4-FFF2-40B4-BE49-F238E27FC236}">
                <a16:creationId xmlns:a16="http://schemas.microsoft.com/office/drawing/2014/main" id="{B288E750-9B1E-0445-BDAC-1042C47596E5}"/>
              </a:ext>
            </a:extLst>
          </p:cNvPr>
          <p:cNvSpPr>
            <a:spLocks noChangeArrowheads="1"/>
          </p:cNvSpPr>
          <p:nvPr/>
        </p:nvSpPr>
        <p:spPr bwMode="auto">
          <a:xfrm>
            <a:off x="3895726" y="4204098"/>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71" name="Rectangle 237">
            <a:extLst>
              <a:ext uri="{FF2B5EF4-FFF2-40B4-BE49-F238E27FC236}">
                <a16:creationId xmlns:a16="http://schemas.microsoft.com/office/drawing/2014/main" id="{964592C7-CE5C-E64D-A794-BD1B1DAB5E68}"/>
              </a:ext>
            </a:extLst>
          </p:cNvPr>
          <p:cNvSpPr>
            <a:spLocks noChangeArrowheads="1"/>
          </p:cNvSpPr>
          <p:nvPr/>
        </p:nvSpPr>
        <p:spPr bwMode="auto">
          <a:xfrm>
            <a:off x="3954066"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222.1.2.4</a:t>
            </a:r>
          </a:p>
        </p:txBody>
      </p:sp>
      <p:sp>
        <p:nvSpPr>
          <p:cNvPr id="111672" name="Oval 238">
            <a:extLst>
              <a:ext uri="{FF2B5EF4-FFF2-40B4-BE49-F238E27FC236}">
                <a16:creationId xmlns:a16="http://schemas.microsoft.com/office/drawing/2014/main" id="{7D5B36D4-608D-4A44-B17B-0A276631CFD9}"/>
              </a:ext>
            </a:extLst>
          </p:cNvPr>
          <p:cNvSpPr>
            <a:spLocks noChangeArrowheads="1"/>
          </p:cNvSpPr>
          <p:nvPr/>
        </p:nvSpPr>
        <p:spPr bwMode="auto">
          <a:xfrm>
            <a:off x="4769644" y="4225528"/>
            <a:ext cx="69056"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73" name="Rectangle 239">
            <a:extLst>
              <a:ext uri="{FF2B5EF4-FFF2-40B4-BE49-F238E27FC236}">
                <a16:creationId xmlns:a16="http://schemas.microsoft.com/office/drawing/2014/main" id="{8295C71C-16C4-2240-B264-403331332AFD}"/>
              </a:ext>
            </a:extLst>
          </p:cNvPr>
          <p:cNvSpPr>
            <a:spLocks noChangeArrowheads="1"/>
          </p:cNvSpPr>
          <p:nvPr/>
        </p:nvSpPr>
        <p:spPr bwMode="auto">
          <a:xfrm>
            <a:off x="6256735" y="2216944"/>
            <a:ext cx="67151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74" name="Rectangle 240">
            <a:extLst>
              <a:ext uri="{FF2B5EF4-FFF2-40B4-BE49-F238E27FC236}">
                <a16:creationId xmlns:a16="http://schemas.microsoft.com/office/drawing/2014/main" id="{B1FA23F5-4262-BF41-8D33-FBF3DAFE5BCD}"/>
              </a:ext>
            </a:extLst>
          </p:cNvPr>
          <p:cNvSpPr>
            <a:spLocks noChangeArrowheads="1"/>
          </p:cNvSpPr>
          <p:nvPr/>
        </p:nvSpPr>
        <p:spPr bwMode="auto">
          <a:xfrm>
            <a:off x="6263879" y="2692004"/>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222.1.2.</a:t>
            </a:r>
            <a:endParaRPr kumimoji="1" lang="en-US" altLang="zh-CN" sz="1500">
              <a:latin typeface="Arial" panose="020B0604020202020204" pitchFamily="34" charset="0"/>
              <a:ea typeface="宋体" panose="02010600030101010101" pitchFamily="2" charset="-122"/>
            </a:endParaRPr>
          </a:p>
        </p:txBody>
      </p:sp>
      <p:sp>
        <p:nvSpPr>
          <p:cNvPr id="111675" name="Rectangle 241">
            <a:extLst>
              <a:ext uri="{FF2B5EF4-FFF2-40B4-BE49-F238E27FC236}">
                <a16:creationId xmlns:a16="http://schemas.microsoft.com/office/drawing/2014/main" id="{42D1A0FF-E552-DB4B-81AC-28DB0A46A9E3}"/>
              </a:ext>
            </a:extLst>
          </p:cNvPr>
          <p:cNvSpPr>
            <a:spLocks noChangeArrowheads="1"/>
          </p:cNvSpPr>
          <p:nvPr/>
        </p:nvSpPr>
        <p:spPr bwMode="auto">
          <a:xfrm>
            <a:off x="6310313" y="1997869"/>
            <a:ext cx="54054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1676" name="Group 242">
            <a:extLst>
              <a:ext uri="{FF2B5EF4-FFF2-40B4-BE49-F238E27FC236}">
                <a16:creationId xmlns:a16="http://schemas.microsoft.com/office/drawing/2014/main" id="{78B3A24A-8104-DF49-AF07-8CF14B41AE9C}"/>
              </a:ext>
            </a:extLst>
          </p:cNvPr>
          <p:cNvGrpSpPr>
            <a:grpSpLocks/>
          </p:cNvGrpSpPr>
          <p:nvPr/>
        </p:nvGrpSpPr>
        <p:grpSpPr bwMode="auto">
          <a:xfrm>
            <a:off x="2809875" y="3289698"/>
            <a:ext cx="486966" cy="288131"/>
            <a:chOff x="1304" y="2569"/>
            <a:chExt cx="439" cy="262"/>
          </a:xfrm>
        </p:grpSpPr>
        <p:sp>
          <p:nvSpPr>
            <p:cNvPr id="111849" name="Oval 243">
              <a:extLst>
                <a:ext uri="{FF2B5EF4-FFF2-40B4-BE49-F238E27FC236}">
                  <a16:creationId xmlns:a16="http://schemas.microsoft.com/office/drawing/2014/main" id="{1C6CB5AE-E702-AE43-82C5-C3690B42FD23}"/>
                </a:ext>
              </a:extLst>
            </p:cNvPr>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50" name="Rectangle 244">
              <a:extLst>
                <a:ext uri="{FF2B5EF4-FFF2-40B4-BE49-F238E27FC236}">
                  <a16:creationId xmlns:a16="http://schemas.microsoft.com/office/drawing/2014/main" id="{43B5438A-9043-6243-A48F-C3DF4765C83D}"/>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51" name="Rectangle 245">
              <a:extLst>
                <a:ext uri="{FF2B5EF4-FFF2-40B4-BE49-F238E27FC236}">
                  <a16:creationId xmlns:a16="http://schemas.microsoft.com/office/drawing/2014/main" id="{03077200-4534-A64B-8045-7EC47199D876}"/>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52" name="Oval 246">
              <a:extLst>
                <a:ext uri="{FF2B5EF4-FFF2-40B4-BE49-F238E27FC236}">
                  <a16:creationId xmlns:a16="http://schemas.microsoft.com/office/drawing/2014/main" id="{81ADE20E-790A-124B-BB13-54037D08D505}"/>
                </a:ext>
              </a:extLst>
            </p:cNvPr>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1853" name="Group 247">
              <a:extLst>
                <a:ext uri="{FF2B5EF4-FFF2-40B4-BE49-F238E27FC236}">
                  <a16:creationId xmlns:a16="http://schemas.microsoft.com/office/drawing/2014/main" id="{3833242B-ADE8-1644-AA67-8C1925416FF4}"/>
                </a:ext>
              </a:extLst>
            </p:cNvPr>
            <p:cNvGrpSpPr>
              <a:grpSpLocks/>
            </p:cNvGrpSpPr>
            <p:nvPr/>
          </p:nvGrpSpPr>
          <p:grpSpPr bwMode="auto">
            <a:xfrm>
              <a:off x="1371" y="2587"/>
              <a:ext cx="304" cy="117"/>
              <a:chOff x="1371" y="2587"/>
              <a:chExt cx="304" cy="117"/>
            </a:xfrm>
          </p:grpSpPr>
          <p:grpSp>
            <p:nvGrpSpPr>
              <p:cNvPr id="111856" name="Group 248">
                <a:extLst>
                  <a:ext uri="{FF2B5EF4-FFF2-40B4-BE49-F238E27FC236}">
                    <a16:creationId xmlns:a16="http://schemas.microsoft.com/office/drawing/2014/main" id="{CFEFBBA2-3236-4842-B289-80078A382710}"/>
                  </a:ext>
                </a:extLst>
              </p:cNvPr>
              <p:cNvGrpSpPr>
                <a:grpSpLocks/>
              </p:cNvGrpSpPr>
              <p:nvPr/>
            </p:nvGrpSpPr>
            <p:grpSpPr bwMode="auto">
              <a:xfrm>
                <a:off x="1371" y="2587"/>
                <a:ext cx="301" cy="115"/>
                <a:chOff x="1371" y="2587"/>
                <a:chExt cx="301" cy="115"/>
              </a:xfrm>
            </p:grpSpPr>
            <p:sp>
              <p:nvSpPr>
                <p:cNvPr id="111866" name="Freeform 249">
                  <a:extLst>
                    <a:ext uri="{FF2B5EF4-FFF2-40B4-BE49-F238E27FC236}">
                      <a16:creationId xmlns:a16="http://schemas.microsoft.com/office/drawing/2014/main" id="{3D71CF02-B549-C045-83BC-2F55E5AF9802}"/>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67" name="Freeform 250">
                  <a:extLst>
                    <a:ext uri="{FF2B5EF4-FFF2-40B4-BE49-F238E27FC236}">
                      <a16:creationId xmlns:a16="http://schemas.microsoft.com/office/drawing/2014/main" id="{06F3DC2A-4C0A-D047-8DDC-5ED9D85C2F40}"/>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68" name="Freeform 251">
                  <a:extLst>
                    <a:ext uri="{FF2B5EF4-FFF2-40B4-BE49-F238E27FC236}">
                      <a16:creationId xmlns:a16="http://schemas.microsoft.com/office/drawing/2014/main" id="{62932BD6-4B3E-2447-9237-94B06353BECE}"/>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69" name="Freeform 252">
                  <a:extLst>
                    <a:ext uri="{FF2B5EF4-FFF2-40B4-BE49-F238E27FC236}">
                      <a16:creationId xmlns:a16="http://schemas.microsoft.com/office/drawing/2014/main" id="{C7A9A18B-5E3E-E547-8917-5A0FFD8D40BD}"/>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70" name="Freeform 253">
                  <a:extLst>
                    <a:ext uri="{FF2B5EF4-FFF2-40B4-BE49-F238E27FC236}">
                      <a16:creationId xmlns:a16="http://schemas.microsoft.com/office/drawing/2014/main" id="{25CF6ADA-DAFE-B94F-851E-72E5F42B778F}"/>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71" name="Freeform 254">
                  <a:extLst>
                    <a:ext uri="{FF2B5EF4-FFF2-40B4-BE49-F238E27FC236}">
                      <a16:creationId xmlns:a16="http://schemas.microsoft.com/office/drawing/2014/main" id="{DB5F455C-8B53-5944-A267-306A67F9312F}"/>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72" name="Freeform 255">
                  <a:extLst>
                    <a:ext uri="{FF2B5EF4-FFF2-40B4-BE49-F238E27FC236}">
                      <a16:creationId xmlns:a16="http://schemas.microsoft.com/office/drawing/2014/main" id="{863DD1B6-6F3C-1349-826A-A4CBF273C2A9}"/>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73" name="Freeform 256">
                  <a:extLst>
                    <a:ext uri="{FF2B5EF4-FFF2-40B4-BE49-F238E27FC236}">
                      <a16:creationId xmlns:a16="http://schemas.microsoft.com/office/drawing/2014/main" id="{C1B437F9-569F-D04C-B193-D0CABA259793}"/>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1857" name="Group 257">
                <a:extLst>
                  <a:ext uri="{FF2B5EF4-FFF2-40B4-BE49-F238E27FC236}">
                    <a16:creationId xmlns:a16="http://schemas.microsoft.com/office/drawing/2014/main" id="{98DA6D03-D0DF-B047-8D8F-EF231EB8F6EF}"/>
                  </a:ext>
                </a:extLst>
              </p:cNvPr>
              <p:cNvGrpSpPr>
                <a:grpSpLocks/>
              </p:cNvGrpSpPr>
              <p:nvPr/>
            </p:nvGrpSpPr>
            <p:grpSpPr bwMode="auto">
              <a:xfrm>
                <a:off x="1373" y="2590"/>
                <a:ext cx="302" cy="114"/>
                <a:chOff x="1373" y="2590"/>
                <a:chExt cx="302" cy="114"/>
              </a:xfrm>
            </p:grpSpPr>
            <p:sp>
              <p:nvSpPr>
                <p:cNvPr id="111858" name="Freeform 258">
                  <a:extLst>
                    <a:ext uri="{FF2B5EF4-FFF2-40B4-BE49-F238E27FC236}">
                      <a16:creationId xmlns:a16="http://schemas.microsoft.com/office/drawing/2014/main" id="{015AC51A-C0C7-FB45-A098-6C838D2D9677}"/>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59" name="Freeform 259">
                  <a:extLst>
                    <a:ext uri="{FF2B5EF4-FFF2-40B4-BE49-F238E27FC236}">
                      <a16:creationId xmlns:a16="http://schemas.microsoft.com/office/drawing/2014/main" id="{DE41B2ED-5446-8440-B0BB-901D6CA9BE4C}"/>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60" name="Freeform 260">
                  <a:extLst>
                    <a:ext uri="{FF2B5EF4-FFF2-40B4-BE49-F238E27FC236}">
                      <a16:creationId xmlns:a16="http://schemas.microsoft.com/office/drawing/2014/main" id="{F7316288-FA78-BC4E-A8DE-F98C90A64ED2}"/>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61" name="Freeform 261">
                  <a:extLst>
                    <a:ext uri="{FF2B5EF4-FFF2-40B4-BE49-F238E27FC236}">
                      <a16:creationId xmlns:a16="http://schemas.microsoft.com/office/drawing/2014/main" id="{E2BFE590-2CCB-E848-AF2B-CF5C239EEE80}"/>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62" name="Freeform 262">
                  <a:extLst>
                    <a:ext uri="{FF2B5EF4-FFF2-40B4-BE49-F238E27FC236}">
                      <a16:creationId xmlns:a16="http://schemas.microsoft.com/office/drawing/2014/main" id="{B79AA376-6CEC-9145-A53D-4F4373065A32}"/>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63" name="Freeform 263">
                  <a:extLst>
                    <a:ext uri="{FF2B5EF4-FFF2-40B4-BE49-F238E27FC236}">
                      <a16:creationId xmlns:a16="http://schemas.microsoft.com/office/drawing/2014/main" id="{D465B969-0A36-6142-BC38-B1B9649D23E4}"/>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64" name="Freeform 264">
                  <a:extLst>
                    <a:ext uri="{FF2B5EF4-FFF2-40B4-BE49-F238E27FC236}">
                      <a16:creationId xmlns:a16="http://schemas.microsoft.com/office/drawing/2014/main" id="{DB082BA2-33E5-CD4B-91F6-DC65C8EB5799}"/>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65" name="Freeform 265">
                  <a:extLst>
                    <a:ext uri="{FF2B5EF4-FFF2-40B4-BE49-F238E27FC236}">
                      <a16:creationId xmlns:a16="http://schemas.microsoft.com/office/drawing/2014/main" id="{EC419F54-280D-244A-AB6A-E12EB1961942}"/>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1854" name="Line 266">
              <a:extLst>
                <a:ext uri="{FF2B5EF4-FFF2-40B4-BE49-F238E27FC236}">
                  <a16:creationId xmlns:a16="http://schemas.microsoft.com/office/drawing/2014/main" id="{D420BE4B-4F66-3C44-A40D-62480D790B22}"/>
                </a:ext>
              </a:extLst>
            </p:cNvPr>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55" name="Line 267">
              <a:extLst>
                <a:ext uri="{FF2B5EF4-FFF2-40B4-BE49-F238E27FC236}">
                  <a16:creationId xmlns:a16="http://schemas.microsoft.com/office/drawing/2014/main" id="{2D3F4A8F-840C-5449-B0E8-5006F5649256}"/>
                </a:ext>
              </a:extLst>
            </p:cNvPr>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11677" name="Group 268">
            <a:extLst>
              <a:ext uri="{FF2B5EF4-FFF2-40B4-BE49-F238E27FC236}">
                <a16:creationId xmlns:a16="http://schemas.microsoft.com/office/drawing/2014/main" id="{4346666B-D04C-6849-A96D-A57FA3736A13}"/>
              </a:ext>
            </a:extLst>
          </p:cNvPr>
          <p:cNvGrpSpPr>
            <a:grpSpLocks/>
          </p:cNvGrpSpPr>
          <p:nvPr/>
        </p:nvGrpSpPr>
        <p:grpSpPr bwMode="auto">
          <a:xfrm>
            <a:off x="4987529" y="3289698"/>
            <a:ext cx="486965" cy="288131"/>
            <a:chOff x="3488" y="2569"/>
            <a:chExt cx="439" cy="262"/>
          </a:xfrm>
        </p:grpSpPr>
        <p:sp>
          <p:nvSpPr>
            <p:cNvPr id="111824" name="Oval 269">
              <a:extLst>
                <a:ext uri="{FF2B5EF4-FFF2-40B4-BE49-F238E27FC236}">
                  <a16:creationId xmlns:a16="http://schemas.microsoft.com/office/drawing/2014/main" id="{4127E993-42E3-EF49-B184-72ED588E0DD0}"/>
                </a:ext>
              </a:extLst>
            </p:cNvPr>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25" name="Rectangle 270">
              <a:extLst>
                <a:ext uri="{FF2B5EF4-FFF2-40B4-BE49-F238E27FC236}">
                  <a16:creationId xmlns:a16="http://schemas.microsoft.com/office/drawing/2014/main" id="{1F0760AD-D1A6-1842-8699-D2D1BB1B77AE}"/>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26" name="Rectangle 271">
              <a:extLst>
                <a:ext uri="{FF2B5EF4-FFF2-40B4-BE49-F238E27FC236}">
                  <a16:creationId xmlns:a16="http://schemas.microsoft.com/office/drawing/2014/main" id="{5E78DDE6-7A67-AA41-BBAA-B814F55629DF}"/>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27" name="Oval 272">
              <a:extLst>
                <a:ext uri="{FF2B5EF4-FFF2-40B4-BE49-F238E27FC236}">
                  <a16:creationId xmlns:a16="http://schemas.microsoft.com/office/drawing/2014/main" id="{2A7410B2-526E-B54A-B6B4-07A32BA65F6C}"/>
                </a:ext>
              </a:extLst>
            </p:cNvPr>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1828" name="Group 273">
              <a:extLst>
                <a:ext uri="{FF2B5EF4-FFF2-40B4-BE49-F238E27FC236}">
                  <a16:creationId xmlns:a16="http://schemas.microsoft.com/office/drawing/2014/main" id="{2A97C2E8-259F-EA4C-A4CC-9CB2E3D5589D}"/>
                </a:ext>
              </a:extLst>
            </p:cNvPr>
            <p:cNvGrpSpPr>
              <a:grpSpLocks/>
            </p:cNvGrpSpPr>
            <p:nvPr/>
          </p:nvGrpSpPr>
          <p:grpSpPr bwMode="auto">
            <a:xfrm>
              <a:off x="3555" y="2587"/>
              <a:ext cx="304" cy="117"/>
              <a:chOff x="3555" y="2587"/>
              <a:chExt cx="304" cy="117"/>
            </a:xfrm>
          </p:grpSpPr>
          <p:grpSp>
            <p:nvGrpSpPr>
              <p:cNvPr id="111831" name="Group 274">
                <a:extLst>
                  <a:ext uri="{FF2B5EF4-FFF2-40B4-BE49-F238E27FC236}">
                    <a16:creationId xmlns:a16="http://schemas.microsoft.com/office/drawing/2014/main" id="{DD27ABBE-492A-A743-969F-A9F1BCC607DE}"/>
                  </a:ext>
                </a:extLst>
              </p:cNvPr>
              <p:cNvGrpSpPr>
                <a:grpSpLocks/>
              </p:cNvGrpSpPr>
              <p:nvPr/>
            </p:nvGrpSpPr>
            <p:grpSpPr bwMode="auto">
              <a:xfrm>
                <a:off x="3555" y="2587"/>
                <a:ext cx="301" cy="115"/>
                <a:chOff x="3555" y="2587"/>
                <a:chExt cx="301" cy="115"/>
              </a:xfrm>
            </p:grpSpPr>
            <p:sp>
              <p:nvSpPr>
                <p:cNvPr id="111841" name="Freeform 275">
                  <a:extLst>
                    <a:ext uri="{FF2B5EF4-FFF2-40B4-BE49-F238E27FC236}">
                      <a16:creationId xmlns:a16="http://schemas.microsoft.com/office/drawing/2014/main" id="{64829231-1839-D743-9528-8E7948381982}"/>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42" name="Freeform 276">
                  <a:extLst>
                    <a:ext uri="{FF2B5EF4-FFF2-40B4-BE49-F238E27FC236}">
                      <a16:creationId xmlns:a16="http://schemas.microsoft.com/office/drawing/2014/main" id="{DE79A3D8-E3EC-DC4B-B123-A41261375F37}"/>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43" name="Freeform 277">
                  <a:extLst>
                    <a:ext uri="{FF2B5EF4-FFF2-40B4-BE49-F238E27FC236}">
                      <a16:creationId xmlns:a16="http://schemas.microsoft.com/office/drawing/2014/main" id="{31211EB2-C0F0-8B4B-88EA-7FA39F082FFF}"/>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44" name="Freeform 278">
                  <a:extLst>
                    <a:ext uri="{FF2B5EF4-FFF2-40B4-BE49-F238E27FC236}">
                      <a16:creationId xmlns:a16="http://schemas.microsoft.com/office/drawing/2014/main" id="{C24713DA-9F07-6D49-969C-4DA5D7D03B01}"/>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45" name="Freeform 279">
                  <a:extLst>
                    <a:ext uri="{FF2B5EF4-FFF2-40B4-BE49-F238E27FC236}">
                      <a16:creationId xmlns:a16="http://schemas.microsoft.com/office/drawing/2014/main" id="{0E0AAC75-8353-904F-9086-924F6D9BBE16}"/>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46" name="Freeform 280">
                  <a:extLst>
                    <a:ext uri="{FF2B5EF4-FFF2-40B4-BE49-F238E27FC236}">
                      <a16:creationId xmlns:a16="http://schemas.microsoft.com/office/drawing/2014/main" id="{707AC00D-3A46-6847-AA57-C4805DC2EF13}"/>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47" name="Freeform 281">
                  <a:extLst>
                    <a:ext uri="{FF2B5EF4-FFF2-40B4-BE49-F238E27FC236}">
                      <a16:creationId xmlns:a16="http://schemas.microsoft.com/office/drawing/2014/main" id="{866FFC75-24F0-4C4C-919F-7D13AE3924F0}"/>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48" name="Freeform 282">
                  <a:extLst>
                    <a:ext uri="{FF2B5EF4-FFF2-40B4-BE49-F238E27FC236}">
                      <a16:creationId xmlns:a16="http://schemas.microsoft.com/office/drawing/2014/main" id="{65B7F93C-8197-8B4C-BE01-D377EAD3ACC5}"/>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1832" name="Group 283">
                <a:extLst>
                  <a:ext uri="{FF2B5EF4-FFF2-40B4-BE49-F238E27FC236}">
                    <a16:creationId xmlns:a16="http://schemas.microsoft.com/office/drawing/2014/main" id="{9EEB70D8-DF6F-9E41-A80E-9E044A2DFE4F}"/>
                  </a:ext>
                </a:extLst>
              </p:cNvPr>
              <p:cNvGrpSpPr>
                <a:grpSpLocks/>
              </p:cNvGrpSpPr>
              <p:nvPr/>
            </p:nvGrpSpPr>
            <p:grpSpPr bwMode="auto">
              <a:xfrm>
                <a:off x="3557" y="2590"/>
                <a:ext cx="302" cy="114"/>
                <a:chOff x="3557" y="2590"/>
                <a:chExt cx="302" cy="114"/>
              </a:xfrm>
            </p:grpSpPr>
            <p:sp>
              <p:nvSpPr>
                <p:cNvPr id="111833" name="Freeform 284">
                  <a:extLst>
                    <a:ext uri="{FF2B5EF4-FFF2-40B4-BE49-F238E27FC236}">
                      <a16:creationId xmlns:a16="http://schemas.microsoft.com/office/drawing/2014/main" id="{59C42A31-988D-2A45-B018-7CC1ED93A68D}"/>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34" name="Freeform 285">
                  <a:extLst>
                    <a:ext uri="{FF2B5EF4-FFF2-40B4-BE49-F238E27FC236}">
                      <a16:creationId xmlns:a16="http://schemas.microsoft.com/office/drawing/2014/main" id="{7EDC460E-6891-5949-8404-B72935DF40CA}"/>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35" name="Freeform 286">
                  <a:extLst>
                    <a:ext uri="{FF2B5EF4-FFF2-40B4-BE49-F238E27FC236}">
                      <a16:creationId xmlns:a16="http://schemas.microsoft.com/office/drawing/2014/main" id="{E0AC6547-8BD9-4E4C-8C43-EFC2A88EBB10}"/>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36" name="Freeform 287">
                  <a:extLst>
                    <a:ext uri="{FF2B5EF4-FFF2-40B4-BE49-F238E27FC236}">
                      <a16:creationId xmlns:a16="http://schemas.microsoft.com/office/drawing/2014/main" id="{A838DBC3-DCBC-CD48-A9E2-04411B55EDBA}"/>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37" name="Freeform 288">
                  <a:extLst>
                    <a:ext uri="{FF2B5EF4-FFF2-40B4-BE49-F238E27FC236}">
                      <a16:creationId xmlns:a16="http://schemas.microsoft.com/office/drawing/2014/main" id="{973949A0-20B7-5343-97CB-0F9DB73611DB}"/>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38" name="Freeform 289">
                  <a:extLst>
                    <a:ext uri="{FF2B5EF4-FFF2-40B4-BE49-F238E27FC236}">
                      <a16:creationId xmlns:a16="http://schemas.microsoft.com/office/drawing/2014/main" id="{8842060C-D7B5-3A42-9CBF-275857393B62}"/>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39" name="Freeform 290">
                  <a:extLst>
                    <a:ext uri="{FF2B5EF4-FFF2-40B4-BE49-F238E27FC236}">
                      <a16:creationId xmlns:a16="http://schemas.microsoft.com/office/drawing/2014/main" id="{6C6FD72A-D845-D549-BD44-23EFFB98A07B}"/>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40" name="Freeform 291">
                  <a:extLst>
                    <a:ext uri="{FF2B5EF4-FFF2-40B4-BE49-F238E27FC236}">
                      <a16:creationId xmlns:a16="http://schemas.microsoft.com/office/drawing/2014/main" id="{B2F88AB8-268A-384B-BBC1-61DE6BBB7980}"/>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1829" name="Line 292">
              <a:extLst>
                <a:ext uri="{FF2B5EF4-FFF2-40B4-BE49-F238E27FC236}">
                  <a16:creationId xmlns:a16="http://schemas.microsoft.com/office/drawing/2014/main" id="{DC2FFA97-51FC-D74F-B861-4E2D983AD42B}"/>
                </a:ext>
              </a:extLst>
            </p:cNvPr>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30" name="Line 293">
              <a:extLst>
                <a:ext uri="{FF2B5EF4-FFF2-40B4-BE49-F238E27FC236}">
                  <a16:creationId xmlns:a16="http://schemas.microsoft.com/office/drawing/2014/main" id="{EC89EA56-3D6E-414A-AAE7-09B62901C973}"/>
                </a:ext>
              </a:extLst>
            </p:cNvPr>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1678" name="Oval 294">
            <a:extLst>
              <a:ext uri="{FF2B5EF4-FFF2-40B4-BE49-F238E27FC236}">
                <a16:creationId xmlns:a16="http://schemas.microsoft.com/office/drawing/2014/main" id="{32CAE951-0B6D-8D44-9B02-88183E092763}"/>
              </a:ext>
            </a:extLst>
          </p:cNvPr>
          <p:cNvSpPr>
            <a:spLocks noChangeArrowheads="1"/>
          </p:cNvSpPr>
          <p:nvPr/>
        </p:nvSpPr>
        <p:spPr bwMode="auto">
          <a:xfrm>
            <a:off x="3527822" y="3442097"/>
            <a:ext cx="70247"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79" name="Oval 295">
            <a:extLst>
              <a:ext uri="{FF2B5EF4-FFF2-40B4-BE49-F238E27FC236}">
                <a16:creationId xmlns:a16="http://schemas.microsoft.com/office/drawing/2014/main" id="{980154DC-00BF-9A47-868A-2E72409B9AC7}"/>
              </a:ext>
            </a:extLst>
          </p:cNvPr>
          <p:cNvSpPr>
            <a:spLocks noChangeArrowheads="1"/>
          </p:cNvSpPr>
          <p:nvPr/>
        </p:nvSpPr>
        <p:spPr bwMode="auto">
          <a:xfrm>
            <a:off x="4776788" y="3437335"/>
            <a:ext cx="69056" cy="67865"/>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80" name="Oval 296">
            <a:extLst>
              <a:ext uri="{FF2B5EF4-FFF2-40B4-BE49-F238E27FC236}">
                <a16:creationId xmlns:a16="http://schemas.microsoft.com/office/drawing/2014/main" id="{548A0456-DB9E-5448-90B1-C2AF3CC4B387}"/>
              </a:ext>
            </a:extLst>
          </p:cNvPr>
          <p:cNvSpPr>
            <a:spLocks noChangeArrowheads="1"/>
          </p:cNvSpPr>
          <p:nvPr/>
        </p:nvSpPr>
        <p:spPr bwMode="auto">
          <a:xfrm>
            <a:off x="5085160" y="317063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81" name="Oval 297">
            <a:extLst>
              <a:ext uri="{FF2B5EF4-FFF2-40B4-BE49-F238E27FC236}">
                <a16:creationId xmlns:a16="http://schemas.microsoft.com/office/drawing/2014/main" id="{544BDA0F-5BC6-AB41-A758-CC704DD759C3}"/>
              </a:ext>
            </a:extLst>
          </p:cNvPr>
          <p:cNvSpPr>
            <a:spLocks noChangeArrowheads="1"/>
          </p:cNvSpPr>
          <p:nvPr/>
        </p:nvSpPr>
        <p:spPr bwMode="auto">
          <a:xfrm>
            <a:off x="4425553" y="229195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82" name="Oval 298">
            <a:extLst>
              <a:ext uri="{FF2B5EF4-FFF2-40B4-BE49-F238E27FC236}">
                <a16:creationId xmlns:a16="http://schemas.microsoft.com/office/drawing/2014/main" id="{37A7370F-9EAF-DE49-A219-4D9DE4C9BAB5}"/>
              </a:ext>
            </a:extLst>
          </p:cNvPr>
          <p:cNvSpPr>
            <a:spLocks noChangeArrowheads="1"/>
          </p:cNvSpPr>
          <p:nvPr/>
        </p:nvSpPr>
        <p:spPr bwMode="auto">
          <a:xfrm>
            <a:off x="3181351" y="3086101"/>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83" name="Oval 299">
            <a:extLst>
              <a:ext uri="{FF2B5EF4-FFF2-40B4-BE49-F238E27FC236}">
                <a16:creationId xmlns:a16="http://schemas.microsoft.com/office/drawing/2014/main" id="{6F832D57-7070-2D4F-A5F3-E0182CD28391}"/>
              </a:ext>
            </a:extLst>
          </p:cNvPr>
          <p:cNvSpPr>
            <a:spLocks noChangeArrowheads="1"/>
          </p:cNvSpPr>
          <p:nvPr/>
        </p:nvSpPr>
        <p:spPr bwMode="auto">
          <a:xfrm>
            <a:off x="3924300" y="2309813"/>
            <a:ext cx="67866" cy="6786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84" name="Rectangle 300">
            <a:extLst>
              <a:ext uri="{FF2B5EF4-FFF2-40B4-BE49-F238E27FC236}">
                <a16:creationId xmlns:a16="http://schemas.microsoft.com/office/drawing/2014/main" id="{3471942D-796E-414D-9B35-37F70BDC3C71}"/>
              </a:ext>
            </a:extLst>
          </p:cNvPr>
          <p:cNvSpPr>
            <a:spLocks noChangeArrowheads="1"/>
          </p:cNvSpPr>
          <p:nvPr/>
        </p:nvSpPr>
        <p:spPr bwMode="auto">
          <a:xfrm>
            <a:off x="4554141" y="2043113"/>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85" name="Rectangle 301">
            <a:extLst>
              <a:ext uri="{FF2B5EF4-FFF2-40B4-BE49-F238E27FC236}">
                <a16:creationId xmlns:a16="http://schemas.microsoft.com/office/drawing/2014/main" id="{A09B9ABA-12C8-F54D-8CA9-BD774DB43D1E}"/>
              </a:ext>
            </a:extLst>
          </p:cNvPr>
          <p:cNvSpPr>
            <a:spLocks noChangeArrowheads="1"/>
          </p:cNvSpPr>
          <p:nvPr/>
        </p:nvSpPr>
        <p:spPr bwMode="auto">
          <a:xfrm>
            <a:off x="4570810" y="21645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222.1.6.1</a:t>
            </a:r>
          </a:p>
        </p:txBody>
      </p:sp>
      <p:sp>
        <p:nvSpPr>
          <p:cNvPr id="111686" name="Rectangle 302">
            <a:extLst>
              <a:ext uri="{FF2B5EF4-FFF2-40B4-BE49-F238E27FC236}">
                <a16:creationId xmlns:a16="http://schemas.microsoft.com/office/drawing/2014/main" id="{6156B949-9615-894A-91A5-764C73EC6E29}"/>
              </a:ext>
            </a:extLst>
          </p:cNvPr>
          <p:cNvSpPr>
            <a:spLocks noChangeArrowheads="1"/>
          </p:cNvSpPr>
          <p:nvPr/>
        </p:nvSpPr>
        <p:spPr bwMode="auto">
          <a:xfrm>
            <a:off x="3120629" y="2151460"/>
            <a:ext cx="754856"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87" name="Rectangle 303">
            <a:extLst>
              <a:ext uri="{FF2B5EF4-FFF2-40B4-BE49-F238E27FC236}">
                <a16:creationId xmlns:a16="http://schemas.microsoft.com/office/drawing/2014/main" id="{33B1AB02-295D-DD4E-85AF-92B98D0E850E}"/>
              </a:ext>
            </a:extLst>
          </p:cNvPr>
          <p:cNvSpPr>
            <a:spLocks noChangeArrowheads="1"/>
          </p:cNvSpPr>
          <p:nvPr/>
        </p:nvSpPr>
        <p:spPr bwMode="auto">
          <a:xfrm>
            <a:off x="3209925" y="214193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222.1.5.1</a:t>
            </a:r>
          </a:p>
        </p:txBody>
      </p:sp>
      <p:sp>
        <p:nvSpPr>
          <p:cNvPr id="111688" name="Rectangle 304">
            <a:extLst>
              <a:ext uri="{FF2B5EF4-FFF2-40B4-BE49-F238E27FC236}">
                <a16:creationId xmlns:a16="http://schemas.microsoft.com/office/drawing/2014/main" id="{1703B006-B35F-C642-9B0F-178FFA852307}"/>
              </a:ext>
            </a:extLst>
          </p:cNvPr>
          <p:cNvSpPr>
            <a:spLocks noChangeArrowheads="1"/>
          </p:cNvSpPr>
          <p:nvPr/>
        </p:nvSpPr>
        <p:spPr bwMode="auto">
          <a:xfrm>
            <a:off x="2568178" y="2644379"/>
            <a:ext cx="757238"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89" name="Rectangle 305">
            <a:extLst>
              <a:ext uri="{FF2B5EF4-FFF2-40B4-BE49-F238E27FC236}">
                <a16:creationId xmlns:a16="http://schemas.microsoft.com/office/drawing/2014/main" id="{F0989B2F-37B2-0E48-AA48-D91F5D3807CF}"/>
              </a:ext>
            </a:extLst>
          </p:cNvPr>
          <p:cNvSpPr>
            <a:spLocks noChangeArrowheads="1"/>
          </p:cNvSpPr>
          <p:nvPr/>
        </p:nvSpPr>
        <p:spPr bwMode="auto">
          <a:xfrm>
            <a:off x="2543175" y="28324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222.1.5.2</a:t>
            </a:r>
          </a:p>
        </p:txBody>
      </p:sp>
      <p:sp>
        <p:nvSpPr>
          <p:cNvPr id="111690" name="Rectangle 306">
            <a:extLst>
              <a:ext uri="{FF2B5EF4-FFF2-40B4-BE49-F238E27FC236}">
                <a16:creationId xmlns:a16="http://schemas.microsoft.com/office/drawing/2014/main" id="{796AD34F-18CF-FC48-B961-A190F5525AB6}"/>
              </a:ext>
            </a:extLst>
          </p:cNvPr>
          <p:cNvSpPr>
            <a:spLocks noChangeArrowheads="1"/>
          </p:cNvSpPr>
          <p:nvPr/>
        </p:nvSpPr>
        <p:spPr bwMode="auto">
          <a:xfrm>
            <a:off x="5069682" y="2545557"/>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91" name="Rectangle 307">
            <a:extLst>
              <a:ext uri="{FF2B5EF4-FFF2-40B4-BE49-F238E27FC236}">
                <a16:creationId xmlns:a16="http://schemas.microsoft.com/office/drawing/2014/main" id="{0D3AEAB2-4184-4543-AFD1-954726263719}"/>
              </a:ext>
            </a:extLst>
          </p:cNvPr>
          <p:cNvSpPr>
            <a:spLocks noChangeArrowheads="1"/>
          </p:cNvSpPr>
          <p:nvPr/>
        </p:nvSpPr>
        <p:spPr bwMode="auto">
          <a:xfrm>
            <a:off x="5083969" y="29253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222.1.6.2</a:t>
            </a:r>
          </a:p>
        </p:txBody>
      </p:sp>
      <p:sp>
        <p:nvSpPr>
          <p:cNvPr id="111692" name="Rectangle 308">
            <a:extLst>
              <a:ext uri="{FF2B5EF4-FFF2-40B4-BE49-F238E27FC236}">
                <a16:creationId xmlns:a16="http://schemas.microsoft.com/office/drawing/2014/main" id="{661B87EC-9554-6B41-9096-F87A410AF549}"/>
              </a:ext>
            </a:extLst>
          </p:cNvPr>
          <p:cNvSpPr>
            <a:spLocks noChangeArrowheads="1"/>
          </p:cNvSpPr>
          <p:nvPr/>
        </p:nvSpPr>
        <p:spPr bwMode="auto">
          <a:xfrm>
            <a:off x="4660106" y="3208735"/>
            <a:ext cx="757238"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93" name="Rectangle 309">
            <a:extLst>
              <a:ext uri="{FF2B5EF4-FFF2-40B4-BE49-F238E27FC236}">
                <a16:creationId xmlns:a16="http://schemas.microsoft.com/office/drawing/2014/main" id="{12D98528-9A09-064D-A6C3-E09BA9278168}"/>
              </a:ext>
            </a:extLst>
          </p:cNvPr>
          <p:cNvSpPr>
            <a:spLocks noChangeArrowheads="1"/>
          </p:cNvSpPr>
          <p:nvPr/>
        </p:nvSpPr>
        <p:spPr bwMode="auto">
          <a:xfrm>
            <a:off x="4550569" y="3548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222.1.4.1</a:t>
            </a:r>
          </a:p>
        </p:txBody>
      </p:sp>
      <p:sp>
        <p:nvSpPr>
          <p:cNvPr id="111694" name="Rectangle 310">
            <a:extLst>
              <a:ext uri="{FF2B5EF4-FFF2-40B4-BE49-F238E27FC236}">
                <a16:creationId xmlns:a16="http://schemas.microsoft.com/office/drawing/2014/main" id="{F6F9D678-0083-2847-B633-08F6364843D7}"/>
              </a:ext>
            </a:extLst>
          </p:cNvPr>
          <p:cNvSpPr>
            <a:spLocks noChangeArrowheads="1"/>
          </p:cNvSpPr>
          <p:nvPr/>
        </p:nvSpPr>
        <p:spPr bwMode="auto">
          <a:xfrm>
            <a:off x="3327798" y="3208735"/>
            <a:ext cx="754856"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95" name="Rectangle 311">
            <a:extLst>
              <a:ext uri="{FF2B5EF4-FFF2-40B4-BE49-F238E27FC236}">
                <a16:creationId xmlns:a16="http://schemas.microsoft.com/office/drawing/2014/main" id="{2BD021DB-3729-1244-9E95-5D20EE040F78}"/>
              </a:ext>
            </a:extLst>
          </p:cNvPr>
          <p:cNvSpPr>
            <a:spLocks noChangeArrowheads="1"/>
          </p:cNvSpPr>
          <p:nvPr/>
        </p:nvSpPr>
        <p:spPr bwMode="auto">
          <a:xfrm>
            <a:off x="3393282" y="35349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222.1.4.2</a:t>
            </a:r>
          </a:p>
        </p:txBody>
      </p:sp>
      <p:sp>
        <p:nvSpPr>
          <p:cNvPr id="111696" name="Rectangle 312">
            <a:extLst>
              <a:ext uri="{FF2B5EF4-FFF2-40B4-BE49-F238E27FC236}">
                <a16:creationId xmlns:a16="http://schemas.microsoft.com/office/drawing/2014/main" id="{709C7D8D-B63C-8B40-A714-1FE1361B57F1}"/>
              </a:ext>
            </a:extLst>
          </p:cNvPr>
          <p:cNvSpPr>
            <a:spLocks noChangeArrowheads="1"/>
          </p:cNvSpPr>
          <p:nvPr/>
        </p:nvSpPr>
        <p:spPr bwMode="auto">
          <a:xfrm>
            <a:off x="1428751" y="2259806"/>
            <a:ext cx="75604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97" name="Rectangle 313">
            <a:extLst>
              <a:ext uri="{FF2B5EF4-FFF2-40B4-BE49-F238E27FC236}">
                <a16:creationId xmlns:a16="http://schemas.microsoft.com/office/drawing/2014/main" id="{8DFE6B35-A8AB-764D-9B5C-AC6F1B47D852}"/>
              </a:ext>
            </a:extLst>
          </p:cNvPr>
          <p:cNvSpPr>
            <a:spLocks noChangeArrowheads="1"/>
          </p:cNvSpPr>
          <p:nvPr/>
        </p:nvSpPr>
        <p:spPr bwMode="auto">
          <a:xfrm>
            <a:off x="1428750" y="230624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222.1.3.3</a:t>
            </a:r>
          </a:p>
        </p:txBody>
      </p:sp>
      <p:sp>
        <p:nvSpPr>
          <p:cNvPr id="111698" name="Rectangle 314">
            <a:extLst>
              <a:ext uri="{FF2B5EF4-FFF2-40B4-BE49-F238E27FC236}">
                <a16:creationId xmlns:a16="http://schemas.microsoft.com/office/drawing/2014/main" id="{BBB6FB5A-B21C-6E48-9D20-93D740040B73}"/>
              </a:ext>
            </a:extLst>
          </p:cNvPr>
          <p:cNvSpPr>
            <a:spLocks noChangeArrowheads="1"/>
          </p:cNvSpPr>
          <p:nvPr/>
        </p:nvSpPr>
        <p:spPr bwMode="auto">
          <a:xfrm>
            <a:off x="2238376" y="3256360"/>
            <a:ext cx="756047"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99" name="Rectangle 315">
            <a:extLst>
              <a:ext uri="{FF2B5EF4-FFF2-40B4-BE49-F238E27FC236}">
                <a16:creationId xmlns:a16="http://schemas.microsoft.com/office/drawing/2014/main" id="{067E5452-3082-9C48-88F6-C675060B7842}"/>
              </a:ext>
            </a:extLst>
          </p:cNvPr>
          <p:cNvSpPr>
            <a:spLocks noChangeArrowheads="1"/>
          </p:cNvSpPr>
          <p:nvPr/>
        </p:nvSpPr>
        <p:spPr bwMode="auto">
          <a:xfrm>
            <a:off x="2330054" y="357068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222.1.3.2</a:t>
            </a:r>
          </a:p>
        </p:txBody>
      </p:sp>
      <p:sp>
        <p:nvSpPr>
          <p:cNvPr id="111700" name="Rectangle 316">
            <a:extLst>
              <a:ext uri="{FF2B5EF4-FFF2-40B4-BE49-F238E27FC236}">
                <a16:creationId xmlns:a16="http://schemas.microsoft.com/office/drawing/2014/main" id="{22DE257A-9856-E044-9AF2-8A7E1F056518}"/>
              </a:ext>
            </a:extLst>
          </p:cNvPr>
          <p:cNvSpPr>
            <a:spLocks noChangeArrowheads="1"/>
          </p:cNvSpPr>
          <p:nvPr/>
        </p:nvSpPr>
        <p:spPr bwMode="auto">
          <a:xfrm>
            <a:off x="1428751" y="3090863"/>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01" name="Rectangle 317">
            <a:extLst>
              <a:ext uri="{FF2B5EF4-FFF2-40B4-BE49-F238E27FC236}">
                <a16:creationId xmlns:a16="http://schemas.microsoft.com/office/drawing/2014/main" id="{B13AEED9-472F-8348-B046-BFBFCEC09D58}"/>
              </a:ext>
            </a:extLst>
          </p:cNvPr>
          <p:cNvSpPr>
            <a:spLocks noChangeArrowheads="1"/>
          </p:cNvSpPr>
          <p:nvPr/>
        </p:nvSpPr>
        <p:spPr bwMode="auto">
          <a:xfrm>
            <a:off x="1428750" y="31372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222.1.3.1</a:t>
            </a:r>
          </a:p>
        </p:txBody>
      </p:sp>
      <p:sp>
        <p:nvSpPr>
          <p:cNvPr id="111702" name="Oval 318">
            <a:extLst>
              <a:ext uri="{FF2B5EF4-FFF2-40B4-BE49-F238E27FC236}">
                <a16:creationId xmlns:a16="http://schemas.microsoft.com/office/drawing/2014/main" id="{C17EEBB9-9013-F24E-8338-BAC585B76366}"/>
              </a:ext>
            </a:extLst>
          </p:cNvPr>
          <p:cNvSpPr>
            <a:spLocks noChangeArrowheads="1"/>
          </p:cNvSpPr>
          <p:nvPr/>
        </p:nvSpPr>
        <p:spPr bwMode="auto">
          <a:xfrm>
            <a:off x="2131219" y="299918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03" name="Oval 319">
            <a:extLst>
              <a:ext uri="{FF2B5EF4-FFF2-40B4-BE49-F238E27FC236}">
                <a16:creationId xmlns:a16="http://schemas.microsoft.com/office/drawing/2014/main" id="{B099BC9E-5181-5542-B7DF-1D67328C1682}"/>
              </a:ext>
            </a:extLst>
          </p:cNvPr>
          <p:cNvSpPr>
            <a:spLocks noChangeArrowheads="1"/>
          </p:cNvSpPr>
          <p:nvPr/>
        </p:nvSpPr>
        <p:spPr bwMode="auto">
          <a:xfrm>
            <a:off x="2125266" y="2168129"/>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04" name="Oval 320">
            <a:extLst>
              <a:ext uri="{FF2B5EF4-FFF2-40B4-BE49-F238E27FC236}">
                <a16:creationId xmlns:a16="http://schemas.microsoft.com/office/drawing/2014/main" id="{715192E0-FAF2-B449-BE3D-80A182CABE05}"/>
              </a:ext>
            </a:extLst>
          </p:cNvPr>
          <p:cNvSpPr>
            <a:spLocks noChangeArrowheads="1"/>
          </p:cNvSpPr>
          <p:nvPr/>
        </p:nvSpPr>
        <p:spPr bwMode="auto">
          <a:xfrm>
            <a:off x="2651523" y="3402807"/>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05" name="Rectangle 321">
            <a:extLst>
              <a:ext uri="{FF2B5EF4-FFF2-40B4-BE49-F238E27FC236}">
                <a16:creationId xmlns:a16="http://schemas.microsoft.com/office/drawing/2014/main" id="{5144797A-0DEB-6246-B12D-2895400F5092}"/>
              </a:ext>
            </a:extLst>
          </p:cNvPr>
          <p:cNvSpPr>
            <a:spLocks noChangeArrowheads="1"/>
          </p:cNvSpPr>
          <p:nvPr/>
        </p:nvSpPr>
        <p:spPr bwMode="auto">
          <a:xfrm>
            <a:off x="3044429" y="3299222"/>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06" name="Rectangle 322">
            <a:extLst>
              <a:ext uri="{FF2B5EF4-FFF2-40B4-BE49-F238E27FC236}">
                <a16:creationId xmlns:a16="http://schemas.microsoft.com/office/drawing/2014/main" id="{1F819C0A-EC9F-4540-BD18-7AE80E7D7C48}"/>
              </a:ext>
            </a:extLst>
          </p:cNvPr>
          <p:cNvSpPr>
            <a:spLocks noChangeArrowheads="1"/>
          </p:cNvSpPr>
          <p:nvPr/>
        </p:nvSpPr>
        <p:spPr bwMode="auto">
          <a:xfrm>
            <a:off x="3283744" y="3132535"/>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1707" name="Rectangle 323">
            <a:extLst>
              <a:ext uri="{FF2B5EF4-FFF2-40B4-BE49-F238E27FC236}">
                <a16:creationId xmlns:a16="http://schemas.microsoft.com/office/drawing/2014/main" id="{14B61FE2-76CE-3C49-B940-C1C2FB624E94}"/>
              </a:ext>
            </a:extLst>
          </p:cNvPr>
          <p:cNvSpPr>
            <a:spLocks noChangeArrowheads="1"/>
          </p:cNvSpPr>
          <p:nvPr/>
        </p:nvSpPr>
        <p:spPr bwMode="auto">
          <a:xfrm>
            <a:off x="5497116" y="3255169"/>
            <a:ext cx="310753"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08" name="Rectangle 324">
            <a:extLst>
              <a:ext uri="{FF2B5EF4-FFF2-40B4-BE49-F238E27FC236}">
                <a16:creationId xmlns:a16="http://schemas.microsoft.com/office/drawing/2014/main" id="{497F53E4-186C-9246-B46A-D3E2C4650417}"/>
              </a:ext>
            </a:extLst>
          </p:cNvPr>
          <p:cNvSpPr>
            <a:spLocks noChangeArrowheads="1"/>
          </p:cNvSpPr>
          <p:nvPr/>
        </p:nvSpPr>
        <p:spPr bwMode="auto">
          <a:xfrm>
            <a:off x="4798219" y="3131344"/>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1709" name="Rectangle 325">
            <a:extLst>
              <a:ext uri="{FF2B5EF4-FFF2-40B4-BE49-F238E27FC236}">
                <a16:creationId xmlns:a16="http://schemas.microsoft.com/office/drawing/2014/main" id="{2A323C3D-27FB-F446-BD52-658BB66339CE}"/>
              </a:ext>
            </a:extLst>
          </p:cNvPr>
          <p:cNvSpPr>
            <a:spLocks noChangeArrowheads="1"/>
          </p:cNvSpPr>
          <p:nvPr/>
        </p:nvSpPr>
        <p:spPr bwMode="auto">
          <a:xfrm>
            <a:off x="2269332" y="2266950"/>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10" name="Rectangle 326">
            <a:extLst>
              <a:ext uri="{FF2B5EF4-FFF2-40B4-BE49-F238E27FC236}">
                <a16:creationId xmlns:a16="http://schemas.microsoft.com/office/drawing/2014/main" id="{60AC94CA-29FB-B744-A2A9-4A3B95317ADA}"/>
              </a:ext>
            </a:extLst>
          </p:cNvPr>
          <p:cNvSpPr>
            <a:spLocks noChangeArrowheads="1"/>
          </p:cNvSpPr>
          <p:nvPr/>
        </p:nvSpPr>
        <p:spPr bwMode="auto">
          <a:xfrm>
            <a:off x="2337198" y="230981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222.1.3.</a:t>
            </a:r>
            <a:endParaRPr kumimoji="1" lang="en-US" altLang="zh-CN" sz="1500">
              <a:latin typeface="Arial" panose="020B0604020202020204" pitchFamily="34" charset="0"/>
              <a:ea typeface="宋体" panose="02010600030101010101" pitchFamily="2" charset="-122"/>
            </a:endParaRPr>
          </a:p>
        </p:txBody>
      </p:sp>
      <p:sp>
        <p:nvSpPr>
          <p:cNvPr id="111711" name="Rectangle 327">
            <a:extLst>
              <a:ext uri="{FF2B5EF4-FFF2-40B4-BE49-F238E27FC236}">
                <a16:creationId xmlns:a16="http://schemas.microsoft.com/office/drawing/2014/main" id="{D038C40C-D52B-7F4D-9764-F4E652D2592E}"/>
              </a:ext>
            </a:extLst>
          </p:cNvPr>
          <p:cNvSpPr>
            <a:spLocks noChangeArrowheads="1"/>
          </p:cNvSpPr>
          <p:nvPr/>
        </p:nvSpPr>
        <p:spPr bwMode="auto">
          <a:xfrm>
            <a:off x="2294335" y="2044304"/>
            <a:ext cx="53816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12" name="Rectangle 328">
            <a:extLst>
              <a:ext uri="{FF2B5EF4-FFF2-40B4-BE49-F238E27FC236}">
                <a16:creationId xmlns:a16="http://schemas.microsoft.com/office/drawing/2014/main" id="{2A48C63F-DDF9-734D-BE62-8A785E48343E}"/>
              </a:ext>
            </a:extLst>
          </p:cNvPr>
          <p:cNvSpPr>
            <a:spLocks noChangeArrowheads="1"/>
          </p:cNvSpPr>
          <p:nvPr/>
        </p:nvSpPr>
        <p:spPr bwMode="auto">
          <a:xfrm>
            <a:off x="2359819" y="208716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1713" name="Rectangle 329">
            <a:extLst>
              <a:ext uri="{FF2B5EF4-FFF2-40B4-BE49-F238E27FC236}">
                <a16:creationId xmlns:a16="http://schemas.microsoft.com/office/drawing/2014/main" id="{84142DA3-576E-2541-841B-B9F9D30393BB}"/>
              </a:ext>
            </a:extLst>
          </p:cNvPr>
          <p:cNvSpPr>
            <a:spLocks noChangeArrowheads="1"/>
          </p:cNvSpPr>
          <p:nvPr/>
        </p:nvSpPr>
        <p:spPr bwMode="auto">
          <a:xfrm>
            <a:off x="4112419" y="2862263"/>
            <a:ext cx="3119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14" name="Rectangle 330">
            <a:extLst>
              <a:ext uri="{FF2B5EF4-FFF2-40B4-BE49-F238E27FC236}">
                <a16:creationId xmlns:a16="http://schemas.microsoft.com/office/drawing/2014/main" id="{6DBAC0B2-5478-F643-9A6E-BC611E1E9DDE}"/>
              </a:ext>
            </a:extLst>
          </p:cNvPr>
          <p:cNvSpPr>
            <a:spLocks noChangeArrowheads="1"/>
          </p:cNvSpPr>
          <p:nvPr/>
        </p:nvSpPr>
        <p:spPr bwMode="auto">
          <a:xfrm>
            <a:off x="4830366" y="2314575"/>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15" name="Rectangle 331">
            <a:extLst>
              <a:ext uri="{FF2B5EF4-FFF2-40B4-BE49-F238E27FC236}">
                <a16:creationId xmlns:a16="http://schemas.microsoft.com/office/drawing/2014/main" id="{D8AE9ECE-CB46-8644-BCD4-36C73B0E4726}"/>
              </a:ext>
            </a:extLst>
          </p:cNvPr>
          <p:cNvSpPr>
            <a:spLocks noChangeArrowheads="1"/>
          </p:cNvSpPr>
          <p:nvPr/>
        </p:nvSpPr>
        <p:spPr bwMode="auto">
          <a:xfrm>
            <a:off x="4829175" y="24693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1716" name="Rectangle 332">
            <a:extLst>
              <a:ext uri="{FF2B5EF4-FFF2-40B4-BE49-F238E27FC236}">
                <a16:creationId xmlns:a16="http://schemas.microsoft.com/office/drawing/2014/main" id="{5016B9FB-73CE-C949-BC45-2A922C77F5EC}"/>
              </a:ext>
            </a:extLst>
          </p:cNvPr>
          <p:cNvSpPr>
            <a:spLocks noChangeArrowheads="1"/>
          </p:cNvSpPr>
          <p:nvPr/>
        </p:nvSpPr>
        <p:spPr bwMode="auto">
          <a:xfrm>
            <a:off x="3617119" y="2588419"/>
            <a:ext cx="30956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17" name="Rectangle 333">
            <a:extLst>
              <a:ext uri="{FF2B5EF4-FFF2-40B4-BE49-F238E27FC236}">
                <a16:creationId xmlns:a16="http://schemas.microsoft.com/office/drawing/2014/main" id="{AC941FE7-2789-884E-B567-BDB9CF1656E6}"/>
              </a:ext>
            </a:extLst>
          </p:cNvPr>
          <p:cNvSpPr>
            <a:spLocks noChangeArrowheads="1"/>
          </p:cNvSpPr>
          <p:nvPr/>
        </p:nvSpPr>
        <p:spPr bwMode="auto">
          <a:xfrm>
            <a:off x="3554016" y="2786063"/>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1718" name="Rectangle 334">
            <a:extLst>
              <a:ext uri="{FF2B5EF4-FFF2-40B4-BE49-F238E27FC236}">
                <a16:creationId xmlns:a16="http://schemas.microsoft.com/office/drawing/2014/main" id="{036C420A-DF11-FB49-B295-AE8AF9152BF7}"/>
              </a:ext>
            </a:extLst>
          </p:cNvPr>
          <p:cNvSpPr>
            <a:spLocks noChangeArrowheads="1"/>
          </p:cNvSpPr>
          <p:nvPr/>
        </p:nvSpPr>
        <p:spPr bwMode="auto">
          <a:xfrm>
            <a:off x="4017169" y="3167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222.1.4.</a:t>
            </a:r>
            <a:endParaRPr kumimoji="1" lang="en-US" altLang="zh-CN" sz="1500">
              <a:latin typeface="Arial" panose="020B0604020202020204" pitchFamily="34" charset="0"/>
              <a:ea typeface="宋体" panose="02010600030101010101" pitchFamily="2" charset="-122"/>
            </a:endParaRPr>
          </a:p>
        </p:txBody>
      </p:sp>
      <p:sp>
        <p:nvSpPr>
          <p:cNvPr id="111719" name="Rectangle 335">
            <a:extLst>
              <a:ext uri="{FF2B5EF4-FFF2-40B4-BE49-F238E27FC236}">
                <a16:creationId xmlns:a16="http://schemas.microsoft.com/office/drawing/2014/main" id="{6D07FEC7-511D-D041-8DCD-83E2F75200AF}"/>
              </a:ext>
            </a:extLst>
          </p:cNvPr>
          <p:cNvSpPr>
            <a:spLocks noChangeArrowheads="1"/>
          </p:cNvSpPr>
          <p:nvPr/>
        </p:nvSpPr>
        <p:spPr bwMode="auto">
          <a:xfrm>
            <a:off x="3837385" y="2588419"/>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20" name="Rectangle 336">
            <a:extLst>
              <a:ext uri="{FF2B5EF4-FFF2-40B4-BE49-F238E27FC236}">
                <a16:creationId xmlns:a16="http://schemas.microsoft.com/office/drawing/2014/main" id="{7A503948-B4D0-CF46-BE70-6351D1B05E81}"/>
              </a:ext>
            </a:extLst>
          </p:cNvPr>
          <p:cNvSpPr>
            <a:spLocks noChangeArrowheads="1"/>
          </p:cNvSpPr>
          <p:nvPr/>
        </p:nvSpPr>
        <p:spPr bwMode="auto">
          <a:xfrm>
            <a:off x="3804048" y="2786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222.1.5.</a:t>
            </a:r>
            <a:endParaRPr kumimoji="1" lang="en-US" altLang="zh-CN" sz="1500">
              <a:latin typeface="Arial" panose="020B0604020202020204" pitchFamily="34" charset="0"/>
              <a:ea typeface="宋体" panose="02010600030101010101" pitchFamily="2" charset="-122"/>
            </a:endParaRPr>
          </a:p>
        </p:txBody>
      </p:sp>
      <p:sp>
        <p:nvSpPr>
          <p:cNvPr id="111721" name="Rectangle 337">
            <a:extLst>
              <a:ext uri="{FF2B5EF4-FFF2-40B4-BE49-F238E27FC236}">
                <a16:creationId xmlns:a16="http://schemas.microsoft.com/office/drawing/2014/main" id="{91639FB3-6205-B941-AB70-C6F6617C0D7F}"/>
              </a:ext>
            </a:extLst>
          </p:cNvPr>
          <p:cNvSpPr>
            <a:spLocks noChangeArrowheads="1"/>
          </p:cNvSpPr>
          <p:nvPr/>
        </p:nvSpPr>
        <p:spPr bwMode="auto">
          <a:xfrm>
            <a:off x="5050632" y="2326482"/>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22" name="Rectangle 338">
            <a:extLst>
              <a:ext uri="{FF2B5EF4-FFF2-40B4-BE49-F238E27FC236}">
                <a16:creationId xmlns:a16="http://schemas.microsoft.com/office/drawing/2014/main" id="{89130EAF-9655-6E42-AEE7-57A1A3E900C1}"/>
              </a:ext>
            </a:extLst>
          </p:cNvPr>
          <p:cNvSpPr>
            <a:spLocks noChangeArrowheads="1"/>
          </p:cNvSpPr>
          <p:nvPr/>
        </p:nvSpPr>
        <p:spPr bwMode="auto">
          <a:xfrm>
            <a:off x="5075635" y="24812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222.1.6.</a:t>
            </a:r>
            <a:endParaRPr kumimoji="1" lang="en-US" altLang="zh-CN" sz="1500">
              <a:latin typeface="Arial" panose="020B0604020202020204" pitchFamily="34" charset="0"/>
              <a:ea typeface="宋体" panose="02010600030101010101" pitchFamily="2" charset="-122"/>
            </a:endParaRPr>
          </a:p>
        </p:txBody>
      </p:sp>
      <p:sp>
        <p:nvSpPr>
          <p:cNvPr id="111723" name="Line 339">
            <a:extLst>
              <a:ext uri="{FF2B5EF4-FFF2-40B4-BE49-F238E27FC236}">
                <a16:creationId xmlns:a16="http://schemas.microsoft.com/office/drawing/2014/main" id="{2B176FC7-C8A9-B244-9B59-98C7156DA5BE}"/>
              </a:ext>
            </a:extLst>
          </p:cNvPr>
          <p:cNvSpPr>
            <a:spLocks noChangeShapeType="1"/>
          </p:cNvSpPr>
          <p:nvPr/>
        </p:nvSpPr>
        <p:spPr bwMode="auto">
          <a:xfrm>
            <a:off x="2277666" y="1943100"/>
            <a:ext cx="0" cy="1634729"/>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24" name="Rectangle 340">
            <a:extLst>
              <a:ext uri="{FF2B5EF4-FFF2-40B4-BE49-F238E27FC236}">
                <a16:creationId xmlns:a16="http://schemas.microsoft.com/office/drawing/2014/main" id="{7848D84E-5F45-5046-90BB-F5D07F238394}"/>
              </a:ext>
            </a:extLst>
          </p:cNvPr>
          <p:cNvSpPr>
            <a:spLocks noChangeArrowheads="1"/>
          </p:cNvSpPr>
          <p:nvPr/>
        </p:nvSpPr>
        <p:spPr bwMode="auto">
          <a:xfrm>
            <a:off x="3767137" y="31551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pic>
        <p:nvPicPr>
          <p:cNvPr id="111725" name="Picture 341">
            <a:extLst>
              <a:ext uri="{FF2B5EF4-FFF2-40B4-BE49-F238E27FC236}">
                <a16:creationId xmlns:a16="http://schemas.microsoft.com/office/drawing/2014/main" id="{63E93599-81C4-444C-93FC-C7D1E4EC452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498" y="3702844"/>
            <a:ext cx="435769" cy="29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26" name="Line 342">
            <a:extLst>
              <a:ext uri="{FF2B5EF4-FFF2-40B4-BE49-F238E27FC236}">
                <a16:creationId xmlns:a16="http://schemas.microsoft.com/office/drawing/2014/main" id="{BA37E5FB-02FD-E446-9BF5-F3958E24A4D6}"/>
              </a:ext>
            </a:extLst>
          </p:cNvPr>
          <p:cNvSpPr>
            <a:spLocks noChangeShapeType="1"/>
          </p:cNvSpPr>
          <p:nvPr/>
        </p:nvSpPr>
        <p:spPr bwMode="auto">
          <a:xfrm>
            <a:off x="6900863" y="1996678"/>
            <a:ext cx="0" cy="200382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27" name="Line 343">
            <a:extLst>
              <a:ext uri="{FF2B5EF4-FFF2-40B4-BE49-F238E27FC236}">
                <a16:creationId xmlns:a16="http://schemas.microsoft.com/office/drawing/2014/main" id="{0ADF452F-E7A4-0643-AAD6-00DB51DF10FD}"/>
              </a:ext>
            </a:extLst>
          </p:cNvPr>
          <p:cNvSpPr>
            <a:spLocks noChangeShapeType="1"/>
          </p:cNvSpPr>
          <p:nvPr/>
        </p:nvSpPr>
        <p:spPr bwMode="auto">
          <a:xfrm rot="16200000">
            <a:off x="4350544" y="3202781"/>
            <a:ext cx="0" cy="170021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28" name="Line 344">
            <a:extLst>
              <a:ext uri="{FF2B5EF4-FFF2-40B4-BE49-F238E27FC236}">
                <a16:creationId xmlns:a16="http://schemas.microsoft.com/office/drawing/2014/main" id="{536C1C3F-967A-E843-8828-652D7CA46239}"/>
              </a:ext>
            </a:extLst>
          </p:cNvPr>
          <p:cNvSpPr>
            <a:spLocks noChangeShapeType="1"/>
          </p:cNvSpPr>
          <p:nvPr/>
        </p:nvSpPr>
        <p:spPr bwMode="auto">
          <a:xfrm>
            <a:off x="5413773" y="3419475"/>
            <a:ext cx="148709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29" name="Oval 345">
            <a:extLst>
              <a:ext uri="{FF2B5EF4-FFF2-40B4-BE49-F238E27FC236}">
                <a16:creationId xmlns:a16="http://schemas.microsoft.com/office/drawing/2014/main" id="{3C6B8D2C-0487-104F-AC73-B957DCA923B4}"/>
              </a:ext>
            </a:extLst>
          </p:cNvPr>
          <p:cNvSpPr>
            <a:spLocks noChangeArrowheads="1"/>
          </p:cNvSpPr>
          <p:nvPr/>
        </p:nvSpPr>
        <p:spPr bwMode="auto">
          <a:xfrm>
            <a:off x="5573316" y="3367088"/>
            <a:ext cx="89297"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30" name="Rectangle 346">
            <a:extLst>
              <a:ext uri="{FF2B5EF4-FFF2-40B4-BE49-F238E27FC236}">
                <a16:creationId xmlns:a16="http://schemas.microsoft.com/office/drawing/2014/main" id="{88A97E36-D333-5645-8C83-3B663E0FF19C}"/>
              </a:ext>
            </a:extLst>
          </p:cNvPr>
          <p:cNvSpPr>
            <a:spLocks noChangeArrowheads="1"/>
          </p:cNvSpPr>
          <p:nvPr/>
        </p:nvSpPr>
        <p:spPr bwMode="auto">
          <a:xfrm>
            <a:off x="6318647" y="24693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1731" name="Rectangle 347">
            <a:extLst>
              <a:ext uri="{FF2B5EF4-FFF2-40B4-BE49-F238E27FC236}">
                <a16:creationId xmlns:a16="http://schemas.microsoft.com/office/drawing/2014/main" id="{61AA7B55-B109-9B48-885E-DD805F6CFD7B}"/>
              </a:ext>
            </a:extLst>
          </p:cNvPr>
          <p:cNvSpPr>
            <a:spLocks noChangeArrowheads="1"/>
          </p:cNvSpPr>
          <p:nvPr/>
        </p:nvSpPr>
        <p:spPr bwMode="auto">
          <a:xfrm>
            <a:off x="2956322" y="15168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1732" name="Line 348">
            <a:extLst>
              <a:ext uri="{FF2B5EF4-FFF2-40B4-BE49-F238E27FC236}">
                <a16:creationId xmlns:a16="http://schemas.microsoft.com/office/drawing/2014/main" id="{53E33382-4A65-D346-BB9D-27BF4CD78445}"/>
              </a:ext>
            </a:extLst>
          </p:cNvPr>
          <p:cNvSpPr>
            <a:spLocks noChangeShapeType="1"/>
          </p:cNvSpPr>
          <p:nvPr/>
        </p:nvSpPr>
        <p:spPr bwMode="auto">
          <a:xfrm rot="16200000">
            <a:off x="4935737" y="106561"/>
            <a:ext cx="0" cy="297537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33" name="Rectangle 349">
            <a:extLst>
              <a:ext uri="{FF2B5EF4-FFF2-40B4-BE49-F238E27FC236}">
                <a16:creationId xmlns:a16="http://schemas.microsoft.com/office/drawing/2014/main" id="{F44EF7FE-ED6D-764E-A27A-22B3E092EE0D}"/>
              </a:ext>
            </a:extLst>
          </p:cNvPr>
          <p:cNvSpPr>
            <a:spLocks noChangeArrowheads="1"/>
          </p:cNvSpPr>
          <p:nvPr/>
        </p:nvSpPr>
        <p:spPr bwMode="auto">
          <a:xfrm>
            <a:off x="1881188" y="4473179"/>
            <a:ext cx="57708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互联网</a:t>
            </a:r>
          </a:p>
        </p:txBody>
      </p:sp>
      <p:sp>
        <p:nvSpPr>
          <p:cNvPr id="111734" name="Line 350">
            <a:extLst>
              <a:ext uri="{FF2B5EF4-FFF2-40B4-BE49-F238E27FC236}">
                <a16:creationId xmlns:a16="http://schemas.microsoft.com/office/drawing/2014/main" id="{35BE400E-08FB-5A45-A9B0-03E37D94034B}"/>
              </a:ext>
            </a:extLst>
          </p:cNvPr>
          <p:cNvSpPr>
            <a:spLocks noChangeShapeType="1"/>
          </p:cNvSpPr>
          <p:nvPr/>
        </p:nvSpPr>
        <p:spPr bwMode="auto">
          <a:xfrm flipV="1">
            <a:off x="2172891" y="4156473"/>
            <a:ext cx="317897" cy="316706"/>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11735" name="Line 351">
            <a:extLst>
              <a:ext uri="{FF2B5EF4-FFF2-40B4-BE49-F238E27FC236}">
                <a16:creationId xmlns:a16="http://schemas.microsoft.com/office/drawing/2014/main" id="{6865FD27-6960-3349-9672-44F3234C345B}"/>
              </a:ext>
            </a:extLst>
          </p:cNvPr>
          <p:cNvSpPr>
            <a:spLocks noChangeShapeType="1"/>
          </p:cNvSpPr>
          <p:nvPr/>
        </p:nvSpPr>
        <p:spPr bwMode="auto">
          <a:xfrm>
            <a:off x="3676650"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36" name="Oval 352">
            <a:extLst>
              <a:ext uri="{FF2B5EF4-FFF2-40B4-BE49-F238E27FC236}">
                <a16:creationId xmlns:a16="http://schemas.microsoft.com/office/drawing/2014/main" id="{66A9FFB0-92B9-2D45-95E5-398566587D60}"/>
              </a:ext>
            </a:extLst>
          </p:cNvPr>
          <p:cNvSpPr>
            <a:spLocks noChangeArrowheads="1"/>
          </p:cNvSpPr>
          <p:nvPr/>
        </p:nvSpPr>
        <p:spPr bwMode="auto">
          <a:xfrm>
            <a:off x="3634978" y="12977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1737" name="Group 353">
            <a:extLst>
              <a:ext uri="{FF2B5EF4-FFF2-40B4-BE49-F238E27FC236}">
                <a16:creationId xmlns:a16="http://schemas.microsoft.com/office/drawing/2014/main" id="{B1849A7E-2E36-8A41-BE74-8B94BD0254E3}"/>
              </a:ext>
            </a:extLst>
          </p:cNvPr>
          <p:cNvGrpSpPr>
            <a:grpSpLocks/>
          </p:cNvGrpSpPr>
          <p:nvPr/>
        </p:nvGrpSpPr>
        <p:grpSpPr bwMode="auto">
          <a:xfrm>
            <a:off x="3471863" y="673894"/>
            <a:ext cx="379810" cy="385763"/>
            <a:chOff x="1813" y="593"/>
            <a:chExt cx="343" cy="352"/>
          </a:xfrm>
        </p:grpSpPr>
        <p:grpSp>
          <p:nvGrpSpPr>
            <p:cNvPr id="111798" name="Group 354">
              <a:extLst>
                <a:ext uri="{FF2B5EF4-FFF2-40B4-BE49-F238E27FC236}">
                  <a16:creationId xmlns:a16="http://schemas.microsoft.com/office/drawing/2014/main" id="{7D4D87DC-EF2C-5147-AD9B-0EC89E63453F}"/>
                </a:ext>
              </a:extLst>
            </p:cNvPr>
            <p:cNvGrpSpPr>
              <a:grpSpLocks/>
            </p:cNvGrpSpPr>
            <p:nvPr/>
          </p:nvGrpSpPr>
          <p:grpSpPr bwMode="auto">
            <a:xfrm>
              <a:off x="1821" y="599"/>
              <a:ext cx="335" cy="346"/>
              <a:chOff x="1821" y="599"/>
              <a:chExt cx="335" cy="346"/>
            </a:xfrm>
          </p:grpSpPr>
          <p:sp>
            <p:nvSpPr>
              <p:cNvPr id="111812" name="Freeform 355">
                <a:extLst>
                  <a:ext uri="{FF2B5EF4-FFF2-40B4-BE49-F238E27FC236}">
                    <a16:creationId xmlns:a16="http://schemas.microsoft.com/office/drawing/2014/main" id="{F64213FB-8612-334F-A7D5-2ABF84D80088}"/>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13" name="Freeform 356">
                <a:extLst>
                  <a:ext uri="{FF2B5EF4-FFF2-40B4-BE49-F238E27FC236}">
                    <a16:creationId xmlns:a16="http://schemas.microsoft.com/office/drawing/2014/main" id="{55E5F7CA-C919-F84E-9252-062BF7F06E4F}"/>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14" name="Freeform 357">
                <a:extLst>
                  <a:ext uri="{FF2B5EF4-FFF2-40B4-BE49-F238E27FC236}">
                    <a16:creationId xmlns:a16="http://schemas.microsoft.com/office/drawing/2014/main" id="{AF9046B5-84A8-8045-B211-32C4BA3E254F}"/>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15" name="Freeform 358">
                <a:extLst>
                  <a:ext uri="{FF2B5EF4-FFF2-40B4-BE49-F238E27FC236}">
                    <a16:creationId xmlns:a16="http://schemas.microsoft.com/office/drawing/2014/main" id="{B60F26E4-65FC-1D4A-A064-6CD27664541E}"/>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16" name="Rectangle 359">
                <a:extLst>
                  <a:ext uri="{FF2B5EF4-FFF2-40B4-BE49-F238E27FC236}">
                    <a16:creationId xmlns:a16="http://schemas.microsoft.com/office/drawing/2014/main" id="{AB5A8C53-22C8-2F44-934D-43EE1522D194}"/>
                  </a:ext>
                </a:extLst>
              </p:cNvPr>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17" name="Rectangle 360">
                <a:extLst>
                  <a:ext uri="{FF2B5EF4-FFF2-40B4-BE49-F238E27FC236}">
                    <a16:creationId xmlns:a16="http://schemas.microsoft.com/office/drawing/2014/main" id="{27E7760C-F9C6-814D-8D35-47FB5BCF1786}"/>
                  </a:ext>
                </a:extLst>
              </p:cNvPr>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18" name="Rectangle 361">
                <a:extLst>
                  <a:ext uri="{FF2B5EF4-FFF2-40B4-BE49-F238E27FC236}">
                    <a16:creationId xmlns:a16="http://schemas.microsoft.com/office/drawing/2014/main" id="{3B9C3D44-B0E1-4E4C-8580-C99C7A3FA593}"/>
                  </a:ext>
                </a:extLst>
              </p:cNvPr>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19" name="Line 362">
                <a:extLst>
                  <a:ext uri="{FF2B5EF4-FFF2-40B4-BE49-F238E27FC236}">
                    <a16:creationId xmlns:a16="http://schemas.microsoft.com/office/drawing/2014/main" id="{8C7C477C-F6D1-054B-AEDE-F1013D98FC56}"/>
                  </a:ext>
                </a:extLst>
              </p:cNvPr>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820" name="Group 363">
                <a:extLst>
                  <a:ext uri="{FF2B5EF4-FFF2-40B4-BE49-F238E27FC236}">
                    <a16:creationId xmlns:a16="http://schemas.microsoft.com/office/drawing/2014/main" id="{3525D3A2-3B86-3E46-BD20-797B620A33B2}"/>
                  </a:ext>
                </a:extLst>
              </p:cNvPr>
              <p:cNvGrpSpPr>
                <a:grpSpLocks/>
              </p:cNvGrpSpPr>
              <p:nvPr/>
            </p:nvGrpSpPr>
            <p:grpSpPr bwMode="auto">
              <a:xfrm>
                <a:off x="1821" y="895"/>
                <a:ext cx="335" cy="50"/>
                <a:chOff x="1821" y="895"/>
                <a:chExt cx="335" cy="50"/>
              </a:xfrm>
            </p:grpSpPr>
            <p:sp>
              <p:nvSpPr>
                <p:cNvPr id="111821" name="Freeform 364">
                  <a:extLst>
                    <a:ext uri="{FF2B5EF4-FFF2-40B4-BE49-F238E27FC236}">
                      <a16:creationId xmlns:a16="http://schemas.microsoft.com/office/drawing/2014/main" id="{BFFF3992-A868-FD45-982A-EBD7DD19FA1C}"/>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22" name="Freeform 365">
                  <a:extLst>
                    <a:ext uri="{FF2B5EF4-FFF2-40B4-BE49-F238E27FC236}">
                      <a16:creationId xmlns:a16="http://schemas.microsoft.com/office/drawing/2014/main" id="{97DE14FD-6860-1C47-B79B-5EE362D3FDCA}"/>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23" name="Rectangle 366">
                  <a:extLst>
                    <a:ext uri="{FF2B5EF4-FFF2-40B4-BE49-F238E27FC236}">
                      <a16:creationId xmlns:a16="http://schemas.microsoft.com/office/drawing/2014/main" id="{B3597F3D-AD08-7E4A-A8C3-FAE1F574F43B}"/>
                    </a:ext>
                  </a:extLst>
                </p:cNvPr>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1799" name="Group 367">
              <a:extLst>
                <a:ext uri="{FF2B5EF4-FFF2-40B4-BE49-F238E27FC236}">
                  <a16:creationId xmlns:a16="http://schemas.microsoft.com/office/drawing/2014/main" id="{437B2C2F-06BB-AB44-9A59-7E955A56CD09}"/>
                </a:ext>
              </a:extLst>
            </p:cNvPr>
            <p:cNvGrpSpPr>
              <a:grpSpLocks/>
            </p:cNvGrpSpPr>
            <p:nvPr/>
          </p:nvGrpSpPr>
          <p:grpSpPr bwMode="auto">
            <a:xfrm>
              <a:off x="1813" y="593"/>
              <a:ext cx="335" cy="346"/>
              <a:chOff x="1813" y="593"/>
              <a:chExt cx="335" cy="346"/>
            </a:xfrm>
          </p:grpSpPr>
          <p:sp>
            <p:nvSpPr>
              <p:cNvPr id="111800" name="Freeform 368">
                <a:extLst>
                  <a:ext uri="{FF2B5EF4-FFF2-40B4-BE49-F238E27FC236}">
                    <a16:creationId xmlns:a16="http://schemas.microsoft.com/office/drawing/2014/main" id="{2810B98D-6D51-2D40-A195-658438DB9198}"/>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01" name="Freeform 369">
                <a:extLst>
                  <a:ext uri="{FF2B5EF4-FFF2-40B4-BE49-F238E27FC236}">
                    <a16:creationId xmlns:a16="http://schemas.microsoft.com/office/drawing/2014/main" id="{C9A406F4-B983-934C-99FD-3B6F44F4E281}"/>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02" name="Freeform 370">
                <a:extLst>
                  <a:ext uri="{FF2B5EF4-FFF2-40B4-BE49-F238E27FC236}">
                    <a16:creationId xmlns:a16="http://schemas.microsoft.com/office/drawing/2014/main" id="{7351EBBE-5D17-C146-906E-1313C9F53E83}"/>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03" name="Freeform 371">
                <a:extLst>
                  <a:ext uri="{FF2B5EF4-FFF2-40B4-BE49-F238E27FC236}">
                    <a16:creationId xmlns:a16="http://schemas.microsoft.com/office/drawing/2014/main" id="{E2F9CB74-BB9F-614B-B014-B6EFA0F24DAB}"/>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04" name="Rectangle 372">
                <a:extLst>
                  <a:ext uri="{FF2B5EF4-FFF2-40B4-BE49-F238E27FC236}">
                    <a16:creationId xmlns:a16="http://schemas.microsoft.com/office/drawing/2014/main" id="{27BDE519-13F2-CF4B-B1F8-04ED8E031824}"/>
                  </a:ext>
                </a:extLst>
              </p:cNvPr>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05" name="Rectangle 373">
                <a:extLst>
                  <a:ext uri="{FF2B5EF4-FFF2-40B4-BE49-F238E27FC236}">
                    <a16:creationId xmlns:a16="http://schemas.microsoft.com/office/drawing/2014/main" id="{6519DE70-16AE-FF41-8656-DCDA02FCCE15}"/>
                  </a:ext>
                </a:extLst>
              </p:cNvPr>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06" name="Rectangle 374">
                <a:extLst>
                  <a:ext uri="{FF2B5EF4-FFF2-40B4-BE49-F238E27FC236}">
                    <a16:creationId xmlns:a16="http://schemas.microsoft.com/office/drawing/2014/main" id="{4783B0B0-5747-E749-A9F1-03DC5831AC7F}"/>
                  </a:ext>
                </a:extLst>
              </p:cNvPr>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07" name="Line 375">
                <a:extLst>
                  <a:ext uri="{FF2B5EF4-FFF2-40B4-BE49-F238E27FC236}">
                    <a16:creationId xmlns:a16="http://schemas.microsoft.com/office/drawing/2014/main" id="{DFF66BCD-B7D8-4A48-83F6-0CD642D9BDAF}"/>
                  </a:ext>
                </a:extLst>
              </p:cNvPr>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808" name="Group 376">
                <a:extLst>
                  <a:ext uri="{FF2B5EF4-FFF2-40B4-BE49-F238E27FC236}">
                    <a16:creationId xmlns:a16="http://schemas.microsoft.com/office/drawing/2014/main" id="{E02FCAAA-0426-3448-9384-50AC9464DF3A}"/>
                  </a:ext>
                </a:extLst>
              </p:cNvPr>
              <p:cNvGrpSpPr>
                <a:grpSpLocks/>
              </p:cNvGrpSpPr>
              <p:nvPr/>
            </p:nvGrpSpPr>
            <p:grpSpPr bwMode="auto">
              <a:xfrm>
                <a:off x="1813" y="888"/>
                <a:ext cx="335" cy="51"/>
                <a:chOff x="1813" y="888"/>
                <a:chExt cx="335" cy="51"/>
              </a:xfrm>
            </p:grpSpPr>
            <p:sp>
              <p:nvSpPr>
                <p:cNvPr id="111809" name="Freeform 377">
                  <a:extLst>
                    <a:ext uri="{FF2B5EF4-FFF2-40B4-BE49-F238E27FC236}">
                      <a16:creationId xmlns:a16="http://schemas.microsoft.com/office/drawing/2014/main" id="{161CBD27-0015-9E4E-A23A-54D6994055AC}"/>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10" name="Freeform 378">
                  <a:extLst>
                    <a:ext uri="{FF2B5EF4-FFF2-40B4-BE49-F238E27FC236}">
                      <a16:creationId xmlns:a16="http://schemas.microsoft.com/office/drawing/2014/main" id="{9A49C5C2-1B2D-F34E-9A3F-1F93172CC83B}"/>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11" name="Rectangle 379">
                  <a:extLst>
                    <a:ext uri="{FF2B5EF4-FFF2-40B4-BE49-F238E27FC236}">
                      <a16:creationId xmlns:a16="http://schemas.microsoft.com/office/drawing/2014/main" id="{C9713409-6DE2-5042-BA1F-D7F3AE01B6DA}"/>
                    </a:ext>
                  </a:extLst>
                </p:cNvPr>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1738" name="Line 380">
            <a:extLst>
              <a:ext uri="{FF2B5EF4-FFF2-40B4-BE49-F238E27FC236}">
                <a16:creationId xmlns:a16="http://schemas.microsoft.com/office/drawing/2014/main" id="{160B3EBA-B503-7548-9D5A-9FAE3E3DB813}"/>
              </a:ext>
            </a:extLst>
          </p:cNvPr>
          <p:cNvSpPr>
            <a:spLocks noChangeShapeType="1"/>
          </p:cNvSpPr>
          <p:nvPr/>
        </p:nvSpPr>
        <p:spPr bwMode="auto">
          <a:xfrm>
            <a:off x="5993606"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39" name="Line 381">
            <a:extLst>
              <a:ext uri="{FF2B5EF4-FFF2-40B4-BE49-F238E27FC236}">
                <a16:creationId xmlns:a16="http://schemas.microsoft.com/office/drawing/2014/main" id="{AC5A1AC9-56F5-F040-A0C4-2E65C74ECBCC}"/>
              </a:ext>
            </a:extLst>
          </p:cNvPr>
          <p:cNvSpPr>
            <a:spLocks noChangeShapeType="1"/>
          </p:cNvSpPr>
          <p:nvPr/>
        </p:nvSpPr>
        <p:spPr bwMode="auto">
          <a:xfrm>
            <a:off x="4835129" y="1000126"/>
            <a:ext cx="0" cy="58459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40" name="Oval 382">
            <a:extLst>
              <a:ext uri="{FF2B5EF4-FFF2-40B4-BE49-F238E27FC236}">
                <a16:creationId xmlns:a16="http://schemas.microsoft.com/office/drawing/2014/main" id="{79C6A130-4BCB-FD4F-8018-E6567D541E23}"/>
              </a:ext>
            </a:extLst>
          </p:cNvPr>
          <p:cNvSpPr>
            <a:spLocks noChangeArrowheads="1"/>
          </p:cNvSpPr>
          <p:nvPr/>
        </p:nvSpPr>
        <p:spPr bwMode="auto">
          <a:xfrm>
            <a:off x="4801792" y="1308498"/>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1741" name="Group 383">
            <a:extLst>
              <a:ext uri="{FF2B5EF4-FFF2-40B4-BE49-F238E27FC236}">
                <a16:creationId xmlns:a16="http://schemas.microsoft.com/office/drawing/2014/main" id="{52675941-A120-7A4B-B57D-4D86DFA1CDEE}"/>
              </a:ext>
            </a:extLst>
          </p:cNvPr>
          <p:cNvGrpSpPr>
            <a:grpSpLocks/>
          </p:cNvGrpSpPr>
          <p:nvPr/>
        </p:nvGrpSpPr>
        <p:grpSpPr bwMode="auto">
          <a:xfrm>
            <a:off x="4639866" y="673894"/>
            <a:ext cx="379809" cy="385763"/>
            <a:chOff x="2868" y="593"/>
            <a:chExt cx="343" cy="352"/>
          </a:xfrm>
        </p:grpSpPr>
        <p:grpSp>
          <p:nvGrpSpPr>
            <p:cNvPr id="111772" name="Group 384">
              <a:extLst>
                <a:ext uri="{FF2B5EF4-FFF2-40B4-BE49-F238E27FC236}">
                  <a16:creationId xmlns:a16="http://schemas.microsoft.com/office/drawing/2014/main" id="{2F696512-FEA1-2F40-AD0C-EEBEB27653FA}"/>
                </a:ext>
              </a:extLst>
            </p:cNvPr>
            <p:cNvGrpSpPr>
              <a:grpSpLocks/>
            </p:cNvGrpSpPr>
            <p:nvPr/>
          </p:nvGrpSpPr>
          <p:grpSpPr bwMode="auto">
            <a:xfrm>
              <a:off x="2877" y="599"/>
              <a:ext cx="334" cy="346"/>
              <a:chOff x="2877" y="599"/>
              <a:chExt cx="334" cy="346"/>
            </a:xfrm>
          </p:grpSpPr>
          <p:sp>
            <p:nvSpPr>
              <p:cNvPr id="111786" name="Freeform 385">
                <a:extLst>
                  <a:ext uri="{FF2B5EF4-FFF2-40B4-BE49-F238E27FC236}">
                    <a16:creationId xmlns:a16="http://schemas.microsoft.com/office/drawing/2014/main" id="{F3B3029A-F4EB-784E-A67A-9D77F271794E}"/>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87" name="Freeform 386">
                <a:extLst>
                  <a:ext uri="{FF2B5EF4-FFF2-40B4-BE49-F238E27FC236}">
                    <a16:creationId xmlns:a16="http://schemas.microsoft.com/office/drawing/2014/main" id="{D9DF071A-AA73-5145-A608-B18F43F0425C}"/>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88" name="Freeform 387">
                <a:extLst>
                  <a:ext uri="{FF2B5EF4-FFF2-40B4-BE49-F238E27FC236}">
                    <a16:creationId xmlns:a16="http://schemas.microsoft.com/office/drawing/2014/main" id="{5745279D-C9A0-C549-8E84-DE0E931CCF81}"/>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89" name="Freeform 388">
                <a:extLst>
                  <a:ext uri="{FF2B5EF4-FFF2-40B4-BE49-F238E27FC236}">
                    <a16:creationId xmlns:a16="http://schemas.microsoft.com/office/drawing/2014/main" id="{AFB49E6E-C312-CD43-8492-927DAC873808}"/>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90" name="Rectangle 389">
                <a:extLst>
                  <a:ext uri="{FF2B5EF4-FFF2-40B4-BE49-F238E27FC236}">
                    <a16:creationId xmlns:a16="http://schemas.microsoft.com/office/drawing/2014/main" id="{86EEE632-38D0-B647-BD0C-2168A20713A8}"/>
                  </a:ext>
                </a:extLst>
              </p:cNvPr>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91" name="Rectangle 390">
                <a:extLst>
                  <a:ext uri="{FF2B5EF4-FFF2-40B4-BE49-F238E27FC236}">
                    <a16:creationId xmlns:a16="http://schemas.microsoft.com/office/drawing/2014/main" id="{F9584323-2E7A-FC44-9FBF-5F661A5F1532}"/>
                  </a:ext>
                </a:extLst>
              </p:cNvPr>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92" name="Rectangle 391">
                <a:extLst>
                  <a:ext uri="{FF2B5EF4-FFF2-40B4-BE49-F238E27FC236}">
                    <a16:creationId xmlns:a16="http://schemas.microsoft.com/office/drawing/2014/main" id="{F20D0ECF-D137-7C40-BE39-7BE9EB219303}"/>
                  </a:ext>
                </a:extLst>
              </p:cNvPr>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93" name="Line 392">
                <a:extLst>
                  <a:ext uri="{FF2B5EF4-FFF2-40B4-BE49-F238E27FC236}">
                    <a16:creationId xmlns:a16="http://schemas.microsoft.com/office/drawing/2014/main" id="{A4276D8D-EED4-1E4B-870C-1878087985CC}"/>
                  </a:ext>
                </a:extLst>
              </p:cNvPr>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794" name="Group 393">
                <a:extLst>
                  <a:ext uri="{FF2B5EF4-FFF2-40B4-BE49-F238E27FC236}">
                    <a16:creationId xmlns:a16="http://schemas.microsoft.com/office/drawing/2014/main" id="{B4A4A1B6-1E0E-C646-85B6-0E3DAD0D9503}"/>
                  </a:ext>
                </a:extLst>
              </p:cNvPr>
              <p:cNvGrpSpPr>
                <a:grpSpLocks/>
              </p:cNvGrpSpPr>
              <p:nvPr/>
            </p:nvGrpSpPr>
            <p:grpSpPr bwMode="auto">
              <a:xfrm>
                <a:off x="2877" y="895"/>
                <a:ext cx="334" cy="50"/>
                <a:chOff x="2877" y="895"/>
                <a:chExt cx="334" cy="50"/>
              </a:xfrm>
            </p:grpSpPr>
            <p:sp>
              <p:nvSpPr>
                <p:cNvPr id="111795" name="Freeform 394">
                  <a:extLst>
                    <a:ext uri="{FF2B5EF4-FFF2-40B4-BE49-F238E27FC236}">
                      <a16:creationId xmlns:a16="http://schemas.microsoft.com/office/drawing/2014/main" id="{E7A36785-52A6-734D-8C1C-1DF92BB451A0}"/>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96" name="Freeform 395">
                  <a:extLst>
                    <a:ext uri="{FF2B5EF4-FFF2-40B4-BE49-F238E27FC236}">
                      <a16:creationId xmlns:a16="http://schemas.microsoft.com/office/drawing/2014/main" id="{86C3F921-303D-CC42-9EE6-9A8FD91B5E82}"/>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97" name="Rectangle 396">
                  <a:extLst>
                    <a:ext uri="{FF2B5EF4-FFF2-40B4-BE49-F238E27FC236}">
                      <a16:creationId xmlns:a16="http://schemas.microsoft.com/office/drawing/2014/main" id="{9A36B788-F674-F54D-9F80-59F9D4A2781E}"/>
                    </a:ext>
                  </a:extLst>
                </p:cNvPr>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1773" name="Group 397">
              <a:extLst>
                <a:ext uri="{FF2B5EF4-FFF2-40B4-BE49-F238E27FC236}">
                  <a16:creationId xmlns:a16="http://schemas.microsoft.com/office/drawing/2014/main" id="{810902A5-F930-4445-97CF-589C3AD0D4FA}"/>
                </a:ext>
              </a:extLst>
            </p:cNvPr>
            <p:cNvGrpSpPr>
              <a:grpSpLocks/>
            </p:cNvGrpSpPr>
            <p:nvPr/>
          </p:nvGrpSpPr>
          <p:grpSpPr bwMode="auto">
            <a:xfrm>
              <a:off x="2868" y="593"/>
              <a:ext cx="335" cy="346"/>
              <a:chOff x="2868" y="593"/>
              <a:chExt cx="335" cy="346"/>
            </a:xfrm>
          </p:grpSpPr>
          <p:sp>
            <p:nvSpPr>
              <p:cNvPr id="111774" name="Freeform 398">
                <a:extLst>
                  <a:ext uri="{FF2B5EF4-FFF2-40B4-BE49-F238E27FC236}">
                    <a16:creationId xmlns:a16="http://schemas.microsoft.com/office/drawing/2014/main" id="{6DA4B347-23E1-B245-95DD-5620E9201CCE}"/>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75" name="Freeform 399">
                <a:extLst>
                  <a:ext uri="{FF2B5EF4-FFF2-40B4-BE49-F238E27FC236}">
                    <a16:creationId xmlns:a16="http://schemas.microsoft.com/office/drawing/2014/main" id="{2BC3A50E-16EC-8749-B1A6-06DC6E462721}"/>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76" name="Freeform 400">
                <a:extLst>
                  <a:ext uri="{FF2B5EF4-FFF2-40B4-BE49-F238E27FC236}">
                    <a16:creationId xmlns:a16="http://schemas.microsoft.com/office/drawing/2014/main" id="{3FC47F9F-7534-104A-B81C-101D904B5489}"/>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77" name="Freeform 401">
                <a:extLst>
                  <a:ext uri="{FF2B5EF4-FFF2-40B4-BE49-F238E27FC236}">
                    <a16:creationId xmlns:a16="http://schemas.microsoft.com/office/drawing/2014/main" id="{6F5E43C4-61D0-1749-B474-6BF4DF86822E}"/>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78" name="Rectangle 402">
                <a:extLst>
                  <a:ext uri="{FF2B5EF4-FFF2-40B4-BE49-F238E27FC236}">
                    <a16:creationId xmlns:a16="http://schemas.microsoft.com/office/drawing/2014/main" id="{8D384913-13B6-F249-9023-2D7AD6403285}"/>
                  </a:ext>
                </a:extLst>
              </p:cNvPr>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79" name="Rectangle 403">
                <a:extLst>
                  <a:ext uri="{FF2B5EF4-FFF2-40B4-BE49-F238E27FC236}">
                    <a16:creationId xmlns:a16="http://schemas.microsoft.com/office/drawing/2014/main" id="{97EC3BDF-489C-3B41-893D-17B5A72813B4}"/>
                  </a:ext>
                </a:extLst>
              </p:cNvPr>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80" name="Rectangle 404">
                <a:extLst>
                  <a:ext uri="{FF2B5EF4-FFF2-40B4-BE49-F238E27FC236}">
                    <a16:creationId xmlns:a16="http://schemas.microsoft.com/office/drawing/2014/main" id="{8A51719A-C66D-F644-AE8F-66A655B6A2A6}"/>
                  </a:ext>
                </a:extLst>
              </p:cNvPr>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81" name="Line 405">
                <a:extLst>
                  <a:ext uri="{FF2B5EF4-FFF2-40B4-BE49-F238E27FC236}">
                    <a16:creationId xmlns:a16="http://schemas.microsoft.com/office/drawing/2014/main" id="{C27816E3-E034-8E4D-A358-79FCCA9CFE3A}"/>
                  </a:ext>
                </a:extLst>
              </p:cNvPr>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782" name="Group 406">
                <a:extLst>
                  <a:ext uri="{FF2B5EF4-FFF2-40B4-BE49-F238E27FC236}">
                    <a16:creationId xmlns:a16="http://schemas.microsoft.com/office/drawing/2014/main" id="{5531D6BC-EF7F-BB4B-B0D1-C0745B70EF3F}"/>
                  </a:ext>
                </a:extLst>
              </p:cNvPr>
              <p:cNvGrpSpPr>
                <a:grpSpLocks/>
              </p:cNvGrpSpPr>
              <p:nvPr/>
            </p:nvGrpSpPr>
            <p:grpSpPr bwMode="auto">
              <a:xfrm>
                <a:off x="2868" y="888"/>
                <a:ext cx="335" cy="51"/>
                <a:chOff x="2868" y="888"/>
                <a:chExt cx="335" cy="51"/>
              </a:xfrm>
            </p:grpSpPr>
            <p:sp>
              <p:nvSpPr>
                <p:cNvPr id="111783" name="Freeform 407">
                  <a:extLst>
                    <a:ext uri="{FF2B5EF4-FFF2-40B4-BE49-F238E27FC236}">
                      <a16:creationId xmlns:a16="http://schemas.microsoft.com/office/drawing/2014/main" id="{B88551FD-1551-7643-A5E9-69D8F123DFE3}"/>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84" name="Freeform 408">
                  <a:extLst>
                    <a:ext uri="{FF2B5EF4-FFF2-40B4-BE49-F238E27FC236}">
                      <a16:creationId xmlns:a16="http://schemas.microsoft.com/office/drawing/2014/main" id="{06848159-F42C-D241-B7A3-2F4DFB362ECA}"/>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85" name="Rectangle 409">
                  <a:extLst>
                    <a:ext uri="{FF2B5EF4-FFF2-40B4-BE49-F238E27FC236}">
                      <a16:creationId xmlns:a16="http://schemas.microsoft.com/office/drawing/2014/main" id="{4DC3E1F9-DE39-974C-B7CF-B1702260627D}"/>
                    </a:ext>
                  </a:extLst>
                </p:cNvPr>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1742" name="Oval 410">
            <a:extLst>
              <a:ext uri="{FF2B5EF4-FFF2-40B4-BE49-F238E27FC236}">
                <a16:creationId xmlns:a16="http://schemas.microsoft.com/office/drawing/2014/main" id="{F8B03B4D-838C-E945-A955-72F63D34EC43}"/>
              </a:ext>
            </a:extLst>
          </p:cNvPr>
          <p:cNvSpPr>
            <a:spLocks noChangeArrowheads="1"/>
          </p:cNvSpPr>
          <p:nvPr/>
        </p:nvSpPr>
        <p:spPr bwMode="auto">
          <a:xfrm>
            <a:off x="5960269" y="1308498"/>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1743" name="Group 411">
            <a:extLst>
              <a:ext uri="{FF2B5EF4-FFF2-40B4-BE49-F238E27FC236}">
                <a16:creationId xmlns:a16="http://schemas.microsoft.com/office/drawing/2014/main" id="{C4437AAE-87F2-C44B-A636-74C11C3114E2}"/>
              </a:ext>
            </a:extLst>
          </p:cNvPr>
          <p:cNvGrpSpPr>
            <a:grpSpLocks/>
          </p:cNvGrpSpPr>
          <p:nvPr/>
        </p:nvGrpSpPr>
        <p:grpSpPr bwMode="auto">
          <a:xfrm>
            <a:off x="5798344" y="673894"/>
            <a:ext cx="379810" cy="385763"/>
            <a:chOff x="3915" y="593"/>
            <a:chExt cx="343" cy="352"/>
          </a:xfrm>
        </p:grpSpPr>
        <p:grpSp>
          <p:nvGrpSpPr>
            <p:cNvPr id="111746" name="Group 412">
              <a:extLst>
                <a:ext uri="{FF2B5EF4-FFF2-40B4-BE49-F238E27FC236}">
                  <a16:creationId xmlns:a16="http://schemas.microsoft.com/office/drawing/2014/main" id="{9F5B1EAA-07FE-8141-B1CD-4B9EAD78299B}"/>
                </a:ext>
              </a:extLst>
            </p:cNvPr>
            <p:cNvGrpSpPr>
              <a:grpSpLocks/>
            </p:cNvGrpSpPr>
            <p:nvPr/>
          </p:nvGrpSpPr>
          <p:grpSpPr bwMode="auto">
            <a:xfrm>
              <a:off x="3924" y="599"/>
              <a:ext cx="334" cy="346"/>
              <a:chOff x="3924" y="599"/>
              <a:chExt cx="334" cy="346"/>
            </a:xfrm>
          </p:grpSpPr>
          <p:sp>
            <p:nvSpPr>
              <p:cNvPr id="111760" name="Freeform 413">
                <a:extLst>
                  <a:ext uri="{FF2B5EF4-FFF2-40B4-BE49-F238E27FC236}">
                    <a16:creationId xmlns:a16="http://schemas.microsoft.com/office/drawing/2014/main" id="{07B6B6D7-46DC-9341-A488-CABA7068EDCB}"/>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61" name="Freeform 414">
                <a:extLst>
                  <a:ext uri="{FF2B5EF4-FFF2-40B4-BE49-F238E27FC236}">
                    <a16:creationId xmlns:a16="http://schemas.microsoft.com/office/drawing/2014/main" id="{6360B5F0-E6FC-E740-B6BC-4E9C1E20DC74}"/>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62" name="Freeform 415">
                <a:extLst>
                  <a:ext uri="{FF2B5EF4-FFF2-40B4-BE49-F238E27FC236}">
                    <a16:creationId xmlns:a16="http://schemas.microsoft.com/office/drawing/2014/main" id="{E16F3D22-3C94-A14D-A729-6D05ED46BF7D}"/>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63" name="Freeform 416">
                <a:extLst>
                  <a:ext uri="{FF2B5EF4-FFF2-40B4-BE49-F238E27FC236}">
                    <a16:creationId xmlns:a16="http://schemas.microsoft.com/office/drawing/2014/main" id="{094D7E05-30A0-7340-B05A-229927C97872}"/>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64" name="Rectangle 417">
                <a:extLst>
                  <a:ext uri="{FF2B5EF4-FFF2-40B4-BE49-F238E27FC236}">
                    <a16:creationId xmlns:a16="http://schemas.microsoft.com/office/drawing/2014/main" id="{E873A97A-B707-EC49-96ED-37BB238DEFAD}"/>
                  </a:ext>
                </a:extLst>
              </p:cNvPr>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65" name="Rectangle 418">
                <a:extLst>
                  <a:ext uri="{FF2B5EF4-FFF2-40B4-BE49-F238E27FC236}">
                    <a16:creationId xmlns:a16="http://schemas.microsoft.com/office/drawing/2014/main" id="{B10773F5-9C15-6D47-8D4F-275208BE589A}"/>
                  </a:ext>
                </a:extLst>
              </p:cNvPr>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66" name="Rectangle 419">
                <a:extLst>
                  <a:ext uri="{FF2B5EF4-FFF2-40B4-BE49-F238E27FC236}">
                    <a16:creationId xmlns:a16="http://schemas.microsoft.com/office/drawing/2014/main" id="{E760F9DC-F18E-6841-A80A-E00F5BB9C10C}"/>
                  </a:ext>
                </a:extLst>
              </p:cNvPr>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67" name="Line 420">
                <a:extLst>
                  <a:ext uri="{FF2B5EF4-FFF2-40B4-BE49-F238E27FC236}">
                    <a16:creationId xmlns:a16="http://schemas.microsoft.com/office/drawing/2014/main" id="{828B441E-A412-7041-BF80-E5949690B1C8}"/>
                  </a:ext>
                </a:extLst>
              </p:cNvPr>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768" name="Group 421">
                <a:extLst>
                  <a:ext uri="{FF2B5EF4-FFF2-40B4-BE49-F238E27FC236}">
                    <a16:creationId xmlns:a16="http://schemas.microsoft.com/office/drawing/2014/main" id="{72A3B42B-819B-E443-8ED3-613D70B7B9D6}"/>
                  </a:ext>
                </a:extLst>
              </p:cNvPr>
              <p:cNvGrpSpPr>
                <a:grpSpLocks/>
              </p:cNvGrpSpPr>
              <p:nvPr/>
            </p:nvGrpSpPr>
            <p:grpSpPr bwMode="auto">
              <a:xfrm>
                <a:off x="3924" y="895"/>
                <a:ext cx="334" cy="50"/>
                <a:chOff x="3924" y="895"/>
                <a:chExt cx="334" cy="50"/>
              </a:xfrm>
            </p:grpSpPr>
            <p:sp>
              <p:nvSpPr>
                <p:cNvPr id="111769" name="Freeform 422">
                  <a:extLst>
                    <a:ext uri="{FF2B5EF4-FFF2-40B4-BE49-F238E27FC236}">
                      <a16:creationId xmlns:a16="http://schemas.microsoft.com/office/drawing/2014/main" id="{6673B664-48F3-0B41-B154-0C1D9602D32D}"/>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70" name="Freeform 423">
                  <a:extLst>
                    <a:ext uri="{FF2B5EF4-FFF2-40B4-BE49-F238E27FC236}">
                      <a16:creationId xmlns:a16="http://schemas.microsoft.com/office/drawing/2014/main" id="{C13441A4-D18A-D149-AEFB-4D79D64D4250}"/>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71" name="Rectangle 424">
                  <a:extLst>
                    <a:ext uri="{FF2B5EF4-FFF2-40B4-BE49-F238E27FC236}">
                      <a16:creationId xmlns:a16="http://schemas.microsoft.com/office/drawing/2014/main" id="{C7E875DF-220B-004C-9991-DE17E529BCD0}"/>
                    </a:ext>
                  </a:extLst>
                </p:cNvPr>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1747" name="Group 425">
              <a:extLst>
                <a:ext uri="{FF2B5EF4-FFF2-40B4-BE49-F238E27FC236}">
                  <a16:creationId xmlns:a16="http://schemas.microsoft.com/office/drawing/2014/main" id="{EE2733C6-B17F-9743-9601-9CA7FC60054F}"/>
                </a:ext>
              </a:extLst>
            </p:cNvPr>
            <p:cNvGrpSpPr>
              <a:grpSpLocks/>
            </p:cNvGrpSpPr>
            <p:nvPr/>
          </p:nvGrpSpPr>
          <p:grpSpPr bwMode="auto">
            <a:xfrm>
              <a:off x="3915" y="593"/>
              <a:ext cx="335" cy="346"/>
              <a:chOff x="3915" y="593"/>
              <a:chExt cx="335" cy="346"/>
            </a:xfrm>
          </p:grpSpPr>
          <p:sp>
            <p:nvSpPr>
              <p:cNvPr id="111748" name="Freeform 426">
                <a:extLst>
                  <a:ext uri="{FF2B5EF4-FFF2-40B4-BE49-F238E27FC236}">
                    <a16:creationId xmlns:a16="http://schemas.microsoft.com/office/drawing/2014/main" id="{99D7F6B1-06AF-AB4F-8BBC-8F478A451F4A}"/>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49" name="Freeform 427">
                <a:extLst>
                  <a:ext uri="{FF2B5EF4-FFF2-40B4-BE49-F238E27FC236}">
                    <a16:creationId xmlns:a16="http://schemas.microsoft.com/office/drawing/2014/main" id="{33745DCC-14E9-D744-AA29-F825DF91C16C}"/>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50" name="Freeform 428">
                <a:extLst>
                  <a:ext uri="{FF2B5EF4-FFF2-40B4-BE49-F238E27FC236}">
                    <a16:creationId xmlns:a16="http://schemas.microsoft.com/office/drawing/2014/main" id="{386BC281-CA69-2148-A990-AC2DCC2BDDDE}"/>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51" name="Freeform 429">
                <a:extLst>
                  <a:ext uri="{FF2B5EF4-FFF2-40B4-BE49-F238E27FC236}">
                    <a16:creationId xmlns:a16="http://schemas.microsoft.com/office/drawing/2014/main" id="{73C37D8E-2230-D547-875B-48FC04A842FE}"/>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52" name="Rectangle 430">
                <a:extLst>
                  <a:ext uri="{FF2B5EF4-FFF2-40B4-BE49-F238E27FC236}">
                    <a16:creationId xmlns:a16="http://schemas.microsoft.com/office/drawing/2014/main" id="{FCA47284-655C-3D42-8EBE-3C10335B37E1}"/>
                  </a:ext>
                </a:extLst>
              </p:cNvPr>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53" name="Rectangle 431">
                <a:extLst>
                  <a:ext uri="{FF2B5EF4-FFF2-40B4-BE49-F238E27FC236}">
                    <a16:creationId xmlns:a16="http://schemas.microsoft.com/office/drawing/2014/main" id="{120FE2CD-6C38-824A-8087-EED29606E5B0}"/>
                  </a:ext>
                </a:extLst>
              </p:cNvPr>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54" name="Rectangle 432">
                <a:extLst>
                  <a:ext uri="{FF2B5EF4-FFF2-40B4-BE49-F238E27FC236}">
                    <a16:creationId xmlns:a16="http://schemas.microsoft.com/office/drawing/2014/main" id="{1688A992-2FC6-EF48-A503-4DEFC928B162}"/>
                  </a:ext>
                </a:extLst>
              </p:cNvPr>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55" name="Line 433">
                <a:extLst>
                  <a:ext uri="{FF2B5EF4-FFF2-40B4-BE49-F238E27FC236}">
                    <a16:creationId xmlns:a16="http://schemas.microsoft.com/office/drawing/2014/main" id="{BFAC7AB0-8911-6C41-BA7A-97997955B186}"/>
                  </a:ext>
                </a:extLst>
              </p:cNvPr>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756" name="Group 434">
                <a:extLst>
                  <a:ext uri="{FF2B5EF4-FFF2-40B4-BE49-F238E27FC236}">
                    <a16:creationId xmlns:a16="http://schemas.microsoft.com/office/drawing/2014/main" id="{210ED89E-04D8-F744-A869-0080646B827A}"/>
                  </a:ext>
                </a:extLst>
              </p:cNvPr>
              <p:cNvGrpSpPr>
                <a:grpSpLocks/>
              </p:cNvGrpSpPr>
              <p:nvPr/>
            </p:nvGrpSpPr>
            <p:grpSpPr bwMode="auto">
              <a:xfrm>
                <a:off x="3915" y="888"/>
                <a:ext cx="335" cy="51"/>
                <a:chOff x="3915" y="888"/>
                <a:chExt cx="335" cy="51"/>
              </a:xfrm>
            </p:grpSpPr>
            <p:sp>
              <p:nvSpPr>
                <p:cNvPr id="111757" name="Freeform 435">
                  <a:extLst>
                    <a:ext uri="{FF2B5EF4-FFF2-40B4-BE49-F238E27FC236}">
                      <a16:creationId xmlns:a16="http://schemas.microsoft.com/office/drawing/2014/main" id="{1B7018D0-1D5A-D048-86A1-C0CF2C38B2C2}"/>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58" name="Freeform 436">
                  <a:extLst>
                    <a:ext uri="{FF2B5EF4-FFF2-40B4-BE49-F238E27FC236}">
                      <a16:creationId xmlns:a16="http://schemas.microsoft.com/office/drawing/2014/main" id="{B81031B5-8F26-9445-A7DD-1D80B9B8E511}"/>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59" name="Rectangle 437">
                  <a:extLst>
                    <a:ext uri="{FF2B5EF4-FFF2-40B4-BE49-F238E27FC236}">
                      <a16:creationId xmlns:a16="http://schemas.microsoft.com/office/drawing/2014/main" id="{BFFB5F5D-9CAD-CE4F-9C75-25CE77778216}"/>
                    </a:ext>
                  </a:extLst>
                </p:cNvPr>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1745" name="幻灯片编号占位符 1">
            <a:extLst>
              <a:ext uri="{FF2B5EF4-FFF2-40B4-BE49-F238E27FC236}">
                <a16:creationId xmlns:a16="http://schemas.microsoft.com/office/drawing/2014/main" id="{0840598D-52BC-E441-BB97-67BBF13B18A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28A0E54-2997-A748-A508-393C10627AA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40" name="Text Box 441">
            <a:extLst>
              <a:ext uri="{FF2B5EF4-FFF2-40B4-BE49-F238E27FC236}">
                <a16:creationId xmlns:a16="http://schemas.microsoft.com/office/drawing/2014/main" id="{E21CF695-353A-694F-B288-49D99647350E}"/>
              </a:ext>
            </a:extLst>
          </p:cNvPr>
          <p:cNvSpPr txBox="1">
            <a:spLocks noChangeArrowheads="1"/>
          </p:cNvSpPr>
          <p:nvPr/>
        </p:nvSpPr>
        <p:spPr bwMode="auto">
          <a:xfrm>
            <a:off x="1221700" y="211455"/>
            <a:ext cx="6760131" cy="738664"/>
          </a:xfrm>
          <a:prstGeom prst="rect">
            <a:avLst/>
          </a:prstGeom>
          <a:solidFill>
            <a:srgbClr val="FFFF99"/>
          </a:solidFill>
          <a:ln w="9525">
            <a:solidFill>
              <a:schemeClr val="tx2"/>
            </a:solidFill>
            <a:miter lim="800000"/>
            <a:headEnd/>
            <a:tailEnd/>
          </a:ln>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在同一个局域网上的主机或路由器的</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地址中的网络号必须是一样的。图中的网络号就是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地址中的 </a:t>
            </a:r>
            <a:r>
              <a:rPr lang="en-US" altLang="zh-CN" sz="2100" dirty="0">
                <a:latin typeface="Arial" panose="020B0604020202020204" pitchFamily="34" charset="0"/>
                <a:ea typeface="宋体" panose="02010600030101010101" pitchFamily="2" charset="-122"/>
                <a:cs typeface="黑体" panose="02010609060101010101" pitchFamily="49" charset="-122"/>
              </a:rPr>
              <a:t>net-id</a:t>
            </a:r>
          </a:p>
        </p:txBody>
      </p:sp>
    </p:spTree>
    <p:extLst>
      <p:ext uri="{BB962C8B-B14F-4D97-AF65-F5344CB8AC3E}">
        <p14:creationId xmlns:p14="http://schemas.microsoft.com/office/powerpoint/2010/main" val="349023809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4000" fill="hold" nodeType="afterEffect">
                                  <p:stCondLst>
                                    <p:cond delay="500"/>
                                  </p:stCondLst>
                                  <p:childTnLst>
                                    <p:anim calcmode="discrete" valueType="str">
                                      <p:cBhvr>
                                        <p:cTn id="6" dur="1000" fill="hold"/>
                                        <p:tgtEl>
                                          <p:spTgt spid="448516"/>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4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0" grpId="0" animBg="1"/>
    </p:bldLst>
  </p:timing>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3665" name="AutoShape 2">
            <a:extLst>
              <a:ext uri="{FF2B5EF4-FFF2-40B4-BE49-F238E27FC236}">
                <a16:creationId xmlns:a16="http://schemas.microsoft.com/office/drawing/2014/main" id="{39A6DB11-FF5B-B745-BC1A-37F99CA8C058}"/>
              </a:ext>
            </a:extLst>
          </p:cNvPr>
          <p:cNvSpPr>
            <a:spLocks noChangeArrowheads="1"/>
          </p:cNvSpPr>
          <p:nvPr/>
        </p:nvSpPr>
        <p:spPr bwMode="auto">
          <a:xfrm>
            <a:off x="2156222" y="1345407"/>
            <a:ext cx="4891088" cy="2926556"/>
          </a:xfrm>
          <a:prstGeom prst="roundRect">
            <a:avLst>
              <a:gd name="adj" fmla="val 24787"/>
            </a:avLst>
          </a:prstGeom>
          <a:solidFill>
            <a:srgbClr val="CCECFF"/>
          </a:solidFill>
          <a:ln w="9525">
            <a:solidFill>
              <a:schemeClr val="tx1"/>
            </a:solidFill>
            <a:prstDash val="dash"/>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13666" name="Rectangle 3">
            <a:extLst>
              <a:ext uri="{FF2B5EF4-FFF2-40B4-BE49-F238E27FC236}">
                <a16:creationId xmlns:a16="http://schemas.microsoft.com/office/drawing/2014/main" id="{2590F390-EC44-AF44-A2FE-4BA6A67A2E75}"/>
              </a:ext>
            </a:extLst>
          </p:cNvPr>
          <p:cNvSpPr>
            <a:spLocks noGrp="1" noChangeArrowheads="1"/>
          </p:cNvSpPr>
          <p:nvPr>
            <p:ph type="title"/>
          </p:nvPr>
        </p:nvSpPr>
        <p:spPr>
          <a:xfrm>
            <a:off x="1709737" y="86916"/>
            <a:ext cx="5844779" cy="521494"/>
          </a:xfrm>
        </p:spPr>
        <p:txBody>
          <a:bodyPr/>
          <a:lstStyle/>
          <a:p>
            <a:pPr algn="ctr" eaLnBrk="1" hangingPunct="1"/>
            <a:r>
              <a:rPr lang="zh-CN" altLang="en-US" sz="2700">
                <a:ea typeface="宋体" panose="02010600030101010101" pitchFamily="2" charset="-122"/>
              </a:rPr>
              <a:t>互联网中的 </a:t>
            </a:r>
            <a:r>
              <a:rPr lang="en-US" altLang="zh-CN" sz="2700">
                <a:ea typeface="宋体" panose="02010600030101010101" pitchFamily="2" charset="-122"/>
              </a:rPr>
              <a:t>IP </a:t>
            </a:r>
            <a:r>
              <a:rPr lang="zh-CN" altLang="en-US" sz="2700">
                <a:ea typeface="宋体" panose="02010600030101010101" pitchFamily="2" charset="-122"/>
              </a:rPr>
              <a:t>地址 </a:t>
            </a:r>
          </a:p>
        </p:txBody>
      </p:sp>
      <p:sp>
        <p:nvSpPr>
          <p:cNvPr id="113667" name="Freeform 4">
            <a:extLst>
              <a:ext uri="{FF2B5EF4-FFF2-40B4-BE49-F238E27FC236}">
                <a16:creationId xmlns:a16="http://schemas.microsoft.com/office/drawing/2014/main" id="{94D6FD91-F4D7-EE4E-B83D-2275F5D486C6}"/>
              </a:ext>
            </a:extLst>
          </p:cNvPr>
          <p:cNvSpPr>
            <a:spLocks/>
          </p:cNvSpPr>
          <p:nvPr/>
        </p:nvSpPr>
        <p:spPr bwMode="auto">
          <a:xfrm>
            <a:off x="3434954" y="1903810"/>
            <a:ext cx="3592115" cy="2377678"/>
          </a:xfrm>
          <a:custGeom>
            <a:avLst/>
            <a:gdLst>
              <a:gd name="T0" fmla="*/ 2147483646 w 3246"/>
              <a:gd name="T1" fmla="*/ 2147483646 h 2165"/>
              <a:gd name="T2" fmla="*/ 2147483646 w 3246"/>
              <a:gd name="T3" fmla="*/ 2147483646 h 2165"/>
              <a:gd name="T4" fmla="*/ 2147483646 w 3246"/>
              <a:gd name="T5" fmla="*/ 2147483646 h 2165"/>
              <a:gd name="T6" fmla="*/ 2147483646 w 3246"/>
              <a:gd name="T7" fmla="*/ 2147483646 h 2165"/>
              <a:gd name="T8" fmla="*/ 2147483646 w 3246"/>
              <a:gd name="T9" fmla="*/ 2147483646 h 2165"/>
              <a:gd name="T10" fmla="*/ 2147483646 w 3246"/>
              <a:gd name="T11" fmla="*/ 2147483646 h 2165"/>
              <a:gd name="T12" fmla="*/ 2147483646 w 3246"/>
              <a:gd name="T13" fmla="*/ 2147483646 h 2165"/>
              <a:gd name="T14" fmla="*/ 2147483646 w 3246"/>
              <a:gd name="T15" fmla="*/ 2147483646 h 2165"/>
              <a:gd name="T16" fmla="*/ 2147483646 w 3246"/>
              <a:gd name="T17" fmla="*/ 2147483646 h 2165"/>
              <a:gd name="T18" fmla="*/ 2147483646 w 3246"/>
              <a:gd name="T19" fmla="*/ 2147483646 h 2165"/>
              <a:gd name="T20" fmla="*/ 2147483646 w 3246"/>
              <a:gd name="T21" fmla="*/ 2147483646 h 2165"/>
              <a:gd name="T22" fmla="*/ 2147483646 w 3246"/>
              <a:gd name="T23" fmla="*/ 2147483646 h 2165"/>
              <a:gd name="T24" fmla="*/ 2147483646 w 3246"/>
              <a:gd name="T25" fmla="*/ 2147483646 h 2165"/>
              <a:gd name="T26" fmla="*/ 2147483646 w 3246"/>
              <a:gd name="T27" fmla="*/ 2147483646 h 2165"/>
              <a:gd name="T28" fmla="*/ 2147483646 w 3246"/>
              <a:gd name="T29" fmla="*/ 2147483646 h 2165"/>
              <a:gd name="T30" fmla="*/ 2147483646 w 3246"/>
              <a:gd name="T31" fmla="*/ 2147483646 h 2165"/>
              <a:gd name="T32" fmla="*/ 2147483646 w 3246"/>
              <a:gd name="T33" fmla="*/ 2147483646 h 2165"/>
              <a:gd name="T34" fmla="*/ 2147483646 w 3246"/>
              <a:gd name="T35" fmla="*/ 2147483646 h 2165"/>
              <a:gd name="T36" fmla="*/ 2147483646 w 3246"/>
              <a:gd name="T37" fmla="*/ 2147483646 h 2165"/>
              <a:gd name="T38" fmla="*/ 2147483646 w 3246"/>
              <a:gd name="T39" fmla="*/ 2147483646 h 2165"/>
              <a:gd name="T40" fmla="*/ 2147483646 w 3246"/>
              <a:gd name="T41" fmla="*/ 0 h 2165"/>
              <a:gd name="T42" fmla="*/ 2147483646 w 3246"/>
              <a:gd name="T43" fmla="*/ 2147483646 h 2165"/>
              <a:gd name="T44" fmla="*/ 2147483646 w 3246"/>
              <a:gd name="T45" fmla="*/ 2147483646 h 2165"/>
              <a:gd name="T46" fmla="*/ 2147483646 w 3246"/>
              <a:gd name="T47" fmla="*/ 2147483646 h 2165"/>
              <a:gd name="T48" fmla="*/ 2147483646 w 3246"/>
              <a:gd name="T49" fmla="*/ 2147483646 h 2165"/>
              <a:gd name="T50" fmla="*/ 2147483646 w 3246"/>
              <a:gd name="T51" fmla="*/ 2147483646 h 2165"/>
              <a:gd name="T52" fmla="*/ 2147483646 w 3246"/>
              <a:gd name="T53" fmla="*/ 2147483646 h 2165"/>
              <a:gd name="T54" fmla="*/ 2147483646 w 3246"/>
              <a:gd name="T55" fmla="*/ 2147483646 h 2165"/>
              <a:gd name="T56" fmla="*/ 2147483646 w 3246"/>
              <a:gd name="T57" fmla="*/ 2147483646 h 2165"/>
              <a:gd name="T58" fmla="*/ 2147483646 w 3246"/>
              <a:gd name="T59" fmla="*/ 2147483646 h 2165"/>
              <a:gd name="T60" fmla="*/ 2147483646 w 3246"/>
              <a:gd name="T61" fmla="*/ 2147483646 h 2165"/>
              <a:gd name="T62" fmla="*/ 2147483646 w 3246"/>
              <a:gd name="T63" fmla="*/ 2147483646 h 2165"/>
              <a:gd name="T64" fmla="*/ 2147483646 w 3246"/>
              <a:gd name="T65" fmla="*/ 2147483646 h 2165"/>
              <a:gd name="T66" fmla="*/ 2147483646 w 3246"/>
              <a:gd name="T67" fmla="*/ 2147483646 h 2165"/>
              <a:gd name="T68" fmla="*/ 2147483646 w 3246"/>
              <a:gd name="T69" fmla="*/ 2147483646 h 2165"/>
              <a:gd name="T70" fmla="*/ 2147483646 w 3246"/>
              <a:gd name="T71" fmla="*/ 2147483646 h 2165"/>
              <a:gd name="T72" fmla="*/ 2147483646 w 3246"/>
              <a:gd name="T73" fmla="*/ 2147483646 h 2165"/>
              <a:gd name="T74" fmla="*/ 2147483646 w 3246"/>
              <a:gd name="T75" fmla="*/ 2147483646 h 2165"/>
              <a:gd name="T76" fmla="*/ 2147483646 w 3246"/>
              <a:gd name="T77" fmla="*/ 2147483646 h 2165"/>
              <a:gd name="T78" fmla="*/ 2147483646 w 3246"/>
              <a:gd name="T79" fmla="*/ 2147483646 h 2165"/>
              <a:gd name="T80" fmla="*/ 2147483646 w 3246"/>
              <a:gd name="T81" fmla="*/ 2147483646 h 2165"/>
              <a:gd name="T82" fmla="*/ 0 w 3246"/>
              <a:gd name="T83" fmla="*/ 2147483646 h 2165"/>
              <a:gd name="T84" fmla="*/ 2147483646 w 3246"/>
              <a:gd name="T85" fmla="*/ 2147483646 h 2165"/>
              <a:gd name="T86" fmla="*/ 2147483646 w 3246"/>
              <a:gd name="T87" fmla="*/ 2147483646 h 2165"/>
              <a:gd name="T88" fmla="*/ 2147483646 w 3246"/>
              <a:gd name="T89" fmla="*/ 2147483646 h 2165"/>
              <a:gd name="T90" fmla="*/ 2147483646 w 3246"/>
              <a:gd name="T91" fmla="*/ 2147483646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668" name="Line 5">
            <a:extLst>
              <a:ext uri="{FF2B5EF4-FFF2-40B4-BE49-F238E27FC236}">
                <a16:creationId xmlns:a16="http://schemas.microsoft.com/office/drawing/2014/main" id="{3826C273-D4CF-BA49-AA6C-D441614FB9B4}"/>
              </a:ext>
            </a:extLst>
          </p:cNvPr>
          <p:cNvSpPr>
            <a:spLocks noChangeShapeType="1"/>
          </p:cNvSpPr>
          <p:nvPr/>
        </p:nvSpPr>
        <p:spPr bwMode="auto">
          <a:xfrm>
            <a:off x="4801791" y="4069557"/>
            <a:ext cx="0" cy="6417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69" name="Line 6">
            <a:extLst>
              <a:ext uri="{FF2B5EF4-FFF2-40B4-BE49-F238E27FC236}">
                <a16:creationId xmlns:a16="http://schemas.microsoft.com/office/drawing/2014/main" id="{53E9B7FA-1437-DE46-B41A-41647DF81A96}"/>
              </a:ext>
            </a:extLst>
          </p:cNvPr>
          <p:cNvSpPr>
            <a:spLocks noChangeShapeType="1"/>
          </p:cNvSpPr>
          <p:nvPr/>
        </p:nvSpPr>
        <p:spPr bwMode="auto">
          <a:xfrm>
            <a:off x="3873104" y="4052888"/>
            <a:ext cx="0" cy="63936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70" name="Freeform 7">
            <a:extLst>
              <a:ext uri="{FF2B5EF4-FFF2-40B4-BE49-F238E27FC236}">
                <a16:creationId xmlns:a16="http://schemas.microsoft.com/office/drawing/2014/main" id="{4120B552-4151-AB48-BE06-CB1606818BFF}"/>
              </a:ext>
            </a:extLst>
          </p:cNvPr>
          <p:cNvSpPr>
            <a:spLocks/>
          </p:cNvSpPr>
          <p:nvPr/>
        </p:nvSpPr>
        <p:spPr bwMode="auto">
          <a:xfrm>
            <a:off x="5042298" y="3894535"/>
            <a:ext cx="1858565" cy="158353"/>
          </a:xfrm>
          <a:custGeom>
            <a:avLst/>
            <a:gdLst>
              <a:gd name="T0" fmla="*/ 0 w 1680"/>
              <a:gd name="T1" fmla="*/ 2147483646 h 192"/>
              <a:gd name="T2" fmla="*/ 0 w 1680"/>
              <a:gd name="T3" fmla="*/ 0 h 192"/>
              <a:gd name="T4" fmla="*/ 2147483646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3671" name="Freeform 8">
            <a:extLst>
              <a:ext uri="{FF2B5EF4-FFF2-40B4-BE49-F238E27FC236}">
                <a16:creationId xmlns:a16="http://schemas.microsoft.com/office/drawing/2014/main" id="{D68F46B0-5200-8B4A-9F04-07D94B41A033}"/>
              </a:ext>
            </a:extLst>
          </p:cNvPr>
          <p:cNvSpPr>
            <a:spLocks/>
          </p:cNvSpPr>
          <p:nvPr/>
        </p:nvSpPr>
        <p:spPr bwMode="auto">
          <a:xfrm>
            <a:off x="3552826" y="3386138"/>
            <a:ext cx="1259681" cy="191691"/>
          </a:xfrm>
          <a:custGeom>
            <a:avLst/>
            <a:gdLst>
              <a:gd name="T0" fmla="*/ 2147483646 w 1138"/>
              <a:gd name="T1" fmla="*/ 2147483646 h 174"/>
              <a:gd name="T2" fmla="*/ 2147483646 w 1138"/>
              <a:gd name="T3" fmla="*/ 2147483646 h 174"/>
              <a:gd name="T4" fmla="*/ 2147483646 w 1138"/>
              <a:gd name="T5" fmla="*/ 2147483646 h 174"/>
              <a:gd name="T6" fmla="*/ 2147483646 w 1138"/>
              <a:gd name="T7" fmla="*/ 2147483646 h 174"/>
              <a:gd name="T8" fmla="*/ 2147483646 w 1138"/>
              <a:gd name="T9" fmla="*/ 0 h 174"/>
              <a:gd name="T10" fmla="*/ 2147483646 w 1138"/>
              <a:gd name="T11" fmla="*/ 0 h 174"/>
              <a:gd name="T12" fmla="*/ 2147483646 w 1138"/>
              <a:gd name="T13" fmla="*/ 0 h 174"/>
              <a:gd name="T14" fmla="*/ 2147483646 w 1138"/>
              <a:gd name="T15" fmla="*/ 0 h 174"/>
              <a:gd name="T16" fmla="*/ 2147483646 w 1138"/>
              <a:gd name="T17" fmla="*/ 2147483646 h 174"/>
              <a:gd name="T18" fmla="*/ 2147483646 w 1138"/>
              <a:gd name="T19" fmla="*/ 2147483646 h 174"/>
              <a:gd name="T20" fmla="*/ 2147483646 w 1138"/>
              <a:gd name="T21" fmla="*/ 2147483646 h 174"/>
              <a:gd name="T22" fmla="*/ 2147483646 w 1138"/>
              <a:gd name="T23" fmla="*/ 2147483646 h 174"/>
              <a:gd name="T24" fmla="*/ 2147483646 w 1138"/>
              <a:gd name="T25" fmla="*/ 2147483646 h 174"/>
              <a:gd name="T26" fmla="*/ 2147483646 w 1138"/>
              <a:gd name="T27" fmla="*/ 2147483646 h 174"/>
              <a:gd name="T28" fmla="*/ 2147483646 w 1138"/>
              <a:gd name="T29" fmla="*/ 2147483646 h 174"/>
              <a:gd name="T30" fmla="*/ 2147483646 w 1138"/>
              <a:gd name="T31" fmla="*/ 2147483646 h 174"/>
              <a:gd name="T32" fmla="*/ 2147483646 w 1138"/>
              <a:gd name="T33" fmla="*/ 2147483646 h 174"/>
              <a:gd name="T34" fmla="*/ 2147483646 w 1138"/>
              <a:gd name="T35" fmla="*/ 2147483646 h 174"/>
              <a:gd name="T36" fmla="*/ 2147483646 w 1138"/>
              <a:gd name="T37" fmla="*/ 2147483646 h 174"/>
              <a:gd name="T38" fmla="*/ 2147483646 w 1138"/>
              <a:gd name="T39" fmla="*/ 2147483646 h 174"/>
              <a:gd name="T40" fmla="*/ 2147483646 w 1138"/>
              <a:gd name="T41" fmla="*/ 2147483646 h 174"/>
              <a:gd name="T42" fmla="*/ 2147483646 w 1138"/>
              <a:gd name="T43" fmla="*/ 2147483646 h 174"/>
              <a:gd name="T44" fmla="*/ 2147483646 w 1138"/>
              <a:gd name="T45" fmla="*/ 2147483646 h 174"/>
              <a:gd name="T46" fmla="*/ 2147483646 w 1138"/>
              <a:gd name="T47" fmla="*/ 2147483646 h 174"/>
              <a:gd name="T48" fmla="*/ 2147483646 w 1138"/>
              <a:gd name="T49" fmla="*/ 2147483646 h 174"/>
              <a:gd name="T50" fmla="*/ 2147483646 w 1138"/>
              <a:gd name="T51" fmla="*/ 2147483646 h 174"/>
              <a:gd name="T52" fmla="*/ 2147483646 w 1138"/>
              <a:gd name="T53" fmla="*/ 2147483646 h 174"/>
              <a:gd name="T54" fmla="*/ 2147483646 w 1138"/>
              <a:gd name="T55" fmla="*/ 2147483646 h 174"/>
              <a:gd name="T56" fmla="*/ 2147483646 w 1138"/>
              <a:gd name="T57" fmla="*/ 2147483646 h 174"/>
              <a:gd name="T58" fmla="*/ 2147483646 w 1138"/>
              <a:gd name="T59" fmla="*/ 2147483646 h 174"/>
              <a:gd name="T60" fmla="*/ 2147483646 w 1138"/>
              <a:gd name="T61" fmla="*/ 2147483646 h 174"/>
              <a:gd name="T62" fmla="*/ 2147483646 w 1138"/>
              <a:gd name="T63" fmla="*/ 2147483646 h 174"/>
              <a:gd name="T64" fmla="*/ 2147483646 w 1138"/>
              <a:gd name="T65" fmla="*/ 2147483646 h 174"/>
              <a:gd name="T66" fmla="*/ 2147483646 w 1138"/>
              <a:gd name="T67" fmla="*/ 2147483646 h 174"/>
              <a:gd name="T68" fmla="*/ 2147483646 w 1138"/>
              <a:gd name="T69" fmla="*/ 2147483646 h 174"/>
              <a:gd name="T70" fmla="*/ 2147483646 w 1138"/>
              <a:gd name="T71" fmla="*/ 2147483646 h 174"/>
              <a:gd name="T72" fmla="*/ 2147483646 w 1138"/>
              <a:gd name="T73" fmla="*/ 2147483646 h 174"/>
              <a:gd name="T74" fmla="*/ 2147483646 w 1138"/>
              <a:gd name="T75" fmla="*/ 2147483646 h 174"/>
              <a:gd name="T76" fmla="*/ 2147483646 w 1138"/>
              <a:gd name="T77" fmla="*/ 2147483646 h 174"/>
              <a:gd name="T78" fmla="*/ 2147483646 w 1138"/>
              <a:gd name="T79" fmla="*/ 2147483646 h 174"/>
              <a:gd name="T80" fmla="*/ 2147483646 w 1138"/>
              <a:gd name="T81" fmla="*/ 2147483646 h 174"/>
              <a:gd name="T82" fmla="*/ 2147483646 w 1138"/>
              <a:gd name="T83" fmla="*/ 2147483646 h 174"/>
              <a:gd name="T84" fmla="*/ 2147483646 w 1138"/>
              <a:gd name="T85" fmla="*/ 2147483646 h 174"/>
              <a:gd name="T86" fmla="*/ 2147483646 w 1138"/>
              <a:gd name="T87" fmla="*/ 2147483646 h 174"/>
              <a:gd name="T88" fmla="*/ 2147483646 w 1138"/>
              <a:gd name="T89" fmla="*/ 2147483646 h 174"/>
              <a:gd name="T90" fmla="*/ 2147483646 w 1138"/>
              <a:gd name="T91" fmla="*/ 2147483646 h 174"/>
              <a:gd name="T92" fmla="*/ 2147483646 w 1138"/>
              <a:gd name="T93" fmla="*/ 2147483646 h 174"/>
              <a:gd name="T94" fmla="*/ 2147483646 w 1138"/>
              <a:gd name="T95" fmla="*/ 2147483646 h 174"/>
              <a:gd name="T96" fmla="*/ 2147483646 w 1138"/>
              <a:gd name="T97" fmla="*/ 2147483646 h 174"/>
              <a:gd name="T98" fmla="*/ 2147483646 w 1138"/>
              <a:gd name="T99" fmla="*/ 2147483646 h 174"/>
              <a:gd name="T100" fmla="*/ 2147483646 w 1138"/>
              <a:gd name="T101" fmla="*/ 2147483646 h 174"/>
              <a:gd name="T102" fmla="*/ 2147483646 w 1138"/>
              <a:gd name="T103" fmla="*/ 2147483646 h 174"/>
              <a:gd name="T104" fmla="*/ 2147483646 w 1138"/>
              <a:gd name="T105" fmla="*/ 2147483646 h 174"/>
              <a:gd name="T106" fmla="*/ 2147483646 w 1138"/>
              <a:gd name="T107" fmla="*/ 2147483646 h 174"/>
              <a:gd name="T108" fmla="*/ 2147483646 w 1138"/>
              <a:gd name="T109" fmla="*/ 2147483646 h 174"/>
              <a:gd name="T110" fmla="*/ 0 w 1138"/>
              <a:gd name="T111" fmla="*/ 2147483646 h 174"/>
              <a:gd name="T112" fmla="*/ 0 w 1138"/>
              <a:gd name="T113" fmla="*/ 2147483646 h 174"/>
              <a:gd name="T114" fmla="*/ 2147483646 w 1138"/>
              <a:gd name="T115" fmla="*/ 2147483646 h 174"/>
              <a:gd name="T116" fmla="*/ 2147483646 w 1138"/>
              <a:gd name="T117" fmla="*/ 2147483646 h 174"/>
              <a:gd name="T118" fmla="*/ 2147483646 w 1138"/>
              <a:gd name="T119" fmla="*/ 2147483646 h 174"/>
              <a:gd name="T120" fmla="*/ 2147483646 w 1138"/>
              <a:gd name="T121" fmla="*/ 2147483646 h 174"/>
              <a:gd name="T122" fmla="*/ 2147483646 w 1138"/>
              <a:gd name="T123" fmla="*/ 2147483646 h 174"/>
              <a:gd name="T124" fmla="*/ 2147483646 w 1138"/>
              <a:gd name="T125" fmla="*/ 2147483646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672" name="Line 9">
            <a:extLst>
              <a:ext uri="{FF2B5EF4-FFF2-40B4-BE49-F238E27FC236}">
                <a16:creationId xmlns:a16="http://schemas.microsoft.com/office/drawing/2014/main" id="{DB2B7728-6F48-8542-AC54-2746DCBA88D0}"/>
              </a:ext>
            </a:extLst>
          </p:cNvPr>
          <p:cNvSpPr>
            <a:spLocks noChangeShapeType="1"/>
          </p:cNvSpPr>
          <p:nvPr/>
        </p:nvSpPr>
        <p:spPr bwMode="auto">
          <a:xfrm>
            <a:off x="3234929" y="3471863"/>
            <a:ext cx="180736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73" name="Freeform 10">
            <a:extLst>
              <a:ext uri="{FF2B5EF4-FFF2-40B4-BE49-F238E27FC236}">
                <a16:creationId xmlns:a16="http://schemas.microsoft.com/office/drawing/2014/main" id="{90F51524-D6F4-A846-AB8D-892378FA8770}"/>
              </a:ext>
            </a:extLst>
          </p:cNvPr>
          <p:cNvSpPr>
            <a:spLocks/>
          </p:cNvSpPr>
          <p:nvPr/>
        </p:nvSpPr>
        <p:spPr bwMode="auto">
          <a:xfrm>
            <a:off x="2166938" y="1841897"/>
            <a:ext cx="696516" cy="1775222"/>
          </a:xfrm>
          <a:custGeom>
            <a:avLst/>
            <a:gdLst>
              <a:gd name="T0" fmla="*/ 0 w 630"/>
              <a:gd name="T1" fmla="*/ 2147483646 h 1617"/>
              <a:gd name="T2" fmla="*/ 2147483646 w 630"/>
              <a:gd name="T3" fmla="*/ 2147483646 h 1617"/>
              <a:gd name="T4" fmla="*/ 2147483646 w 630"/>
              <a:gd name="T5" fmla="*/ 0 h 1617"/>
              <a:gd name="T6" fmla="*/ 2147483646 w 630"/>
              <a:gd name="T7" fmla="*/ 2147483646 h 1617"/>
              <a:gd name="T8" fmla="*/ 2147483646 w 630"/>
              <a:gd name="T9" fmla="*/ 2147483646 h 1617"/>
              <a:gd name="T10" fmla="*/ 2147483646 w 630"/>
              <a:gd name="T11" fmla="*/ 2147483646 h 1617"/>
              <a:gd name="T12" fmla="*/ 2147483646 w 630"/>
              <a:gd name="T13" fmla="*/ 2147483646 h 1617"/>
              <a:gd name="T14" fmla="*/ 2147483646 w 630"/>
              <a:gd name="T15" fmla="*/ 2147483646 h 1617"/>
              <a:gd name="T16" fmla="*/ 2147483646 w 630"/>
              <a:gd name="T17" fmla="*/ 2147483646 h 1617"/>
              <a:gd name="T18" fmla="*/ 2147483646 w 630"/>
              <a:gd name="T19" fmla="*/ 2147483646 h 1617"/>
              <a:gd name="T20" fmla="*/ 2147483646 w 630"/>
              <a:gd name="T21" fmla="*/ 2147483646 h 1617"/>
              <a:gd name="T22" fmla="*/ 2147483646 w 630"/>
              <a:gd name="T23" fmla="*/ 2147483646 h 1617"/>
              <a:gd name="T24" fmla="*/ 2147483646 w 630"/>
              <a:gd name="T25" fmla="*/ 2147483646 h 1617"/>
              <a:gd name="T26" fmla="*/ 2147483646 w 630"/>
              <a:gd name="T27" fmla="*/ 2147483646 h 1617"/>
              <a:gd name="T28" fmla="*/ 2147483646 w 630"/>
              <a:gd name="T29" fmla="*/ 2147483646 h 1617"/>
              <a:gd name="T30" fmla="*/ 2147483646 w 630"/>
              <a:gd name="T31" fmla="*/ 2147483646 h 1617"/>
              <a:gd name="T32" fmla="*/ 2147483646 w 630"/>
              <a:gd name="T33" fmla="*/ 2147483646 h 1617"/>
              <a:gd name="T34" fmla="*/ 2147483646 w 630"/>
              <a:gd name="T35" fmla="*/ 2147483646 h 1617"/>
              <a:gd name="T36" fmla="*/ 2147483646 w 630"/>
              <a:gd name="T37" fmla="*/ 2147483646 h 1617"/>
              <a:gd name="T38" fmla="*/ 2147483646 w 630"/>
              <a:gd name="T39" fmla="*/ 2147483646 h 1617"/>
              <a:gd name="T40" fmla="*/ 2147483646 w 630"/>
              <a:gd name="T41" fmla="*/ 2147483646 h 1617"/>
              <a:gd name="T42" fmla="*/ 2147483646 w 630"/>
              <a:gd name="T43" fmla="*/ 2147483646 h 1617"/>
              <a:gd name="T44" fmla="*/ 2147483646 w 630"/>
              <a:gd name="T45" fmla="*/ 2147483646 h 1617"/>
              <a:gd name="T46" fmla="*/ 2147483646 w 630"/>
              <a:gd name="T47" fmla="*/ 2147483646 h 1617"/>
              <a:gd name="T48" fmla="*/ 2147483646 w 630"/>
              <a:gd name="T49" fmla="*/ 2147483646 h 1617"/>
              <a:gd name="T50" fmla="*/ 2147483646 w 630"/>
              <a:gd name="T51" fmla="*/ 2147483646 h 1617"/>
              <a:gd name="T52" fmla="*/ 2147483646 w 630"/>
              <a:gd name="T53" fmla="*/ 2147483646 h 1617"/>
              <a:gd name="T54" fmla="*/ 2147483646 w 630"/>
              <a:gd name="T55" fmla="*/ 2147483646 h 1617"/>
              <a:gd name="T56" fmla="*/ 2147483646 w 630"/>
              <a:gd name="T57" fmla="*/ 2147483646 h 1617"/>
              <a:gd name="T58" fmla="*/ 2147483646 w 630"/>
              <a:gd name="T59" fmla="*/ 2147483646 h 1617"/>
              <a:gd name="T60" fmla="*/ 2147483646 w 630"/>
              <a:gd name="T61" fmla="*/ 2147483646 h 1617"/>
              <a:gd name="T62" fmla="*/ 2147483646 w 630"/>
              <a:gd name="T63" fmla="*/ 2147483646 h 1617"/>
              <a:gd name="T64" fmla="*/ 2147483646 w 630"/>
              <a:gd name="T65" fmla="*/ 2147483646 h 1617"/>
              <a:gd name="T66" fmla="*/ 2147483646 w 630"/>
              <a:gd name="T67" fmla="*/ 2147483646 h 1617"/>
              <a:gd name="T68" fmla="*/ 2147483646 w 630"/>
              <a:gd name="T69" fmla="*/ 2147483646 h 1617"/>
              <a:gd name="T70" fmla="*/ 2147483646 w 630"/>
              <a:gd name="T71" fmla="*/ 2147483646 h 1617"/>
              <a:gd name="T72" fmla="*/ 2147483646 w 630"/>
              <a:gd name="T73" fmla="*/ 2147483646 h 1617"/>
              <a:gd name="T74" fmla="*/ 2147483646 w 630"/>
              <a:gd name="T75" fmla="*/ 2147483646 h 1617"/>
              <a:gd name="T76" fmla="*/ 2147483646 w 630"/>
              <a:gd name="T77" fmla="*/ 2147483646 h 1617"/>
              <a:gd name="T78" fmla="*/ 2147483646 w 630"/>
              <a:gd name="T79" fmla="*/ 2147483646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674" name="Freeform 11">
            <a:extLst>
              <a:ext uri="{FF2B5EF4-FFF2-40B4-BE49-F238E27FC236}">
                <a16:creationId xmlns:a16="http://schemas.microsoft.com/office/drawing/2014/main" id="{85DC9A98-EF7A-7A4A-94DE-F98C40948542}"/>
              </a:ext>
            </a:extLst>
          </p:cNvPr>
          <p:cNvSpPr>
            <a:spLocks/>
          </p:cNvSpPr>
          <p:nvPr/>
        </p:nvSpPr>
        <p:spPr bwMode="auto">
          <a:xfrm>
            <a:off x="3208735" y="2314575"/>
            <a:ext cx="819150" cy="817960"/>
          </a:xfrm>
          <a:custGeom>
            <a:avLst/>
            <a:gdLst>
              <a:gd name="T0" fmla="*/ 2147483646 w 741"/>
              <a:gd name="T1" fmla="*/ 2147483646 h 744"/>
              <a:gd name="T2" fmla="*/ 2147483646 w 741"/>
              <a:gd name="T3" fmla="*/ 2147483646 h 744"/>
              <a:gd name="T4" fmla="*/ 2147483646 w 741"/>
              <a:gd name="T5" fmla="*/ 2147483646 h 744"/>
              <a:gd name="T6" fmla="*/ 2147483646 w 741"/>
              <a:gd name="T7" fmla="*/ 2147483646 h 744"/>
              <a:gd name="T8" fmla="*/ 2147483646 w 741"/>
              <a:gd name="T9" fmla="*/ 2147483646 h 744"/>
              <a:gd name="T10" fmla="*/ 2147483646 w 741"/>
              <a:gd name="T11" fmla="*/ 2147483646 h 744"/>
              <a:gd name="T12" fmla="*/ 2147483646 w 741"/>
              <a:gd name="T13" fmla="*/ 2147483646 h 744"/>
              <a:gd name="T14" fmla="*/ 2147483646 w 741"/>
              <a:gd name="T15" fmla="*/ 2147483646 h 744"/>
              <a:gd name="T16" fmla="*/ 2147483646 w 741"/>
              <a:gd name="T17" fmla="*/ 2147483646 h 744"/>
              <a:gd name="T18" fmla="*/ 2147483646 w 741"/>
              <a:gd name="T19" fmla="*/ 2147483646 h 744"/>
              <a:gd name="T20" fmla="*/ 2147483646 w 741"/>
              <a:gd name="T21" fmla="*/ 2147483646 h 744"/>
              <a:gd name="T22" fmla="*/ 2147483646 w 741"/>
              <a:gd name="T23" fmla="*/ 2147483646 h 744"/>
              <a:gd name="T24" fmla="*/ 2147483646 w 741"/>
              <a:gd name="T25" fmla="*/ 2147483646 h 744"/>
              <a:gd name="T26" fmla="*/ 2147483646 w 741"/>
              <a:gd name="T27" fmla="*/ 2147483646 h 744"/>
              <a:gd name="T28" fmla="*/ 2147483646 w 741"/>
              <a:gd name="T29" fmla="*/ 2147483646 h 744"/>
              <a:gd name="T30" fmla="*/ 2147483646 w 741"/>
              <a:gd name="T31" fmla="*/ 2147483646 h 744"/>
              <a:gd name="T32" fmla="*/ 2147483646 w 741"/>
              <a:gd name="T33" fmla="*/ 2147483646 h 744"/>
              <a:gd name="T34" fmla="*/ 2147483646 w 741"/>
              <a:gd name="T35" fmla="*/ 2147483646 h 744"/>
              <a:gd name="T36" fmla="*/ 2147483646 w 741"/>
              <a:gd name="T37" fmla="*/ 2147483646 h 744"/>
              <a:gd name="T38" fmla="*/ 2147483646 w 741"/>
              <a:gd name="T39" fmla="*/ 2147483646 h 744"/>
              <a:gd name="T40" fmla="*/ 2147483646 w 741"/>
              <a:gd name="T41" fmla="*/ 2147483646 h 744"/>
              <a:gd name="T42" fmla="*/ 2147483646 w 741"/>
              <a:gd name="T43" fmla="*/ 2147483646 h 744"/>
              <a:gd name="T44" fmla="*/ 2147483646 w 741"/>
              <a:gd name="T45" fmla="*/ 2147483646 h 744"/>
              <a:gd name="T46" fmla="*/ 2147483646 w 741"/>
              <a:gd name="T47" fmla="*/ 2147483646 h 744"/>
              <a:gd name="T48" fmla="*/ 2147483646 w 741"/>
              <a:gd name="T49" fmla="*/ 2147483646 h 744"/>
              <a:gd name="T50" fmla="*/ 2147483646 w 741"/>
              <a:gd name="T51" fmla="*/ 2147483646 h 744"/>
              <a:gd name="T52" fmla="*/ 2147483646 w 741"/>
              <a:gd name="T53" fmla="*/ 2147483646 h 744"/>
              <a:gd name="T54" fmla="*/ 2147483646 w 741"/>
              <a:gd name="T55" fmla="*/ 0 h 744"/>
              <a:gd name="T56" fmla="*/ 2147483646 w 741"/>
              <a:gd name="T57" fmla="*/ 2147483646 h 744"/>
              <a:gd name="T58" fmla="*/ 2147483646 w 741"/>
              <a:gd name="T59" fmla="*/ 2147483646 h 744"/>
              <a:gd name="T60" fmla="*/ 2147483646 w 741"/>
              <a:gd name="T61" fmla="*/ 2147483646 h 744"/>
              <a:gd name="T62" fmla="*/ 2147483646 w 741"/>
              <a:gd name="T63" fmla="*/ 2147483646 h 744"/>
              <a:gd name="T64" fmla="*/ 2147483646 w 741"/>
              <a:gd name="T65" fmla="*/ 2147483646 h 744"/>
              <a:gd name="T66" fmla="*/ 2147483646 w 741"/>
              <a:gd name="T67" fmla="*/ 2147483646 h 744"/>
              <a:gd name="T68" fmla="*/ 2147483646 w 741"/>
              <a:gd name="T69" fmla="*/ 2147483646 h 744"/>
              <a:gd name="T70" fmla="*/ 2147483646 w 741"/>
              <a:gd name="T71" fmla="*/ 2147483646 h 744"/>
              <a:gd name="T72" fmla="*/ 2147483646 w 741"/>
              <a:gd name="T73" fmla="*/ 2147483646 h 744"/>
              <a:gd name="T74" fmla="*/ 2147483646 w 741"/>
              <a:gd name="T75" fmla="*/ 2147483646 h 744"/>
              <a:gd name="T76" fmla="*/ 2147483646 w 741"/>
              <a:gd name="T77" fmla="*/ 2147483646 h 744"/>
              <a:gd name="T78" fmla="*/ 2147483646 w 741"/>
              <a:gd name="T79" fmla="*/ 2147483646 h 744"/>
              <a:gd name="T80" fmla="*/ 2147483646 w 741"/>
              <a:gd name="T81" fmla="*/ 2147483646 h 744"/>
              <a:gd name="T82" fmla="*/ 2147483646 w 741"/>
              <a:gd name="T83" fmla="*/ 2147483646 h 744"/>
              <a:gd name="T84" fmla="*/ 2147483646 w 741"/>
              <a:gd name="T85" fmla="*/ 2147483646 h 744"/>
              <a:gd name="T86" fmla="*/ 0 w 741"/>
              <a:gd name="T87" fmla="*/ 2147483646 h 744"/>
              <a:gd name="T88" fmla="*/ 2147483646 w 741"/>
              <a:gd name="T89" fmla="*/ 2147483646 h 744"/>
              <a:gd name="T90" fmla="*/ 2147483646 w 741"/>
              <a:gd name="T91" fmla="*/ 2147483646 h 744"/>
              <a:gd name="T92" fmla="*/ 2147483646 w 741"/>
              <a:gd name="T93" fmla="*/ 2147483646 h 744"/>
              <a:gd name="T94" fmla="*/ 2147483646 w 741"/>
              <a:gd name="T95" fmla="*/ 2147483646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675" name="Freeform 12">
            <a:extLst>
              <a:ext uri="{FF2B5EF4-FFF2-40B4-BE49-F238E27FC236}">
                <a16:creationId xmlns:a16="http://schemas.microsoft.com/office/drawing/2014/main" id="{C0904C26-1EA2-6340-AA8E-4D9B3642A31A}"/>
              </a:ext>
            </a:extLst>
          </p:cNvPr>
          <p:cNvSpPr>
            <a:spLocks/>
          </p:cNvSpPr>
          <p:nvPr/>
        </p:nvSpPr>
        <p:spPr bwMode="auto">
          <a:xfrm>
            <a:off x="4411266" y="2311004"/>
            <a:ext cx="728663" cy="915590"/>
          </a:xfrm>
          <a:custGeom>
            <a:avLst/>
            <a:gdLst>
              <a:gd name="T0" fmla="*/ 2147483646 w 657"/>
              <a:gd name="T1" fmla="*/ 2147483646 h 832"/>
              <a:gd name="T2" fmla="*/ 2147483646 w 657"/>
              <a:gd name="T3" fmla="*/ 2147483646 h 832"/>
              <a:gd name="T4" fmla="*/ 2147483646 w 657"/>
              <a:gd name="T5" fmla="*/ 2147483646 h 832"/>
              <a:gd name="T6" fmla="*/ 2147483646 w 657"/>
              <a:gd name="T7" fmla="*/ 2147483646 h 832"/>
              <a:gd name="T8" fmla="*/ 2147483646 w 657"/>
              <a:gd name="T9" fmla="*/ 0 h 832"/>
              <a:gd name="T10" fmla="*/ 2147483646 w 657"/>
              <a:gd name="T11" fmla="*/ 2147483646 h 832"/>
              <a:gd name="T12" fmla="*/ 2147483646 w 657"/>
              <a:gd name="T13" fmla="*/ 2147483646 h 832"/>
              <a:gd name="T14" fmla="*/ 2147483646 w 657"/>
              <a:gd name="T15" fmla="*/ 2147483646 h 832"/>
              <a:gd name="T16" fmla="*/ 2147483646 w 657"/>
              <a:gd name="T17" fmla="*/ 2147483646 h 832"/>
              <a:gd name="T18" fmla="*/ 2147483646 w 657"/>
              <a:gd name="T19" fmla="*/ 2147483646 h 832"/>
              <a:gd name="T20" fmla="*/ 2147483646 w 657"/>
              <a:gd name="T21" fmla="*/ 2147483646 h 832"/>
              <a:gd name="T22" fmla="*/ 2147483646 w 657"/>
              <a:gd name="T23" fmla="*/ 2147483646 h 832"/>
              <a:gd name="T24" fmla="*/ 2147483646 w 657"/>
              <a:gd name="T25" fmla="*/ 2147483646 h 832"/>
              <a:gd name="T26" fmla="*/ 2147483646 w 657"/>
              <a:gd name="T27" fmla="*/ 2147483646 h 832"/>
              <a:gd name="T28" fmla="*/ 2147483646 w 657"/>
              <a:gd name="T29" fmla="*/ 2147483646 h 832"/>
              <a:gd name="T30" fmla="*/ 2147483646 w 657"/>
              <a:gd name="T31" fmla="*/ 2147483646 h 832"/>
              <a:gd name="T32" fmla="*/ 2147483646 w 657"/>
              <a:gd name="T33" fmla="*/ 2147483646 h 832"/>
              <a:gd name="T34" fmla="*/ 2147483646 w 657"/>
              <a:gd name="T35" fmla="*/ 2147483646 h 832"/>
              <a:gd name="T36" fmla="*/ 2147483646 w 657"/>
              <a:gd name="T37" fmla="*/ 2147483646 h 832"/>
              <a:gd name="T38" fmla="*/ 2147483646 w 657"/>
              <a:gd name="T39" fmla="*/ 2147483646 h 832"/>
              <a:gd name="T40" fmla="*/ 2147483646 w 657"/>
              <a:gd name="T41" fmla="*/ 2147483646 h 832"/>
              <a:gd name="T42" fmla="*/ 2147483646 w 657"/>
              <a:gd name="T43" fmla="*/ 2147483646 h 832"/>
              <a:gd name="T44" fmla="*/ 0 w 657"/>
              <a:gd name="T45" fmla="*/ 2147483646 h 832"/>
              <a:gd name="T46" fmla="*/ 2147483646 w 657"/>
              <a:gd name="T47" fmla="*/ 2147483646 h 832"/>
              <a:gd name="T48" fmla="*/ 2147483646 w 657"/>
              <a:gd name="T49" fmla="*/ 2147483646 h 832"/>
              <a:gd name="T50" fmla="*/ 2147483646 w 657"/>
              <a:gd name="T51" fmla="*/ 2147483646 h 832"/>
              <a:gd name="T52" fmla="*/ 2147483646 w 657"/>
              <a:gd name="T53" fmla="*/ 2147483646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676" name="Rectangle 13">
            <a:extLst>
              <a:ext uri="{FF2B5EF4-FFF2-40B4-BE49-F238E27FC236}">
                <a16:creationId xmlns:a16="http://schemas.microsoft.com/office/drawing/2014/main" id="{DE82E6D8-4DC5-2E4C-90DA-3DB33AEB44D8}"/>
              </a:ext>
            </a:extLst>
          </p:cNvPr>
          <p:cNvSpPr>
            <a:spLocks noChangeArrowheads="1"/>
          </p:cNvSpPr>
          <p:nvPr/>
        </p:nvSpPr>
        <p:spPr bwMode="auto">
          <a:xfrm>
            <a:off x="2277667" y="3427810"/>
            <a:ext cx="7739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677" name="Freeform 14">
            <a:extLst>
              <a:ext uri="{FF2B5EF4-FFF2-40B4-BE49-F238E27FC236}">
                <a16:creationId xmlns:a16="http://schemas.microsoft.com/office/drawing/2014/main" id="{C96F897A-1F8B-ED40-9DA4-D9FCAB1F7D26}"/>
              </a:ext>
            </a:extLst>
          </p:cNvPr>
          <p:cNvSpPr>
            <a:spLocks/>
          </p:cNvSpPr>
          <p:nvPr/>
        </p:nvSpPr>
        <p:spPr bwMode="auto">
          <a:xfrm>
            <a:off x="1852612" y="3025378"/>
            <a:ext cx="425054" cy="22622"/>
          </a:xfrm>
          <a:custGeom>
            <a:avLst/>
            <a:gdLst>
              <a:gd name="T0" fmla="*/ 0 w 386"/>
              <a:gd name="T1" fmla="*/ 2147483646 h 21"/>
              <a:gd name="T2" fmla="*/ 0 w 386"/>
              <a:gd name="T3" fmla="*/ 2147483646 h 21"/>
              <a:gd name="T4" fmla="*/ 2147483646 w 386"/>
              <a:gd name="T5" fmla="*/ 2147483646 h 21"/>
              <a:gd name="T6" fmla="*/ 2147483646 w 386"/>
              <a:gd name="T7" fmla="*/ 0 h 21"/>
              <a:gd name="T8" fmla="*/ 0 w 386"/>
              <a:gd name="T9" fmla="*/ 2147483646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678" name="Rectangle 15">
            <a:extLst>
              <a:ext uri="{FF2B5EF4-FFF2-40B4-BE49-F238E27FC236}">
                <a16:creationId xmlns:a16="http://schemas.microsoft.com/office/drawing/2014/main" id="{CE2F1ABF-AD21-BA49-B83F-91781E687C67}"/>
              </a:ext>
            </a:extLst>
          </p:cNvPr>
          <p:cNvSpPr>
            <a:spLocks noChangeArrowheads="1"/>
          </p:cNvSpPr>
          <p:nvPr/>
        </p:nvSpPr>
        <p:spPr bwMode="auto">
          <a:xfrm>
            <a:off x="1852612" y="2197894"/>
            <a:ext cx="425054"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679" name="Freeform 16">
            <a:extLst>
              <a:ext uri="{FF2B5EF4-FFF2-40B4-BE49-F238E27FC236}">
                <a16:creationId xmlns:a16="http://schemas.microsoft.com/office/drawing/2014/main" id="{20C00EFE-2AEC-F14D-8CF3-6666DDEAE403}"/>
              </a:ext>
            </a:extLst>
          </p:cNvPr>
          <p:cNvSpPr>
            <a:spLocks/>
          </p:cNvSpPr>
          <p:nvPr/>
        </p:nvSpPr>
        <p:spPr bwMode="auto">
          <a:xfrm>
            <a:off x="2993231" y="2134792"/>
            <a:ext cx="1187054" cy="1229915"/>
          </a:xfrm>
          <a:custGeom>
            <a:avLst/>
            <a:gdLst>
              <a:gd name="T0" fmla="*/ 0 w 945"/>
              <a:gd name="T1" fmla="*/ 2147483646 h 888"/>
              <a:gd name="T2" fmla="*/ 2147483646 w 945"/>
              <a:gd name="T3" fmla="*/ 2147483646 h 888"/>
              <a:gd name="T4" fmla="*/ 2147483646 w 945"/>
              <a:gd name="T5" fmla="*/ 2147483646 h 888"/>
              <a:gd name="T6" fmla="*/ 2147483646 w 945"/>
              <a:gd name="T7" fmla="*/ 0 h 888"/>
              <a:gd name="T8" fmla="*/ 0 w 945"/>
              <a:gd name="T9" fmla="*/ 2147483646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113680" name="Freeform 17">
            <a:extLst>
              <a:ext uri="{FF2B5EF4-FFF2-40B4-BE49-F238E27FC236}">
                <a16:creationId xmlns:a16="http://schemas.microsoft.com/office/drawing/2014/main" id="{BE80C85B-537A-AE47-B37D-B8CE29896B67}"/>
              </a:ext>
            </a:extLst>
          </p:cNvPr>
          <p:cNvSpPr>
            <a:spLocks/>
          </p:cNvSpPr>
          <p:nvPr/>
        </p:nvSpPr>
        <p:spPr bwMode="auto">
          <a:xfrm>
            <a:off x="2767012" y="1329929"/>
            <a:ext cx="3767138" cy="663178"/>
          </a:xfrm>
          <a:custGeom>
            <a:avLst/>
            <a:gdLst>
              <a:gd name="T0" fmla="*/ 2147483646 w 3403"/>
              <a:gd name="T1" fmla="*/ 2147483646 h 603"/>
              <a:gd name="T2" fmla="*/ 2147483646 w 3403"/>
              <a:gd name="T3" fmla="*/ 0 h 603"/>
              <a:gd name="T4" fmla="*/ 2147483646 w 3403"/>
              <a:gd name="T5" fmla="*/ 2147483646 h 603"/>
              <a:gd name="T6" fmla="*/ 2147483646 w 3403"/>
              <a:gd name="T7" fmla="*/ 2147483646 h 603"/>
              <a:gd name="T8" fmla="*/ 2147483646 w 3403"/>
              <a:gd name="T9" fmla="*/ 2147483646 h 603"/>
              <a:gd name="T10" fmla="*/ 2147483646 w 3403"/>
              <a:gd name="T11" fmla="*/ 2147483646 h 603"/>
              <a:gd name="T12" fmla="*/ 2147483646 w 3403"/>
              <a:gd name="T13" fmla="*/ 2147483646 h 603"/>
              <a:gd name="T14" fmla="*/ 2147483646 w 3403"/>
              <a:gd name="T15" fmla="*/ 2147483646 h 603"/>
              <a:gd name="T16" fmla="*/ 2147483646 w 3403"/>
              <a:gd name="T17" fmla="*/ 2147483646 h 603"/>
              <a:gd name="T18" fmla="*/ 2147483646 w 3403"/>
              <a:gd name="T19" fmla="*/ 2147483646 h 603"/>
              <a:gd name="T20" fmla="*/ 2147483646 w 3403"/>
              <a:gd name="T21" fmla="*/ 2147483646 h 603"/>
              <a:gd name="T22" fmla="*/ 2147483646 w 3403"/>
              <a:gd name="T23" fmla="*/ 2147483646 h 603"/>
              <a:gd name="T24" fmla="*/ 2147483646 w 3403"/>
              <a:gd name="T25" fmla="*/ 2147483646 h 603"/>
              <a:gd name="T26" fmla="*/ 2147483646 w 3403"/>
              <a:gd name="T27" fmla="*/ 2147483646 h 603"/>
              <a:gd name="T28" fmla="*/ 2147483646 w 3403"/>
              <a:gd name="T29" fmla="*/ 2147483646 h 603"/>
              <a:gd name="T30" fmla="*/ 2147483646 w 3403"/>
              <a:gd name="T31" fmla="*/ 2147483646 h 603"/>
              <a:gd name="T32" fmla="*/ 2147483646 w 3403"/>
              <a:gd name="T33" fmla="*/ 2147483646 h 603"/>
              <a:gd name="T34" fmla="*/ 2147483646 w 3403"/>
              <a:gd name="T35" fmla="*/ 2147483646 h 603"/>
              <a:gd name="T36" fmla="*/ 2147483646 w 3403"/>
              <a:gd name="T37" fmla="*/ 2147483646 h 603"/>
              <a:gd name="T38" fmla="*/ 2147483646 w 3403"/>
              <a:gd name="T39" fmla="*/ 2147483646 h 603"/>
              <a:gd name="T40" fmla="*/ 2147483646 w 3403"/>
              <a:gd name="T41" fmla="*/ 2147483646 h 603"/>
              <a:gd name="T42" fmla="*/ 2147483646 w 3403"/>
              <a:gd name="T43" fmla="*/ 2147483646 h 603"/>
              <a:gd name="T44" fmla="*/ 2147483646 w 3403"/>
              <a:gd name="T45" fmla="*/ 2147483646 h 603"/>
              <a:gd name="T46" fmla="*/ 2147483646 w 3403"/>
              <a:gd name="T47" fmla="*/ 2147483646 h 603"/>
              <a:gd name="T48" fmla="*/ 2147483646 w 3403"/>
              <a:gd name="T49" fmla="*/ 2147483646 h 603"/>
              <a:gd name="T50" fmla="*/ 2147483646 w 3403"/>
              <a:gd name="T51" fmla="*/ 2147483646 h 603"/>
              <a:gd name="T52" fmla="*/ 2147483646 w 3403"/>
              <a:gd name="T53" fmla="*/ 2147483646 h 603"/>
              <a:gd name="T54" fmla="*/ 2147483646 w 3403"/>
              <a:gd name="T55" fmla="*/ 2147483646 h 603"/>
              <a:gd name="T56" fmla="*/ 2147483646 w 3403"/>
              <a:gd name="T57" fmla="*/ 2147483646 h 603"/>
              <a:gd name="T58" fmla="*/ 2147483646 w 3403"/>
              <a:gd name="T59" fmla="*/ 2147483646 h 603"/>
              <a:gd name="T60" fmla="*/ 2147483646 w 3403"/>
              <a:gd name="T61" fmla="*/ 2147483646 h 603"/>
              <a:gd name="T62" fmla="*/ 2147483646 w 3403"/>
              <a:gd name="T63" fmla="*/ 2147483646 h 603"/>
              <a:gd name="T64" fmla="*/ 2147483646 w 3403"/>
              <a:gd name="T65" fmla="*/ 2147483646 h 603"/>
              <a:gd name="T66" fmla="*/ 2147483646 w 3403"/>
              <a:gd name="T67" fmla="*/ 2147483646 h 603"/>
              <a:gd name="T68" fmla="*/ 2147483646 w 3403"/>
              <a:gd name="T69" fmla="*/ 2147483646 h 603"/>
              <a:gd name="T70" fmla="*/ 2147483646 w 3403"/>
              <a:gd name="T71" fmla="*/ 2147483646 h 603"/>
              <a:gd name="T72" fmla="*/ 2147483646 w 3403"/>
              <a:gd name="T73" fmla="*/ 2147483646 h 603"/>
              <a:gd name="T74" fmla="*/ 2147483646 w 3403"/>
              <a:gd name="T75" fmla="*/ 2147483646 h 603"/>
              <a:gd name="T76" fmla="*/ 2147483646 w 3403"/>
              <a:gd name="T77" fmla="*/ 2147483646 h 603"/>
              <a:gd name="T78" fmla="*/ 2147483646 w 3403"/>
              <a:gd name="T79" fmla="*/ 2147483646 h 603"/>
              <a:gd name="T80" fmla="*/ 2147483646 w 3403"/>
              <a:gd name="T81" fmla="*/ 2147483646 h 603"/>
              <a:gd name="T82" fmla="*/ 2147483646 w 3403"/>
              <a:gd name="T83" fmla="*/ 2147483646 h 603"/>
              <a:gd name="T84" fmla="*/ 2147483646 w 3403"/>
              <a:gd name="T85" fmla="*/ 2147483646 h 603"/>
              <a:gd name="T86" fmla="*/ 2147483646 w 3403"/>
              <a:gd name="T87" fmla="*/ 2147483646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681" name="Freeform 18">
            <a:extLst>
              <a:ext uri="{FF2B5EF4-FFF2-40B4-BE49-F238E27FC236}">
                <a16:creationId xmlns:a16="http://schemas.microsoft.com/office/drawing/2014/main" id="{9CEC2028-7B5F-3C4E-97DB-0FE45B5294E8}"/>
              </a:ext>
            </a:extLst>
          </p:cNvPr>
          <p:cNvSpPr>
            <a:spLocks/>
          </p:cNvSpPr>
          <p:nvPr/>
        </p:nvSpPr>
        <p:spPr bwMode="auto">
          <a:xfrm>
            <a:off x="4311253" y="2121694"/>
            <a:ext cx="889397" cy="1191816"/>
          </a:xfrm>
          <a:custGeom>
            <a:avLst/>
            <a:gdLst>
              <a:gd name="T0" fmla="*/ 2147483646 w 1094"/>
              <a:gd name="T1" fmla="*/ 2147483646 h 901"/>
              <a:gd name="T2" fmla="*/ 2147483646 w 1094"/>
              <a:gd name="T3" fmla="*/ 2147483646 h 901"/>
              <a:gd name="T4" fmla="*/ 2147483646 w 1094"/>
              <a:gd name="T5" fmla="*/ 0 h 901"/>
              <a:gd name="T6" fmla="*/ 0 w 1094"/>
              <a:gd name="T7" fmla="*/ 2147483646 h 901"/>
              <a:gd name="T8" fmla="*/ 2147483646 w 1094"/>
              <a:gd name="T9" fmla="*/ 2147483646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682" name="Rectangle 19">
            <a:extLst>
              <a:ext uri="{FF2B5EF4-FFF2-40B4-BE49-F238E27FC236}">
                <a16:creationId xmlns:a16="http://schemas.microsoft.com/office/drawing/2014/main" id="{E81BB065-F413-7F4A-B7F1-2D5EC7146D48}"/>
              </a:ext>
            </a:extLst>
          </p:cNvPr>
          <p:cNvSpPr>
            <a:spLocks noChangeArrowheads="1"/>
          </p:cNvSpPr>
          <p:nvPr/>
        </p:nvSpPr>
        <p:spPr bwMode="auto">
          <a:xfrm>
            <a:off x="6898482" y="3071813"/>
            <a:ext cx="470297"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683" name="Rectangle 20">
            <a:extLst>
              <a:ext uri="{FF2B5EF4-FFF2-40B4-BE49-F238E27FC236}">
                <a16:creationId xmlns:a16="http://schemas.microsoft.com/office/drawing/2014/main" id="{CCBA5149-BCD9-254C-8DB0-47F6FCC57FFF}"/>
              </a:ext>
            </a:extLst>
          </p:cNvPr>
          <p:cNvSpPr>
            <a:spLocks noChangeArrowheads="1"/>
          </p:cNvSpPr>
          <p:nvPr/>
        </p:nvSpPr>
        <p:spPr bwMode="auto">
          <a:xfrm>
            <a:off x="6908007" y="2251473"/>
            <a:ext cx="4691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684" name="Rectangle 21">
            <a:extLst>
              <a:ext uri="{FF2B5EF4-FFF2-40B4-BE49-F238E27FC236}">
                <a16:creationId xmlns:a16="http://schemas.microsoft.com/office/drawing/2014/main" id="{3D04BE93-9BA2-3E4A-A89F-45E3607A0D02}"/>
              </a:ext>
            </a:extLst>
          </p:cNvPr>
          <p:cNvSpPr>
            <a:spLocks noChangeArrowheads="1"/>
          </p:cNvSpPr>
          <p:nvPr/>
        </p:nvSpPr>
        <p:spPr bwMode="auto">
          <a:xfrm>
            <a:off x="6041231" y="3577829"/>
            <a:ext cx="13946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B</a:t>
            </a:r>
            <a:endParaRPr kumimoji="1" lang="en-US" altLang="zh-CN" sz="1500">
              <a:latin typeface="Arial" panose="020B0604020202020204" pitchFamily="34" charset="0"/>
              <a:ea typeface="宋体" panose="02010600030101010101" pitchFamily="2" charset="-122"/>
            </a:endParaRPr>
          </a:p>
        </p:txBody>
      </p:sp>
      <p:sp>
        <p:nvSpPr>
          <p:cNvPr id="113685" name="Oval 22">
            <a:extLst>
              <a:ext uri="{FF2B5EF4-FFF2-40B4-BE49-F238E27FC236}">
                <a16:creationId xmlns:a16="http://schemas.microsoft.com/office/drawing/2014/main" id="{444B36C8-CA77-3A40-97EC-A8BB17276282}"/>
              </a:ext>
            </a:extLst>
          </p:cNvPr>
          <p:cNvSpPr>
            <a:spLocks noChangeArrowheads="1"/>
          </p:cNvSpPr>
          <p:nvPr/>
        </p:nvSpPr>
        <p:spPr bwMode="auto">
          <a:xfrm>
            <a:off x="3831432" y="4216003"/>
            <a:ext cx="88106"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3686" name="Group 23">
            <a:extLst>
              <a:ext uri="{FF2B5EF4-FFF2-40B4-BE49-F238E27FC236}">
                <a16:creationId xmlns:a16="http://schemas.microsoft.com/office/drawing/2014/main" id="{2E075E87-5356-F64F-A72A-96F488926ED2}"/>
              </a:ext>
            </a:extLst>
          </p:cNvPr>
          <p:cNvGrpSpPr>
            <a:grpSpLocks/>
          </p:cNvGrpSpPr>
          <p:nvPr/>
        </p:nvGrpSpPr>
        <p:grpSpPr bwMode="auto">
          <a:xfrm>
            <a:off x="1577579" y="2712244"/>
            <a:ext cx="378619" cy="386954"/>
            <a:chOff x="101" y="2294"/>
            <a:chExt cx="343" cy="353"/>
          </a:xfrm>
        </p:grpSpPr>
        <p:grpSp>
          <p:nvGrpSpPr>
            <p:cNvPr id="114081" name="Group 24">
              <a:extLst>
                <a:ext uri="{FF2B5EF4-FFF2-40B4-BE49-F238E27FC236}">
                  <a16:creationId xmlns:a16="http://schemas.microsoft.com/office/drawing/2014/main" id="{0D132436-D565-BF42-BFE5-9F946951CC0A}"/>
                </a:ext>
              </a:extLst>
            </p:cNvPr>
            <p:cNvGrpSpPr>
              <a:grpSpLocks/>
            </p:cNvGrpSpPr>
            <p:nvPr/>
          </p:nvGrpSpPr>
          <p:grpSpPr bwMode="auto">
            <a:xfrm>
              <a:off x="109" y="2301"/>
              <a:ext cx="335" cy="346"/>
              <a:chOff x="109" y="2301"/>
              <a:chExt cx="335" cy="346"/>
            </a:xfrm>
          </p:grpSpPr>
          <p:sp>
            <p:nvSpPr>
              <p:cNvPr id="114095" name="Freeform 25">
                <a:extLst>
                  <a:ext uri="{FF2B5EF4-FFF2-40B4-BE49-F238E27FC236}">
                    <a16:creationId xmlns:a16="http://schemas.microsoft.com/office/drawing/2014/main" id="{E45AE95F-6F90-FA46-847B-D098D38DE0E2}"/>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96" name="Freeform 26">
                <a:extLst>
                  <a:ext uri="{FF2B5EF4-FFF2-40B4-BE49-F238E27FC236}">
                    <a16:creationId xmlns:a16="http://schemas.microsoft.com/office/drawing/2014/main" id="{0E2791EB-E765-9540-ABC8-45821892DF83}"/>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97" name="Freeform 27">
                <a:extLst>
                  <a:ext uri="{FF2B5EF4-FFF2-40B4-BE49-F238E27FC236}">
                    <a16:creationId xmlns:a16="http://schemas.microsoft.com/office/drawing/2014/main" id="{66D22F62-F88D-7D4F-956B-30E2E415E1CD}"/>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98" name="Freeform 28">
                <a:extLst>
                  <a:ext uri="{FF2B5EF4-FFF2-40B4-BE49-F238E27FC236}">
                    <a16:creationId xmlns:a16="http://schemas.microsoft.com/office/drawing/2014/main" id="{FDF021B2-7AAD-904D-9882-BD53C30CBB50}"/>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99" name="Rectangle 29">
                <a:extLst>
                  <a:ext uri="{FF2B5EF4-FFF2-40B4-BE49-F238E27FC236}">
                    <a16:creationId xmlns:a16="http://schemas.microsoft.com/office/drawing/2014/main" id="{A90AFBFC-A166-0F4F-9A81-22172E3A15F0}"/>
                  </a:ext>
                </a:extLst>
              </p:cNvPr>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100" name="Rectangle 30">
                <a:extLst>
                  <a:ext uri="{FF2B5EF4-FFF2-40B4-BE49-F238E27FC236}">
                    <a16:creationId xmlns:a16="http://schemas.microsoft.com/office/drawing/2014/main" id="{392597D0-7341-5C42-8E61-F0403EBA0D13}"/>
                  </a:ext>
                </a:extLst>
              </p:cNvPr>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101" name="Rectangle 31">
                <a:extLst>
                  <a:ext uri="{FF2B5EF4-FFF2-40B4-BE49-F238E27FC236}">
                    <a16:creationId xmlns:a16="http://schemas.microsoft.com/office/drawing/2014/main" id="{7D4882F1-D7EF-0545-A8A8-A98118ACDBDF}"/>
                  </a:ext>
                </a:extLst>
              </p:cNvPr>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102" name="Line 32">
                <a:extLst>
                  <a:ext uri="{FF2B5EF4-FFF2-40B4-BE49-F238E27FC236}">
                    <a16:creationId xmlns:a16="http://schemas.microsoft.com/office/drawing/2014/main" id="{00ADB362-5DFA-B649-B14E-8D04740F6263}"/>
                  </a:ext>
                </a:extLst>
              </p:cNvPr>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4103" name="Group 33">
                <a:extLst>
                  <a:ext uri="{FF2B5EF4-FFF2-40B4-BE49-F238E27FC236}">
                    <a16:creationId xmlns:a16="http://schemas.microsoft.com/office/drawing/2014/main" id="{B0E05805-85B2-6147-8F35-6E37C90C5D31}"/>
                  </a:ext>
                </a:extLst>
              </p:cNvPr>
              <p:cNvGrpSpPr>
                <a:grpSpLocks/>
              </p:cNvGrpSpPr>
              <p:nvPr/>
            </p:nvGrpSpPr>
            <p:grpSpPr bwMode="auto">
              <a:xfrm>
                <a:off x="109" y="2596"/>
                <a:ext cx="335" cy="51"/>
                <a:chOff x="109" y="2596"/>
                <a:chExt cx="335" cy="51"/>
              </a:xfrm>
            </p:grpSpPr>
            <p:sp>
              <p:nvSpPr>
                <p:cNvPr id="114104" name="Freeform 34">
                  <a:extLst>
                    <a:ext uri="{FF2B5EF4-FFF2-40B4-BE49-F238E27FC236}">
                      <a16:creationId xmlns:a16="http://schemas.microsoft.com/office/drawing/2014/main" id="{2C8BE46C-E4AD-CC42-82B7-051D67167837}"/>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105" name="Freeform 35">
                  <a:extLst>
                    <a:ext uri="{FF2B5EF4-FFF2-40B4-BE49-F238E27FC236}">
                      <a16:creationId xmlns:a16="http://schemas.microsoft.com/office/drawing/2014/main" id="{12927709-E737-574C-82B4-F3154682BBA0}"/>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106" name="Rectangle 36">
                  <a:extLst>
                    <a:ext uri="{FF2B5EF4-FFF2-40B4-BE49-F238E27FC236}">
                      <a16:creationId xmlns:a16="http://schemas.microsoft.com/office/drawing/2014/main" id="{BCBE6314-5A15-364F-BA09-73A40DFB3AF3}"/>
                    </a:ext>
                  </a:extLst>
                </p:cNvPr>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4082" name="Group 37">
              <a:extLst>
                <a:ext uri="{FF2B5EF4-FFF2-40B4-BE49-F238E27FC236}">
                  <a16:creationId xmlns:a16="http://schemas.microsoft.com/office/drawing/2014/main" id="{FBF64DFA-C92B-8148-945D-D5263819514C}"/>
                </a:ext>
              </a:extLst>
            </p:cNvPr>
            <p:cNvGrpSpPr>
              <a:grpSpLocks/>
            </p:cNvGrpSpPr>
            <p:nvPr/>
          </p:nvGrpSpPr>
          <p:grpSpPr bwMode="auto">
            <a:xfrm>
              <a:off x="101" y="2294"/>
              <a:ext cx="335" cy="347"/>
              <a:chOff x="101" y="2294"/>
              <a:chExt cx="335" cy="347"/>
            </a:xfrm>
          </p:grpSpPr>
          <p:sp>
            <p:nvSpPr>
              <p:cNvPr id="114083" name="Freeform 38">
                <a:extLst>
                  <a:ext uri="{FF2B5EF4-FFF2-40B4-BE49-F238E27FC236}">
                    <a16:creationId xmlns:a16="http://schemas.microsoft.com/office/drawing/2014/main" id="{0AA629CD-8D5D-4E40-8C10-35D6C90A4F6A}"/>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84" name="Freeform 39">
                <a:extLst>
                  <a:ext uri="{FF2B5EF4-FFF2-40B4-BE49-F238E27FC236}">
                    <a16:creationId xmlns:a16="http://schemas.microsoft.com/office/drawing/2014/main" id="{08E07534-B34C-2F48-831B-FE46AF6F56F6}"/>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85" name="Freeform 40">
                <a:extLst>
                  <a:ext uri="{FF2B5EF4-FFF2-40B4-BE49-F238E27FC236}">
                    <a16:creationId xmlns:a16="http://schemas.microsoft.com/office/drawing/2014/main" id="{C67C5DB1-FFC7-5345-B9F1-07D6BDA1E385}"/>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86" name="Freeform 41">
                <a:extLst>
                  <a:ext uri="{FF2B5EF4-FFF2-40B4-BE49-F238E27FC236}">
                    <a16:creationId xmlns:a16="http://schemas.microsoft.com/office/drawing/2014/main" id="{EB2E7AB0-BAF1-FD40-95C7-B4C5EC390641}"/>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87" name="Rectangle 42">
                <a:extLst>
                  <a:ext uri="{FF2B5EF4-FFF2-40B4-BE49-F238E27FC236}">
                    <a16:creationId xmlns:a16="http://schemas.microsoft.com/office/drawing/2014/main" id="{B7AF7759-D4F9-7B44-8DEF-ED2F75C817F5}"/>
                  </a:ext>
                </a:extLst>
              </p:cNvPr>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88" name="Rectangle 43">
                <a:extLst>
                  <a:ext uri="{FF2B5EF4-FFF2-40B4-BE49-F238E27FC236}">
                    <a16:creationId xmlns:a16="http://schemas.microsoft.com/office/drawing/2014/main" id="{EDAEAF6F-7C22-7C49-A56F-C56C69EB297E}"/>
                  </a:ext>
                </a:extLst>
              </p:cNvPr>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89" name="Rectangle 44">
                <a:extLst>
                  <a:ext uri="{FF2B5EF4-FFF2-40B4-BE49-F238E27FC236}">
                    <a16:creationId xmlns:a16="http://schemas.microsoft.com/office/drawing/2014/main" id="{5787DB75-ED93-3E4D-A064-CB084756E372}"/>
                  </a:ext>
                </a:extLst>
              </p:cNvPr>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90" name="Line 45">
                <a:extLst>
                  <a:ext uri="{FF2B5EF4-FFF2-40B4-BE49-F238E27FC236}">
                    <a16:creationId xmlns:a16="http://schemas.microsoft.com/office/drawing/2014/main" id="{D568FB9D-E54A-A740-964E-2EE9AFFE7F68}"/>
                  </a:ext>
                </a:extLst>
              </p:cNvPr>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4091" name="Group 46">
                <a:extLst>
                  <a:ext uri="{FF2B5EF4-FFF2-40B4-BE49-F238E27FC236}">
                    <a16:creationId xmlns:a16="http://schemas.microsoft.com/office/drawing/2014/main" id="{0B381F97-F5B1-9C48-A5C1-6CB34B7B013F}"/>
                  </a:ext>
                </a:extLst>
              </p:cNvPr>
              <p:cNvGrpSpPr>
                <a:grpSpLocks/>
              </p:cNvGrpSpPr>
              <p:nvPr/>
            </p:nvGrpSpPr>
            <p:grpSpPr bwMode="auto">
              <a:xfrm>
                <a:off x="101" y="2590"/>
                <a:ext cx="335" cy="51"/>
                <a:chOff x="101" y="2590"/>
                <a:chExt cx="335" cy="51"/>
              </a:xfrm>
            </p:grpSpPr>
            <p:sp>
              <p:nvSpPr>
                <p:cNvPr id="114092" name="Freeform 47">
                  <a:extLst>
                    <a:ext uri="{FF2B5EF4-FFF2-40B4-BE49-F238E27FC236}">
                      <a16:creationId xmlns:a16="http://schemas.microsoft.com/office/drawing/2014/main" id="{B1A1E461-72D0-2F4B-B3B9-045D1FC8EA7E}"/>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93" name="Freeform 48">
                  <a:extLst>
                    <a:ext uri="{FF2B5EF4-FFF2-40B4-BE49-F238E27FC236}">
                      <a16:creationId xmlns:a16="http://schemas.microsoft.com/office/drawing/2014/main" id="{D09DA610-AE09-2A46-A51A-9C2A8D942306}"/>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94" name="Rectangle 49">
                  <a:extLst>
                    <a:ext uri="{FF2B5EF4-FFF2-40B4-BE49-F238E27FC236}">
                      <a16:creationId xmlns:a16="http://schemas.microsoft.com/office/drawing/2014/main" id="{D6E0622E-4359-6F49-9707-9A630D68DD66}"/>
                    </a:ext>
                  </a:extLst>
                </p:cNvPr>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3687" name="Group 50">
            <a:extLst>
              <a:ext uri="{FF2B5EF4-FFF2-40B4-BE49-F238E27FC236}">
                <a16:creationId xmlns:a16="http://schemas.microsoft.com/office/drawing/2014/main" id="{44610797-AC87-D146-8DE7-286059C76C60}"/>
              </a:ext>
            </a:extLst>
          </p:cNvPr>
          <p:cNvGrpSpPr>
            <a:grpSpLocks/>
          </p:cNvGrpSpPr>
          <p:nvPr/>
        </p:nvGrpSpPr>
        <p:grpSpPr bwMode="auto">
          <a:xfrm>
            <a:off x="3661173" y="4561285"/>
            <a:ext cx="377428" cy="386953"/>
            <a:chOff x="3891" y="3616"/>
            <a:chExt cx="342" cy="353"/>
          </a:xfrm>
        </p:grpSpPr>
        <p:grpSp>
          <p:nvGrpSpPr>
            <p:cNvPr id="114055" name="Group 51">
              <a:extLst>
                <a:ext uri="{FF2B5EF4-FFF2-40B4-BE49-F238E27FC236}">
                  <a16:creationId xmlns:a16="http://schemas.microsoft.com/office/drawing/2014/main" id="{94385DAE-5B61-6942-8E5F-0FB6FDB6F8CA}"/>
                </a:ext>
              </a:extLst>
            </p:cNvPr>
            <p:cNvGrpSpPr>
              <a:grpSpLocks/>
            </p:cNvGrpSpPr>
            <p:nvPr/>
          </p:nvGrpSpPr>
          <p:grpSpPr bwMode="auto">
            <a:xfrm>
              <a:off x="3899" y="3622"/>
              <a:ext cx="334" cy="347"/>
              <a:chOff x="3899" y="3622"/>
              <a:chExt cx="334" cy="347"/>
            </a:xfrm>
          </p:grpSpPr>
          <p:sp>
            <p:nvSpPr>
              <p:cNvPr id="114069" name="Freeform 52">
                <a:extLst>
                  <a:ext uri="{FF2B5EF4-FFF2-40B4-BE49-F238E27FC236}">
                    <a16:creationId xmlns:a16="http://schemas.microsoft.com/office/drawing/2014/main" id="{152300AC-3F4A-2B4F-8374-34CE2C9AEF0B}"/>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70" name="Freeform 53">
                <a:extLst>
                  <a:ext uri="{FF2B5EF4-FFF2-40B4-BE49-F238E27FC236}">
                    <a16:creationId xmlns:a16="http://schemas.microsoft.com/office/drawing/2014/main" id="{E81CF7DE-290A-8D4F-A01E-664F69F8F681}"/>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71" name="Freeform 54">
                <a:extLst>
                  <a:ext uri="{FF2B5EF4-FFF2-40B4-BE49-F238E27FC236}">
                    <a16:creationId xmlns:a16="http://schemas.microsoft.com/office/drawing/2014/main" id="{12C10573-475E-7B41-90D5-3C92D0BDE044}"/>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72" name="Freeform 55">
                <a:extLst>
                  <a:ext uri="{FF2B5EF4-FFF2-40B4-BE49-F238E27FC236}">
                    <a16:creationId xmlns:a16="http://schemas.microsoft.com/office/drawing/2014/main" id="{D730C4C2-4488-C94B-B66B-ECA1E4FFFD2F}"/>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73" name="Rectangle 56">
                <a:extLst>
                  <a:ext uri="{FF2B5EF4-FFF2-40B4-BE49-F238E27FC236}">
                    <a16:creationId xmlns:a16="http://schemas.microsoft.com/office/drawing/2014/main" id="{A350634F-22E9-1B41-A22C-6076FC6AAE0A}"/>
                  </a:ext>
                </a:extLst>
              </p:cNvPr>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74" name="Rectangle 57">
                <a:extLst>
                  <a:ext uri="{FF2B5EF4-FFF2-40B4-BE49-F238E27FC236}">
                    <a16:creationId xmlns:a16="http://schemas.microsoft.com/office/drawing/2014/main" id="{5D25710A-8BBB-CD48-BF32-23234E6A4EC1}"/>
                  </a:ext>
                </a:extLst>
              </p:cNvPr>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75" name="Rectangle 58">
                <a:extLst>
                  <a:ext uri="{FF2B5EF4-FFF2-40B4-BE49-F238E27FC236}">
                    <a16:creationId xmlns:a16="http://schemas.microsoft.com/office/drawing/2014/main" id="{4BB39C3F-6298-934B-8BAC-D72550353E48}"/>
                  </a:ext>
                </a:extLst>
              </p:cNvPr>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76" name="Line 59">
                <a:extLst>
                  <a:ext uri="{FF2B5EF4-FFF2-40B4-BE49-F238E27FC236}">
                    <a16:creationId xmlns:a16="http://schemas.microsoft.com/office/drawing/2014/main" id="{E68083A0-8222-2D4D-A029-BA8B22100D65}"/>
                  </a:ext>
                </a:extLst>
              </p:cNvPr>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4077" name="Group 60">
                <a:extLst>
                  <a:ext uri="{FF2B5EF4-FFF2-40B4-BE49-F238E27FC236}">
                    <a16:creationId xmlns:a16="http://schemas.microsoft.com/office/drawing/2014/main" id="{98A48D8A-E3A2-1A43-9085-50BC7E479AA4}"/>
                  </a:ext>
                </a:extLst>
              </p:cNvPr>
              <p:cNvGrpSpPr>
                <a:grpSpLocks/>
              </p:cNvGrpSpPr>
              <p:nvPr/>
            </p:nvGrpSpPr>
            <p:grpSpPr bwMode="auto">
              <a:xfrm>
                <a:off x="3899" y="3918"/>
                <a:ext cx="334" cy="51"/>
                <a:chOff x="3899" y="3918"/>
                <a:chExt cx="334" cy="51"/>
              </a:xfrm>
            </p:grpSpPr>
            <p:sp>
              <p:nvSpPr>
                <p:cNvPr id="114078" name="Freeform 61">
                  <a:extLst>
                    <a:ext uri="{FF2B5EF4-FFF2-40B4-BE49-F238E27FC236}">
                      <a16:creationId xmlns:a16="http://schemas.microsoft.com/office/drawing/2014/main" id="{F3231448-C2F1-6D41-BF36-F217B9DF52DA}"/>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79" name="Freeform 62">
                  <a:extLst>
                    <a:ext uri="{FF2B5EF4-FFF2-40B4-BE49-F238E27FC236}">
                      <a16:creationId xmlns:a16="http://schemas.microsoft.com/office/drawing/2014/main" id="{55B93B2D-9AF0-E347-B1A4-CEE8DCB403C4}"/>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80" name="Rectangle 63">
                  <a:extLst>
                    <a:ext uri="{FF2B5EF4-FFF2-40B4-BE49-F238E27FC236}">
                      <a16:creationId xmlns:a16="http://schemas.microsoft.com/office/drawing/2014/main" id="{FAA7DB54-893F-344F-9230-7953B283FDD1}"/>
                    </a:ext>
                  </a:extLst>
                </p:cNvPr>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4056" name="Group 64">
              <a:extLst>
                <a:ext uri="{FF2B5EF4-FFF2-40B4-BE49-F238E27FC236}">
                  <a16:creationId xmlns:a16="http://schemas.microsoft.com/office/drawing/2014/main" id="{CC517A64-DF1B-5A44-81EB-09E0ED4B8831}"/>
                </a:ext>
              </a:extLst>
            </p:cNvPr>
            <p:cNvGrpSpPr>
              <a:grpSpLocks/>
            </p:cNvGrpSpPr>
            <p:nvPr/>
          </p:nvGrpSpPr>
          <p:grpSpPr bwMode="auto">
            <a:xfrm>
              <a:off x="3891" y="3616"/>
              <a:ext cx="334" cy="346"/>
              <a:chOff x="3891" y="3616"/>
              <a:chExt cx="334" cy="346"/>
            </a:xfrm>
          </p:grpSpPr>
          <p:sp>
            <p:nvSpPr>
              <p:cNvPr id="114057" name="Freeform 65">
                <a:extLst>
                  <a:ext uri="{FF2B5EF4-FFF2-40B4-BE49-F238E27FC236}">
                    <a16:creationId xmlns:a16="http://schemas.microsoft.com/office/drawing/2014/main" id="{8F9C83B0-2153-AC4E-A8E1-8C477ADB7974}"/>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58" name="Freeform 66">
                <a:extLst>
                  <a:ext uri="{FF2B5EF4-FFF2-40B4-BE49-F238E27FC236}">
                    <a16:creationId xmlns:a16="http://schemas.microsoft.com/office/drawing/2014/main" id="{D5DB9972-057A-7E4D-9859-1BC376651F4B}"/>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59" name="Freeform 67">
                <a:extLst>
                  <a:ext uri="{FF2B5EF4-FFF2-40B4-BE49-F238E27FC236}">
                    <a16:creationId xmlns:a16="http://schemas.microsoft.com/office/drawing/2014/main" id="{26B5977B-1C1C-3D4D-AD7A-76A931EA7ADE}"/>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60" name="Freeform 68">
                <a:extLst>
                  <a:ext uri="{FF2B5EF4-FFF2-40B4-BE49-F238E27FC236}">
                    <a16:creationId xmlns:a16="http://schemas.microsoft.com/office/drawing/2014/main" id="{8975A074-C387-3C47-8E7E-AE778AF932C9}"/>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61" name="Rectangle 69">
                <a:extLst>
                  <a:ext uri="{FF2B5EF4-FFF2-40B4-BE49-F238E27FC236}">
                    <a16:creationId xmlns:a16="http://schemas.microsoft.com/office/drawing/2014/main" id="{A72A7A52-5595-9949-9BE8-312AFE725CC6}"/>
                  </a:ext>
                </a:extLst>
              </p:cNvPr>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62" name="Rectangle 70">
                <a:extLst>
                  <a:ext uri="{FF2B5EF4-FFF2-40B4-BE49-F238E27FC236}">
                    <a16:creationId xmlns:a16="http://schemas.microsoft.com/office/drawing/2014/main" id="{7E8A8603-805C-D040-AD54-4490CE15F54C}"/>
                  </a:ext>
                </a:extLst>
              </p:cNvPr>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63" name="Rectangle 71">
                <a:extLst>
                  <a:ext uri="{FF2B5EF4-FFF2-40B4-BE49-F238E27FC236}">
                    <a16:creationId xmlns:a16="http://schemas.microsoft.com/office/drawing/2014/main" id="{2F375AD9-1C18-BA41-B613-A249D814C9B8}"/>
                  </a:ext>
                </a:extLst>
              </p:cNvPr>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64" name="Line 72">
                <a:extLst>
                  <a:ext uri="{FF2B5EF4-FFF2-40B4-BE49-F238E27FC236}">
                    <a16:creationId xmlns:a16="http://schemas.microsoft.com/office/drawing/2014/main" id="{E09F33B6-2CAE-0244-BCCE-30E13AC9C11C}"/>
                  </a:ext>
                </a:extLst>
              </p:cNvPr>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4065" name="Group 73">
                <a:extLst>
                  <a:ext uri="{FF2B5EF4-FFF2-40B4-BE49-F238E27FC236}">
                    <a16:creationId xmlns:a16="http://schemas.microsoft.com/office/drawing/2014/main" id="{4D7DDF3E-18DB-3048-917B-C87815F4F10E}"/>
                  </a:ext>
                </a:extLst>
              </p:cNvPr>
              <p:cNvGrpSpPr>
                <a:grpSpLocks/>
              </p:cNvGrpSpPr>
              <p:nvPr/>
            </p:nvGrpSpPr>
            <p:grpSpPr bwMode="auto">
              <a:xfrm>
                <a:off x="3891" y="3912"/>
                <a:ext cx="334" cy="50"/>
                <a:chOff x="3891" y="3912"/>
                <a:chExt cx="334" cy="50"/>
              </a:xfrm>
            </p:grpSpPr>
            <p:sp>
              <p:nvSpPr>
                <p:cNvPr id="114066" name="Freeform 74">
                  <a:extLst>
                    <a:ext uri="{FF2B5EF4-FFF2-40B4-BE49-F238E27FC236}">
                      <a16:creationId xmlns:a16="http://schemas.microsoft.com/office/drawing/2014/main" id="{A6A4DD73-03E9-7A47-B206-202EB52C2A75}"/>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67" name="Freeform 75">
                  <a:extLst>
                    <a:ext uri="{FF2B5EF4-FFF2-40B4-BE49-F238E27FC236}">
                      <a16:creationId xmlns:a16="http://schemas.microsoft.com/office/drawing/2014/main" id="{5BE3DCEF-293E-D546-8B2B-96A59538389D}"/>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68" name="Rectangle 76">
                  <a:extLst>
                    <a:ext uri="{FF2B5EF4-FFF2-40B4-BE49-F238E27FC236}">
                      <a16:creationId xmlns:a16="http://schemas.microsoft.com/office/drawing/2014/main" id="{95597174-370A-7C48-97A4-B5B39BBE058A}"/>
                    </a:ext>
                  </a:extLst>
                </p:cNvPr>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3688" name="Group 77">
            <a:extLst>
              <a:ext uri="{FF2B5EF4-FFF2-40B4-BE49-F238E27FC236}">
                <a16:creationId xmlns:a16="http://schemas.microsoft.com/office/drawing/2014/main" id="{B83781E7-6CC8-5D4A-A7DC-FD06ACCA09D6}"/>
              </a:ext>
            </a:extLst>
          </p:cNvPr>
          <p:cNvGrpSpPr>
            <a:grpSpLocks/>
          </p:cNvGrpSpPr>
          <p:nvPr/>
        </p:nvGrpSpPr>
        <p:grpSpPr bwMode="auto">
          <a:xfrm>
            <a:off x="4613673" y="4549379"/>
            <a:ext cx="378619" cy="386953"/>
            <a:chOff x="4752" y="3605"/>
            <a:chExt cx="343" cy="353"/>
          </a:xfrm>
        </p:grpSpPr>
        <p:grpSp>
          <p:nvGrpSpPr>
            <p:cNvPr id="114029" name="Group 78">
              <a:extLst>
                <a:ext uri="{FF2B5EF4-FFF2-40B4-BE49-F238E27FC236}">
                  <a16:creationId xmlns:a16="http://schemas.microsoft.com/office/drawing/2014/main" id="{15E9B5A8-16FF-B74C-8EF3-097D512643C2}"/>
                </a:ext>
              </a:extLst>
            </p:cNvPr>
            <p:cNvGrpSpPr>
              <a:grpSpLocks/>
            </p:cNvGrpSpPr>
            <p:nvPr/>
          </p:nvGrpSpPr>
          <p:grpSpPr bwMode="auto">
            <a:xfrm>
              <a:off x="4760" y="3612"/>
              <a:ext cx="335" cy="346"/>
              <a:chOff x="4760" y="3612"/>
              <a:chExt cx="335" cy="346"/>
            </a:xfrm>
          </p:grpSpPr>
          <p:sp>
            <p:nvSpPr>
              <p:cNvPr id="114043" name="Freeform 79">
                <a:extLst>
                  <a:ext uri="{FF2B5EF4-FFF2-40B4-BE49-F238E27FC236}">
                    <a16:creationId xmlns:a16="http://schemas.microsoft.com/office/drawing/2014/main" id="{788CBD86-85D7-994D-B87F-42A0C4688CCF}"/>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44" name="Freeform 80">
                <a:extLst>
                  <a:ext uri="{FF2B5EF4-FFF2-40B4-BE49-F238E27FC236}">
                    <a16:creationId xmlns:a16="http://schemas.microsoft.com/office/drawing/2014/main" id="{7CAB57A4-6960-D54F-AD0E-4F0E27D1E32B}"/>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45" name="Freeform 81">
                <a:extLst>
                  <a:ext uri="{FF2B5EF4-FFF2-40B4-BE49-F238E27FC236}">
                    <a16:creationId xmlns:a16="http://schemas.microsoft.com/office/drawing/2014/main" id="{260BAAD0-0385-3944-B8ED-46C13E93427F}"/>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46" name="Freeform 82">
                <a:extLst>
                  <a:ext uri="{FF2B5EF4-FFF2-40B4-BE49-F238E27FC236}">
                    <a16:creationId xmlns:a16="http://schemas.microsoft.com/office/drawing/2014/main" id="{222F5DB5-C219-184D-A8D2-31770B6D6CFD}"/>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47" name="Rectangle 83">
                <a:extLst>
                  <a:ext uri="{FF2B5EF4-FFF2-40B4-BE49-F238E27FC236}">
                    <a16:creationId xmlns:a16="http://schemas.microsoft.com/office/drawing/2014/main" id="{51B7D3CC-ADE7-B741-8DE9-E09055C9BFA1}"/>
                  </a:ext>
                </a:extLst>
              </p:cNvPr>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48" name="Rectangle 84">
                <a:extLst>
                  <a:ext uri="{FF2B5EF4-FFF2-40B4-BE49-F238E27FC236}">
                    <a16:creationId xmlns:a16="http://schemas.microsoft.com/office/drawing/2014/main" id="{34443284-8DE7-3144-AE18-8655D22201BB}"/>
                  </a:ext>
                </a:extLst>
              </p:cNvPr>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49" name="Rectangle 85">
                <a:extLst>
                  <a:ext uri="{FF2B5EF4-FFF2-40B4-BE49-F238E27FC236}">
                    <a16:creationId xmlns:a16="http://schemas.microsoft.com/office/drawing/2014/main" id="{0851B405-8109-C64F-BB3A-4D7D694024C3}"/>
                  </a:ext>
                </a:extLst>
              </p:cNvPr>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50" name="Line 86">
                <a:extLst>
                  <a:ext uri="{FF2B5EF4-FFF2-40B4-BE49-F238E27FC236}">
                    <a16:creationId xmlns:a16="http://schemas.microsoft.com/office/drawing/2014/main" id="{98270EC8-CB32-7348-8BAF-1EAB35CDFF6B}"/>
                  </a:ext>
                </a:extLst>
              </p:cNvPr>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4051" name="Group 87">
                <a:extLst>
                  <a:ext uri="{FF2B5EF4-FFF2-40B4-BE49-F238E27FC236}">
                    <a16:creationId xmlns:a16="http://schemas.microsoft.com/office/drawing/2014/main" id="{1BE9D8F6-B6E8-7D4E-AE8E-0A4C4DE65BC6}"/>
                  </a:ext>
                </a:extLst>
              </p:cNvPr>
              <p:cNvGrpSpPr>
                <a:grpSpLocks/>
              </p:cNvGrpSpPr>
              <p:nvPr/>
            </p:nvGrpSpPr>
            <p:grpSpPr bwMode="auto">
              <a:xfrm>
                <a:off x="4760" y="3907"/>
                <a:ext cx="335" cy="51"/>
                <a:chOff x="4760" y="3907"/>
                <a:chExt cx="335" cy="51"/>
              </a:xfrm>
            </p:grpSpPr>
            <p:sp>
              <p:nvSpPr>
                <p:cNvPr id="114052" name="Freeform 88">
                  <a:extLst>
                    <a:ext uri="{FF2B5EF4-FFF2-40B4-BE49-F238E27FC236}">
                      <a16:creationId xmlns:a16="http://schemas.microsoft.com/office/drawing/2014/main" id="{7B82064B-E975-AA42-99B2-E29C4077E11D}"/>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53" name="Freeform 89">
                  <a:extLst>
                    <a:ext uri="{FF2B5EF4-FFF2-40B4-BE49-F238E27FC236}">
                      <a16:creationId xmlns:a16="http://schemas.microsoft.com/office/drawing/2014/main" id="{44296B79-2FD5-BB4F-A0A9-7ABF26D5D9B0}"/>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54" name="Rectangle 90">
                  <a:extLst>
                    <a:ext uri="{FF2B5EF4-FFF2-40B4-BE49-F238E27FC236}">
                      <a16:creationId xmlns:a16="http://schemas.microsoft.com/office/drawing/2014/main" id="{06B14C01-8D53-594A-97F1-423002A7E4DF}"/>
                    </a:ext>
                  </a:extLst>
                </p:cNvPr>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4030" name="Group 91">
              <a:extLst>
                <a:ext uri="{FF2B5EF4-FFF2-40B4-BE49-F238E27FC236}">
                  <a16:creationId xmlns:a16="http://schemas.microsoft.com/office/drawing/2014/main" id="{20742FD9-BE12-FB48-88A7-4FAADD73FA64}"/>
                </a:ext>
              </a:extLst>
            </p:cNvPr>
            <p:cNvGrpSpPr>
              <a:grpSpLocks/>
            </p:cNvGrpSpPr>
            <p:nvPr/>
          </p:nvGrpSpPr>
          <p:grpSpPr bwMode="auto">
            <a:xfrm>
              <a:off x="4752" y="3605"/>
              <a:ext cx="334" cy="347"/>
              <a:chOff x="4752" y="3605"/>
              <a:chExt cx="334" cy="347"/>
            </a:xfrm>
          </p:grpSpPr>
          <p:sp>
            <p:nvSpPr>
              <p:cNvPr id="114031" name="Freeform 92">
                <a:extLst>
                  <a:ext uri="{FF2B5EF4-FFF2-40B4-BE49-F238E27FC236}">
                    <a16:creationId xmlns:a16="http://schemas.microsoft.com/office/drawing/2014/main" id="{20252F69-824D-A644-A578-2491DD26696E}"/>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32" name="Freeform 93">
                <a:extLst>
                  <a:ext uri="{FF2B5EF4-FFF2-40B4-BE49-F238E27FC236}">
                    <a16:creationId xmlns:a16="http://schemas.microsoft.com/office/drawing/2014/main" id="{F6A5D4C4-F04B-9642-9992-1F67E3A83C41}"/>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33" name="Freeform 94">
                <a:extLst>
                  <a:ext uri="{FF2B5EF4-FFF2-40B4-BE49-F238E27FC236}">
                    <a16:creationId xmlns:a16="http://schemas.microsoft.com/office/drawing/2014/main" id="{5E021BCA-D92F-2447-98A7-0B016E9B8880}"/>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34" name="Freeform 95">
                <a:extLst>
                  <a:ext uri="{FF2B5EF4-FFF2-40B4-BE49-F238E27FC236}">
                    <a16:creationId xmlns:a16="http://schemas.microsoft.com/office/drawing/2014/main" id="{4AC621C4-DAB2-8E48-8C58-C751C5250D3E}"/>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35" name="Rectangle 96">
                <a:extLst>
                  <a:ext uri="{FF2B5EF4-FFF2-40B4-BE49-F238E27FC236}">
                    <a16:creationId xmlns:a16="http://schemas.microsoft.com/office/drawing/2014/main" id="{35D73C0F-BF3C-C346-BAC8-AC96CD220469}"/>
                  </a:ext>
                </a:extLst>
              </p:cNvPr>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36" name="Rectangle 97">
                <a:extLst>
                  <a:ext uri="{FF2B5EF4-FFF2-40B4-BE49-F238E27FC236}">
                    <a16:creationId xmlns:a16="http://schemas.microsoft.com/office/drawing/2014/main" id="{0FB55EC8-F435-DE4F-BC3F-B8E3B0ED8767}"/>
                  </a:ext>
                </a:extLst>
              </p:cNvPr>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37" name="Rectangle 98">
                <a:extLst>
                  <a:ext uri="{FF2B5EF4-FFF2-40B4-BE49-F238E27FC236}">
                    <a16:creationId xmlns:a16="http://schemas.microsoft.com/office/drawing/2014/main" id="{0ED965EF-C00C-E442-8EFA-661C57DD4F92}"/>
                  </a:ext>
                </a:extLst>
              </p:cNvPr>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38" name="Line 99">
                <a:extLst>
                  <a:ext uri="{FF2B5EF4-FFF2-40B4-BE49-F238E27FC236}">
                    <a16:creationId xmlns:a16="http://schemas.microsoft.com/office/drawing/2014/main" id="{863C2C12-337E-484D-9A96-380173E3D378}"/>
                  </a:ext>
                </a:extLst>
              </p:cNvPr>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4039" name="Group 100">
                <a:extLst>
                  <a:ext uri="{FF2B5EF4-FFF2-40B4-BE49-F238E27FC236}">
                    <a16:creationId xmlns:a16="http://schemas.microsoft.com/office/drawing/2014/main" id="{91FD4CF7-9512-A741-BA41-59225EAFFE1E}"/>
                  </a:ext>
                </a:extLst>
              </p:cNvPr>
              <p:cNvGrpSpPr>
                <a:grpSpLocks/>
              </p:cNvGrpSpPr>
              <p:nvPr/>
            </p:nvGrpSpPr>
            <p:grpSpPr bwMode="auto">
              <a:xfrm>
                <a:off x="4752" y="3901"/>
                <a:ext cx="334" cy="51"/>
                <a:chOff x="4752" y="3901"/>
                <a:chExt cx="334" cy="51"/>
              </a:xfrm>
            </p:grpSpPr>
            <p:sp>
              <p:nvSpPr>
                <p:cNvPr id="114040" name="Freeform 101">
                  <a:extLst>
                    <a:ext uri="{FF2B5EF4-FFF2-40B4-BE49-F238E27FC236}">
                      <a16:creationId xmlns:a16="http://schemas.microsoft.com/office/drawing/2014/main" id="{7F911C1B-880C-2D45-84EF-A594083D48A1}"/>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41" name="Freeform 102">
                  <a:extLst>
                    <a:ext uri="{FF2B5EF4-FFF2-40B4-BE49-F238E27FC236}">
                      <a16:creationId xmlns:a16="http://schemas.microsoft.com/office/drawing/2014/main" id="{BAC0F370-6EF9-3D41-B8F3-2639CFE4723B}"/>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42" name="Rectangle 103">
                  <a:extLst>
                    <a:ext uri="{FF2B5EF4-FFF2-40B4-BE49-F238E27FC236}">
                      <a16:creationId xmlns:a16="http://schemas.microsoft.com/office/drawing/2014/main" id="{A18DBF2C-2EE8-E344-834C-E6E0FFE04793}"/>
                    </a:ext>
                  </a:extLst>
                </p:cNvPr>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3689" name="Group 104">
            <a:extLst>
              <a:ext uri="{FF2B5EF4-FFF2-40B4-BE49-F238E27FC236}">
                <a16:creationId xmlns:a16="http://schemas.microsoft.com/office/drawing/2014/main" id="{5B5462B5-96CD-4B48-9EB5-336292DD0BEB}"/>
              </a:ext>
            </a:extLst>
          </p:cNvPr>
          <p:cNvGrpSpPr>
            <a:grpSpLocks/>
          </p:cNvGrpSpPr>
          <p:nvPr/>
        </p:nvGrpSpPr>
        <p:grpSpPr bwMode="auto">
          <a:xfrm>
            <a:off x="1577579" y="1882379"/>
            <a:ext cx="378619" cy="388144"/>
            <a:chOff x="101" y="1539"/>
            <a:chExt cx="343" cy="352"/>
          </a:xfrm>
        </p:grpSpPr>
        <p:grpSp>
          <p:nvGrpSpPr>
            <p:cNvPr id="114003" name="Group 105">
              <a:extLst>
                <a:ext uri="{FF2B5EF4-FFF2-40B4-BE49-F238E27FC236}">
                  <a16:creationId xmlns:a16="http://schemas.microsoft.com/office/drawing/2014/main" id="{C10CBAE6-3663-1F40-A73F-03F0A392F95F}"/>
                </a:ext>
              </a:extLst>
            </p:cNvPr>
            <p:cNvGrpSpPr>
              <a:grpSpLocks/>
            </p:cNvGrpSpPr>
            <p:nvPr/>
          </p:nvGrpSpPr>
          <p:grpSpPr bwMode="auto">
            <a:xfrm>
              <a:off x="109" y="1545"/>
              <a:ext cx="335" cy="346"/>
              <a:chOff x="109" y="1545"/>
              <a:chExt cx="335" cy="346"/>
            </a:xfrm>
          </p:grpSpPr>
          <p:sp>
            <p:nvSpPr>
              <p:cNvPr id="114017" name="Freeform 106">
                <a:extLst>
                  <a:ext uri="{FF2B5EF4-FFF2-40B4-BE49-F238E27FC236}">
                    <a16:creationId xmlns:a16="http://schemas.microsoft.com/office/drawing/2014/main" id="{1262A3EE-CA11-7B47-9D26-E9811564E35C}"/>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18" name="Freeform 107">
                <a:extLst>
                  <a:ext uri="{FF2B5EF4-FFF2-40B4-BE49-F238E27FC236}">
                    <a16:creationId xmlns:a16="http://schemas.microsoft.com/office/drawing/2014/main" id="{CB4751CE-6560-8648-B432-0F36909400FD}"/>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19" name="Freeform 108">
                <a:extLst>
                  <a:ext uri="{FF2B5EF4-FFF2-40B4-BE49-F238E27FC236}">
                    <a16:creationId xmlns:a16="http://schemas.microsoft.com/office/drawing/2014/main" id="{D167A685-0933-1648-ACFC-A34478871D06}"/>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20" name="Freeform 109">
                <a:extLst>
                  <a:ext uri="{FF2B5EF4-FFF2-40B4-BE49-F238E27FC236}">
                    <a16:creationId xmlns:a16="http://schemas.microsoft.com/office/drawing/2014/main" id="{F0689E6A-2974-0345-A418-EA1EF456857B}"/>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21" name="Rectangle 110">
                <a:extLst>
                  <a:ext uri="{FF2B5EF4-FFF2-40B4-BE49-F238E27FC236}">
                    <a16:creationId xmlns:a16="http://schemas.microsoft.com/office/drawing/2014/main" id="{52FBF7CA-E3DC-CE4A-9AE9-FC995D08FDFA}"/>
                  </a:ext>
                </a:extLst>
              </p:cNvPr>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22" name="Rectangle 111">
                <a:extLst>
                  <a:ext uri="{FF2B5EF4-FFF2-40B4-BE49-F238E27FC236}">
                    <a16:creationId xmlns:a16="http://schemas.microsoft.com/office/drawing/2014/main" id="{54DE4211-4674-4B45-878B-59AF277B00C5}"/>
                  </a:ext>
                </a:extLst>
              </p:cNvPr>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23" name="Rectangle 112">
                <a:extLst>
                  <a:ext uri="{FF2B5EF4-FFF2-40B4-BE49-F238E27FC236}">
                    <a16:creationId xmlns:a16="http://schemas.microsoft.com/office/drawing/2014/main" id="{1F116B3C-8179-9444-8163-980459633B8F}"/>
                  </a:ext>
                </a:extLst>
              </p:cNvPr>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24" name="Line 113">
                <a:extLst>
                  <a:ext uri="{FF2B5EF4-FFF2-40B4-BE49-F238E27FC236}">
                    <a16:creationId xmlns:a16="http://schemas.microsoft.com/office/drawing/2014/main" id="{99C78E61-3FDC-FA4F-99F8-9C13ADF70256}"/>
                  </a:ext>
                </a:extLst>
              </p:cNvPr>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4025" name="Group 114">
                <a:extLst>
                  <a:ext uri="{FF2B5EF4-FFF2-40B4-BE49-F238E27FC236}">
                    <a16:creationId xmlns:a16="http://schemas.microsoft.com/office/drawing/2014/main" id="{B52135B3-2F85-354C-8510-565387509263}"/>
                  </a:ext>
                </a:extLst>
              </p:cNvPr>
              <p:cNvGrpSpPr>
                <a:grpSpLocks/>
              </p:cNvGrpSpPr>
              <p:nvPr/>
            </p:nvGrpSpPr>
            <p:grpSpPr bwMode="auto">
              <a:xfrm>
                <a:off x="109" y="1841"/>
                <a:ext cx="335" cy="50"/>
                <a:chOff x="109" y="1841"/>
                <a:chExt cx="335" cy="50"/>
              </a:xfrm>
            </p:grpSpPr>
            <p:sp>
              <p:nvSpPr>
                <p:cNvPr id="114026" name="Freeform 115">
                  <a:extLst>
                    <a:ext uri="{FF2B5EF4-FFF2-40B4-BE49-F238E27FC236}">
                      <a16:creationId xmlns:a16="http://schemas.microsoft.com/office/drawing/2014/main" id="{3ABC7E11-D1C3-0245-AABE-05B1897CD302}"/>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27" name="Freeform 116">
                  <a:extLst>
                    <a:ext uri="{FF2B5EF4-FFF2-40B4-BE49-F238E27FC236}">
                      <a16:creationId xmlns:a16="http://schemas.microsoft.com/office/drawing/2014/main" id="{1DCF0CE0-46CC-F14E-8438-F7B3D350CF7E}"/>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28" name="Rectangle 117">
                  <a:extLst>
                    <a:ext uri="{FF2B5EF4-FFF2-40B4-BE49-F238E27FC236}">
                      <a16:creationId xmlns:a16="http://schemas.microsoft.com/office/drawing/2014/main" id="{01FB9F9D-429E-E545-881D-AB63BC8F9D36}"/>
                    </a:ext>
                  </a:extLst>
                </p:cNvPr>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4004" name="Group 118">
              <a:extLst>
                <a:ext uri="{FF2B5EF4-FFF2-40B4-BE49-F238E27FC236}">
                  <a16:creationId xmlns:a16="http://schemas.microsoft.com/office/drawing/2014/main" id="{30D818C7-4AD6-6E41-8762-0EFAF1FFC0FD}"/>
                </a:ext>
              </a:extLst>
            </p:cNvPr>
            <p:cNvGrpSpPr>
              <a:grpSpLocks/>
            </p:cNvGrpSpPr>
            <p:nvPr/>
          </p:nvGrpSpPr>
          <p:grpSpPr bwMode="auto">
            <a:xfrm>
              <a:off x="101" y="1539"/>
              <a:ext cx="335" cy="346"/>
              <a:chOff x="101" y="1539"/>
              <a:chExt cx="335" cy="346"/>
            </a:xfrm>
          </p:grpSpPr>
          <p:sp>
            <p:nvSpPr>
              <p:cNvPr id="114005" name="Freeform 119">
                <a:extLst>
                  <a:ext uri="{FF2B5EF4-FFF2-40B4-BE49-F238E27FC236}">
                    <a16:creationId xmlns:a16="http://schemas.microsoft.com/office/drawing/2014/main" id="{50E1CAD7-A75A-E24C-ADC5-447050A77B64}"/>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06" name="Freeform 120">
                <a:extLst>
                  <a:ext uri="{FF2B5EF4-FFF2-40B4-BE49-F238E27FC236}">
                    <a16:creationId xmlns:a16="http://schemas.microsoft.com/office/drawing/2014/main" id="{114B5559-4247-C642-BAC4-4FA6D74F696D}"/>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07" name="Freeform 121">
                <a:extLst>
                  <a:ext uri="{FF2B5EF4-FFF2-40B4-BE49-F238E27FC236}">
                    <a16:creationId xmlns:a16="http://schemas.microsoft.com/office/drawing/2014/main" id="{5AC03042-279A-E14B-B2A5-4453B4BA434B}"/>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08" name="Freeform 122">
                <a:extLst>
                  <a:ext uri="{FF2B5EF4-FFF2-40B4-BE49-F238E27FC236}">
                    <a16:creationId xmlns:a16="http://schemas.microsoft.com/office/drawing/2014/main" id="{8BF89E7D-F4D1-2546-B703-AF600E8DCF04}"/>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09" name="Rectangle 123">
                <a:extLst>
                  <a:ext uri="{FF2B5EF4-FFF2-40B4-BE49-F238E27FC236}">
                    <a16:creationId xmlns:a16="http://schemas.microsoft.com/office/drawing/2014/main" id="{100B4714-D592-A94A-9641-1FF543E8F037}"/>
                  </a:ext>
                </a:extLst>
              </p:cNvPr>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10" name="Rectangle 124">
                <a:extLst>
                  <a:ext uri="{FF2B5EF4-FFF2-40B4-BE49-F238E27FC236}">
                    <a16:creationId xmlns:a16="http://schemas.microsoft.com/office/drawing/2014/main" id="{131E6C71-E493-DE47-9809-E0E11185DB10}"/>
                  </a:ext>
                </a:extLst>
              </p:cNvPr>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11" name="Rectangle 125">
                <a:extLst>
                  <a:ext uri="{FF2B5EF4-FFF2-40B4-BE49-F238E27FC236}">
                    <a16:creationId xmlns:a16="http://schemas.microsoft.com/office/drawing/2014/main" id="{9E5BE1FD-7B33-044E-9A84-B1B692B465A6}"/>
                  </a:ext>
                </a:extLst>
              </p:cNvPr>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12" name="Line 126">
                <a:extLst>
                  <a:ext uri="{FF2B5EF4-FFF2-40B4-BE49-F238E27FC236}">
                    <a16:creationId xmlns:a16="http://schemas.microsoft.com/office/drawing/2014/main" id="{7889C33E-9DE7-CD44-939F-429ADA5FE236}"/>
                  </a:ext>
                </a:extLst>
              </p:cNvPr>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4013" name="Group 127">
                <a:extLst>
                  <a:ext uri="{FF2B5EF4-FFF2-40B4-BE49-F238E27FC236}">
                    <a16:creationId xmlns:a16="http://schemas.microsoft.com/office/drawing/2014/main" id="{1DE84006-924D-4147-AB35-8AB0ACD4EBCD}"/>
                  </a:ext>
                </a:extLst>
              </p:cNvPr>
              <p:cNvGrpSpPr>
                <a:grpSpLocks/>
              </p:cNvGrpSpPr>
              <p:nvPr/>
            </p:nvGrpSpPr>
            <p:grpSpPr bwMode="auto">
              <a:xfrm>
                <a:off x="101" y="1834"/>
                <a:ext cx="335" cy="51"/>
                <a:chOff x="101" y="1834"/>
                <a:chExt cx="335" cy="51"/>
              </a:xfrm>
            </p:grpSpPr>
            <p:sp>
              <p:nvSpPr>
                <p:cNvPr id="114014" name="Freeform 128">
                  <a:extLst>
                    <a:ext uri="{FF2B5EF4-FFF2-40B4-BE49-F238E27FC236}">
                      <a16:creationId xmlns:a16="http://schemas.microsoft.com/office/drawing/2014/main" id="{48771A2C-C1EE-F247-BB91-E13DC4EA9886}"/>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15" name="Freeform 129">
                  <a:extLst>
                    <a:ext uri="{FF2B5EF4-FFF2-40B4-BE49-F238E27FC236}">
                      <a16:creationId xmlns:a16="http://schemas.microsoft.com/office/drawing/2014/main" id="{7CC0FF8B-9AC0-4C49-8BE4-7D6F84B803D9}"/>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16" name="Rectangle 130">
                  <a:extLst>
                    <a:ext uri="{FF2B5EF4-FFF2-40B4-BE49-F238E27FC236}">
                      <a16:creationId xmlns:a16="http://schemas.microsoft.com/office/drawing/2014/main" id="{408A80C9-8419-5347-8157-57571B8AD3C2}"/>
                    </a:ext>
                  </a:extLst>
                </p:cNvPr>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3690" name="Group 131">
            <a:extLst>
              <a:ext uri="{FF2B5EF4-FFF2-40B4-BE49-F238E27FC236}">
                <a16:creationId xmlns:a16="http://schemas.microsoft.com/office/drawing/2014/main" id="{8E8B6666-3B79-A640-ADA5-88B4AE871569}"/>
              </a:ext>
            </a:extLst>
          </p:cNvPr>
          <p:cNvGrpSpPr>
            <a:grpSpLocks/>
          </p:cNvGrpSpPr>
          <p:nvPr/>
        </p:nvGrpSpPr>
        <p:grpSpPr bwMode="auto">
          <a:xfrm>
            <a:off x="7261622" y="2743200"/>
            <a:ext cx="379809" cy="385763"/>
            <a:chOff x="5237" y="2322"/>
            <a:chExt cx="343" cy="352"/>
          </a:xfrm>
        </p:grpSpPr>
        <p:grpSp>
          <p:nvGrpSpPr>
            <p:cNvPr id="113977" name="Group 132">
              <a:extLst>
                <a:ext uri="{FF2B5EF4-FFF2-40B4-BE49-F238E27FC236}">
                  <a16:creationId xmlns:a16="http://schemas.microsoft.com/office/drawing/2014/main" id="{A8E2775E-07FF-6442-BDAC-1B851FB43B9C}"/>
                </a:ext>
              </a:extLst>
            </p:cNvPr>
            <p:cNvGrpSpPr>
              <a:grpSpLocks/>
            </p:cNvGrpSpPr>
            <p:nvPr/>
          </p:nvGrpSpPr>
          <p:grpSpPr bwMode="auto">
            <a:xfrm>
              <a:off x="5245" y="2328"/>
              <a:ext cx="335" cy="346"/>
              <a:chOff x="5245" y="2328"/>
              <a:chExt cx="335" cy="346"/>
            </a:xfrm>
          </p:grpSpPr>
          <p:sp>
            <p:nvSpPr>
              <p:cNvPr id="113991" name="Freeform 133">
                <a:extLst>
                  <a:ext uri="{FF2B5EF4-FFF2-40B4-BE49-F238E27FC236}">
                    <a16:creationId xmlns:a16="http://schemas.microsoft.com/office/drawing/2014/main" id="{9C48F09F-BC6C-D14E-A4C8-E4C071396BD4}"/>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92" name="Freeform 134">
                <a:extLst>
                  <a:ext uri="{FF2B5EF4-FFF2-40B4-BE49-F238E27FC236}">
                    <a16:creationId xmlns:a16="http://schemas.microsoft.com/office/drawing/2014/main" id="{81E35C27-B291-8B46-BFCC-AD4DD8D9B740}"/>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93" name="Freeform 135">
                <a:extLst>
                  <a:ext uri="{FF2B5EF4-FFF2-40B4-BE49-F238E27FC236}">
                    <a16:creationId xmlns:a16="http://schemas.microsoft.com/office/drawing/2014/main" id="{63C15103-4758-864C-BBE5-1CCF51E86E37}"/>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94" name="Freeform 136">
                <a:extLst>
                  <a:ext uri="{FF2B5EF4-FFF2-40B4-BE49-F238E27FC236}">
                    <a16:creationId xmlns:a16="http://schemas.microsoft.com/office/drawing/2014/main" id="{F6AE5FDA-593E-ED4D-BD63-8834038A89D5}"/>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95" name="Rectangle 137">
                <a:extLst>
                  <a:ext uri="{FF2B5EF4-FFF2-40B4-BE49-F238E27FC236}">
                    <a16:creationId xmlns:a16="http://schemas.microsoft.com/office/drawing/2014/main" id="{DF0F68DB-1420-6F4F-971E-D4095AB2E4C5}"/>
                  </a:ext>
                </a:extLst>
              </p:cNvPr>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96" name="Rectangle 138">
                <a:extLst>
                  <a:ext uri="{FF2B5EF4-FFF2-40B4-BE49-F238E27FC236}">
                    <a16:creationId xmlns:a16="http://schemas.microsoft.com/office/drawing/2014/main" id="{80A61753-E538-D448-B56E-618362F083B9}"/>
                  </a:ext>
                </a:extLst>
              </p:cNvPr>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97" name="Rectangle 139">
                <a:extLst>
                  <a:ext uri="{FF2B5EF4-FFF2-40B4-BE49-F238E27FC236}">
                    <a16:creationId xmlns:a16="http://schemas.microsoft.com/office/drawing/2014/main" id="{B8E46AB4-2C9D-4144-9C95-699E7C76AFAD}"/>
                  </a:ext>
                </a:extLst>
              </p:cNvPr>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98" name="Line 140">
                <a:extLst>
                  <a:ext uri="{FF2B5EF4-FFF2-40B4-BE49-F238E27FC236}">
                    <a16:creationId xmlns:a16="http://schemas.microsoft.com/office/drawing/2014/main" id="{C8915DDF-49FD-ED4E-801D-FC81748C3E68}"/>
                  </a:ext>
                </a:extLst>
              </p:cNvPr>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999" name="Group 141">
                <a:extLst>
                  <a:ext uri="{FF2B5EF4-FFF2-40B4-BE49-F238E27FC236}">
                    <a16:creationId xmlns:a16="http://schemas.microsoft.com/office/drawing/2014/main" id="{B99C02DB-57BF-054F-A86A-E4A250425611}"/>
                  </a:ext>
                </a:extLst>
              </p:cNvPr>
              <p:cNvGrpSpPr>
                <a:grpSpLocks/>
              </p:cNvGrpSpPr>
              <p:nvPr/>
            </p:nvGrpSpPr>
            <p:grpSpPr bwMode="auto">
              <a:xfrm>
                <a:off x="5245" y="2624"/>
                <a:ext cx="335" cy="50"/>
                <a:chOff x="5245" y="2624"/>
                <a:chExt cx="335" cy="50"/>
              </a:xfrm>
            </p:grpSpPr>
            <p:sp>
              <p:nvSpPr>
                <p:cNvPr id="114000" name="Freeform 142">
                  <a:extLst>
                    <a:ext uri="{FF2B5EF4-FFF2-40B4-BE49-F238E27FC236}">
                      <a16:creationId xmlns:a16="http://schemas.microsoft.com/office/drawing/2014/main" id="{BE052FEA-9CB4-C54B-8DEF-33D8FB3A2D03}"/>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01" name="Freeform 143">
                  <a:extLst>
                    <a:ext uri="{FF2B5EF4-FFF2-40B4-BE49-F238E27FC236}">
                      <a16:creationId xmlns:a16="http://schemas.microsoft.com/office/drawing/2014/main" id="{2D56D6E2-1068-2D40-9974-68207E96DE40}"/>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02" name="Rectangle 144">
                  <a:extLst>
                    <a:ext uri="{FF2B5EF4-FFF2-40B4-BE49-F238E27FC236}">
                      <a16:creationId xmlns:a16="http://schemas.microsoft.com/office/drawing/2014/main" id="{37F936CF-E5E6-CC4E-AE39-CA13DE55C159}"/>
                    </a:ext>
                  </a:extLst>
                </p:cNvPr>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3978" name="Group 145">
              <a:extLst>
                <a:ext uri="{FF2B5EF4-FFF2-40B4-BE49-F238E27FC236}">
                  <a16:creationId xmlns:a16="http://schemas.microsoft.com/office/drawing/2014/main" id="{0457D215-5927-4441-96F8-A40389193B10}"/>
                </a:ext>
              </a:extLst>
            </p:cNvPr>
            <p:cNvGrpSpPr>
              <a:grpSpLocks/>
            </p:cNvGrpSpPr>
            <p:nvPr/>
          </p:nvGrpSpPr>
          <p:grpSpPr bwMode="auto">
            <a:xfrm>
              <a:off x="5237" y="2322"/>
              <a:ext cx="335" cy="346"/>
              <a:chOff x="5237" y="2322"/>
              <a:chExt cx="335" cy="346"/>
            </a:xfrm>
          </p:grpSpPr>
          <p:sp>
            <p:nvSpPr>
              <p:cNvPr id="113979" name="Freeform 146">
                <a:extLst>
                  <a:ext uri="{FF2B5EF4-FFF2-40B4-BE49-F238E27FC236}">
                    <a16:creationId xmlns:a16="http://schemas.microsoft.com/office/drawing/2014/main" id="{91CC36D1-0CA9-7546-AF04-02C20BD61A98}"/>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80" name="Freeform 147">
                <a:extLst>
                  <a:ext uri="{FF2B5EF4-FFF2-40B4-BE49-F238E27FC236}">
                    <a16:creationId xmlns:a16="http://schemas.microsoft.com/office/drawing/2014/main" id="{C3B3427A-4DB9-574F-839A-BDD76C1C5056}"/>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81" name="Freeform 148">
                <a:extLst>
                  <a:ext uri="{FF2B5EF4-FFF2-40B4-BE49-F238E27FC236}">
                    <a16:creationId xmlns:a16="http://schemas.microsoft.com/office/drawing/2014/main" id="{D207D9B5-DEA7-9947-908C-0CC1F86C1B27}"/>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82" name="Freeform 149">
                <a:extLst>
                  <a:ext uri="{FF2B5EF4-FFF2-40B4-BE49-F238E27FC236}">
                    <a16:creationId xmlns:a16="http://schemas.microsoft.com/office/drawing/2014/main" id="{0B73107F-0089-1840-BFED-B8BC2CAF2C1E}"/>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83" name="Rectangle 150">
                <a:extLst>
                  <a:ext uri="{FF2B5EF4-FFF2-40B4-BE49-F238E27FC236}">
                    <a16:creationId xmlns:a16="http://schemas.microsoft.com/office/drawing/2014/main" id="{EFA26BC0-76D1-9A46-B023-282600113B8B}"/>
                  </a:ext>
                </a:extLst>
              </p:cNvPr>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84" name="Rectangle 151">
                <a:extLst>
                  <a:ext uri="{FF2B5EF4-FFF2-40B4-BE49-F238E27FC236}">
                    <a16:creationId xmlns:a16="http://schemas.microsoft.com/office/drawing/2014/main" id="{18ECB320-9408-1C4C-B4AA-B2B8A1177529}"/>
                  </a:ext>
                </a:extLst>
              </p:cNvPr>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85" name="Rectangle 152">
                <a:extLst>
                  <a:ext uri="{FF2B5EF4-FFF2-40B4-BE49-F238E27FC236}">
                    <a16:creationId xmlns:a16="http://schemas.microsoft.com/office/drawing/2014/main" id="{6C5BE828-45E8-374D-A41C-C993E7951268}"/>
                  </a:ext>
                </a:extLst>
              </p:cNvPr>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86" name="Line 153">
                <a:extLst>
                  <a:ext uri="{FF2B5EF4-FFF2-40B4-BE49-F238E27FC236}">
                    <a16:creationId xmlns:a16="http://schemas.microsoft.com/office/drawing/2014/main" id="{6D4C3456-4DD0-C346-8783-CE9FC9257246}"/>
                  </a:ext>
                </a:extLst>
              </p:cNvPr>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987" name="Group 154">
                <a:extLst>
                  <a:ext uri="{FF2B5EF4-FFF2-40B4-BE49-F238E27FC236}">
                    <a16:creationId xmlns:a16="http://schemas.microsoft.com/office/drawing/2014/main" id="{EBB687A6-AF61-8A4A-A2DE-DD75D60E98C3}"/>
                  </a:ext>
                </a:extLst>
              </p:cNvPr>
              <p:cNvGrpSpPr>
                <a:grpSpLocks/>
              </p:cNvGrpSpPr>
              <p:nvPr/>
            </p:nvGrpSpPr>
            <p:grpSpPr bwMode="auto">
              <a:xfrm>
                <a:off x="5237" y="2617"/>
                <a:ext cx="335" cy="51"/>
                <a:chOff x="5237" y="2617"/>
                <a:chExt cx="335" cy="51"/>
              </a:xfrm>
            </p:grpSpPr>
            <p:sp>
              <p:nvSpPr>
                <p:cNvPr id="113988" name="Freeform 155">
                  <a:extLst>
                    <a:ext uri="{FF2B5EF4-FFF2-40B4-BE49-F238E27FC236}">
                      <a16:creationId xmlns:a16="http://schemas.microsoft.com/office/drawing/2014/main" id="{E4D98454-634A-0C4B-A4FA-DDE8108721CF}"/>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89" name="Freeform 156">
                  <a:extLst>
                    <a:ext uri="{FF2B5EF4-FFF2-40B4-BE49-F238E27FC236}">
                      <a16:creationId xmlns:a16="http://schemas.microsoft.com/office/drawing/2014/main" id="{77309E95-5684-D54F-9FA5-7451310963A6}"/>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90" name="Rectangle 157">
                  <a:extLst>
                    <a:ext uri="{FF2B5EF4-FFF2-40B4-BE49-F238E27FC236}">
                      <a16:creationId xmlns:a16="http://schemas.microsoft.com/office/drawing/2014/main" id="{D72BF75E-2940-D748-89D2-A2CFC5F62ED6}"/>
                    </a:ext>
                  </a:extLst>
                </p:cNvPr>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3691" name="Group 158">
            <a:extLst>
              <a:ext uri="{FF2B5EF4-FFF2-40B4-BE49-F238E27FC236}">
                <a16:creationId xmlns:a16="http://schemas.microsoft.com/office/drawing/2014/main" id="{561A1A60-FD93-A340-B9D3-882B1947B90B}"/>
              </a:ext>
            </a:extLst>
          </p:cNvPr>
          <p:cNvGrpSpPr>
            <a:grpSpLocks/>
          </p:cNvGrpSpPr>
          <p:nvPr/>
        </p:nvGrpSpPr>
        <p:grpSpPr bwMode="auto">
          <a:xfrm>
            <a:off x="7261622" y="1935956"/>
            <a:ext cx="379809" cy="386954"/>
            <a:chOff x="5237" y="1587"/>
            <a:chExt cx="343" cy="353"/>
          </a:xfrm>
        </p:grpSpPr>
        <p:grpSp>
          <p:nvGrpSpPr>
            <p:cNvPr id="113951" name="Group 159">
              <a:extLst>
                <a:ext uri="{FF2B5EF4-FFF2-40B4-BE49-F238E27FC236}">
                  <a16:creationId xmlns:a16="http://schemas.microsoft.com/office/drawing/2014/main" id="{A094295F-F3DF-BE4C-A5EE-D7B38A5EFA08}"/>
                </a:ext>
              </a:extLst>
            </p:cNvPr>
            <p:cNvGrpSpPr>
              <a:grpSpLocks/>
            </p:cNvGrpSpPr>
            <p:nvPr/>
          </p:nvGrpSpPr>
          <p:grpSpPr bwMode="auto">
            <a:xfrm>
              <a:off x="5245" y="1594"/>
              <a:ext cx="335" cy="346"/>
              <a:chOff x="5245" y="1594"/>
              <a:chExt cx="335" cy="346"/>
            </a:xfrm>
          </p:grpSpPr>
          <p:sp>
            <p:nvSpPr>
              <p:cNvPr id="113965" name="Freeform 160">
                <a:extLst>
                  <a:ext uri="{FF2B5EF4-FFF2-40B4-BE49-F238E27FC236}">
                    <a16:creationId xmlns:a16="http://schemas.microsoft.com/office/drawing/2014/main" id="{B06DDDD4-2D17-7542-9C63-2FAAB66D79EE}"/>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66" name="Freeform 161">
                <a:extLst>
                  <a:ext uri="{FF2B5EF4-FFF2-40B4-BE49-F238E27FC236}">
                    <a16:creationId xmlns:a16="http://schemas.microsoft.com/office/drawing/2014/main" id="{B2F2342D-3083-D148-A959-33304F966004}"/>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67" name="Freeform 162">
                <a:extLst>
                  <a:ext uri="{FF2B5EF4-FFF2-40B4-BE49-F238E27FC236}">
                    <a16:creationId xmlns:a16="http://schemas.microsoft.com/office/drawing/2014/main" id="{8B3F240C-93B4-9343-9B68-87954383A589}"/>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68" name="Freeform 163">
                <a:extLst>
                  <a:ext uri="{FF2B5EF4-FFF2-40B4-BE49-F238E27FC236}">
                    <a16:creationId xmlns:a16="http://schemas.microsoft.com/office/drawing/2014/main" id="{5CADE614-6CC4-D343-89D3-096068D823AD}"/>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69" name="Rectangle 164">
                <a:extLst>
                  <a:ext uri="{FF2B5EF4-FFF2-40B4-BE49-F238E27FC236}">
                    <a16:creationId xmlns:a16="http://schemas.microsoft.com/office/drawing/2014/main" id="{663AF5C2-D068-9A4E-8E09-C32E30D8E50E}"/>
                  </a:ext>
                </a:extLst>
              </p:cNvPr>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70" name="Rectangle 165">
                <a:extLst>
                  <a:ext uri="{FF2B5EF4-FFF2-40B4-BE49-F238E27FC236}">
                    <a16:creationId xmlns:a16="http://schemas.microsoft.com/office/drawing/2014/main" id="{A7972E90-ECFC-A84D-BA2A-498317DB036A}"/>
                  </a:ext>
                </a:extLst>
              </p:cNvPr>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71" name="Rectangle 166">
                <a:extLst>
                  <a:ext uri="{FF2B5EF4-FFF2-40B4-BE49-F238E27FC236}">
                    <a16:creationId xmlns:a16="http://schemas.microsoft.com/office/drawing/2014/main" id="{CE9B2694-1603-8845-AE25-847A25212183}"/>
                  </a:ext>
                </a:extLst>
              </p:cNvPr>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72" name="Line 167">
                <a:extLst>
                  <a:ext uri="{FF2B5EF4-FFF2-40B4-BE49-F238E27FC236}">
                    <a16:creationId xmlns:a16="http://schemas.microsoft.com/office/drawing/2014/main" id="{0A634710-662E-3C48-AC07-4281D25D2AD0}"/>
                  </a:ext>
                </a:extLst>
              </p:cNvPr>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973" name="Group 168">
                <a:extLst>
                  <a:ext uri="{FF2B5EF4-FFF2-40B4-BE49-F238E27FC236}">
                    <a16:creationId xmlns:a16="http://schemas.microsoft.com/office/drawing/2014/main" id="{77AB842E-7014-6E43-8997-A3554731E066}"/>
                  </a:ext>
                </a:extLst>
              </p:cNvPr>
              <p:cNvGrpSpPr>
                <a:grpSpLocks/>
              </p:cNvGrpSpPr>
              <p:nvPr/>
            </p:nvGrpSpPr>
            <p:grpSpPr bwMode="auto">
              <a:xfrm>
                <a:off x="5245" y="1889"/>
                <a:ext cx="335" cy="51"/>
                <a:chOff x="5245" y="1889"/>
                <a:chExt cx="335" cy="51"/>
              </a:xfrm>
            </p:grpSpPr>
            <p:sp>
              <p:nvSpPr>
                <p:cNvPr id="113974" name="Freeform 169">
                  <a:extLst>
                    <a:ext uri="{FF2B5EF4-FFF2-40B4-BE49-F238E27FC236}">
                      <a16:creationId xmlns:a16="http://schemas.microsoft.com/office/drawing/2014/main" id="{C70DAFA7-8768-A64E-90F0-2B7421F34C62}"/>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75" name="Freeform 170">
                  <a:extLst>
                    <a:ext uri="{FF2B5EF4-FFF2-40B4-BE49-F238E27FC236}">
                      <a16:creationId xmlns:a16="http://schemas.microsoft.com/office/drawing/2014/main" id="{183BF416-AF6E-3047-B878-9C2AEB3F4958}"/>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76" name="Rectangle 171">
                  <a:extLst>
                    <a:ext uri="{FF2B5EF4-FFF2-40B4-BE49-F238E27FC236}">
                      <a16:creationId xmlns:a16="http://schemas.microsoft.com/office/drawing/2014/main" id="{DE4C3B3F-B832-A941-B720-B16AD8C2EEBE}"/>
                    </a:ext>
                  </a:extLst>
                </p:cNvPr>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3952" name="Group 172">
              <a:extLst>
                <a:ext uri="{FF2B5EF4-FFF2-40B4-BE49-F238E27FC236}">
                  <a16:creationId xmlns:a16="http://schemas.microsoft.com/office/drawing/2014/main" id="{7090A14A-139C-7847-BA14-28817B92A14D}"/>
                </a:ext>
              </a:extLst>
            </p:cNvPr>
            <p:cNvGrpSpPr>
              <a:grpSpLocks/>
            </p:cNvGrpSpPr>
            <p:nvPr/>
          </p:nvGrpSpPr>
          <p:grpSpPr bwMode="auto">
            <a:xfrm>
              <a:off x="5237" y="1587"/>
              <a:ext cx="335" cy="346"/>
              <a:chOff x="5237" y="1587"/>
              <a:chExt cx="335" cy="346"/>
            </a:xfrm>
          </p:grpSpPr>
          <p:sp>
            <p:nvSpPr>
              <p:cNvPr id="113953" name="Freeform 173">
                <a:extLst>
                  <a:ext uri="{FF2B5EF4-FFF2-40B4-BE49-F238E27FC236}">
                    <a16:creationId xmlns:a16="http://schemas.microsoft.com/office/drawing/2014/main" id="{1396D0C0-87B2-8B4F-8A84-2455D15323CF}"/>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54" name="Freeform 174">
                <a:extLst>
                  <a:ext uri="{FF2B5EF4-FFF2-40B4-BE49-F238E27FC236}">
                    <a16:creationId xmlns:a16="http://schemas.microsoft.com/office/drawing/2014/main" id="{A8E47513-1F23-CE46-ACB3-6EFDD33EAC5F}"/>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55" name="Freeform 175">
                <a:extLst>
                  <a:ext uri="{FF2B5EF4-FFF2-40B4-BE49-F238E27FC236}">
                    <a16:creationId xmlns:a16="http://schemas.microsoft.com/office/drawing/2014/main" id="{9595AE75-3969-B646-BD17-5D07BE8E8D15}"/>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56" name="Freeform 176">
                <a:extLst>
                  <a:ext uri="{FF2B5EF4-FFF2-40B4-BE49-F238E27FC236}">
                    <a16:creationId xmlns:a16="http://schemas.microsoft.com/office/drawing/2014/main" id="{011EF612-DB00-AF45-A448-0871F42F7124}"/>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57" name="Rectangle 177">
                <a:extLst>
                  <a:ext uri="{FF2B5EF4-FFF2-40B4-BE49-F238E27FC236}">
                    <a16:creationId xmlns:a16="http://schemas.microsoft.com/office/drawing/2014/main" id="{8E415BA8-E03E-1840-B8BE-C1DA4889AA54}"/>
                  </a:ext>
                </a:extLst>
              </p:cNvPr>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58" name="Rectangle 178">
                <a:extLst>
                  <a:ext uri="{FF2B5EF4-FFF2-40B4-BE49-F238E27FC236}">
                    <a16:creationId xmlns:a16="http://schemas.microsoft.com/office/drawing/2014/main" id="{CA40316E-12C2-9B4C-918F-E0D18D9912DC}"/>
                  </a:ext>
                </a:extLst>
              </p:cNvPr>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59" name="Rectangle 179">
                <a:extLst>
                  <a:ext uri="{FF2B5EF4-FFF2-40B4-BE49-F238E27FC236}">
                    <a16:creationId xmlns:a16="http://schemas.microsoft.com/office/drawing/2014/main" id="{145B503E-093E-DA42-A8E7-F0DBE5FF5AD6}"/>
                  </a:ext>
                </a:extLst>
              </p:cNvPr>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60" name="Line 180">
                <a:extLst>
                  <a:ext uri="{FF2B5EF4-FFF2-40B4-BE49-F238E27FC236}">
                    <a16:creationId xmlns:a16="http://schemas.microsoft.com/office/drawing/2014/main" id="{28AB2202-E48C-804D-8F8A-C98A9E32E338}"/>
                  </a:ext>
                </a:extLst>
              </p:cNvPr>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961" name="Group 181">
                <a:extLst>
                  <a:ext uri="{FF2B5EF4-FFF2-40B4-BE49-F238E27FC236}">
                    <a16:creationId xmlns:a16="http://schemas.microsoft.com/office/drawing/2014/main" id="{798623C0-8623-F84B-BC25-743446318178}"/>
                  </a:ext>
                </a:extLst>
              </p:cNvPr>
              <p:cNvGrpSpPr>
                <a:grpSpLocks/>
              </p:cNvGrpSpPr>
              <p:nvPr/>
            </p:nvGrpSpPr>
            <p:grpSpPr bwMode="auto">
              <a:xfrm>
                <a:off x="5237" y="1883"/>
                <a:ext cx="335" cy="50"/>
                <a:chOff x="5237" y="1883"/>
                <a:chExt cx="335" cy="50"/>
              </a:xfrm>
            </p:grpSpPr>
            <p:sp>
              <p:nvSpPr>
                <p:cNvPr id="113962" name="Freeform 182">
                  <a:extLst>
                    <a:ext uri="{FF2B5EF4-FFF2-40B4-BE49-F238E27FC236}">
                      <a16:creationId xmlns:a16="http://schemas.microsoft.com/office/drawing/2014/main" id="{3A3769F6-8018-E941-8607-AF75BFF26582}"/>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63" name="Freeform 183">
                  <a:extLst>
                    <a:ext uri="{FF2B5EF4-FFF2-40B4-BE49-F238E27FC236}">
                      <a16:creationId xmlns:a16="http://schemas.microsoft.com/office/drawing/2014/main" id="{64E920E3-B133-854D-BE15-097CAB906F42}"/>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64" name="Rectangle 184">
                  <a:extLst>
                    <a:ext uri="{FF2B5EF4-FFF2-40B4-BE49-F238E27FC236}">
                      <a16:creationId xmlns:a16="http://schemas.microsoft.com/office/drawing/2014/main" id="{3F292D0B-72EF-D445-908D-0D6B1D8CFAA6}"/>
                    </a:ext>
                  </a:extLst>
                </p:cNvPr>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3692" name="Rectangle 185">
            <a:extLst>
              <a:ext uri="{FF2B5EF4-FFF2-40B4-BE49-F238E27FC236}">
                <a16:creationId xmlns:a16="http://schemas.microsoft.com/office/drawing/2014/main" id="{61AB8069-0109-A845-AAF6-1F9788AA88E3}"/>
              </a:ext>
            </a:extLst>
          </p:cNvPr>
          <p:cNvSpPr>
            <a:spLocks noChangeArrowheads="1"/>
          </p:cNvSpPr>
          <p:nvPr/>
        </p:nvSpPr>
        <p:spPr bwMode="auto">
          <a:xfrm>
            <a:off x="2568179" y="1440656"/>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693" name="Rectangle 186">
            <a:extLst>
              <a:ext uri="{FF2B5EF4-FFF2-40B4-BE49-F238E27FC236}">
                <a16:creationId xmlns:a16="http://schemas.microsoft.com/office/drawing/2014/main" id="{4A4C9596-01F7-414E-8B37-025CE1E71D71}"/>
              </a:ext>
            </a:extLst>
          </p:cNvPr>
          <p:cNvSpPr>
            <a:spLocks noChangeArrowheads="1"/>
          </p:cNvSpPr>
          <p:nvPr/>
        </p:nvSpPr>
        <p:spPr bwMode="auto">
          <a:xfrm>
            <a:off x="2900363" y="1743075"/>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222.1.1.</a:t>
            </a:r>
            <a:endParaRPr kumimoji="1" lang="en-US" altLang="zh-CN" sz="1500">
              <a:latin typeface="Arial" panose="020B0604020202020204" pitchFamily="34" charset="0"/>
              <a:ea typeface="宋体" panose="02010600030101010101" pitchFamily="2" charset="-122"/>
            </a:endParaRPr>
          </a:p>
        </p:txBody>
      </p:sp>
      <p:sp>
        <p:nvSpPr>
          <p:cNvPr id="113694" name="Rectangle 187">
            <a:extLst>
              <a:ext uri="{FF2B5EF4-FFF2-40B4-BE49-F238E27FC236}">
                <a16:creationId xmlns:a16="http://schemas.microsoft.com/office/drawing/2014/main" id="{BA44ADCB-B002-0147-828C-B949362C1625}"/>
              </a:ext>
            </a:extLst>
          </p:cNvPr>
          <p:cNvSpPr>
            <a:spLocks noChangeArrowheads="1"/>
          </p:cNvSpPr>
          <p:nvPr/>
        </p:nvSpPr>
        <p:spPr bwMode="auto">
          <a:xfrm>
            <a:off x="3819526" y="1112044"/>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695" name="Rectangle 188">
            <a:extLst>
              <a:ext uri="{FF2B5EF4-FFF2-40B4-BE49-F238E27FC236}">
                <a16:creationId xmlns:a16="http://schemas.microsoft.com/office/drawing/2014/main" id="{0311C6C2-CAEA-4040-9439-096E5912EC42}"/>
              </a:ext>
            </a:extLst>
          </p:cNvPr>
          <p:cNvSpPr>
            <a:spLocks noChangeArrowheads="1"/>
          </p:cNvSpPr>
          <p:nvPr/>
        </p:nvSpPr>
        <p:spPr bwMode="auto">
          <a:xfrm>
            <a:off x="3756423"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222.1.1.1</a:t>
            </a:r>
          </a:p>
        </p:txBody>
      </p:sp>
      <p:sp>
        <p:nvSpPr>
          <p:cNvPr id="113696" name="Rectangle 189">
            <a:extLst>
              <a:ext uri="{FF2B5EF4-FFF2-40B4-BE49-F238E27FC236}">
                <a16:creationId xmlns:a16="http://schemas.microsoft.com/office/drawing/2014/main" id="{30D441BA-F6FE-B448-A24C-17F7A3919634}"/>
              </a:ext>
            </a:extLst>
          </p:cNvPr>
          <p:cNvSpPr>
            <a:spLocks noChangeArrowheads="1"/>
          </p:cNvSpPr>
          <p:nvPr/>
        </p:nvSpPr>
        <p:spPr bwMode="auto">
          <a:xfrm>
            <a:off x="4978004"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697" name="Rectangle 190">
            <a:extLst>
              <a:ext uri="{FF2B5EF4-FFF2-40B4-BE49-F238E27FC236}">
                <a16:creationId xmlns:a16="http://schemas.microsoft.com/office/drawing/2014/main" id="{06B7FCD2-1B44-E541-9379-A5F14A7F9FC1}"/>
              </a:ext>
            </a:extLst>
          </p:cNvPr>
          <p:cNvSpPr>
            <a:spLocks noChangeArrowheads="1"/>
          </p:cNvSpPr>
          <p:nvPr/>
        </p:nvSpPr>
        <p:spPr bwMode="auto">
          <a:xfrm>
            <a:off x="4898232"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222.1.1.2</a:t>
            </a:r>
          </a:p>
        </p:txBody>
      </p:sp>
      <p:sp>
        <p:nvSpPr>
          <p:cNvPr id="113698" name="Rectangle 191">
            <a:extLst>
              <a:ext uri="{FF2B5EF4-FFF2-40B4-BE49-F238E27FC236}">
                <a16:creationId xmlns:a16="http://schemas.microsoft.com/office/drawing/2014/main" id="{20B0D6CF-A316-204D-8E9B-2BFEF0F08EF8}"/>
              </a:ext>
            </a:extLst>
          </p:cNvPr>
          <p:cNvSpPr>
            <a:spLocks noChangeArrowheads="1"/>
          </p:cNvSpPr>
          <p:nvPr/>
        </p:nvSpPr>
        <p:spPr bwMode="auto">
          <a:xfrm>
            <a:off x="6173392"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699" name="Rectangle 192">
            <a:extLst>
              <a:ext uri="{FF2B5EF4-FFF2-40B4-BE49-F238E27FC236}">
                <a16:creationId xmlns:a16="http://schemas.microsoft.com/office/drawing/2014/main" id="{297AA6C9-D13A-3F4E-A670-983D7C789706}"/>
              </a:ext>
            </a:extLst>
          </p:cNvPr>
          <p:cNvSpPr>
            <a:spLocks noChangeArrowheads="1"/>
          </p:cNvSpPr>
          <p:nvPr/>
        </p:nvSpPr>
        <p:spPr bwMode="auto">
          <a:xfrm>
            <a:off x="6059091" y="10596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222.1.1.3</a:t>
            </a:r>
          </a:p>
        </p:txBody>
      </p:sp>
      <p:sp>
        <p:nvSpPr>
          <p:cNvPr id="113700" name="Rectangle 193">
            <a:extLst>
              <a:ext uri="{FF2B5EF4-FFF2-40B4-BE49-F238E27FC236}">
                <a16:creationId xmlns:a16="http://schemas.microsoft.com/office/drawing/2014/main" id="{E6A2C24A-E6B4-BB42-AD22-57B7E1ECE6E5}"/>
              </a:ext>
            </a:extLst>
          </p:cNvPr>
          <p:cNvSpPr>
            <a:spLocks noChangeArrowheads="1"/>
          </p:cNvSpPr>
          <p:nvPr/>
        </p:nvSpPr>
        <p:spPr bwMode="auto">
          <a:xfrm>
            <a:off x="4269581" y="1603772"/>
            <a:ext cx="20241" cy="40362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3701" name="Group 194">
            <a:extLst>
              <a:ext uri="{FF2B5EF4-FFF2-40B4-BE49-F238E27FC236}">
                <a16:creationId xmlns:a16="http://schemas.microsoft.com/office/drawing/2014/main" id="{3A0E3B53-0332-1645-AEF6-261F51AFD2D9}"/>
              </a:ext>
            </a:extLst>
          </p:cNvPr>
          <p:cNvGrpSpPr>
            <a:grpSpLocks/>
          </p:cNvGrpSpPr>
          <p:nvPr/>
        </p:nvGrpSpPr>
        <p:grpSpPr bwMode="auto">
          <a:xfrm>
            <a:off x="4010025" y="1972866"/>
            <a:ext cx="485775" cy="289322"/>
            <a:chOff x="2299" y="1622"/>
            <a:chExt cx="439" cy="262"/>
          </a:xfrm>
        </p:grpSpPr>
        <p:sp>
          <p:nvSpPr>
            <p:cNvPr id="113926" name="Oval 195">
              <a:extLst>
                <a:ext uri="{FF2B5EF4-FFF2-40B4-BE49-F238E27FC236}">
                  <a16:creationId xmlns:a16="http://schemas.microsoft.com/office/drawing/2014/main" id="{A4512EC8-EF38-BE42-9113-4F9C3A261994}"/>
                </a:ext>
              </a:extLst>
            </p:cNvPr>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27" name="Rectangle 196">
              <a:extLst>
                <a:ext uri="{FF2B5EF4-FFF2-40B4-BE49-F238E27FC236}">
                  <a16:creationId xmlns:a16="http://schemas.microsoft.com/office/drawing/2014/main" id="{F549A926-0999-0F46-8D19-3C5FE890022A}"/>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28" name="Rectangle 197">
              <a:extLst>
                <a:ext uri="{FF2B5EF4-FFF2-40B4-BE49-F238E27FC236}">
                  <a16:creationId xmlns:a16="http://schemas.microsoft.com/office/drawing/2014/main" id="{DB3DB1C0-837D-DC45-B33B-7FF5496846F0}"/>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29" name="Oval 198">
              <a:extLst>
                <a:ext uri="{FF2B5EF4-FFF2-40B4-BE49-F238E27FC236}">
                  <a16:creationId xmlns:a16="http://schemas.microsoft.com/office/drawing/2014/main" id="{3CA9B72B-EE93-7847-9082-C6B7217D7279}"/>
                </a:ext>
              </a:extLst>
            </p:cNvPr>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3930" name="Group 199">
              <a:extLst>
                <a:ext uri="{FF2B5EF4-FFF2-40B4-BE49-F238E27FC236}">
                  <a16:creationId xmlns:a16="http://schemas.microsoft.com/office/drawing/2014/main" id="{7B565F61-C301-9B4B-8480-7D9A5F18941C}"/>
                </a:ext>
              </a:extLst>
            </p:cNvPr>
            <p:cNvGrpSpPr>
              <a:grpSpLocks/>
            </p:cNvGrpSpPr>
            <p:nvPr/>
          </p:nvGrpSpPr>
          <p:grpSpPr bwMode="auto">
            <a:xfrm>
              <a:off x="2365" y="1640"/>
              <a:ext cx="304" cy="117"/>
              <a:chOff x="2365" y="1640"/>
              <a:chExt cx="304" cy="117"/>
            </a:xfrm>
          </p:grpSpPr>
          <p:grpSp>
            <p:nvGrpSpPr>
              <p:cNvPr id="113933" name="Group 200">
                <a:extLst>
                  <a:ext uri="{FF2B5EF4-FFF2-40B4-BE49-F238E27FC236}">
                    <a16:creationId xmlns:a16="http://schemas.microsoft.com/office/drawing/2014/main" id="{5F1E14AD-2595-E841-8101-2B94AE1AB483}"/>
                  </a:ext>
                </a:extLst>
              </p:cNvPr>
              <p:cNvGrpSpPr>
                <a:grpSpLocks/>
              </p:cNvGrpSpPr>
              <p:nvPr/>
            </p:nvGrpSpPr>
            <p:grpSpPr bwMode="auto">
              <a:xfrm>
                <a:off x="2365" y="1640"/>
                <a:ext cx="302" cy="115"/>
                <a:chOff x="2365" y="1640"/>
                <a:chExt cx="302" cy="115"/>
              </a:xfrm>
            </p:grpSpPr>
            <p:sp>
              <p:nvSpPr>
                <p:cNvPr id="113943" name="Freeform 201">
                  <a:extLst>
                    <a:ext uri="{FF2B5EF4-FFF2-40B4-BE49-F238E27FC236}">
                      <a16:creationId xmlns:a16="http://schemas.microsoft.com/office/drawing/2014/main" id="{1570FA7B-A861-EA45-A5F5-5398CC082B01}"/>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44" name="Freeform 202">
                  <a:extLst>
                    <a:ext uri="{FF2B5EF4-FFF2-40B4-BE49-F238E27FC236}">
                      <a16:creationId xmlns:a16="http://schemas.microsoft.com/office/drawing/2014/main" id="{7F6F7300-81DE-4A4B-8618-9D38D7AA9CA8}"/>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45" name="Freeform 203">
                  <a:extLst>
                    <a:ext uri="{FF2B5EF4-FFF2-40B4-BE49-F238E27FC236}">
                      <a16:creationId xmlns:a16="http://schemas.microsoft.com/office/drawing/2014/main" id="{E752D782-3F18-DF49-ACB1-49B2CF90FFFA}"/>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46" name="Freeform 204">
                  <a:extLst>
                    <a:ext uri="{FF2B5EF4-FFF2-40B4-BE49-F238E27FC236}">
                      <a16:creationId xmlns:a16="http://schemas.microsoft.com/office/drawing/2014/main" id="{C31E8AFE-5A83-B142-A6E4-DEB3E1F8BE54}"/>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47" name="Freeform 205">
                  <a:extLst>
                    <a:ext uri="{FF2B5EF4-FFF2-40B4-BE49-F238E27FC236}">
                      <a16:creationId xmlns:a16="http://schemas.microsoft.com/office/drawing/2014/main" id="{92B98291-8515-E647-AC28-E6FEB45832C1}"/>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48" name="Freeform 206">
                  <a:extLst>
                    <a:ext uri="{FF2B5EF4-FFF2-40B4-BE49-F238E27FC236}">
                      <a16:creationId xmlns:a16="http://schemas.microsoft.com/office/drawing/2014/main" id="{395131B4-E442-A847-8D78-1BEABCC4AAEA}"/>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49" name="Freeform 207">
                  <a:extLst>
                    <a:ext uri="{FF2B5EF4-FFF2-40B4-BE49-F238E27FC236}">
                      <a16:creationId xmlns:a16="http://schemas.microsoft.com/office/drawing/2014/main" id="{A426AD4D-0995-4F49-8242-6ED449127202}"/>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50" name="Freeform 208">
                  <a:extLst>
                    <a:ext uri="{FF2B5EF4-FFF2-40B4-BE49-F238E27FC236}">
                      <a16:creationId xmlns:a16="http://schemas.microsoft.com/office/drawing/2014/main" id="{A4FADBCE-FB83-724A-A114-347AA71B4768}"/>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3934" name="Group 209">
                <a:extLst>
                  <a:ext uri="{FF2B5EF4-FFF2-40B4-BE49-F238E27FC236}">
                    <a16:creationId xmlns:a16="http://schemas.microsoft.com/office/drawing/2014/main" id="{A05611AC-51CF-5E45-9ACC-C914CEF33ED2}"/>
                  </a:ext>
                </a:extLst>
              </p:cNvPr>
              <p:cNvGrpSpPr>
                <a:grpSpLocks/>
              </p:cNvGrpSpPr>
              <p:nvPr/>
            </p:nvGrpSpPr>
            <p:grpSpPr bwMode="auto">
              <a:xfrm>
                <a:off x="2368" y="1643"/>
                <a:ext cx="301" cy="114"/>
                <a:chOff x="2368" y="1643"/>
                <a:chExt cx="301" cy="114"/>
              </a:xfrm>
            </p:grpSpPr>
            <p:sp>
              <p:nvSpPr>
                <p:cNvPr id="113935" name="Freeform 210">
                  <a:extLst>
                    <a:ext uri="{FF2B5EF4-FFF2-40B4-BE49-F238E27FC236}">
                      <a16:creationId xmlns:a16="http://schemas.microsoft.com/office/drawing/2014/main" id="{E049AB80-2C7D-184D-A730-FE8F76665998}"/>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36" name="Freeform 211">
                  <a:extLst>
                    <a:ext uri="{FF2B5EF4-FFF2-40B4-BE49-F238E27FC236}">
                      <a16:creationId xmlns:a16="http://schemas.microsoft.com/office/drawing/2014/main" id="{C3E39848-EC4D-B24F-96C2-CF96B55AFA91}"/>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37" name="Freeform 212">
                  <a:extLst>
                    <a:ext uri="{FF2B5EF4-FFF2-40B4-BE49-F238E27FC236}">
                      <a16:creationId xmlns:a16="http://schemas.microsoft.com/office/drawing/2014/main" id="{65D54FB7-FD18-964E-B974-25CA62A70C76}"/>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38" name="Freeform 213">
                  <a:extLst>
                    <a:ext uri="{FF2B5EF4-FFF2-40B4-BE49-F238E27FC236}">
                      <a16:creationId xmlns:a16="http://schemas.microsoft.com/office/drawing/2014/main" id="{5DED539B-A7AC-694B-AA4B-92BB59BB6A15}"/>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39" name="Freeform 214">
                  <a:extLst>
                    <a:ext uri="{FF2B5EF4-FFF2-40B4-BE49-F238E27FC236}">
                      <a16:creationId xmlns:a16="http://schemas.microsoft.com/office/drawing/2014/main" id="{E9AF1017-67E5-E947-9BE5-A3223BAADD04}"/>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40" name="Freeform 215">
                  <a:extLst>
                    <a:ext uri="{FF2B5EF4-FFF2-40B4-BE49-F238E27FC236}">
                      <a16:creationId xmlns:a16="http://schemas.microsoft.com/office/drawing/2014/main" id="{352B0F95-01A3-FE43-91A0-5A0438039719}"/>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41" name="Freeform 216">
                  <a:extLst>
                    <a:ext uri="{FF2B5EF4-FFF2-40B4-BE49-F238E27FC236}">
                      <a16:creationId xmlns:a16="http://schemas.microsoft.com/office/drawing/2014/main" id="{118670AF-1378-4542-BC8F-9B092338391C}"/>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42" name="Freeform 217">
                  <a:extLst>
                    <a:ext uri="{FF2B5EF4-FFF2-40B4-BE49-F238E27FC236}">
                      <a16:creationId xmlns:a16="http://schemas.microsoft.com/office/drawing/2014/main" id="{91260FA8-1E9C-1D46-B1B3-3D3B2137B6C2}"/>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3931" name="Line 218">
              <a:extLst>
                <a:ext uri="{FF2B5EF4-FFF2-40B4-BE49-F238E27FC236}">
                  <a16:creationId xmlns:a16="http://schemas.microsoft.com/office/drawing/2014/main" id="{777C5887-A208-FB47-B486-16687D71A26A}"/>
                </a:ext>
              </a:extLst>
            </p:cNvPr>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932" name="Line 219">
              <a:extLst>
                <a:ext uri="{FF2B5EF4-FFF2-40B4-BE49-F238E27FC236}">
                  <a16:creationId xmlns:a16="http://schemas.microsoft.com/office/drawing/2014/main" id="{1AF97400-FF92-5846-8C50-48ADDB7B8A29}"/>
                </a:ext>
              </a:extLst>
            </p:cNvPr>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3702" name="Rectangle 220">
            <a:extLst>
              <a:ext uri="{FF2B5EF4-FFF2-40B4-BE49-F238E27FC236}">
                <a16:creationId xmlns:a16="http://schemas.microsoft.com/office/drawing/2014/main" id="{9C431C58-C182-9D48-972D-5B6AB3562E84}"/>
              </a:ext>
            </a:extLst>
          </p:cNvPr>
          <p:cNvSpPr>
            <a:spLocks noChangeArrowheads="1"/>
          </p:cNvSpPr>
          <p:nvPr/>
        </p:nvSpPr>
        <p:spPr bwMode="auto">
          <a:xfrm>
            <a:off x="4351735" y="1778794"/>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03" name="Rectangle 221">
            <a:extLst>
              <a:ext uri="{FF2B5EF4-FFF2-40B4-BE49-F238E27FC236}">
                <a16:creationId xmlns:a16="http://schemas.microsoft.com/office/drawing/2014/main" id="{78CF7737-9292-644C-90D2-C2215E0A1E98}"/>
              </a:ext>
            </a:extLst>
          </p:cNvPr>
          <p:cNvSpPr>
            <a:spLocks noChangeArrowheads="1"/>
          </p:cNvSpPr>
          <p:nvPr/>
        </p:nvSpPr>
        <p:spPr bwMode="auto">
          <a:xfrm>
            <a:off x="4406504" y="1785938"/>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222.1.1.4</a:t>
            </a:r>
          </a:p>
        </p:txBody>
      </p:sp>
      <p:sp>
        <p:nvSpPr>
          <p:cNvPr id="113704" name="Rectangle 222">
            <a:extLst>
              <a:ext uri="{FF2B5EF4-FFF2-40B4-BE49-F238E27FC236}">
                <a16:creationId xmlns:a16="http://schemas.microsoft.com/office/drawing/2014/main" id="{089F2F1D-C031-8A4B-877C-942ED1567BEE}"/>
              </a:ext>
            </a:extLst>
          </p:cNvPr>
          <p:cNvSpPr>
            <a:spLocks noChangeArrowheads="1"/>
          </p:cNvSpPr>
          <p:nvPr/>
        </p:nvSpPr>
        <p:spPr bwMode="auto">
          <a:xfrm>
            <a:off x="3727847" y="1889523"/>
            <a:ext cx="309563" cy="263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05" name="Rectangle 223">
            <a:extLst>
              <a:ext uri="{FF2B5EF4-FFF2-40B4-BE49-F238E27FC236}">
                <a16:creationId xmlns:a16="http://schemas.microsoft.com/office/drawing/2014/main" id="{0DF3BA8B-440A-C04C-BDF5-8D3B8ABB0DF2}"/>
              </a:ext>
            </a:extLst>
          </p:cNvPr>
          <p:cNvSpPr>
            <a:spLocks noChangeArrowheads="1"/>
          </p:cNvSpPr>
          <p:nvPr/>
        </p:nvSpPr>
        <p:spPr bwMode="auto">
          <a:xfrm>
            <a:off x="3805237" y="1882379"/>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3706" name="Oval 224">
            <a:extLst>
              <a:ext uri="{FF2B5EF4-FFF2-40B4-BE49-F238E27FC236}">
                <a16:creationId xmlns:a16="http://schemas.microsoft.com/office/drawing/2014/main" id="{D527BDCC-B3F2-BD41-BFEA-43DE01C15C3F}"/>
              </a:ext>
            </a:extLst>
          </p:cNvPr>
          <p:cNvSpPr>
            <a:spLocks noChangeArrowheads="1"/>
          </p:cNvSpPr>
          <p:nvPr/>
        </p:nvSpPr>
        <p:spPr bwMode="auto">
          <a:xfrm>
            <a:off x="4239816" y="181689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07" name="Rectangle 225">
            <a:extLst>
              <a:ext uri="{FF2B5EF4-FFF2-40B4-BE49-F238E27FC236}">
                <a16:creationId xmlns:a16="http://schemas.microsoft.com/office/drawing/2014/main" id="{EDF88FBE-A223-484F-8AD6-4C536B9B7CE9}"/>
              </a:ext>
            </a:extLst>
          </p:cNvPr>
          <p:cNvSpPr>
            <a:spLocks noChangeArrowheads="1"/>
          </p:cNvSpPr>
          <p:nvPr/>
        </p:nvSpPr>
        <p:spPr bwMode="auto">
          <a:xfrm>
            <a:off x="2624138" y="1212056"/>
            <a:ext cx="5405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08" name="Oval 226">
            <a:extLst>
              <a:ext uri="{FF2B5EF4-FFF2-40B4-BE49-F238E27FC236}">
                <a16:creationId xmlns:a16="http://schemas.microsoft.com/office/drawing/2014/main" id="{A02A967A-AE47-074D-A666-9E05DC0AD361}"/>
              </a:ext>
            </a:extLst>
          </p:cNvPr>
          <p:cNvSpPr>
            <a:spLocks noChangeArrowheads="1"/>
          </p:cNvSpPr>
          <p:nvPr/>
        </p:nvSpPr>
        <p:spPr bwMode="auto">
          <a:xfrm>
            <a:off x="6983016" y="30503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09" name="Oval 227">
            <a:extLst>
              <a:ext uri="{FF2B5EF4-FFF2-40B4-BE49-F238E27FC236}">
                <a16:creationId xmlns:a16="http://schemas.microsoft.com/office/drawing/2014/main" id="{12F0FAA4-D098-714F-88FD-98ACAB368D6F}"/>
              </a:ext>
            </a:extLst>
          </p:cNvPr>
          <p:cNvSpPr>
            <a:spLocks noChangeArrowheads="1"/>
          </p:cNvSpPr>
          <p:nvPr/>
        </p:nvSpPr>
        <p:spPr bwMode="auto">
          <a:xfrm>
            <a:off x="6986588" y="2220517"/>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10" name="Rectangle 228">
            <a:extLst>
              <a:ext uri="{FF2B5EF4-FFF2-40B4-BE49-F238E27FC236}">
                <a16:creationId xmlns:a16="http://schemas.microsoft.com/office/drawing/2014/main" id="{F4691193-6BD7-8941-A2DF-157286F94733}"/>
              </a:ext>
            </a:extLst>
          </p:cNvPr>
          <p:cNvSpPr>
            <a:spLocks noChangeArrowheads="1"/>
          </p:cNvSpPr>
          <p:nvPr/>
        </p:nvSpPr>
        <p:spPr bwMode="auto">
          <a:xfrm>
            <a:off x="5897166" y="2764632"/>
            <a:ext cx="757238"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11" name="Rectangle 229">
            <a:extLst>
              <a:ext uri="{FF2B5EF4-FFF2-40B4-BE49-F238E27FC236}">
                <a16:creationId xmlns:a16="http://schemas.microsoft.com/office/drawing/2014/main" id="{D9F13D46-FDE7-074E-B5DD-D9CFBBCA00B5}"/>
              </a:ext>
            </a:extLst>
          </p:cNvPr>
          <p:cNvSpPr>
            <a:spLocks noChangeArrowheads="1"/>
          </p:cNvSpPr>
          <p:nvPr/>
        </p:nvSpPr>
        <p:spPr bwMode="auto">
          <a:xfrm>
            <a:off x="5625704" y="3167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222.1.2.5</a:t>
            </a:r>
          </a:p>
        </p:txBody>
      </p:sp>
      <p:sp>
        <p:nvSpPr>
          <p:cNvPr id="113712" name="Rectangle 230">
            <a:extLst>
              <a:ext uri="{FF2B5EF4-FFF2-40B4-BE49-F238E27FC236}">
                <a16:creationId xmlns:a16="http://schemas.microsoft.com/office/drawing/2014/main" id="{B1E682ED-4F7B-374D-B688-FA2784ED3C7A}"/>
              </a:ext>
            </a:extLst>
          </p:cNvPr>
          <p:cNvSpPr>
            <a:spLocks noChangeArrowheads="1"/>
          </p:cNvSpPr>
          <p:nvPr/>
        </p:nvSpPr>
        <p:spPr bwMode="auto">
          <a:xfrm>
            <a:off x="7055644" y="3148012"/>
            <a:ext cx="756047"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13" name="Rectangle 231">
            <a:extLst>
              <a:ext uri="{FF2B5EF4-FFF2-40B4-BE49-F238E27FC236}">
                <a16:creationId xmlns:a16="http://schemas.microsoft.com/office/drawing/2014/main" id="{C444C309-34A0-DA43-B92A-DE9253B8D818}"/>
              </a:ext>
            </a:extLst>
          </p:cNvPr>
          <p:cNvSpPr>
            <a:spLocks noChangeArrowheads="1"/>
          </p:cNvSpPr>
          <p:nvPr/>
        </p:nvSpPr>
        <p:spPr bwMode="auto">
          <a:xfrm>
            <a:off x="7124700" y="31932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222.1.2.2</a:t>
            </a:r>
          </a:p>
        </p:txBody>
      </p:sp>
      <p:sp>
        <p:nvSpPr>
          <p:cNvPr id="113714" name="Rectangle 232">
            <a:extLst>
              <a:ext uri="{FF2B5EF4-FFF2-40B4-BE49-F238E27FC236}">
                <a16:creationId xmlns:a16="http://schemas.microsoft.com/office/drawing/2014/main" id="{2398A34A-1696-3B43-964D-B5243B79EC2A}"/>
              </a:ext>
            </a:extLst>
          </p:cNvPr>
          <p:cNvSpPr>
            <a:spLocks noChangeArrowheads="1"/>
          </p:cNvSpPr>
          <p:nvPr/>
        </p:nvSpPr>
        <p:spPr bwMode="auto">
          <a:xfrm>
            <a:off x="7055644" y="2314575"/>
            <a:ext cx="756047"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15" name="Rectangle 233">
            <a:extLst>
              <a:ext uri="{FF2B5EF4-FFF2-40B4-BE49-F238E27FC236}">
                <a16:creationId xmlns:a16="http://schemas.microsoft.com/office/drawing/2014/main" id="{5C4B3855-DC79-6C4F-BC12-C94E98735AF1}"/>
              </a:ext>
            </a:extLst>
          </p:cNvPr>
          <p:cNvSpPr>
            <a:spLocks noChangeArrowheads="1"/>
          </p:cNvSpPr>
          <p:nvPr/>
        </p:nvSpPr>
        <p:spPr bwMode="auto">
          <a:xfrm>
            <a:off x="7124700" y="2361010"/>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222.1.2.1</a:t>
            </a:r>
          </a:p>
        </p:txBody>
      </p:sp>
      <p:sp>
        <p:nvSpPr>
          <p:cNvPr id="113716" name="Rectangle 234">
            <a:extLst>
              <a:ext uri="{FF2B5EF4-FFF2-40B4-BE49-F238E27FC236}">
                <a16:creationId xmlns:a16="http://schemas.microsoft.com/office/drawing/2014/main" id="{5C223F03-7E9B-3049-8A10-F1DA1747856D}"/>
              </a:ext>
            </a:extLst>
          </p:cNvPr>
          <p:cNvSpPr>
            <a:spLocks noChangeArrowheads="1"/>
          </p:cNvSpPr>
          <p:nvPr/>
        </p:nvSpPr>
        <p:spPr bwMode="auto">
          <a:xfrm>
            <a:off x="6981826" y="3914775"/>
            <a:ext cx="756047"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17" name="Rectangle 235">
            <a:extLst>
              <a:ext uri="{FF2B5EF4-FFF2-40B4-BE49-F238E27FC236}">
                <a16:creationId xmlns:a16="http://schemas.microsoft.com/office/drawing/2014/main" id="{18C70EB7-8B00-9449-93C1-A267FAF54B5B}"/>
              </a:ext>
            </a:extLst>
          </p:cNvPr>
          <p:cNvSpPr>
            <a:spLocks noChangeArrowheads="1"/>
          </p:cNvSpPr>
          <p:nvPr/>
        </p:nvSpPr>
        <p:spPr bwMode="auto">
          <a:xfrm>
            <a:off x="4892279"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222.1.2.3</a:t>
            </a:r>
          </a:p>
        </p:txBody>
      </p:sp>
      <p:sp>
        <p:nvSpPr>
          <p:cNvPr id="113718" name="Rectangle 236">
            <a:extLst>
              <a:ext uri="{FF2B5EF4-FFF2-40B4-BE49-F238E27FC236}">
                <a16:creationId xmlns:a16="http://schemas.microsoft.com/office/drawing/2014/main" id="{F776BBCA-61A8-5140-A144-2484EA0BB02D}"/>
              </a:ext>
            </a:extLst>
          </p:cNvPr>
          <p:cNvSpPr>
            <a:spLocks noChangeArrowheads="1"/>
          </p:cNvSpPr>
          <p:nvPr/>
        </p:nvSpPr>
        <p:spPr bwMode="auto">
          <a:xfrm>
            <a:off x="3895726" y="4204098"/>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19" name="Rectangle 237">
            <a:extLst>
              <a:ext uri="{FF2B5EF4-FFF2-40B4-BE49-F238E27FC236}">
                <a16:creationId xmlns:a16="http://schemas.microsoft.com/office/drawing/2014/main" id="{0C6259A5-4FDE-4349-B1FB-3A4DEF62343D}"/>
              </a:ext>
            </a:extLst>
          </p:cNvPr>
          <p:cNvSpPr>
            <a:spLocks noChangeArrowheads="1"/>
          </p:cNvSpPr>
          <p:nvPr/>
        </p:nvSpPr>
        <p:spPr bwMode="auto">
          <a:xfrm>
            <a:off x="3954066"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222.1.2.4</a:t>
            </a:r>
          </a:p>
        </p:txBody>
      </p:sp>
      <p:sp>
        <p:nvSpPr>
          <p:cNvPr id="113720" name="Oval 238">
            <a:extLst>
              <a:ext uri="{FF2B5EF4-FFF2-40B4-BE49-F238E27FC236}">
                <a16:creationId xmlns:a16="http://schemas.microsoft.com/office/drawing/2014/main" id="{3A159F1A-1B9D-0645-BA05-9E9CB85A6935}"/>
              </a:ext>
            </a:extLst>
          </p:cNvPr>
          <p:cNvSpPr>
            <a:spLocks noChangeArrowheads="1"/>
          </p:cNvSpPr>
          <p:nvPr/>
        </p:nvSpPr>
        <p:spPr bwMode="auto">
          <a:xfrm>
            <a:off x="4769644" y="4225528"/>
            <a:ext cx="69056"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21" name="Rectangle 239">
            <a:extLst>
              <a:ext uri="{FF2B5EF4-FFF2-40B4-BE49-F238E27FC236}">
                <a16:creationId xmlns:a16="http://schemas.microsoft.com/office/drawing/2014/main" id="{F0E7B285-A42F-7943-8368-1E7FEBF76C20}"/>
              </a:ext>
            </a:extLst>
          </p:cNvPr>
          <p:cNvSpPr>
            <a:spLocks noChangeArrowheads="1"/>
          </p:cNvSpPr>
          <p:nvPr/>
        </p:nvSpPr>
        <p:spPr bwMode="auto">
          <a:xfrm>
            <a:off x="6256735" y="2216944"/>
            <a:ext cx="67151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22" name="Rectangle 240">
            <a:extLst>
              <a:ext uri="{FF2B5EF4-FFF2-40B4-BE49-F238E27FC236}">
                <a16:creationId xmlns:a16="http://schemas.microsoft.com/office/drawing/2014/main" id="{3DFA1188-6489-624A-ACDD-388BE8561579}"/>
              </a:ext>
            </a:extLst>
          </p:cNvPr>
          <p:cNvSpPr>
            <a:spLocks noChangeArrowheads="1"/>
          </p:cNvSpPr>
          <p:nvPr/>
        </p:nvSpPr>
        <p:spPr bwMode="auto">
          <a:xfrm>
            <a:off x="6263879" y="2692004"/>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222.1.2.</a:t>
            </a:r>
            <a:endParaRPr kumimoji="1" lang="en-US" altLang="zh-CN" sz="1500">
              <a:latin typeface="Arial" panose="020B0604020202020204" pitchFamily="34" charset="0"/>
              <a:ea typeface="宋体" panose="02010600030101010101" pitchFamily="2" charset="-122"/>
            </a:endParaRPr>
          </a:p>
        </p:txBody>
      </p:sp>
      <p:sp>
        <p:nvSpPr>
          <p:cNvPr id="113723" name="Rectangle 241">
            <a:extLst>
              <a:ext uri="{FF2B5EF4-FFF2-40B4-BE49-F238E27FC236}">
                <a16:creationId xmlns:a16="http://schemas.microsoft.com/office/drawing/2014/main" id="{B1B99215-7E87-9849-A613-2F7052F2DA7F}"/>
              </a:ext>
            </a:extLst>
          </p:cNvPr>
          <p:cNvSpPr>
            <a:spLocks noChangeArrowheads="1"/>
          </p:cNvSpPr>
          <p:nvPr/>
        </p:nvSpPr>
        <p:spPr bwMode="auto">
          <a:xfrm>
            <a:off x="6310313" y="1997869"/>
            <a:ext cx="54054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3724" name="Group 242">
            <a:extLst>
              <a:ext uri="{FF2B5EF4-FFF2-40B4-BE49-F238E27FC236}">
                <a16:creationId xmlns:a16="http://schemas.microsoft.com/office/drawing/2014/main" id="{0CFEA0F2-5713-124B-AB08-86BE0E13C249}"/>
              </a:ext>
            </a:extLst>
          </p:cNvPr>
          <p:cNvGrpSpPr>
            <a:grpSpLocks/>
          </p:cNvGrpSpPr>
          <p:nvPr/>
        </p:nvGrpSpPr>
        <p:grpSpPr bwMode="auto">
          <a:xfrm>
            <a:off x="2809875" y="3289698"/>
            <a:ext cx="486966" cy="288131"/>
            <a:chOff x="1304" y="2569"/>
            <a:chExt cx="439" cy="262"/>
          </a:xfrm>
        </p:grpSpPr>
        <p:sp>
          <p:nvSpPr>
            <p:cNvPr id="113901" name="Oval 243">
              <a:extLst>
                <a:ext uri="{FF2B5EF4-FFF2-40B4-BE49-F238E27FC236}">
                  <a16:creationId xmlns:a16="http://schemas.microsoft.com/office/drawing/2014/main" id="{0B36E23B-F5EA-5640-BDF5-25A6E54E1A7E}"/>
                </a:ext>
              </a:extLst>
            </p:cNvPr>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02" name="Rectangle 244">
              <a:extLst>
                <a:ext uri="{FF2B5EF4-FFF2-40B4-BE49-F238E27FC236}">
                  <a16:creationId xmlns:a16="http://schemas.microsoft.com/office/drawing/2014/main" id="{6823F365-3761-884A-932E-E7F2F59F2DE9}"/>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03" name="Rectangle 245">
              <a:extLst>
                <a:ext uri="{FF2B5EF4-FFF2-40B4-BE49-F238E27FC236}">
                  <a16:creationId xmlns:a16="http://schemas.microsoft.com/office/drawing/2014/main" id="{32722F13-86B8-BF4D-9471-9117516D8FDB}"/>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04" name="Oval 246">
              <a:extLst>
                <a:ext uri="{FF2B5EF4-FFF2-40B4-BE49-F238E27FC236}">
                  <a16:creationId xmlns:a16="http://schemas.microsoft.com/office/drawing/2014/main" id="{1734D556-0F24-E543-8D70-4DAABA79D6A9}"/>
                </a:ext>
              </a:extLst>
            </p:cNvPr>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3905" name="Group 247">
              <a:extLst>
                <a:ext uri="{FF2B5EF4-FFF2-40B4-BE49-F238E27FC236}">
                  <a16:creationId xmlns:a16="http://schemas.microsoft.com/office/drawing/2014/main" id="{5DEC3886-0D4A-FA48-9B28-A8A3EE16BE7D}"/>
                </a:ext>
              </a:extLst>
            </p:cNvPr>
            <p:cNvGrpSpPr>
              <a:grpSpLocks/>
            </p:cNvGrpSpPr>
            <p:nvPr/>
          </p:nvGrpSpPr>
          <p:grpSpPr bwMode="auto">
            <a:xfrm>
              <a:off x="1371" y="2587"/>
              <a:ext cx="304" cy="117"/>
              <a:chOff x="1371" y="2587"/>
              <a:chExt cx="304" cy="117"/>
            </a:xfrm>
          </p:grpSpPr>
          <p:grpSp>
            <p:nvGrpSpPr>
              <p:cNvPr id="113908" name="Group 248">
                <a:extLst>
                  <a:ext uri="{FF2B5EF4-FFF2-40B4-BE49-F238E27FC236}">
                    <a16:creationId xmlns:a16="http://schemas.microsoft.com/office/drawing/2014/main" id="{88B86B90-CBF3-8243-9344-24C16756555E}"/>
                  </a:ext>
                </a:extLst>
              </p:cNvPr>
              <p:cNvGrpSpPr>
                <a:grpSpLocks/>
              </p:cNvGrpSpPr>
              <p:nvPr/>
            </p:nvGrpSpPr>
            <p:grpSpPr bwMode="auto">
              <a:xfrm>
                <a:off x="1371" y="2587"/>
                <a:ext cx="301" cy="115"/>
                <a:chOff x="1371" y="2587"/>
                <a:chExt cx="301" cy="115"/>
              </a:xfrm>
            </p:grpSpPr>
            <p:sp>
              <p:nvSpPr>
                <p:cNvPr id="113918" name="Freeform 249">
                  <a:extLst>
                    <a:ext uri="{FF2B5EF4-FFF2-40B4-BE49-F238E27FC236}">
                      <a16:creationId xmlns:a16="http://schemas.microsoft.com/office/drawing/2014/main" id="{3CFB8FFE-1EED-1B44-B4B5-F65439E0E98C}"/>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19" name="Freeform 250">
                  <a:extLst>
                    <a:ext uri="{FF2B5EF4-FFF2-40B4-BE49-F238E27FC236}">
                      <a16:creationId xmlns:a16="http://schemas.microsoft.com/office/drawing/2014/main" id="{9D1A1550-F79C-DF44-AEFF-EE254572D739}"/>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20" name="Freeform 251">
                  <a:extLst>
                    <a:ext uri="{FF2B5EF4-FFF2-40B4-BE49-F238E27FC236}">
                      <a16:creationId xmlns:a16="http://schemas.microsoft.com/office/drawing/2014/main" id="{C8A26ABF-18B3-6947-AAC0-73EE050EB488}"/>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21" name="Freeform 252">
                  <a:extLst>
                    <a:ext uri="{FF2B5EF4-FFF2-40B4-BE49-F238E27FC236}">
                      <a16:creationId xmlns:a16="http://schemas.microsoft.com/office/drawing/2014/main" id="{2BA806CC-27DC-2340-8033-689DEF8B4085}"/>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22" name="Freeform 253">
                  <a:extLst>
                    <a:ext uri="{FF2B5EF4-FFF2-40B4-BE49-F238E27FC236}">
                      <a16:creationId xmlns:a16="http://schemas.microsoft.com/office/drawing/2014/main" id="{8E9193F2-2E03-1249-9CE4-033F919D142C}"/>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23" name="Freeform 254">
                  <a:extLst>
                    <a:ext uri="{FF2B5EF4-FFF2-40B4-BE49-F238E27FC236}">
                      <a16:creationId xmlns:a16="http://schemas.microsoft.com/office/drawing/2014/main" id="{8C259448-E957-3B49-B11E-043B8505EB97}"/>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24" name="Freeform 255">
                  <a:extLst>
                    <a:ext uri="{FF2B5EF4-FFF2-40B4-BE49-F238E27FC236}">
                      <a16:creationId xmlns:a16="http://schemas.microsoft.com/office/drawing/2014/main" id="{075671CF-BAA5-C84C-87E8-18F6A41B9D88}"/>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25" name="Freeform 256">
                  <a:extLst>
                    <a:ext uri="{FF2B5EF4-FFF2-40B4-BE49-F238E27FC236}">
                      <a16:creationId xmlns:a16="http://schemas.microsoft.com/office/drawing/2014/main" id="{AC91979B-4D8F-334A-AB89-EA58CD7945A8}"/>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3909" name="Group 257">
                <a:extLst>
                  <a:ext uri="{FF2B5EF4-FFF2-40B4-BE49-F238E27FC236}">
                    <a16:creationId xmlns:a16="http://schemas.microsoft.com/office/drawing/2014/main" id="{F5BA7662-8B69-C549-A55D-FDE9BDC443CB}"/>
                  </a:ext>
                </a:extLst>
              </p:cNvPr>
              <p:cNvGrpSpPr>
                <a:grpSpLocks/>
              </p:cNvGrpSpPr>
              <p:nvPr/>
            </p:nvGrpSpPr>
            <p:grpSpPr bwMode="auto">
              <a:xfrm>
                <a:off x="1373" y="2590"/>
                <a:ext cx="302" cy="114"/>
                <a:chOff x="1373" y="2590"/>
                <a:chExt cx="302" cy="114"/>
              </a:xfrm>
            </p:grpSpPr>
            <p:sp>
              <p:nvSpPr>
                <p:cNvPr id="113910" name="Freeform 258">
                  <a:extLst>
                    <a:ext uri="{FF2B5EF4-FFF2-40B4-BE49-F238E27FC236}">
                      <a16:creationId xmlns:a16="http://schemas.microsoft.com/office/drawing/2014/main" id="{70C36E9A-F9DC-C34E-9972-5ECDC37323E6}"/>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11" name="Freeform 259">
                  <a:extLst>
                    <a:ext uri="{FF2B5EF4-FFF2-40B4-BE49-F238E27FC236}">
                      <a16:creationId xmlns:a16="http://schemas.microsoft.com/office/drawing/2014/main" id="{6E40B18D-8EED-954A-951C-C30091A5D43C}"/>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12" name="Freeform 260">
                  <a:extLst>
                    <a:ext uri="{FF2B5EF4-FFF2-40B4-BE49-F238E27FC236}">
                      <a16:creationId xmlns:a16="http://schemas.microsoft.com/office/drawing/2014/main" id="{0060E00B-AAD3-0443-8ED8-ECD1327F9A54}"/>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13" name="Freeform 261">
                  <a:extLst>
                    <a:ext uri="{FF2B5EF4-FFF2-40B4-BE49-F238E27FC236}">
                      <a16:creationId xmlns:a16="http://schemas.microsoft.com/office/drawing/2014/main" id="{398CB823-69E1-2040-B608-94B623EE7D3F}"/>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14" name="Freeform 262">
                  <a:extLst>
                    <a:ext uri="{FF2B5EF4-FFF2-40B4-BE49-F238E27FC236}">
                      <a16:creationId xmlns:a16="http://schemas.microsoft.com/office/drawing/2014/main" id="{B78CDDCC-C7C6-154E-B13F-7E3F1156FEDA}"/>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15" name="Freeform 263">
                  <a:extLst>
                    <a:ext uri="{FF2B5EF4-FFF2-40B4-BE49-F238E27FC236}">
                      <a16:creationId xmlns:a16="http://schemas.microsoft.com/office/drawing/2014/main" id="{54D8A2E9-05E9-7947-B4CB-AF4584FBD489}"/>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16" name="Freeform 264">
                  <a:extLst>
                    <a:ext uri="{FF2B5EF4-FFF2-40B4-BE49-F238E27FC236}">
                      <a16:creationId xmlns:a16="http://schemas.microsoft.com/office/drawing/2014/main" id="{899E67B7-51EA-AA4F-B464-2B29DFD6548B}"/>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17" name="Freeform 265">
                  <a:extLst>
                    <a:ext uri="{FF2B5EF4-FFF2-40B4-BE49-F238E27FC236}">
                      <a16:creationId xmlns:a16="http://schemas.microsoft.com/office/drawing/2014/main" id="{DE7A0E1F-8778-5C48-8FD5-EA00A8DF33B1}"/>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3906" name="Line 266">
              <a:extLst>
                <a:ext uri="{FF2B5EF4-FFF2-40B4-BE49-F238E27FC236}">
                  <a16:creationId xmlns:a16="http://schemas.microsoft.com/office/drawing/2014/main" id="{259D1401-C40E-5844-A1AD-E9303D500CFE}"/>
                </a:ext>
              </a:extLst>
            </p:cNvPr>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907" name="Line 267">
              <a:extLst>
                <a:ext uri="{FF2B5EF4-FFF2-40B4-BE49-F238E27FC236}">
                  <a16:creationId xmlns:a16="http://schemas.microsoft.com/office/drawing/2014/main" id="{A36373D3-C872-9E48-8F2E-5DD1A9858D8B}"/>
                </a:ext>
              </a:extLst>
            </p:cNvPr>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13725" name="Group 268">
            <a:extLst>
              <a:ext uri="{FF2B5EF4-FFF2-40B4-BE49-F238E27FC236}">
                <a16:creationId xmlns:a16="http://schemas.microsoft.com/office/drawing/2014/main" id="{C0F219C9-05D0-F545-9F6F-803430EE1437}"/>
              </a:ext>
            </a:extLst>
          </p:cNvPr>
          <p:cNvGrpSpPr>
            <a:grpSpLocks/>
          </p:cNvGrpSpPr>
          <p:nvPr/>
        </p:nvGrpSpPr>
        <p:grpSpPr bwMode="auto">
          <a:xfrm>
            <a:off x="4987529" y="3289698"/>
            <a:ext cx="486965" cy="288131"/>
            <a:chOff x="3488" y="2569"/>
            <a:chExt cx="439" cy="262"/>
          </a:xfrm>
        </p:grpSpPr>
        <p:sp>
          <p:nvSpPr>
            <p:cNvPr id="113876" name="Oval 269">
              <a:extLst>
                <a:ext uri="{FF2B5EF4-FFF2-40B4-BE49-F238E27FC236}">
                  <a16:creationId xmlns:a16="http://schemas.microsoft.com/office/drawing/2014/main" id="{525A9D23-8CB7-F241-944A-60CCBD5ADAB6}"/>
                </a:ext>
              </a:extLst>
            </p:cNvPr>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77" name="Rectangle 270">
              <a:extLst>
                <a:ext uri="{FF2B5EF4-FFF2-40B4-BE49-F238E27FC236}">
                  <a16:creationId xmlns:a16="http://schemas.microsoft.com/office/drawing/2014/main" id="{AED45EB7-D841-DA4D-ABFF-7F3F84462DED}"/>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78" name="Rectangle 271">
              <a:extLst>
                <a:ext uri="{FF2B5EF4-FFF2-40B4-BE49-F238E27FC236}">
                  <a16:creationId xmlns:a16="http://schemas.microsoft.com/office/drawing/2014/main" id="{D26615DA-303C-A84C-9FC7-85CE8D11F9CA}"/>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79" name="Oval 272">
              <a:extLst>
                <a:ext uri="{FF2B5EF4-FFF2-40B4-BE49-F238E27FC236}">
                  <a16:creationId xmlns:a16="http://schemas.microsoft.com/office/drawing/2014/main" id="{5E985F03-A4A8-8F4C-BE96-7C5DB031A3D9}"/>
                </a:ext>
              </a:extLst>
            </p:cNvPr>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3880" name="Group 273">
              <a:extLst>
                <a:ext uri="{FF2B5EF4-FFF2-40B4-BE49-F238E27FC236}">
                  <a16:creationId xmlns:a16="http://schemas.microsoft.com/office/drawing/2014/main" id="{5F7A1E8F-DA74-B44F-BDE5-2E175BBC03CB}"/>
                </a:ext>
              </a:extLst>
            </p:cNvPr>
            <p:cNvGrpSpPr>
              <a:grpSpLocks/>
            </p:cNvGrpSpPr>
            <p:nvPr/>
          </p:nvGrpSpPr>
          <p:grpSpPr bwMode="auto">
            <a:xfrm>
              <a:off x="3555" y="2587"/>
              <a:ext cx="304" cy="117"/>
              <a:chOff x="3555" y="2587"/>
              <a:chExt cx="304" cy="117"/>
            </a:xfrm>
          </p:grpSpPr>
          <p:grpSp>
            <p:nvGrpSpPr>
              <p:cNvPr id="113883" name="Group 274">
                <a:extLst>
                  <a:ext uri="{FF2B5EF4-FFF2-40B4-BE49-F238E27FC236}">
                    <a16:creationId xmlns:a16="http://schemas.microsoft.com/office/drawing/2014/main" id="{6389CD73-4E07-CC4E-9AC9-06DD277B4860}"/>
                  </a:ext>
                </a:extLst>
              </p:cNvPr>
              <p:cNvGrpSpPr>
                <a:grpSpLocks/>
              </p:cNvGrpSpPr>
              <p:nvPr/>
            </p:nvGrpSpPr>
            <p:grpSpPr bwMode="auto">
              <a:xfrm>
                <a:off x="3555" y="2587"/>
                <a:ext cx="301" cy="115"/>
                <a:chOff x="3555" y="2587"/>
                <a:chExt cx="301" cy="115"/>
              </a:xfrm>
            </p:grpSpPr>
            <p:sp>
              <p:nvSpPr>
                <p:cNvPr id="113893" name="Freeform 275">
                  <a:extLst>
                    <a:ext uri="{FF2B5EF4-FFF2-40B4-BE49-F238E27FC236}">
                      <a16:creationId xmlns:a16="http://schemas.microsoft.com/office/drawing/2014/main" id="{F605EFAD-9EF7-8B4E-8F56-BC117993BD91}"/>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94" name="Freeform 276">
                  <a:extLst>
                    <a:ext uri="{FF2B5EF4-FFF2-40B4-BE49-F238E27FC236}">
                      <a16:creationId xmlns:a16="http://schemas.microsoft.com/office/drawing/2014/main" id="{6D7FD750-2EE4-5947-BB8D-24C19B169FEC}"/>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95" name="Freeform 277">
                  <a:extLst>
                    <a:ext uri="{FF2B5EF4-FFF2-40B4-BE49-F238E27FC236}">
                      <a16:creationId xmlns:a16="http://schemas.microsoft.com/office/drawing/2014/main" id="{A8A53EA3-13BD-5348-81DF-E0FAE3DAB3FE}"/>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96" name="Freeform 278">
                  <a:extLst>
                    <a:ext uri="{FF2B5EF4-FFF2-40B4-BE49-F238E27FC236}">
                      <a16:creationId xmlns:a16="http://schemas.microsoft.com/office/drawing/2014/main" id="{A6896D96-1BDA-FD48-806E-D7A972C9442A}"/>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97" name="Freeform 279">
                  <a:extLst>
                    <a:ext uri="{FF2B5EF4-FFF2-40B4-BE49-F238E27FC236}">
                      <a16:creationId xmlns:a16="http://schemas.microsoft.com/office/drawing/2014/main" id="{0E0C27CD-F100-6E43-B49E-D7F8BDD82A86}"/>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98" name="Freeform 280">
                  <a:extLst>
                    <a:ext uri="{FF2B5EF4-FFF2-40B4-BE49-F238E27FC236}">
                      <a16:creationId xmlns:a16="http://schemas.microsoft.com/office/drawing/2014/main" id="{1C0E59EB-EA24-0F42-8056-70DD1F5CA7C9}"/>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99" name="Freeform 281">
                  <a:extLst>
                    <a:ext uri="{FF2B5EF4-FFF2-40B4-BE49-F238E27FC236}">
                      <a16:creationId xmlns:a16="http://schemas.microsoft.com/office/drawing/2014/main" id="{9091255D-1ADB-8E47-BC00-884598008615}"/>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00" name="Freeform 282">
                  <a:extLst>
                    <a:ext uri="{FF2B5EF4-FFF2-40B4-BE49-F238E27FC236}">
                      <a16:creationId xmlns:a16="http://schemas.microsoft.com/office/drawing/2014/main" id="{154BD619-B52B-B448-996F-E64CDD9D2834}"/>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3884" name="Group 283">
                <a:extLst>
                  <a:ext uri="{FF2B5EF4-FFF2-40B4-BE49-F238E27FC236}">
                    <a16:creationId xmlns:a16="http://schemas.microsoft.com/office/drawing/2014/main" id="{2AD452CA-700A-5542-B8E1-5623347CACCC}"/>
                  </a:ext>
                </a:extLst>
              </p:cNvPr>
              <p:cNvGrpSpPr>
                <a:grpSpLocks/>
              </p:cNvGrpSpPr>
              <p:nvPr/>
            </p:nvGrpSpPr>
            <p:grpSpPr bwMode="auto">
              <a:xfrm>
                <a:off x="3557" y="2590"/>
                <a:ext cx="302" cy="114"/>
                <a:chOff x="3557" y="2590"/>
                <a:chExt cx="302" cy="114"/>
              </a:xfrm>
            </p:grpSpPr>
            <p:sp>
              <p:nvSpPr>
                <p:cNvPr id="113885" name="Freeform 284">
                  <a:extLst>
                    <a:ext uri="{FF2B5EF4-FFF2-40B4-BE49-F238E27FC236}">
                      <a16:creationId xmlns:a16="http://schemas.microsoft.com/office/drawing/2014/main" id="{E44B0322-8C71-574F-AB4B-CA2F80403D21}"/>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86" name="Freeform 285">
                  <a:extLst>
                    <a:ext uri="{FF2B5EF4-FFF2-40B4-BE49-F238E27FC236}">
                      <a16:creationId xmlns:a16="http://schemas.microsoft.com/office/drawing/2014/main" id="{9EDE4B2E-7AFC-6041-AA8D-1DBA1B40755C}"/>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87" name="Freeform 286">
                  <a:extLst>
                    <a:ext uri="{FF2B5EF4-FFF2-40B4-BE49-F238E27FC236}">
                      <a16:creationId xmlns:a16="http://schemas.microsoft.com/office/drawing/2014/main" id="{38A6CD6A-4A2B-E744-AFC1-E5D0F90FC3D1}"/>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88" name="Freeform 287">
                  <a:extLst>
                    <a:ext uri="{FF2B5EF4-FFF2-40B4-BE49-F238E27FC236}">
                      <a16:creationId xmlns:a16="http://schemas.microsoft.com/office/drawing/2014/main" id="{9C757400-6051-BF45-9580-D5672B692A28}"/>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89" name="Freeform 288">
                  <a:extLst>
                    <a:ext uri="{FF2B5EF4-FFF2-40B4-BE49-F238E27FC236}">
                      <a16:creationId xmlns:a16="http://schemas.microsoft.com/office/drawing/2014/main" id="{AF5E2408-6939-F04C-8F49-91E586FEDB89}"/>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90" name="Freeform 289">
                  <a:extLst>
                    <a:ext uri="{FF2B5EF4-FFF2-40B4-BE49-F238E27FC236}">
                      <a16:creationId xmlns:a16="http://schemas.microsoft.com/office/drawing/2014/main" id="{FE5B4E9E-FBBE-9D43-9752-37009EAFCC28}"/>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91" name="Freeform 290">
                  <a:extLst>
                    <a:ext uri="{FF2B5EF4-FFF2-40B4-BE49-F238E27FC236}">
                      <a16:creationId xmlns:a16="http://schemas.microsoft.com/office/drawing/2014/main" id="{8EDFFB19-5645-554C-868B-1D1528F26BD5}"/>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92" name="Freeform 291">
                  <a:extLst>
                    <a:ext uri="{FF2B5EF4-FFF2-40B4-BE49-F238E27FC236}">
                      <a16:creationId xmlns:a16="http://schemas.microsoft.com/office/drawing/2014/main" id="{A2CE8C12-792E-DF47-B146-11F6196D3C75}"/>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3881" name="Line 292">
              <a:extLst>
                <a:ext uri="{FF2B5EF4-FFF2-40B4-BE49-F238E27FC236}">
                  <a16:creationId xmlns:a16="http://schemas.microsoft.com/office/drawing/2014/main" id="{4F2D1440-32A7-F349-AC53-DE59606DBE22}"/>
                </a:ext>
              </a:extLst>
            </p:cNvPr>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882" name="Line 293">
              <a:extLst>
                <a:ext uri="{FF2B5EF4-FFF2-40B4-BE49-F238E27FC236}">
                  <a16:creationId xmlns:a16="http://schemas.microsoft.com/office/drawing/2014/main" id="{93E94782-DF6F-894F-BB38-9D909FB7CA42}"/>
                </a:ext>
              </a:extLst>
            </p:cNvPr>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3726" name="Oval 294">
            <a:extLst>
              <a:ext uri="{FF2B5EF4-FFF2-40B4-BE49-F238E27FC236}">
                <a16:creationId xmlns:a16="http://schemas.microsoft.com/office/drawing/2014/main" id="{DE780F5A-D705-014D-9B62-B1DC21BC3699}"/>
              </a:ext>
            </a:extLst>
          </p:cNvPr>
          <p:cNvSpPr>
            <a:spLocks noChangeArrowheads="1"/>
          </p:cNvSpPr>
          <p:nvPr/>
        </p:nvSpPr>
        <p:spPr bwMode="auto">
          <a:xfrm>
            <a:off x="3527822" y="3442097"/>
            <a:ext cx="70247"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27" name="Oval 295">
            <a:extLst>
              <a:ext uri="{FF2B5EF4-FFF2-40B4-BE49-F238E27FC236}">
                <a16:creationId xmlns:a16="http://schemas.microsoft.com/office/drawing/2014/main" id="{1FC822BB-43E2-E14A-96CD-D5C28898896F}"/>
              </a:ext>
            </a:extLst>
          </p:cNvPr>
          <p:cNvSpPr>
            <a:spLocks noChangeArrowheads="1"/>
          </p:cNvSpPr>
          <p:nvPr/>
        </p:nvSpPr>
        <p:spPr bwMode="auto">
          <a:xfrm>
            <a:off x="4776788" y="3437335"/>
            <a:ext cx="69056" cy="67865"/>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28" name="Oval 296">
            <a:extLst>
              <a:ext uri="{FF2B5EF4-FFF2-40B4-BE49-F238E27FC236}">
                <a16:creationId xmlns:a16="http://schemas.microsoft.com/office/drawing/2014/main" id="{62AB08EF-7CF1-414D-9343-56A7A258B3CC}"/>
              </a:ext>
            </a:extLst>
          </p:cNvPr>
          <p:cNvSpPr>
            <a:spLocks noChangeArrowheads="1"/>
          </p:cNvSpPr>
          <p:nvPr/>
        </p:nvSpPr>
        <p:spPr bwMode="auto">
          <a:xfrm>
            <a:off x="5085160" y="317063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29" name="Oval 297">
            <a:extLst>
              <a:ext uri="{FF2B5EF4-FFF2-40B4-BE49-F238E27FC236}">
                <a16:creationId xmlns:a16="http://schemas.microsoft.com/office/drawing/2014/main" id="{A4A6D519-4AF1-FB49-BEB6-C933B7FE3102}"/>
              </a:ext>
            </a:extLst>
          </p:cNvPr>
          <p:cNvSpPr>
            <a:spLocks noChangeArrowheads="1"/>
          </p:cNvSpPr>
          <p:nvPr/>
        </p:nvSpPr>
        <p:spPr bwMode="auto">
          <a:xfrm>
            <a:off x="4425553" y="229195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30" name="Oval 298">
            <a:extLst>
              <a:ext uri="{FF2B5EF4-FFF2-40B4-BE49-F238E27FC236}">
                <a16:creationId xmlns:a16="http://schemas.microsoft.com/office/drawing/2014/main" id="{28F2A267-BC3F-0947-967D-B7ED2EDB76E5}"/>
              </a:ext>
            </a:extLst>
          </p:cNvPr>
          <p:cNvSpPr>
            <a:spLocks noChangeArrowheads="1"/>
          </p:cNvSpPr>
          <p:nvPr/>
        </p:nvSpPr>
        <p:spPr bwMode="auto">
          <a:xfrm>
            <a:off x="3181351" y="3086101"/>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31" name="Oval 299">
            <a:extLst>
              <a:ext uri="{FF2B5EF4-FFF2-40B4-BE49-F238E27FC236}">
                <a16:creationId xmlns:a16="http://schemas.microsoft.com/office/drawing/2014/main" id="{EE00F8F0-EC2B-EF44-BDA2-F224C4A21A93}"/>
              </a:ext>
            </a:extLst>
          </p:cNvPr>
          <p:cNvSpPr>
            <a:spLocks noChangeArrowheads="1"/>
          </p:cNvSpPr>
          <p:nvPr/>
        </p:nvSpPr>
        <p:spPr bwMode="auto">
          <a:xfrm>
            <a:off x="3924300" y="2309813"/>
            <a:ext cx="67866" cy="6786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32" name="Rectangle 300">
            <a:extLst>
              <a:ext uri="{FF2B5EF4-FFF2-40B4-BE49-F238E27FC236}">
                <a16:creationId xmlns:a16="http://schemas.microsoft.com/office/drawing/2014/main" id="{0ADF7B8B-A517-D04B-83CB-C1AB38C72521}"/>
              </a:ext>
            </a:extLst>
          </p:cNvPr>
          <p:cNvSpPr>
            <a:spLocks noChangeArrowheads="1"/>
          </p:cNvSpPr>
          <p:nvPr/>
        </p:nvSpPr>
        <p:spPr bwMode="auto">
          <a:xfrm>
            <a:off x="4554141" y="2043113"/>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33" name="Rectangle 301">
            <a:extLst>
              <a:ext uri="{FF2B5EF4-FFF2-40B4-BE49-F238E27FC236}">
                <a16:creationId xmlns:a16="http://schemas.microsoft.com/office/drawing/2014/main" id="{D9A19F2E-9329-2D4E-B413-98B9E451309A}"/>
              </a:ext>
            </a:extLst>
          </p:cNvPr>
          <p:cNvSpPr>
            <a:spLocks noChangeArrowheads="1"/>
          </p:cNvSpPr>
          <p:nvPr/>
        </p:nvSpPr>
        <p:spPr bwMode="auto">
          <a:xfrm>
            <a:off x="4570810" y="21645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222.1.6.1</a:t>
            </a:r>
          </a:p>
        </p:txBody>
      </p:sp>
      <p:sp>
        <p:nvSpPr>
          <p:cNvPr id="113734" name="Rectangle 302">
            <a:extLst>
              <a:ext uri="{FF2B5EF4-FFF2-40B4-BE49-F238E27FC236}">
                <a16:creationId xmlns:a16="http://schemas.microsoft.com/office/drawing/2014/main" id="{74DFEB8D-011D-B44B-9245-4894A0C0D134}"/>
              </a:ext>
            </a:extLst>
          </p:cNvPr>
          <p:cNvSpPr>
            <a:spLocks noChangeArrowheads="1"/>
          </p:cNvSpPr>
          <p:nvPr/>
        </p:nvSpPr>
        <p:spPr bwMode="auto">
          <a:xfrm>
            <a:off x="3120629" y="2151460"/>
            <a:ext cx="754856"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35" name="Rectangle 303">
            <a:extLst>
              <a:ext uri="{FF2B5EF4-FFF2-40B4-BE49-F238E27FC236}">
                <a16:creationId xmlns:a16="http://schemas.microsoft.com/office/drawing/2014/main" id="{CD9A7865-3294-C74A-97DC-18DD4B22B70E}"/>
              </a:ext>
            </a:extLst>
          </p:cNvPr>
          <p:cNvSpPr>
            <a:spLocks noChangeArrowheads="1"/>
          </p:cNvSpPr>
          <p:nvPr/>
        </p:nvSpPr>
        <p:spPr bwMode="auto">
          <a:xfrm>
            <a:off x="3209925" y="214193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222.1.5.1</a:t>
            </a:r>
          </a:p>
        </p:txBody>
      </p:sp>
      <p:sp>
        <p:nvSpPr>
          <p:cNvPr id="113736" name="Rectangle 304">
            <a:extLst>
              <a:ext uri="{FF2B5EF4-FFF2-40B4-BE49-F238E27FC236}">
                <a16:creationId xmlns:a16="http://schemas.microsoft.com/office/drawing/2014/main" id="{704D4467-A085-2C4D-AD81-731D076A6915}"/>
              </a:ext>
            </a:extLst>
          </p:cNvPr>
          <p:cNvSpPr>
            <a:spLocks noChangeArrowheads="1"/>
          </p:cNvSpPr>
          <p:nvPr/>
        </p:nvSpPr>
        <p:spPr bwMode="auto">
          <a:xfrm>
            <a:off x="2568178" y="2644379"/>
            <a:ext cx="757238"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37" name="Rectangle 305">
            <a:extLst>
              <a:ext uri="{FF2B5EF4-FFF2-40B4-BE49-F238E27FC236}">
                <a16:creationId xmlns:a16="http://schemas.microsoft.com/office/drawing/2014/main" id="{253E1136-722E-8449-81F2-E3CAA7C9D694}"/>
              </a:ext>
            </a:extLst>
          </p:cNvPr>
          <p:cNvSpPr>
            <a:spLocks noChangeArrowheads="1"/>
          </p:cNvSpPr>
          <p:nvPr/>
        </p:nvSpPr>
        <p:spPr bwMode="auto">
          <a:xfrm>
            <a:off x="2543175" y="28324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222.1.5.2</a:t>
            </a:r>
          </a:p>
        </p:txBody>
      </p:sp>
      <p:sp>
        <p:nvSpPr>
          <p:cNvPr id="113738" name="Rectangle 306">
            <a:extLst>
              <a:ext uri="{FF2B5EF4-FFF2-40B4-BE49-F238E27FC236}">
                <a16:creationId xmlns:a16="http://schemas.microsoft.com/office/drawing/2014/main" id="{506AEDCF-8EB6-BB48-9A4C-82ACC768FE3F}"/>
              </a:ext>
            </a:extLst>
          </p:cNvPr>
          <p:cNvSpPr>
            <a:spLocks noChangeArrowheads="1"/>
          </p:cNvSpPr>
          <p:nvPr/>
        </p:nvSpPr>
        <p:spPr bwMode="auto">
          <a:xfrm>
            <a:off x="5069682" y="2545557"/>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39" name="Rectangle 307">
            <a:extLst>
              <a:ext uri="{FF2B5EF4-FFF2-40B4-BE49-F238E27FC236}">
                <a16:creationId xmlns:a16="http://schemas.microsoft.com/office/drawing/2014/main" id="{9B1E97FF-6465-564D-AE7E-804557CC46D6}"/>
              </a:ext>
            </a:extLst>
          </p:cNvPr>
          <p:cNvSpPr>
            <a:spLocks noChangeArrowheads="1"/>
          </p:cNvSpPr>
          <p:nvPr/>
        </p:nvSpPr>
        <p:spPr bwMode="auto">
          <a:xfrm>
            <a:off x="5083969" y="29253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222.1.6.2</a:t>
            </a:r>
          </a:p>
        </p:txBody>
      </p:sp>
      <p:sp>
        <p:nvSpPr>
          <p:cNvPr id="113740" name="Rectangle 308">
            <a:extLst>
              <a:ext uri="{FF2B5EF4-FFF2-40B4-BE49-F238E27FC236}">
                <a16:creationId xmlns:a16="http://schemas.microsoft.com/office/drawing/2014/main" id="{09787D28-07DF-D440-BAFB-6AC600A1940B}"/>
              </a:ext>
            </a:extLst>
          </p:cNvPr>
          <p:cNvSpPr>
            <a:spLocks noChangeArrowheads="1"/>
          </p:cNvSpPr>
          <p:nvPr/>
        </p:nvSpPr>
        <p:spPr bwMode="auto">
          <a:xfrm>
            <a:off x="4660106" y="3208735"/>
            <a:ext cx="757238"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41" name="Rectangle 309">
            <a:extLst>
              <a:ext uri="{FF2B5EF4-FFF2-40B4-BE49-F238E27FC236}">
                <a16:creationId xmlns:a16="http://schemas.microsoft.com/office/drawing/2014/main" id="{7FE3006A-EBAB-D445-9142-187653F82783}"/>
              </a:ext>
            </a:extLst>
          </p:cNvPr>
          <p:cNvSpPr>
            <a:spLocks noChangeArrowheads="1"/>
          </p:cNvSpPr>
          <p:nvPr/>
        </p:nvSpPr>
        <p:spPr bwMode="auto">
          <a:xfrm>
            <a:off x="4550569" y="3548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222.1.4.1</a:t>
            </a:r>
          </a:p>
        </p:txBody>
      </p:sp>
      <p:sp>
        <p:nvSpPr>
          <p:cNvPr id="113742" name="Rectangle 310">
            <a:extLst>
              <a:ext uri="{FF2B5EF4-FFF2-40B4-BE49-F238E27FC236}">
                <a16:creationId xmlns:a16="http://schemas.microsoft.com/office/drawing/2014/main" id="{A0D76D6A-6C0D-4544-BA8F-84F9C73C3EDE}"/>
              </a:ext>
            </a:extLst>
          </p:cNvPr>
          <p:cNvSpPr>
            <a:spLocks noChangeArrowheads="1"/>
          </p:cNvSpPr>
          <p:nvPr/>
        </p:nvSpPr>
        <p:spPr bwMode="auto">
          <a:xfrm>
            <a:off x="3327798" y="3208735"/>
            <a:ext cx="754856"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43" name="Rectangle 311">
            <a:extLst>
              <a:ext uri="{FF2B5EF4-FFF2-40B4-BE49-F238E27FC236}">
                <a16:creationId xmlns:a16="http://schemas.microsoft.com/office/drawing/2014/main" id="{CBF26EDA-6F5D-F34D-B2A6-D8AC957329BA}"/>
              </a:ext>
            </a:extLst>
          </p:cNvPr>
          <p:cNvSpPr>
            <a:spLocks noChangeArrowheads="1"/>
          </p:cNvSpPr>
          <p:nvPr/>
        </p:nvSpPr>
        <p:spPr bwMode="auto">
          <a:xfrm>
            <a:off x="3393282" y="35349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222.1.4.2</a:t>
            </a:r>
          </a:p>
        </p:txBody>
      </p:sp>
      <p:sp>
        <p:nvSpPr>
          <p:cNvPr id="113744" name="Rectangle 312">
            <a:extLst>
              <a:ext uri="{FF2B5EF4-FFF2-40B4-BE49-F238E27FC236}">
                <a16:creationId xmlns:a16="http://schemas.microsoft.com/office/drawing/2014/main" id="{756810F6-E668-A24A-AD0F-51751C7FB504}"/>
              </a:ext>
            </a:extLst>
          </p:cNvPr>
          <p:cNvSpPr>
            <a:spLocks noChangeArrowheads="1"/>
          </p:cNvSpPr>
          <p:nvPr/>
        </p:nvSpPr>
        <p:spPr bwMode="auto">
          <a:xfrm>
            <a:off x="1428751" y="2259806"/>
            <a:ext cx="75604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45" name="Rectangle 313">
            <a:extLst>
              <a:ext uri="{FF2B5EF4-FFF2-40B4-BE49-F238E27FC236}">
                <a16:creationId xmlns:a16="http://schemas.microsoft.com/office/drawing/2014/main" id="{E147451A-89EB-5D47-8E50-0E4E82AB4DB7}"/>
              </a:ext>
            </a:extLst>
          </p:cNvPr>
          <p:cNvSpPr>
            <a:spLocks noChangeArrowheads="1"/>
          </p:cNvSpPr>
          <p:nvPr/>
        </p:nvSpPr>
        <p:spPr bwMode="auto">
          <a:xfrm>
            <a:off x="1428750" y="230624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222.1.3.3</a:t>
            </a:r>
          </a:p>
        </p:txBody>
      </p:sp>
      <p:sp>
        <p:nvSpPr>
          <p:cNvPr id="113746" name="Rectangle 314">
            <a:extLst>
              <a:ext uri="{FF2B5EF4-FFF2-40B4-BE49-F238E27FC236}">
                <a16:creationId xmlns:a16="http://schemas.microsoft.com/office/drawing/2014/main" id="{72BDE2CA-F865-C940-9239-C2A7A37E0AF3}"/>
              </a:ext>
            </a:extLst>
          </p:cNvPr>
          <p:cNvSpPr>
            <a:spLocks noChangeArrowheads="1"/>
          </p:cNvSpPr>
          <p:nvPr/>
        </p:nvSpPr>
        <p:spPr bwMode="auto">
          <a:xfrm>
            <a:off x="2238376" y="3256360"/>
            <a:ext cx="756047"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47" name="Rectangle 315">
            <a:extLst>
              <a:ext uri="{FF2B5EF4-FFF2-40B4-BE49-F238E27FC236}">
                <a16:creationId xmlns:a16="http://schemas.microsoft.com/office/drawing/2014/main" id="{7899F548-6466-3B4D-AE5C-809113070952}"/>
              </a:ext>
            </a:extLst>
          </p:cNvPr>
          <p:cNvSpPr>
            <a:spLocks noChangeArrowheads="1"/>
          </p:cNvSpPr>
          <p:nvPr/>
        </p:nvSpPr>
        <p:spPr bwMode="auto">
          <a:xfrm>
            <a:off x="2330054" y="357068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222.1.3.2</a:t>
            </a:r>
          </a:p>
        </p:txBody>
      </p:sp>
      <p:sp>
        <p:nvSpPr>
          <p:cNvPr id="113748" name="Rectangle 316">
            <a:extLst>
              <a:ext uri="{FF2B5EF4-FFF2-40B4-BE49-F238E27FC236}">
                <a16:creationId xmlns:a16="http://schemas.microsoft.com/office/drawing/2014/main" id="{CC878671-6431-BA43-8039-ED3E4B87E402}"/>
              </a:ext>
            </a:extLst>
          </p:cNvPr>
          <p:cNvSpPr>
            <a:spLocks noChangeArrowheads="1"/>
          </p:cNvSpPr>
          <p:nvPr/>
        </p:nvSpPr>
        <p:spPr bwMode="auto">
          <a:xfrm>
            <a:off x="1428751" y="3090863"/>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49" name="Rectangle 317">
            <a:extLst>
              <a:ext uri="{FF2B5EF4-FFF2-40B4-BE49-F238E27FC236}">
                <a16:creationId xmlns:a16="http://schemas.microsoft.com/office/drawing/2014/main" id="{A5AAE6CF-4985-9049-AE33-118216FE0F6A}"/>
              </a:ext>
            </a:extLst>
          </p:cNvPr>
          <p:cNvSpPr>
            <a:spLocks noChangeArrowheads="1"/>
          </p:cNvSpPr>
          <p:nvPr/>
        </p:nvSpPr>
        <p:spPr bwMode="auto">
          <a:xfrm>
            <a:off x="1428750" y="31372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222.1.3.1</a:t>
            </a:r>
          </a:p>
        </p:txBody>
      </p:sp>
      <p:sp>
        <p:nvSpPr>
          <p:cNvPr id="113750" name="Oval 318">
            <a:extLst>
              <a:ext uri="{FF2B5EF4-FFF2-40B4-BE49-F238E27FC236}">
                <a16:creationId xmlns:a16="http://schemas.microsoft.com/office/drawing/2014/main" id="{3F2B28C1-448D-FC41-AE7A-C78759F9AE2E}"/>
              </a:ext>
            </a:extLst>
          </p:cNvPr>
          <p:cNvSpPr>
            <a:spLocks noChangeArrowheads="1"/>
          </p:cNvSpPr>
          <p:nvPr/>
        </p:nvSpPr>
        <p:spPr bwMode="auto">
          <a:xfrm>
            <a:off x="2131219" y="299918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51" name="Oval 319">
            <a:extLst>
              <a:ext uri="{FF2B5EF4-FFF2-40B4-BE49-F238E27FC236}">
                <a16:creationId xmlns:a16="http://schemas.microsoft.com/office/drawing/2014/main" id="{F076DFE9-3995-4843-B990-8632765F5E5D}"/>
              </a:ext>
            </a:extLst>
          </p:cNvPr>
          <p:cNvSpPr>
            <a:spLocks noChangeArrowheads="1"/>
          </p:cNvSpPr>
          <p:nvPr/>
        </p:nvSpPr>
        <p:spPr bwMode="auto">
          <a:xfrm>
            <a:off x="2125266" y="2168129"/>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52" name="Oval 320">
            <a:extLst>
              <a:ext uri="{FF2B5EF4-FFF2-40B4-BE49-F238E27FC236}">
                <a16:creationId xmlns:a16="http://schemas.microsoft.com/office/drawing/2014/main" id="{19AC5225-587A-E140-8F18-D363D4BBA84E}"/>
              </a:ext>
            </a:extLst>
          </p:cNvPr>
          <p:cNvSpPr>
            <a:spLocks noChangeArrowheads="1"/>
          </p:cNvSpPr>
          <p:nvPr/>
        </p:nvSpPr>
        <p:spPr bwMode="auto">
          <a:xfrm>
            <a:off x="2651523" y="3402807"/>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53" name="Rectangle 321">
            <a:extLst>
              <a:ext uri="{FF2B5EF4-FFF2-40B4-BE49-F238E27FC236}">
                <a16:creationId xmlns:a16="http://schemas.microsoft.com/office/drawing/2014/main" id="{57D1C310-3FC0-1A4D-9738-2B2F85D6D094}"/>
              </a:ext>
            </a:extLst>
          </p:cNvPr>
          <p:cNvSpPr>
            <a:spLocks noChangeArrowheads="1"/>
          </p:cNvSpPr>
          <p:nvPr/>
        </p:nvSpPr>
        <p:spPr bwMode="auto">
          <a:xfrm>
            <a:off x="3044429" y="3299222"/>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54" name="Rectangle 322">
            <a:extLst>
              <a:ext uri="{FF2B5EF4-FFF2-40B4-BE49-F238E27FC236}">
                <a16:creationId xmlns:a16="http://schemas.microsoft.com/office/drawing/2014/main" id="{F22E89E9-EDEE-4D45-8304-395B4C980796}"/>
              </a:ext>
            </a:extLst>
          </p:cNvPr>
          <p:cNvSpPr>
            <a:spLocks noChangeArrowheads="1"/>
          </p:cNvSpPr>
          <p:nvPr/>
        </p:nvSpPr>
        <p:spPr bwMode="auto">
          <a:xfrm>
            <a:off x="3283744" y="3132535"/>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3755" name="Rectangle 323">
            <a:extLst>
              <a:ext uri="{FF2B5EF4-FFF2-40B4-BE49-F238E27FC236}">
                <a16:creationId xmlns:a16="http://schemas.microsoft.com/office/drawing/2014/main" id="{22C6F22A-6638-3F40-9FC3-1F1A9B734760}"/>
              </a:ext>
            </a:extLst>
          </p:cNvPr>
          <p:cNvSpPr>
            <a:spLocks noChangeArrowheads="1"/>
          </p:cNvSpPr>
          <p:nvPr/>
        </p:nvSpPr>
        <p:spPr bwMode="auto">
          <a:xfrm>
            <a:off x="5497116" y="3255169"/>
            <a:ext cx="310753"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56" name="Rectangle 324">
            <a:extLst>
              <a:ext uri="{FF2B5EF4-FFF2-40B4-BE49-F238E27FC236}">
                <a16:creationId xmlns:a16="http://schemas.microsoft.com/office/drawing/2014/main" id="{FFEF011E-4537-844E-BB38-963EC62D6104}"/>
              </a:ext>
            </a:extLst>
          </p:cNvPr>
          <p:cNvSpPr>
            <a:spLocks noChangeArrowheads="1"/>
          </p:cNvSpPr>
          <p:nvPr/>
        </p:nvSpPr>
        <p:spPr bwMode="auto">
          <a:xfrm>
            <a:off x="4798219" y="3131344"/>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3757" name="Rectangle 325">
            <a:extLst>
              <a:ext uri="{FF2B5EF4-FFF2-40B4-BE49-F238E27FC236}">
                <a16:creationId xmlns:a16="http://schemas.microsoft.com/office/drawing/2014/main" id="{115F4D15-D23E-0048-B909-58B51F93654E}"/>
              </a:ext>
            </a:extLst>
          </p:cNvPr>
          <p:cNvSpPr>
            <a:spLocks noChangeArrowheads="1"/>
          </p:cNvSpPr>
          <p:nvPr/>
        </p:nvSpPr>
        <p:spPr bwMode="auto">
          <a:xfrm>
            <a:off x="2269332" y="2266950"/>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58" name="Rectangle 326">
            <a:extLst>
              <a:ext uri="{FF2B5EF4-FFF2-40B4-BE49-F238E27FC236}">
                <a16:creationId xmlns:a16="http://schemas.microsoft.com/office/drawing/2014/main" id="{73455293-DBC0-7746-942D-CA1AF26EDDEC}"/>
              </a:ext>
            </a:extLst>
          </p:cNvPr>
          <p:cNvSpPr>
            <a:spLocks noChangeArrowheads="1"/>
          </p:cNvSpPr>
          <p:nvPr/>
        </p:nvSpPr>
        <p:spPr bwMode="auto">
          <a:xfrm>
            <a:off x="2337198" y="230981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222.1.3.</a:t>
            </a:r>
            <a:endParaRPr kumimoji="1" lang="en-US" altLang="zh-CN" sz="1500">
              <a:latin typeface="Arial" panose="020B0604020202020204" pitchFamily="34" charset="0"/>
              <a:ea typeface="宋体" panose="02010600030101010101" pitchFamily="2" charset="-122"/>
            </a:endParaRPr>
          </a:p>
        </p:txBody>
      </p:sp>
      <p:sp>
        <p:nvSpPr>
          <p:cNvPr id="113759" name="Rectangle 327">
            <a:extLst>
              <a:ext uri="{FF2B5EF4-FFF2-40B4-BE49-F238E27FC236}">
                <a16:creationId xmlns:a16="http://schemas.microsoft.com/office/drawing/2014/main" id="{D53F0E2E-5525-8C4E-9E45-3122D7A364B0}"/>
              </a:ext>
            </a:extLst>
          </p:cNvPr>
          <p:cNvSpPr>
            <a:spLocks noChangeArrowheads="1"/>
          </p:cNvSpPr>
          <p:nvPr/>
        </p:nvSpPr>
        <p:spPr bwMode="auto">
          <a:xfrm>
            <a:off x="2294335" y="2044304"/>
            <a:ext cx="53816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60" name="Rectangle 328">
            <a:extLst>
              <a:ext uri="{FF2B5EF4-FFF2-40B4-BE49-F238E27FC236}">
                <a16:creationId xmlns:a16="http://schemas.microsoft.com/office/drawing/2014/main" id="{8119C53F-E3FC-9441-A4CD-E13614B85757}"/>
              </a:ext>
            </a:extLst>
          </p:cNvPr>
          <p:cNvSpPr>
            <a:spLocks noChangeArrowheads="1"/>
          </p:cNvSpPr>
          <p:nvPr/>
        </p:nvSpPr>
        <p:spPr bwMode="auto">
          <a:xfrm>
            <a:off x="2359819" y="208716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3761" name="Rectangle 329">
            <a:extLst>
              <a:ext uri="{FF2B5EF4-FFF2-40B4-BE49-F238E27FC236}">
                <a16:creationId xmlns:a16="http://schemas.microsoft.com/office/drawing/2014/main" id="{46E7AF57-6185-B14B-A22D-B8D9B9C6097E}"/>
              </a:ext>
            </a:extLst>
          </p:cNvPr>
          <p:cNvSpPr>
            <a:spLocks noChangeArrowheads="1"/>
          </p:cNvSpPr>
          <p:nvPr/>
        </p:nvSpPr>
        <p:spPr bwMode="auto">
          <a:xfrm>
            <a:off x="4112419" y="2862263"/>
            <a:ext cx="3119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62" name="Rectangle 330">
            <a:extLst>
              <a:ext uri="{FF2B5EF4-FFF2-40B4-BE49-F238E27FC236}">
                <a16:creationId xmlns:a16="http://schemas.microsoft.com/office/drawing/2014/main" id="{56405BFD-8CF4-0E4C-BAD0-8F00417915E3}"/>
              </a:ext>
            </a:extLst>
          </p:cNvPr>
          <p:cNvSpPr>
            <a:spLocks noChangeArrowheads="1"/>
          </p:cNvSpPr>
          <p:nvPr/>
        </p:nvSpPr>
        <p:spPr bwMode="auto">
          <a:xfrm>
            <a:off x="4830366" y="2314575"/>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63" name="Rectangle 331">
            <a:extLst>
              <a:ext uri="{FF2B5EF4-FFF2-40B4-BE49-F238E27FC236}">
                <a16:creationId xmlns:a16="http://schemas.microsoft.com/office/drawing/2014/main" id="{10E60DE3-33EB-B54D-BB32-47582F616EF5}"/>
              </a:ext>
            </a:extLst>
          </p:cNvPr>
          <p:cNvSpPr>
            <a:spLocks noChangeArrowheads="1"/>
          </p:cNvSpPr>
          <p:nvPr/>
        </p:nvSpPr>
        <p:spPr bwMode="auto">
          <a:xfrm>
            <a:off x="4829175" y="24693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3764" name="Rectangle 332">
            <a:extLst>
              <a:ext uri="{FF2B5EF4-FFF2-40B4-BE49-F238E27FC236}">
                <a16:creationId xmlns:a16="http://schemas.microsoft.com/office/drawing/2014/main" id="{8B077A56-FCE3-5944-B1EB-A1F7C9E7D757}"/>
              </a:ext>
            </a:extLst>
          </p:cNvPr>
          <p:cNvSpPr>
            <a:spLocks noChangeArrowheads="1"/>
          </p:cNvSpPr>
          <p:nvPr/>
        </p:nvSpPr>
        <p:spPr bwMode="auto">
          <a:xfrm>
            <a:off x="3617119" y="2588419"/>
            <a:ext cx="30956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65" name="Rectangle 333">
            <a:extLst>
              <a:ext uri="{FF2B5EF4-FFF2-40B4-BE49-F238E27FC236}">
                <a16:creationId xmlns:a16="http://schemas.microsoft.com/office/drawing/2014/main" id="{194B1CC9-93C7-5D4C-8DE0-AB158CE86FA3}"/>
              </a:ext>
            </a:extLst>
          </p:cNvPr>
          <p:cNvSpPr>
            <a:spLocks noChangeArrowheads="1"/>
          </p:cNvSpPr>
          <p:nvPr/>
        </p:nvSpPr>
        <p:spPr bwMode="auto">
          <a:xfrm>
            <a:off x="3554016" y="2786063"/>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3766" name="Rectangle 334">
            <a:extLst>
              <a:ext uri="{FF2B5EF4-FFF2-40B4-BE49-F238E27FC236}">
                <a16:creationId xmlns:a16="http://schemas.microsoft.com/office/drawing/2014/main" id="{CC3FCDBD-8EFD-5F41-B716-720F29AEECC5}"/>
              </a:ext>
            </a:extLst>
          </p:cNvPr>
          <p:cNvSpPr>
            <a:spLocks noChangeArrowheads="1"/>
          </p:cNvSpPr>
          <p:nvPr/>
        </p:nvSpPr>
        <p:spPr bwMode="auto">
          <a:xfrm>
            <a:off x="4017169" y="3167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222.1.4.</a:t>
            </a:r>
            <a:endParaRPr kumimoji="1" lang="en-US" altLang="zh-CN" sz="1500">
              <a:latin typeface="Arial" panose="020B0604020202020204" pitchFamily="34" charset="0"/>
              <a:ea typeface="宋体" panose="02010600030101010101" pitchFamily="2" charset="-122"/>
            </a:endParaRPr>
          </a:p>
        </p:txBody>
      </p:sp>
      <p:sp>
        <p:nvSpPr>
          <p:cNvPr id="113767" name="Rectangle 335">
            <a:extLst>
              <a:ext uri="{FF2B5EF4-FFF2-40B4-BE49-F238E27FC236}">
                <a16:creationId xmlns:a16="http://schemas.microsoft.com/office/drawing/2014/main" id="{69284B7F-44CB-834A-A2D4-FFCE5FDEB770}"/>
              </a:ext>
            </a:extLst>
          </p:cNvPr>
          <p:cNvSpPr>
            <a:spLocks noChangeArrowheads="1"/>
          </p:cNvSpPr>
          <p:nvPr/>
        </p:nvSpPr>
        <p:spPr bwMode="auto">
          <a:xfrm>
            <a:off x="3837385" y="2588419"/>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68" name="Rectangle 336">
            <a:extLst>
              <a:ext uri="{FF2B5EF4-FFF2-40B4-BE49-F238E27FC236}">
                <a16:creationId xmlns:a16="http://schemas.microsoft.com/office/drawing/2014/main" id="{2061ABCB-6B19-C545-A845-D552763181F3}"/>
              </a:ext>
            </a:extLst>
          </p:cNvPr>
          <p:cNvSpPr>
            <a:spLocks noChangeArrowheads="1"/>
          </p:cNvSpPr>
          <p:nvPr/>
        </p:nvSpPr>
        <p:spPr bwMode="auto">
          <a:xfrm>
            <a:off x="3804048" y="2786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222.1.5.</a:t>
            </a:r>
            <a:endParaRPr kumimoji="1" lang="en-US" altLang="zh-CN" sz="1500">
              <a:latin typeface="Arial" panose="020B0604020202020204" pitchFamily="34" charset="0"/>
              <a:ea typeface="宋体" panose="02010600030101010101" pitchFamily="2" charset="-122"/>
            </a:endParaRPr>
          </a:p>
        </p:txBody>
      </p:sp>
      <p:sp>
        <p:nvSpPr>
          <p:cNvPr id="113769" name="Rectangle 337">
            <a:extLst>
              <a:ext uri="{FF2B5EF4-FFF2-40B4-BE49-F238E27FC236}">
                <a16:creationId xmlns:a16="http://schemas.microsoft.com/office/drawing/2014/main" id="{B87E3C35-6E6B-2A48-AA6E-2DF711A93C9D}"/>
              </a:ext>
            </a:extLst>
          </p:cNvPr>
          <p:cNvSpPr>
            <a:spLocks noChangeArrowheads="1"/>
          </p:cNvSpPr>
          <p:nvPr/>
        </p:nvSpPr>
        <p:spPr bwMode="auto">
          <a:xfrm>
            <a:off x="5050632" y="2326482"/>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70" name="Rectangle 338">
            <a:extLst>
              <a:ext uri="{FF2B5EF4-FFF2-40B4-BE49-F238E27FC236}">
                <a16:creationId xmlns:a16="http://schemas.microsoft.com/office/drawing/2014/main" id="{755B8B32-D5EA-E849-9403-8768193B7323}"/>
              </a:ext>
            </a:extLst>
          </p:cNvPr>
          <p:cNvSpPr>
            <a:spLocks noChangeArrowheads="1"/>
          </p:cNvSpPr>
          <p:nvPr/>
        </p:nvSpPr>
        <p:spPr bwMode="auto">
          <a:xfrm>
            <a:off x="5075635" y="24812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222.1.6.</a:t>
            </a:r>
            <a:endParaRPr kumimoji="1" lang="en-US" altLang="zh-CN" sz="1500">
              <a:latin typeface="Arial" panose="020B0604020202020204" pitchFamily="34" charset="0"/>
              <a:ea typeface="宋体" panose="02010600030101010101" pitchFamily="2" charset="-122"/>
            </a:endParaRPr>
          </a:p>
        </p:txBody>
      </p:sp>
      <p:sp>
        <p:nvSpPr>
          <p:cNvPr id="113771" name="Line 339">
            <a:extLst>
              <a:ext uri="{FF2B5EF4-FFF2-40B4-BE49-F238E27FC236}">
                <a16:creationId xmlns:a16="http://schemas.microsoft.com/office/drawing/2014/main" id="{C7187C23-B906-8347-A046-55FE775F6F78}"/>
              </a:ext>
            </a:extLst>
          </p:cNvPr>
          <p:cNvSpPr>
            <a:spLocks noChangeShapeType="1"/>
          </p:cNvSpPr>
          <p:nvPr/>
        </p:nvSpPr>
        <p:spPr bwMode="auto">
          <a:xfrm>
            <a:off x="2277666" y="1943100"/>
            <a:ext cx="0" cy="1634729"/>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72" name="Rectangle 340">
            <a:extLst>
              <a:ext uri="{FF2B5EF4-FFF2-40B4-BE49-F238E27FC236}">
                <a16:creationId xmlns:a16="http://schemas.microsoft.com/office/drawing/2014/main" id="{198B917D-18A0-2445-82C7-F27352F60CA4}"/>
              </a:ext>
            </a:extLst>
          </p:cNvPr>
          <p:cNvSpPr>
            <a:spLocks noChangeArrowheads="1"/>
          </p:cNvSpPr>
          <p:nvPr/>
        </p:nvSpPr>
        <p:spPr bwMode="auto">
          <a:xfrm>
            <a:off x="3767137" y="31551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pic>
        <p:nvPicPr>
          <p:cNvPr id="113773" name="Picture 341">
            <a:extLst>
              <a:ext uri="{FF2B5EF4-FFF2-40B4-BE49-F238E27FC236}">
                <a16:creationId xmlns:a16="http://schemas.microsoft.com/office/drawing/2014/main" id="{14E5A27B-E97C-2947-BF3B-748B611F690D}"/>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498" y="3702844"/>
            <a:ext cx="435769" cy="29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74" name="Line 342">
            <a:extLst>
              <a:ext uri="{FF2B5EF4-FFF2-40B4-BE49-F238E27FC236}">
                <a16:creationId xmlns:a16="http://schemas.microsoft.com/office/drawing/2014/main" id="{A3A705FD-42C9-944A-B96B-B91313A379D3}"/>
              </a:ext>
            </a:extLst>
          </p:cNvPr>
          <p:cNvSpPr>
            <a:spLocks noChangeShapeType="1"/>
          </p:cNvSpPr>
          <p:nvPr/>
        </p:nvSpPr>
        <p:spPr bwMode="auto">
          <a:xfrm>
            <a:off x="6900863" y="1996678"/>
            <a:ext cx="0" cy="200382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75" name="Line 343">
            <a:extLst>
              <a:ext uri="{FF2B5EF4-FFF2-40B4-BE49-F238E27FC236}">
                <a16:creationId xmlns:a16="http://schemas.microsoft.com/office/drawing/2014/main" id="{5E33DFEC-FDAD-294A-9BBD-34A2DEDB406A}"/>
              </a:ext>
            </a:extLst>
          </p:cNvPr>
          <p:cNvSpPr>
            <a:spLocks noChangeShapeType="1"/>
          </p:cNvSpPr>
          <p:nvPr/>
        </p:nvSpPr>
        <p:spPr bwMode="auto">
          <a:xfrm rot="16200000">
            <a:off x="4350544" y="3202781"/>
            <a:ext cx="0" cy="170021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76" name="Line 344">
            <a:extLst>
              <a:ext uri="{FF2B5EF4-FFF2-40B4-BE49-F238E27FC236}">
                <a16:creationId xmlns:a16="http://schemas.microsoft.com/office/drawing/2014/main" id="{731A04FB-4512-E14C-BACE-1F60A7C65F62}"/>
              </a:ext>
            </a:extLst>
          </p:cNvPr>
          <p:cNvSpPr>
            <a:spLocks noChangeShapeType="1"/>
          </p:cNvSpPr>
          <p:nvPr/>
        </p:nvSpPr>
        <p:spPr bwMode="auto">
          <a:xfrm>
            <a:off x="5413773" y="3419475"/>
            <a:ext cx="148709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77" name="Oval 345">
            <a:extLst>
              <a:ext uri="{FF2B5EF4-FFF2-40B4-BE49-F238E27FC236}">
                <a16:creationId xmlns:a16="http://schemas.microsoft.com/office/drawing/2014/main" id="{057829A3-6676-F349-B5FC-AB85F23EE8BF}"/>
              </a:ext>
            </a:extLst>
          </p:cNvPr>
          <p:cNvSpPr>
            <a:spLocks noChangeArrowheads="1"/>
          </p:cNvSpPr>
          <p:nvPr/>
        </p:nvSpPr>
        <p:spPr bwMode="auto">
          <a:xfrm>
            <a:off x="5573316" y="3367088"/>
            <a:ext cx="89297"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78" name="Rectangle 346">
            <a:extLst>
              <a:ext uri="{FF2B5EF4-FFF2-40B4-BE49-F238E27FC236}">
                <a16:creationId xmlns:a16="http://schemas.microsoft.com/office/drawing/2014/main" id="{2B54B001-946E-AF44-8486-636109B6EFF4}"/>
              </a:ext>
            </a:extLst>
          </p:cNvPr>
          <p:cNvSpPr>
            <a:spLocks noChangeArrowheads="1"/>
          </p:cNvSpPr>
          <p:nvPr/>
        </p:nvSpPr>
        <p:spPr bwMode="auto">
          <a:xfrm>
            <a:off x="6318647" y="24693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3779" name="Rectangle 347">
            <a:extLst>
              <a:ext uri="{FF2B5EF4-FFF2-40B4-BE49-F238E27FC236}">
                <a16:creationId xmlns:a16="http://schemas.microsoft.com/office/drawing/2014/main" id="{34D4DA6B-C121-0D46-A508-4EDE65FA1559}"/>
              </a:ext>
            </a:extLst>
          </p:cNvPr>
          <p:cNvSpPr>
            <a:spLocks noChangeArrowheads="1"/>
          </p:cNvSpPr>
          <p:nvPr/>
        </p:nvSpPr>
        <p:spPr bwMode="auto">
          <a:xfrm>
            <a:off x="2956322" y="15168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3780" name="Line 348">
            <a:extLst>
              <a:ext uri="{FF2B5EF4-FFF2-40B4-BE49-F238E27FC236}">
                <a16:creationId xmlns:a16="http://schemas.microsoft.com/office/drawing/2014/main" id="{B96D9C90-F56A-5646-89CF-1D4138425B23}"/>
              </a:ext>
            </a:extLst>
          </p:cNvPr>
          <p:cNvSpPr>
            <a:spLocks noChangeShapeType="1"/>
          </p:cNvSpPr>
          <p:nvPr/>
        </p:nvSpPr>
        <p:spPr bwMode="auto">
          <a:xfrm rot="16200000">
            <a:off x="4935737" y="106561"/>
            <a:ext cx="0" cy="297537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81" name="Rectangle 349">
            <a:extLst>
              <a:ext uri="{FF2B5EF4-FFF2-40B4-BE49-F238E27FC236}">
                <a16:creationId xmlns:a16="http://schemas.microsoft.com/office/drawing/2014/main" id="{F2C87129-11AF-CF48-97A6-5786876DC22F}"/>
              </a:ext>
            </a:extLst>
          </p:cNvPr>
          <p:cNvSpPr>
            <a:spLocks noChangeArrowheads="1"/>
          </p:cNvSpPr>
          <p:nvPr/>
        </p:nvSpPr>
        <p:spPr bwMode="auto">
          <a:xfrm>
            <a:off x="1881188" y="4473179"/>
            <a:ext cx="57708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互联网</a:t>
            </a:r>
          </a:p>
        </p:txBody>
      </p:sp>
      <p:sp>
        <p:nvSpPr>
          <p:cNvPr id="113782" name="Line 350">
            <a:extLst>
              <a:ext uri="{FF2B5EF4-FFF2-40B4-BE49-F238E27FC236}">
                <a16:creationId xmlns:a16="http://schemas.microsoft.com/office/drawing/2014/main" id="{9FCE51C6-8C6F-3E41-B19A-3143E839AAE7}"/>
              </a:ext>
            </a:extLst>
          </p:cNvPr>
          <p:cNvSpPr>
            <a:spLocks noChangeShapeType="1"/>
          </p:cNvSpPr>
          <p:nvPr/>
        </p:nvSpPr>
        <p:spPr bwMode="auto">
          <a:xfrm flipV="1">
            <a:off x="2172891" y="4156473"/>
            <a:ext cx="317897" cy="316706"/>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13783" name="Line 351">
            <a:extLst>
              <a:ext uri="{FF2B5EF4-FFF2-40B4-BE49-F238E27FC236}">
                <a16:creationId xmlns:a16="http://schemas.microsoft.com/office/drawing/2014/main" id="{853E1C18-A93A-764D-BA51-7600EF3C71AD}"/>
              </a:ext>
            </a:extLst>
          </p:cNvPr>
          <p:cNvSpPr>
            <a:spLocks noChangeShapeType="1"/>
          </p:cNvSpPr>
          <p:nvPr/>
        </p:nvSpPr>
        <p:spPr bwMode="auto">
          <a:xfrm>
            <a:off x="3676650"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84" name="Oval 352">
            <a:extLst>
              <a:ext uri="{FF2B5EF4-FFF2-40B4-BE49-F238E27FC236}">
                <a16:creationId xmlns:a16="http://schemas.microsoft.com/office/drawing/2014/main" id="{6E401D8E-4D62-0F4E-AB1F-E1BF0C051856}"/>
              </a:ext>
            </a:extLst>
          </p:cNvPr>
          <p:cNvSpPr>
            <a:spLocks noChangeArrowheads="1"/>
          </p:cNvSpPr>
          <p:nvPr/>
        </p:nvSpPr>
        <p:spPr bwMode="auto">
          <a:xfrm>
            <a:off x="3634978" y="12977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3785" name="Group 353">
            <a:extLst>
              <a:ext uri="{FF2B5EF4-FFF2-40B4-BE49-F238E27FC236}">
                <a16:creationId xmlns:a16="http://schemas.microsoft.com/office/drawing/2014/main" id="{8899FE12-1D92-7C40-B973-4F336E28CA9F}"/>
              </a:ext>
            </a:extLst>
          </p:cNvPr>
          <p:cNvGrpSpPr>
            <a:grpSpLocks/>
          </p:cNvGrpSpPr>
          <p:nvPr/>
        </p:nvGrpSpPr>
        <p:grpSpPr bwMode="auto">
          <a:xfrm>
            <a:off x="3471863" y="673894"/>
            <a:ext cx="379810" cy="385763"/>
            <a:chOff x="1813" y="593"/>
            <a:chExt cx="343" cy="352"/>
          </a:xfrm>
        </p:grpSpPr>
        <p:grpSp>
          <p:nvGrpSpPr>
            <p:cNvPr id="113850" name="Group 354">
              <a:extLst>
                <a:ext uri="{FF2B5EF4-FFF2-40B4-BE49-F238E27FC236}">
                  <a16:creationId xmlns:a16="http://schemas.microsoft.com/office/drawing/2014/main" id="{9B510683-6AD2-3A45-9734-B387D9E3F515}"/>
                </a:ext>
              </a:extLst>
            </p:cNvPr>
            <p:cNvGrpSpPr>
              <a:grpSpLocks/>
            </p:cNvGrpSpPr>
            <p:nvPr/>
          </p:nvGrpSpPr>
          <p:grpSpPr bwMode="auto">
            <a:xfrm>
              <a:off x="1821" y="599"/>
              <a:ext cx="335" cy="346"/>
              <a:chOff x="1821" y="599"/>
              <a:chExt cx="335" cy="346"/>
            </a:xfrm>
          </p:grpSpPr>
          <p:sp>
            <p:nvSpPr>
              <p:cNvPr id="113864" name="Freeform 355">
                <a:extLst>
                  <a:ext uri="{FF2B5EF4-FFF2-40B4-BE49-F238E27FC236}">
                    <a16:creationId xmlns:a16="http://schemas.microsoft.com/office/drawing/2014/main" id="{2CA01786-63AE-F745-AA60-DDD21275DCC6}"/>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65" name="Freeform 356">
                <a:extLst>
                  <a:ext uri="{FF2B5EF4-FFF2-40B4-BE49-F238E27FC236}">
                    <a16:creationId xmlns:a16="http://schemas.microsoft.com/office/drawing/2014/main" id="{5395F32A-E170-1B47-B726-3E909986758E}"/>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66" name="Freeform 357">
                <a:extLst>
                  <a:ext uri="{FF2B5EF4-FFF2-40B4-BE49-F238E27FC236}">
                    <a16:creationId xmlns:a16="http://schemas.microsoft.com/office/drawing/2014/main" id="{26436812-46BD-F140-9915-47E4CBAE1FCA}"/>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67" name="Freeform 358">
                <a:extLst>
                  <a:ext uri="{FF2B5EF4-FFF2-40B4-BE49-F238E27FC236}">
                    <a16:creationId xmlns:a16="http://schemas.microsoft.com/office/drawing/2014/main" id="{3F7960D1-46C0-4B4E-89FC-19FE53EA5294}"/>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68" name="Rectangle 359">
                <a:extLst>
                  <a:ext uri="{FF2B5EF4-FFF2-40B4-BE49-F238E27FC236}">
                    <a16:creationId xmlns:a16="http://schemas.microsoft.com/office/drawing/2014/main" id="{591E7223-0582-3A46-A85D-7658871412E6}"/>
                  </a:ext>
                </a:extLst>
              </p:cNvPr>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69" name="Rectangle 360">
                <a:extLst>
                  <a:ext uri="{FF2B5EF4-FFF2-40B4-BE49-F238E27FC236}">
                    <a16:creationId xmlns:a16="http://schemas.microsoft.com/office/drawing/2014/main" id="{07B9A214-616A-6C4F-A10E-CEDA8A5AC0CF}"/>
                  </a:ext>
                </a:extLst>
              </p:cNvPr>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70" name="Rectangle 361">
                <a:extLst>
                  <a:ext uri="{FF2B5EF4-FFF2-40B4-BE49-F238E27FC236}">
                    <a16:creationId xmlns:a16="http://schemas.microsoft.com/office/drawing/2014/main" id="{BB151ED7-BE7C-D943-97AF-E2CC39AB851D}"/>
                  </a:ext>
                </a:extLst>
              </p:cNvPr>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71" name="Line 362">
                <a:extLst>
                  <a:ext uri="{FF2B5EF4-FFF2-40B4-BE49-F238E27FC236}">
                    <a16:creationId xmlns:a16="http://schemas.microsoft.com/office/drawing/2014/main" id="{F3E76922-8E53-1C4B-BD1E-0B94001FDCEB}"/>
                  </a:ext>
                </a:extLst>
              </p:cNvPr>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872" name="Group 363">
                <a:extLst>
                  <a:ext uri="{FF2B5EF4-FFF2-40B4-BE49-F238E27FC236}">
                    <a16:creationId xmlns:a16="http://schemas.microsoft.com/office/drawing/2014/main" id="{25BAD792-A56A-0B45-ADD3-EE60B22FA70F}"/>
                  </a:ext>
                </a:extLst>
              </p:cNvPr>
              <p:cNvGrpSpPr>
                <a:grpSpLocks/>
              </p:cNvGrpSpPr>
              <p:nvPr/>
            </p:nvGrpSpPr>
            <p:grpSpPr bwMode="auto">
              <a:xfrm>
                <a:off x="1821" y="895"/>
                <a:ext cx="335" cy="50"/>
                <a:chOff x="1821" y="895"/>
                <a:chExt cx="335" cy="50"/>
              </a:xfrm>
            </p:grpSpPr>
            <p:sp>
              <p:nvSpPr>
                <p:cNvPr id="113873" name="Freeform 364">
                  <a:extLst>
                    <a:ext uri="{FF2B5EF4-FFF2-40B4-BE49-F238E27FC236}">
                      <a16:creationId xmlns:a16="http://schemas.microsoft.com/office/drawing/2014/main" id="{D8BC6CA9-B236-E640-8BD4-4EEB53AE2AA1}"/>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74" name="Freeform 365">
                  <a:extLst>
                    <a:ext uri="{FF2B5EF4-FFF2-40B4-BE49-F238E27FC236}">
                      <a16:creationId xmlns:a16="http://schemas.microsoft.com/office/drawing/2014/main" id="{614F84C0-A643-F044-BEE6-7CB19AF7AB60}"/>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75" name="Rectangle 366">
                  <a:extLst>
                    <a:ext uri="{FF2B5EF4-FFF2-40B4-BE49-F238E27FC236}">
                      <a16:creationId xmlns:a16="http://schemas.microsoft.com/office/drawing/2014/main" id="{5249941D-8B46-C947-B07D-D1713528D6A9}"/>
                    </a:ext>
                  </a:extLst>
                </p:cNvPr>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3851" name="Group 367">
              <a:extLst>
                <a:ext uri="{FF2B5EF4-FFF2-40B4-BE49-F238E27FC236}">
                  <a16:creationId xmlns:a16="http://schemas.microsoft.com/office/drawing/2014/main" id="{9995E04A-7D4E-1145-A16F-078A6DF850A4}"/>
                </a:ext>
              </a:extLst>
            </p:cNvPr>
            <p:cNvGrpSpPr>
              <a:grpSpLocks/>
            </p:cNvGrpSpPr>
            <p:nvPr/>
          </p:nvGrpSpPr>
          <p:grpSpPr bwMode="auto">
            <a:xfrm>
              <a:off x="1813" y="593"/>
              <a:ext cx="335" cy="346"/>
              <a:chOff x="1813" y="593"/>
              <a:chExt cx="335" cy="346"/>
            </a:xfrm>
          </p:grpSpPr>
          <p:sp>
            <p:nvSpPr>
              <p:cNvPr id="113852" name="Freeform 368">
                <a:extLst>
                  <a:ext uri="{FF2B5EF4-FFF2-40B4-BE49-F238E27FC236}">
                    <a16:creationId xmlns:a16="http://schemas.microsoft.com/office/drawing/2014/main" id="{C1EAE1AF-FE5F-3B4C-8518-8502AF8E8EBE}"/>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53" name="Freeform 369">
                <a:extLst>
                  <a:ext uri="{FF2B5EF4-FFF2-40B4-BE49-F238E27FC236}">
                    <a16:creationId xmlns:a16="http://schemas.microsoft.com/office/drawing/2014/main" id="{568E42D2-1F6B-F54D-A729-9AE35663EF61}"/>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54" name="Freeform 370">
                <a:extLst>
                  <a:ext uri="{FF2B5EF4-FFF2-40B4-BE49-F238E27FC236}">
                    <a16:creationId xmlns:a16="http://schemas.microsoft.com/office/drawing/2014/main" id="{432F3FB1-0778-AE49-99BF-903FDE5FAEA9}"/>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55" name="Freeform 371">
                <a:extLst>
                  <a:ext uri="{FF2B5EF4-FFF2-40B4-BE49-F238E27FC236}">
                    <a16:creationId xmlns:a16="http://schemas.microsoft.com/office/drawing/2014/main" id="{624E73D2-0C42-B649-B891-C2E43EC5C23C}"/>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56" name="Rectangle 372">
                <a:extLst>
                  <a:ext uri="{FF2B5EF4-FFF2-40B4-BE49-F238E27FC236}">
                    <a16:creationId xmlns:a16="http://schemas.microsoft.com/office/drawing/2014/main" id="{F60C0364-D07A-D342-8CF7-34852AF9B5B2}"/>
                  </a:ext>
                </a:extLst>
              </p:cNvPr>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57" name="Rectangle 373">
                <a:extLst>
                  <a:ext uri="{FF2B5EF4-FFF2-40B4-BE49-F238E27FC236}">
                    <a16:creationId xmlns:a16="http://schemas.microsoft.com/office/drawing/2014/main" id="{804E4A0A-129C-7D41-8BB8-1AAA0805B40A}"/>
                  </a:ext>
                </a:extLst>
              </p:cNvPr>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58" name="Rectangle 374">
                <a:extLst>
                  <a:ext uri="{FF2B5EF4-FFF2-40B4-BE49-F238E27FC236}">
                    <a16:creationId xmlns:a16="http://schemas.microsoft.com/office/drawing/2014/main" id="{1F3FC74C-F1C2-2941-B5B1-FCB79CCE2F3D}"/>
                  </a:ext>
                </a:extLst>
              </p:cNvPr>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59" name="Line 375">
                <a:extLst>
                  <a:ext uri="{FF2B5EF4-FFF2-40B4-BE49-F238E27FC236}">
                    <a16:creationId xmlns:a16="http://schemas.microsoft.com/office/drawing/2014/main" id="{758FFAC8-0FB1-7244-B8AB-7D61C3D33055}"/>
                  </a:ext>
                </a:extLst>
              </p:cNvPr>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860" name="Group 376">
                <a:extLst>
                  <a:ext uri="{FF2B5EF4-FFF2-40B4-BE49-F238E27FC236}">
                    <a16:creationId xmlns:a16="http://schemas.microsoft.com/office/drawing/2014/main" id="{18DC43C9-6BF7-794B-B562-D235F52BAA8D}"/>
                  </a:ext>
                </a:extLst>
              </p:cNvPr>
              <p:cNvGrpSpPr>
                <a:grpSpLocks/>
              </p:cNvGrpSpPr>
              <p:nvPr/>
            </p:nvGrpSpPr>
            <p:grpSpPr bwMode="auto">
              <a:xfrm>
                <a:off x="1813" y="888"/>
                <a:ext cx="335" cy="51"/>
                <a:chOff x="1813" y="888"/>
                <a:chExt cx="335" cy="51"/>
              </a:xfrm>
            </p:grpSpPr>
            <p:sp>
              <p:nvSpPr>
                <p:cNvPr id="113861" name="Freeform 377">
                  <a:extLst>
                    <a:ext uri="{FF2B5EF4-FFF2-40B4-BE49-F238E27FC236}">
                      <a16:creationId xmlns:a16="http://schemas.microsoft.com/office/drawing/2014/main" id="{75D7A5CC-1759-3B40-AE06-957DE867E8A4}"/>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62" name="Freeform 378">
                  <a:extLst>
                    <a:ext uri="{FF2B5EF4-FFF2-40B4-BE49-F238E27FC236}">
                      <a16:creationId xmlns:a16="http://schemas.microsoft.com/office/drawing/2014/main" id="{BD310DB0-4A9E-D543-B6F5-43717F82FDF4}"/>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63" name="Rectangle 379">
                  <a:extLst>
                    <a:ext uri="{FF2B5EF4-FFF2-40B4-BE49-F238E27FC236}">
                      <a16:creationId xmlns:a16="http://schemas.microsoft.com/office/drawing/2014/main" id="{57BE7F08-AF00-B341-854D-E4C55A1CCFFC}"/>
                    </a:ext>
                  </a:extLst>
                </p:cNvPr>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3786" name="Line 380">
            <a:extLst>
              <a:ext uri="{FF2B5EF4-FFF2-40B4-BE49-F238E27FC236}">
                <a16:creationId xmlns:a16="http://schemas.microsoft.com/office/drawing/2014/main" id="{0B3F229E-4A37-0F43-ACC3-7516358606D2}"/>
              </a:ext>
            </a:extLst>
          </p:cNvPr>
          <p:cNvSpPr>
            <a:spLocks noChangeShapeType="1"/>
          </p:cNvSpPr>
          <p:nvPr/>
        </p:nvSpPr>
        <p:spPr bwMode="auto">
          <a:xfrm>
            <a:off x="5993606"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87" name="Line 381">
            <a:extLst>
              <a:ext uri="{FF2B5EF4-FFF2-40B4-BE49-F238E27FC236}">
                <a16:creationId xmlns:a16="http://schemas.microsoft.com/office/drawing/2014/main" id="{3BA6BA0C-22FB-EF4E-90AF-449AF84B511A}"/>
              </a:ext>
            </a:extLst>
          </p:cNvPr>
          <p:cNvSpPr>
            <a:spLocks noChangeShapeType="1"/>
          </p:cNvSpPr>
          <p:nvPr/>
        </p:nvSpPr>
        <p:spPr bwMode="auto">
          <a:xfrm>
            <a:off x="4835129" y="1000126"/>
            <a:ext cx="0" cy="58459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88" name="Oval 382">
            <a:extLst>
              <a:ext uri="{FF2B5EF4-FFF2-40B4-BE49-F238E27FC236}">
                <a16:creationId xmlns:a16="http://schemas.microsoft.com/office/drawing/2014/main" id="{D7D6E8F5-012F-AA4C-995B-8E14BDCF4372}"/>
              </a:ext>
            </a:extLst>
          </p:cNvPr>
          <p:cNvSpPr>
            <a:spLocks noChangeArrowheads="1"/>
          </p:cNvSpPr>
          <p:nvPr/>
        </p:nvSpPr>
        <p:spPr bwMode="auto">
          <a:xfrm>
            <a:off x="4801792" y="1308498"/>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3789" name="Group 383">
            <a:extLst>
              <a:ext uri="{FF2B5EF4-FFF2-40B4-BE49-F238E27FC236}">
                <a16:creationId xmlns:a16="http://schemas.microsoft.com/office/drawing/2014/main" id="{F5A6CEC2-67E4-5145-B9B7-3DFC486AAB8B}"/>
              </a:ext>
            </a:extLst>
          </p:cNvPr>
          <p:cNvGrpSpPr>
            <a:grpSpLocks/>
          </p:cNvGrpSpPr>
          <p:nvPr/>
        </p:nvGrpSpPr>
        <p:grpSpPr bwMode="auto">
          <a:xfrm>
            <a:off x="4639866" y="673894"/>
            <a:ext cx="379809" cy="385763"/>
            <a:chOff x="2868" y="593"/>
            <a:chExt cx="343" cy="352"/>
          </a:xfrm>
        </p:grpSpPr>
        <p:grpSp>
          <p:nvGrpSpPr>
            <p:cNvPr id="113824" name="Group 384">
              <a:extLst>
                <a:ext uri="{FF2B5EF4-FFF2-40B4-BE49-F238E27FC236}">
                  <a16:creationId xmlns:a16="http://schemas.microsoft.com/office/drawing/2014/main" id="{2CE3E9A3-7C9E-FC4E-B3B1-6B3A0CA7900B}"/>
                </a:ext>
              </a:extLst>
            </p:cNvPr>
            <p:cNvGrpSpPr>
              <a:grpSpLocks/>
            </p:cNvGrpSpPr>
            <p:nvPr/>
          </p:nvGrpSpPr>
          <p:grpSpPr bwMode="auto">
            <a:xfrm>
              <a:off x="2877" y="599"/>
              <a:ext cx="334" cy="346"/>
              <a:chOff x="2877" y="599"/>
              <a:chExt cx="334" cy="346"/>
            </a:xfrm>
          </p:grpSpPr>
          <p:sp>
            <p:nvSpPr>
              <p:cNvPr id="113838" name="Freeform 385">
                <a:extLst>
                  <a:ext uri="{FF2B5EF4-FFF2-40B4-BE49-F238E27FC236}">
                    <a16:creationId xmlns:a16="http://schemas.microsoft.com/office/drawing/2014/main" id="{9ED7688C-80EF-C54A-BE30-78C5DFBF55E4}"/>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39" name="Freeform 386">
                <a:extLst>
                  <a:ext uri="{FF2B5EF4-FFF2-40B4-BE49-F238E27FC236}">
                    <a16:creationId xmlns:a16="http://schemas.microsoft.com/office/drawing/2014/main" id="{0C1A0474-3FFD-E24C-A0D0-DA2AE84CFD24}"/>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40" name="Freeform 387">
                <a:extLst>
                  <a:ext uri="{FF2B5EF4-FFF2-40B4-BE49-F238E27FC236}">
                    <a16:creationId xmlns:a16="http://schemas.microsoft.com/office/drawing/2014/main" id="{A93705D8-5BF7-E24B-9E72-29C3B3C2A39C}"/>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41" name="Freeform 388">
                <a:extLst>
                  <a:ext uri="{FF2B5EF4-FFF2-40B4-BE49-F238E27FC236}">
                    <a16:creationId xmlns:a16="http://schemas.microsoft.com/office/drawing/2014/main" id="{0A7A4500-692A-664A-B1A5-1D9123C29256}"/>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42" name="Rectangle 389">
                <a:extLst>
                  <a:ext uri="{FF2B5EF4-FFF2-40B4-BE49-F238E27FC236}">
                    <a16:creationId xmlns:a16="http://schemas.microsoft.com/office/drawing/2014/main" id="{4D456B70-DAFC-9840-9B3C-C022BD16E3CF}"/>
                  </a:ext>
                </a:extLst>
              </p:cNvPr>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43" name="Rectangle 390">
                <a:extLst>
                  <a:ext uri="{FF2B5EF4-FFF2-40B4-BE49-F238E27FC236}">
                    <a16:creationId xmlns:a16="http://schemas.microsoft.com/office/drawing/2014/main" id="{C7D24C1D-8C9F-EF40-93E4-BA1AEA577DCF}"/>
                  </a:ext>
                </a:extLst>
              </p:cNvPr>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44" name="Rectangle 391">
                <a:extLst>
                  <a:ext uri="{FF2B5EF4-FFF2-40B4-BE49-F238E27FC236}">
                    <a16:creationId xmlns:a16="http://schemas.microsoft.com/office/drawing/2014/main" id="{DCC4C60E-524C-2747-8ADF-A1380988951C}"/>
                  </a:ext>
                </a:extLst>
              </p:cNvPr>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45" name="Line 392">
                <a:extLst>
                  <a:ext uri="{FF2B5EF4-FFF2-40B4-BE49-F238E27FC236}">
                    <a16:creationId xmlns:a16="http://schemas.microsoft.com/office/drawing/2014/main" id="{5D6BE3CC-1DFF-BD4D-A78C-9D0AAD450A9A}"/>
                  </a:ext>
                </a:extLst>
              </p:cNvPr>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846" name="Group 393">
                <a:extLst>
                  <a:ext uri="{FF2B5EF4-FFF2-40B4-BE49-F238E27FC236}">
                    <a16:creationId xmlns:a16="http://schemas.microsoft.com/office/drawing/2014/main" id="{DB113307-1E04-5643-83CD-1E1D5FB63F7A}"/>
                  </a:ext>
                </a:extLst>
              </p:cNvPr>
              <p:cNvGrpSpPr>
                <a:grpSpLocks/>
              </p:cNvGrpSpPr>
              <p:nvPr/>
            </p:nvGrpSpPr>
            <p:grpSpPr bwMode="auto">
              <a:xfrm>
                <a:off x="2877" y="895"/>
                <a:ext cx="334" cy="50"/>
                <a:chOff x="2877" y="895"/>
                <a:chExt cx="334" cy="50"/>
              </a:xfrm>
            </p:grpSpPr>
            <p:sp>
              <p:nvSpPr>
                <p:cNvPr id="113847" name="Freeform 394">
                  <a:extLst>
                    <a:ext uri="{FF2B5EF4-FFF2-40B4-BE49-F238E27FC236}">
                      <a16:creationId xmlns:a16="http://schemas.microsoft.com/office/drawing/2014/main" id="{EBE8F411-9B5B-FC41-8F79-CAA99927868D}"/>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48" name="Freeform 395">
                  <a:extLst>
                    <a:ext uri="{FF2B5EF4-FFF2-40B4-BE49-F238E27FC236}">
                      <a16:creationId xmlns:a16="http://schemas.microsoft.com/office/drawing/2014/main" id="{F289150E-D8E6-584A-87BD-0C631C89F323}"/>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49" name="Rectangle 396">
                  <a:extLst>
                    <a:ext uri="{FF2B5EF4-FFF2-40B4-BE49-F238E27FC236}">
                      <a16:creationId xmlns:a16="http://schemas.microsoft.com/office/drawing/2014/main" id="{C623785B-5E9B-364E-A53D-F2CE08E6EEDD}"/>
                    </a:ext>
                  </a:extLst>
                </p:cNvPr>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3825" name="Group 397">
              <a:extLst>
                <a:ext uri="{FF2B5EF4-FFF2-40B4-BE49-F238E27FC236}">
                  <a16:creationId xmlns:a16="http://schemas.microsoft.com/office/drawing/2014/main" id="{89B74B25-90F8-0C46-B9A2-E8371B50A614}"/>
                </a:ext>
              </a:extLst>
            </p:cNvPr>
            <p:cNvGrpSpPr>
              <a:grpSpLocks/>
            </p:cNvGrpSpPr>
            <p:nvPr/>
          </p:nvGrpSpPr>
          <p:grpSpPr bwMode="auto">
            <a:xfrm>
              <a:off x="2868" y="593"/>
              <a:ext cx="335" cy="346"/>
              <a:chOff x="2868" y="593"/>
              <a:chExt cx="335" cy="346"/>
            </a:xfrm>
          </p:grpSpPr>
          <p:sp>
            <p:nvSpPr>
              <p:cNvPr id="113826" name="Freeform 398">
                <a:extLst>
                  <a:ext uri="{FF2B5EF4-FFF2-40B4-BE49-F238E27FC236}">
                    <a16:creationId xmlns:a16="http://schemas.microsoft.com/office/drawing/2014/main" id="{DC6C0C43-7B90-6B4C-A54E-D0738CD376CB}"/>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27" name="Freeform 399">
                <a:extLst>
                  <a:ext uri="{FF2B5EF4-FFF2-40B4-BE49-F238E27FC236}">
                    <a16:creationId xmlns:a16="http://schemas.microsoft.com/office/drawing/2014/main" id="{21801F4C-A515-AD46-A7CE-A694C8B092A5}"/>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28" name="Freeform 400">
                <a:extLst>
                  <a:ext uri="{FF2B5EF4-FFF2-40B4-BE49-F238E27FC236}">
                    <a16:creationId xmlns:a16="http://schemas.microsoft.com/office/drawing/2014/main" id="{2C01A05E-EBFB-AF45-A943-D8CB724916E3}"/>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29" name="Freeform 401">
                <a:extLst>
                  <a:ext uri="{FF2B5EF4-FFF2-40B4-BE49-F238E27FC236}">
                    <a16:creationId xmlns:a16="http://schemas.microsoft.com/office/drawing/2014/main" id="{C0D02C6F-1136-734D-8575-0CF22D404A76}"/>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30" name="Rectangle 402">
                <a:extLst>
                  <a:ext uri="{FF2B5EF4-FFF2-40B4-BE49-F238E27FC236}">
                    <a16:creationId xmlns:a16="http://schemas.microsoft.com/office/drawing/2014/main" id="{59570517-EE25-4A4B-8482-3E127E0F7B52}"/>
                  </a:ext>
                </a:extLst>
              </p:cNvPr>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31" name="Rectangle 403">
                <a:extLst>
                  <a:ext uri="{FF2B5EF4-FFF2-40B4-BE49-F238E27FC236}">
                    <a16:creationId xmlns:a16="http://schemas.microsoft.com/office/drawing/2014/main" id="{DBEE2CCB-A97B-324F-80E1-65F9437FE04B}"/>
                  </a:ext>
                </a:extLst>
              </p:cNvPr>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32" name="Rectangle 404">
                <a:extLst>
                  <a:ext uri="{FF2B5EF4-FFF2-40B4-BE49-F238E27FC236}">
                    <a16:creationId xmlns:a16="http://schemas.microsoft.com/office/drawing/2014/main" id="{B3F3D87E-5469-2E46-B54F-9844861298F5}"/>
                  </a:ext>
                </a:extLst>
              </p:cNvPr>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33" name="Line 405">
                <a:extLst>
                  <a:ext uri="{FF2B5EF4-FFF2-40B4-BE49-F238E27FC236}">
                    <a16:creationId xmlns:a16="http://schemas.microsoft.com/office/drawing/2014/main" id="{0BC42D3A-C894-884F-A4C4-7076366BC6D0}"/>
                  </a:ext>
                </a:extLst>
              </p:cNvPr>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834" name="Group 406">
                <a:extLst>
                  <a:ext uri="{FF2B5EF4-FFF2-40B4-BE49-F238E27FC236}">
                    <a16:creationId xmlns:a16="http://schemas.microsoft.com/office/drawing/2014/main" id="{54BE3A88-C80F-7B4E-AD60-ABFA66AE95F4}"/>
                  </a:ext>
                </a:extLst>
              </p:cNvPr>
              <p:cNvGrpSpPr>
                <a:grpSpLocks/>
              </p:cNvGrpSpPr>
              <p:nvPr/>
            </p:nvGrpSpPr>
            <p:grpSpPr bwMode="auto">
              <a:xfrm>
                <a:off x="2868" y="888"/>
                <a:ext cx="335" cy="51"/>
                <a:chOff x="2868" y="888"/>
                <a:chExt cx="335" cy="51"/>
              </a:xfrm>
            </p:grpSpPr>
            <p:sp>
              <p:nvSpPr>
                <p:cNvPr id="113835" name="Freeform 407">
                  <a:extLst>
                    <a:ext uri="{FF2B5EF4-FFF2-40B4-BE49-F238E27FC236}">
                      <a16:creationId xmlns:a16="http://schemas.microsoft.com/office/drawing/2014/main" id="{88112409-53EB-374D-8D68-17BA0CDE89FD}"/>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36" name="Freeform 408">
                  <a:extLst>
                    <a:ext uri="{FF2B5EF4-FFF2-40B4-BE49-F238E27FC236}">
                      <a16:creationId xmlns:a16="http://schemas.microsoft.com/office/drawing/2014/main" id="{711A51CD-7798-D644-BEF8-6C499DEE95F5}"/>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37" name="Rectangle 409">
                  <a:extLst>
                    <a:ext uri="{FF2B5EF4-FFF2-40B4-BE49-F238E27FC236}">
                      <a16:creationId xmlns:a16="http://schemas.microsoft.com/office/drawing/2014/main" id="{7407AB00-585E-FB41-829F-C4F6C882BC42}"/>
                    </a:ext>
                  </a:extLst>
                </p:cNvPr>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3790" name="Oval 410">
            <a:extLst>
              <a:ext uri="{FF2B5EF4-FFF2-40B4-BE49-F238E27FC236}">
                <a16:creationId xmlns:a16="http://schemas.microsoft.com/office/drawing/2014/main" id="{070AAD96-6570-F849-8EDC-B93166AEF8F6}"/>
              </a:ext>
            </a:extLst>
          </p:cNvPr>
          <p:cNvSpPr>
            <a:spLocks noChangeArrowheads="1"/>
          </p:cNvSpPr>
          <p:nvPr/>
        </p:nvSpPr>
        <p:spPr bwMode="auto">
          <a:xfrm>
            <a:off x="5960269" y="1308498"/>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3791" name="Group 411">
            <a:extLst>
              <a:ext uri="{FF2B5EF4-FFF2-40B4-BE49-F238E27FC236}">
                <a16:creationId xmlns:a16="http://schemas.microsoft.com/office/drawing/2014/main" id="{27C90EB3-3124-F64A-892A-A939C30FA979}"/>
              </a:ext>
            </a:extLst>
          </p:cNvPr>
          <p:cNvGrpSpPr>
            <a:grpSpLocks/>
          </p:cNvGrpSpPr>
          <p:nvPr/>
        </p:nvGrpSpPr>
        <p:grpSpPr bwMode="auto">
          <a:xfrm>
            <a:off x="5798344" y="673894"/>
            <a:ext cx="379810" cy="385763"/>
            <a:chOff x="3915" y="593"/>
            <a:chExt cx="343" cy="352"/>
          </a:xfrm>
        </p:grpSpPr>
        <p:grpSp>
          <p:nvGrpSpPr>
            <p:cNvPr id="113798" name="Group 412">
              <a:extLst>
                <a:ext uri="{FF2B5EF4-FFF2-40B4-BE49-F238E27FC236}">
                  <a16:creationId xmlns:a16="http://schemas.microsoft.com/office/drawing/2014/main" id="{D486E75A-D854-4E4E-8421-922BA00F83B1}"/>
                </a:ext>
              </a:extLst>
            </p:cNvPr>
            <p:cNvGrpSpPr>
              <a:grpSpLocks/>
            </p:cNvGrpSpPr>
            <p:nvPr/>
          </p:nvGrpSpPr>
          <p:grpSpPr bwMode="auto">
            <a:xfrm>
              <a:off x="3924" y="599"/>
              <a:ext cx="334" cy="346"/>
              <a:chOff x="3924" y="599"/>
              <a:chExt cx="334" cy="346"/>
            </a:xfrm>
          </p:grpSpPr>
          <p:sp>
            <p:nvSpPr>
              <p:cNvPr id="113812" name="Freeform 413">
                <a:extLst>
                  <a:ext uri="{FF2B5EF4-FFF2-40B4-BE49-F238E27FC236}">
                    <a16:creationId xmlns:a16="http://schemas.microsoft.com/office/drawing/2014/main" id="{9D75F2C4-3429-8A43-B332-7025E44708C6}"/>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13" name="Freeform 414">
                <a:extLst>
                  <a:ext uri="{FF2B5EF4-FFF2-40B4-BE49-F238E27FC236}">
                    <a16:creationId xmlns:a16="http://schemas.microsoft.com/office/drawing/2014/main" id="{C8BF02F8-9184-F248-A6BB-8EA5EFC55267}"/>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14" name="Freeform 415">
                <a:extLst>
                  <a:ext uri="{FF2B5EF4-FFF2-40B4-BE49-F238E27FC236}">
                    <a16:creationId xmlns:a16="http://schemas.microsoft.com/office/drawing/2014/main" id="{74702DA2-0F5D-0944-8B97-3EFDE03AF18B}"/>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15" name="Freeform 416">
                <a:extLst>
                  <a:ext uri="{FF2B5EF4-FFF2-40B4-BE49-F238E27FC236}">
                    <a16:creationId xmlns:a16="http://schemas.microsoft.com/office/drawing/2014/main" id="{B036EF6D-BD24-0B46-AED4-E046D2836CCC}"/>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16" name="Rectangle 417">
                <a:extLst>
                  <a:ext uri="{FF2B5EF4-FFF2-40B4-BE49-F238E27FC236}">
                    <a16:creationId xmlns:a16="http://schemas.microsoft.com/office/drawing/2014/main" id="{A1E59570-CBB6-C647-929E-9F3C8EE4D1FA}"/>
                  </a:ext>
                </a:extLst>
              </p:cNvPr>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17" name="Rectangle 418">
                <a:extLst>
                  <a:ext uri="{FF2B5EF4-FFF2-40B4-BE49-F238E27FC236}">
                    <a16:creationId xmlns:a16="http://schemas.microsoft.com/office/drawing/2014/main" id="{843E31D9-8154-BC42-9942-E50AED95D60E}"/>
                  </a:ext>
                </a:extLst>
              </p:cNvPr>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18" name="Rectangle 419">
                <a:extLst>
                  <a:ext uri="{FF2B5EF4-FFF2-40B4-BE49-F238E27FC236}">
                    <a16:creationId xmlns:a16="http://schemas.microsoft.com/office/drawing/2014/main" id="{BB74239A-5909-E54F-B39F-6F52ACD170FD}"/>
                  </a:ext>
                </a:extLst>
              </p:cNvPr>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19" name="Line 420">
                <a:extLst>
                  <a:ext uri="{FF2B5EF4-FFF2-40B4-BE49-F238E27FC236}">
                    <a16:creationId xmlns:a16="http://schemas.microsoft.com/office/drawing/2014/main" id="{CE166834-F1F1-2F40-8D0D-E8A8CA545912}"/>
                  </a:ext>
                </a:extLst>
              </p:cNvPr>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820" name="Group 421">
                <a:extLst>
                  <a:ext uri="{FF2B5EF4-FFF2-40B4-BE49-F238E27FC236}">
                    <a16:creationId xmlns:a16="http://schemas.microsoft.com/office/drawing/2014/main" id="{0BA7DFA9-14E1-AF4C-AE59-B8ABE952EC3C}"/>
                  </a:ext>
                </a:extLst>
              </p:cNvPr>
              <p:cNvGrpSpPr>
                <a:grpSpLocks/>
              </p:cNvGrpSpPr>
              <p:nvPr/>
            </p:nvGrpSpPr>
            <p:grpSpPr bwMode="auto">
              <a:xfrm>
                <a:off x="3924" y="895"/>
                <a:ext cx="334" cy="50"/>
                <a:chOff x="3924" y="895"/>
                <a:chExt cx="334" cy="50"/>
              </a:xfrm>
            </p:grpSpPr>
            <p:sp>
              <p:nvSpPr>
                <p:cNvPr id="113821" name="Freeform 422">
                  <a:extLst>
                    <a:ext uri="{FF2B5EF4-FFF2-40B4-BE49-F238E27FC236}">
                      <a16:creationId xmlns:a16="http://schemas.microsoft.com/office/drawing/2014/main" id="{A207A9BD-3FC4-844E-9DEF-E02503EB063C}"/>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22" name="Freeform 423">
                  <a:extLst>
                    <a:ext uri="{FF2B5EF4-FFF2-40B4-BE49-F238E27FC236}">
                      <a16:creationId xmlns:a16="http://schemas.microsoft.com/office/drawing/2014/main" id="{E8F57A6E-2A4A-5C43-85CB-F22E6A8130FC}"/>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23" name="Rectangle 424">
                  <a:extLst>
                    <a:ext uri="{FF2B5EF4-FFF2-40B4-BE49-F238E27FC236}">
                      <a16:creationId xmlns:a16="http://schemas.microsoft.com/office/drawing/2014/main" id="{ADD1E6EF-F009-1F48-8496-DE66B59A3C51}"/>
                    </a:ext>
                  </a:extLst>
                </p:cNvPr>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3799" name="Group 425">
              <a:extLst>
                <a:ext uri="{FF2B5EF4-FFF2-40B4-BE49-F238E27FC236}">
                  <a16:creationId xmlns:a16="http://schemas.microsoft.com/office/drawing/2014/main" id="{53D7EA90-A4F8-6E40-98E7-FFCA158AC070}"/>
                </a:ext>
              </a:extLst>
            </p:cNvPr>
            <p:cNvGrpSpPr>
              <a:grpSpLocks/>
            </p:cNvGrpSpPr>
            <p:nvPr/>
          </p:nvGrpSpPr>
          <p:grpSpPr bwMode="auto">
            <a:xfrm>
              <a:off x="3915" y="593"/>
              <a:ext cx="335" cy="346"/>
              <a:chOff x="3915" y="593"/>
              <a:chExt cx="335" cy="346"/>
            </a:xfrm>
          </p:grpSpPr>
          <p:sp>
            <p:nvSpPr>
              <p:cNvPr id="113800" name="Freeform 426">
                <a:extLst>
                  <a:ext uri="{FF2B5EF4-FFF2-40B4-BE49-F238E27FC236}">
                    <a16:creationId xmlns:a16="http://schemas.microsoft.com/office/drawing/2014/main" id="{F94FFE99-DD76-E14D-A4D8-9D9448FA110D}"/>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01" name="Freeform 427">
                <a:extLst>
                  <a:ext uri="{FF2B5EF4-FFF2-40B4-BE49-F238E27FC236}">
                    <a16:creationId xmlns:a16="http://schemas.microsoft.com/office/drawing/2014/main" id="{187E6994-5E57-A54A-89FA-FBD56AAF1D94}"/>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02" name="Freeform 428">
                <a:extLst>
                  <a:ext uri="{FF2B5EF4-FFF2-40B4-BE49-F238E27FC236}">
                    <a16:creationId xmlns:a16="http://schemas.microsoft.com/office/drawing/2014/main" id="{57991D98-D7A8-284E-B771-E19C81244375}"/>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03" name="Freeform 429">
                <a:extLst>
                  <a:ext uri="{FF2B5EF4-FFF2-40B4-BE49-F238E27FC236}">
                    <a16:creationId xmlns:a16="http://schemas.microsoft.com/office/drawing/2014/main" id="{D5D10776-DD44-864A-B5C5-D29A670F2E2A}"/>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04" name="Rectangle 430">
                <a:extLst>
                  <a:ext uri="{FF2B5EF4-FFF2-40B4-BE49-F238E27FC236}">
                    <a16:creationId xmlns:a16="http://schemas.microsoft.com/office/drawing/2014/main" id="{F3C3AE65-D404-0442-BAF3-14CB693F9288}"/>
                  </a:ext>
                </a:extLst>
              </p:cNvPr>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05" name="Rectangle 431">
                <a:extLst>
                  <a:ext uri="{FF2B5EF4-FFF2-40B4-BE49-F238E27FC236}">
                    <a16:creationId xmlns:a16="http://schemas.microsoft.com/office/drawing/2014/main" id="{58CA6C59-C063-C041-BA2A-C6352E85DFCB}"/>
                  </a:ext>
                </a:extLst>
              </p:cNvPr>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06" name="Rectangle 432">
                <a:extLst>
                  <a:ext uri="{FF2B5EF4-FFF2-40B4-BE49-F238E27FC236}">
                    <a16:creationId xmlns:a16="http://schemas.microsoft.com/office/drawing/2014/main" id="{B5515CFE-67D9-1F40-9126-16648AC8B814}"/>
                  </a:ext>
                </a:extLst>
              </p:cNvPr>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07" name="Line 433">
                <a:extLst>
                  <a:ext uri="{FF2B5EF4-FFF2-40B4-BE49-F238E27FC236}">
                    <a16:creationId xmlns:a16="http://schemas.microsoft.com/office/drawing/2014/main" id="{1939E52E-157E-384F-A686-77F0C19B5625}"/>
                  </a:ext>
                </a:extLst>
              </p:cNvPr>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808" name="Group 434">
                <a:extLst>
                  <a:ext uri="{FF2B5EF4-FFF2-40B4-BE49-F238E27FC236}">
                    <a16:creationId xmlns:a16="http://schemas.microsoft.com/office/drawing/2014/main" id="{03903455-BB7C-A948-BBF6-01A49EABD80E}"/>
                  </a:ext>
                </a:extLst>
              </p:cNvPr>
              <p:cNvGrpSpPr>
                <a:grpSpLocks/>
              </p:cNvGrpSpPr>
              <p:nvPr/>
            </p:nvGrpSpPr>
            <p:grpSpPr bwMode="auto">
              <a:xfrm>
                <a:off x="3915" y="888"/>
                <a:ext cx="335" cy="51"/>
                <a:chOff x="3915" y="888"/>
                <a:chExt cx="335" cy="51"/>
              </a:xfrm>
            </p:grpSpPr>
            <p:sp>
              <p:nvSpPr>
                <p:cNvPr id="113809" name="Freeform 435">
                  <a:extLst>
                    <a:ext uri="{FF2B5EF4-FFF2-40B4-BE49-F238E27FC236}">
                      <a16:creationId xmlns:a16="http://schemas.microsoft.com/office/drawing/2014/main" id="{8CB34C48-87F0-9341-B21F-16F661EFD0AD}"/>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10" name="Freeform 436">
                  <a:extLst>
                    <a:ext uri="{FF2B5EF4-FFF2-40B4-BE49-F238E27FC236}">
                      <a16:creationId xmlns:a16="http://schemas.microsoft.com/office/drawing/2014/main" id="{178B6EFD-5BC9-E148-B65B-B209530F1DC9}"/>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11" name="Rectangle 437">
                  <a:extLst>
                    <a:ext uri="{FF2B5EF4-FFF2-40B4-BE49-F238E27FC236}">
                      <a16:creationId xmlns:a16="http://schemas.microsoft.com/office/drawing/2014/main" id="{8131FEAB-5C58-F742-9541-D97BA8C99603}"/>
                    </a:ext>
                  </a:extLst>
                </p:cNvPr>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3792" name="Text Box 438">
            <a:extLst>
              <a:ext uri="{FF2B5EF4-FFF2-40B4-BE49-F238E27FC236}">
                <a16:creationId xmlns:a16="http://schemas.microsoft.com/office/drawing/2014/main" id="{24A9AF44-9152-DD4E-BE3E-7717AE3E4507}"/>
              </a:ext>
            </a:extLst>
          </p:cNvPr>
          <p:cNvSpPr txBox="1">
            <a:spLocks noChangeArrowheads="1"/>
          </p:cNvSpPr>
          <p:nvPr/>
        </p:nvSpPr>
        <p:spPr bwMode="auto">
          <a:xfrm>
            <a:off x="1125858" y="210703"/>
            <a:ext cx="7068496" cy="829394"/>
          </a:xfrm>
          <a:prstGeom prst="rect">
            <a:avLst/>
          </a:prstGeom>
          <a:solidFill>
            <a:srgbClr val="FFFF99"/>
          </a:solidFill>
          <a:ln w="9525">
            <a:solidFill>
              <a:schemeClr val="tx2"/>
            </a:solidFill>
            <a:miter lim="800000"/>
            <a:headEnd/>
            <a:tailEnd/>
          </a:ln>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20000"/>
              </a:lnSpc>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路由器总是具有两个或两个以上的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a:t>
            </a:r>
          </a:p>
          <a:p>
            <a:pPr algn="ctr" eaLnBrk="1" hangingPunct="1">
              <a:lnSpc>
                <a:spcPct val="120000"/>
              </a:lnSpc>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路由器的每一个接口都有一个不同网络号的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 </a:t>
            </a:r>
          </a:p>
        </p:txBody>
      </p:sp>
      <p:grpSp>
        <p:nvGrpSpPr>
          <p:cNvPr id="449982" name="Group 446">
            <a:extLst>
              <a:ext uri="{FF2B5EF4-FFF2-40B4-BE49-F238E27FC236}">
                <a16:creationId xmlns:a16="http://schemas.microsoft.com/office/drawing/2014/main" id="{895B99C8-61E9-CF4C-82DF-3FE678631C4B}"/>
              </a:ext>
            </a:extLst>
          </p:cNvPr>
          <p:cNvGrpSpPr>
            <a:grpSpLocks/>
          </p:cNvGrpSpPr>
          <p:nvPr/>
        </p:nvGrpSpPr>
        <p:grpSpPr bwMode="auto">
          <a:xfrm>
            <a:off x="3168253" y="2031207"/>
            <a:ext cx="2214563" cy="378619"/>
            <a:chOff x="1701" y="1706"/>
            <a:chExt cx="1860" cy="318"/>
          </a:xfrm>
        </p:grpSpPr>
        <p:sp>
          <p:nvSpPr>
            <p:cNvPr id="113795" name="Line 442">
              <a:extLst>
                <a:ext uri="{FF2B5EF4-FFF2-40B4-BE49-F238E27FC236}">
                  <a16:creationId xmlns:a16="http://schemas.microsoft.com/office/drawing/2014/main" id="{42A25E3B-E443-9148-9890-00DF834986A3}"/>
                </a:ext>
              </a:extLst>
            </p:cNvPr>
            <p:cNvSpPr>
              <a:spLocks noChangeShapeType="1"/>
            </p:cNvSpPr>
            <p:nvPr/>
          </p:nvSpPr>
          <p:spPr bwMode="auto">
            <a:xfrm>
              <a:off x="2699" y="1706"/>
              <a:ext cx="726"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96" name="Line 444">
              <a:extLst>
                <a:ext uri="{FF2B5EF4-FFF2-40B4-BE49-F238E27FC236}">
                  <a16:creationId xmlns:a16="http://schemas.microsoft.com/office/drawing/2014/main" id="{8B6BD28D-FFB0-4B4D-AE5F-D4F659FD1947}"/>
                </a:ext>
              </a:extLst>
            </p:cNvPr>
            <p:cNvSpPr>
              <a:spLocks noChangeShapeType="1"/>
            </p:cNvSpPr>
            <p:nvPr/>
          </p:nvSpPr>
          <p:spPr bwMode="auto">
            <a:xfrm>
              <a:off x="2835" y="2024"/>
              <a:ext cx="726"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97" name="Line 445">
              <a:extLst>
                <a:ext uri="{FF2B5EF4-FFF2-40B4-BE49-F238E27FC236}">
                  <a16:creationId xmlns:a16="http://schemas.microsoft.com/office/drawing/2014/main" id="{AA9D17CC-B5DD-6F4B-85EC-85E4EA7EC6FA}"/>
                </a:ext>
              </a:extLst>
            </p:cNvPr>
            <p:cNvSpPr>
              <a:spLocks noChangeShapeType="1"/>
            </p:cNvSpPr>
            <p:nvPr/>
          </p:nvSpPr>
          <p:spPr bwMode="auto">
            <a:xfrm>
              <a:off x="1701" y="1979"/>
              <a:ext cx="726"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3794" name="幻灯片编号占位符 1">
            <a:extLst>
              <a:ext uri="{FF2B5EF4-FFF2-40B4-BE49-F238E27FC236}">
                <a16:creationId xmlns:a16="http://schemas.microsoft.com/office/drawing/2014/main" id="{10F71855-218C-EB48-8810-215BD460BBD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757BB26-8A3D-804E-81FF-1D1C195C3ADD}"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77507572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0"/>
                                          </p:stCondLst>
                                        </p:cTn>
                                        <p:tgtEl>
                                          <p:spTgt spid="449982"/>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nodeType="afterEffect">
                                  <p:stCondLst>
                                    <p:cond delay="500"/>
                                  </p:stCondLst>
                                  <p:childTnLst>
                                    <p:anim calcmode="discrete" valueType="str">
                                      <p:cBhvr>
                                        <p:cTn id="9" dur="1000" fill="hold"/>
                                        <p:tgtEl>
                                          <p:spTgt spid="44998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5713" name="AutoShape 2">
            <a:extLst>
              <a:ext uri="{FF2B5EF4-FFF2-40B4-BE49-F238E27FC236}">
                <a16:creationId xmlns:a16="http://schemas.microsoft.com/office/drawing/2014/main" id="{158C5D41-3233-8547-80F5-BA828F1B9290}"/>
              </a:ext>
            </a:extLst>
          </p:cNvPr>
          <p:cNvSpPr>
            <a:spLocks noChangeArrowheads="1"/>
          </p:cNvSpPr>
          <p:nvPr/>
        </p:nvSpPr>
        <p:spPr bwMode="auto">
          <a:xfrm>
            <a:off x="2156222" y="1345407"/>
            <a:ext cx="4891088" cy="2926556"/>
          </a:xfrm>
          <a:prstGeom prst="roundRect">
            <a:avLst>
              <a:gd name="adj" fmla="val 24787"/>
            </a:avLst>
          </a:prstGeom>
          <a:solidFill>
            <a:srgbClr val="CCECFF"/>
          </a:solidFill>
          <a:ln w="9525">
            <a:solidFill>
              <a:schemeClr val="tx1"/>
            </a:solidFill>
            <a:prstDash val="dash"/>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15714" name="Rectangle 3">
            <a:extLst>
              <a:ext uri="{FF2B5EF4-FFF2-40B4-BE49-F238E27FC236}">
                <a16:creationId xmlns:a16="http://schemas.microsoft.com/office/drawing/2014/main" id="{F795A26C-E473-0C4F-B8E9-A1EF89807415}"/>
              </a:ext>
            </a:extLst>
          </p:cNvPr>
          <p:cNvSpPr>
            <a:spLocks noGrp="1" noChangeArrowheads="1"/>
          </p:cNvSpPr>
          <p:nvPr>
            <p:ph type="title"/>
          </p:nvPr>
        </p:nvSpPr>
        <p:spPr>
          <a:xfrm>
            <a:off x="1709737" y="86916"/>
            <a:ext cx="5844779" cy="521494"/>
          </a:xfrm>
        </p:spPr>
        <p:txBody>
          <a:bodyPr/>
          <a:lstStyle/>
          <a:p>
            <a:pPr algn="ctr" eaLnBrk="1" hangingPunct="1"/>
            <a:r>
              <a:rPr lang="zh-CN" altLang="en-US" sz="2700">
                <a:ea typeface="宋体" panose="02010600030101010101" pitchFamily="2" charset="-122"/>
              </a:rPr>
              <a:t>互联网中的 </a:t>
            </a:r>
            <a:r>
              <a:rPr lang="en-US" altLang="zh-CN" sz="2700">
                <a:ea typeface="宋体" panose="02010600030101010101" pitchFamily="2" charset="-122"/>
              </a:rPr>
              <a:t>IP </a:t>
            </a:r>
            <a:r>
              <a:rPr lang="zh-CN" altLang="en-US" sz="2700">
                <a:ea typeface="宋体" panose="02010600030101010101" pitchFamily="2" charset="-122"/>
              </a:rPr>
              <a:t>地址 </a:t>
            </a:r>
          </a:p>
        </p:txBody>
      </p:sp>
      <p:sp>
        <p:nvSpPr>
          <p:cNvPr id="115715" name="Freeform 4">
            <a:extLst>
              <a:ext uri="{FF2B5EF4-FFF2-40B4-BE49-F238E27FC236}">
                <a16:creationId xmlns:a16="http://schemas.microsoft.com/office/drawing/2014/main" id="{580E4CCC-6009-5F40-AD20-ED23AEF5452C}"/>
              </a:ext>
            </a:extLst>
          </p:cNvPr>
          <p:cNvSpPr>
            <a:spLocks/>
          </p:cNvSpPr>
          <p:nvPr/>
        </p:nvSpPr>
        <p:spPr bwMode="auto">
          <a:xfrm>
            <a:off x="3434954" y="1903810"/>
            <a:ext cx="3592115" cy="2377678"/>
          </a:xfrm>
          <a:custGeom>
            <a:avLst/>
            <a:gdLst>
              <a:gd name="T0" fmla="*/ 2147483646 w 3246"/>
              <a:gd name="T1" fmla="*/ 2147483646 h 2165"/>
              <a:gd name="T2" fmla="*/ 2147483646 w 3246"/>
              <a:gd name="T3" fmla="*/ 2147483646 h 2165"/>
              <a:gd name="T4" fmla="*/ 2147483646 w 3246"/>
              <a:gd name="T5" fmla="*/ 2147483646 h 2165"/>
              <a:gd name="T6" fmla="*/ 2147483646 w 3246"/>
              <a:gd name="T7" fmla="*/ 2147483646 h 2165"/>
              <a:gd name="T8" fmla="*/ 2147483646 w 3246"/>
              <a:gd name="T9" fmla="*/ 2147483646 h 2165"/>
              <a:gd name="T10" fmla="*/ 2147483646 w 3246"/>
              <a:gd name="T11" fmla="*/ 2147483646 h 2165"/>
              <a:gd name="T12" fmla="*/ 2147483646 w 3246"/>
              <a:gd name="T13" fmla="*/ 2147483646 h 2165"/>
              <a:gd name="T14" fmla="*/ 2147483646 w 3246"/>
              <a:gd name="T15" fmla="*/ 2147483646 h 2165"/>
              <a:gd name="T16" fmla="*/ 2147483646 w 3246"/>
              <a:gd name="T17" fmla="*/ 2147483646 h 2165"/>
              <a:gd name="T18" fmla="*/ 2147483646 w 3246"/>
              <a:gd name="T19" fmla="*/ 2147483646 h 2165"/>
              <a:gd name="T20" fmla="*/ 2147483646 w 3246"/>
              <a:gd name="T21" fmla="*/ 2147483646 h 2165"/>
              <a:gd name="T22" fmla="*/ 2147483646 w 3246"/>
              <a:gd name="T23" fmla="*/ 2147483646 h 2165"/>
              <a:gd name="T24" fmla="*/ 2147483646 w 3246"/>
              <a:gd name="T25" fmla="*/ 2147483646 h 2165"/>
              <a:gd name="T26" fmla="*/ 2147483646 w 3246"/>
              <a:gd name="T27" fmla="*/ 2147483646 h 2165"/>
              <a:gd name="T28" fmla="*/ 2147483646 w 3246"/>
              <a:gd name="T29" fmla="*/ 2147483646 h 2165"/>
              <a:gd name="T30" fmla="*/ 2147483646 w 3246"/>
              <a:gd name="T31" fmla="*/ 2147483646 h 2165"/>
              <a:gd name="T32" fmla="*/ 2147483646 w 3246"/>
              <a:gd name="T33" fmla="*/ 2147483646 h 2165"/>
              <a:gd name="T34" fmla="*/ 2147483646 w 3246"/>
              <a:gd name="T35" fmla="*/ 2147483646 h 2165"/>
              <a:gd name="T36" fmla="*/ 2147483646 w 3246"/>
              <a:gd name="T37" fmla="*/ 2147483646 h 2165"/>
              <a:gd name="T38" fmla="*/ 2147483646 w 3246"/>
              <a:gd name="T39" fmla="*/ 2147483646 h 2165"/>
              <a:gd name="T40" fmla="*/ 2147483646 w 3246"/>
              <a:gd name="T41" fmla="*/ 0 h 2165"/>
              <a:gd name="T42" fmla="*/ 2147483646 w 3246"/>
              <a:gd name="T43" fmla="*/ 2147483646 h 2165"/>
              <a:gd name="T44" fmla="*/ 2147483646 w 3246"/>
              <a:gd name="T45" fmla="*/ 2147483646 h 2165"/>
              <a:gd name="T46" fmla="*/ 2147483646 w 3246"/>
              <a:gd name="T47" fmla="*/ 2147483646 h 2165"/>
              <a:gd name="T48" fmla="*/ 2147483646 w 3246"/>
              <a:gd name="T49" fmla="*/ 2147483646 h 2165"/>
              <a:gd name="T50" fmla="*/ 2147483646 w 3246"/>
              <a:gd name="T51" fmla="*/ 2147483646 h 2165"/>
              <a:gd name="T52" fmla="*/ 2147483646 w 3246"/>
              <a:gd name="T53" fmla="*/ 2147483646 h 2165"/>
              <a:gd name="T54" fmla="*/ 2147483646 w 3246"/>
              <a:gd name="T55" fmla="*/ 2147483646 h 2165"/>
              <a:gd name="T56" fmla="*/ 2147483646 w 3246"/>
              <a:gd name="T57" fmla="*/ 2147483646 h 2165"/>
              <a:gd name="T58" fmla="*/ 2147483646 w 3246"/>
              <a:gd name="T59" fmla="*/ 2147483646 h 2165"/>
              <a:gd name="T60" fmla="*/ 2147483646 w 3246"/>
              <a:gd name="T61" fmla="*/ 2147483646 h 2165"/>
              <a:gd name="T62" fmla="*/ 2147483646 w 3246"/>
              <a:gd name="T63" fmla="*/ 2147483646 h 2165"/>
              <a:gd name="T64" fmla="*/ 2147483646 w 3246"/>
              <a:gd name="T65" fmla="*/ 2147483646 h 2165"/>
              <a:gd name="T66" fmla="*/ 2147483646 w 3246"/>
              <a:gd name="T67" fmla="*/ 2147483646 h 2165"/>
              <a:gd name="T68" fmla="*/ 2147483646 w 3246"/>
              <a:gd name="T69" fmla="*/ 2147483646 h 2165"/>
              <a:gd name="T70" fmla="*/ 2147483646 w 3246"/>
              <a:gd name="T71" fmla="*/ 2147483646 h 2165"/>
              <a:gd name="T72" fmla="*/ 2147483646 w 3246"/>
              <a:gd name="T73" fmla="*/ 2147483646 h 2165"/>
              <a:gd name="T74" fmla="*/ 2147483646 w 3246"/>
              <a:gd name="T75" fmla="*/ 2147483646 h 2165"/>
              <a:gd name="T76" fmla="*/ 2147483646 w 3246"/>
              <a:gd name="T77" fmla="*/ 2147483646 h 2165"/>
              <a:gd name="T78" fmla="*/ 2147483646 w 3246"/>
              <a:gd name="T79" fmla="*/ 2147483646 h 2165"/>
              <a:gd name="T80" fmla="*/ 2147483646 w 3246"/>
              <a:gd name="T81" fmla="*/ 2147483646 h 2165"/>
              <a:gd name="T82" fmla="*/ 0 w 3246"/>
              <a:gd name="T83" fmla="*/ 2147483646 h 2165"/>
              <a:gd name="T84" fmla="*/ 2147483646 w 3246"/>
              <a:gd name="T85" fmla="*/ 2147483646 h 2165"/>
              <a:gd name="T86" fmla="*/ 2147483646 w 3246"/>
              <a:gd name="T87" fmla="*/ 2147483646 h 2165"/>
              <a:gd name="T88" fmla="*/ 2147483646 w 3246"/>
              <a:gd name="T89" fmla="*/ 2147483646 h 2165"/>
              <a:gd name="T90" fmla="*/ 2147483646 w 3246"/>
              <a:gd name="T91" fmla="*/ 2147483646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716" name="Line 5">
            <a:extLst>
              <a:ext uri="{FF2B5EF4-FFF2-40B4-BE49-F238E27FC236}">
                <a16:creationId xmlns:a16="http://schemas.microsoft.com/office/drawing/2014/main" id="{708F58BC-A0D8-F143-8F15-59C13FC47FBF}"/>
              </a:ext>
            </a:extLst>
          </p:cNvPr>
          <p:cNvSpPr>
            <a:spLocks noChangeShapeType="1"/>
          </p:cNvSpPr>
          <p:nvPr/>
        </p:nvSpPr>
        <p:spPr bwMode="auto">
          <a:xfrm>
            <a:off x="4801791" y="4069557"/>
            <a:ext cx="0" cy="6417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17" name="Line 6">
            <a:extLst>
              <a:ext uri="{FF2B5EF4-FFF2-40B4-BE49-F238E27FC236}">
                <a16:creationId xmlns:a16="http://schemas.microsoft.com/office/drawing/2014/main" id="{9F827709-E541-6C4F-B999-054712C3E7FD}"/>
              </a:ext>
            </a:extLst>
          </p:cNvPr>
          <p:cNvSpPr>
            <a:spLocks noChangeShapeType="1"/>
          </p:cNvSpPr>
          <p:nvPr/>
        </p:nvSpPr>
        <p:spPr bwMode="auto">
          <a:xfrm>
            <a:off x="3873104" y="4052888"/>
            <a:ext cx="0" cy="63936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18" name="Freeform 7">
            <a:extLst>
              <a:ext uri="{FF2B5EF4-FFF2-40B4-BE49-F238E27FC236}">
                <a16:creationId xmlns:a16="http://schemas.microsoft.com/office/drawing/2014/main" id="{F3FFA7E8-793B-E544-96F4-F467B0FB9AED}"/>
              </a:ext>
            </a:extLst>
          </p:cNvPr>
          <p:cNvSpPr>
            <a:spLocks/>
          </p:cNvSpPr>
          <p:nvPr/>
        </p:nvSpPr>
        <p:spPr bwMode="auto">
          <a:xfrm>
            <a:off x="5042298" y="3894535"/>
            <a:ext cx="1858565" cy="158353"/>
          </a:xfrm>
          <a:custGeom>
            <a:avLst/>
            <a:gdLst>
              <a:gd name="T0" fmla="*/ 0 w 1680"/>
              <a:gd name="T1" fmla="*/ 2147483646 h 192"/>
              <a:gd name="T2" fmla="*/ 0 w 1680"/>
              <a:gd name="T3" fmla="*/ 0 h 192"/>
              <a:gd name="T4" fmla="*/ 2147483646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719" name="Freeform 8">
            <a:extLst>
              <a:ext uri="{FF2B5EF4-FFF2-40B4-BE49-F238E27FC236}">
                <a16:creationId xmlns:a16="http://schemas.microsoft.com/office/drawing/2014/main" id="{BEA3DAF1-D6F3-FD4A-9C4E-7B98BA7AF5CC}"/>
              </a:ext>
            </a:extLst>
          </p:cNvPr>
          <p:cNvSpPr>
            <a:spLocks/>
          </p:cNvSpPr>
          <p:nvPr/>
        </p:nvSpPr>
        <p:spPr bwMode="auto">
          <a:xfrm>
            <a:off x="3552826" y="3386138"/>
            <a:ext cx="1259681" cy="191691"/>
          </a:xfrm>
          <a:custGeom>
            <a:avLst/>
            <a:gdLst>
              <a:gd name="T0" fmla="*/ 2147483646 w 1138"/>
              <a:gd name="T1" fmla="*/ 2147483646 h 174"/>
              <a:gd name="T2" fmla="*/ 2147483646 w 1138"/>
              <a:gd name="T3" fmla="*/ 2147483646 h 174"/>
              <a:gd name="T4" fmla="*/ 2147483646 w 1138"/>
              <a:gd name="T5" fmla="*/ 2147483646 h 174"/>
              <a:gd name="T6" fmla="*/ 2147483646 w 1138"/>
              <a:gd name="T7" fmla="*/ 2147483646 h 174"/>
              <a:gd name="T8" fmla="*/ 2147483646 w 1138"/>
              <a:gd name="T9" fmla="*/ 0 h 174"/>
              <a:gd name="T10" fmla="*/ 2147483646 w 1138"/>
              <a:gd name="T11" fmla="*/ 0 h 174"/>
              <a:gd name="T12" fmla="*/ 2147483646 w 1138"/>
              <a:gd name="T13" fmla="*/ 0 h 174"/>
              <a:gd name="T14" fmla="*/ 2147483646 w 1138"/>
              <a:gd name="T15" fmla="*/ 0 h 174"/>
              <a:gd name="T16" fmla="*/ 2147483646 w 1138"/>
              <a:gd name="T17" fmla="*/ 2147483646 h 174"/>
              <a:gd name="T18" fmla="*/ 2147483646 w 1138"/>
              <a:gd name="T19" fmla="*/ 2147483646 h 174"/>
              <a:gd name="T20" fmla="*/ 2147483646 w 1138"/>
              <a:gd name="T21" fmla="*/ 2147483646 h 174"/>
              <a:gd name="T22" fmla="*/ 2147483646 w 1138"/>
              <a:gd name="T23" fmla="*/ 2147483646 h 174"/>
              <a:gd name="T24" fmla="*/ 2147483646 w 1138"/>
              <a:gd name="T25" fmla="*/ 2147483646 h 174"/>
              <a:gd name="T26" fmla="*/ 2147483646 w 1138"/>
              <a:gd name="T27" fmla="*/ 2147483646 h 174"/>
              <a:gd name="T28" fmla="*/ 2147483646 w 1138"/>
              <a:gd name="T29" fmla="*/ 2147483646 h 174"/>
              <a:gd name="T30" fmla="*/ 2147483646 w 1138"/>
              <a:gd name="T31" fmla="*/ 2147483646 h 174"/>
              <a:gd name="T32" fmla="*/ 2147483646 w 1138"/>
              <a:gd name="T33" fmla="*/ 2147483646 h 174"/>
              <a:gd name="T34" fmla="*/ 2147483646 w 1138"/>
              <a:gd name="T35" fmla="*/ 2147483646 h 174"/>
              <a:gd name="T36" fmla="*/ 2147483646 w 1138"/>
              <a:gd name="T37" fmla="*/ 2147483646 h 174"/>
              <a:gd name="T38" fmla="*/ 2147483646 w 1138"/>
              <a:gd name="T39" fmla="*/ 2147483646 h 174"/>
              <a:gd name="T40" fmla="*/ 2147483646 w 1138"/>
              <a:gd name="T41" fmla="*/ 2147483646 h 174"/>
              <a:gd name="T42" fmla="*/ 2147483646 w 1138"/>
              <a:gd name="T43" fmla="*/ 2147483646 h 174"/>
              <a:gd name="T44" fmla="*/ 2147483646 w 1138"/>
              <a:gd name="T45" fmla="*/ 2147483646 h 174"/>
              <a:gd name="T46" fmla="*/ 2147483646 w 1138"/>
              <a:gd name="T47" fmla="*/ 2147483646 h 174"/>
              <a:gd name="T48" fmla="*/ 2147483646 w 1138"/>
              <a:gd name="T49" fmla="*/ 2147483646 h 174"/>
              <a:gd name="T50" fmla="*/ 2147483646 w 1138"/>
              <a:gd name="T51" fmla="*/ 2147483646 h 174"/>
              <a:gd name="T52" fmla="*/ 2147483646 w 1138"/>
              <a:gd name="T53" fmla="*/ 2147483646 h 174"/>
              <a:gd name="T54" fmla="*/ 2147483646 w 1138"/>
              <a:gd name="T55" fmla="*/ 2147483646 h 174"/>
              <a:gd name="T56" fmla="*/ 2147483646 w 1138"/>
              <a:gd name="T57" fmla="*/ 2147483646 h 174"/>
              <a:gd name="T58" fmla="*/ 2147483646 w 1138"/>
              <a:gd name="T59" fmla="*/ 2147483646 h 174"/>
              <a:gd name="T60" fmla="*/ 2147483646 w 1138"/>
              <a:gd name="T61" fmla="*/ 2147483646 h 174"/>
              <a:gd name="T62" fmla="*/ 2147483646 w 1138"/>
              <a:gd name="T63" fmla="*/ 2147483646 h 174"/>
              <a:gd name="T64" fmla="*/ 2147483646 w 1138"/>
              <a:gd name="T65" fmla="*/ 2147483646 h 174"/>
              <a:gd name="T66" fmla="*/ 2147483646 w 1138"/>
              <a:gd name="T67" fmla="*/ 2147483646 h 174"/>
              <a:gd name="T68" fmla="*/ 2147483646 w 1138"/>
              <a:gd name="T69" fmla="*/ 2147483646 h 174"/>
              <a:gd name="T70" fmla="*/ 2147483646 w 1138"/>
              <a:gd name="T71" fmla="*/ 2147483646 h 174"/>
              <a:gd name="T72" fmla="*/ 2147483646 w 1138"/>
              <a:gd name="T73" fmla="*/ 2147483646 h 174"/>
              <a:gd name="T74" fmla="*/ 2147483646 w 1138"/>
              <a:gd name="T75" fmla="*/ 2147483646 h 174"/>
              <a:gd name="T76" fmla="*/ 2147483646 w 1138"/>
              <a:gd name="T77" fmla="*/ 2147483646 h 174"/>
              <a:gd name="T78" fmla="*/ 2147483646 w 1138"/>
              <a:gd name="T79" fmla="*/ 2147483646 h 174"/>
              <a:gd name="T80" fmla="*/ 2147483646 w 1138"/>
              <a:gd name="T81" fmla="*/ 2147483646 h 174"/>
              <a:gd name="T82" fmla="*/ 2147483646 w 1138"/>
              <a:gd name="T83" fmla="*/ 2147483646 h 174"/>
              <a:gd name="T84" fmla="*/ 2147483646 w 1138"/>
              <a:gd name="T85" fmla="*/ 2147483646 h 174"/>
              <a:gd name="T86" fmla="*/ 2147483646 w 1138"/>
              <a:gd name="T87" fmla="*/ 2147483646 h 174"/>
              <a:gd name="T88" fmla="*/ 2147483646 w 1138"/>
              <a:gd name="T89" fmla="*/ 2147483646 h 174"/>
              <a:gd name="T90" fmla="*/ 2147483646 w 1138"/>
              <a:gd name="T91" fmla="*/ 2147483646 h 174"/>
              <a:gd name="T92" fmla="*/ 2147483646 w 1138"/>
              <a:gd name="T93" fmla="*/ 2147483646 h 174"/>
              <a:gd name="T94" fmla="*/ 2147483646 w 1138"/>
              <a:gd name="T95" fmla="*/ 2147483646 h 174"/>
              <a:gd name="T96" fmla="*/ 2147483646 w 1138"/>
              <a:gd name="T97" fmla="*/ 2147483646 h 174"/>
              <a:gd name="T98" fmla="*/ 2147483646 w 1138"/>
              <a:gd name="T99" fmla="*/ 2147483646 h 174"/>
              <a:gd name="T100" fmla="*/ 2147483646 w 1138"/>
              <a:gd name="T101" fmla="*/ 2147483646 h 174"/>
              <a:gd name="T102" fmla="*/ 2147483646 w 1138"/>
              <a:gd name="T103" fmla="*/ 2147483646 h 174"/>
              <a:gd name="T104" fmla="*/ 2147483646 w 1138"/>
              <a:gd name="T105" fmla="*/ 2147483646 h 174"/>
              <a:gd name="T106" fmla="*/ 2147483646 w 1138"/>
              <a:gd name="T107" fmla="*/ 2147483646 h 174"/>
              <a:gd name="T108" fmla="*/ 2147483646 w 1138"/>
              <a:gd name="T109" fmla="*/ 2147483646 h 174"/>
              <a:gd name="T110" fmla="*/ 0 w 1138"/>
              <a:gd name="T111" fmla="*/ 2147483646 h 174"/>
              <a:gd name="T112" fmla="*/ 0 w 1138"/>
              <a:gd name="T113" fmla="*/ 2147483646 h 174"/>
              <a:gd name="T114" fmla="*/ 2147483646 w 1138"/>
              <a:gd name="T115" fmla="*/ 2147483646 h 174"/>
              <a:gd name="T116" fmla="*/ 2147483646 w 1138"/>
              <a:gd name="T117" fmla="*/ 2147483646 h 174"/>
              <a:gd name="T118" fmla="*/ 2147483646 w 1138"/>
              <a:gd name="T119" fmla="*/ 2147483646 h 174"/>
              <a:gd name="T120" fmla="*/ 2147483646 w 1138"/>
              <a:gd name="T121" fmla="*/ 2147483646 h 174"/>
              <a:gd name="T122" fmla="*/ 2147483646 w 1138"/>
              <a:gd name="T123" fmla="*/ 2147483646 h 174"/>
              <a:gd name="T124" fmla="*/ 2147483646 w 1138"/>
              <a:gd name="T125" fmla="*/ 2147483646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720" name="Line 9">
            <a:extLst>
              <a:ext uri="{FF2B5EF4-FFF2-40B4-BE49-F238E27FC236}">
                <a16:creationId xmlns:a16="http://schemas.microsoft.com/office/drawing/2014/main" id="{2EAECF7F-011F-4945-AAA8-8E7E90A8F124}"/>
              </a:ext>
            </a:extLst>
          </p:cNvPr>
          <p:cNvSpPr>
            <a:spLocks noChangeShapeType="1"/>
          </p:cNvSpPr>
          <p:nvPr/>
        </p:nvSpPr>
        <p:spPr bwMode="auto">
          <a:xfrm>
            <a:off x="3234929" y="3471863"/>
            <a:ext cx="180736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21" name="Freeform 10">
            <a:extLst>
              <a:ext uri="{FF2B5EF4-FFF2-40B4-BE49-F238E27FC236}">
                <a16:creationId xmlns:a16="http://schemas.microsoft.com/office/drawing/2014/main" id="{8DD605DE-A5F5-AE4B-9430-F2EE0AF3113D}"/>
              </a:ext>
            </a:extLst>
          </p:cNvPr>
          <p:cNvSpPr>
            <a:spLocks/>
          </p:cNvSpPr>
          <p:nvPr/>
        </p:nvSpPr>
        <p:spPr bwMode="auto">
          <a:xfrm>
            <a:off x="2166938" y="1841897"/>
            <a:ext cx="696516" cy="1775222"/>
          </a:xfrm>
          <a:custGeom>
            <a:avLst/>
            <a:gdLst>
              <a:gd name="T0" fmla="*/ 0 w 630"/>
              <a:gd name="T1" fmla="*/ 2147483646 h 1617"/>
              <a:gd name="T2" fmla="*/ 2147483646 w 630"/>
              <a:gd name="T3" fmla="*/ 2147483646 h 1617"/>
              <a:gd name="T4" fmla="*/ 2147483646 w 630"/>
              <a:gd name="T5" fmla="*/ 0 h 1617"/>
              <a:gd name="T6" fmla="*/ 2147483646 w 630"/>
              <a:gd name="T7" fmla="*/ 2147483646 h 1617"/>
              <a:gd name="T8" fmla="*/ 2147483646 w 630"/>
              <a:gd name="T9" fmla="*/ 2147483646 h 1617"/>
              <a:gd name="T10" fmla="*/ 2147483646 w 630"/>
              <a:gd name="T11" fmla="*/ 2147483646 h 1617"/>
              <a:gd name="T12" fmla="*/ 2147483646 w 630"/>
              <a:gd name="T13" fmla="*/ 2147483646 h 1617"/>
              <a:gd name="T14" fmla="*/ 2147483646 w 630"/>
              <a:gd name="T15" fmla="*/ 2147483646 h 1617"/>
              <a:gd name="T16" fmla="*/ 2147483646 w 630"/>
              <a:gd name="T17" fmla="*/ 2147483646 h 1617"/>
              <a:gd name="T18" fmla="*/ 2147483646 w 630"/>
              <a:gd name="T19" fmla="*/ 2147483646 h 1617"/>
              <a:gd name="T20" fmla="*/ 2147483646 w 630"/>
              <a:gd name="T21" fmla="*/ 2147483646 h 1617"/>
              <a:gd name="T22" fmla="*/ 2147483646 w 630"/>
              <a:gd name="T23" fmla="*/ 2147483646 h 1617"/>
              <a:gd name="T24" fmla="*/ 2147483646 w 630"/>
              <a:gd name="T25" fmla="*/ 2147483646 h 1617"/>
              <a:gd name="T26" fmla="*/ 2147483646 w 630"/>
              <a:gd name="T27" fmla="*/ 2147483646 h 1617"/>
              <a:gd name="T28" fmla="*/ 2147483646 w 630"/>
              <a:gd name="T29" fmla="*/ 2147483646 h 1617"/>
              <a:gd name="T30" fmla="*/ 2147483646 w 630"/>
              <a:gd name="T31" fmla="*/ 2147483646 h 1617"/>
              <a:gd name="T32" fmla="*/ 2147483646 w 630"/>
              <a:gd name="T33" fmla="*/ 2147483646 h 1617"/>
              <a:gd name="T34" fmla="*/ 2147483646 w 630"/>
              <a:gd name="T35" fmla="*/ 2147483646 h 1617"/>
              <a:gd name="T36" fmla="*/ 2147483646 w 630"/>
              <a:gd name="T37" fmla="*/ 2147483646 h 1617"/>
              <a:gd name="T38" fmla="*/ 2147483646 w 630"/>
              <a:gd name="T39" fmla="*/ 2147483646 h 1617"/>
              <a:gd name="T40" fmla="*/ 2147483646 w 630"/>
              <a:gd name="T41" fmla="*/ 2147483646 h 1617"/>
              <a:gd name="T42" fmla="*/ 2147483646 w 630"/>
              <a:gd name="T43" fmla="*/ 2147483646 h 1617"/>
              <a:gd name="T44" fmla="*/ 2147483646 w 630"/>
              <a:gd name="T45" fmla="*/ 2147483646 h 1617"/>
              <a:gd name="T46" fmla="*/ 2147483646 w 630"/>
              <a:gd name="T47" fmla="*/ 2147483646 h 1617"/>
              <a:gd name="T48" fmla="*/ 2147483646 w 630"/>
              <a:gd name="T49" fmla="*/ 2147483646 h 1617"/>
              <a:gd name="T50" fmla="*/ 2147483646 w 630"/>
              <a:gd name="T51" fmla="*/ 2147483646 h 1617"/>
              <a:gd name="T52" fmla="*/ 2147483646 w 630"/>
              <a:gd name="T53" fmla="*/ 2147483646 h 1617"/>
              <a:gd name="T54" fmla="*/ 2147483646 w 630"/>
              <a:gd name="T55" fmla="*/ 2147483646 h 1617"/>
              <a:gd name="T56" fmla="*/ 2147483646 w 630"/>
              <a:gd name="T57" fmla="*/ 2147483646 h 1617"/>
              <a:gd name="T58" fmla="*/ 2147483646 w 630"/>
              <a:gd name="T59" fmla="*/ 2147483646 h 1617"/>
              <a:gd name="T60" fmla="*/ 2147483646 w 630"/>
              <a:gd name="T61" fmla="*/ 2147483646 h 1617"/>
              <a:gd name="T62" fmla="*/ 2147483646 w 630"/>
              <a:gd name="T63" fmla="*/ 2147483646 h 1617"/>
              <a:gd name="T64" fmla="*/ 2147483646 w 630"/>
              <a:gd name="T65" fmla="*/ 2147483646 h 1617"/>
              <a:gd name="T66" fmla="*/ 2147483646 w 630"/>
              <a:gd name="T67" fmla="*/ 2147483646 h 1617"/>
              <a:gd name="T68" fmla="*/ 2147483646 w 630"/>
              <a:gd name="T69" fmla="*/ 2147483646 h 1617"/>
              <a:gd name="T70" fmla="*/ 2147483646 w 630"/>
              <a:gd name="T71" fmla="*/ 2147483646 h 1617"/>
              <a:gd name="T72" fmla="*/ 2147483646 w 630"/>
              <a:gd name="T73" fmla="*/ 2147483646 h 1617"/>
              <a:gd name="T74" fmla="*/ 2147483646 w 630"/>
              <a:gd name="T75" fmla="*/ 2147483646 h 1617"/>
              <a:gd name="T76" fmla="*/ 2147483646 w 630"/>
              <a:gd name="T77" fmla="*/ 2147483646 h 1617"/>
              <a:gd name="T78" fmla="*/ 2147483646 w 630"/>
              <a:gd name="T79" fmla="*/ 2147483646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722" name="Freeform 11">
            <a:extLst>
              <a:ext uri="{FF2B5EF4-FFF2-40B4-BE49-F238E27FC236}">
                <a16:creationId xmlns:a16="http://schemas.microsoft.com/office/drawing/2014/main" id="{C7D23F32-895B-354B-88CE-CC6F83A78EEF}"/>
              </a:ext>
            </a:extLst>
          </p:cNvPr>
          <p:cNvSpPr>
            <a:spLocks/>
          </p:cNvSpPr>
          <p:nvPr/>
        </p:nvSpPr>
        <p:spPr bwMode="auto">
          <a:xfrm>
            <a:off x="3208735" y="2314575"/>
            <a:ext cx="819150" cy="817960"/>
          </a:xfrm>
          <a:custGeom>
            <a:avLst/>
            <a:gdLst>
              <a:gd name="T0" fmla="*/ 2147483646 w 741"/>
              <a:gd name="T1" fmla="*/ 2147483646 h 744"/>
              <a:gd name="T2" fmla="*/ 2147483646 w 741"/>
              <a:gd name="T3" fmla="*/ 2147483646 h 744"/>
              <a:gd name="T4" fmla="*/ 2147483646 w 741"/>
              <a:gd name="T5" fmla="*/ 2147483646 h 744"/>
              <a:gd name="T6" fmla="*/ 2147483646 w 741"/>
              <a:gd name="T7" fmla="*/ 2147483646 h 744"/>
              <a:gd name="T8" fmla="*/ 2147483646 w 741"/>
              <a:gd name="T9" fmla="*/ 2147483646 h 744"/>
              <a:gd name="T10" fmla="*/ 2147483646 w 741"/>
              <a:gd name="T11" fmla="*/ 2147483646 h 744"/>
              <a:gd name="T12" fmla="*/ 2147483646 w 741"/>
              <a:gd name="T13" fmla="*/ 2147483646 h 744"/>
              <a:gd name="T14" fmla="*/ 2147483646 w 741"/>
              <a:gd name="T15" fmla="*/ 2147483646 h 744"/>
              <a:gd name="T16" fmla="*/ 2147483646 w 741"/>
              <a:gd name="T17" fmla="*/ 2147483646 h 744"/>
              <a:gd name="T18" fmla="*/ 2147483646 w 741"/>
              <a:gd name="T19" fmla="*/ 2147483646 h 744"/>
              <a:gd name="T20" fmla="*/ 2147483646 w 741"/>
              <a:gd name="T21" fmla="*/ 2147483646 h 744"/>
              <a:gd name="T22" fmla="*/ 2147483646 w 741"/>
              <a:gd name="T23" fmla="*/ 2147483646 h 744"/>
              <a:gd name="T24" fmla="*/ 2147483646 w 741"/>
              <a:gd name="T25" fmla="*/ 2147483646 h 744"/>
              <a:gd name="T26" fmla="*/ 2147483646 w 741"/>
              <a:gd name="T27" fmla="*/ 2147483646 h 744"/>
              <a:gd name="T28" fmla="*/ 2147483646 w 741"/>
              <a:gd name="T29" fmla="*/ 2147483646 h 744"/>
              <a:gd name="T30" fmla="*/ 2147483646 w 741"/>
              <a:gd name="T31" fmla="*/ 2147483646 h 744"/>
              <a:gd name="T32" fmla="*/ 2147483646 w 741"/>
              <a:gd name="T33" fmla="*/ 2147483646 h 744"/>
              <a:gd name="T34" fmla="*/ 2147483646 w 741"/>
              <a:gd name="T35" fmla="*/ 2147483646 h 744"/>
              <a:gd name="T36" fmla="*/ 2147483646 w 741"/>
              <a:gd name="T37" fmla="*/ 2147483646 h 744"/>
              <a:gd name="T38" fmla="*/ 2147483646 w 741"/>
              <a:gd name="T39" fmla="*/ 2147483646 h 744"/>
              <a:gd name="T40" fmla="*/ 2147483646 w 741"/>
              <a:gd name="T41" fmla="*/ 2147483646 h 744"/>
              <a:gd name="T42" fmla="*/ 2147483646 w 741"/>
              <a:gd name="T43" fmla="*/ 2147483646 h 744"/>
              <a:gd name="T44" fmla="*/ 2147483646 w 741"/>
              <a:gd name="T45" fmla="*/ 2147483646 h 744"/>
              <a:gd name="T46" fmla="*/ 2147483646 w 741"/>
              <a:gd name="T47" fmla="*/ 2147483646 h 744"/>
              <a:gd name="T48" fmla="*/ 2147483646 w 741"/>
              <a:gd name="T49" fmla="*/ 2147483646 h 744"/>
              <a:gd name="T50" fmla="*/ 2147483646 w 741"/>
              <a:gd name="T51" fmla="*/ 2147483646 h 744"/>
              <a:gd name="T52" fmla="*/ 2147483646 w 741"/>
              <a:gd name="T53" fmla="*/ 2147483646 h 744"/>
              <a:gd name="T54" fmla="*/ 2147483646 w 741"/>
              <a:gd name="T55" fmla="*/ 0 h 744"/>
              <a:gd name="T56" fmla="*/ 2147483646 w 741"/>
              <a:gd name="T57" fmla="*/ 2147483646 h 744"/>
              <a:gd name="T58" fmla="*/ 2147483646 w 741"/>
              <a:gd name="T59" fmla="*/ 2147483646 h 744"/>
              <a:gd name="T60" fmla="*/ 2147483646 w 741"/>
              <a:gd name="T61" fmla="*/ 2147483646 h 744"/>
              <a:gd name="T62" fmla="*/ 2147483646 w 741"/>
              <a:gd name="T63" fmla="*/ 2147483646 h 744"/>
              <a:gd name="T64" fmla="*/ 2147483646 w 741"/>
              <a:gd name="T65" fmla="*/ 2147483646 h 744"/>
              <a:gd name="T66" fmla="*/ 2147483646 w 741"/>
              <a:gd name="T67" fmla="*/ 2147483646 h 744"/>
              <a:gd name="T68" fmla="*/ 2147483646 w 741"/>
              <a:gd name="T69" fmla="*/ 2147483646 h 744"/>
              <a:gd name="T70" fmla="*/ 2147483646 w 741"/>
              <a:gd name="T71" fmla="*/ 2147483646 h 744"/>
              <a:gd name="T72" fmla="*/ 2147483646 w 741"/>
              <a:gd name="T73" fmla="*/ 2147483646 h 744"/>
              <a:gd name="T74" fmla="*/ 2147483646 w 741"/>
              <a:gd name="T75" fmla="*/ 2147483646 h 744"/>
              <a:gd name="T76" fmla="*/ 2147483646 w 741"/>
              <a:gd name="T77" fmla="*/ 2147483646 h 744"/>
              <a:gd name="T78" fmla="*/ 2147483646 w 741"/>
              <a:gd name="T79" fmla="*/ 2147483646 h 744"/>
              <a:gd name="T80" fmla="*/ 2147483646 w 741"/>
              <a:gd name="T81" fmla="*/ 2147483646 h 744"/>
              <a:gd name="T82" fmla="*/ 2147483646 w 741"/>
              <a:gd name="T83" fmla="*/ 2147483646 h 744"/>
              <a:gd name="T84" fmla="*/ 2147483646 w 741"/>
              <a:gd name="T85" fmla="*/ 2147483646 h 744"/>
              <a:gd name="T86" fmla="*/ 0 w 741"/>
              <a:gd name="T87" fmla="*/ 2147483646 h 744"/>
              <a:gd name="T88" fmla="*/ 2147483646 w 741"/>
              <a:gd name="T89" fmla="*/ 2147483646 h 744"/>
              <a:gd name="T90" fmla="*/ 2147483646 w 741"/>
              <a:gd name="T91" fmla="*/ 2147483646 h 744"/>
              <a:gd name="T92" fmla="*/ 2147483646 w 741"/>
              <a:gd name="T93" fmla="*/ 2147483646 h 744"/>
              <a:gd name="T94" fmla="*/ 2147483646 w 741"/>
              <a:gd name="T95" fmla="*/ 2147483646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723" name="Freeform 12">
            <a:extLst>
              <a:ext uri="{FF2B5EF4-FFF2-40B4-BE49-F238E27FC236}">
                <a16:creationId xmlns:a16="http://schemas.microsoft.com/office/drawing/2014/main" id="{581CB33B-71A7-E34B-A58E-B7E7C4EA54A3}"/>
              </a:ext>
            </a:extLst>
          </p:cNvPr>
          <p:cNvSpPr>
            <a:spLocks/>
          </p:cNvSpPr>
          <p:nvPr/>
        </p:nvSpPr>
        <p:spPr bwMode="auto">
          <a:xfrm>
            <a:off x="4411266" y="2311004"/>
            <a:ext cx="728663" cy="915590"/>
          </a:xfrm>
          <a:custGeom>
            <a:avLst/>
            <a:gdLst>
              <a:gd name="T0" fmla="*/ 2147483646 w 657"/>
              <a:gd name="T1" fmla="*/ 2147483646 h 832"/>
              <a:gd name="T2" fmla="*/ 2147483646 w 657"/>
              <a:gd name="T3" fmla="*/ 2147483646 h 832"/>
              <a:gd name="T4" fmla="*/ 2147483646 w 657"/>
              <a:gd name="T5" fmla="*/ 2147483646 h 832"/>
              <a:gd name="T6" fmla="*/ 2147483646 w 657"/>
              <a:gd name="T7" fmla="*/ 2147483646 h 832"/>
              <a:gd name="T8" fmla="*/ 2147483646 w 657"/>
              <a:gd name="T9" fmla="*/ 0 h 832"/>
              <a:gd name="T10" fmla="*/ 2147483646 w 657"/>
              <a:gd name="T11" fmla="*/ 2147483646 h 832"/>
              <a:gd name="T12" fmla="*/ 2147483646 w 657"/>
              <a:gd name="T13" fmla="*/ 2147483646 h 832"/>
              <a:gd name="T14" fmla="*/ 2147483646 w 657"/>
              <a:gd name="T15" fmla="*/ 2147483646 h 832"/>
              <a:gd name="T16" fmla="*/ 2147483646 w 657"/>
              <a:gd name="T17" fmla="*/ 2147483646 h 832"/>
              <a:gd name="T18" fmla="*/ 2147483646 w 657"/>
              <a:gd name="T19" fmla="*/ 2147483646 h 832"/>
              <a:gd name="T20" fmla="*/ 2147483646 w 657"/>
              <a:gd name="T21" fmla="*/ 2147483646 h 832"/>
              <a:gd name="T22" fmla="*/ 2147483646 w 657"/>
              <a:gd name="T23" fmla="*/ 2147483646 h 832"/>
              <a:gd name="T24" fmla="*/ 2147483646 w 657"/>
              <a:gd name="T25" fmla="*/ 2147483646 h 832"/>
              <a:gd name="T26" fmla="*/ 2147483646 w 657"/>
              <a:gd name="T27" fmla="*/ 2147483646 h 832"/>
              <a:gd name="T28" fmla="*/ 2147483646 w 657"/>
              <a:gd name="T29" fmla="*/ 2147483646 h 832"/>
              <a:gd name="T30" fmla="*/ 2147483646 w 657"/>
              <a:gd name="T31" fmla="*/ 2147483646 h 832"/>
              <a:gd name="T32" fmla="*/ 2147483646 w 657"/>
              <a:gd name="T33" fmla="*/ 2147483646 h 832"/>
              <a:gd name="T34" fmla="*/ 2147483646 w 657"/>
              <a:gd name="T35" fmla="*/ 2147483646 h 832"/>
              <a:gd name="T36" fmla="*/ 2147483646 w 657"/>
              <a:gd name="T37" fmla="*/ 2147483646 h 832"/>
              <a:gd name="T38" fmla="*/ 2147483646 w 657"/>
              <a:gd name="T39" fmla="*/ 2147483646 h 832"/>
              <a:gd name="T40" fmla="*/ 2147483646 w 657"/>
              <a:gd name="T41" fmla="*/ 2147483646 h 832"/>
              <a:gd name="T42" fmla="*/ 2147483646 w 657"/>
              <a:gd name="T43" fmla="*/ 2147483646 h 832"/>
              <a:gd name="T44" fmla="*/ 0 w 657"/>
              <a:gd name="T45" fmla="*/ 2147483646 h 832"/>
              <a:gd name="T46" fmla="*/ 2147483646 w 657"/>
              <a:gd name="T47" fmla="*/ 2147483646 h 832"/>
              <a:gd name="T48" fmla="*/ 2147483646 w 657"/>
              <a:gd name="T49" fmla="*/ 2147483646 h 832"/>
              <a:gd name="T50" fmla="*/ 2147483646 w 657"/>
              <a:gd name="T51" fmla="*/ 2147483646 h 832"/>
              <a:gd name="T52" fmla="*/ 2147483646 w 657"/>
              <a:gd name="T53" fmla="*/ 2147483646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724" name="Rectangle 13">
            <a:extLst>
              <a:ext uri="{FF2B5EF4-FFF2-40B4-BE49-F238E27FC236}">
                <a16:creationId xmlns:a16="http://schemas.microsoft.com/office/drawing/2014/main" id="{D35DCF11-A5F8-9440-B431-60CD5A5B8F60}"/>
              </a:ext>
            </a:extLst>
          </p:cNvPr>
          <p:cNvSpPr>
            <a:spLocks noChangeArrowheads="1"/>
          </p:cNvSpPr>
          <p:nvPr/>
        </p:nvSpPr>
        <p:spPr bwMode="auto">
          <a:xfrm>
            <a:off x="2277667" y="3427810"/>
            <a:ext cx="7739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25" name="Freeform 14">
            <a:extLst>
              <a:ext uri="{FF2B5EF4-FFF2-40B4-BE49-F238E27FC236}">
                <a16:creationId xmlns:a16="http://schemas.microsoft.com/office/drawing/2014/main" id="{9FC4D9EC-B829-F54A-B568-7652E34B38F5}"/>
              </a:ext>
            </a:extLst>
          </p:cNvPr>
          <p:cNvSpPr>
            <a:spLocks/>
          </p:cNvSpPr>
          <p:nvPr/>
        </p:nvSpPr>
        <p:spPr bwMode="auto">
          <a:xfrm>
            <a:off x="1852612" y="3025378"/>
            <a:ext cx="425054" cy="22622"/>
          </a:xfrm>
          <a:custGeom>
            <a:avLst/>
            <a:gdLst>
              <a:gd name="T0" fmla="*/ 0 w 386"/>
              <a:gd name="T1" fmla="*/ 2147483646 h 21"/>
              <a:gd name="T2" fmla="*/ 0 w 386"/>
              <a:gd name="T3" fmla="*/ 2147483646 h 21"/>
              <a:gd name="T4" fmla="*/ 2147483646 w 386"/>
              <a:gd name="T5" fmla="*/ 2147483646 h 21"/>
              <a:gd name="T6" fmla="*/ 2147483646 w 386"/>
              <a:gd name="T7" fmla="*/ 0 h 21"/>
              <a:gd name="T8" fmla="*/ 0 w 386"/>
              <a:gd name="T9" fmla="*/ 2147483646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726" name="Rectangle 15">
            <a:extLst>
              <a:ext uri="{FF2B5EF4-FFF2-40B4-BE49-F238E27FC236}">
                <a16:creationId xmlns:a16="http://schemas.microsoft.com/office/drawing/2014/main" id="{E06E4E86-799F-D246-AA5C-528EC459A2A4}"/>
              </a:ext>
            </a:extLst>
          </p:cNvPr>
          <p:cNvSpPr>
            <a:spLocks noChangeArrowheads="1"/>
          </p:cNvSpPr>
          <p:nvPr/>
        </p:nvSpPr>
        <p:spPr bwMode="auto">
          <a:xfrm>
            <a:off x="1852612" y="2197894"/>
            <a:ext cx="425054"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27" name="Freeform 16">
            <a:extLst>
              <a:ext uri="{FF2B5EF4-FFF2-40B4-BE49-F238E27FC236}">
                <a16:creationId xmlns:a16="http://schemas.microsoft.com/office/drawing/2014/main" id="{5E9D8CA9-9654-644B-BB91-C2AD3E02825D}"/>
              </a:ext>
            </a:extLst>
          </p:cNvPr>
          <p:cNvSpPr>
            <a:spLocks/>
          </p:cNvSpPr>
          <p:nvPr/>
        </p:nvSpPr>
        <p:spPr bwMode="auto">
          <a:xfrm>
            <a:off x="2993231" y="2134792"/>
            <a:ext cx="1187054" cy="1229915"/>
          </a:xfrm>
          <a:custGeom>
            <a:avLst/>
            <a:gdLst>
              <a:gd name="T0" fmla="*/ 0 w 945"/>
              <a:gd name="T1" fmla="*/ 2147483646 h 888"/>
              <a:gd name="T2" fmla="*/ 2147483646 w 945"/>
              <a:gd name="T3" fmla="*/ 2147483646 h 888"/>
              <a:gd name="T4" fmla="*/ 2147483646 w 945"/>
              <a:gd name="T5" fmla="*/ 2147483646 h 888"/>
              <a:gd name="T6" fmla="*/ 2147483646 w 945"/>
              <a:gd name="T7" fmla="*/ 0 h 888"/>
              <a:gd name="T8" fmla="*/ 0 w 945"/>
              <a:gd name="T9" fmla="*/ 2147483646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115728" name="Freeform 17">
            <a:extLst>
              <a:ext uri="{FF2B5EF4-FFF2-40B4-BE49-F238E27FC236}">
                <a16:creationId xmlns:a16="http://schemas.microsoft.com/office/drawing/2014/main" id="{15250CE8-4DAD-2A4A-8AB3-BCDA9CEEEACD}"/>
              </a:ext>
            </a:extLst>
          </p:cNvPr>
          <p:cNvSpPr>
            <a:spLocks/>
          </p:cNvSpPr>
          <p:nvPr/>
        </p:nvSpPr>
        <p:spPr bwMode="auto">
          <a:xfrm>
            <a:off x="2767012" y="1329929"/>
            <a:ext cx="3767138" cy="663178"/>
          </a:xfrm>
          <a:custGeom>
            <a:avLst/>
            <a:gdLst>
              <a:gd name="T0" fmla="*/ 2147483646 w 3403"/>
              <a:gd name="T1" fmla="*/ 2147483646 h 603"/>
              <a:gd name="T2" fmla="*/ 2147483646 w 3403"/>
              <a:gd name="T3" fmla="*/ 0 h 603"/>
              <a:gd name="T4" fmla="*/ 2147483646 w 3403"/>
              <a:gd name="T5" fmla="*/ 2147483646 h 603"/>
              <a:gd name="T6" fmla="*/ 2147483646 w 3403"/>
              <a:gd name="T7" fmla="*/ 2147483646 h 603"/>
              <a:gd name="T8" fmla="*/ 2147483646 w 3403"/>
              <a:gd name="T9" fmla="*/ 2147483646 h 603"/>
              <a:gd name="T10" fmla="*/ 2147483646 w 3403"/>
              <a:gd name="T11" fmla="*/ 2147483646 h 603"/>
              <a:gd name="T12" fmla="*/ 2147483646 w 3403"/>
              <a:gd name="T13" fmla="*/ 2147483646 h 603"/>
              <a:gd name="T14" fmla="*/ 2147483646 w 3403"/>
              <a:gd name="T15" fmla="*/ 2147483646 h 603"/>
              <a:gd name="T16" fmla="*/ 2147483646 w 3403"/>
              <a:gd name="T17" fmla="*/ 2147483646 h 603"/>
              <a:gd name="T18" fmla="*/ 2147483646 w 3403"/>
              <a:gd name="T19" fmla="*/ 2147483646 h 603"/>
              <a:gd name="T20" fmla="*/ 2147483646 w 3403"/>
              <a:gd name="T21" fmla="*/ 2147483646 h 603"/>
              <a:gd name="T22" fmla="*/ 2147483646 w 3403"/>
              <a:gd name="T23" fmla="*/ 2147483646 h 603"/>
              <a:gd name="T24" fmla="*/ 2147483646 w 3403"/>
              <a:gd name="T25" fmla="*/ 2147483646 h 603"/>
              <a:gd name="T26" fmla="*/ 2147483646 w 3403"/>
              <a:gd name="T27" fmla="*/ 2147483646 h 603"/>
              <a:gd name="T28" fmla="*/ 2147483646 w 3403"/>
              <a:gd name="T29" fmla="*/ 2147483646 h 603"/>
              <a:gd name="T30" fmla="*/ 2147483646 w 3403"/>
              <a:gd name="T31" fmla="*/ 2147483646 h 603"/>
              <a:gd name="T32" fmla="*/ 2147483646 w 3403"/>
              <a:gd name="T33" fmla="*/ 2147483646 h 603"/>
              <a:gd name="T34" fmla="*/ 2147483646 w 3403"/>
              <a:gd name="T35" fmla="*/ 2147483646 h 603"/>
              <a:gd name="T36" fmla="*/ 2147483646 w 3403"/>
              <a:gd name="T37" fmla="*/ 2147483646 h 603"/>
              <a:gd name="T38" fmla="*/ 2147483646 w 3403"/>
              <a:gd name="T39" fmla="*/ 2147483646 h 603"/>
              <a:gd name="T40" fmla="*/ 2147483646 w 3403"/>
              <a:gd name="T41" fmla="*/ 2147483646 h 603"/>
              <a:gd name="T42" fmla="*/ 2147483646 w 3403"/>
              <a:gd name="T43" fmla="*/ 2147483646 h 603"/>
              <a:gd name="T44" fmla="*/ 2147483646 w 3403"/>
              <a:gd name="T45" fmla="*/ 2147483646 h 603"/>
              <a:gd name="T46" fmla="*/ 2147483646 w 3403"/>
              <a:gd name="T47" fmla="*/ 2147483646 h 603"/>
              <a:gd name="T48" fmla="*/ 2147483646 w 3403"/>
              <a:gd name="T49" fmla="*/ 2147483646 h 603"/>
              <a:gd name="T50" fmla="*/ 2147483646 w 3403"/>
              <a:gd name="T51" fmla="*/ 2147483646 h 603"/>
              <a:gd name="T52" fmla="*/ 2147483646 w 3403"/>
              <a:gd name="T53" fmla="*/ 2147483646 h 603"/>
              <a:gd name="T54" fmla="*/ 2147483646 w 3403"/>
              <a:gd name="T55" fmla="*/ 2147483646 h 603"/>
              <a:gd name="T56" fmla="*/ 2147483646 w 3403"/>
              <a:gd name="T57" fmla="*/ 2147483646 h 603"/>
              <a:gd name="T58" fmla="*/ 2147483646 w 3403"/>
              <a:gd name="T59" fmla="*/ 2147483646 h 603"/>
              <a:gd name="T60" fmla="*/ 2147483646 w 3403"/>
              <a:gd name="T61" fmla="*/ 2147483646 h 603"/>
              <a:gd name="T62" fmla="*/ 2147483646 w 3403"/>
              <a:gd name="T63" fmla="*/ 2147483646 h 603"/>
              <a:gd name="T64" fmla="*/ 2147483646 w 3403"/>
              <a:gd name="T65" fmla="*/ 2147483646 h 603"/>
              <a:gd name="T66" fmla="*/ 2147483646 w 3403"/>
              <a:gd name="T67" fmla="*/ 2147483646 h 603"/>
              <a:gd name="T68" fmla="*/ 2147483646 w 3403"/>
              <a:gd name="T69" fmla="*/ 2147483646 h 603"/>
              <a:gd name="T70" fmla="*/ 2147483646 w 3403"/>
              <a:gd name="T71" fmla="*/ 2147483646 h 603"/>
              <a:gd name="T72" fmla="*/ 2147483646 w 3403"/>
              <a:gd name="T73" fmla="*/ 2147483646 h 603"/>
              <a:gd name="T74" fmla="*/ 2147483646 w 3403"/>
              <a:gd name="T75" fmla="*/ 2147483646 h 603"/>
              <a:gd name="T76" fmla="*/ 2147483646 w 3403"/>
              <a:gd name="T77" fmla="*/ 2147483646 h 603"/>
              <a:gd name="T78" fmla="*/ 2147483646 w 3403"/>
              <a:gd name="T79" fmla="*/ 2147483646 h 603"/>
              <a:gd name="T80" fmla="*/ 2147483646 w 3403"/>
              <a:gd name="T81" fmla="*/ 2147483646 h 603"/>
              <a:gd name="T82" fmla="*/ 2147483646 w 3403"/>
              <a:gd name="T83" fmla="*/ 2147483646 h 603"/>
              <a:gd name="T84" fmla="*/ 2147483646 w 3403"/>
              <a:gd name="T85" fmla="*/ 2147483646 h 603"/>
              <a:gd name="T86" fmla="*/ 2147483646 w 3403"/>
              <a:gd name="T87" fmla="*/ 2147483646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729" name="Freeform 18">
            <a:extLst>
              <a:ext uri="{FF2B5EF4-FFF2-40B4-BE49-F238E27FC236}">
                <a16:creationId xmlns:a16="http://schemas.microsoft.com/office/drawing/2014/main" id="{A0522D69-8241-0847-881F-69DFD90BE6FD}"/>
              </a:ext>
            </a:extLst>
          </p:cNvPr>
          <p:cNvSpPr>
            <a:spLocks/>
          </p:cNvSpPr>
          <p:nvPr/>
        </p:nvSpPr>
        <p:spPr bwMode="auto">
          <a:xfrm>
            <a:off x="4311253" y="2121694"/>
            <a:ext cx="889397" cy="1191816"/>
          </a:xfrm>
          <a:custGeom>
            <a:avLst/>
            <a:gdLst>
              <a:gd name="T0" fmla="*/ 2147483646 w 1094"/>
              <a:gd name="T1" fmla="*/ 2147483646 h 901"/>
              <a:gd name="T2" fmla="*/ 2147483646 w 1094"/>
              <a:gd name="T3" fmla="*/ 2147483646 h 901"/>
              <a:gd name="T4" fmla="*/ 2147483646 w 1094"/>
              <a:gd name="T5" fmla="*/ 0 h 901"/>
              <a:gd name="T6" fmla="*/ 0 w 1094"/>
              <a:gd name="T7" fmla="*/ 2147483646 h 901"/>
              <a:gd name="T8" fmla="*/ 2147483646 w 1094"/>
              <a:gd name="T9" fmla="*/ 2147483646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730" name="Rectangle 19">
            <a:extLst>
              <a:ext uri="{FF2B5EF4-FFF2-40B4-BE49-F238E27FC236}">
                <a16:creationId xmlns:a16="http://schemas.microsoft.com/office/drawing/2014/main" id="{56E21FD6-36AE-F843-A64C-44FA859D00F4}"/>
              </a:ext>
            </a:extLst>
          </p:cNvPr>
          <p:cNvSpPr>
            <a:spLocks noChangeArrowheads="1"/>
          </p:cNvSpPr>
          <p:nvPr/>
        </p:nvSpPr>
        <p:spPr bwMode="auto">
          <a:xfrm>
            <a:off x="6898482" y="3071813"/>
            <a:ext cx="470297"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31" name="Rectangle 20">
            <a:extLst>
              <a:ext uri="{FF2B5EF4-FFF2-40B4-BE49-F238E27FC236}">
                <a16:creationId xmlns:a16="http://schemas.microsoft.com/office/drawing/2014/main" id="{5DC3F2D1-F995-7441-A65E-1B4962F61453}"/>
              </a:ext>
            </a:extLst>
          </p:cNvPr>
          <p:cNvSpPr>
            <a:spLocks noChangeArrowheads="1"/>
          </p:cNvSpPr>
          <p:nvPr/>
        </p:nvSpPr>
        <p:spPr bwMode="auto">
          <a:xfrm>
            <a:off x="6908007" y="2251473"/>
            <a:ext cx="4691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32" name="Rectangle 21">
            <a:extLst>
              <a:ext uri="{FF2B5EF4-FFF2-40B4-BE49-F238E27FC236}">
                <a16:creationId xmlns:a16="http://schemas.microsoft.com/office/drawing/2014/main" id="{701B6D6D-D722-2C40-9398-6E42F9F6C5E1}"/>
              </a:ext>
            </a:extLst>
          </p:cNvPr>
          <p:cNvSpPr>
            <a:spLocks noChangeArrowheads="1"/>
          </p:cNvSpPr>
          <p:nvPr/>
        </p:nvSpPr>
        <p:spPr bwMode="auto">
          <a:xfrm>
            <a:off x="6041231" y="3577829"/>
            <a:ext cx="13946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B</a:t>
            </a:r>
            <a:endParaRPr kumimoji="1" lang="en-US" altLang="zh-CN" sz="1500">
              <a:latin typeface="Arial" panose="020B0604020202020204" pitchFamily="34" charset="0"/>
              <a:ea typeface="宋体" panose="02010600030101010101" pitchFamily="2" charset="-122"/>
            </a:endParaRPr>
          </a:p>
        </p:txBody>
      </p:sp>
      <p:sp>
        <p:nvSpPr>
          <p:cNvPr id="115733" name="Oval 22">
            <a:extLst>
              <a:ext uri="{FF2B5EF4-FFF2-40B4-BE49-F238E27FC236}">
                <a16:creationId xmlns:a16="http://schemas.microsoft.com/office/drawing/2014/main" id="{CD414696-7635-4D4D-BA70-54B98AC55818}"/>
              </a:ext>
            </a:extLst>
          </p:cNvPr>
          <p:cNvSpPr>
            <a:spLocks noChangeArrowheads="1"/>
          </p:cNvSpPr>
          <p:nvPr/>
        </p:nvSpPr>
        <p:spPr bwMode="auto">
          <a:xfrm>
            <a:off x="3831432" y="4216003"/>
            <a:ext cx="88106"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5734" name="Group 23">
            <a:extLst>
              <a:ext uri="{FF2B5EF4-FFF2-40B4-BE49-F238E27FC236}">
                <a16:creationId xmlns:a16="http://schemas.microsoft.com/office/drawing/2014/main" id="{8DA7B072-6CAB-E649-A06A-5A128C196A47}"/>
              </a:ext>
            </a:extLst>
          </p:cNvPr>
          <p:cNvGrpSpPr>
            <a:grpSpLocks/>
          </p:cNvGrpSpPr>
          <p:nvPr/>
        </p:nvGrpSpPr>
        <p:grpSpPr bwMode="auto">
          <a:xfrm>
            <a:off x="1577579" y="2712244"/>
            <a:ext cx="378619" cy="386954"/>
            <a:chOff x="101" y="2294"/>
            <a:chExt cx="343" cy="353"/>
          </a:xfrm>
        </p:grpSpPr>
        <p:grpSp>
          <p:nvGrpSpPr>
            <p:cNvPr id="116129" name="Group 24">
              <a:extLst>
                <a:ext uri="{FF2B5EF4-FFF2-40B4-BE49-F238E27FC236}">
                  <a16:creationId xmlns:a16="http://schemas.microsoft.com/office/drawing/2014/main" id="{2C3492DF-F1F2-2D4F-9A19-5C40AE6B5285}"/>
                </a:ext>
              </a:extLst>
            </p:cNvPr>
            <p:cNvGrpSpPr>
              <a:grpSpLocks/>
            </p:cNvGrpSpPr>
            <p:nvPr/>
          </p:nvGrpSpPr>
          <p:grpSpPr bwMode="auto">
            <a:xfrm>
              <a:off x="109" y="2301"/>
              <a:ext cx="335" cy="346"/>
              <a:chOff x="109" y="2301"/>
              <a:chExt cx="335" cy="346"/>
            </a:xfrm>
          </p:grpSpPr>
          <p:sp>
            <p:nvSpPr>
              <p:cNvPr id="116143" name="Freeform 25">
                <a:extLst>
                  <a:ext uri="{FF2B5EF4-FFF2-40B4-BE49-F238E27FC236}">
                    <a16:creationId xmlns:a16="http://schemas.microsoft.com/office/drawing/2014/main" id="{206627B5-128F-E44D-B172-1FE61155A23C}"/>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44" name="Freeform 26">
                <a:extLst>
                  <a:ext uri="{FF2B5EF4-FFF2-40B4-BE49-F238E27FC236}">
                    <a16:creationId xmlns:a16="http://schemas.microsoft.com/office/drawing/2014/main" id="{1FF7B50B-0DE4-BE41-B27B-2EE857B10E5C}"/>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45" name="Freeform 27">
                <a:extLst>
                  <a:ext uri="{FF2B5EF4-FFF2-40B4-BE49-F238E27FC236}">
                    <a16:creationId xmlns:a16="http://schemas.microsoft.com/office/drawing/2014/main" id="{742EB0F9-5E44-A946-AF4D-B2CB09C604AB}"/>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46" name="Freeform 28">
                <a:extLst>
                  <a:ext uri="{FF2B5EF4-FFF2-40B4-BE49-F238E27FC236}">
                    <a16:creationId xmlns:a16="http://schemas.microsoft.com/office/drawing/2014/main" id="{38EF781D-EE8F-1F4C-AF33-106D430D50FD}"/>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47" name="Rectangle 29">
                <a:extLst>
                  <a:ext uri="{FF2B5EF4-FFF2-40B4-BE49-F238E27FC236}">
                    <a16:creationId xmlns:a16="http://schemas.microsoft.com/office/drawing/2014/main" id="{E8BF3A7B-A173-BF4E-B170-1ABD4CE84C97}"/>
                  </a:ext>
                </a:extLst>
              </p:cNvPr>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48" name="Rectangle 30">
                <a:extLst>
                  <a:ext uri="{FF2B5EF4-FFF2-40B4-BE49-F238E27FC236}">
                    <a16:creationId xmlns:a16="http://schemas.microsoft.com/office/drawing/2014/main" id="{1DB81EFE-3AB5-8741-B33E-EDCD9D51B62A}"/>
                  </a:ext>
                </a:extLst>
              </p:cNvPr>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49" name="Rectangle 31">
                <a:extLst>
                  <a:ext uri="{FF2B5EF4-FFF2-40B4-BE49-F238E27FC236}">
                    <a16:creationId xmlns:a16="http://schemas.microsoft.com/office/drawing/2014/main" id="{E8960866-AF18-B347-871A-38BA2E0459A6}"/>
                  </a:ext>
                </a:extLst>
              </p:cNvPr>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50" name="Line 32">
                <a:extLst>
                  <a:ext uri="{FF2B5EF4-FFF2-40B4-BE49-F238E27FC236}">
                    <a16:creationId xmlns:a16="http://schemas.microsoft.com/office/drawing/2014/main" id="{2D8C8B88-7850-0941-BE42-3778787C48DB}"/>
                  </a:ext>
                </a:extLst>
              </p:cNvPr>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151" name="Group 33">
                <a:extLst>
                  <a:ext uri="{FF2B5EF4-FFF2-40B4-BE49-F238E27FC236}">
                    <a16:creationId xmlns:a16="http://schemas.microsoft.com/office/drawing/2014/main" id="{5825C350-F079-3043-9E49-9EBB5D77BEA6}"/>
                  </a:ext>
                </a:extLst>
              </p:cNvPr>
              <p:cNvGrpSpPr>
                <a:grpSpLocks/>
              </p:cNvGrpSpPr>
              <p:nvPr/>
            </p:nvGrpSpPr>
            <p:grpSpPr bwMode="auto">
              <a:xfrm>
                <a:off x="109" y="2596"/>
                <a:ext cx="335" cy="51"/>
                <a:chOff x="109" y="2596"/>
                <a:chExt cx="335" cy="51"/>
              </a:xfrm>
            </p:grpSpPr>
            <p:sp>
              <p:nvSpPr>
                <p:cNvPr id="116152" name="Freeform 34">
                  <a:extLst>
                    <a:ext uri="{FF2B5EF4-FFF2-40B4-BE49-F238E27FC236}">
                      <a16:creationId xmlns:a16="http://schemas.microsoft.com/office/drawing/2014/main" id="{DF32D280-4BB6-504C-9280-2254F553F61A}"/>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53" name="Freeform 35">
                  <a:extLst>
                    <a:ext uri="{FF2B5EF4-FFF2-40B4-BE49-F238E27FC236}">
                      <a16:creationId xmlns:a16="http://schemas.microsoft.com/office/drawing/2014/main" id="{68E88506-CE2D-974F-BF5F-600A43549AC3}"/>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54" name="Rectangle 36">
                  <a:extLst>
                    <a:ext uri="{FF2B5EF4-FFF2-40B4-BE49-F238E27FC236}">
                      <a16:creationId xmlns:a16="http://schemas.microsoft.com/office/drawing/2014/main" id="{C5919AD2-3F7D-B347-9165-D7C00C77A9E5}"/>
                    </a:ext>
                  </a:extLst>
                </p:cNvPr>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6130" name="Group 37">
              <a:extLst>
                <a:ext uri="{FF2B5EF4-FFF2-40B4-BE49-F238E27FC236}">
                  <a16:creationId xmlns:a16="http://schemas.microsoft.com/office/drawing/2014/main" id="{721192C6-8F5B-9F41-972E-574A913B9CC0}"/>
                </a:ext>
              </a:extLst>
            </p:cNvPr>
            <p:cNvGrpSpPr>
              <a:grpSpLocks/>
            </p:cNvGrpSpPr>
            <p:nvPr/>
          </p:nvGrpSpPr>
          <p:grpSpPr bwMode="auto">
            <a:xfrm>
              <a:off x="101" y="2294"/>
              <a:ext cx="335" cy="347"/>
              <a:chOff x="101" y="2294"/>
              <a:chExt cx="335" cy="347"/>
            </a:xfrm>
          </p:grpSpPr>
          <p:sp>
            <p:nvSpPr>
              <p:cNvPr id="116131" name="Freeform 38">
                <a:extLst>
                  <a:ext uri="{FF2B5EF4-FFF2-40B4-BE49-F238E27FC236}">
                    <a16:creationId xmlns:a16="http://schemas.microsoft.com/office/drawing/2014/main" id="{B5A3411E-8008-814D-AD51-5C9A64D0875B}"/>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32" name="Freeform 39">
                <a:extLst>
                  <a:ext uri="{FF2B5EF4-FFF2-40B4-BE49-F238E27FC236}">
                    <a16:creationId xmlns:a16="http://schemas.microsoft.com/office/drawing/2014/main" id="{1F393CC8-D4C1-A94A-BA22-5F35407B8780}"/>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33" name="Freeform 40">
                <a:extLst>
                  <a:ext uri="{FF2B5EF4-FFF2-40B4-BE49-F238E27FC236}">
                    <a16:creationId xmlns:a16="http://schemas.microsoft.com/office/drawing/2014/main" id="{32153DCE-6566-7445-AAF3-8A9C44B1A06D}"/>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34" name="Freeform 41">
                <a:extLst>
                  <a:ext uri="{FF2B5EF4-FFF2-40B4-BE49-F238E27FC236}">
                    <a16:creationId xmlns:a16="http://schemas.microsoft.com/office/drawing/2014/main" id="{7DD5FF29-4E3C-7447-B3DD-A1EE2C92142C}"/>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35" name="Rectangle 42">
                <a:extLst>
                  <a:ext uri="{FF2B5EF4-FFF2-40B4-BE49-F238E27FC236}">
                    <a16:creationId xmlns:a16="http://schemas.microsoft.com/office/drawing/2014/main" id="{161AA0A7-8813-6048-9954-89DF45C08CE3}"/>
                  </a:ext>
                </a:extLst>
              </p:cNvPr>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36" name="Rectangle 43">
                <a:extLst>
                  <a:ext uri="{FF2B5EF4-FFF2-40B4-BE49-F238E27FC236}">
                    <a16:creationId xmlns:a16="http://schemas.microsoft.com/office/drawing/2014/main" id="{E2ADAA1A-D7D1-1146-8705-FBD1B793E70E}"/>
                  </a:ext>
                </a:extLst>
              </p:cNvPr>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37" name="Rectangle 44">
                <a:extLst>
                  <a:ext uri="{FF2B5EF4-FFF2-40B4-BE49-F238E27FC236}">
                    <a16:creationId xmlns:a16="http://schemas.microsoft.com/office/drawing/2014/main" id="{A89396F3-257F-2D48-BF20-F37D02078B9A}"/>
                  </a:ext>
                </a:extLst>
              </p:cNvPr>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38" name="Line 45">
                <a:extLst>
                  <a:ext uri="{FF2B5EF4-FFF2-40B4-BE49-F238E27FC236}">
                    <a16:creationId xmlns:a16="http://schemas.microsoft.com/office/drawing/2014/main" id="{FA901E20-0A4D-8741-8309-8A80C86B9B28}"/>
                  </a:ext>
                </a:extLst>
              </p:cNvPr>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139" name="Group 46">
                <a:extLst>
                  <a:ext uri="{FF2B5EF4-FFF2-40B4-BE49-F238E27FC236}">
                    <a16:creationId xmlns:a16="http://schemas.microsoft.com/office/drawing/2014/main" id="{E23D435B-0A18-1F4A-8871-823F7D02BF18}"/>
                  </a:ext>
                </a:extLst>
              </p:cNvPr>
              <p:cNvGrpSpPr>
                <a:grpSpLocks/>
              </p:cNvGrpSpPr>
              <p:nvPr/>
            </p:nvGrpSpPr>
            <p:grpSpPr bwMode="auto">
              <a:xfrm>
                <a:off x="101" y="2590"/>
                <a:ext cx="335" cy="51"/>
                <a:chOff x="101" y="2590"/>
                <a:chExt cx="335" cy="51"/>
              </a:xfrm>
            </p:grpSpPr>
            <p:sp>
              <p:nvSpPr>
                <p:cNvPr id="116140" name="Freeform 47">
                  <a:extLst>
                    <a:ext uri="{FF2B5EF4-FFF2-40B4-BE49-F238E27FC236}">
                      <a16:creationId xmlns:a16="http://schemas.microsoft.com/office/drawing/2014/main" id="{5636C9DE-7141-BE4E-9C24-E778167CC392}"/>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41" name="Freeform 48">
                  <a:extLst>
                    <a:ext uri="{FF2B5EF4-FFF2-40B4-BE49-F238E27FC236}">
                      <a16:creationId xmlns:a16="http://schemas.microsoft.com/office/drawing/2014/main" id="{B1BDFCF4-A3D8-4743-8CDC-62F842F086BB}"/>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42" name="Rectangle 49">
                  <a:extLst>
                    <a:ext uri="{FF2B5EF4-FFF2-40B4-BE49-F238E27FC236}">
                      <a16:creationId xmlns:a16="http://schemas.microsoft.com/office/drawing/2014/main" id="{DF701B10-1837-5249-966A-8B4207D9BCC3}"/>
                    </a:ext>
                  </a:extLst>
                </p:cNvPr>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5735" name="Group 50">
            <a:extLst>
              <a:ext uri="{FF2B5EF4-FFF2-40B4-BE49-F238E27FC236}">
                <a16:creationId xmlns:a16="http://schemas.microsoft.com/office/drawing/2014/main" id="{538049AC-FB27-684A-945D-A2333AB0571B}"/>
              </a:ext>
            </a:extLst>
          </p:cNvPr>
          <p:cNvGrpSpPr>
            <a:grpSpLocks/>
          </p:cNvGrpSpPr>
          <p:nvPr/>
        </p:nvGrpSpPr>
        <p:grpSpPr bwMode="auto">
          <a:xfrm>
            <a:off x="3661173" y="4561285"/>
            <a:ext cx="377428" cy="386953"/>
            <a:chOff x="3891" y="3616"/>
            <a:chExt cx="342" cy="353"/>
          </a:xfrm>
        </p:grpSpPr>
        <p:grpSp>
          <p:nvGrpSpPr>
            <p:cNvPr id="116103" name="Group 51">
              <a:extLst>
                <a:ext uri="{FF2B5EF4-FFF2-40B4-BE49-F238E27FC236}">
                  <a16:creationId xmlns:a16="http://schemas.microsoft.com/office/drawing/2014/main" id="{B71234D0-5CBF-9C49-97A9-807BAD101611}"/>
                </a:ext>
              </a:extLst>
            </p:cNvPr>
            <p:cNvGrpSpPr>
              <a:grpSpLocks/>
            </p:cNvGrpSpPr>
            <p:nvPr/>
          </p:nvGrpSpPr>
          <p:grpSpPr bwMode="auto">
            <a:xfrm>
              <a:off x="3899" y="3622"/>
              <a:ext cx="334" cy="347"/>
              <a:chOff x="3899" y="3622"/>
              <a:chExt cx="334" cy="347"/>
            </a:xfrm>
          </p:grpSpPr>
          <p:sp>
            <p:nvSpPr>
              <p:cNvPr id="116117" name="Freeform 52">
                <a:extLst>
                  <a:ext uri="{FF2B5EF4-FFF2-40B4-BE49-F238E27FC236}">
                    <a16:creationId xmlns:a16="http://schemas.microsoft.com/office/drawing/2014/main" id="{7148094D-1FBD-9045-9246-718214E1D32B}"/>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18" name="Freeform 53">
                <a:extLst>
                  <a:ext uri="{FF2B5EF4-FFF2-40B4-BE49-F238E27FC236}">
                    <a16:creationId xmlns:a16="http://schemas.microsoft.com/office/drawing/2014/main" id="{650AFE2C-34AD-6B4D-ADDF-F2040531AB8A}"/>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19" name="Freeform 54">
                <a:extLst>
                  <a:ext uri="{FF2B5EF4-FFF2-40B4-BE49-F238E27FC236}">
                    <a16:creationId xmlns:a16="http://schemas.microsoft.com/office/drawing/2014/main" id="{4733F3FD-9866-954F-8134-DB5B3015E056}"/>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20" name="Freeform 55">
                <a:extLst>
                  <a:ext uri="{FF2B5EF4-FFF2-40B4-BE49-F238E27FC236}">
                    <a16:creationId xmlns:a16="http://schemas.microsoft.com/office/drawing/2014/main" id="{AB8CEA56-EA80-0045-A6AF-7B74B97CC4B4}"/>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21" name="Rectangle 56">
                <a:extLst>
                  <a:ext uri="{FF2B5EF4-FFF2-40B4-BE49-F238E27FC236}">
                    <a16:creationId xmlns:a16="http://schemas.microsoft.com/office/drawing/2014/main" id="{D7427F2D-2862-9C46-8639-F7213D24B77C}"/>
                  </a:ext>
                </a:extLst>
              </p:cNvPr>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22" name="Rectangle 57">
                <a:extLst>
                  <a:ext uri="{FF2B5EF4-FFF2-40B4-BE49-F238E27FC236}">
                    <a16:creationId xmlns:a16="http://schemas.microsoft.com/office/drawing/2014/main" id="{1221AC0C-BF17-4E46-B030-F2C9B408580C}"/>
                  </a:ext>
                </a:extLst>
              </p:cNvPr>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23" name="Rectangle 58">
                <a:extLst>
                  <a:ext uri="{FF2B5EF4-FFF2-40B4-BE49-F238E27FC236}">
                    <a16:creationId xmlns:a16="http://schemas.microsoft.com/office/drawing/2014/main" id="{24439DD9-FC68-B64B-9A47-09FE26ABC468}"/>
                  </a:ext>
                </a:extLst>
              </p:cNvPr>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24" name="Line 59">
                <a:extLst>
                  <a:ext uri="{FF2B5EF4-FFF2-40B4-BE49-F238E27FC236}">
                    <a16:creationId xmlns:a16="http://schemas.microsoft.com/office/drawing/2014/main" id="{3001269B-C1A4-D34B-A067-35BC8A52853E}"/>
                  </a:ext>
                </a:extLst>
              </p:cNvPr>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125" name="Group 60">
                <a:extLst>
                  <a:ext uri="{FF2B5EF4-FFF2-40B4-BE49-F238E27FC236}">
                    <a16:creationId xmlns:a16="http://schemas.microsoft.com/office/drawing/2014/main" id="{4261CEDD-2447-DC43-8A77-4AE1DAA38F45}"/>
                  </a:ext>
                </a:extLst>
              </p:cNvPr>
              <p:cNvGrpSpPr>
                <a:grpSpLocks/>
              </p:cNvGrpSpPr>
              <p:nvPr/>
            </p:nvGrpSpPr>
            <p:grpSpPr bwMode="auto">
              <a:xfrm>
                <a:off x="3899" y="3918"/>
                <a:ext cx="334" cy="51"/>
                <a:chOff x="3899" y="3918"/>
                <a:chExt cx="334" cy="51"/>
              </a:xfrm>
            </p:grpSpPr>
            <p:sp>
              <p:nvSpPr>
                <p:cNvPr id="116126" name="Freeform 61">
                  <a:extLst>
                    <a:ext uri="{FF2B5EF4-FFF2-40B4-BE49-F238E27FC236}">
                      <a16:creationId xmlns:a16="http://schemas.microsoft.com/office/drawing/2014/main" id="{7708329D-2075-9D48-8BAD-2825B5B2EB0A}"/>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27" name="Freeform 62">
                  <a:extLst>
                    <a:ext uri="{FF2B5EF4-FFF2-40B4-BE49-F238E27FC236}">
                      <a16:creationId xmlns:a16="http://schemas.microsoft.com/office/drawing/2014/main" id="{E52E03E7-0B40-544D-BB9C-BD9D6050C46B}"/>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28" name="Rectangle 63">
                  <a:extLst>
                    <a:ext uri="{FF2B5EF4-FFF2-40B4-BE49-F238E27FC236}">
                      <a16:creationId xmlns:a16="http://schemas.microsoft.com/office/drawing/2014/main" id="{96C4AA08-FCE5-784A-840F-876A7945DE81}"/>
                    </a:ext>
                  </a:extLst>
                </p:cNvPr>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6104" name="Group 64">
              <a:extLst>
                <a:ext uri="{FF2B5EF4-FFF2-40B4-BE49-F238E27FC236}">
                  <a16:creationId xmlns:a16="http://schemas.microsoft.com/office/drawing/2014/main" id="{437B59EB-37D2-DF4A-8287-194D23E06132}"/>
                </a:ext>
              </a:extLst>
            </p:cNvPr>
            <p:cNvGrpSpPr>
              <a:grpSpLocks/>
            </p:cNvGrpSpPr>
            <p:nvPr/>
          </p:nvGrpSpPr>
          <p:grpSpPr bwMode="auto">
            <a:xfrm>
              <a:off x="3891" y="3616"/>
              <a:ext cx="334" cy="346"/>
              <a:chOff x="3891" y="3616"/>
              <a:chExt cx="334" cy="346"/>
            </a:xfrm>
          </p:grpSpPr>
          <p:sp>
            <p:nvSpPr>
              <p:cNvPr id="116105" name="Freeform 65">
                <a:extLst>
                  <a:ext uri="{FF2B5EF4-FFF2-40B4-BE49-F238E27FC236}">
                    <a16:creationId xmlns:a16="http://schemas.microsoft.com/office/drawing/2014/main" id="{27AADC92-5838-B547-90EA-D875E2324DA6}"/>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06" name="Freeform 66">
                <a:extLst>
                  <a:ext uri="{FF2B5EF4-FFF2-40B4-BE49-F238E27FC236}">
                    <a16:creationId xmlns:a16="http://schemas.microsoft.com/office/drawing/2014/main" id="{C97BD13E-A569-9B4F-8A47-E96D59B9DA8A}"/>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07" name="Freeform 67">
                <a:extLst>
                  <a:ext uri="{FF2B5EF4-FFF2-40B4-BE49-F238E27FC236}">
                    <a16:creationId xmlns:a16="http://schemas.microsoft.com/office/drawing/2014/main" id="{8BBB905F-4342-D848-A995-81CF22B6B257}"/>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08" name="Freeform 68">
                <a:extLst>
                  <a:ext uri="{FF2B5EF4-FFF2-40B4-BE49-F238E27FC236}">
                    <a16:creationId xmlns:a16="http://schemas.microsoft.com/office/drawing/2014/main" id="{2D92027B-F355-B540-9CBB-900CBD896A79}"/>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09" name="Rectangle 69">
                <a:extLst>
                  <a:ext uri="{FF2B5EF4-FFF2-40B4-BE49-F238E27FC236}">
                    <a16:creationId xmlns:a16="http://schemas.microsoft.com/office/drawing/2014/main" id="{F5924762-09FA-F448-9110-D623AA784816}"/>
                  </a:ext>
                </a:extLst>
              </p:cNvPr>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10" name="Rectangle 70">
                <a:extLst>
                  <a:ext uri="{FF2B5EF4-FFF2-40B4-BE49-F238E27FC236}">
                    <a16:creationId xmlns:a16="http://schemas.microsoft.com/office/drawing/2014/main" id="{0C520273-F95F-4641-81D7-B9D535C5FD44}"/>
                  </a:ext>
                </a:extLst>
              </p:cNvPr>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11" name="Rectangle 71">
                <a:extLst>
                  <a:ext uri="{FF2B5EF4-FFF2-40B4-BE49-F238E27FC236}">
                    <a16:creationId xmlns:a16="http://schemas.microsoft.com/office/drawing/2014/main" id="{AD28F4EF-E197-D540-9DA5-A7ACD60B7EF4}"/>
                  </a:ext>
                </a:extLst>
              </p:cNvPr>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12" name="Line 72">
                <a:extLst>
                  <a:ext uri="{FF2B5EF4-FFF2-40B4-BE49-F238E27FC236}">
                    <a16:creationId xmlns:a16="http://schemas.microsoft.com/office/drawing/2014/main" id="{3460F547-52B4-8B4C-A80F-03B3CC750969}"/>
                  </a:ext>
                </a:extLst>
              </p:cNvPr>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113" name="Group 73">
                <a:extLst>
                  <a:ext uri="{FF2B5EF4-FFF2-40B4-BE49-F238E27FC236}">
                    <a16:creationId xmlns:a16="http://schemas.microsoft.com/office/drawing/2014/main" id="{62D4C35D-9B12-B84D-9323-A183F692A3FA}"/>
                  </a:ext>
                </a:extLst>
              </p:cNvPr>
              <p:cNvGrpSpPr>
                <a:grpSpLocks/>
              </p:cNvGrpSpPr>
              <p:nvPr/>
            </p:nvGrpSpPr>
            <p:grpSpPr bwMode="auto">
              <a:xfrm>
                <a:off x="3891" y="3912"/>
                <a:ext cx="334" cy="50"/>
                <a:chOff x="3891" y="3912"/>
                <a:chExt cx="334" cy="50"/>
              </a:xfrm>
            </p:grpSpPr>
            <p:sp>
              <p:nvSpPr>
                <p:cNvPr id="116114" name="Freeform 74">
                  <a:extLst>
                    <a:ext uri="{FF2B5EF4-FFF2-40B4-BE49-F238E27FC236}">
                      <a16:creationId xmlns:a16="http://schemas.microsoft.com/office/drawing/2014/main" id="{8CD9CE24-9D3A-A044-99AA-79166FB7DC7B}"/>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15" name="Freeform 75">
                  <a:extLst>
                    <a:ext uri="{FF2B5EF4-FFF2-40B4-BE49-F238E27FC236}">
                      <a16:creationId xmlns:a16="http://schemas.microsoft.com/office/drawing/2014/main" id="{337A7BC2-A937-FB4C-A9DA-94BE74903082}"/>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16" name="Rectangle 76">
                  <a:extLst>
                    <a:ext uri="{FF2B5EF4-FFF2-40B4-BE49-F238E27FC236}">
                      <a16:creationId xmlns:a16="http://schemas.microsoft.com/office/drawing/2014/main" id="{84700573-4550-E74D-A31E-F04338D375AC}"/>
                    </a:ext>
                  </a:extLst>
                </p:cNvPr>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5736" name="Group 77">
            <a:extLst>
              <a:ext uri="{FF2B5EF4-FFF2-40B4-BE49-F238E27FC236}">
                <a16:creationId xmlns:a16="http://schemas.microsoft.com/office/drawing/2014/main" id="{B70022EA-39DB-AE42-B5D9-E3A32C1D01C3}"/>
              </a:ext>
            </a:extLst>
          </p:cNvPr>
          <p:cNvGrpSpPr>
            <a:grpSpLocks/>
          </p:cNvGrpSpPr>
          <p:nvPr/>
        </p:nvGrpSpPr>
        <p:grpSpPr bwMode="auto">
          <a:xfrm>
            <a:off x="4613673" y="4549379"/>
            <a:ext cx="378619" cy="386953"/>
            <a:chOff x="4752" y="3605"/>
            <a:chExt cx="343" cy="353"/>
          </a:xfrm>
        </p:grpSpPr>
        <p:grpSp>
          <p:nvGrpSpPr>
            <p:cNvPr id="116077" name="Group 78">
              <a:extLst>
                <a:ext uri="{FF2B5EF4-FFF2-40B4-BE49-F238E27FC236}">
                  <a16:creationId xmlns:a16="http://schemas.microsoft.com/office/drawing/2014/main" id="{6B3806AF-1899-6945-A40B-78A3A64B4C7D}"/>
                </a:ext>
              </a:extLst>
            </p:cNvPr>
            <p:cNvGrpSpPr>
              <a:grpSpLocks/>
            </p:cNvGrpSpPr>
            <p:nvPr/>
          </p:nvGrpSpPr>
          <p:grpSpPr bwMode="auto">
            <a:xfrm>
              <a:off x="4760" y="3612"/>
              <a:ext cx="335" cy="346"/>
              <a:chOff x="4760" y="3612"/>
              <a:chExt cx="335" cy="346"/>
            </a:xfrm>
          </p:grpSpPr>
          <p:sp>
            <p:nvSpPr>
              <p:cNvPr id="116091" name="Freeform 79">
                <a:extLst>
                  <a:ext uri="{FF2B5EF4-FFF2-40B4-BE49-F238E27FC236}">
                    <a16:creationId xmlns:a16="http://schemas.microsoft.com/office/drawing/2014/main" id="{CD0B4C77-68C8-7443-94F4-882BB07DB97E}"/>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92" name="Freeform 80">
                <a:extLst>
                  <a:ext uri="{FF2B5EF4-FFF2-40B4-BE49-F238E27FC236}">
                    <a16:creationId xmlns:a16="http://schemas.microsoft.com/office/drawing/2014/main" id="{A265677E-010F-5144-84D4-0AFD5126066E}"/>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93" name="Freeform 81">
                <a:extLst>
                  <a:ext uri="{FF2B5EF4-FFF2-40B4-BE49-F238E27FC236}">
                    <a16:creationId xmlns:a16="http://schemas.microsoft.com/office/drawing/2014/main" id="{DAE7149C-41C9-2149-9897-AE7C52369E17}"/>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94" name="Freeform 82">
                <a:extLst>
                  <a:ext uri="{FF2B5EF4-FFF2-40B4-BE49-F238E27FC236}">
                    <a16:creationId xmlns:a16="http://schemas.microsoft.com/office/drawing/2014/main" id="{43F16A31-33E0-8D4D-A957-1A7130D38D7C}"/>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95" name="Rectangle 83">
                <a:extLst>
                  <a:ext uri="{FF2B5EF4-FFF2-40B4-BE49-F238E27FC236}">
                    <a16:creationId xmlns:a16="http://schemas.microsoft.com/office/drawing/2014/main" id="{CEF46EA4-B3D2-4844-A79E-32E2BA400D92}"/>
                  </a:ext>
                </a:extLst>
              </p:cNvPr>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96" name="Rectangle 84">
                <a:extLst>
                  <a:ext uri="{FF2B5EF4-FFF2-40B4-BE49-F238E27FC236}">
                    <a16:creationId xmlns:a16="http://schemas.microsoft.com/office/drawing/2014/main" id="{FBD5A350-8A6B-C445-8BCE-3127E7D59DC4}"/>
                  </a:ext>
                </a:extLst>
              </p:cNvPr>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97" name="Rectangle 85">
                <a:extLst>
                  <a:ext uri="{FF2B5EF4-FFF2-40B4-BE49-F238E27FC236}">
                    <a16:creationId xmlns:a16="http://schemas.microsoft.com/office/drawing/2014/main" id="{1F712724-80A0-C149-A39A-E0A9AF333573}"/>
                  </a:ext>
                </a:extLst>
              </p:cNvPr>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98" name="Line 86">
                <a:extLst>
                  <a:ext uri="{FF2B5EF4-FFF2-40B4-BE49-F238E27FC236}">
                    <a16:creationId xmlns:a16="http://schemas.microsoft.com/office/drawing/2014/main" id="{4D70624C-E979-344C-A8AE-786165B3D510}"/>
                  </a:ext>
                </a:extLst>
              </p:cNvPr>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099" name="Group 87">
                <a:extLst>
                  <a:ext uri="{FF2B5EF4-FFF2-40B4-BE49-F238E27FC236}">
                    <a16:creationId xmlns:a16="http://schemas.microsoft.com/office/drawing/2014/main" id="{42B18295-877B-0A4D-BF47-3739C9C393AA}"/>
                  </a:ext>
                </a:extLst>
              </p:cNvPr>
              <p:cNvGrpSpPr>
                <a:grpSpLocks/>
              </p:cNvGrpSpPr>
              <p:nvPr/>
            </p:nvGrpSpPr>
            <p:grpSpPr bwMode="auto">
              <a:xfrm>
                <a:off x="4760" y="3907"/>
                <a:ext cx="335" cy="51"/>
                <a:chOff x="4760" y="3907"/>
                <a:chExt cx="335" cy="51"/>
              </a:xfrm>
            </p:grpSpPr>
            <p:sp>
              <p:nvSpPr>
                <p:cNvPr id="116100" name="Freeform 88">
                  <a:extLst>
                    <a:ext uri="{FF2B5EF4-FFF2-40B4-BE49-F238E27FC236}">
                      <a16:creationId xmlns:a16="http://schemas.microsoft.com/office/drawing/2014/main" id="{240EE493-5DC2-1448-9D8B-B69D67C1E18A}"/>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01" name="Freeform 89">
                  <a:extLst>
                    <a:ext uri="{FF2B5EF4-FFF2-40B4-BE49-F238E27FC236}">
                      <a16:creationId xmlns:a16="http://schemas.microsoft.com/office/drawing/2014/main" id="{85941504-CE34-3141-A336-25D6EC06C327}"/>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02" name="Rectangle 90">
                  <a:extLst>
                    <a:ext uri="{FF2B5EF4-FFF2-40B4-BE49-F238E27FC236}">
                      <a16:creationId xmlns:a16="http://schemas.microsoft.com/office/drawing/2014/main" id="{D2A8A974-FBF6-B843-A300-EEB56D8F597E}"/>
                    </a:ext>
                  </a:extLst>
                </p:cNvPr>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6078" name="Group 91">
              <a:extLst>
                <a:ext uri="{FF2B5EF4-FFF2-40B4-BE49-F238E27FC236}">
                  <a16:creationId xmlns:a16="http://schemas.microsoft.com/office/drawing/2014/main" id="{B58A7E59-FFF7-5441-8E5B-6854B05EA083}"/>
                </a:ext>
              </a:extLst>
            </p:cNvPr>
            <p:cNvGrpSpPr>
              <a:grpSpLocks/>
            </p:cNvGrpSpPr>
            <p:nvPr/>
          </p:nvGrpSpPr>
          <p:grpSpPr bwMode="auto">
            <a:xfrm>
              <a:off x="4752" y="3605"/>
              <a:ext cx="334" cy="347"/>
              <a:chOff x="4752" y="3605"/>
              <a:chExt cx="334" cy="347"/>
            </a:xfrm>
          </p:grpSpPr>
          <p:sp>
            <p:nvSpPr>
              <p:cNvPr id="116079" name="Freeform 92">
                <a:extLst>
                  <a:ext uri="{FF2B5EF4-FFF2-40B4-BE49-F238E27FC236}">
                    <a16:creationId xmlns:a16="http://schemas.microsoft.com/office/drawing/2014/main" id="{133C1F4F-211C-FB45-984B-DBE980042F96}"/>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80" name="Freeform 93">
                <a:extLst>
                  <a:ext uri="{FF2B5EF4-FFF2-40B4-BE49-F238E27FC236}">
                    <a16:creationId xmlns:a16="http://schemas.microsoft.com/office/drawing/2014/main" id="{1EAB7E3B-EEB1-8844-9453-0B6B80BD9F4B}"/>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81" name="Freeform 94">
                <a:extLst>
                  <a:ext uri="{FF2B5EF4-FFF2-40B4-BE49-F238E27FC236}">
                    <a16:creationId xmlns:a16="http://schemas.microsoft.com/office/drawing/2014/main" id="{433CB9EF-1939-014B-A783-FAC9CB0C9C83}"/>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82" name="Freeform 95">
                <a:extLst>
                  <a:ext uri="{FF2B5EF4-FFF2-40B4-BE49-F238E27FC236}">
                    <a16:creationId xmlns:a16="http://schemas.microsoft.com/office/drawing/2014/main" id="{85F970E8-6715-F746-899B-4F93D02B3EAD}"/>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83" name="Rectangle 96">
                <a:extLst>
                  <a:ext uri="{FF2B5EF4-FFF2-40B4-BE49-F238E27FC236}">
                    <a16:creationId xmlns:a16="http://schemas.microsoft.com/office/drawing/2014/main" id="{BDD06639-2E3E-344B-B0E0-3BC159673B8A}"/>
                  </a:ext>
                </a:extLst>
              </p:cNvPr>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84" name="Rectangle 97">
                <a:extLst>
                  <a:ext uri="{FF2B5EF4-FFF2-40B4-BE49-F238E27FC236}">
                    <a16:creationId xmlns:a16="http://schemas.microsoft.com/office/drawing/2014/main" id="{D7482661-691F-D14A-BB9A-261F37B32F59}"/>
                  </a:ext>
                </a:extLst>
              </p:cNvPr>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85" name="Rectangle 98">
                <a:extLst>
                  <a:ext uri="{FF2B5EF4-FFF2-40B4-BE49-F238E27FC236}">
                    <a16:creationId xmlns:a16="http://schemas.microsoft.com/office/drawing/2014/main" id="{1B562BC5-1FD1-D242-9CE0-5231309BF0D3}"/>
                  </a:ext>
                </a:extLst>
              </p:cNvPr>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86" name="Line 99">
                <a:extLst>
                  <a:ext uri="{FF2B5EF4-FFF2-40B4-BE49-F238E27FC236}">
                    <a16:creationId xmlns:a16="http://schemas.microsoft.com/office/drawing/2014/main" id="{D642D978-4601-F34A-B0F9-B0E6E39C3344}"/>
                  </a:ext>
                </a:extLst>
              </p:cNvPr>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087" name="Group 100">
                <a:extLst>
                  <a:ext uri="{FF2B5EF4-FFF2-40B4-BE49-F238E27FC236}">
                    <a16:creationId xmlns:a16="http://schemas.microsoft.com/office/drawing/2014/main" id="{440A7273-A4DB-4247-8AE8-E2D34ADB93B1}"/>
                  </a:ext>
                </a:extLst>
              </p:cNvPr>
              <p:cNvGrpSpPr>
                <a:grpSpLocks/>
              </p:cNvGrpSpPr>
              <p:nvPr/>
            </p:nvGrpSpPr>
            <p:grpSpPr bwMode="auto">
              <a:xfrm>
                <a:off x="4752" y="3901"/>
                <a:ext cx="334" cy="51"/>
                <a:chOff x="4752" y="3901"/>
                <a:chExt cx="334" cy="51"/>
              </a:xfrm>
            </p:grpSpPr>
            <p:sp>
              <p:nvSpPr>
                <p:cNvPr id="116088" name="Freeform 101">
                  <a:extLst>
                    <a:ext uri="{FF2B5EF4-FFF2-40B4-BE49-F238E27FC236}">
                      <a16:creationId xmlns:a16="http://schemas.microsoft.com/office/drawing/2014/main" id="{1C5A8C46-CB37-F047-BC93-E7499BA828CA}"/>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89" name="Freeform 102">
                  <a:extLst>
                    <a:ext uri="{FF2B5EF4-FFF2-40B4-BE49-F238E27FC236}">
                      <a16:creationId xmlns:a16="http://schemas.microsoft.com/office/drawing/2014/main" id="{920E287D-69CF-AB47-ADAD-782B1A24C0D3}"/>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90" name="Rectangle 103">
                  <a:extLst>
                    <a:ext uri="{FF2B5EF4-FFF2-40B4-BE49-F238E27FC236}">
                      <a16:creationId xmlns:a16="http://schemas.microsoft.com/office/drawing/2014/main" id="{BD218E99-42DF-3140-8E73-F63BA36A17E1}"/>
                    </a:ext>
                  </a:extLst>
                </p:cNvPr>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5737" name="Group 104">
            <a:extLst>
              <a:ext uri="{FF2B5EF4-FFF2-40B4-BE49-F238E27FC236}">
                <a16:creationId xmlns:a16="http://schemas.microsoft.com/office/drawing/2014/main" id="{FD92BE0C-790F-E343-AE5E-C640BB9D5264}"/>
              </a:ext>
            </a:extLst>
          </p:cNvPr>
          <p:cNvGrpSpPr>
            <a:grpSpLocks/>
          </p:cNvGrpSpPr>
          <p:nvPr/>
        </p:nvGrpSpPr>
        <p:grpSpPr bwMode="auto">
          <a:xfrm>
            <a:off x="1577579" y="1882379"/>
            <a:ext cx="378619" cy="388144"/>
            <a:chOff x="101" y="1539"/>
            <a:chExt cx="343" cy="352"/>
          </a:xfrm>
        </p:grpSpPr>
        <p:grpSp>
          <p:nvGrpSpPr>
            <p:cNvPr id="116051" name="Group 105">
              <a:extLst>
                <a:ext uri="{FF2B5EF4-FFF2-40B4-BE49-F238E27FC236}">
                  <a16:creationId xmlns:a16="http://schemas.microsoft.com/office/drawing/2014/main" id="{5A9E7B1F-5851-1840-9734-359BBC66D533}"/>
                </a:ext>
              </a:extLst>
            </p:cNvPr>
            <p:cNvGrpSpPr>
              <a:grpSpLocks/>
            </p:cNvGrpSpPr>
            <p:nvPr/>
          </p:nvGrpSpPr>
          <p:grpSpPr bwMode="auto">
            <a:xfrm>
              <a:off x="109" y="1545"/>
              <a:ext cx="335" cy="346"/>
              <a:chOff x="109" y="1545"/>
              <a:chExt cx="335" cy="346"/>
            </a:xfrm>
          </p:grpSpPr>
          <p:sp>
            <p:nvSpPr>
              <p:cNvPr id="116065" name="Freeform 106">
                <a:extLst>
                  <a:ext uri="{FF2B5EF4-FFF2-40B4-BE49-F238E27FC236}">
                    <a16:creationId xmlns:a16="http://schemas.microsoft.com/office/drawing/2014/main" id="{54E8E1B5-44A0-4C4A-9807-983C69B05E02}"/>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66" name="Freeform 107">
                <a:extLst>
                  <a:ext uri="{FF2B5EF4-FFF2-40B4-BE49-F238E27FC236}">
                    <a16:creationId xmlns:a16="http://schemas.microsoft.com/office/drawing/2014/main" id="{88D4D8FD-6965-7843-88AB-237FDE7DDCFF}"/>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67" name="Freeform 108">
                <a:extLst>
                  <a:ext uri="{FF2B5EF4-FFF2-40B4-BE49-F238E27FC236}">
                    <a16:creationId xmlns:a16="http://schemas.microsoft.com/office/drawing/2014/main" id="{FF213D25-99D2-EF4F-BEB3-1498C4149C82}"/>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68" name="Freeform 109">
                <a:extLst>
                  <a:ext uri="{FF2B5EF4-FFF2-40B4-BE49-F238E27FC236}">
                    <a16:creationId xmlns:a16="http://schemas.microsoft.com/office/drawing/2014/main" id="{0F1BAE6F-5DAB-A442-93BF-D6906A87EA5D}"/>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69" name="Rectangle 110">
                <a:extLst>
                  <a:ext uri="{FF2B5EF4-FFF2-40B4-BE49-F238E27FC236}">
                    <a16:creationId xmlns:a16="http://schemas.microsoft.com/office/drawing/2014/main" id="{3DBD6827-E3FD-644C-9CDA-9E148BE54393}"/>
                  </a:ext>
                </a:extLst>
              </p:cNvPr>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70" name="Rectangle 111">
                <a:extLst>
                  <a:ext uri="{FF2B5EF4-FFF2-40B4-BE49-F238E27FC236}">
                    <a16:creationId xmlns:a16="http://schemas.microsoft.com/office/drawing/2014/main" id="{06708C6B-FD3F-5540-BC00-AD2EC955ED7F}"/>
                  </a:ext>
                </a:extLst>
              </p:cNvPr>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71" name="Rectangle 112">
                <a:extLst>
                  <a:ext uri="{FF2B5EF4-FFF2-40B4-BE49-F238E27FC236}">
                    <a16:creationId xmlns:a16="http://schemas.microsoft.com/office/drawing/2014/main" id="{3D9C802B-7B93-B046-A89E-68FC8032A511}"/>
                  </a:ext>
                </a:extLst>
              </p:cNvPr>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72" name="Line 113">
                <a:extLst>
                  <a:ext uri="{FF2B5EF4-FFF2-40B4-BE49-F238E27FC236}">
                    <a16:creationId xmlns:a16="http://schemas.microsoft.com/office/drawing/2014/main" id="{94615054-DCED-C94B-86FC-2674EBD1FB31}"/>
                  </a:ext>
                </a:extLst>
              </p:cNvPr>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073" name="Group 114">
                <a:extLst>
                  <a:ext uri="{FF2B5EF4-FFF2-40B4-BE49-F238E27FC236}">
                    <a16:creationId xmlns:a16="http://schemas.microsoft.com/office/drawing/2014/main" id="{12D66A48-B5DC-6B4C-BB26-EC599BD5C999}"/>
                  </a:ext>
                </a:extLst>
              </p:cNvPr>
              <p:cNvGrpSpPr>
                <a:grpSpLocks/>
              </p:cNvGrpSpPr>
              <p:nvPr/>
            </p:nvGrpSpPr>
            <p:grpSpPr bwMode="auto">
              <a:xfrm>
                <a:off x="109" y="1841"/>
                <a:ext cx="335" cy="50"/>
                <a:chOff x="109" y="1841"/>
                <a:chExt cx="335" cy="50"/>
              </a:xfrm>
            </p:grpSpPr>
            <p:sp>
              <p:nvSpPr>
                <p:cNvPr id="116074" name="Freeform 115">
                  <a:extLst>
                    <a:ext uri="{FF2B5EF4-FFF2-40B4-BE49-F238E27FC236}">
                      <a16:creationId xmlns:a16="http://schemas.microsoft.com/office/drawing/2014/main" id="{89AD2271-E1FD-0C44-ACEB-097A63B9182A}"/>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75" name="Freeform 116">
                  <a:extLst>
                    <a:ext uri="{FF2B5EF4-FFF2-40B4-BE49-F238E27FC236}">
                      <a16:creationId xmlns:a16="http://schemas.microsoft.com/office/drawing/2014/main" id="{99CFE055-429A-014B-A98A-6320580ED3C4}"/>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76" name="Rectangle 117">
                  <a:extLst>
                    <a:ext uri="{FF2B5EF4-FFF2-40B4-BE49-F238E27FC236}">
                      <a16:creationId xmlns:a16="http://schemas.microsoft.com/office/drawing/2014/main" id="{C6A58998-817F-AA4B-BC0B-091087888FC9}"/>
                    </a:ext>
                  </a:extLst>
                </p:cNvPr>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6052" name="Group 118">
              <a:extLst>
                <a:ext uri="{FF2B5EF4-FFF2-40B4-BE49-F238E27FC236}">
                  <a16:creationId xmlns:a16="http://schemas.microsoft.com/office/drawing/2014/main" id="{5F34C7AB-D9EA-5F46-99E5-81A394898DC5}"/>
                </a:ext>
              </a:extLst>
            </p:cNvPr>
            <p:cNvGrpSpPr>
              <a:grpSpLocks/>
            </p:cNvGrpSpPr>
            <p:nvPr/>
          </p:nvGrpSpPr>
          <p:grpSpPr bwMode="auto">
            <a:xfrm>
              <a:off x="101" y="1539"/>
              <a:ext cx="335" cy="346"/>
              <a:chOff x="101" y="1539"/>
              <a:chExt cx="335" cy="346"/>
            </a:xfrm>
          </p:grpSpPr>
          <p:sp>
            <p:nvSpPr>
              <p:cNvPr id="116053" name="Freeform 119">
                <a:extLst>
                  <a:ext uri="{FF2B5EF4-FFF2-40B4-BE49-F238E27FC236}">
                    <a16:creationId xmlns:a16="http://schemas.microsoft.com/office/drawing/2014/main" id="{39676AED-DA8D-0A43-A476-D4F02CC16AAC}"/>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54" name="Freeform 120">
                <a:extLst>
                  <a:ext uri="{FF2B5EF4-FFF2-40B4-BE49-F238E27FC236}">
                    <a16:creationId xmlns:a16="http://schemas.microsoft.com/office/drawing/2014/main" id="{C204E1CA-C9A5-644C-A0DC-8CAFC7C10426}"/>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55" name="Freeform 121">
                <a:extLst>
                  <a:ext uri="{FF2B5EF4-FFF2-40B4-BE49-F238E27FC236}">
                    <a16:creationId xmlns:a16="http://schemas.microsoft.com/office/drawing/2014/main" id="{456D811B-8D61-2249-A918-0666C49FD238}"/>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56" name="Freeform 122">
                <a:extLst>
                  <a:ext uri="{FF2B5EF4-FFF2-40B4-BE49-F238E27FC236}">
                    <a16:creationId xmlns:a16="http://schemas.microsoft.com/office/drawing/2014/main" id="{FABB18EE-D2DD-924A-BBBA-CE5D4A53DA1B}"/>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57" name="Rectangle 123">
                <a:extLst>
                  <a:ext uri="{FF2B5EF4-FFF2-40B4-BE49-F238E27FC236}">
                    <a16:creationId xmlns:a16="http://schemas.microsoft.com/office/drawing/2014/main" id="{D7700FAD-3665-5C49-BFED-23297ED219F1}"/>
                  </a:ext>
                </a:extLst>
              </p:cNvPr>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58" name="Rectangle 124">
                <a:extLst>
                  <a:ext uri="{FF2B5EF4-FFF2-40B4-BE49-F238E27FC236}">
                    <a16:creationId xmlns:a16="http://schemas.microsoft.com/office/drawing/2014/main" id="{B8C6A132-6464-CD4E-8B6D-3E83B17918EE}"/>
                  </a:ext>
                </a:extLst>
              </p:cNvPr>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59" name="Rectangle 125">
                <a:extLst>
                  <a:ext uri="{FF2B5EF4-FFF2-40B4-BE49-F238E27FC236}">
                    <a16:creationId xmlns:a16="http://schemas.microsoft.com/office/drawing/2014/main" id="{EB607D5C-F3E5-B54F-BA97-88871DD7FE9C}"/>
                  </a:ext>
                </a:extLst>
              </p:cNvPr>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60" name="Line 126">
                <a:extLst>
                  <a:ext uri="{FF2B5EF4-FFF2-40B4-BE49-F238E27FC236}">
                    <a16:creationId xmlns:a16="http://schemas.microsoft.com/office/drawing/2014/main" id="{6E9262AD-CC59-AA43-A90E-4882602D8866}"/>
                  </a:ext>
                </a:extLst>
              </p:cNvPr>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061" name="Group 127">
                <a:extLst>
                  <a:ext uri="{FF2B5EF4-FFF2-40B4-BE49-F238E27FC236}">
                    <a16:creationId xmlns:a16="http://schemas.microsoft.com/office/drawing/2014/main" id="{D205847B-9BBF-C847-ABA8-D7A1D448C78E}"/>
                  </a:ext>
                </a:extLst>
              </p:cNvPr>
              <p:cNvGrpSpPr>
                <a:grpSpLocks/>
              </p:cNvGrpSpPr>
              <p:nvPr/>
            </p:nvGrpSpPr>
            <p:grpSpPr bwMode="auto">
              <a:xfrm>
                <a:off x="101" y="1834"/>
                <a:ext cx="335" cy="51"/>
                <a:chOff x="101" y="1834"/>
                <a:chExt cx="335" cy="51"/>
              </a:xfrm>
            </p:grpSpPr>
            <p:sp>
              <p:nvSpPr>
                <p:cNvPr id="116062" name="Freeform 128">
                  <a:extLst>
                    <a:ext uri="{FF2B5EF4-FFF2-40B4-BE49-F238E27FC236}">
                      <a16:creationId xmlns:a16="http://schemas.microsoft.com/office/drawing/2014/main" id="{D747B539-7E69-9F45-A1E2-2F1123E9405B}"/>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63" name="Freeform 129">
                  <a:extLst>
                    <a:ext uri="{FF2B5EF4-FFF2-40B4-BE49-F238E27FC236}">
                      <a16:creationId xmlns:a16="http://schemas.microsoft.com/office/drawing/2014/main" id="{2E867D6F-EE0F-FC44-8712-E965652509EA}"/>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64" name="Rectangle 130">
                  <a:extLst>
                    <a:ext uri="{FF2B5EF4-FFF2-40B4-BE49-F238E27FC236}">
                      <a16:creationId xmlns:a16="http://schemas.microsoft.com/office/drawing/2014/main" id="{FF22B825-0CBD-F64E-A0ED-8BFCD6F01AD2}"/>
                    </a:ext>
                  </a:extLst>
                </p:cNvPr>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5738" name="Group 131">
            <a:extLst>
              <a:ext uri="{FF2B5EF4-FFF2-40B4-BE49-F238E27FC236}">
                <a16:creationId xmlns:a16="http://schemas.microsoft.com/office/drawing/2014/main" id="{0D5D0A1F-612D-314B-9D30-9281BFE96EB2}"/>
              </a:ext>
            </a:extLst>
          </p:cNvPr>
          <p:cNvGrpSpPr>
            <a:grpSpLocks/>
          </p:cNvGrpSpPr>
          <p:nvPr/>
        </p:nvGrpSpPr>
        <p:grpSpPr bwMode="auto">
          <a:xfrm>
            <a:off x="7261622" y="2743200"/>
            <a:ext cx="379809" cy="385763"/>
            <a:chOff x="5237" y="2322"/>
            <a:chExt cx="343" cy="352"/>
          </a:xfrm>
        </p:grpSpPr>
        <p:grpSp>
          <p:nvGrpSpPr>
            <p:cNvPr id="116025" name="Group 132">
              <a:extLst>
                <a:ext uri="{FF2B5EF4-FFF2-40B4-BE49-F238E27FC236}">
                  <a16:creationId xmlns:a16="http://schemas.microsoft.com/office/drawing/2014/main" id="{BE252965-F0DA-4846-8AC0-B5B8630409E6}"/>
                </a:ext>
              </a:extLst>
            </p:cNvPr>
            <p:cNvGrpSpPr>
              <a:grpSpLocks/>
            </p:cNvGrpSpPr>
            <p:nvPr/>
          </p:nvGrpSpPr>
          <p:grpSpPr bwMode="auto">
            <a:xfrm>
              <a:off x="5245" y="2328"/>
              <a:ext cx="335" cy="346"/>
              <a:chOff x="5245" y="2328"/>
              <a:chExt cx="335" cy="346"/>
            </a:xfrm>
          </p:grpSpPr>
          <p:sp>
            <p:nvSpPr>
              <p:cNvPr id="116039" name="Freeform 133">
                <a:extLst>
                  <a:ext uri="{FF2B5EF4-FFF2-40B4-BE49-F238E27FC236}">
                    <a16:creationId xmlns:a16="http://schemas.microsoft.com/office/drawing/2014/main" id="{4026B99A-E311-CC49-82CC-6ECC99E7EADD}"/>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40" name="Freeform 134">
                <a:extLst>
                  <a:ext uri="{FF2B5EF4-FFF2-40B4-BE49-F238E27FC236}">
                    <a16:creationId xmlns:a16="http://schemas.microsoft.com/office/drawing/2014/main" id="{3DB76D62-872C-254A-906D-0FE69F1DFCB5}"/>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41" name="Freeform 135">
                <a:extLst>
                  <a:ext uri="{FF2B5EF4-FFF2-40B4-BE49-F238E27FC236}">
                    <a16:creationId xmlns:a16="http://schemas.microsoft.com/office/drawing/2014/main" id="{0C2443A7-B02C-0144-98A4-7E7C127399A3}"/>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42" name="Freeform 136">
                <a:extLst>
                  <a:ext uri="{FF2B5EF4-FFF2-40B4-BE49-F238E27FC236}">
                    <a16:creationId xmlns:a16="http://schemas.microsoft.com/office/drawing/2014/main" id="{782DB416-6941-1943-9EBF-94AD474CB24C}"/>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43" name="Rectangle 137">
                <a:extLst>
                  <a:ext uri="{FF2B5EF4-FFF2-40B4-BE49-F238E27FC236}">
                    <a16:creationId xmlns:a16="http://schemas.microsoft.com/office/drawing/2014/main" id="{3B09AC25-F167-2C4D-9F62-8A2D4109E0AB}"/>
                  </a:ext>
                </a:extLst>
              </p:cNvPr>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44" name="Rectangle 138">
                <a:extLst>
                  <a:ext uri="{FF2B5EF4-FFF2-40B4-BE49-F238E27FC236}">
                    <a16:creationId xmlns:a16="http://schemas.microsoft.com/office/drawing/2014/main" id="{90C3581A-8563-3B4C-A93A-C433FA5D8212}"/>
                  </a:ext>
                </a:extLst>
              </p:cNvPr>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45" name="Rectangle 139">
                <a:extLst>
                  <a:ext uri="{FF2B5EF4-FFF2-40B4-BE49-F238E27FC236}">
                    <a16:creationId xmlns:a16="http://schemas.microsoft.com/office/drawing/2014/main" id="{58A8986E-06DC-9043-942B-61F55915A917}"/>
                  </a:ext>
                </a:extLst>
              </p:cNvPr>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46" name="Line 140">
                <a:extLst>
                  <a:ext uri="{FF2B5EF4-FFF2-40B4-BE49-F238E27FC236}">
                    <a16:creationId xmlns:a16="http://schemas.microsoft.com/office/drawing/2014/main" id="{802B17F7-BFDD-514E-9B9F-0FCC0BFD271E}"/>
                  </a:ext>
                </a:extLst>
              </p:cNvPr>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047" name="Group 141">
                <a:extLst>
                  <a:ext uri="{FF2B5EF4-FFF2-40B4-BE49-F238E27FC236}">
                    <a16:creationId xmlns:a16="http://schemas.microsoft.com/office/drawing/2014/main" id="{AC3274B3-0258-9047-916F-FFA467C5633A}"/>
                  </a:ext>
                </a:extLst>
              </p:cNvPr>
              <p:cNvGrpSpPr>
                <a:grpSpLocks/>
              </p:cNvGrpSpPr>
              <p:nvPr/>
            </p:nvGrpSpPr>
            <p:grpSpPr bwMode="auto">
              <a:xfrm>
                <a:off x="5245" y="2624"/>
                <a:ext cx="335" cy="50"/>
                <a:chOff x="5245" y="2624"/>
                <a:chExt cx="335" cy="50"/>
              </a:xfrm>
            </p:grpSpPr>
            <p:sp>
              <p:nvSpPr>
                <p:cNvPr id="116048" name="Freeform 142">
                  <a:extLst>
                    <a:ext uri="{FF2B5EF4-FFF2-40B4-BE49-F238E27FC236}">
                      <a16:creationId xmlns:a16="http://schemas.microsoft.com/office/drawing/2014/main" id="{E93C58C3-BD13-FB4C-A800-4E2C36C89C93}"/>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49" name="Freeform 143">
                  <a:extLst>
                    <a:ext uri="{FF2B5EF4-FFF2-40B4-BE49-F238E27FC236}">
                      <a16:creationId xmlns:a16="http://schemas.microsoft.com/office/drawing/2014/main" id="{200DE2BB-99CB-A645-8B2C-36A9E678E09C}"/>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50" name="Rectangle 144">
                  <a:extLst>
                    <a:ext uri="{FF2B5EF4-FFF2-40B4-BE49-F238E27FC236}">
                      <a16:creationId xmlns:a16="http://schemas.microsoft.com/office/drawing/2014/main" id="{C427C87A-1CF7-0544-87F4-6354A862D106}"/>
                    </a:ext>
                  </a:extLst>
                </p:cNvPr>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6026" name="Group 145">
              <a:extLst>
                <a:ext uri="{FF2B5EF4-FFF2-40B4-BE49-F238E27FC236}">
                  <a16:creationId xmlns:a16="http://schemas.microsoft.com/office/drawing/2014/main" id="{862C8B05-23AA-EA48-8CFA-80AB145AE6F6}"/>
                </a:ext>
              </a:extLst>
            </p:cNvPr>
            <p:cNvGrpSpPr>
              <a:grpSpLocks/>
            </p:cNvGrpSpPr>
            <p:nvPr/>
          </p:nvGrpSpPr>
          <p:grpSpPr bwMode="auto">
            <a:xfrm>
              <a:off x="5237" y="2322"/>
              <a:ext cx="335" cy="346"/>
              <a:chOff x="5237" y="2322"/>
              <a:chExt cx="335" cy="346"/>
            </a:xfrm>
          </p:grpSpPr>
          <p:sp>
            <p:nvSpPr>
              <p:cNvPr id="116027" name="Freeform 146">
                <a:extLst>
                  <a:ext uri="{FF2B5EF4-FFF2-40B4-BE49-F238E27FC236}">
                    <a16:creationId xmlns:a16="http://schemas.microsoft.com/office/drawing/2014/main" id="{455D78D3-0C35-574C-9401-D844FAC27AD7}"/>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28" name="Freeform 147">
                <a:extLst>
                  <a:ext uri="{FF2B5EF4-FFF2-40B4-BE49-F238E27FC236}">
                    <a16:creationId xmlns:a16="http://schemas.microsoft.com/office/drawing/2014/main" id="{2F88FF21-341F-9643-B65E-B2EFB92DDE79}"/>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29" name="Freeform 148">
                <a:extLst>
                  <a:ext uri="{FF2B5EF4-FFF2-40B4-BE49-F238E27FC236}">
                    <a16:creationId xmlns:a16="http://schemas.microsoft.com/office/drawing/2014/main" id="{6C154B37-3990-CF41-8456-014C482C4EE1}"/>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30" name="Freeform 149">
                <a:extLst>
                  <a:ext uri="{FF2B5EF4-FFF2-40B4-BE49-F238E27FC236}">
                    <a16:creationId xmlns:a16="http://schemas.microsoft.com/office/drawing/2014/main" id="{75B2DA4A-6DDB-2546-A971-BB1512D387EE}"/>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31" name="Rectangle 150">
                <a:extLst>
                  <a:ext uri="{FF2B5EF4-FFF2-40B4-BE49-F238E27FC236}">
                    <a16:creationId xmlns:a16="http://schemas.microsoft.com/office/drawing/2014/main" id="{2412E17B-4208-0A4D-8A60-5EBB6612F648}"/>
                  </a:ext>
                </a:extLst>
              </p:cNvPr>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32" name="Rectangle 151">
                <a:extLst>
                  <a:ext uri="{FF2B5EF4-FFF2-40B4-BE49-F238E27FC236}">
                    <a16:creationId xmlns:a16="http://schemas.microsoft.com/office/drawing/2014/main" id="{3E1E7274-66A8-FE45-AF39-8EDA74919137}"/>
                  </a:ext>
                </a:extLst>
              </p:cNvPr>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33" name="Rectangle 152">
                <a:extLst>
                  <a:ext uri="{FF2B5EF4-FFF2-40B4-BE49-F238E27FC236}">
                    <a16:creationId xmlns:a16="http://schemas.microsoft.com/office/drawing/2014/main" id="{815C3BEF-BF53-8C40-ACC4-4388E8D7986C}"/>
                  </a:ext>
                </a:extLst>
              </p:cNvPr>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34" name="Line 153">
                <a:extLst>
                  <a:ext uri="{FF2B5EF4-FFF2-40B4-BE49-F238E27FC236}">
                    <a16:creationId xmlns:a16="http://schemas.microsoft.com/office/drawing/2014/main" id="{BFCD4024-A0F8-FB40-B70C-AB199EA4296B}"/>
                  </a:ext>
                </a:extLst>
              </p:cNvPr>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035" name="Group 154">
                <a:extLst>
                  <a:ext uri="{FF2B5EF4-FFF2-40B4-BE49-F238E27FC236}">
                    <a16:creationId xmlns:a16="http://schemas.microsoft.com/office/drawing/2014/main" id="{1CAA0C60-01E5-AD4A-8AF6-F1871D21EF25}"/>
                  </a:ext>
                </a:extLst>
              </p:cNvPr>
              <p:cNvGrpSpPr>
                <a:grpSpLocks/>
              </p:cNvGrpSpPr>
              <p:nvPr/>
            </p:nvGrpSpPr>
            <p:grpSpPr bwMode="auto">
              <a:xfrm>
                <a:off x="5237" y="2617"/>
                <a:ext cx="335" cy="51"/>
                <a:chOff x="5237" y="2617"/>
                <a:chExt cx="335" cy="51"/>
              </a:xfrm>
            </p:grpSpPr>
            <p:sp>
              <p:nvSpPr>
                <p:cNvPr id="116036" name="Freeform 155">
                  <a:extLst>
                    <a:ext uri="{FF2B5EF4-FFF2-40B4-BE49-F238E27FC236}">
                      <a16:creationId xmlns:a16="http://schemas.microsoft.com/office/drawing/2014/main" id="{6BAE0FFF-FA04-774C-9705-44CF4EB910B3}"/>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37" name="Freeform 156">
                  <a:extLst>
                    <a:ext uri="{FF2B5EF4-FFF2-40B4-BE49-F238E27FC236}">
                      <a16:creationId xmlns:a16="http://schemas.microsoft.com/office/drawing/2014/main" id="{8F9FEA18-7C7A-B44E-BE56-123729737665}"/>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38" name="Rectangle 157">
                  <a:extLst>
                    <a:ext uri="{FF2B5EF4-FFF2-40B4-BE49-F238E27FC236}">
                      <a16:creationId xmlns:a16="http://schemas.microsoft.com/office/drawing/2014/main" id="{4F632EEB-87F5-F84A-A08C-1BF4F0FA13F1}"/>
                    </a:ext>
                  </a:extLst>
                </p:cNvPr>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5739" name="Group 158">
            <a:extLst>
              <a:ext uri="{FF2B5EF4-FFF2-40B4-BE49-F238E27FC236}">
                <a16:creationId xmlns:a16="http://schemas.microsoft.com/office/drawing/2014/main" id="{7D0D9518-7302-6844-BD83-08B906776D44}"/>
              </a:ext>
            </a:extLst>
          </p:cNvPr>
          <p:cNvGrpSpPr>
            <a:grpSpLocks/>
          </p:cNvGrpSpPr>
          <p:nvPr/>
        </p:nvGrpSpPr>
        <p:grpSpPr bwMode="auto">
          <a:xfrm>
            <a:off x="7261622" y="1935956"/>
            <a:ext cx="379809" cy="386954"/>
            <a:chOff x="5237" y="1587"/>
            <a:chExt cx="343" cy="353"/>
          </a:xfrm>
        </p:grpSpPr>
        <p:grpSp>
          <p:nvGrpSpPr>
            <p:cNvPr id="115999" name="Group 159">
              <a:extLst>
                <a:ext uri="{FF2B5EF4-FFF2-40B4-BE49-F238E27FC236}">
                  <a16:creationId xmlns:a16="http://schemas.microsoft.com/office/drawing/2014/main" id="{5B4E15C0-0704-F545-BE82-E9B564CA04C9}"/>
                </a:ext>
              </a:extLst>
            </p:cNvPr>
            <p:cNvGrpSpPr>
              <a:grpSpLocks/>
            </p:cNvGrpSpPr>
            <p:nvPr/>
          </p:nvGrpSpPr>
          <p:grpSpPr bwMode="auto">
            <a:xfrm>
              <a:off x="5245" y="1594"/>
              <a:ext cx="335" cy="346"/>
              <a:chOff x="5245" y="1594"/>
              <a:chExt cx="335" cy="346"/>
            </a:xfrm>
          </p:grpSpPr>
          <p:sp>
            <p:nvSpPr>
              <p:cNvPr id="116013" name="Freeform 160">
                <a:extLst>
                  <a:ext uri="{FF2B5EF4-FFF2-40B4-BE49-F238E27FC236}">
                    <a16:creationId xmlns:a16="http://schemas.microsoft.com/office/drawing/2014/main" id="{E0F00ECA-419E-FA4A-BC79-75CC003808D8}"/>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14" name="Freeform 161">
                <a:extLst>
                  <a:ext uri="{FF2B5EF4-FFF2-40B4-BE49-F238E27FC236}">
                    <a16:creationId xmlns:a16="http://schemas.microsoft.com/office/drawing/2014/main" id="{29A123B9-F5A1-694D-B36A-F39B7251BC86}"/>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15" name="Freeform 162">
                <a:extLst>
                  <a:ext uri="{FF2B5EF4-FFF2-40B4-BE49-F238E27FC236}">
                    <a16:creationId xmlns:a16="http://schemas.microsoft.com/office/drawing/2014/main" id="{7F141078-D18D-9A40-96B6-6130A18378EE}"/>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16" name="Freeform 163">
                <a:extLst>
                  <a:ext uri="{FF2B5EF4-FFF2-40B4-BE49-F238E27FC236}">
                    <a16:creationId xmlns:a16="http://schemas.microsoft.com/office/drawing/2014/main" id="{BA196D72-F509-A14A-BA33-85767E155EAC}"/>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17" name="Rectangle 164">
                <a:extLst>
                  <a:ext uri="{FF2B5EF4-FFF2-40B4-BE49-F238E27FC236}">
                    <a16:creationId xmlns:a16="http://schemas.microsoft.com/office/drawing/2014/main" id="{D846266C-8DD4-6E45-B74F-9468EF91AA7A}"/>
                  </a:ext>
                </a:extLst>
              </p:cNvPr>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18" name="Rectangle 165">
                <a:extLst>
                  <a:ext uri="{FF2B5EF4-FFF2-40B4-BE49-F238E27FC236}">
                    <a16:creationId xmlns:a16="http://schemas.microsoft.com/office/drawing/2014/main" id="{8D2B59F8-4956-5545-A782-80A7C7DFD1F3}"/>
                  </a:ext>
                </a:extLst>
              </p:cNvPr>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19" name="Rectangle 166">
                <a:extLst>
                  <a:ext uri="{FF2B5EF4-FFF2-40B4-BE49-F238E27FC236}">
                    <a16:creationId xmlns:a16="http://schemas.microsoft.com/office/drawing/2014/main" id="{8BD29EBA-2160-B347-BBF7-D24657A7ECCC}"/>
                  </a:ext>
                </a:extLst>
              </p:cNvPr>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20" name="Line 167">
                <a:extLst>
                  <a:ext uri="{FF2B5EF4-FFF2-40B4-BE49-F238E27FC236}">
                    <a16:creationId xmlns:a16="http://schemas.microsoft.com/office/drawing/2014/main" id="{A589CB7F-2C7E-E94A-9722-F1301B83C1CA}"/>
                  </a:ext>
                </a:extLst>
              </p:cNvPr>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021" name="Group 168">
                <a:extLst>
                  <a:ext uri="{FF2B5EF4-FFF2-40B4-BE49-F238E27FC236}">
                    <a16:creationId xmlns:a16="http://schemas.microsoft.com/office/drawing/2014/main" id="{90E0778C-9A42-A34D-A50A-81D3CDFBFAF6}"/>
                  </a:ext>
                </a:extLst>
              </p:cNvPr>
              <p:cNvGrpSpPr>
                <a:grpSpLocks/>
              </p:cNvGrpSpPr>
              <p:nvPr/>
            </p:nvGrpSpPr>
            <p:grpSpPr bwMode="auto">
              <a:xfrm>
                <a:off x="5245" y="1889"/>
                <a:ext cx="335" cy="51"/>
                <a:chOff x="5245" y="1889"/>
                <a:chExt cx="335" cy="51"/>
              </a:xfrm>
            </p:grpSpPr>
            <p:sp>
              <p:nvSpPr>
                <p:cNvPr id="116022" name="Freeform 169">
                  <a:extLst>
                    <a:ext uri="{FF2B5EF4-FFF2-40B4-BE49-F238E27FC236}">
                      <a16:creationId xmlns:a16="http://schemas.microsoft.com/office/drawing/2014/main" id="{89ECB99E-906E-2F4F-9527-8803397418F6}"/>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23" name="Freeform 170">
                  <a:extLst>
                    <a:ext uri="{FF2B5EF4-FFF2-40B4-BE49-F238E27FC236}">
                      <a16:creationId xmlns:a16="http://schemas.microsoft.com/office/drawing/2014/main" id="{316EE8B5-A23E-D649-84EE-62C50CCEB94A}"/>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24" name="Rectangle 171">
                  <a:extLst>
                    <a:ext uri="{FF2B5EF4-FFF2-40B4-BE49-F238E27FC236}">
                      <a16:creationId xmlns:a16="http://schemas.microsoft.com/office/drawing/2014/main" id="{7606BE69-27D4-0041-96A7-FC186E0962F9}"/>
                    </a:ext>
                  </a:extLst>
                </p:cNvPr>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6000" name="Group 172">
              <a:extLst>
                <a:ext uri="{FF2B5EF4-FFF2-40B4-BE49-F238E27FC236}">
                  <a16:creationId xmlns:a16="http://schemas.microsoft.com/office/drawing/2014/main" id="{ECA6E69D-9A26-3945-8FB8-4CD32C5680C8}"/>
                </a:ext>
              </a:extLst>
            </p:cNvPr>
            <p:cNvGrpSpPr>
              <a:grpSpLocks/>
            </p:cNvGrpSpPr>
            <p:nvPr/>
          </p:nvGrpSpPr>
          <p:grpSpPr bwMode="auto">
            <a:xfrm>
              <a:off x="5237" y="1587"/>
              <a:ext cx="335" cy="346"/>
              <a:chOff x="5237" y="1587"/>
              <a:chExt cx="335" cy="346"/>
            </a:xfrm>
          </p:grpSpPr>
          <p:sp>
            <p:nvSpPr>
              <p:cNvPr id="116001" name="Freeform 173">
                <a:extLst>
                  <a:ext uri="{FF2B5EF4-FFF2-40B4-BE49-F238E27FC236}">
                    <a16:creationId xmlns:a16="http://schemas.microsoft.com/office/drawing/2014/main" id="{B62E8C47-9C1B-BC41-8654-4FDA807D9FEA}"/>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02" name="Freeform 174">
                <a:extLst>
                  <a:ext uri="{FF2B5EF4-FFF2-40B4-BE49-F238E27FC236}">
                    <a16:creationId xmlns:a16="http://schemas.microsoft.com/office/drawing/2014/main" id="{8CCCDA06-2E1B-534D-980D-E1D80D654C2D}"/>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03" name="Freeform 175">
                <a:extLst>
                  <a:ext uri="{FF2B5EF4-FFF2-40B4-BE49-F238E27FC236}">
                    <a16:creationId xmlns:a16="http://schemas.microsoft.com/office/drawing/2014/main" id="{1B85CB8C-BDE0-D84C-B330-617B001FDB75}"/>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04" name="Freeform 176">
                <a:extLst>
                  <a:ext uri="{FF2B5EF4-FFF2-40B4-BE49-F238E27FC236}">
                    <a16:creationId xmlns:a16="http://schemas.microsoft.com/office/drawing/2014/main" id="{1E026F1A-3BA2-944A-82D7-D6D3D7F0B191}"/>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05" name="Rectangle 177">
                <a:extLst>
                  <a:ext uri="{FF2B5EF4-FFF2-40B4-BE49-F238E27FC236}">
                    <a16:creationId xmlns:a16="http://schemas.microsoft.com/office/drawing/2014/main" id="{A553BA42-7328-EE48-8810-F4FD70FB0189}"/>
                  </a:ext>
                </a:extLst>
              </p:cNvPr>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06" name="Rectangle 178">
                <a:extLst>
                  <a:ext uri="{FF2B5EF4-FFF2-40B4-BE49-F238E27FC236}">
                    <a16:creationId xmlns:a16="http://schemas.microsoft.com/office/drawing/2014/main" id="{DE180210-9C94-BA45-8059-2B88F6C396EA}"/>
                  </a:ext>
                </a:extLst>
              </p:cNvPr>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07" name="Rectangle 179">
                <a:extLst>
                  <a:ext uri="{FF2B5EF4-FFF2-40B4-BE49-F238E27FC236}">
                    <a16:creationId xmlns:a16="http://schemas.microsoft.com/office/drawing/2014/main" id="{BAAE276C-6EA1-ED40-8782-45E27848C262}"/>
                  </a:ext>
                </a:extLst>
              </p:cNvPr>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08" name="Line 180">
                <a:extLst>
                  <a:ext uri="{FF2B5EF4-FFF2-40B4-BE49-F238E27FC236}">
                    <a16:creationId xmlns:a16="http://schemas.microsoft.com/office/drawing/2014/main" id="{EF066743-0955-F749-850F-B9B85A50D657}"/>
                  </a:ext>
                </a:extLst>
              </p:cNvPr>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009" name="Group 181">
                <a:extLst>
                  <a:ext uri="{FF2B5EF4-FFF2-40B4-BE49-F238E27FC236}">
                    <a16:creationId xmlns:a16="http://schemas.microsoft.com/office/drawing/2014/main" id="{7D9FC214-2852-404F-B3B8-987DA4F80311}"/>
                  </a:ext>
                </a:extLst>
              </p:cNvPr>
              <p:cNvGrpSpPr>
                <a:grpSpLocks/>
              </p:cNvGrpSpPr>
              <p:nvPr/>
            </p:nvGrpSpPr>
            <p:grpSpPr bwMode="auto">
              <a:xfrm>
                <a:off x="5237" y="1883"/>
                <a:ext cx="335" cy="50"/>
                <a:chOff x="5237" y="1883"/>
                <a:chExt cx="335" cy="50"/>
              </a:xfrm>
            </p:grpSpPr>
            <p:sp>
              <p:nvSpPr>
                <p:cNvPr id="116010" name="Freeform 182">
                  <a:extLst>
                    <a:ext uri="{FF2B5EF4-FFF2-40B4-BE49-F238E27FC236}">
                      <a16:creationId xmlns:a16="http://schemas.microsoft.com/office/drawing/2014/main" id="{093137EE-37B7-854C-9CAC-AC528528FFDA}"/>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11" name="Freeform 183">
                  <a:extLst>
                    <a:ext uri="{FF2B5EF4-FFF2-40B4-BE49-F238E27FC236}">
                      <a16:creationId xmlns:a16="http://schemas.microsoft.com/office/drawing/2014/main" id="{8EE44D9F-9593-EB49-A48C-3850A36F1B56}"/>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12" name="Rectangle 184">
                  <a:extLst>
                    <a:ext uri="{FF2B5EF4-FFF2-40B4-BE49-F238E27FC236}">
                      <a16:creationId xmlns:a16="http://schemas.microsoft.com/office/drawing/2014/main" id="{5745C779-C12B-9C4C-A388-18B0FD2E793A}"/>
                    </a:ext>
                  </a:extLst>
                </p:cNvPr>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5740" name="Rectangle 185">
            <a:extLst>
              <a:ext uri="{FF2B5EF4-FFF2-40B4-BE49-F238E27FC236}">
                <a16:creationId xmlns:a16="http://schemas.microsoft.com/office/drawing/2014/main" id="{A4B2EF05-3438-F746-B88B-65859E69406F}"/>
              </a:ext>
            </a:extLst>
          </p:cNvPr>
          <p:cNvSpPr>
            <a:spLocks noChangeArrowheads="1"/>
          </p:cNvSpPr>
          <p:nvPr/>
        </p:nvSpPr>
        <p:spPr bwMode="auto">
          <a:xfrm>
            <a:off x="2568179" y="1440656"/>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41" name="Rectangle 186">
            <a:extLst>
              <a:ext uri="{FF2B5EF4-FFF2-40B4-BE49-F238E27FC236}">
                <a16:creationId xmlns:a16="http://schemas.microsoft.com/office/drawing/2014/main" id="{71E5D9A3-4FD1-BE45-9A7B-07C49EBE60AD}"/>
              </a:ext>
            </a:extLst>
          </p:cNvPr>
          <p:cNvSpPr>
            <a:spLocks noChangeArrowheads="1"/>
          </p:cNvSpPr>
          <p:nvPr/>
        </p:nvSpPr>
        <p:spPr bwMode="auto">
          <a:xfrm>
            <a:off x="2900363" y="1743075"/>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222.1.1.</a:t>
            </a:r>
            <a:endParaRPr kumimoji="1" lang="en-US" altLang="zh-CN" sz="1500">
              <a:latin typeface="Arial" panose="020B0604020202020204" pitchFamily="34" charset="0"/>
              <a:ea typeface="宋体" panose="02010600030101010101" pitchFamily="2" charset="-122"/>
            </a:endParaRPr>
          </a:p>
        </p:txBody>
      </p:sp>
      <p:sp>
        <p:nvSpPr>
          <p:cNvPr id="115742" name="Rectangle 187">
            <a:extLst>
              <a:ext uri="{FF2B5EF4-FFF2-40B4-BE49-F238E27FC236}">
                <a16:creationId xmlns:a16="http://schemas.microsoft.com/office/drawing/2014/main" id="{5FB99161-5B98-924F-B654-FD8FB6DF6986}"/>
              </a:ext>
            </a:extLst>
          </p:cNvPr>
          <p:cNvSpPr>
            <a:spLocks noChangeArrowheads="1"/>
          </p:cNvSpPr>
          <p:nvPr/>
        </p:nvSpPr>
        <p:spPr bwMode="auto">
          <a:xfrm>
            <a:off x="3819526" y="1112044"/>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43" name="Rectangle 188">
            <a:extLst>
              <a:ext uri="{FF2B5EF4-FFF2-40B4-BE49-F238E27FC236}">
                <a16:creationId xmlns:a16="http://schemas.microsoft.com/office/drawing/2014/main" id="{3F1BDE5A-18FE-C546-9501-4BB033D83129}"/>
              </a:ext>
            </a:extLst>
          </p:cNvPr>
          <p:cNvSpPr>
            <a:spLocks noChangeArrowheads="1"/>
          </p:cNvSpPr>
          <p:nvPr/>
        </p:nvSpPr>
        <p:spPr bwMode="auto">
          <a:xfrm>
            <a:off x="3756423"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222.1.1.1</a:t>
            </a:r>
          </a:p>
        </p:txBody>
      </p:sp>
      <p:sp>
        <p:nvSpPr>
          <p:cNvPr id="115744" name="Rectangle 189">
            <a:extLst>
              <a:ext uri="{FF2B5EF4-FFF2-40B4-BE49-F238E27FC236}">
                <a16:creationId xmlns:a16="http://schemas.microsoft.com/office/drawing/2014/main" id="{FCA29452-6721-914A-B758-9B3C5A89CB3D}"/>
              </a:ext>
            </a:extLst>
          </p:cNvPr>
          <p:cNvSpPr>
            <a:spLocks noChangeArrowheads="1"/>
          </p:cNvSpPr>
          <p:nvPr/>
        </p:nvSpPr>
        <p:spPr bwMode="auto">
          <a:xfrm>
            <a:off x="4978004"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45" name="Rectangle 190">
            <a:extLst>
              <a:ext uri="{FF2B5EF4-FFF2-40B4-BE49-F238E27FC236}">
                <a16:creationId xmlns:a16="http://schemas.microsoft.com/office/drawing/2014/main" id="{58AC34D3-C5E6-6544-BF7B-077295933A52}"/>
              </a:ext>
            </a:extLst>
          </p:cNvPr>
          <p:cNvSpPr>
            <a:spLocks noChangeArrowheads="1"/>
          </p:cNvSpPr>
          <p:nvPr/>
        </p:nvSpPr>
        <p:spPr bwMode="auto">
          <a:xfrm>
            <a:off x="4898232"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222.1.1.2</a:t>
            </a:r>
          </a:p>
        </p:txBody>
      </p:sp>
      <p:sp>
        <p:nvSpPr>
          <p:cNvPr id="115746" name="Rectangle 191">
            <a:extLst>
              <a:ext uri="{FF2B5EF4-FFF2-40B4-BE49-F238E27FC236}">
                <a16:creationId xmlns:a16="http://schemas.microsoft.com/office/drawing/2014/main" id="{F3876F9D-A947-5E4F-9BD6-2DC2152E72E9}"/>
              </a:ext>
            </a:extLst>
          </p:cNvPr>
          <p:cNvSpPr>
            <a:spLocks noChangeArrowheads="1"/>
          </p:cNvSpPr>
          <p:nvPr/>
        </p:nvSpPr>
        <p:spPr bwMode="auto">
          <a:xfrm>
            <a:off x="6173392"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47" name="Rectangle 192">
            <a:extLst>
              <a:ext uri="{FF2B5EF4-FFF2-40B4-BE49-F238E27FC236}">
                <a16:creationId xmlns:a16="http://schemas.microsoft.com/office/drawing/2014/main" id="{5DCA3EA2-D362-3F48-A665-9C4DDEE7FA3A}"/>
              </a:ext>
            </a:extLst>
          </p:cNvPr>
          <p:cNvSpPr>
            <a:spLocks noChangeArrowheads="1"/>
          </p:cNvSpPr>
          <p:nvPr/>
        </p:nvSpPr>
        <p:spPr bwMode="auto">
          <a:xfrm>
            <a:off x="6059091" y="10596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222.1.1.3</a:t>
            </a:r>
          </a:p>
        </p:txBody>
      </p:sp>
      <p:sp>
        <p:nvSpPr>
          <p:cNvPr id="115748" name="Rectangle 193">
            <a:extLst>
              <a:ext uri="{FF2B5EF4-FFF2-40B4-BE49-F238E27FC236}">
                <a16:creationId xmlns:a16="http://schemas.microsoft.com/office/drawing/2014/main" id="{4FE46FA1-E741-F24F-B606-92152FD09BF6}"/>
              </a:ext>
            </a:extLst>
          </p:cNvPr>
          <p:cNvSpPr>
            <a:spLocks noChangeArrowheads="1"/>
          </p:cNvSpPr>
          <p:nvPr/>
        </p:nvSpPr>
        <p:spPr bwMode="auto">
          <a:xfrm>
            <a:off x="4269581" y="1603772"/>
            <a:ext cx="20241" cy="40362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5749" name="Group 194">
            <a:extLst>
              <a:ext uri="{FF2B5EF4-FFF2-40B4-BE49-F238E27FC236}">
                <a16:creationId xmlns:a16="http://schemas.microsoft.com/office/drawing/2014/main" id="{0B2561BC-C2D1-4E46-AB33-CA11D29059C9}"/>
              </a:ext>
            </a:extLst>
          </p:cNvPr>
          <p:cNvGrpSpPr>
            <a:grpSpLocks/>
          </p:cNvGrpSpPr>
          <p:nvPr/>
        </p:nvGrpSpPr>
        <p:grpSpPr bwMode="auto">
          <a:xfrm>
            <a:off x="4010025" y="1972866"/>
            <a:ext cx="485775" cy="289322"/>
            <a:chOff x="2299" y="1622"/>
            <a:chExt cx="439" cy="262"/>
          </a:xfrm>
        </p:grpSpPr>
        <p:sp>
          <p:nvSpPr>
            <p:cNvPr id="115974" name="Oval 195">
              <a:extLst>
                <a:ext uri="{FF2B5EF4-FFF2-40B4-BE49-F238E27FC236}">
                  <a16:creationId xmlns:a16="http://schemas.microsoft.com/office/drawing/2014/main" id="{88E08804-C189-F048-BAC1-D5F62AB504CF}"/>
                </a:ext>
              </a:extLst>
            </p:cNvPr>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75" name="Rectangle 196">
              <a:extLst>
                <a:ext uri="{FF2B5EF4-FFF2-40B4-BE49-F238E27FC236}">
                  <a16:creationId xmlns:a16="http://schemas.microsoft.com/office/drawing/2014/main" id="{C1324189-9CC6-D14B-B46F-922B4E83B7E7}"/>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76" name="Rectangle 197">
              <a:extLst>
                <a:ext uri="{FF2B5EF4-FFF2-40B4-BE49-F238E27FC236}">
                  <a16:creationId xmlns:a16="http://schemas.microsoft.com/office/drawing/2014/main" id="{AC898E94-62DF-6342-B507-6A0591F73E8E}"/>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77" name="Oval 198">
              <a:extLst>
                <a:ext uri="{FF2B5EF4-FFF2-40B4-BE49-F238E27FC236}">
                  <a16:creationId xmlns:a16="http://schemas.microsoft.com/office/drawing/2014/main" id="{E01A1B5F-7B4D-8444-9BBA-14E13653D4BF}"/>
                </a:ext>
              </a:extLst>
            </p:cNvPr>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5978" name="Group 199">
              <a:extLst>
                <a:ext uri="{FF2B5EF4-FFF2-40B4-BE49-F238E27FC236}">
                  <a16:creationId xmlns:a16="http://schemas.microsoft.com/office/drawing/2014/main" id="{0F0F2B96-D531-6F45-993E-E2EC962CA7C9}"/>
                </a:ext>
              </a:extLst>
            </p:cNvPr>
            <p:cNvGrpSpPr>
              <a:grpSpLocks/>
            </p:cNvGrpSpPr>
            <p:nvPr/>
          </p:nvGrpSpPr>
          <p:grpSpPr bwMode="auto">
            <a:xfrm>
              <a:off x="2365" y="1640"/>
              <a:ext cx="304" cy="117"/>
              <a:chOff x="2365" y="1640"/>
              <a:chExt cx="304" cy="117"/>
            </a:xfrm>
          </p:grpSpPr>
          <p:grpSp>
            <p:nvGrpSpPr>
              <p:cNvPr id="115981" name="Group 200">
                <a:extLst>
                  <a:ext uri="{FF2B5EF4-FFF2-40B4-BE49-F238E27FC236}">
                    <a16:creationId xmlns:a16="http://schemas.microsoft.com/office/drawing/2014/main" id="{15EF6D51-67F3-F448-A764-4691AA49A3F6}"/>
                  </a:ext>
                </a:extLst>
              </p:cNvPr>
              <p:cNvGrpSpPr>
                <a:grpSpLocks/>
              </p:cNvGrpSpPr>
              <p:nvPr/>
            </p:nvGrpSpPr>
            <p:grpSpPr bwMode="auto">
              <a:xfrm>
                <a:off x="2365" y="1640"/>
                <a:ext cx="302" cy="115"/>
                <a:chOff x="2365" y="1640"/>
                <a:chExt cx="302" cy="115"/>
              </a:xfrm>
            </p:grpSpPr>
            <p:sp>
              <p:nvSpPr>
                <p:cNvPr id="115991" name="Freeform 201">
                  <a:extLst>
                    <a:ext uri="{FF2B5EF4-FFF2-40B4-BE49-F238E27FC236}">
                      <a16:creationId xmlns:a16="http://schemas.microsoft.com/office/drawing/2014/main" id="{F7BD0B2D-DF3E-CE4D-807F-61B0FC64AC53}"/>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92" name="Freeform 202">
                  <a:extLst>
                    <a:ext uri="{FF2B5EF4-FFF2-40B4-BE49-F238E27FC236}">
                      <a16:creationId xmlns:a16="http://schemas.microsoft.com/office/drawing/2014/main" id="{4FBE2793-C6ED-1340-BD3E-AEEDF6CA5542}"/>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93" name="Freeform 203">
                  <a:extLst>
                    <a:ext uri="{FF2B5EF4-FFF2-40B4-BE49-F238E27FC236}">
                      <a16:creationId xmlns:a16="http://schemas.microsoft.com/office/drawing/2014/main" id="{4A2242B4-A099-6745-AAEE-615B50A60929}"/>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94" name="Freeform 204">
                  <a:extLst>
                    <a:ext uri="{FF2B5EF4-FFF2-40B4-BE49-F238E27FC236}">
                      <a16:creationId xmlns:a16="http://schemas.microsoft.com/office/drawing/2014/main" id="{10A6D431-20FD-E74F-BBB8-77F037079B4B}"/>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95" name="Freeform 205">
                  <a:extLst>
                    <a:ext uri="{FF2B5EF4-FFF2-40B4-BE49-F238E27FC236}">
                      <a16:creationId xmlns:a16="http://schemas.microsoft.com/office/drawing/2014/main" id="{E813344A-9DC7-C94C-980B-6871EBB6AC56}"/>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96" name="Freeform 206">
                  <a:extLst>
                    <a:ext uri="{FF2B5EF4-FFF2-40B4-BE49-F238E27FC236}">
                      <a16:creationId xmlns:a16="http://schemas.microsoft.com/office/drawing/2014/main" id="{F1F11F0B-4F90-FD49-A9DA-A82FDEA17CE5}"/>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97" name="Freeform 207">
                  <a:extLst>
                    <a:ext uri="{FF2B5EF4-FFF2-40B4-BE49-F238E27FC236}">
                      <a16:creationId xmlns:a16="http://schemas.microsoft.com/office/drawing/2014/main" id="{5EA77F71-0271-0B45-8C80-E3CDEA770717}"/>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98" name="Freeform 208">
                  <a:extLst>
                    <a:ext uri="{FF2B5EF4-FFF2-40B4-BE49-F238E27FC236}">
                      <a16:creationId xmlns:a16="http://schemas.microsoft.com/office/drawing/2014/main" id="{4F5F8AAE-62DD-2D4B-95C5-63B011FF135A}"/>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5982" name="Group 209">
                <a:extLst>
                  <a:ext uri="{FF2B5EF4-FFF2-40B4-BE49-F238E27FC236}">
                    <a16:creationId xmlns:a16="http://schemas.microsoft.com/office/drawing/2014/main" id="{8DF61345-DF98-7048-8192-42CBEE3F6C9F}"/>
                  </a:ext>
                </a:extLst>
              </p:cNvPr>
              <p:cNvGrpSpPr>
                <a:grpSpLocks/>
              </p:cNvGrpSpPr>
              <p:nvPr/>
            </p:nvGrpSpPr>
            <p:grpSpPr bwMode="auto">
              <a:xfrm>
                <a:off x="2368" y="1643"/>
                <a:ext cx="301" cy="114"/>
                <a:chOff x="2368" y="1643"/>
                <a:chExt cx="301" cy="114"/>
              </a:xfrm>
            </p:grpSpPr>
            <p:sp>
              <p:nvSpPr>
                <p:cNvPr id="115983" name="Freeform 210">
                  <a:extLst>
                    <a:ext uri="{FF2B5EF4-FFF2-40B4-BE49-F238E27FC236}">
                      <a16:creationId xmlns:a16="http://schemas.microsoft.com/office/drawing/2014/main" id="{38754C37-AEC7-3444-BDE4-7CBC1EB132D3}"/>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84" name="Freeform 211">
                  <a:extLst>
                    <a:ext uri="{FF2B5EF4-FFF2-40B4-BE49-F238E27FC236}">
                      <a16:creationId xmlns:a16="http://schemas.microsoft.com/office/drawing/2014/main" id="{BE1A5C2F-B32D-374B-A44C-4E725A74F45F}"/>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85" name="Freeform 212">
                  <a:extLst>
                    <a:ext uri="{FF2B5EF4-FFF2-40B4-BE49-F238E27FC236}">
                      <a16:creationId xmlns:a16="http://schemas.microsoft.com/office/drawing/2014/main" id="{F1ABCFAB-47A7-AD4A-9653-DA0DEB573D09}"/>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86" name="Freeform 213">
                  <a:extLst>
                    <a:ext uri="{FF2B5EF4-FFF2-40B4-BE49-F238E27FC236}">
                      <a16:creationId xmlns:a16="http://schemas.microsoft.com/office/drawing/2014/main" id="{01BA7FB0-AD2D-2B42-953D-A0B5652F0771}"/>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87" name="Freeform 214">
                  <a:extLst>
                    <a:ext uri="{FF2B5EF4-FFF2-40B4-BE49-F238E27FC236}">
                      <a16:creationId xmlns:a16="http://schemas.microsoft.com/office/drawing/2014/main" id="{1AB72A1F-5A96-A84F-9FF1-CA7971F10738}"/>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88" name="Freeform 215">
                  <a:extLst>
                    <a:ext uri="{FF2B5EF4-FFF2-40B4-BE49-F238E27FC236}">
                      <a16:creationId xmlns:a16="http://schemas.microsoft.com/office/drawing/2014/main" id="{EB22FA8F-933D-1640-A524-FFFD82BB83BE}"/>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89" name="Freeform 216">
                  <a:extLst>
                    <a:ext uri="{FF2B5EF4-FFF2-40B4-BE49-F238E27FC236}">
                      <a16:creationId xmlns:a16="http://schemas.microsoft.com/office/drawing/2014/main" id="{29FDD4B8-5381-9F48-8FC8-EED543AD1C6F}"/>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90" name="Freeform 217">
                  <a:extLst>
                    <a:ext uri="{FF2B5EF4-FFF2-40B4-BE49-F238E27FC236}">
                      <a16:creationId xmlns:a16="http://schemas.microsoft.com/office/drawing/2014/main" id="{5F1A57D4-D4A0-5146-A292-725108EF62A9}"/>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5979" name="Line 218">
              <a:extLst>
                <a:ext uri="{FF2B5EF4-FFF2-40B4-BE49-F238E27FC236}">
                  <a16:creationId xmlns:a16="http://schemas.microsoft.com/office/drawing/2014/main" id="{799C4F90-B04C-AF45-8569-DD021156AE51}"/>
                </a:ext>
              </a:extLst>
            </p:cNvPr>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980" name="Line 219">
              <a:extLst>
                <a:ext uri="{FF2B5EF4-FFF2-40B4-BE49-F238E27FC236}">
                  <a16:creationId xmlns:a16="http://schemas.microsoft.com/office/drawing/2014/main" id="{A2A31C05-B874-3E4E-8A65-84ADD845E3A2}"/>
                </a:ext>
              </a:extLst>
            </p:cNvPr>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5750" name="Rectangle 220">
            <a:extLst>
              <a:ext uri="{FF2B5EF4-FFF2-40B4-BE49-F238E27FC236}">
                <a16:creationId xmlns:a16="http://schemas.microsoft.com/office/drawing/2014/main" id="{0FF8D4E5-C628-4C47-AE9B-1DD2FEBAB628}"/>
              </a:ext>
            </a:extLst>
          </p:cNvPr>
          <p:cNvSpPr>
            <a:spLocks noChangeArrowheads="1"/>
          </p:cNvSpPr>
          <p:nvPr/>
        </p:nvSpPr>
        <p:spPr bwMode="auto">
          <a:xfrm>
            <a:off x="4351735" y="1778794"/>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51" name="Rectangle 221">
            <a:extLst>
              <a:ext uri="{FF2B5EF4-FFF2-40B4-BE49-F238E27FC236}">
                <a16:creationId xmlns:a16="http://schemas.microsoft.com/office/drawing/2014/main" id="{E29E498B-175C-BF44-8D1C-E4E02C397BCC}"/>
              </a:ext>
            </a:extLst>
          </p:cNvPr>
          <p:cNvSpPr>
            <a:spLocks noChangeArrowheads="1"/>
          </p:cNvSpPr>
          <p:nvPr/>
        </p:nvSpPr>
        <p:spPr bwMode="auto">
          <a:xfrm>
            <a:off x="4406504" y="1785938"/>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222.1.1.4</a:t>
            </a:r>
          </a:p>
        </p:txBody>
      </p:sp>
      <p:sp>
        <p:nvSpPr>
          <p:cNvPr id="115752" name="Rectangle 222">
            <a:extLst>
              <a:ext uri="{FF2B5EF4-FFF2-40B4-BE49-F238E27FC236}">
                <a16:creationId xmlns:a16="http://schemas.microsoft.com/office/drawing/2014/main" id="{1948C4FE-0709-CF46-A7E8-712B28CD8DF5}"/>
              </a:ext>
            </a:extLst>
          </p:cNvPr>
          <p:cNvSpPr>
            <a:spLocks noChangeArrowheads="1"/>
          </p:cNvSpPr>
          <p:nvPr/>
        </p:nvSpPr>
        <p:spPr bwMode="auto">
          <a:xfrm>
            <a:off x="3727847" y="1889523"/>
            <a:ext cx="309563" cy="263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53" name="Rectangle 223">
            <a:extLst>
              <a:ext uri="{FF2B5EF4-FFF2-40B4-BE49-F238E27FC236}">
                <a16:creationId xmlns:a16="http://schemas.microsoft.com/office/drawing/2014/main" id="{3992A3A7-F1D4-2549-B177-C011AA89E781}"/>
              </a:ext>
            </a:extLst>
          </p:cNvPr>
          <p:cNvSpPr>
            <a:spLocks noChangeArrowheads="1"/>
          </p:cNvSpPr>
          <p:nvPr/>
        </p:nvSpPr>
        <p:spPr bwMode="auto">
          <a:xfrm>
            <a:off x="3805237" y="1882379"/>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5754" name="Oval 224">
            <a:extLst>
              <a:ext uri="{FF2B5EF4-FFF2-40B4-BE49-F238E27FC236}">
                <a16:creationId xmlns:a16="http://schemas.microsoft.com/office/drawing/2014/main" id="{CAA16208-1108-154E-AFAA-F699CE5960DD}"/>
              </a:ext>
            </a:extLst>
          </p:cNvPr>
          <p:cNvSpPr>
            <a:spLocks noChangeArrowheads="1"/>
          </p:cNvSpPr>
          <p:nvPr/>
        </p:nvSpPr>
        <p:spPr bwMode="auto">
          <a:xfrm>
            <a:off x="4239816" y="181689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55" name="Rectangle 225">
            <a:extLst>
              <a:ext uri="{FF2B5EF4-FFF2-40B4-BE49-F238E27FC236}">
                <a16:creationId xmlns:a16="http://schemas.microsoft.com/office/drawing/2014/main" id="{AD144D18-7D9F-6543-8288-3300A494EFEF}"/>
              </a:ext>
            </a:extLst>
          </p:cNvPr>
          <p:cNvSpPr>
            <a:spLocks noChangeArrowheads="1"/>
          </p:cNvSpPr>
          <p:nvPr/>
        </p:nvSpPr>
        <p:spPr bwMode="auto">
          <a:xfrm>
            <a:off x="2624138" y="1212056"/>
            <a:ext cx="5405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56" name="Oval 226">
            <a:extLst>
              <a:ext uri="{FF2B5EF4-FFF2-40B4-BE49-F238E27FC236}">
                <a16:creationId xmlns:a16="http://schemas.microsoft.com/office/drawing/2014/main" id="{575FAD6E-8CED-DF47-B8C6-AD44B73A2F9C}"/>
              </a:ext>
            </a:extLst>
          </p:cNvPr>
          <p:cNvSpPr>
            <a:spLocks noChangeArrowheads="1"/>
          </p:cNvSpPr>
          <p:nvPr/>
        </p:nvSpPr>
        <p:spPr bwMode="auto">
          <a:xfrm>
            <a:off x="6983016" y="30503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57" name="Oval 227">
            <a:extLst>
              <a:ext uri="{FF2B5EF4-FFF2-40B4-BE49-F238E27FC236}">
                <a16:creationId xmlns:a16="http://schemas.microsoft.com/office/drawing/2014/main" id="{03CBC941-5091-AC40-A192-BE5449C0DD00}"/>
              </a:ext>
            </a:extLst>
          </p:cNvPr>
          <p:cNvSpPr>
            <a:spLocks noChangeArrowheads="1"/>
          </p:cNvSpPr>
          <p:nvPr/>
        </p:nvSpPr>
        <p:spPr bwMode="auto">
          <a:xfrm>
            <a:off x="6986588" y="2220517"/>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58" name="Rectangle 228">
            <a:extLst>
              <a:ext uri="{FF2B5EF4-FFF2-40B4-BE49-F238E27FC236}">
                <a16:creationId xmlns:a16="http://schemas.microsoft.com/office/drawing/2014/main" id="{97B44BE0-728E-4749-BEAD-9F79DDC2C522}"/>
              </a:ext>
            </a:extLst>
          </p:cNvPr>
          <p:cNvSpPr>
            <a:spLocks noChangeArrowheads="1"/>
          </p:cNvSpPr>
          <p:nvPr/>
        </p:nvSpPr>
        <p:spPr bwMode="auto">
          <a:xfrm>
            <a:off x="5897166" y="2764632"/>
            <a:ext cx="757238"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59" name="Rectangle 229">
            <a:extLst>
              <a:ext uri="{FF2B5EF4-FFF2-40B4-BE49-F238E27FC236}">
                <a16:creationId xmlns:a16="http://schemas.microsoft.com/office/drawing/2014/main" id="{83278C89-9C28-BC47-BB67-173CD92FD87E}"/>
              </a:ext>
            </a:extLst>
          </p:cNvPr>
          <p:cNvSpPr>
            <a:spLocks noChangeArrowheads="1"/>
          </p:cNvSpPr>
          <p:nvPr/>
        </p:nvSpPr>
        <p:spPr bwMode="auto">
          <a:xfrm>
            <a:off x="5625704" y="3167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222.1.2.5</a:t>
            </a:r>
          </a:p>
        </p:txBody>
      </p:sp>
      <p:sp>
        <p:nvSpPr>
          <p:cNvPr id="115760" name="Rectangle 230">
            <a:extLst>
              <a:ext uri="{FF2B5EF4-FFF2-40B4-BE49-F238E27FC236}">
                <a16:creationId xmlns:a16="http://schemas.microsoft.com/office/drawing/2014/main" id="{6502F041-CF9B-0048-AF2E-BCC99FE900D3}"/>
              </a:ext>
            </a:extLst>
          </p:cNvPr>
          <p:cNvSpPr>
            <a:spLocks noChangeArrowheads="1"/>
          </p:cNvSpPr>
          <p:nvPr/>
        </p:nvSpPr>
        <p:spPr bwMode="auto">
          <a:xfrm>
            <a:off x="7055644" y="3148012"/>
            <a:ext cx="756047"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61" name="Rectangle 231">
            <a:extLst>
              <a:ext uri="{FF2B5EF4-FFF2-40B4-BE49-F238E27FC236}">
                <a16:creationId xmlns:a16="http://schemas.microsoft.com/office/drawing/2014/main" id="{5848FA93-ECB4-5B48-BCD3-C8E9EA1FE6C7}"/>
              </a:ext>
            </a:extLst>
          </p:cNvPr>
          <p:cNvSpPr>
            <a:spLocks noChangeArrowheads="1"/>
          </p:cNvSpPr>
          <p:nvPr/>
        </p:nvSpPr>
        <p:spPr bwMode="auto">
          <a:xfrm>
            <a:off x="7124700" y="31932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222.1.2.2</a:t>
            </a:r>
          </a:p>
        </p:txBody>
      </p:sp>
      <p:sp>
        <p:nvSpPr>
          <p:cNvPr id="115762" name="Rectangle 232">
            <a:extLst>
              <a:ext uri="{FF2B5EF4-FFF2-40B4-BE49-F238E27FC236}">
                <a16:creationId xmlns:a16="http://schemas.microsoft.com/office/drawing/2014/main" id="{6E21F22E-E2F9-A347-9D28-D8DFE7985ED0}"/>
              </a:ext>
            </a:extLst>
          </p:cNvPr>
          <p:cNvSpPr>
            <a:spLocks noChangeArrowheads="1"/>
          </p:cNvSpPr>
          <p:nvPr/>
        </p:nvSpPr>
        <p:spPr bwMode="auto">
          <a:xfrm>
            <a:off x="7055644" y="2314575"/>
            <a:ext cx="756047"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63" name="Rectangle 233">
            <a:extLst>
              <a:ext uri="{FF2B5EF4-FFF2-40B4-BE49-F238E27FC236}">
                <a16:creationId xmlns:a16="http://schemas.microsoft.com/office/drawing/2014/main" id="{9549C5C3-EB5C-5A45-9874-A9429CE73EF2}"/>
              </a:ext>
            </a:extLst>
          </p:cNvPr>
          <p:cNvSpPr>
            <a:spLocks noChangeArrowheads="1"/>
          </p:cNvSpPr>
          <p:nvPr/>
        </p:nvSpPr>
        <p:spPr bwMode="auto">
          <a:xfrm>
            <a:off x="7124700" y="2361010"/>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222.1.2.1</a:t>
            </a:r>
          </a:p>
        </p:txBody>
      </p:sp>
      <p:sp>
        <p:nvSpPr>
          <p:cNvPr id="115764" name="Rectangle 234">
            <a:extLst>
              <a:ext uri="{FF2B5EF4-FFF2-40B4-BE49-F238E27FC236}">
                <a16:creationId xmlns:a16="http://schemas.microsoft.com/office/drawing/2014/main" id="{A13ED217-C422-CC4C-929A-4074A4A214A9}"/>
              </a:ext>
            </a:extLst>
          </p:cNvPr>
          <p:cNvSpPr>
            <a:spLocks noChangeArrowheads="1"/>
          </p:cNvSpPr>
          <p:nvPr/>
        </p:nvSpPr>
        <p:spPr bwMode="auto">
          <a:xfrm>
            <a:off x="6981826" y="3914775"/>
            <a:ext cx="756047"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65" name="Rectangle 235">
            <a:extLst>
              <a:ext uri="{FF2B5EF4-FFF2-40B4-BE49-F238E27FC236}">
                <a16:creationId xmlns:a16="http://schemas.microsoft.com/office/drawing/2014/main" id="{AA76FA10-E0ED-E84C-84D4-6D54BCF780BC}"/>
              </a:ext>
            </a:extLst>
          </p:cNvPr>
          <p:cNvSpPr>
            <a:spLocks noChangeArrowheads="1"/>
          </p:cNvSpPr>
          <p:nvPr/>
        </p:nvSpPr>
        <p:spPr bwMode="auto">
          <a:xfrm>
            <a:off x="4892279"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222.1.2.3</a:t>
            </a:r>
          </a:p>
        </p:txBody>
      </p:sp>
      <p:sp>
        <p:nvSpPr>
          <p:cNvPr id="115766" name="Rectangle 236">
            <a:extLst>
              <a:ext uri="{FF2B5EF4-FFF2-40B4-BE49-F238E27FC236}">
                <a16:creationId xmlns:a16="http://schemas.microsoft.com/office/drawing/2014/main" id="{AD2CC7CB-58C4-B04F-B1CE-4BBBE353031B}"/>
              </a:ext>
            </a:extLst>
          </p:cNvPr>
          <p:cNvSpPr>
            <a:spLocks noChangeArrowheads="1"/>
          </p:cNvSpPr>
          <p:nvPr/>
        </p:nvSpPr>
        <p:spPr bwMode="auto">
          <a:xfrm>
            <a:off x="3895726" y="4204098"/>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67" name="Rectangle 237">
            <a:extLst>
              <a:ext uri="{FF2B5EF4-FFF2-40B4-BE49-F238E27FC236}">
                <a16:creationId xmlns:a16="http://schemas.microsoft.com/office/drawing/2014/main" id="{029C5BE9-F76D-F347-A50A-E15F8BCD7580}"/>
              </a:ext>
            </a:extLst>
          </p:cNvPr>
          <p:cNvSpPr>
            <a:spLocks noChangeArrowheads="1"/>
          </p:cNvSpPr>
          <p:nvPr/>
        </p:nvSpPr>
        <p:spPr bwMode="auto">
          <a:xfrm>
            <a:off x="3954066"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222.1.2.4</a:t>
            </a:r>
          </a:p>
        </p:txBody>
      </p:sp>
      <p:sp>
        <p:nvSpPr>
          <p:cNvPr id="115768" name="Oval 238">
            <a:extLst>
              <a:ext uri="{FF2B5EF4-FFF2-40B4-BE49-F238E27FC236}">
                <a16:creationId xmlns:a16="http://schemas.microsoft.com/office/drawing/2014/main" id="{DF9AA410-0C02-EE40-8900-41FB5D420E0A}"/>
              </a:ext>
            </a:extLst>
          </p:cNvPr>
          <p:cNvSpPr>
            <a:spLocks noChangeArrowheads="1"/>
          </p:cNvSpPr>
          <p:nvPr/>
        </p:nvSpPr>
        <p:spPr bwMode="auto">
          <a:xfrm>
            <a:off x="4769644" y="4225528"/>
            <a:ext cx="69056"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69" name="Rectangle 239">
            <a:extLst>
              <a:ext uri="{FF2B5EF4-FFF2-40B4-BE49-F238E27FC236}">
                <a16:creationId xmlns:a16="http://schemas.microsoft.com/office/drawing/2014/main" id="{77357B63-3219-F141-8449-3F1E6C14F3EE}"/>
              </a:ext>
            </a:extLst>
          </p:cNvPr>
          <p:cNvSpPr>
            <a:spLocks noChangeArrowheads="1"/>
          </p:cNvSpPr>
          <p:nvPr/>
        </p:nvSpPr>
        <p:spPr bwMode="auto">
          <a:xfrm>
            <a:off x="6256735" y="2216944"/>
            <a:ext cx="67151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70" name="Rectangle 240">
            <a:extLst>
              <a:ext uri="{FF2B5EF4-FFF2-40B4-BE49-F238E27FC236}">
                <a16:creationId xmlns:a16="http://schemas.microsoft.com/office/drawing/2014/main" id="{0F883EC0-8910-CF4C-8160-F462A8650B96}"/>
              </a:ext>
            </a:extLst>
          </p:cNvPr>
          <p:cNvSpPr>
            <a:spLocks noChangeArrowheads="1"/>
          </p:cNvSpPr>
          <p:nvPr/>
        </p:nvSpPr>
        <p:spPr bwMode="auto">
          <a:xfrm>
            <a:off x="6263879" y="2692004"/>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222.1.2.</a:t>
            </a:r>
            <a:endParaRPr kumimoji="1" lang="en-US" altLang="zh-CN" sz="1500">
              <a:latin typeface="Arial" panose="020B0604020202020204" pitchFamily="34" charset="0"/>
              <a:ea typeface="宋体" panose="02010600030101010101" pitchFamily="2" charset="-122"/>
            </a:endParaRPr>
          </a:p>
        </p:txBody>
      </p:sp>
      <p:sp>
        <p:nvSpPr>
          <p:cNvPr id="115771" name="Rectangle 241">
            <a:extLst>
              <a:ext uri="{FF2B5EF4-FFF2-40B4-BE49-F238E27FC236}">
                <a16:creationId xmlns:a16="http://schemas.microsoft.com/office/drawing/2014/main" id="{CDC1DD45-A566-4C4F-B03F-82538FC232F2}"/>
              </a:ext>
            </a:extLst>
          </p:cNvPr>
          <p:cNvSpPr>
            <a:spLocks noChangeArrowheads="1"/>
          </p:cNvSpPr>
          <p:nvPr/>
        </p:nvSpPr>
        <p:spPr bwMode="auto">
          <a:xfrm>
            <a:off x="6310313" y="1997869"/>
            <a:ext cx="54054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5772" name="Group 242">
            <a:extLst>
              <a:ext uri="{FF2B5EF4-FFF2-40B4-BE49-F238E27FC236}">
                <a16:creationId xmlns:a16="http://schemas.microsoft.com/office/drawing/2014/main" id="{19902D92-4ACE-984A-B2AD-1C862E9C08EF}"/>
              </a:ext>
            </a:extLst>
          </p:cNvPr>
          <p:cNvGrpSpPr>
            <a:grpSpLocks/>
          </p:cNvGrpSpPr>
          <p:nvPr/>
        </p:nvGrpSpPr>
        <p:grpSpPr bwMode="auto">
          <a:xfrm>
            <a:off x="2809875" y="3289698"/>
            <a:ext cx="486966" cy="288131"/>
            <a:chOff x="1304" y="2569"/>
            <a:chExt cx="439" cy="262"/>
          </a:xfrm>
        </p:grpSpPr>
        <p:sp>
          <p:nvSpPr>
            <p:cNvPr id="115949" name="Oval 243">
              <a:extLst>
                <a:ext uri="{FF2B5EF4-FFF2-40B4-BE49-F238E27FC236}">
                  <a16:creationId xmlns:a16="http://schemas.microsoft.com/office/drawing/2014/main" id="{16F07172-C2E9-5547-9696-BC41941564BC}"/>
                </a:ext>
              </a:extLst>
            </p:cNvPr>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50" name="Rectangle 244">
              <a:extLst>
                <a:ext uri="{FF2B5EF4-FFF2-40B4-BE49-F238E27FC236}">
                  <a16:creationId xmlns:a16="http://schemas.microsoft.com/office/drawing/2014/main" id="{613C1739-0EF3-464E-A182-79CA7CCEB33E}"/>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51" name="Rectangle 245">
              <a:extLst>
                <a:ext uri="{FF2B5EF4-FFF2-40B4-BE49-F238E27FC236}">
                  <a16:creationId xmlns:a16="http://schemas.microsoft.com/office/drawing/2014/main" id="{EB6A56FD-54C4-BC4D-9A2E-F624AA44E4CF}"/>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52" name="Oval 246">
              <a:extLst>
                <a:ext uri="{FF2B5EF4-FFF2-40B4-BE49-F238E27FC236}">
                  <a16:creationId xmlns:a16="http://schemas.microsoft.com/office/drawing/2014/main" id="{C7118B06-70CF-F24E-9410-1357AC50587A}"/>
                </a:ext>
              </a:extLst>
            </p:cNvPr>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5953" name="Group 247">
              <a:extLst>
                <a:ext uri="{FF2B5EF4-FFF2-40B4-BE49-F238E27FC236}">
                  <a16:creationId xmlns:a16="http://schemas.microsoft.com/office/drawing/2014/main" id="{92D8C697-E544-D848-82CE-3F82A9860244}"/>
                </a:ext>
              </a:extLst>
            </p:cNvPr>
            <p:cNvGrpSpPr>
              <a:grpSpLocks/>
            </p:cNvGrpSpPr>
            <p:nvPr/>
          </p:nvGrpSpPr>
          <p:grpSpPr bwMode="auto">
            <a:xfrm>
              <a:off x="1371" y="2587"/>
              <a:ext cx="304" cy="117"/>
              <a:chOff x="1371" y="2587"/>
              <a:chExt cx="304" cy="117"/>
            </a:xfrm>
          </p:grpSpPr>
          <p:grpSp>
            <p:nvGrpSpPr>
              <p:cNvPr id="115956" name="Group 248">
                <a:extLst>
                  <a:ext uri="{FF2B5EF4-FFF2-40B4-BE49-F238E27FC236}">
                    <a16:creationId xmlns:a16="http://schemas.microsoft.com/office/drawing/2014/main" id="{C00CE719-6822-A64A-9A5D-C079B794445B}"/>
                  </a:ext>
                </a:extLst>
              </p:cNvPr>
              <p:cNvGrpSpPr>
                <a:grpSpLocks/>
              </p:cNvGrpSpPr>
              <p:nvPr/>
            </p:nvGrpSpPr>
            <p:grpSpPr bwMode="auto">
              <a:xfrm>
                <a:off x="1371" y="2587"/>
                <a:ext cx="301" cy="115"/>
                <a:chOff x="1371" y="2587"/>
                <a:chExt cx="301" cy="115"/>
              </a:xfrm>
            </p:grpSpPr>
            <p:sp>
              <p:nvSpPr>
                <p:cNvPr id="115966" name="Freeform 249">
                  <a:extLst>
                    <a:ext uri="{FF2B5EF4-FFF2-40B4-BE49-F238E27FC236}">
                      <a16:creationId xmlns:a16="http://schemas.microsoft.com/office/drawing/2014/main" id="{7E85CC0D-E3D0-5D43-A31C-046B6FF5C97D}"/>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67" name="Freeform 250">
                  <a:extLst>
                    <a:ext uri="{FF2B5EF4-FFF2-40B4-BE49-F238E27FC236}">
                      <a16:creationId xmlns:a16="http://schemas.microsoft.com/office/drawing/2014/main" id="{A6D93483-3309-5D49-B9C6-CD8D6130BD58}"/>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68" name="Freeform 251">
                  <a:extLst>
                    <a:ext uri="{FF2B5EF4-FFF2-40B4-BE49-F238E27FC236}">
                      <a16:creationId xmlns:a16="http://schemas.microsoft.com/office/drawing/2014/main" id="{A14F892B-91DB-744A-9331-31064F2E6B4F}"/>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69" name="Freeform 252">
                  <a:extLst>
                    <a:ext uri="{FF2B5EF4-FFF2-40B4-BE49-F238E27FC236}">
                      <a16:creationId xmlns:a16="http://schemas.microsoft.com/office/drawing/2014/main" id="{E98FFDE4-C267-4A40-81ED-70BDFA36CB95}"/>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70" name="Freeform 253">
                  <a:extLst>
                    <a:ext uri="{FF2B5EF4-FFF2-40B4-BE49-F238E27FC236}">
                      <a16:creationId xmlns:a16="http://schemas.microsoft.com/office/drawing/2014/main" id="{81D48B3F-A331-2941-A2DF-438D34EF91F5}"/>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71" name="Freeform 254">
                  <a:extLst>
                    <a:ext uri="{FF2B5EF4-FFF2-40B4-BE49-F238E27FC236}">
                      <a16:creationId xmlns:a16="http://schemas.microsoft.com/office/drawing/2014/main" id="{E461D769-EBF3-9547-8D2C-9810E57B3178}"/>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72" name="Freeform 255">
                  <a:extLst>
                    <a:ext uri="{FF2B5EF4-FFF2-40B4-BE49-F238E27FC236}">
                      <a16:creationId xmlns:a16="http://schemas.microsoft.com/office/drawing/2014/main" id="{8958D994-426E-A546-96E4-0FB9AF065110}"/>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73" name="Freeform 256">
                  <a:extLst>
                    <a:ext uri="{FF2B5EF4-FFF2-40B4-BE49-F238E27FC236}">
                      <a16:creationId xmlns:a16="http://schemas.microsoft.com/office/drawing/2014/main" id="{5B11FFE9-398B-4145-9CC5-E8905323C891}"/>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5957" name="Group 257">
                <a:extLst>
                  <a:ext uri="{FF2B5EF4-FFF2-40B4-BE49-F238E27FC236}">
                    <a16:creationId xmlns:a16="http://schemas.microsoft.com/office/drawing/2014/main" id="{5ECE5CAA-2A3C-D948-A180-AC9FC30B196A}"/>
                  </a:ext>
                </a:extLst>
              </p:cNvPr>
              <p:cNvGrpSpPr>
                <a:grpSpLocks/>
              </p:cNvGrpSpPr>
              <p:nvPr/>
            </p:nvGrpSpPr>
            <p:grpSpPr bwMode="auto">
              <a:xfrm>
                <a:off x="1373" y="2590"/>
                <a:ext cx="302" cy="114"/>
                <a:chOff x="1373" y="2590"/>
                <a:chExt cx="302" cy="114"/>
              </a:xfrm>
            </p:grpSpPr>
            <p:sp>
              <p:nvSpPr>
                <p:cNvPr id="115958" name="Freeform 258">
                  <a:extLst>
                    <a:ext uri="{FF2B5EF4-FFF2-40B4-BE49-F238E27FC236}">
                      <a16:creationId xmlns:a16="http://schemas.microsoft.com/office/drawing/2014/main" id="{FD2C17F7-09DC-DF4D-8060-64DCCF565213}"/>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59" name="Freeform 259">
                  <a:extLst>
                    <a:ext uri="{FF2B5EF4-FFF2-40B4-BE49-F238E27FC236}">
                      <a16:creationId xmlns:a16="http://schemas.microsoft.com/office/drawing/2014/main" id="{B2C69E37-2357-C845-8907-83B45C2A8D2D}"/>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60" name="Freeform 260">
                  <a:extLst>
                    <a:ext uri="{FF2B5EF4-FFF2-40B4-BE49-F238E27FC236}">
                      <a16:creationId xmlns:a16="http://schemas.microsoft.com/office/drawing/2014/main" id="{B3A4FA47-C72D-9146-8072-426568FAA26B}"/>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61" name="Freeform 261">
                  <a:extLst>
                    <a:ext uri="{FF2B5EF4-FFF2-40B4-BE49-F238E27FC236}">
                      <a16:creationId xmlns:a16="http://schemas.microsoft.com/office/drawing/2014/main" id="{E6525E1F-136E-7446-AEAA-7BA0D80B2140}"/>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62" name="Freeform 262">
                  <a:extLst>
                    <a:ext uri="{FF2B5EF4-FFF2-40B4-BE49-F238E27FC236}">
                      <a16:creationId xmlns:a16="http://schemas.microsoft.com/office/drawing/2014/main" id="{A7F2AA5A-1265-B84E-BAF3-511B7A5D9E58}"/>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63" name="Freeform 263">
                  <a:extLst>
                    <a:ext uri="{FF2B5EF4-FFF2-40B4-BE49-F238E27FC236}">
                      <a16:creationId xmlns:a16="http://schemas.microsoft.com/office/drawing/2014/main" id="{99125E70-19A6-A044-B4DD-7FDA6A85649F}"/>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64" name="Freeform 264">
                  <a:extLst>
                    <a:ext uri="{FF2B5EF4-FFF2-40B4-BE49-F238E27FC236}">
                      <a16:creationId xmlns:a16="http://schemas.microsoft.com/office/drawing/2014/main" id="{629E0994-35E1-B74B-A568-046CB6790837}"/>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65" name="Freeform 265">
                  <a:extLst>
                    <a:ext uri="{FF2B5EF4-FFF2-40B4-BE49-F238E27FC236}">
                      <a16:creationId xmlns:a16="http://schemas.microsoft.com/office/drawing/2014/main" id="{076D8549-9BD2-2A4B-9BCA-5619D3E2A6ED}"/>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5954" name="Line 266">
              <a:extLst>
                <a:ext uri="{FF2B5EF4-FFF2-40B4-BE49-F238E27FC236}">
                  <a16:creationId xmlns:a16="http://schemas.microsoft.com/office/drawing/2014/main" id="{BC3214CB-928C-3542-9510-0CA813DB74A4}"/>
                </a:ext>
              </a:extLst>
            </p:cNvPr>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955" name="Line 267">
              <a:extLst>
                <a:ext uri="{FF2B5EF4-FFF2-40B4-BE49-F238E27FC236}">
                  <a16:creationId xmlns:a16="http://schemas.microsoft.com/office/drawing/2014/main" id="{3FA030D0-FE67-EE4E-BD1B-A5651FFDF8BB}"/>
                </a:ext>
              </a:extLst>
            </p:cNvPr>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15773" name="Group 268">
            <a:extLst>
              <a:ext uri="{FF2B5EF4-FFF2-40B4-BE49-F238E27FC236}">
                <a16:creationId xmlns:a16="http://schemas.microsoft.com/office/drawing/2014/main" id="{19761EC4-2AE3-F741-A1AA-1EDDD61409C1}"/>
              </a:ext>
            </a:extLst>
          </p:cNvPr>
          <p:cNvGrpSpPr>
            <a:grpSpLocks/>
          </p:cNvGrpSpPr>
          <p:nvPr/>
        </p:nvGrpSpPr>
        <p:grpSpPr bwMode="auto">
          <a:xfrm>
            <a:off x="4987529" y="3289698"/>
            <a:ext cx="486965" cy="288131"/>
            <a:chOff x="3488" y="2569"/>
            <a:chExt cx="439" cy="262"/>
          </a:xfrm>
        </p:grpSpPr>
        <p:sp>
          <p:nvSpPr>
            <p:cNvPr id="115924" name="Oval 269">
              <a:extLst>
                <a:ext uri="{FF2B5EF4-FFF2-40B4-BE49-F238E27FC236}">
                  <a16:creationId xmlns:a16="http://schemas.microsoft.com/office/drawing/2014/main" id="{361B2605-C1B2-D747-9DF9-E5036336DD93}"/>
                </a:ext>
              </a:extLst>
            </p:cNvPr>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25" name="Rectangle 270">
              <a:extLst>
                <a:ext uri="{FF2B5EF4-FFF2-40B4-BE49-F238E27FC236}">
                  <a16:creationId xmlns:a16="http://schemas.microsoft.com/office/drawing/2014/main" id="{1D5EEAD3-ACA5-AF4C-9A4E-356E0BC09D70}"/>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26" name="Rectangle 271">
              <a:extLst>
                <a:ext uri="{FF2B5EF4-FFF2-40B4-BE49-F238E27FC236}">
                  <a16:creationId xmlns:a16="http://schemas.microsoft.com/office/drawing/2014/main" id="{8C402A3C-5B1D-B346-AEAE-064D32BCAFE1}"/>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27" name="Oval 272">
              <a:extLst>
                <a:ext uri="{FF2B5EF4-FFF2-40B4-BE49-F238E27FC236}">
                  <a16:creationId xmlns:a16="http://schemas.microsoft.com/office/drawing/2014/main" id="{A9187D42-B09B-FD42-B41B-C1DF519A229D}"/>
                </a:ext>
              </a:extLst>
            </p:cNvPr>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5928" name="Group 273">
              <a:extLst>
                <a:ext uri="{FF2B5EF4-FFF2-40B4-BE49-F238E27FC236}">
                  <a16:creationId xmlns:a16="http://schemas.microsoft.com/office/drawing/2014/main" id="{265C5E63-3E3B-2742-A65C-25A2928C9DD0}"/>
                </a:ext>
              </a:extLst>
            </p:cNvPr>
            <p:cNvGrpSpPr>
              <a:grpSpLocks/>
            </p:cNvGrpSpPr>
            <p:nvPr/>
          </p:nvGrpSpPr>
          <p:grpSpPr bwMode="auto">
            <a:xfrm>
              <a:off x="3555" y="2587"/>
              <a:ext cx="304" cy="117"/>
              <a:chOff x="3555" y="2587"/>
              <a:chExt cx="304" cy="117"/>
            </a:xfrm>
          </p:grpSpPr>
          <p:grpSp>
            <p:nvGrpSpPr>
              <p:cNvPr id="115931" name="Group 274">
                <a:extLst>
                  <a:ext uri="{FF2B5EF4-FFF2-40B4-BE49-F238E27FC236}">
                    <a16:creationId xmlns:a16="http://schemas.microsoft.com/office/drawing/2014/main" id="{9F619E18-2A22-8945-88B3-496EC1A7BD7F}"/>
                  </a:ext>
                </a:extLst>
              </p:cNvPr>
              <p:cNvGrpSpPr>
                <a:grpSpLocks/>
              </p:cNvGrpSpPr>
              <p:nvPr/>
            </p:nvGrpSpPr>
            <p:grpSpPr bwMode="auto">
              <a:xfrm>
                <a:off x="3555" y="2587"/>
                <a:ext cx="301" cy="115"/>
                <a:chOff x="3555" y="2587"/>
                <a:chExt cx="301" cy="115"/>
              </a:xfrm>
            </p:grpSpPr>
            <p:sp>
              <p:nvSpPr>
                <p:cNvPr id="115941" name="Freeform 275">
                  <a:extLst>
                    <a:ext uri="{FF2B5EF4-FFF2-40B4-BE49-F238E27FC236}">
                      <a16:creationId xmlns:a16="http://schemas.microsoft.com/office/drawing/2014/main" id="{73E7583C-F94D-0949-8B8D-8BCC8BF8BEF0}"/>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42" name="Freeform 276">
                  <a:extLst>
                    <a:ext uri="{FF2B5EF4-FFF2-40B4-BE49-F238E27FC236}">
                      <a16:creationId xmlns:a16="http://schemas.microsoft.com/office/drawing/2014/main" id="{036AE6D1-1503-C143-85E8-81862084944D}"/>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43" name="Freeform 277">
                  <a:extLst>
                    <a:ext uri="{FF2B5EF4-FFF2-40B4-BE49-F238E27FC236}">
                      <a16:creationId xmlns:a16="http://schemas.microsoft.com/office/drawing/2014/main" id="{2C777D1B-E272-A245-B802-A6D410A79C09}"/>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44" name="Freeform 278">
                  <a:extLst>
                    <a:ext uri="{FF2B5EF4-FFF2-40B4-BE49-F238E27FC236}">
                      <a16:creationId xmlns:a16="http://schemas.microsoft.com/office/drawing/2014/main" id="{C77B7798-CC35-714D-85A8-CF3C866BBE07}"/>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45" name="Freeform 279">
                  <a:extLst>
                    <a:ext uri="{FF2B5EF4-FFF2-40B4-BE49-F238E27FC236}">
                      <a16:creationId xmlns:a16="http://schemas.microsoft.com/office/drawing/2014/main" id="{DFA1FD8F-A6AB-544E-87B7-0E08D95D162C}"/>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46" name="Freeform 280">
                  <a:extLst>
                    <a:ext uri="{FF2B5EF4-FFF2-40B4-BE49-F238E27FC236}">
                      <a16:creationId xmlns:a16="http://schemas.microsoft.com/office/drawing/2014/main" id="{6F9C0B6F-7F44-534B-B028-07F3A7432EB8}"/>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47" name="Freeform 281">
                  <a:extLst>
                    <a:ext uri="{FF2B5EF4-FFF2-40B4-BE49-F238E27FC236}">
                      <a16:creationId xmlns:a16="http://schemas.microsoft.com/office/drawing/2014/main" id="{DA6EABB4-CC57-7541-B2BE-077A4FEAA740}"/>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48" name="Freeform 282">
                  <a:extLst>
                    <a:ext uri="{FF2B5EF4-FFF2-40B4-BE49-F238E27FC236}">
                      <a16:creationId xmlns:a16="http://schemas.microsoft.com/office/drawing/2014/main" id="{86DDB392-31DA-3E42-8429-6516F3FB4347}"/>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5932" name="Group 283">
                <a:extLst>
                  <a:ext uri="{FF2B5EF4-FFF2-40B4-BE49-F238E27FC236}">
                    <a16:creationId xmlns:a16="http://schemas.microsoft.com/office/drawing/2014/main" id="{4E4ADB89-C7B0-A247-8F92-8E43D179D338}"/>
                  </a:ext>
                </a:extLst>
              </p:cNvPr>
              <p:cNvGrpSpPr>
                <a:grpSpLocks/>
              </p:cNvGrpSpPr>
              <p:nvPr/>
            </p:nvGrpSpPr>
            <p:grpSpPr bwMode="auto">
              <a:xfrm>
                <a:off x="3557" y="2590"/>
                <a:ext cx="302" cy="114"/>
                <a:chOff x="3557" y="2590"/>
                <a:chExt cx="302" cy="114"/>
              </a:xfrm>
            </p:grpSpPr>
            <p:sp>
              <p:nvSpPr>
                <p:cNvPr id="115933" name="Freeform 284">
                  <a:extLst>
                    <a:ext uri="{FF2B5EF4-FFF2-40B4-BE49-F238E27FC236}">
                      <a16:creationId xmlns:a16="http://schemas.microsoft.com/office/drawing/2014/main" id="{CC0BE2CF-346F-2340-A5CF-B5959829B6A5}"/>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34" name="Freeform 285">
                  <a:extLst>
                    <a:ext uri="{FF2B5EF4-FFF2-40B4-BE49-F238E27FC236}">
                      <a16:creationId xmlns:a16="http://schemas.microsoft.com/office/drawing/2014/main" id="{A420DD22-772F-2641-B5AD-D3A4DE011442}"/>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35" name="Freeform 286">
                  <a:extLst>
                    <a:ext uri="{FF2B5EF4-FFF2-40B4-BE49-F238E27FC236}">
                      <a16:creationId xmlns:a16="http://schemas.microsoft.com/office/drawing/2014/main" id="{F5C10A75-3770-0748-81FD-E2D679D3C9B8}"/>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36" name="Freeform 287">
                  <a:extLst>
                    <a:ext uri="{FF2B5EF4-FFF2-40B4-BE49-F238E27FC236}">
                      <a16:creationId xmlns:a16="http://schemas.microsoft.com/office/drawing/2014/main" id="{687BFFAC-73DB-A248-9146-BC9073C641C4}"/>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37" name="Freeform 288">
                  <a:extLst>
                    <a:ext uri="{FF2B5EF4-FFF2-40B4-BE49-F238E27FC236}">
                      <a16:creationId xmlns:a16="http://schemas.microsoft.com/office/drawing/2014/main" id="{99CE670B-A70F-7543-B2C4-D064402D5800}"/>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38" name="Freeform 289">
                  <a:extLst>
                    <a:ext uri="{FF2B5EF4-FFF2-40B4-BE49-F238E27FC236}">
                      <a16:creationId xmlns:a16="http://schemas.microsoft.com/office/drawing/2014/main" id="{56A9AFC0-2F32-894A-B303-5B86C767678F}"/>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39" name="Freeform 290">
                  <a:extLst>
                    <a:ext uri="{FF2B5EF4-FFF2-40B4-BE49-F238E27FC236}">
                      <a16:creationId xmlns:a16="http://schemas.microsoft.com/office/drawing/2014/main" id="{5F39457D-BD54-4846-973B-DA15EA48BC6D}"/>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40" name="Freeform 291">
                  <a:extLst>
                    <a:ext uri="{FF2B5EF4-FFF2-40B4-BE49-F238E27FC236}">
                      <a16:creationId xmlns:a16="http://schemas.microsoft.com/office/drawing/2014/main" id="{64715D25-E72D-F344-9795-A31C6F5F823A}"/>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5929" name="Line 292">
              <a:extLst>
                <a:ext uri="{FF2B5EF4-FFF2-40B4-BE49-F238E27FC236}">
                  <a16:creationId xmlns:a16="http://schemas.microsoft.com/office/drawing/2014/main" id="{E6BFAE9B-0B85-3A42-ABAE-8789CBAB5759}"/>
                </a:ext>
              </a:extLst>
            </p:cNvPr>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930" name="Line 293">
              <a:extLst>
                <a:ext uri="{FF2B5EF4-FFF2-40B4-BE49-F238E27FC236}">
                  <a16:creationId xmlns:a16="http://schemas.microsoft.com/office/drawing/2014/main" id="{3D1F4215-73E6-AD4B-8B45-DDE448E5FDCB}"/>
                </a:ext>
              </a:extLst>
            </p:cNvPr>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5774" name="Oval 294">
            <a:extLst>
              <a:ext uri="{FF2B5EF4-FFF2-40B4-BE49-F238E27FC236}">
                <a16:creationId xmlns:a16="http://schemas.microsoft.com/office/drawing/2014/main" id="{18B8268F-E826-A340-9CB5-464131E47B3A}"/>
              </a:ext>
            </a:extLst>
          </p:cNvPr>
          <p:cNvSpPr>
            <a:spLocks noChangeArrowheads="1"/>
          </p:cNvSpPr>
          <p:nvPr/>
        </p:nvSpPr>
        <p:spPr bwMode="auto">
          <a:xfrm>
            <a:off x="3527822" y="3442097"/>
            <a:ext cx="70247"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75" name="Oval 295">
            <a:extLst>
              <a:ext uri="{FF2B5EF4-FFF2-40B4-BE49-F238E27FC236}">
                <a16:creationId xmlns:a16="http://schemas.microsoft.com/office/drawing/2014/main" id="{5876E0E2-65AA-6942-AAB5-9A4115F3D9EA}"/>
              </a:ext>
            </a:extLst>
          </p:cNvPr>
          <p:cNvSpPr>
            <a:spLocks noChangeArrowheads="1"/>
          </p:cNvSpPr>
          <p:nvPr/>
        </p:nvSpPr>
        <p:spPr bwMode="auto">
          <a:xfrm>
            <a:off x="4776788" y="3437335"/>
            <a:ext cx="69056" cy="67865"/>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76" name="Oval 296">
            <a:extLst>
              <a:ext uri="{FF2B5EF4-FFF2-40B4-BE49-F238E27FC236}">
                <a16:creationId xmlns:a16="http://schemas.microsoft.com/office/drawing/2014/main" id="{6D789F8A-D68C-DE4E-ADC1-9A19AF804282}"/>
              </a:ext>
            </a:extLst>
          </p:cNvPr>
          <p:cNvSpPr>
            <a:spLocks noChangeArrowheads="1"/>
          </p:cNvSpPr>
          <p:nvPr/>
        </p:nvSpPr>
        <p:spPr bwMode="auto">
          <a:xfrm>
            <a:off x="5085160" y="317063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77" name="Oval 297">
            <a:extLst>
              <a:ext uri="{FF2B5EF4-FFF2-40B4-BE49-F238E27FC236}">
                <a16:creationId xmlns:a16="http://schemas.microsoft.com/office/drawing/2014/main" id="{194BCBBB-D821-4945-A91B-2BF51C787031}"/>
              </a:ext>
            </a:extLst>
          </p:cNvPr>
          <p:cNvSpPr>
            <a:spLocks noChangeArrowheads="1"/>
          </p:cNvSpPr>
          <p:nvPr/>
        </p:nvSpPr>
        <p:spPr bwMode="auto">
          <a:xfrm>
            <a:off x="4425553" y="229195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78" name="Oval 298">
            <a:extLst>
              <a:ext uri="{FF2B5EF4-FFF2-40B4-BE49-F238E27FC236}">
                <a16:creationId xmlns:a16="http://schemas.microsoft.com/office/drawing/2014/main" id="{820A67A8-C238-9246-BFAD-1DFEFBCCF8D9}"/>
              </a:ext>
            </a:extLst>
          </p:cNvPr>
          <p:cNvSpPr>
            <a:spLocks noChangeArrowheads="1"/>
          </p:cNvSpPr>
          <p:nvPr/>
        </p:nvSpPr>
        <p:spPr bwMode="auto">
          <a:xfrm>
            <a:off x="3181351" y="3086101"/>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79" name="Oval 299">
            <a:extLst>
              <a:ext uri="{FF2B5EF4-FFF2-40B4-BE49-F238E27FC236}">
                <a16:creationId xmlns:a16="http://schemas.microsoft.com/office/drawing/2014/main" id="{0E951FD2-EC18-D345-9CA6-8199A06DD665}"/>
              </a:ext>
            </a:extLst>
          </p:cNvPr>
          <p:cNvSpPr>
            <a:spLocks noChangeArrowheads="1"/>
          </p:cNvSpPr>
          <p:nvPr/>
        </p:nvSpPr>
        <p:spPr bwMode="auto">
          <a:xfrm>
            <a:off x="3924300" y="2309813"/>
            <a:ext cx="67866" cy="6786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80" name="Rectangle 300">
            <a:extLst>
              <a:ext uri="{FF2B5EF4-FFF2-40B4-BE49-F238E27FC236}">
                <a16:creationId xmlns:a16="http://schemas.microsoft.com/office/drawing/2014/main" id="{0FFEC79C-33DE-F94E-88FE-C25CC3D1BD64}"/>
              </a:ext>
            </a:extLst>
          </p:cNvPr>
          <p:cNvSpPr>
            <a:spLocks noChangeArrowheads="1"/>
          </p:cNvSpPr>
          <p:nvPr/>
        </p:nvSpPr>
        <p:spPr bwMode="auto">
          <a:xfrm>
            <a:off x="4554141" y="2043113"/>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81" name="Rectangle 301">
            <a:extLst>
              <a:ext uri="{FF2B5EF4-FFF2-40B4-BE49-F238E27FC236}">
                <a16:creationId xmlns:a16="http://schemas.microsoft.com/office/drawing/2014/main" id="{E10BBFBA-C133-264C-9C72-CC500EC36C9B}"/>
              </a:ext>
            </a:extLst>
          </p:cNvPr>
          <p:cNvSpPr>
            <a:spLocks noChangeArrowheads="1"/>
          </p:cNvSpPr>
          <p:nvPr/>
        </p:nvSpPr>
        <p:spPr bwMode="auto">
          <a:xfrm>
            <a:off x="4570810" y="21645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222.1.6.1</a:t>
            </a:r>
          </a:p>
        </p:txBody>
      </p:sp>
      <p:sp>
        <p:nvSpPr>
          <p:cNvPr id="115782" name="Rectangle 302">
            <a:extLst>
              <a:ext uri="{FF2B5EF4-FFF2-40B4-BE49-F238E27FC236}">
                <a16:creationId xmlns:a16="http://schemas.microsoft.com/office/drawing/2014/main" id="{1A2EFD88-8916-BC44-B9A6-D305A603426A}"/>
              </a:ext>
            </a:extLst>
          </p:cNvPr>
          <p:cNvSpPr>
            <a:spLocks noChangeArrowheads="1"/>
          </p:cNvSpPr>
          <p:nvPr/>
        </p:nvSpPr>
        <p:spPr bwMode="auto">
          <a:xfrm>
            <a:off x="3120629" y="2151460"/>
            <a:ext cx="754856"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83" name="Rectangle 303">
            <a:extLst>
              <a:ext uri="{FF2B5EF4-FFF2-40B4-BE49-F238E27FC236}">
                <a16:creationId xmlns:a16="http://schemas.microsoft.com/office/drawing/2014/main" id="{C62CB115-F53B-4E42-AF35-337D8FE83949}"/>
              </a:ext>
            </a:extLst>
          </p:cNvPr>
          <p:cNvSpPr>
            <a:spLocks noChangeArrowheads="1"/>
          </p:cNvSpPr>
          <p:nvPr/>
        </p:nvSpPr>
        <p:spPr bwMode="auto">
          <a:xfrm>
            <a:off x="3209925" y="214193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222.1.5.1</a:t>
            </a:r>
          </a:p>
        </p:txBody>
      </p:sp>
      <p:sp>
        <p:nvSpPr>
          <p:cNvPr id="115784" name="Rectangle 304">
            <a:extLst>
              <a:ext uri="{FF2B5EF4-FFF2-40B4-BE49-F238E27FC236}">
                <a16:creationId xmlns:a16="http://schemas.microsoft.com/office/drawing/2014/main" id="{1587D89D-FF8E-1841-B37F-21630632DC08}"/>
              </a:ext>
            </a:extLst>
          </p:cNvPr>
          <p:cNvSpPr>
            <a:spLocks noChangeArrowheads="1"/>
          </p:cNvSpPr>
          <p:nvPr/>
        </p:nvSpPr>
        <p:spPr bwMode="auto">
          <a:xfrm>
            <a:off x="2568178" y="2644379"/>
            <a:ext cx="757238"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85" name="Rectangle 305">
            <a:extLst>
              <a:ext uri="{FF2B5EF4-FFF2-40B4-BE49-F238E27FC236}">
                <a16:creationId xmlns:a16="http://schemas.microsoft.com/office/drawing/2014/main" id="{D75F2F0F-59FB-2742-933F-2801E4F27DB0}"/>
              </a:ext>
            </a:extLst>
          </p:cNvPr>
          <p:cNvSpPr>
            <a:spLocks noChangeArrowheads="1"/>
          </p:cNvSpPr>
          <p:nvPr/>
        </p:nvSpPr>
        <p:spPr bwMode="auto">
          <a:xfrm>
            <a:off x="2543175" y="28324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222.1.5.2</a:t>
            </a:r>
          </a:p>
        </p:txBody>
      </p:sp>
      <p:sp>
        <p:nvSpPr>
          <p:cNvPr id="115786" name="Rectangle 306">
            <a:extLst>
              <a:ext uri="{FF2B5EF4-FFF2-40B4-BE49-F238E27FC236}">
                <a16:creationId xmlns:a16="http://schemas.microsoft.com/office/drawing/2014/main" id="{C0EF328A-1C14-0F41-A2C5-98906A78D3AC}"/>
              </a:ext>
            </a:extLst>
          </p:cNvPr>
          <p:cNvSpPr>
            <a:spLocks noChangeArrowheads="1"/>
          </p:cNvSpPr>
          <p:nvPr/>
        </p:nvSpPr>
        <p:spPr bwMode="auto">
          <a:xfrm>
            <a:off x="5069682" y="2545557"/>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87" name="Rectangle 307">
            <a:extLst>
              <a:ext uri="{FF2B5EF4-FFF2-40B4-BE49-F238E27FC236}">
                <a16:creationId xmlns:a16="http://schemas.microsoft.com/office/drawing/2014/main" id="{3C1E1FF9-0FC6-B34F-931D-F087BE8D2C4E}"/>
              </a:ext>
            </a:extLst>
          </p:cNvPr>
          <p:cNvSpPr>
            <a:spLocks noChangeArrowheads="1"/>
          </p:cNvSpPr>
          <p:nvPr/>
        </p:nvSpPr>
        <p:spPr bwMode="auto">
          <a:xfrm>
            <a:off x="5083969" y="29253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222.1.6.2</a:t>
            </a:r>
          </a:p>
        </p:txBody>
      </p:sp>
      <p:sp>
        <p:nvSpPr>
          <p:cNvPr id="115788" name="Rectangle 308">
            <a:extLst>
              <a:ext uri="{FF2B5EF4-FFF2-40B4-BE49-F238E27FC236}">
                <a16:creationId xmlns:a16="http://schemas.microsoft.com/office/drawing/2014/main" id="{1AF4ABB5-955B-794C-86F5-7B94773947BE}"/>
              </a:ext>
            </a:extLst>
          </p:cNvPr>
          <p:cNvSpPr>
            <a:spLocks noChangeArrowheads="1"/>
          </p:cNvSpPr>
          <p:nvPr/>
        </p:nvSpPr>
        <p:spPr bwMode="auto">
          <a:xfrm>
            <a:off x="4660106" y="3208735"/>
            <a:ext cx="757238"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89" name="Rectangle 309">
            <a:extLst>
              <a:ext uri="{FF2B5EF4-FFF2-40B4-BE49-F238E27FC236}">
                <a16:creationId xmlns:a16="http://schemas.microsoft.com/office/drawing/2014/main" id="{6CE3A5C3-BAFF-3947-AEAC-08139512349F}"/>
              </a:ext>
            </a:extLst>
          </p:cNvPr>
          <p:cNvSpPr>
            <a:spLocks noChangeArrowheads="1"/>
          </p:cNvSpPr>
          <p:nvPr/>
        </p:nvSpPr>
        <p:spPr bwMode="auto">
          <a:xfrm>
            <a:off x="4550569" y="3548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222.1.4.1</a:t>
            </a:r>
          </a:p>
        </p:txBody>
      </p:sp>
      <p:sp>
        <p:nvSpPr>
          <p:cNvPr id="115790" name="Rectangle 310">
            <a:extLst>
              <a:ext uri="{FF2B5EF4-FFF2-40B4-BE49-F238E27FC236}">
                <a16:creationId xmlns:a16="http://schemas.microsoft.com/office/drawing/2014/main" id="{7EB44D6C-4706-8044-A3CB-E8C7FB98435E}"/>
              </a:ext>
            </a:extLst>
          </p:cNvPr>
          <p:cNvSpPr>
            <a:spLocks noChangeArrowheads="1"/>
          </p:cNvSpPr>
          <p:nvPr/>
        </p:nvSpPr>
        <p:spPr bwMode="auto">
          <a:xfrm>
            <a:off x="3327798" y="3208735"/>
            <a:ext cx="754856"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91" name="Rectangle 311">
            <a:extLst>
              <a:ext uri="{FF2B5EF4-FFF2-40B4-BE49-F238E27FC236}">
                <a16:creationId xmlns:a16="http://schemas.microsoft.com/office/drawing/2014/main" id="{C78725A4-1D7B-7346-A43E-4597CDD8C938}"/>
              </a:ext>
            </a:extLst>
          </p:cNvPr>
          <p:cNvSpPr>
            <a:spLocks noChangeArrowheads="1"/>
          </p:cNvSpPr>
          <p:nvPr/>
        </p:nvSpPr>
        <p:spPr bwMode="auto">
          <a:xfrm>
            <a:off x="3393282" y="35349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222.1.4.2</a:t>
            </a:r>
          </a:p>
        </p:txBody>
      </p:sp>
      <p:sp>
        <p:nvSpPr>
          <p:cNvPr id="115792" name="Rectangle 312">
            <a:extLst>
              <a:ext uri="{FF2B5EF4-FFF2-40B4-BE49-F238E27FC236}">
                <a16:creationId xmlns:a16="http://schemas.microsoft.com/office/drawing/2014/main" id="{181B45D7-1C5F-E445-90F7-84A41A82BE8B}"/>
              </a:ext>
            </a:extLst>
          </p:cNvPr>
          <p:cNvSpPr>
            <a:spLocks noChangeArrowheads="1"/>
          </p:cNvSpPr>
          <p:nvPr/>
        </p:nvSpPr>
        <p:spPr bwMode="auto">
          <a:xfrm>
            <a:off x="1428751" y="2259806"/>
            <a:ext cx="75604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93" name="Rectangle 313">
            <a:extLst>
              <a:ext uri="{FF2B5EF4-FFF2-40B4-BE49-F238E27FC236}">
                <a16:creationId xmlns:a16="http://schemas.microsoft.com/office/drawing/2014/main" id="{C466F752-5CA5-6F4A-990A-90161274C026}"/>
              </a:ext>
            </a:extLst>
          </p:cNvPr>
          <p:cNvSpPr>
            <a:spLocks noChangeArrowheads="1"/>
          </p:cNvSpPr>
          <p:nvPr/>
        </p:nvSpPr>
        <p:spPr bwMode="auto">
          <a:xfrm>
            <a:off x="1428750" y="230624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222.1.3.3</a:t>
            </a:r>
          </a:p>
        </p:txBody>
      </p:sp>
      <p:sp>
        <p:nvSpPr>
          <p:cNvPr id="115794" name="Rectangle 314">
            <a:extLst>
              <a:ext uri="{FF2B5EF4-FFF2-40B4-BE49-F238E27FC236}">
                <a16:creationId xmlns:a16="http://schemas.microsoft.com/office/drawing/2014/main" id="{6CA0706F-909C-4445-B81D-BC5A78CA9BE1}"/>
              </a:ext>
            </a:extLst>
          </p:cNvPr>
          <p:cNvSpPr>
            <a:spLocks noChangeArrowheads="1"/>
          </p:cNvSpPr>
          <p:nvPr/>
        </p:nvSpPr>
        <p:spPr bwMode="auto">
          <a:xfrm>
            <a:off x="2238376" y="3256360"/>
            <a:ext cx="756047"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95" name="Rectangle 315">
            <a:extLst>
              <a:ext uri="{FF2B5EF4-FFF2-40B4-BE49-F238E27FC236}">
                <a16:creationId xmlns:a16="http://schemas.microsoft.com/office/drawing/2014/main" id="{5D2FD096-776A-4A40-A35A-F570EEA4C74E}"/>
              </a:ext>
            </a:extLst>
          </p:cNvPr>
          <p:cNvSpPr>
            <a:spLocks noChangeArrowheads="1"/>
          </p:cNvSpPr>
          <p:nvPr/>
        </p:nvSpPr>
        <p:spPr bwMode="auto">
          <a:xfrm>
            <a:off x="2330054" y="357068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222.1.3.2</a:t>
            </a:r>
          </a:p>
        </p:txBody>
      </p:sp>
      <p:sp>
        <p:nvSpPr>
          <p:cNvPr id="115796" name="Rectangle 316">
            <a:extLst>
              <a:ext uri="{FF2B5EF4-FFF2-40B4-BE49-F238E27FC236}">
                <a16:creationId xmlns:a16="http://schemas.microsoft.com/office/drawing/2014/main" id="{A1CDDBBE-9ECF-EB49-BDCD-A61B7B384109}"/>
              </a:ext>
            </a:extLst>
          </p:cNvPr>
          <p:cNvSpPr>
            <a:spLocks noChangeArrowheads="1"/>
          </p:cNvSpPr>
          <p:nvPr/>
        </p:nvSpPr>
        <p:spPr bwMode="auto">
          <a:xfrm>
            <a:off x="1428751" y="3090863"/>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97" name="Rectangle 317">
            <a:extLst>
              <a:ext uri="{FF2B5EF4-FFF2-40B4-BE49-F238E27FC236}">
                <a16:creationId xmlns:a16="http://schemas.microsoft.com/office/drawing/2014/main" id="{1AFEBD69-49F6-7245-BE7E-3137E8604DD5}"/>
              </a:ext>
            </a:extLst>
          </p:cNvPr>
          <p:cNvSpPr>
            <a:spLocks noChangeArrowheads="1"/>
          </p:cNvSpPr>
          <p:nvPr/>
        </p:nvSpPr>
        <p:spPr bwMode="auto">
          <a:xfrm>
            <a:off x="1428750" y="31372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222.1.3.1</a:t>
            </a:r>
          </a:p>
        </p:txBody>
      </p:sp>
      <p:sp>
        <p:nvSpPr>
          <p:cNvPr id="115798" name="Oval 318">
            <a:extLst>
              <a:ext uri="{FF2B5EF4-FFF2-40B4-BE49-F238E27FC236}">
                <a16:creationId xmlns:a16="http://schemas.microsoft.com/office/drawing/2014/main" id="{6F3E0166-CACD-904F-BF9A-45573B0794AA}"/>
              </a:ext>
            </a:extLst>
          </p:cNvPr>
          <p:cNvSpPr>
            <a:spLocks noChangeArrowheads="1"/>
          </p:cNvSpPr>
          <p:nvPr/>
        </p:nvSpPr>
        <p:spPr bwMode="auto">
          <a:xfrm>
            <a:off x="2131219" y="299918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99" name="Oval 319">
            <a:extLst>
              <a:ext uri="{FF2B5EF4-FFF2-40B4-BE49-F238E27FC236}">
                <a16:creationId xmlns:a16="http://schemas.microsoft.com/office/drawing/2014/main" id="{06398D6C-AE5A-B740-955F-2772858B75E3}"/>
              </a:ext>
            </a:extLst>
          </p:cNvPr>
          <p:cNvSpPr>
            <a:spLocks noChangeArrowheads="1"/>
          </p:cNvSpPr>
          <p:nvPr/>
        </p:nvSpPr>
        <p:spPr bwMode="auto">
          <a:xfrm>
            <a:off x="2125266" y="2168129"/>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00" name="Oval 320">
            <a:extLst>
              <a:ext uri="{FF2B5EF4-FFF2-40B4-BE49-F238E27FC236}">
                <a16:creationId xmlns:a16="http://schemas.microsoft.com/office/drawing/2014/main" id="{5AF158D6-5896-C442-BE56-F462AF4456B5}"/>
              </a:ext>
            </a:extLst>
          </p:cNvPr>
          <p:cNvSpPr>
            <a:spLocks noChangeArrowheads="1"/>
          </p:cNvSpPr>
          <p:nvPr/>
        </p:nvSpPr>
        <p:spPr bwMode="auto">
          <a:xfrm>
            <a:off x="2651523" y="3402807"/>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01" name="Rectangle 321">
            <a:extLst>
              <a:ext uri="{FF2B5EF4-FFF2-40B4-BE49-F238E27FC236}">
                <a16:creationId xmlns:a16="http://schemas.microsoft.com/office/drawing/2014/main" id="{C7423C67-62FD-0F4F-9FA9-432FD7C15B99}"/>
              </a:ext>
            </a:extLst>
          </p:cNvPr>
          <p:cNvSpPr>
            <a:spLocks noChangeArrowheads="1"/>
          </p:cNvSpPr>
          <p:nvPr/>
        </p:nvSpPr>
        <p:spPr bwMode="auto">
          <a:xfrm>
            <a:off x="3044429" y="3299222"/>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02" name="Rectangle 322">
            <a:extLst>
              <a:ext uri="{FF2B5EF4-FFF2-40B4-BE49-F238E27FC236}">
                <a16:creationId xmlns:a16="http://schemas.microsoft.com/office/drawing/2014/main" id="{F95DE787-61D5-764A-8C82-F19681B6C5D6}"/>
              </a:ext>
            </a:extLst>
          </p:cNvPr>
          <p:cNvSpPr>
            <a:spLocks noChangeArrowheads="1"/>
          </p:cNvSpPr>
          <p:nvPr/>
        </p:nvSpPr>
        <p:spPr bwMode="auto">
          <a:xfrm>
            <a:off x="3283744" y="3132535"/>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5803" name="Rectangle 323">
            <a:extLst>
              <a:ext uri="{FF2B5EF4-FFF2-40B4-BE49-F238E27FC236}">
                <a16:creationId xmlns:a16="http://schemas.microsoft.com/office/drawing/2014/main" id="{C6173816-995C-E74B-B644-315B621FDBED}"/>
              </a:ext>
            </a:extLst>
          </p:cNvPr>
          <p:cNvSpPr>
            <a:spLocks noChangeArrowheads="1"/>
          </p:cNvSpPr>
          <p:nvPr/>
        </p:nvSpPr>
        <p:spPr bwMode="auto">
          <a:xfrm>
            <a:off x="5497116" y="3255169"/>
            <a:ext cx="310753"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04" name="Rectangle 324">
            <a:extLst>
              <a:ext uri="{FF2B5EF4-FFF2-40B4-BE49-F238E27FC236}">
                <a16:creationId xmlns:a16="http://schemas.microsoft.com/office/drawing/2014/main" id="{04A1A12E-378F-694C-B0CB-839A7BB05476}"/>
              </a:ext>
            </a:extLst>
          </p:cNvPr>
          <p:cNvSpPr>
            <a:spLocks noChangeArrowheads="1"/>
          </p:cNvSpPr>
          <p:nvPr/>
        </p:nvSpPr>
        <p:spPr bwMode="auto">
          <a:xfrm>
            <a:off x="4798219" y="3131344"/>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5805" name="Rectangle 325">
            <a:extLst>
              <a:ext uri="{FF2B5EF4-FFF2-40B4-BE49-F238E27FC236}">
                <a16:creationId xmlns:a16="http://schemas.microsoft.com/office/drawing/2014/main" id="{9BDF8272-A1F8-8A40-9EB0-FEC94A9AF15E}"/>
              </a:ext>
            </a:extLst>
          </p:cNvPr>
          <p:cNvSpPr>
            <a:spLocks noChangeArrowheads="1"/>
          </p:cNvSpPr>
          <p:nvPr/>
        </p:nvSpPr>
        <p:spPr bwMode="auto">
          <a:xfrm>
            <a:off x="2269332" y="2266950"/>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06" name="Rectangle 326">
            <a:extLst>
              <a:ext uri="{FF2B5EF4-FFF2-40B4-BE49-F238E27FC236}">
                <a16:creationId xmlns:a16="http://schemas.microsoft.com/office/drawing/2014/main" id="{2D56677A-23BA-F046-A5CE-CB1BD921A725}"/>
              </a:ext>
            </a:extLst>
          </p:cNvPr>
          <p:cNvSpPr>
            <a:spLocks noChangeArrowheads="1"/>
          </p:cNvSpPr>
          <p:nvPr/>
        </p:nvSpPr>
        <p:spPr bwMode="auto">
          <a:xfrm>
            <a:off x="2337198" y="230981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222.1.3.</a:t>
            </a:r>
            <a:endParaRPr kumimoji="1" lang="en-US" altLang="zh-CN" sz="1500">
              <a:latin typeface="Arial" panose="020B0604020202020204" pitchFamily="34" charset="0"/>
              <a:ea typeface="宋体" panose="02010600030101010101" pitchFamily="2" charset="-122"/>
            </a:endParaRPr>
          </a:p>
        </p:txBody>
      </p:sp>
      <p:sp>
        <p:nvSpPr>
          <p:cNvPr id="115807" name="Rectangle 327">
            <a:extLst>
              <a:ext uri="{FF2B5EF4-FFF2-40B4-BE49-F238E27FC236}">
                <a16:creationId xmlns:a16="http://schemas.microsoft.com/office/drawing/2014/main" id="{46268823-A880-1049-9920-F593CA7DA6D5}"/>
              </a:ext>
            </a:extLst>
          </p:cNvPr>
          <p:cNvSpPr>
            <a:spLocks noChangeArrowheads="1"/>
          </p:cNvSpPr>
          <p:nvPr/>
        </p:nvSpPr>
        <p:spPr bwMode="auto">
          <a:xfrm>
            <a:off x="2294335" y="2044304"/>
            <a:ext cx="53816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08" name="Rectangle 328">
            <a:extLst>
              <a:ext uri="{FF2B5EF4-FFF2-40B4-BE49-F238E27FC236}">
                <a16:creationId xmlns:a16="http://schemas.microsoft.com/office/drawing/2014/main" id="{30AFD01B-3F53-004C-8D61-255AB11D46B0}"/>
              </a:ext>
            </a:extLst>
          </p:cNvPr>
          <p:cNvSpPr>
            <a:spLocks noChangeArrowheads="1"/>
          </p:cNvSpPr>
          <p:nvPr/>
        </p:nvSpPr>
        <p:spPr bwMode="auto">
          <a:xfrm>
            <a:off x="2359819" y="208716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5809" name="Rectangle 329">
            <a:extLst>
              <a:ext uri="{FF2B5EF4-FFF2-40B4-BE49-F238E27FC236}">
                <a16:creationId xmlns:a16="http://schemas.microsoft.com/office/drawing/2014/main" id="{D55F6F03-B2A3-FE46-BDBB-32A2F4E7463E}"/>
              </a:ext>
            </a:extLst>
          </p:cNvPr>
          <p:cNvSpPr>
            <a:spLocks noChangeArrowheads="1"/>
          </p:cNvSpPr>
          <p:nvPr/>
        </p:nvSpPr>
        <p:spPr bwMode="auto">
          <a:xfrm>
            <a:off x="4112419" y="2862263"/>
            <a:ext cx="3119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10" name="Rectangle 330">
            <a:extLst>
              <a:ext uri="{FF2B5EF4-FFF2-40B4-BE49-F238E27FC236}">
                <a16:creationId xmlns:a16="http://schemas.microsoft.com/office/drawing/2014/main" id="{7CB461CF-978D-3948-BB2C-0D0B544234A9}"/>
              </a:ext>
            </a:extLst>
          </p:cNvPr>
          <p:cNvSpPr>
            <a:spLocks noChangeArrowheads="1"/>
          </p:cNvSpPr>
          <p:nvPr/>
        </p:nvSpPr>
        <p:spPr bwMode="auto">
          <a:xfrm>
            <a:off x="4830366" y="2314575"/>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11" name="Rectangle 331">
            <a:extLst>
              <a:ext uri="{FF2B5EF4-FFF2-40B4-BE49-F238E27FC236}">
                <a16:creationId xmlns:a16="http://schemas.microsoft.com/office/drawing/2014/main" id="{D7EA731F-A811-CB47-B12F-72DFAAB5DE76}"/>
              </a:ext>
            </a:extLst>
          </p:cNvPr>
          <p:cNvSpPr>
            <a:spLocks noChangeArrowheads="1"/>
          </p:cNvSpPr>
          <p:nvPr/>
        </p:nvSpPr>
        <p:spPr bwMode="auto">
          <a:xfrm>
            <a:off x="4829175" y="24693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5812" name="Rectangle 332">
            <a:extLst>
              <a:ext uri="{FF2B5EF4-FFF2-40B4-BE49-F238E27FC236}">
                <a16:creationId xmlns:a16="http://schemas.microsoft.com/office/drawing/2014/main" id="{2F893D97-BA0A-A84C-82EF-149C452723E6}"/>
              </a:ext>
            </a:extLst>
          </p:cNvPr>
          <p:cNvSpPr>
            <a:spLocks noChangeArrowheads="1"/>
          </p:cNvSpPr>
          <p:nvPr/>
        </p:nvSpPr>
        <p:spPr bwMode="auto">
          <a:xfrm>
            <a:off x="3617119" y="2588419"/>
            <a:ext cx="30956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13" name="Rectangle 333">
            <a:extLst>
              <a:ext uri="{FF2B5EF4-FFF2-40B4-BE49-F238E27FC236}">
                <a16:creationId xmlns:a16="http://schemas.microsoft.com/office/drawing/2014/main" id="{26D381A6-039C-BC43-BBC5-DA0E84308E3F}"/>
              </a:ext>
            </a:extLst>
          </p:cNvPr>
          <p:cNvSpPr>
            <a:spLocks noChangeArrowheads="1"/>
          </p:cNvSpPr>
          <p:nvPr/>
        </p:nvSpPr>
        <p:spPr bwMode="auto">
          <a:xfrm>
            <a:off x="3554016" y="2786063"/>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5814" name="Rectangle 334">
            <a:extLst>
              <a:ext uri="{FF2B5EF4-FFF2-40B4-BE49-F238E27FC236}">
                <a16:creationId xmlns:a16="http://schemas.microsoft.com/office/drawing/2014/main" id="{8670DBF1-71B7-3A41-80C6-B3296EA05188}"/>
              </a:ext>
            </a:extLst>
          </p:cNvPr>
          <p:cNvSpPr>
            <a:spLocks noChangeArrowheads="1"/>
          </p:cNvSpPr>
          <p:nvPr/>
        </p:nvSpPr>
        <p:spPr bwMode="auto">
          <a:xfrm>
            <a:off x="4017169" y="3167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222.1.4.</a:t>
            </a:r>
            <a:endParaRPr kumimoji="1" lang="en-US" altLang="zh-CN" sz="1500">
              <a:latin typeface="Arial" panose="020B0604020202020204" pitchFamily="34" charset="0"/>
              <a:ea typeface="宋体" panose="02010600030101010101" pitchFamily="2" charset="-122"/>
            </a:endParaRPr>
          </a:p>
        </p:txBody>
      </p:sp>
      <p:sp>
        <p:nvSpPr>
          <p:cNvPr id="115815" name="Rectangle 335">
            <a:extLst>
              <a:ext uri="{FF2B5EF4-FFF2-40B4-BE49-F238E27FC236}">
                <a16:creationId xmlns:a16="http://schemas.microsoft.com/office/drawing/2014/main" id="{85D55D55-746C-1D42-8EAC-B4C53BEFB711}"/>
              </a:ext>
            </a:extLst>
          </p:cNvPr>
          <p:cNvSpPr>
            <a:spLocks noChangeArrowheads="1"/>
          </p:cNvSpPr>
          <p:nvPr/>
        </p:nvSpPr>
        <p:spPr bwMode="auto">
          <a:xfrm>
            <a:off x="3837385" y="2588419"/>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16" name="Rectangle 336">
            <a:extLst>
              <a:ext uri="{FF2B5EF4-FFF2-40B4-BE49-F238E27FC236}">
                <a16:creationId xmlns:a16="http://schemas.microsoft.com/office/drawing/2014/main" id="{8625A0A3-F297-424E-B258-8BDBAC404C4C}"/>
              </a:ext>
            </a:extLst>
          </p:cNvPr>
          <p:cNvSpPr>
            <a:spLocks noChangeArrowheads="1"/>
          </p:cNvSpPr>
          <p:nvPr/>
        </p:nvSpPr>
        <p:spPr bwMode="auto">
          <a:xfrm>
            <a:off x="3804048" y="2786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222.1.5.</a:t>
            </a:r>
            <a:endParaRPr kumimoji="1" lang="en-US" altLang="zh-CN" sz="1500">
              <a:latin typeface="Arial" panose="020B0604020202020204" pitchFamily="34" charset="0"/>
              <a:ea typeface="宋体" panose="02010600030101010101" pitchFamily="2" charset="-122"/>
            </a:endParaRPr>
          </a:p>
        </p:txBody>
      </p:sp>
      <p:sp>
        <p:nvSpPr>
          <p:cNvPr id="115817" name="Rectangle 337">
            <a:extLst>
              <a:ext uri="{FF2B5EF4-FFF2-40B4-BE49-F238E27FC236}">
                <a16:creationId xmlns:a16="http://schemas.microsoft.com/office/drawing/2014/main" id="{EF09B674-FB86-8E4C-969A-B3A14A6D38B8}"/>
              </a:ext>
            </a:extLst>
          </p:cNvPr>
          <p:cNvSpPr>
            <a:spLocks noChangeArrowheads="1"/>
          </p:cNvSpPr>
          <p:nvPr/>
        </p:nvSpPr>
        <p:spPr bwMode="auto">
          <a:xfrm>
            <a:off x="5050632" y="2326482"/>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18" name="Rectangle 338">
            <a:extLst>
              <a:ext uri="{FF2B5EF4-FFF2-40B4-BE49-F238E27FC236}">
                <a16:creationId xmlns:a16="http://schemas.microsoft.com/office/drawing/2014/main" id="{F4051707-CAA8-E34A-A5AC-5242DF7250F4}"/>
              </a:ext>
            </a:extLst>
          </p:cNvPr>
          <p:cNvSpPr>
            <a:spLocks noChangeArrowheads="1"/>
          </p:cNvSpPr>
          <p:nvPr/>
        </p:nvSpPr>
        <p:spPr bwMode="auto">
          <a:xfrm>
            <a:off x="5075635" y="24812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222.1.6.</a:t>
            </a:r>
            <a:endParaRPr kumimoji="1" lang="en-US" altLang="zh-CN" sz="1500">
              <a:latin typeface="Arial" panose="020B0604020202020204" pitchFamily="34" charset="0"/>
              <a:ea typeface="宋体" panose="02010600030101010101" pitchFamily="2" charset="-122"/>
            </a:endParaRPr>
          </a:p>
        </p:txBody>
      </p:sp>
      <p:sp>
        <p:nvSpPr>
          <p:cNvPr id="115819" name="Line 339">
            <a:extLst>
              <a:ext uri="{FF2B5EF4-FFF2-40B4-BE49-F238E27FC236}">
                <a16:creationId xmlns:a16="http://schemas.microsoft.com/office/drawing/2014/main" id="{1CADC2FE-3DF6-5040-BB72-1BB891AF77CB}"/>
              </a:ext>
            </a:extLst>
          </p:cNvPr>
          <p:cNvSpPr>
            <a:spLocks noChangeShapeType="1"/>
          </p:cNvSpPr>
          <p:nvPr/>
        </p:nvSpPr>
        <p:spPr bwMode="auto">
          <a:xfrm>
            <a:off x="2277666" y="1943100"/>
            <a:ext cx="0" cy="1634729"/>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20" name="Rectangle 340">
            <a:extLst>
              <a:ext uri="{FF2B5EF4-FFF2-40B4-BE49-F238E27FC236}">
                <a16:creationId xmlns:a16="http://schemas.microsoft.com/office/drawing/2014/main" id="{BD0C886F-278F-7947-8D7C-070957547637}"/>
              </a:ext>
            </a:extLst>
          </p:cNvPr>
          <p:cNvSpPr>
            <a:spLocks noChangeArrowheads="1"/>
          </p:cNvSpPr>
          <p:nvPr/>
        </p:nvSpPr>
        <p:spPr bwMode="auto">
          <a:xfrm>
            <a:off x="3767137" y="31551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pic>
        <p:nvPicPr>
          <p:cNvPr id="115821" name="Picture 341">
            <a:extLst>
              <a:ext uri="{FF2B5EF4-FFF2-40B4-BE49-F238E27FC236}">
                <a16:creationId xmlns:a16="http://schemas.microsoft.com/office/drawing/2014/main" id="{21F1B507-7657-AD4C-88D2-B60397BA337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498" y="3702844"/>
            <a:ext cx="435769" cy="29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822" name="Line 342">
            <a:extLst>
              <a:ext uri="{FF2B5EF4-FFF2-40B4-BE49-F238E27FC236}">
                <a16:creationId xmlns:a16="http://schemas.microsoft.com/office/drawing/2014/main" id="{B84ED0C8-3E1E-9D4E-B377-5967F096CA9C}"/>
              </a:ext>
            </a:extLst>
          </p:cNvPr>
          <p:cNvSpPr>
            <a:spLocks noChangeShapeType="1"/>
          </p:cNvSpPr>
          <p:nvPr/>
        </p:nvSpPr>
        <p:spPr bwMode="auto">
          <a:xfrm>
            <a:off x="6900863" y="1996678"/>
            <a:ext cx="0" cy="200382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23" name="Line 343">
            <a:extLst>
              <a:ext uri="{FF2B5EF4-FFF2-40B4-BE49-F238E27FC236}">
                <a16:creationId xmlns:a16="http://schemas.microsoft.com/office/drawing/2014/main" id="{8FD058AB-7BB2-5843-B146-8E72973B4BC5}"/>
              </a:ext>
            </a:extLst>
          </p:cNvPr>
          <p:cNvSpPr>
            <a:spLocks noChangeShapeType="1"/>
          </p:cNvSpPr>
          <p:nvPr/>
        </p:nvSpPr>
        <p:spPr bwMode="auto">
          <a:xfrm rot="16200000">
            <a:off x="4350544" y="3202781"/>
            <a:ext cx="0" cy="170021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24" name="Line 344">
            <a:extLst>
              <a:ext uri="{FF2B5EF4-FFF2-40B4-BE49-F238E27FC236}">
                <a16:creationId xmlns:a16="http://schemas.microsoft.com/office/drawing/2014/main" id="{3542AF21-DBDA-9D4E-AE87-0324943C0A33}"/>
              </a:ext>
            </a:extLst>
          </p:cNvPr>
          <p:cNvSpPr>
            <a:spLocks noChangeShapeType="1"/>
          </p:cNvSpPr>
          <p:nvPr/>
        </p:nvSpPr>
        <p:spPr bwMode="auto">
          <a:xfrm>
            <a:off x="5413773" y="3419475"/>
            <a:ext cx="148709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25" name="Oval 345">
            <a:extLst>
              <a:ext uri="{FF2B5EF4-FFF2-40B4-BE49-F238E27FC236}">
                <a16:creationId xmlns:a16="http://schemas.microsoft.com/office/drawing/2014/main" id="{1208BB14-AAA7-8142-938E-C5C3181C810F}"/>
              </a:ext>
            </a:extLst>
          </p:cNvPr>
          <p:cNvSpPr>
            <a:spLocks noChangeArrowheads="1"/>
          </p:cNvSpPr>
          <p:nvPr/>
        </p:nvSpPr>
        <p:spPr bwMode="auto">
          <a:xfrm>
            <a:off x="5573316" y="3367088"/>
            <a:ext cx="89297"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26" name="Rectangle 346">
            <a:extLst>
              <a:ext uri="{FF2B5EF4-FFF2-40B4-BE49-F238E27FC236}">
                <a16:creationId xmlns:a16="http://schemas.microsoft.com/office/drawing/2014/main" id="{A2887F2B-AEC7-6B4A-8F4C-CB76E892A64D}"/>
              </a:ext>
            </a:extLst>
          </p:cNvPr>
          <p:cNvSpPr>
            <a:spLocks noChangeArrowheads="1"/>
          </p:cNvSpPr>
          <p:nvPr/>
        </p:nvSpPr>
        <p:spPr bwMode="auto">
          <a:xfrm>
            <a:off x="6318647" y="24693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5827" name="Rectangle 347">
            <a:extLst>
              <a:ext uri="{FF2B5EF4-FFF2-40B4-BE49-F238E27FC236}">
                <a16:creationId xmlns:a16="http://schemas.microsoft.com/office/drawing/2014/main" id="{4C455880-968F-204F-860B-DB3CDF5F5D5B}"/>
              </a:ext>
            </a:extLst>
          </p:cNvPr>
          <p:cNvSpPr>
            <a:spLocks noChangeArrowheads="1"/>
          </p:cNvSpPr>
          <p:nvPr/>
        </p:nvSpPr>
        <p:spPr bwMode="auto">
          <a:xfrm>
            <a:off x="2956322" y="15168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5828" name="Line 348">
            <a:extLst>
              <a:ext uri="{FF2B5EF4-FFF2-40B4-BE49-F238E27FC236}">
                <a16:creationId xmlns:a16="http://schemas.microsoft.com/office/drawing/2014/main" id="{9C54777C-5006-5B42-9E77-6D1D7B99AD25}"/>
              </a:ext>
            </a:extLst>
          </p:cNvPr>
          <p:cNvSpPr>
            <a:spLocks noChangeShapeType="1"/>
          </p:cNvSpPr>
          <p:nvPr/>
        </p:nvSpPr>
        <p:spPr bwMode="auto">
          <a:xfrm rot="16200000">
            <a:off x="4935737" y="106561"/>
            <a:ext cx="0" cy="297537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29" name="Rectangle 349">
            <a:extLst>
              <a:ext uri="{FF2B5EF4-FFF2-40B4-BE49-F238E27FC236}">
                <a16:creationId xmlns:a16="http://schemas.microsoft.com/office/drawing/2014/main" id="{D96019C2-4FE9-964C-89E0-62F018E662EE}"/>
              </a:ext>
            </a:extLst>
          </p:cNvPr>
          <p:cNvSpPr>
            <a:spLocks noChangeArrowheads="1"/>
          </p:cNvSpPr>
          <p:nvPr/>
        </p:nvSpPr>
        <p:spPr bwMode="auto">
          <a:xfrm>
            <a:off x="1881188" y="4473179"/>
            <a:ext cx="57708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互联网</a:t>
            </a:r>
          </a:p>
        </p:txBody>
      </p:sp>
      <p:sp>
        <p:nvSpPr>
          <p:cNvPr id="115830" name="Line 350">
            <a:extLst>
              <a:ext uri="{FF2B5EF4-FFF2-40B4-BE49-F238E27FC236}">
                <a16:creationId xmlns:a16="http://schemas.microsoft.com/office/drawing/2014/main" id="{AD21A881-3E40-8D47-8C3F-FC8C225A86BE}"/>
              </a:ext>
            </a:extLst>
          </p:cNvPr>
          <p:cNvSpPr>
            <a:spLocks noChangeShapeType="1"/>
          </p:cNvSpPr>
          <p:nvPr/>
        </p:nvSpPr>
        <p:spPr bwMode="auto">
          <a:xfrm flipV="1">
            <a:off x="2172891" y="4156473"/>
            <a:ext cx="317897" cy="316706"/>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15831" name="Line 351">
            <a:extLst>
              <a:ext uri="{FF2B5EF4-FFF2-40B4-BE49-F238E27FC236}">
                <a16:creationId xmlns:a16="http://schemas.microsoft.com/office/drawing/2014/main" id="{6087F505-8CE4-D14D-9AF9-CACC4D450180}"/>
              </a:ext>
            </a:extLst>
          </p:cNvPr>
          <p:cNvSpPr>
            <a:spLocks noChangeShapeType="1"/>
          </p:cNvSpPr>
          <p:nvPr/>
        </p:nvSpPr>
        <p:spPr bwMode="auto">
          <a:xfrm>
            <a:off x="3676650"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32" name="Oval 352">
            <a:extLst>
              <a:ext uri="{FF2B5EF4-FFF2-40B4-BE49-F238E27FC236}">
                <a16:creationId xmlns:a16="http://schemas.microsoft.com/office/drawing/2014/main" id="{94D2E350-2F24-9145-99E0-9CDC527EAA3F}"/>
              </a:ext>
            </a:extLst>
          </p:cNvPr>
          <p:cNvSpPr>
            <a:spLocks noChangeArrowheads="1"/>
          </p:cNvSpPr>
          <p:nvPr/>
        </p:nvSpPr>
        <p:spPr bwMode="auto">
          <a:xfrm>
            <a:off x="3634978" y="12977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5833" name="Group 353">
            <a:extLst>
              <a:ext uri="{FF2B5EF4-FFF2-40B4-BE49-F238E27FC236}">
                <a16:creationId xmlns:a16="http://schemas.microsoft.com/office/drawing/2014/main" id="{F7CE2C81-EB53-284B-A840-08F1276CCF9A}"/>
              </a:ext>
            </a:extLst>
          </p:cNvPr>
          <p:cNvGrpSpPr>
            <a:grpSpLocks/>
          </p:cNvGrpSpPr>
          <p:nvPr/>
        </p:nvGrpSpPr>
        <p:grpSpPr bwMode="auto">
          <a:xfrm>
            <a:off x="3471863" y="673894"/>
            <a:ext cx="379810" cy="385763"/>
            <a:chOff x="1813" y="593"/>
            <a:chExt cx="343" cy="352"/>
          </a:xfrm>
        </p:grpSpPr>
        <p:grpSp>
          <p:nvGrpSpPr>
            <p:cNvPr id="115898" name="Group 354">
              <a:extLst>
                <a:ext uri="{FF2B5EF4-FFF2-40B4-BE49-F238E27FC236}">
                  <a16:creationId xmlns:a16="http://schemas.microsoft.com/office/drawing/2014/main" id="{50BA4DB6-5153-1C40-91C9-DE324AD41F4A}"/>
                </a:ext>
              </a:extLst>
            </p:cNvPr>
            <p:cNvGrpSpPr>
              <a:grpSpLocks/>
            </p:cNvGrpSpPr>
            <p:nvPr/>
          </p:nvGrpSpPr>
          <p:grpSpPr bwMode="auto">
            <a:xfrm>
              <a:off x="1821" y="599"/>
              <a:ext cx="335" cy="346"/>
              <a:chOff x="1821" y="599"/>
              <a:chExt cx="335" cy="346"/>
            </a:xfrm>
          </p:grpSpPr>
          <p:sp>
            <p:nvSpPr>
              <p:cNvPr id="115912" name="Freeform 355">
                <a:extLst>
                  <a:ext uri="{FF2B5EF4-FFF2-40B4-BE49-F238E27FC236}">
                    <a16:creationId xmlns:a16="http://schemas.microsoft.com/office/drawing/2014/main" id="{EA9BE0CB-40D1-B848-B86F-DC5BC56BD8ED}"/>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13" name="Freeform 356">
                <a:extLst>
                  <a:ext uri="{FF2B5EF4-FFF2-40B4-BE49-F238E27FC236}">
                    <a16:creationId xmlns:a16="http://schemas.microsoft.com/office/drawing/2014/main" id="{7DA439CD-541D-A043-8661-B756AF50E117}"/>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14" name="Freeform 357">
                <a:extLst>
                  <a:ext uri="{FF2B5EF4-FFF2-40B4-BE49-F238E27FC236}">
                    <a16:creationId xmlns:a16="http://schemas.microsoft.com/office/drawing/2014/main" id="{A322B71A-3DB7-AC44-940C-79419CF99F79}"/>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15" name="Freeform 358">
                <a:extLst>
                  <a:ext uri="{FF2B5EF4-FFF2-40B4-BE49-F238E27FC236}">
                    <a16:creationId xmlns:a16="http://schemas.microsoft.com/office/drawing/2014/main" id="{E0F242FE-9A32-604C-BE46-92CC4A5CA16C}"/>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16" name="Rectangle 359">
                <a:extLst>
                  <a:ext uri="{FF2B5EF4-FFF2-40B4-BE49-F238E27FC236}">
                    <a16:creationId xmlns:a16="http://schemas.microsoft.com/office/drawing/2014/main" id="{3FF89CC6-AD0C-D848-9A43-4EFEE5514748}"/>
                  </a:ext>
                </a:extLst>
              </p:cNvPr>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17" name="Rectangle 360">
                <a:extLst>
                  <a:ext uri="{FF2B5EF4-FFF2-40B4-BE49-F238E27FC236}">
                    <a16:creationId xmlns:a16="http://schemas.microsoft.com/office/drawing/2014/main" id="{4713331B-F90E-2C41-A4CE-82CC6A23BB4B}"/>
                  </a:ext>
                </a:extLst>
              </p:cNvPr>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18" name="Rectangle 361">
                <a:extLst>
                  <a:ext uri="{FF2B5EF4-FFF2-40B4-BE49-F238E27FC236}">
                    <a16:creationId xmlns:a16="http://schemas.microsoft.com/office/drawing/2014/main" id="{82F32C6D-9618-6C48-9708-A2BB2BBDA54F}"/>
                  </a:ext>
                </a:extLst>
              </p:cNvPr>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19" name="Line 362">
                <a:extLst>
                  <a:ext uri="{FF2B5EF4-FFF2-40B4-BE49-F238E27FC236}">
                    <a16:creationId xmlns:a16="http://schemas.microsoft.com/office/drawing/2014/main" id="{43D0C659-15F0-5641-B8FD-491FD91D21B8}"/>
                  </a:ext>
                </a:extLst>
              </p:cNvPr>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5920" name="Group 363">
                <a:extLst>
                  <a:ext uri="{FF2B5EF4-FFF2-40B4-BE49-F238E27FC236}">
                    <a16:creationId xmlns:a16="http://schemas.microsoft.com/office/drawing/2014/main" id="{F9E9CC3C-0174-E540-9199-F997B179797F}"/>
                  </a:ext>
                </a:extLst>
              </p:cNvPr>
              <p:cNvGrpSpPr>
                <a:grpSpLocks/>
              </p:cNvGrpSpPr>
              <p:nvPr/>
            </p:nvGrpSpPr>
            <p:grpSpPr bwMode="auto">
              <a:xfrm>
                <a:off x="1821" y="895"/>
                <a:ext cx="335" cy="50"/>
                <a:chOff x="1821" y="895"/>
                <a:chExt cx="335" cy="50"/>
              </a:xfrm>
            </p:grpSpPr>
            <p:sp>
              <p:nvSpPr>
                <p:cNvPr id="115921" name="Freeform 364">
                  <a:extLst>
                    <a:ext uri="{FF2B5EF4-FFF2-40B4-BE49-F238E27FC236}">
                      <a16:creationId xmlns:a16="http://schemas.microsoft.com/office/drawing/2014/main" id="{17C7439B-1F51-DE44-AEEA-EADC68641C32}"/>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22" name="Freeform 365">
                  <a:extLst>
                    <a:ext uri="{FF2B5EF4-FFF2-40B4-BE49-F238E27FC236}">
                      <a16:creationId xmlns:a16="http://schemas.microsoft.com/office/drawing/2014/main" id="{24C8A941-7D34-7943-9FE9-6E627344C3BB}"/>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23" name="Rectangle 366">
                  <a:extLst>
                    <a:ext uri="{FF2B5EF4-FFF2-40B4-BE49-F238E27FC236}">
                      <a16:creationId xmlns:a16="http://schemas.microsoft.com/office/drawing/2014/main" id="{1628526E-EB46-3543-880E-2202746177A8}"/>
                    </a:ext>
                  </a:extLst>
                </p:cNvPr>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5899" name="Group 367">
              <a:extLst>
                <a:ext uri="{FF2B5EF4-FFF2-40B4-BE49-F238E27FC236}">
                  <a16:creationId xmlns:a16="http://schemas.microsoft.com/office/drawing/2014/main" id="{4AF180C3-BDC3-D74D-A8F5-DA960448633F}"/>
                </a:ext>
              </a:extLst>
            </p:cNvPr>
            <p:cNvGrpSpPr>
              <a:grpSpLocks/>
            </p:cNvGrpSpPr>
            <p:nvPr/>
          </p:nvGrpSpPr>
          <p:grpSpPr bwMode="auto">
            <a:xfrm>
              <a:off x="1813" y="593"/>
              <a:ext cx="335" cy="346"/>
              <a:chOff x="1813" y="593"/>
              <a:chExt cx="335" cy="346"/>
            </a:xfrm>
          </p:grpSpPr>
          <p:sp>
            <p:nvSpPr>
              <p:cNvPr id="115900" name="Freeform 368">
                <a:extLst>
                  <a:ext uri="{FF2B5EF4-FFF2-40B4-BE49-F238E27FC236}">
                    <a16:creationId xmlns:a16="http://schemas.microsoft.com/office/drawing/2014/main" id="{94CA23CD-0920-5A41-9103-C6E8B8B05FD1}"/>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01" name="Freeform 369">
                <a:extLst>
                  <a:ext uri="{FF2B5EF4-FFF2-40B4-BE49-F238E27FC236}">
                    <a16:creationId xmlns:a16="http://schemas.microsoft.com/office/drawing/2014/main" id="{FF6617C7-857A-3C4D-B294-A198187AAF3C}"/>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02" name="Freeform 370">
                <a:extLst>
                  <a:ext uri="{FF2B5EF4-FFF2-40B4-BE49-F238E27FC236}">
                    <a16:creationId xmlns:a16="http://schemas.microsoft.com/office/drawing/2014/main" id="{A3E344BB-6A38-B84F-B0C6-A78C1130CA9C}"/>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03" name="Freeform 371">
                <a:extLst>
                  <a:ext uri="{FF2B5EF4-FFF2-40B4-BE49-F238E27FC236}">
                    <a16:creationId xmlns:a16="http://schemas.microsoft.com/office/drawing/2014/main" id="{2FED32B8-A006-F34C-930B-8FAB6BA769CF}"/>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04" name="Rectangle 372">
                <a:extLst>
                  <a:ext uri="{FF2B5EF4-FFF2-40B4-BE49-F238E27FC236}">
                    <a16:creationId xmlns:a16="http://schemas.microsoft.com/office/drawing/2014/main" id="{996CC9BB-43E2-B943-90C7-5A4B7F376558}"/>
                  </a:ext>
                </a:extLst>
              </p:cNvPr>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05" name="Rectangle 373">
                <a:extLst>
                  <a:ext uri="{FF2B5EF4-FFF2-40B4-BE49-F238E27FC236}">
                    <a16:creationId xmlns:a16="http://schemas.microsoft.com/office/drawing/2014/main" id="{79B7FE41-3F3B-C14B-8DF8-7DFA4AE5858C}"/>
                  </a:ext>
                </a:extLst>
              </p:cNvPr>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06" name="Rectangle 374">
                <a:extLst>
                  <a:ext uri="{FF2B5EF4-FFF2-40B4-BE49-F238E27FC236}">
                    <a16:creationId xmlns:a16="http://schemas.microsoft.com/office/drawing/2014/main" id="{5ECE860F-56B1-8542-BE53-1E4FE172BA11}"/>
                  </a:ext>
                </a:extLst>
              </p:cNvPr>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07" name="Line 375">
                <a:extLst>
                  <a:ext uri="{FF2B5EF4-FFF2-40B4-BE49-F238E27FC236}">
                    <a16:creationId xmlns:a16="http://schemas.microsoft.com/office/drawing/2014/main" id="{3E8EC404-3EE6-854F-BD28-C17EBF3A7CD6}"/>
                  </a:ext>
                </a:extLst>
              </p:cNvPr>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5908" name="Group 376">
                <a:extLst>
                  <a:ext uri="{FF2B5EF4-FFF2-40B4-BE49-F238E27FC236}">
                    <a16:creationId xmlns:a16="http://schemas.microsoft.com/office/drawing/2014/main" id="{4ED8CCB8-F47E-7847-9C83-A6019F466E9C}"/>
                  </a:ext>
                </a:extLst>
              </p:cNvPr>
              <p:cNvGrpSpPr>
                <a:grpSpLocks/>
              </p:cNvGrpSpPr>
              <p:nvPr/>
            </p:nvGrpSpPr>
            <p:grpSpPr bwMode="auto">
              <a:xfrm>
                <a:off x="1813" y="888"/>
                <a:ext cx="335" cy="51"/>
                <a:chOff x="1813" y="888"/>
                <a:chExt cx="335" cy="51"/>
              </a:xfrm>
            </p:grpSpPr>
            <p:sp>
              <p:nvSpPr>
                <p:cNvPr id="115909" name="Freeform 377">
                  <a:extLst>
                    <a:ext uri="{FF2B5EF4-FFF2-40B4-BE49-F238E27FC236}">
                      <a16:creationId xmlns:a16="http://schemas.microsoft.com/office/drawing/2014/main" id="{85F57CA2-8AED-864D-B6FB-33A7527CEB66}"/>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10" name="Freeform 378">
                  <a:extLst>
                    <a:ext uri="{FF2B5EF4-FFF2-40B4-BE49-F238E27FC236}">
                      <a16:creationId xmlns:a16="http://schemas.microsoft.com/office/drawing/2014/main" id="{664870C8-82FB-DC45-B061-46F49E803234}"/>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11" name="Rectangle 379">
                  <a:extLst>
                    <a:ext uri="{FF2B5EF4-FFF2-40B4-BE49-F238E27FC236}">
                      <a16:creationId xmlns:a16="http://schemas.microsoft.com/office/drawing/2014/main" id="{487E8588-ADAE-424E-9C1F-1FD8EA8A3AD0}"/>
                    </a:ext>
                  </a:extLst>
                </p:cNvPr>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5834" name="Line 380">
            <a:extLst>
              <a:ext uri="{FF2B5EF4-FFF2-40B4-BE49-F238E27FC236}">
                <a16:creationId xmlns:a16="http://schemas.microsoft.com/office/drawing/2014/main" id="{B18E54FD-B774-AF43-A2D8-6F6095C10806}"/>
              </a:ext>
            </a:extLst>
          </p:cNvPr>
          <p:cNvSpPr>
            <a:spLocks noChangeShapeType="1"/>
          </p:cNvSpPr>
          <p:nvPr/>
        </p:nvSpPr>
        <p:spPr bwMode="auto">
          <a:xfrm>
            <a:off x="5993606"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35" name="Line 381">
            <a:extLst>
              <a:ext uri="{FF2B5EF4-FFF2-40B4-BE49-F238E27FC236}">
                <a16:creationId xmlns:a16="http://schemas.microsoft.com/office/drawing/2014/main" id="{8F69697D-E891-C640-A9E5-4D7893962DF2}"/>
              </a:ext>
            </a:extLst>
          </p:cNvPr>
          <p:cNvSpPr>
            <a:spLocks noChangeShapeType="1"/>
          </p:cNvSpPr>
          <p:nvPr/>
        </p:nvSpPr>
        <p:spPr bwMode="auto">
          <a:xfrm>
            <a:off x="4835129" y="1000126"/>
            <a:ext cx="0" cy="58459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36" name="Oval 382">
            <a:extLst>
              <a:ext uri="{FF2B5EF4-FFF2-40B4-BE49-F238E27FC236}">
                <a16:creationId xmlns:a16="http://schemas.microsoft.com/office/drawing/2014/main" id="{955C4F0E-AD81-A748-843C-74763EC7B527}"/>
              </a:ext>
            </a:extLst>
          </p:cNvPr>
          <p:cNvSpPr>
            <a:spLocks noChangeArrowheads="1"/>
          </p:cNvSpPr>
          <p:nvPr/>
        </p:nvSpPr>
        <p:spPr bwMode="auto">
          <a:xfrm>
            <a:off x="4801792" y="1308498"/>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5837" name="Group 383">
            <a:extLst>
              <a:ext uri="{FF2B5EF4-FFF2-40B4-BE49-F238E27FC236}">
                <a16:creationId xmlns:a16="http://schemas.microsoft.com/office/drawing/2014/main" id="{5E4B55D9-C750-6F4E-BAF9-7A238C4D00C9}"/>
              </a:ext>
            </a:extLst>
          </p:cNvPr>
          <p:cNvGrpSpPr>
            <a:grpSpLocks/>
          </p:cNvGrpSpPr>
          <p:nvPr/>
        </p:nvGrpSpPr>
        <p:grpSpPr bwMode="auto">
          <a:xfrm>
            <a:off x="4639866" y="673894"/>
            <a:ext cx="379809" cy="385763"/>
            <a:chOff x="2868" y="593"/>
            <a:chExt cx="343" cy="352"/>
          </a:xfrm>
        </p:grpSpPr>
        <p:grpSp>
          <p:nvGrpSpPr>
            <p:cNvPr id="115872" name="Group 384">
              <a:extLst>
                <a:ext uri="{FF2B5EF4-FFF2-40B4-BE49-F238E27FC236}">
                  <a16:creationId xmlns:a16="http://schemas.microsoft.com/office/drawing/2014/main" id="{297860A3-F7CA-D445-8B18-18AE9C5EA139}"/>
                </a:ext>
              </a:extLst>
            </p:cNvPr>
            <p:cNvGrpSpPr>
              <a:grpSpLocks/>
            </p:cNvGrpSpPr>
            <p:nvPr/>
          </p:nvGrpSpPr>
          <p:grpSpPr bwMode="auto">
            <a:xfrm>
              <a:off x="2877" y="599"/>
              <a:ext cx="334" cy="346"/>
              <a:chOff x="2877" y="599"/>
              <a:chExt cx="334" cy="346"/>
            </a:xfrm>
          </p:grpSpPr>
          <p:sp>
            <p:nvSpPr>
              <p:cNvPr id="115886" name="Freeform 385">
                <a:extLst>
                  <a:ext uri="{FF2B5EF4-FFF2-40B4-BE49-F238E27FC236}">
                    <a16:creationId xmlns:a16="http://schemas.microsoft.com/office/drawing/2014/main" id="{91C63E31-78BB-D94A-B98C-57A0FC011B2D}"/>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87" name="Freeform 386">
                <a:extLst>
                  <a:ext uri="{FF2B5EF4-FFF2-40B4-BE49-F238E27FC236}">
                    <a16:creationId xmlns:a16="http://schemas.microsoft.com/office/drawing/2014/main" id="{A18694FB-3DD3-4041-9BE7-5691F52296D8}"/>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88" name="Freeform 387">
                <a:extLst>
                  <a:ext uri="{FF2B5EF4-FFF2-40B4-BE49-F238E27FC236}">
                    <a16:creationId xmlns:a16="http://schemas.microsoft.com/office/drawing/2014/main" id="{84238D71-DDA2-144B-9014-B2EF7235C629}"/>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89" name="Freeform 388">
                <a:extLst>
                  <a:ext uri="{FF2B5EF4-FFF2-40B4-BE49-F238E27FC236}">
                    <a16:creationId xmlns:a16="http://schemas.microsoft.com/office/drawing/2014/main" id="{C84178D2-72E1-8E4F-9D1B-944D02F11F6F}"/>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90" name="Rectangle 389">
                <a:extLst>
                  <a:ext uri="{FF2B5EF4-FFF2-40B4-BE49-F238E27FC236}">
                    <a16:creationId xmlns:a16="http://schemas.microsoft.com/office/drawing/2014/main" id="{9EB1C844-0EF3-CD41-832D-189971FB7060}"/>
                  </a:ext>
                </a:extLst>
              </p:cNvPr>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91" name="Rectangle 390">
                <a:extLst>
                  <a:ext uri="{FF2B5EF4-FFF2-40B4-BE49-F238E27FC236}">
                    <a16:creationId xmlns:a16="http://schemas.microsoft.com/office/drawing/2014/main" id="{643AD904-B261-6041-A672-B62518D93B61}"/>
                  </a:ext>
                </a:extLst>
              </p:cNvPr>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92" name="Rectangle 391">
                <a:extLst>
                  <a:ext uri="{FF2B5EF4-FFF2-40B4-BE49-F238E27FC236}">
                    <a16:creationId xmlns:a16="http://schemas.microsoft.com/office/drawing/2014/main" id="{7415742A-EF4D-D547-85D6-2BD0DC227D80}"/>
                  </a:ext>
                </a:extLst>
              </p:cNvPr>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93" name="Line 392">
                <a:extLst>
                  <a:ext uri="{FF2B5EF4-FFF2-40B4-BE49-F238E27FC236}">
                    <a16:creationId xmlns:a16="http://schemas.microsoft.com/office/drawing/2014/main" id="{4251BC9A-876D-4B4F-B974-555EC198841D}"/>
                  </a:ext>
                </a:extLst>
              </p:cNvPr>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5894" name="Group 393">
                <a:extLst>
                  <a:ext uri="{FF2B5EF4-FFF2-40B4-BE49-F238E27FC236}">
                    <a16:creationId xmlns:a16="http://schemas.microsoft.com/office/drawing/2014/main" id="{864FBCCE-298F-194C-951F-3A0726C33763}"/>
                  </a:ext>
                </a:extLst>
              </p:cNvPr>
              <p:cNvGrpSpPr>
                <a:grpSpLocks/>
              </p:cNvGrpSpPr>
              <p:nvPr/>
            </p:nvGrpSpPr>
            <p:grpSpPr bwMode="auto">
              <a:xfrm>
                <a:off x="2877" y="895"/>
                <a:ext cx="334" cy="50"/>
                <a:chOff x="2877" y="895"/>
                <a:chExt cx="334" cy="50"/>
              </a:xfrm>
            </p:grpSpPr>
            <p:sp>
              <p:nvSpPr>
                <p:cNvPr id="115895" name="Freeform 394">
                  <a:extLst>
                    <a:ext uri="{FF2B5EF4-FFF2-40B4-BE49-F238E27FC236}">
                      <a16:creationId xmlns:a16="http://schemas.microsoft.com/office/drawing/2014/main" id="{0B1F7F10-2FC9-A04F-97F5-4939FF64AF66}"/>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96" name="Freeform 395">
                  <a:extLst>
                    <a:ext uri="{FF2B5EF4-FFF2-40B4-BE49-F238E27FC236}">
                      <a16:creationId xmlns:a16="http://schemas.microsoft.com/office/drawing/2014/main" id="{D8D87DD1-3CCB-AA46-B1C4-ECB51DEB9C08}"/>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97" name="Rectangle 396">
                  <a:extLst>
                    <a:ext uri="{FF2B5EF4-FFF2-40B4-BE49-F238E27FC236}">
                      <a16:creationId xmlns:a16="http://schemas.microsoft.com/office/drawing/2014/main" id="{2D141571-8653-F04A-BE87-4B4B45C77533}"/>
                    </a:ext>
                  </a:extLst>
                </p:cNvPr>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5873" name="Group 397">
              <a:extLst>
                <a:ext uri="{FF2B5EF4-FFF2-40B4-BE49-F238E27FC236}">
                  <a16:creationId xmlns:a16="http://schemas.microsoft.com/office/drawing/2014/main" id="{43010D78-9ABE-C74E-8DC9-9284D8C1CF96}"/>
                </a:ext>
              </a:extLst>
            </p:cNvPr>
            <p:cNvGrpSpPr>
              <a:grpSpLocks/>
            </p:cNvGrpSpPr>
            <p:nvPr/>
          </p:nvGrpSpPr>
          <p:grpSpPr bwMode="auto">
            <a:xfrm>
              <a:off x="2868" y="593"/>
              <a:ext cx="335" cy="346"/>
              <a:chOff x="2868" y="593"/>
              <a:chExt cx="335" cy="346"/>
            </a:xfrm>
          </p:grpSpPr>
          <p:sp>
            <p:nvSpPr>
              <p:cNvPr id="115874" name="Freeform 398">
                <a:extLst>
                  <a:ext uri="{FF2B5EF4-FFF2-40B4-BE49-F238E27FC236}">
                    <a16:creationId xmlns:a16="http://schemas.microsoft.com/office/drawing/2014/main" id="{9337023C-293E-BD4F-BEDB-9FF3EF4440B4}"/>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75" name="Freeform 399">
                <a:extLst>
                  <a:ext uri="{FF2B5EF4-FFF2-40B4-BE49-F238E27FC236}">
                    <a16:creationId xmlns:a16="http://schemas.microsoft.com/office/drawing/2014/main" id="{6F01217D-C486-2544-9A3F-DC9BE45DB48F}"/>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76" name="Freeform 400">
                <a:extLst>
                  <a:ext uri="{FF2B5EF4-FFF2-40B4-BE49-F238E27FC236}">
                    <a16:creationId xmlns:a16="http://schemas.microsoft.com/office/drawing/2014/main" id="{99A61AB5-6DB5-784F-BC26-DB5A5AC6E413}"/>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77" name="Freeform 401">
                <a:extLst>
                  <a:ext uri="{FF2B5EF4-FFF2-40B4-BE49-F238E27FC236}">
                    <a16:creationId xmlns:a16="http://schemas.microsoft.com/office/drawing/2014/main" id="{60D08C4A-8D2A-B146-91EA-4B4C63BF3E95}"/>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78" name="Rectangle 402">
                <a:extLst>
                  <a:ext uri="{FF2B5EF4-FFF2-40B4-BE49-F238E27FC236}">
                    <a16:creationId xmlns:a16="http://schemas.microsoft.com/office/drawing/2014/main" id="{2CEC112A-B2A1-CB4C-8FB5-2AABC4B8DC81}"/>
                  </a:ext>
                </a:extLst>
              </p:cNvPr>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79" name="Rectangle 403">
                <a:extLst>
                  <a:ext uri="{FF2B5EF4-FFF2-40B4-BE49-F238E27FC236}">
                    <a16:creationId xmlns:a16="http://schemas.microsoft.com/office/drawing/2014/main" id="{DC6D1758-1E0E-354F-B162-E03C4891358B}"/>
                  </a:ext>
                </a:extLst>
              </p:cNvPr>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80" name="Rectangle 404">
                <a:extLst>
                  <a:ext uri="{FF2B5EF4-FFF2-40B4-BE49-F238E27FC236}">
                    <a16:creationId xmlns:a16="http://schemas.microsoft.com/office/drawing/2014/main" id="{2A866215-6FB1-BF43-9CB6-38C2999DE789}"/>
                  </a:ext>
                </a:extLst>
              </p:cNvPr>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81" name="Line 405">
                <a:extLst>
                  <a:ext uri="{FF2B5EF4-FFF2-40B4-BE49-F238E27FC236}">
                    <a16:creationId xmlns:a16="http://schemas.microsoft.com/office/drawing/2014/main" id="{8057D35E-57A8-C443-9E53-B3FE7D359BCC}"/>
                  </a:ext>
                </a:extLst>
              </p:cNvPr>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5882" name="Group 406">
                <a:extLst>
                  <a:ext uri="{FF2B5EF4-FFF2-40B4-BE49-F238E27FC236}">
                    <a16:creationId xmlns:a16="http://schemas.microsoft.com/office/drawing/2014/main" id="{EBAA7FFB-B8E9-B04B-8796-8887C49E9E6F}"/>
                  </a:ext>
                </a:extLst>
              </p:cNvPr>
              <p:cNvGrpSpPr>
                <a:grpSpLocks/>
              </p:cNvGrpSpPr>
              <p:nvPr/>
            </p:nvGrpSpPr>
            <p:grpSpPr bwMode="auto">
              <a:xfrm>
                <a:off x="2868" y="888"/>
                <a:ext cx="335" cy="51"/>
                <a:chOff x="2868" y="888"/>
                <a:chExt cx="335" cy="51"/>
              </a:xfrm>
            </p:grpSpPr>
            <p:sp>
              <p:nvSpPr>
                <p:cNvPr id="115883" name="Freeform 407">
                  <a:extLst>
                    <a:ext uri="{FF2B5EF4-FFF2-40B4-BE49-F238E27FC236}">
                      <a16:creationId xmlns:a16="http://schemas.microsoft.com/office/drawing/2014/main" id="{5819679A-5532-2248-8348-9472B0BB0937}"/>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84" name="Freeform 408">
                  <a:extLst>
                    <a:ext uri="{FF2B5EF4-FFF2-40B4-BE49-F238E27FC236}">
                      <a16:creationId xmlns:a16="http://schemas.microsoft.com/office/drawing/2014/main" id="{0F5C6D0C-8836-5544-B21B-0CCE2476AB9E}"/>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85" name="Rectangle 409">
                  <a:extLst>
                    <a:ext uri="{FF2B5EF4-FFF2-40B4-BE49-F238E27FC236}">
                      <a16:creationId xmlns:a16="http://schemas.microsoft.com/office/drawing/2014/main" id="{24E030CF-1937-2F49-8E89-0264BBA7E13C}"/>
                    </a:ext>
                  </a:extLst>
                </p:cNvPr>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5838" name="Oval 410">
            <a:extLst>
              <a:ext uri="{FF2B5EF4-FFF2-40B4-BE49-F238E27FC236}">
                <a16:creationId xmlns:a16="http://schemas.microsoft.com/office/drawing/2014/main" id="{7685A0BD-74FA-4B4D-972E-073A216D7DD8}"/>
              </a:ext>
            </a:extLst>
          </p:cNvPr>
          <p:cNvSpPr>
            <a:spLocks noChangeArrowheads="1"/>
          </p:cNvSpPr>
          <p:nvPr/>
        </p:nvSpPr>
        <p:spPr bwMode="auto">
          <a:xfrm>
            <a:off x="5960269" y="1308498"/>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5839" name="Group 411">
            <a:extLst>
              <a:ext uri="{FF2B5EF4-FFF2-40B4-BE49-F238E27FC236}">
                <a16:creationId xmlns:a16="http://schemas.microsoft.com/office/drawing/2014/main" id="{86BF1FEB-0392-3545-90D1-58747D05FAB3}"/>
              </a:ext>
            </a:extLst>
          </p:cNvPr>
          <p:cNvGrpSpPr>
            <a:grpSpLocks/>
          </p:cNvGrpSpPr>
          <p:nvPr/>
        </p:nvGrpSpPr>
        <p:grpSpPr bwMode="auto">
          <a:xfrm>
            <a:off x="5798344" y="673894"/>
            <a:ext cx="379810" cy="385763"/>
            <a:chOff x="3915" y="593"/>
            <a:chExt cx="343" cy="352"/>
          </a:xfrm>
        </p:grpSpPr>
        <p:grpSp>
          <p:nvGrpSpPr>
            <p:cNvPr id="115846" name="Group 412">
              <a:extLst>
                <a:ext uri="{FF2B5EF4-FFF2-40B4-BE49-F238E27FC236}">
                  <a16:creationId xmlns:a16="http://schemas.microsoft.com/office/drawing/2014/main" id="{39C2EA6B-BF3A-F64D-8A73-589398EB2D91}"/>
                </a:ext>
              </a:extLst>
            </p:cNvPr>
            <p:cNvGrpSpPr>
              <a:grpSpLocks/>
            </p:cNvGrpSpPr>
            <p:nvPr/>
          </p:nvGrpSpPr>
          <p:grpSpPr bwMode="auto">
            <a:xfrm>
              <a:off x="3924" y="599"/>
              <a:ext cx="334" cy="346"/>
              <a:chOff x="3924" y="599"/>
              <a:chExt cx="334" cy="346"/>
            </a:xfrm>
          </p:grpSpPr>
          <p:sp>
            <p:nvSpPr>
              <p:cNvPr id="115860" name="Freeform 413">
                <a:extLst>
                  <a:ext uri="{FF2B5EF4-FFF2-40B4-BE49-F238E27FC236}">
                    <a16:creationId xmlns:a16="http://schemas.microsoft.com/office/drawing/2014/main" id="{F85CC5D1-68C7-E447-89E6-C35D463F4065}"/>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61" name="Freeform 414">
                <a:extLst>
                  <a:ext uri="{FF2B5EF4-FFF2-40B4-BE49-F238E27FC236}">
                    <a16:creationId xmlns:a16="http://schemas.microsoft.com/office/drawing/2014/main" id="{84CADAA5-7EF7-A346-925C-1EE6E1102618}"/>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62" name="Freeform 415">
                <a:extLst>
                  <a:ext uri="{FF2B5EF4-FFF2-40B4-BE49-F238E27FC236}">
                    <a16:creationId xmlns:a16="http://schemas.microsoft.com/office/drawing/2014/main" id="{5215D820-5D0A-1F4F-988E-15BEFBA4140A}"/>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63" name="Freeform 416">
                <a:extLst>
                  <a:ext uri="{FF2B5EF4-FFF2-40B4-BE49-F238E27FC236}">
                    <a16:creationId xmlns:a16="http://schemas.microsoft.com/office/drawing/2014/main" id="{1CC30F81-F21B-6F4C-A63F-06068472B3E0}"/>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64" name="Rectangle 417">
                <a:extLst>
                  <a:ext uri="{FF2B5EF4-FFF2-40B4-BE49-F238E27FC236}">
                    <a16:creationId xmlns:a16="http://schemas.microsoft.com/office/drawing/2014/main" id="{AEEE4C0A-37DC-584B-B810-6B087BAC9FE9}"/>
                  </a:ext>
                </a:extLst>
              </p:cNvPr>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65" name="Rectangle 418">
                <a:extLst>
                  <a:ext uri="{FF2B5EF4-FFF2-40B4-BE49-F238E27FC236}">
                    <a16:creationId xmlns:a16="http://schemas.microsoft.com/office/drawing/2014/main" id="{34EDA5EE-C8F4-1B46-A8FF-D5AF0C809BB7}"/>
                  </a:ext>
                </a:extLst>
              </p:cNvPr>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66" name="Rectangle 419">
                <a:extLst>
                  <a:ext uri="{FF2B5EF4-FFF2-40B4-BE49-F238E27FC236}">
                    <a16:creationId xmlns:a16="http://schemas.microsoft.com/office/drawing/2014/main" id="{FDA1497D-4E68-B344-8011-709ACF370DA8}"/>
                  </a:ext>
                </a:extLst>
              </p:cNvPr>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67" name="Line 420">
                <a:extLst>
                  <a:ext uri="{FF2B5EF4-FFF2-40B4-BE49-F238E27FC236}">
                    <a16:creationId xmlns:a16="http://schemas.microsoft.com/office/drawing/2014/main" id="{82BC6259-E3BC-1543-97CB-41A8D697480F}"/>
                  </a:ext>
                </a:extLst>
              </p:cNvPr>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5868" name="Group 421">
                <a:extLst>
                  <a:ext uri="{FF2B5EF4-FFF2-40B4-BE49-F238E27FC236}">
                    <a16:creationId xmlns:a16="http://schemas.microsoft.com/office/drawing/2014/main" id="{D4E9FA37-D178-1D4C-B685-BF39CE7DEA85}"/>
                  </a:ext>
                </a:extLst>
              </p:cNvPr>
              <p:cNvGrpSpPr>
                <a:grpSpLocks/>
              </p:cNvGrpSpPr>
              <p:nvPr/>
            </p:nvGrpSpPr>
            <p:grpSpPr bwMode="auto">
              <a:xfrm>
                <a:off x="3924" y="895"/>
                <a:ext cx="334" cy="50"/>
                <a:chOff x="3924" y="895"/>
                <a:chExt cx="334" cy="50"/>
              </a:xfrm>
            </p:grpSpPr>
            <p:sp>
              <p:nvSpPr>
                <p:cNvPr id="115869" name="Freeform 422">
                  <a:extLst>
                    <a:ext uri="{FF2B5EF4-FFF2-40B4-BE49-F238E27FC236}">
                      <a16:creationId xmlns:a16="http://schemas.microsoft.com/office/drawing/2014/main" id="{ACBA6B6F-2CF7-B243-81C9-EE2A7DB59CBF}"/>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70" name="Freeform 423">
                  <a:extLst>
                    <a:ext uri="{FF2B5EF4-FFF2-40B4-BE49-F238E27FC236}">
                      <a16:creationId xmlns:a16="http://schemas.microsoft.com/office/drawing/2014/main" id="{3BB2D4F4-4DE9-6444-A277-C454FD860D93}"/>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71" name="Rectangle 424">
                  <a:extLst>
                    <a:ext uri="{FF2B5EF4-FFF2-40B4-BE49-F238E27FC236}">
                      <a16:creationId xmlns:a16="http://schemas.microsoft.com/office/drawing/2014/main" id="{AE40B057-50DC-AC4C-9BFA-F69A9E038083}"/>
                    </a:ext>
                  </a:extLst>
                </p:cNvPr>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5847" name="Group 425">
              <a:extLst>
                <a:ext uri="{FF2B5EF4-FFF2-40B4-BE49-F238E27FC236}">
                  <a16:creationId xmlns:a16="http://schemas.microsoft.com/office/drawing/2014/main" id="{2CAA35A5-C37B-814F-88D8-39D6616EEBFA}"/>
                </a:ext>
              </a:extLst>
            </p:cNvPr>
            <p:cNvGrpSpPr>
              <a:grpSpLocks/>
            </p:cNvGrpSpPr>
            <p:nvPr/>
          </p:nvGrpSpPr>
          <p:grpSpPr bwMode="auto">
            <a:xfrm>
              <a:off x="3915" y="593"/>
              <a:ext cx="335" cy="346"/>
              <a:chOff x="3915" y="593"/>
              <a:chExt cx="335" cy="346"/>
            </a:xfrm>
          </p:grpSpPr>
          <p:sp>
            <p:nvSpPr>
              <p:cNvPr id="115848" name="Freeform 426">
                <a:extLst>
                  <a:ext uri="{FF2B5EF4-FFF2-40B4-BE49-F238E27FC236}">
                    <a16:creationId xmlns:a16="http://schemas.microsoft.com/office/drawing/2014/main" id="{F00A896E-D225-CA47-8D54-84B2FBE47ED1}"/>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49" name="Freeform 427">
                <a:extLst>
                  <a:ext uri="{FF2B5EF4-FFF2-40B4-BE49-F238E27FC236}">
                    <a16:creationId xmlns:a16="http://schemas.microsoft.com/office/drawing/2014/main" id="{6AC4EC80-81F3-BA4A-A7F1-5B12102F54CC}"/>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50" name="Freeform 428">
                <a:extLst>
                  <a:ext uri="{FF2B5EF4-FFF2-40B4-BE49-F238E27FC236}">
                    <a16:creationId xmlns:a16="http://schemas.microsoft.com/office/drawing/2014/main" id="{6BA1E815-239F-8747-812C-31F34B475856}"/>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51" name="Freeform 429">
                <a:extLst>
                  <a:ext uri="{FF2B5EF4-FFF2-40B4-BE49-F238E27FC236}">
                    <a16:creationId xmlns:a16="http://schemas.microsoft.com/office/drawing/2014/main" id="{A615A7C0-DDA2-454F-81E4-527D12420648}"/>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52" name="Rectangle 430">
                <a:extLst>
                  <a:ext uri="{FF2B5EF4-FFF2-40B4-BE49-F238E27FC236}">
                    <a16:creationId xmlns:a16="http://schemas.microsoft.com/office/drawing/2014/main" id="{6F355EE7-0132-6641-8651-FAF774C64EF7}"/>
                  </a:ext>
                </a:extLst>
              </p:cNvPr>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53" name="Rectangle 431">
                <a:extLst>
                  <a:ext uri="{FF2B5EF4-FFF2-40B4-BE49-F238E27FC236}">
                    <a16:creationId xmlns:a16="http://schemas.microsoft.com/office/drawing/2014/main" id="{BE6E2215-E6FE-B442-AA1D-74B51C0C8772}"/>
                  </a:ext>
                </a:extLst>
              </p:cNvPr>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54" name="Rectangle 432">
                <a:extLst>
                  <a:ext uri="{FF2B5EF4-FFF2-40B4-BE49-F238E27FC236}">
                    <a16:creationId xmlns:a16="http://schemas.microsoft.com/office/drawing/2014/main" id="{60C4700F-8C4D-BE4A-9825-3E1713CE5D22}"/>
                  </a:ext>
                </a:extLst>
              </p:cNvPr>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55" name="Line 433">
                <a:extLst>
                  <a:ext uri="{FF2B5EF4-FFF2-40B4-BE49-F238E27FC236}">
                    <a16:creationId xmlns:a16="http://schemas.microsoft.com/office/drawing/2014/main" id="{34E8BF49-25F7-D345-A4B8-AA53BB636586}"/>
                  </a:ext>
                </a:extLst>
              </p:cNvPr>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5856" name="Group 434">
                <a:extLst>
                  <a:ext uri="{FF2B5EF4-FFF2-40B4-BE49-F238E27FC236}">
                    <a16:creationId xmlns:a16="http://schemas.microsoft.com/office/drawing/2014/main" id="{0B4FA4CC-7881-A049-B5A0-A0B56B2A7CAA}"/>
                  </a:ext>
                </a:extLst>
              </p:cNvPr>
              <p:cNvGrpSpPr>
                <a:grpSpLocks/>
              </p:cNvGrpSpPr>
              <p:nvPr/>
            </p:nvGrpSpPr>
            <p:grpSpPr bwMode="auto">
              <a:xfrm>
                <a:off x="3915" y="888"/>
                <a:ext cx="335" cy="51"/>
                <a:chOff x="3915" y="888"/>
                <a:chExt cx="335" cy="51"/>
              </a:xfrm>
            </p:grpSpPr>
            <p:sp>
              <p:nvSpPr>
                <p:cNvPr id="115857" name="Freeform 435">
                  <a:extLst>
                    <a:ext uri="{FF2B5EF4-FFF2-40B4-BE49-F238E27FC236}">
                      <a16:creationId xmlns:a16="http://schemas.microsoft.com/office/drawing/2014/main" id="{5D1BF07C-33DE-C842-BABA-3B0EF3F53540}"/>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58" name="Freeform 436">
                  <a:extLst>
                    <a:ext uri="{FF2B5EF4-FFF2-40B4-BE49-F238E27FC236}">
                      <a16:creationId xmlns:a16="http://schemas.microsoft.com/office/drawing/2014/main" id="{B4E3F465-9599-0A48-829A-E0565C537797}"/>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59" name="Rectangle 437">
                  <a:extLst>
                    <a:ext uri="{FF2B5EF4-FFF2-40B4-BE49-F238E27FC236}">
                      <a16:creationId xmlns:a16="http://schemas.microsoft.com/office/drawing/2014/main" id="{4ACF0200-F6EE-3D4B-8301-3AEDD4B9C692}"/>
                    </a:ext>
                  </a:extLst>
                </p:cNvPr>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451003" name="Group 443">
            <a:extLst>
              <a:ext uri="{FF2B5EF4-FFF2-40B4-BE49-F238E27FC236}">
                <a16:creationId xmlns:a16="http://schemas.microsoft.com/office/drawing/2014/main" id="{54EBC9CC-87DB-E14A-813E-BFE3D9E4AE3C}"/>
              </a:ext>
            </a:extLst>
          </p:cNvPr>
          <p:cNvGrpSpPr>
            <a:grpSpLocks/>
          </p:cNvGrpSpPr>
          <p:nvPr/>
        </p:nvGrpSpPr>
        <p:grpSpPr bwMode="auto">
          <a:xfrm>
            <a:off x="4513660" y="3174207"/>
            <a:ext cx="1931194" cy="608410"/>
            <a:chOff x="2831" y="2666"/>
            <a:chExt cx="1622" cy="511"/>
          </a:xfrm>
        </p:grpSpPr>
        <p:sp>
          <p:nvSpPr>
            <p:cNvPr id="115843" name="Line 440">
              <a:extLst>
                <a:ext uri="{FF2B5EF4-FFF2-40B4-BE49-F238E27FC236}">
                  <a16:creationId xmlns:a16="http://schemas.microsoft.com/office/drawing/2014/main" id="{834823F4-1E3B-7141-AF0F-88CC4B971771}"/>
                </a:ext>
              </a:extLst>
            </p:cNvPr>
            <p:cNvSpPr>
              <a:spLocks noChangeShapeType="1"/>
            </p:cNvSpPr>
            <p:nvPr/>
          </p:nvSpPr>
          <p:spPr bwMode="auto">
            <a:xfrm>
              <a:off x="3309" y="2666"/>
              <a:ext cx="726"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44" name="Line 441">
              <a:extLst>
                <a:ext uri="{FF2B5EF4-FFF2-40B4-BE49-F238E27FC236}">
                  <a16:creationId xmlns:a16="http://schemas.microsoft.com/office/drawing/2014/main" id="{8B81D98B-FB76-3441-B9C5-D9E5A9D9F751}"/>
                </a:ext>
              </a:extLst>
            </p:cNvPr>
            <p:cNvSpPr>
              <a:spLocks noChangeShapeType="1"/>
            </p:cNvSpPr>
            <p:nvPr/>
          </p:nvSpPr>
          <p:spPr bwMode="auto">
            <a:xfrm>
              <a:off x="3727" y="2871"/>
              <a:ext cx="726"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45" name="Line 442">
              <a:extLst>
                <a:ext uri="{FF2B5EF4-FFF2-40B4-BE49-F238E27FC236}">
                  <a16:creationId xmlns:a16="http://schemas.microsoft.com/office/drawing/2014/main" id="{F5095C80-A7DD-4E4E-9780-E2A63794D8F3}"/>
                </a:ext>
              </a:extLst>
            </p:cNvPr>
            <p:cNvSpPr>
              <a:spLocks noChangeShapeType="1"/>
            </p:cNvSpPr>
            <p:nvPr/>
          </p:nvSpPr>
          <p:spPr bwMode="auto">
            <a:xfrm>
              <a:off x="2831" y="3177"/>
              <a:ext cx="726"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5842" name="幻灯片编号占位符 1">
            <a:extLst>
              <a:ext uri="{FF2B5EF4-FFF2-40B4-BE49-F238E27FC236}">
                <a16:creationId xmlns:a16="http://schemas.microsoft.com/office/drawing/2014/main" id="{850525A6-E7C5-D348-9FBB-C4516E3D376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7FA7503-76E6-4D43-A243-9FB02CEAD8BD}"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44" name="Text Box 438">
            <a:extLst>
              <a:ext uri="{FF2B5EF4-FFF2-40B4-BE49-F238E27FC236}">
                <a16:creationId xmlns:a16="http://schemas.microsoft.com/office/drawing/2014/main" id="{626EB869-AC19-8549-A704-E2A9CC9DC352}"/>
              </a:ext>
            </a:extLst>
          </p:cNvPr>
          <p:cNvSpPr txBox="1">
            <a:spLocks noChangeArrowheads="1"/>
          </p:cNvSpPr>
          <p:nvPr/>
        </p:nvSpPr>
        <p:spPr bwMode="auto">
          <a:xfrm>
            <a:off x="1125858" y="210703"/>
            <a:ext cx="7068496" cy="829394"/>
          </a:xfrm>
          <a:prstGeom prst="rect">
            <a:avLst/>
          </a:prstGeom>
          <a:solidFill>
            <a:srgbClr val="FFFF99"/>
          </a:solidFill>
          <a:ln w="9525">
            <a:solidFill>
              <a:schemeClr val="tx2"/>
            </a:solidFill>
            <a:miter lim="800000"/>
            <a:headEnd/>
            <a:tailEnd/>
          </a:ln>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20000"/>
              </a:lnSpc>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路由器总是具有两个或两个以上的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a:t>
            </a:r>
          </a:p>
          <a:p>
            <a:pPr algn="ctr" eaLnBrk="1" hangingPunct="1">
              <a:lnSpc>
                <a:spcPct val="120000"/>
              </a:lnSpc>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路由器的每一个接口都有一个不同网络号的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 </a:t>
            </a:r>
          </a:p>
        </p:txBody>
      </p:sp>
    </p:spTree>
    <p:extLst>
      <p:ext uri="{BB962C8B-B14F-4D97-AF65-F5344CB8AC3E}">
        <p14:creationId xmlns:p14="http://schemas.microsoft.com/office/powerpoint/2010/main" val="57006666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0"/>
                                          </p:stCondLst>
                                        </p:cTn>
                                        <p:tgtEl>
                                          <p:spTgt spid="451003"/>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nodeType="afterEffect">
                                  <p:stCondLst>
                                    <p:cond delay="500"/>
                                  </p:stCondLst>
                                  <p:childTnLst>
                                    <p:anim calcmode="discrete" valueType="str">
                                      <p:cBhvr>
                                        <p:cTn id="9" dur="1000" fill="hold"/>
                                        <p:tgtEl>
                                          <p:spTgt spid="45100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7761" name="AutoShape 2">
            <a:extLst>
              <a:ext uri="{FF2B5EF4-FFF2-40B4-BE49-F238E27FC236}">
                <a16:creationId xmlns:a16="http://schemas.microsoft.com/office/drawing/2014/main" id="{20D21277-18A1-5647-84D9-84DD74D5048F}"/>
              </a:ext>
            </a:extLst>
          </p:cNvPr>
          <p:cNvSpPr>
            <a:spLocks noChangeArrowheads="1"/>
          </p:cNvSpPr>
          <p:nvPr/>
        </p:nvSpPr>
        <p:spPr bwMode="auto">
          <a:xfrm>
            <a:off x="2156222" y="1345407"/>
            <a:ext cx="4891088" cy="2926556"/>
          </a:xfrm>
          <a:prstGeom prst="roundRect">
            <a:avLst>
              <a:gd name="adj" fmla="val 24787"/>
            </a:avLst>
          </a:prstGeom>
          <a:solidFill>
            <a:srgbClr val="CCECFF"/>
          </a:solidFill>
          <a:ln w="9525">
            <a:solidFill>
              <a:schemeClr val="tx1"/>
            </a:solidFill>
            <a:prstDash val="dash"/>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17762" name="Rectangle 3">
            <a:extLst>
              <a:ext uri="{FF2B5EF4-FFF2-40B4-BE49-F238E27FC236}">
                <a16:creationId xmlns:a16="http://schemas.microsoft.com/office/drawing/2014/main" id="{D3E6515F-39DF-B049-A358-1E55516AB7D0}"/>
              </a:ext>
            </a:extLst>
          </p:cNvPr>
          <p:cNvSpPr>
            <a:spLocks noGrp="1" noChangeArrowheads="1"/>
          </p:cNvSpPr>
          <p:nvPr>
            <p:ph type="title"/>
          </p:nvPr>
        </p:nvSpPr>
        <p:spPr>
          <a:xfrm>
            <a:off x="1709737" y="86916"/>
            <a:ext cx="5844779" cy="521494"/>
          </a:xfrm>
        </p:spPr>
        <p:txBody>
          <a:bodyPr/>
          <a:lstStyle/>
          <a:p>
            <a:pPr algn="ctr" eaLnBrk="1" hangingPunct="1"/>
            <a:r>
              <a:rPr lang="zh-CN" altLang="en-US" sz="2700">
                <a:ea typeface="宋体" panose="02010600030101010101" pitchFamily="2" charset="-122"/>
              </a:rPr>
              <a:t>互联网中的 </a:t>
            </a:r>
            <a:r>
              <a:rPr lang="en-US" altLang="zh-CN" sz="2700">
                <a:ea typeface="宋体" panose="02010600030101010101" pitchFamily="2" charset="-122"/>
              </a:rPr>
              <a:t>IP </a:t>
            </a:r>
            <a:r>
              <a:rPr lang="zh-CN" altLang="en-US" sz="2700">
                <a:ea typeface="宋体" panose="02010600030101010101" pitchFamily="2" charset="-122"/>
              </a:rPr>
              <a:t>地址 </a:t>
            </a:r>
          </a:p>
        </p:txBody>
      </p:sp>
      <p:sp>
        <p:nvSpPr>
          <p:cNvPr id="117763" name="Freeform 4">
            <a:extLst>
              <a:ext uri="{FF2B5EF4-FFF2-40B4-BE49-F238E27FC236}">
                <a16:creationId xmlns:a16="http://schemas.microsoft.com/office/drawing/2014/main" id="{49D496CA-905C-1043-B97E-A31F06AD6F17}"/>
              </a:ext>
            </a:extLst>
          </p:cNvPr>
          <p:cNvSpPr>
            <a:spLocks/>
          </p:cNvSpPr>
          <p:nvPr/>
        </p:nvSpPr>
        <p:spPr bwMode="auto">
          <a:xfrm>
            <a:off x="3434954" y="1903810"/>
            <a:ext cx="3592115" cy="2377678"/>
          </a:xfrm>
          <a:custGeom>
            <a:avLst/>
            <a:gdLst>
              <a:gd name="T0" fmla="*/ 2147483646 w 3246"/>
              <a:gd name="T1" fmla="*/ 2147483646 h 2165"/>
              <a:gd name="T2" fmla="*/ 2147483646 w 3246"/>
              <a:gd name="T3" fmla="*/ 2147483646 h 2165"/>
              <a:gd name="T4" fmla="*/ 2147483646 w 3246"/>
              <a:gd name="T5" fmla="*/ 2147483646 h 2165"/>
              <a:gd name="T6" fmla="*/ 2147483646 w 3246"/>
              <a:gd name="T7" fmla="*/ 2147483646 h 2165"/>
              <a:gd name="T8" fmla="*/ 2147483646 w 3246"/>
              <a:gd name="T9" fmla="*/ 2147483646 h 2165"/>
              <a:gd name="T10" fmla="*/ 2147483646 w 3246"/>
              <a:gd name="T11" fmla="*/ 2147483646 h 2165"/>
              <a:gd name="T12" fmla="*/ 2147483646 w 3246"/>
              <a:gd name="T13" fmla="*/ 2147483646 h 2165"/>
              <a:gd name="T14" fmla="*/ 2147483646 w 3246"/>
              <a:gd name="T15" fmla="*/ 2147483646 h 2165"/>
              <a:gd name="T16" fmla="*/ 2147483646 w 3246"/>
              <a:gd name="T17" fmla="*/ 2147483646 h 2165"/>
              <a:gd name="T18" fmla="*/ 2147483646 w 3246"/>
              <a:gd name="T19" fmla="*/ 2147483646 h 2165"/>
              <a:gd name="T20" fmla="*/ 2147483646 w 3246"/>
              <a:gd name="T21" fmla="*/ 2147483646 h 2165"/>
              <a:gd name="T22" fmla="*/ 2147483646 w 3246"/>
              <a:gd name="T23" fmla="*/ 2147483646 h 2165"/>
              <a:gd name="T24" fmla="*/ 2147483646 w 3246"/>
              <a:gd name="T25" fmla="*/ 2147483646 h 2165"/>
              <a:gd name="T26" fmla="*/ 2147483646 w 3246"/>
              <a:gd name="T27" fmla="*/ 2147483646 h 2165"/>
              <a:gd name="T28" fmla="*/ 2147483646 w 3246"/>
              <a:gd name="T29" fmla="*/ 2147483646 h 2165"/>
              <a:gd name="T30" fmla="*/ 2147483646 w 3246"/>
              <a:gd name="T31" fmla="*/ 2147483646 h 2165"/>
              <a:gd name="T32" fmla="*/ 2147483646 w 3246"/>
              <a:gd name="T33" fmla="*/ 2147483646 h 2165"/>
              <a:gd name="T34" fmla="*/ 2147483646 w 3246"/>
              <a:gd name="T35" fmla="*/ 2147483646 h 2165"/>
              <a:gd name="T36" fmla="*/ 2147483646 w 3246"/>
              <a:gd name="T37" fmla="*/ 2147483646 h 2165"/>
              <a:gd name="T38" fmla="*/ 2147483646 w 3246"/>
              <a:gd name="T39" fmla="*/ 2147483646 h 2165"/>
              <a:gd name="T40" fmla="*/ 2147483646 w 3246"/>
              <a:gd name="T41" fmla="*/ 0 h 2165"/>
              <a:gd name="T42" fmla="*/ 2147483646 w 3246"/>
              <a:gd name="T43" fmla="*/ 2147483646 h 2165"/>
              <a:gd name="T44" fmla="*/ 2147483646 w 3246"/>
              <a:gd name="T45" fmla="*/ 2147483646 h 2165"/>
              <a:gd name="T46" fmla="*/ 2147483646 w 3246"/>
              <a:gd name="T47" fmla="*/ 2147483646 h 2165"/>
              <a:gd name="T48" fmla="*/ 2147483646 w 3246"/>
              <a:gd name="T49" fmla="*/ 2147483646 h 2165"/>
              <a:gd name="T50" fmla="*/ 2147483646 w 3246"/>
              <a:gd name="T51" fmla="*/ 2147483646 h 2165"/>
              <a:gd name="T52" fmla="*/ 2147483646 w 3246"/>
              <a:gd name="T53" fmla="*/ 2147483646 h 2165"/>
              <a:gd name="T54" fmla="*/ 2147483646 w 3246"/>
              <a:gd name="T55" fmla="*/ 2147483646 h 2165"/>
              <a:gd name="T56" fmla="*/ 2147483646 w 3246"/>
              <a:gd name="T57" fmla="*/ 2147483646 h 2165"/>
              <a:gd name="T58" fmla="*/ 2147483646 w 3246"/>
              <a:gd name="T59" fmla="*/ 2147483646 h 2165"/>
              <a:gd name="T60" fmla="*/ 2147483646 w 3246"/>
              <a:gd name="T61" fmla="*/ 2147483646 h 2165"/>
              <a:gd name="T62" fmla="*/ 2147483646 w 3246"/>
              <a:gd name="T63" fmla="*/ 2147483646 h 2165"/>
              <a:gd name="T64" fmla="*/ 2147483646 w 3246"/>
              <a:gd name="T65" fmla="*/ 2147483646 h 2165"/>
              <a:gd name="T66" fmla="*/ 2147483646 w 3246"/>
              <a:gd name="T67" fmla="*/ 2147483646 h 2165"/>
              <a:gd name="T68" fmla="*/ 2147483646 w 3246"/>
              <a:gd name="T69" fmla="*/ 2147483646 h 2165"/>
              <a:gd name="T70" fmla="*/ 2147483646 w 3246"/>
              <a:gd name="T71" fmla="*/ 2147483646 h 2165"/>
              <a:gd name="T72" fmla="*/ 2147483646 w 3246"/>
              <a:gd name="T73" fmla="*/ 2147483646 h 2165"/>
              <a:gd name="T74" fmla="*/ 2147483646 w 3246"/>
              <a:gd name="T75" fmla="*/ 2147483646 h 2165"/>
              <a:gd name="T76" fmla="*/ 2147483646 w 3246"/>
              <a:gd name="T77" fmla="*/ 2147483646 h 2165"/>
              <a:gd name="T78" fmla="*/ 2147483646 w 3246"/>
              <a:gd name="T79" fmla="*/ 2147483646 h 2165"/>
              <a:gd name="T80" fmla="*/ 2147483646 w 3246"/>
              <a:gd name="T81" fmla="*/ 2147483646 h 2165"/>
              <a:gd name="T82" fmla="*/ 0 w 3246"/>
              <a:gd name="T83" fmla="*/ 2147483646 h 2165"/>
              <a:gd name="T84" fmla="*/ 2147483646 w 3246"/>
              <a:gd name="T85" fmla="*/ 2147483646 h 2165"/>
              <a:gd name="T86" fmla="*/ 2147483646 w 3246"/>
              <a:gd name="T87" fmla="*/ 2147483646 h 2165"/>
              <a:gd name="T88" fmla="*/ 2147483646 w 3246"/>
              <a:gd name="T89" fmla="*/ 2147483646 h 2165"/>
              <a:gd name="T90" fmla="*/ 2147483646 w 3246"/>
              <a:gd name="T91" fmla="*/ 2147483646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764" name="Line 5">
            <a:extLst>
              <a:ext uri="{FF2B5EF4-FFF2-40B4-BE49-F238E27FC236}">
                <a16:creationId xmlns:a16="http://schemas.microsoft.com/office/drawing/2014/main" id="{87F1F1A6-BE1D-5049-9AE2-8D2FF7F153CA}"/>
              </a:ext>
            </a:extLst>
          </p:cNvPr>
          <p:cNvSpPr>
            <a:spLocks noChangeShapeType="1"/>
          </p:cNvSpPr>
          <p:nvPr/>
        </p:nvSpPr>
        <p:spPr bwMode="auto">
          <a:xfrm>
            <a:off x="4801791" y="4069557"/>
            <a:ext cx="0" cy="6417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765" name="Line 6">
            <a:extLst>
              <a:ext uri="{FF2B5EF4-FFF2-40B4-BE49-F238E27FC236}">
                <a16:creationId xmlns:a16="http://schemas.microsoft.com/office/drawing/2014/main" id="{5D619886-7BCF-C64C-95BE-CAF533951FC0}"/>
              </a:ext>
            </a:extLst>
          </p:cNvPr>
          <p:cNvSpPr>
            <a:spLocks noChangeShapeType="1"/>
          </p:cNvSpPr>
          <p:nvPr/>
        </p:nvSpPr>
        <p:spPr bwMode="auto">
          <a:xfrm>
            <a:off x="3873104" y="4052888"/>
            <a:ext cx="0" cy="63936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766" name="Freeform 7">
            <a:extLst>
              <a:ext uri="{FF2B5EF4-FFF2-40B4-BE49-F238E27FC236}">
                <a16:creationId xmlns:a16="http://schemas.microsoft.com/office/drawing/2014/main" id="{E0AF7708-D2CE-9D40-9358-4F80A557BFE1}"/>
              </a:ext>
            </a:extLst>
          </p:cNvPr>
          <p:cNvSpPr>
            <a:spLocks/>
          </p:cNvSpPr>
          <p:nvPr/>
        </p:nvSpPr>
        <p:spPr bwMode="auto">
          <a:xfrm>
            <a:off x="5042298" y="3894535"/>
            <a:ext cx="1858565" cy="158353"/>
          </a:xfrm>
          <a:custGeom>
            <a:avLst/>
            <a:gdLst>
              <a:gd name="T0" fmla="*/ 0 w 1680"/>
              <a:gd name="T1" fmla="*/ 2147483646 h 192"/>
              <a:gd name="T2" fmla="*/ 0 w 1680"/>
              <a:gd name="T3" fmla="*/ 0 h 192"/>
              <a:gd name="T4" fmla="*/ 2147483646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7767" name="Freeform 8">
            <a:extLst>
              <a:ext uri="{FF2B5EF4-FFF2-40B4-BE49-F238E27FC236}">
                <a16:creationId xmlns:a16="http://schemas.microsoft.com/office/drawing/2014/main" id="{EC1C74C4-2529-0D4A-BA98-FB310AF135CB}"/>
              </a:ext>
            </a:extLst>
          </p:cNvPr>
          <p:cNvSpPr>
            <a:spLocks/>
          </p:cNvSpPr>
          <p:nvPr/>
        </p:nvSpPr>
        <p:spPr bwMode="auto">
          <a:xfrm>
            <a:off x="3552826" y="3386138"/>
            <a:ext cx="1259681" cy="191691"/>
          </a:xfrm>
          <a:custGeom>
            <a:avLst/>
            <a:gdLst>
              <a:gd name="T0" fmla="*/ 2147483646 w 1138"/>
              <a:gd name="T1" fmla="*/ 2147483646 h 174"/>
              <a:gd name="T2" fmla="*/ 2147483646 w 1138"/>
              <a:gd name="T3" fmla="*/ 2147483646 h 174"/>
              <a:gd name="T4" fmla="*/ 2147483646 w 1138"/>
              <a:gd name="T5" fmla="*/ 2147483646 h 174"/>
              <a:gd name="T6" fmla="*/ 2147483646 w 1138"/>
              <a:gd name="T7" fmla="*/ 2147483646 h 174"/>
              <a:gd name="T8" fmla="*/ 2147483646 w 1138"/>
              <a:gd name="T9" fmla="*/ 0 h 174"/>
              <a:gd name="T10" fmla="*/ 2147483646 w 1138"/>
              <a:gd name="T11" fmla="*/ 0 h 174"/>
              <a:gd name="T12" fmla="*/ 2147483646 w 1138"/>
              <a:gd name="T13" fmla="*/ 0 h 174"/>
              <a:gd name="T14" fmla="*/ 2147483646 w 1138"/>
              <a:gd name="T15" fmla="*/ 0 h 174"/>
              <a:gd name="T16" fmla="*/ 2147483646 w 1138"/>
              <a:gd name="T17" fmla="*/ 2147483646 h 174"/>
              <a:gd name="T18" fmla="*/ 2147483646 w 1138"/>
              <a:gd name="T19" fmla="*/ 2147483646 h 174"/>
              <a:gd name="T20" fmla="*/ 2147483646 w 1138"/>
              <a:gd name="T21" fmla="*/ 2147483646 h 174"/>
              <a:gd name="T22" fmla="*/ 2147483646 w 1138"/>
              <a:gd name="T23" fmla="*/ 2147483646 h 174"/>
              <a:gd name="T24" fmla="*/ 2147483646 w 1138"/>
              <a:gd name="T25" fmla="*/ 2147483646 h 174"/>
              <a:gd name="T26" fmla="*/ 2147483646 w 1138"/>
              <a:gd name="T27" fmla="*/ 2147483646 h 174"/>
              <a:gd name="T28" fmla="*/ 2147483646 w 1138"/>
              <a:gd name="T29" fmla="*/ 2147483646 h 174"/>
              <a:gd name="T30" fmla="*/ 2147483646 w 1138"/>
              <a:gd name="T31" fmla="*/ 2147483646 h 174"/>
              <a:gd name="T32" fmla="*/ 2147483646 w 1138"/>
              <a:gd name="T33" fmla="*/ 2147483646 h 174"/>
              <a:gd name="T34" fmla="*/ 2147483646 w 1138"/>
              <a:gd name="T35" fmla="*/ 2147483646 h 174"/>
              <a:gd name="T36" fmla="*/ 2147483646 w 1138"/>
              <a:gd name="T37" fmla="*/ 2147483646 h 174"/>
              <a:gd name="T38" fmla="*/ 2147483646 w 1138"/>
              <a:gd name="T39" fmla="*/ 2147483646 h 174"/>
              <a:gd name="T40" fmla="*/ 2147483646 w 1138"/>
              <a:gd name="T41" fmla="*/ 2147483646 h 174"/>
              <a:gd name="T42" fmla="*/ 2147483646 w 1138"/>
              <a:gd name="T43" fmla="*/ 2147483646 h 174"/>
              <a:gd name="T44" fmla="*/ 2147483646 w 1138"/>
              <a:gd name="T45" fmla="*/ 2147483646 h 174"/>
              <a:gd name="T46" fmla="*/ 2147483646 w 1138"/>
              <a:gd name="T47" fmla="*/ 2147483646 h 174"/>
              <a:gd name="T48" fmla="*/ 2147483646 w 1138"/>
              <a:gd name="T49" fmla="*/ 2147483646 h 174"/>
              <a:gd name="T50" fmla="*/ 2147483646 w 1138"/>
              <a:gd name="T51" fmla="*/ 2147483646 h 174"/>
              <a:gd name="T52" fmla="*/ 2147483646 w 1138"/>
              <a:gd name="T53" fmla="*/ 2147483646 h 174"/>
              <a:gd name="T54" fmla="*/ 2147483646 w 1138"/>
              <a:gd name="T55" fmla="*/ 2147483646 h 174"/>
              <a:gd name="T56" fmla="*/ 2147483646 w 1138"/>
              <a:gd name="T57" fmla="*/ 2147483646 h 174"/>
              <a:gd name="T58" fmla="*/ 2147483646 w 1138"/>
              <a:gd name="T59" fmla="*/ 2147483646 h 174"/>
              <a:gd name="T60" fmla="*/ 2147483646 w 1138"/>
              <a:gd name="T61" fmla="*/ 2147483646 h 174"/>
              <a:gd name="T62" fmla="*/ 2147483646 w 1138"/>
              <a:gd name="T63" fmla="*/ 2147483646 h 174"/>
              <a:gd name="T64" fmla="*/ 2147483646 w 1138"/>
              <a:gd name="T65" fmla="*/ 2147483646 h 174"/>
              <a:gd name="T66" fmla="*/ 2147483646 w 1138"/>
              <a:gd name="T67" fmla="*/ 2147483646 h 174"/>
              <a:gd name="T68" fmla="*/ 2147483646 w 1138"/>
              <a:gd name="T69" fmla="*/ 2147483646 h 174"/>
              <a:gd name="T70" fmla="*/ 2147483646 w 1138"/>
              <a:gd name="T71" fmla="*/ 2147483646 h 174"/>
              <a:gd name="T72" fmla="*/ 2147483646 w 1138"/>
              <a:gd name="T73" fmla="*/ 2147483646 h 174"/>
              <a:gd name="T74" fmla="*/ 2147483646 w 1138"/>
              <a:gd name="T75" fmla="*/ 2147483646 h 174"/>
              <a:gd name="T76" fmla="*/ 2147483646 w 1138"/>
              <a:gd name="T77" fmla="*/ 2147483646 h 174"/>
              <a:gd name="T78" fmla="*/ 2147483646 w 1138"/>
              <a:gd name="T79" fmla="*/ 2147483646 h 174"/>
              <a:gd name="T80" fmla="*/ 2147483646 w 1138"/>
              <a:gd name="T81" fmla="*/ 2147483646 h 174"/>
              <a:gd name="T82" fmla="*/ 2147483646 w 1138"/>
              <a:gd name="T83" fmla="*/ 2147483646 h 174"/>
              <a:gd name="T84" fmla="*/ 2147483646 w 1138"/>
              <a:gd name="T85" fmla="*/ 2147483646 h 174"/>
              <a:gd name="T86" fmla="*/ 2147483646 w 1138"/>
              <a:gd name="T87" fmla="*/ 2147483646 h 174"/>
              <a:gd name="T88" fmla="*/ 2147483646 w 1138"/>
              <a:gd name="T89" fmla="*/ 2147483646 h 174"/>
              <a:gd name="T90" fmla="*/ 2147483646 w 1138"/>
              <a:gd name="T91" fmla="*/ 2147483646 h 174"/>
              <a:gd name="T92" fmla="*/ 2147483646 w 1138"/>
              <a:gd name="T93" fmla="*/ 2147483646 h 174"/>
              <a:gd name="T94" fmla="*/ 2147483646 w 1138"/>
              <a:gd name="T95" fmla="*/ 2147483646 h 174"/>
              <a:gd name="T96" fmla="*/ 2147483646 w 1138"/>
              <a:gd name="T97" fmla="*/ 2147483646 h 174"/>
              <a:gd name="T98" fmla="*/ 2147483646 w 1138"/>
              <a:gd name="T99" fmla="*/ 2147483646 h 174"/>
              <a:gd name="T100" fmla="*/ 2147483646 w 1138"/>
              <a:gd name="T101" fmla="*/ 2147483646 h 174"/>
              <a:gd name="T102" fmla="*/ 2147483646 w 1138"/>
              <a:gd name="T103" fmla="*/ 2147483646 h 174"/>
              <a:gd name="T104" fmla="*/ 2147483646 w 1138"/>
              <a:gd name="T105" fmla="*/ 2147483646 h 174"/>
              <a:gd name="T106" fmla="*/ 2147483646 w 1138"/>
              <a:gd name="T107" fmla="*/ 2147483646 h 174"/>
              <a:gd name="T108" fmla="*/ 2147483646 w 1138"/>
              <a:gd name="T109" fmla="*/ 2147483646 h 174"/>
              <a:gd name="T110" fmla="*/ 0 w 1138"/>
              <a:gd name="T111" fmla="*/ 2147483646 h 174"/>
              <a:gd name="T112" fmla="*/ 0 w 1138"/>
              <a:gd name="T113" fmla="*/ 2147483646 h 174"/>
              <a:gd name="T114" fmla="*/ 2147483646 w 1138"/>
              <a:gd name="T115" fmla="*/ 2147483646 h 174"/>
              <a:gd name="T116" fmla="*/ 2147483646 w 1138"/>
              <a:gd name="T117" fmla="*/ 2147483646 h 174"/>
              <a:gd name="T118" fmla="*/ 2147483646 w 1138"/>
              <a:gd name="T119" fmla="*/ 2147483646 h 174"/>
              <a:gd name="T120" fmla="*/ 2147483646 w 1138"/>
              <a:gd name="T121" fmla="*/ 2147483646 h 174"/>
              <a:gd name="T122" fmla="*/ 2147483646 w 1138"/>
              <a:gd name="T123" fmla="*/ 2147483646 h 174"/>
              <a:gd name="T124" fmla="*/ 2147483646 w 1138"/>
              <a:gd name="T125" fmla="*/ 2147483646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768" name="Line 9">
            <a:extLst>
              <a:ext uri="{FF2B5EF4-FFF2-40B4-BE49-F238E27FC236}">
                <a16:creationId xmlns:a16="http://schemas.microsoft.com/office/drawing/2014/main" id="{2C08BCA8-AD77-464D-9B8F-94B24D58508E}"/>
              </a:ext>
            </a:extLst>
          </p:cNvPr>
          <p:cNvSpPr>
            <a:spLocks noChangeShapeType="1"/>
          </p:cNvSpPr>
          <p:nvPr/>
        </p:nvSpPr>
        <p:spPr bwMode="auto">
          <a:xfrm>
            <a:off x="3234929" y="3471863"/>
            <a:ext cx="180736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769" name="Freeform 10">
            <a:extLst>
              <a:ext uri="{FF2B5EF4-FFF2-40B4-BE49-F238E27FC236}">
                <a16:creationId xmlns:a16="http://schemas.microsoft.com/office/drawing/2014/main" id="{41507B96-60F3-974C-838C-3D7F8B7ADC23}"/>
              </a:ext>
            </a:extLst>
          </p:cNvPr>
          <p:cNvSpPr>
            <a:spLocks/>
          </p:cNvSpPr>
          <p:nvPr/>
        </p:nvSpPr>
        <p:spPr bwMode="auto">
          <a:xfrm>
            <a:off x="2166938" y="1841897"/>
            <a:ext cx="696516" cy="1775222"/>
          </a:xfrm>
          <a:custGeom>
            <a:avLst/>
            <a:gdLst>
              <a:gd name="T0" fmla="*/ 0 w 630"/>
              <a:gd name="T1" fmla="*/ 2147483646 h 1617"/>
              <a:gd name="T2" fmla="*/ 2147483646 w 630"/>
              <a:gd name="T3" fmla="*/ 2147483646 h 1617"/>
              <a:gd name="T4" fmla="*/ 2147483646 w 630"/>
              <a:gd name="T5" fmla="*/ 0 h 1617"/>
              <a:gd name="T6" fmla="*/ 2147483646 w 630"/>
              <a:gd name="T7" fmla="*/ 2147483646 h 1617"/>
              <a:gd name="T8" fmla="*/ 2147483646 w 630"/>
              <a:gd name="T9" fmla="*/ 2147483646 h 1617"/>
              <a:gd name="T10" fmla="*/ 2147483646 w 630"/>
              <a:gd name="T11" fmla="*/ 2147483646 h 1617"/>
              <a:gd name="T12" fmla="*/ 2147483646 w 630"/>
              <a:gd name="T13" fmla="*/ 2147483646 h 1617"/>
              <a:gd name="T14" fmla="*/ 2147483646 w 630"/>
              <a:gd name="T15" fmla="*/ 2147483646 h 1617"/>
              <a:gd name="T16" fmla="*/ 2147483646 w 630"/>
              <a:gd name="T17" fmla="*/ 2147483646 h 1617"/>
              <a:gd name="T18" fmla="*/ 2147483646 w 630"/>
              <a:gd name="T19" fmla="*/ 2147483646 h 1617"/>
              <a:gd name="T20" fmla="*/ 2147483646 w 630"/>
              <a:gd name="T21" fmla="*/ 2147483646 h 1617"/>
              <a:gd name="T22" fmla="*/ 2147483646 w 630"/>
              <a:gd name="T23" fmla="*/ 2147483646 h 1617"/>
              <a:gd name="T24" fmla="*/ 2147483646 w 630"/>
              <a:gd name="T25" fmla="*/ 2147483646 h 1617"/>
              <a:gd name="T26" fmla="*/ 2147483646 w 630"/>
              <a:gd name="T27" fmla="*/ 2147483646 h 1617"/>
              <a:gd name="T28" fmla="*/ 2147483646 w 630"/>
              <a:gd name="T29" fmla="*/ 2147483646 h 1617"/>
              <a:gd name="T30" fmla="*/ 2147483646 w 630"/>
              <a:gd name="T31" fmla="*/ 2147483646 h 1617"/>
              <a:gd name="T32" fmla="*/ 2147483646 w 630"/>
              <a:gd name="T33" fmla="*/ 2147483646 h 1617"/>
              <a:gd name="T34" fmla="*/ 2147483646 w 630"/>
              <a:gd name="T35" fmla="*/ 2147483646 h 1617"/>
              <a:gd name="T36" fmla="*/ 2147483646 w 630"/>
              <a:gd name="T37" fmla="*/ 2147483646 h 1617"/>
              <a:gd name="T38" fmla="*/ 2147483646 w 630"/>
              <a:gd name="T39" fmla="*/ 2147483646 h 1617"/>
              <a:gd name="T40" fmla="*/ 2147483646 w 630"/>
              <a:gd name="T41" fmla="*/ 2147483646 h 1617"/>
              <a:gd name="T42" fmla="*/ 2147483646 w 630"/>
              <a:gd name="T43" fmla="*/ 2147483646 h 1617"/>
              <a:gd name="T44" fmla="*/ 2147483646 w 630"/>
              <a:gd name="T45" fmla="*/ 2147483646 h 1617"/>
              <a:gd name="T46" fmla="*/ 2147483646 w 630"/>
              <a:gd name="T47" fmla="*/ 2147483646 h 1617"/>
              <a:gd name="T48" fmla="*/ 2147483646 w 630"/>
              <a:gd name="T49" fmla="*/ 2147483646 h 1617"/>
              <a:gd name="T50" fmla="*/ 2147483646 w 630"/>
              <a:gd name="T51" fmla="*/ 2147483646 h 1617"/>
              <a:gd name="T52" fmla="*/ 2147483646 w 630"/>
              <a:gd name="T53" fmla="*/ 2147483646 h 1617"/>
              <a:gd name="T54" fmla="*/ 2147483646 w 630"/>
              <a:gd name="T55" fmla="*/ 2147483646 h 1617"/>
              <a:gd name="T56" fmla="*/ 2147483646 w 630"/>
              <a:gd name="T57" fmla="*/ 2147483646 h 1617"/>
              <a:gd name="T58" fmla="*/ 2147483646 w 630"/>
              <a:gd name="T59" fmla="*/ 2147483646 h 1617"/>
              <a:gd name="T60" fmla="*/ 2147483646 w 630"/>
              <a:gd name="T61" fmla="*/ 2147483646 h 1617"/>
              <a:gd name="T62" fmla="*/ 2147483646 w 630"/>
              <a:gd name="T63" fmla="*/ 2147483646 h 1617"/>
              <a:gd name="T64" fmla="*/ 2147483646 w 630"/>
              <a:gd name="T65" fmla="*/ 2147483646 h 1617"/>
              <a:gd name="T66" fmla="*/ 2147483646 w 630"/>
              <a:gd name="T67" fmla="*/ 2147483646 h 1617"/>
              <a:gd name="T68" fmla="*/ 2147483646 w 630"/>
              <a:gd name="T69" fmla="*/ 2147483646 h 1617"/>
              <a:gd name="T70" fmla="*/ 2147483646 w 630"/>
              <a:gd name="T71" fmla="*/ 2147483646 h 1617"/>
              <a:gd name="T72" fmla="*/ 2147483646 w 630"/>
              <a:gd name="T73" fmla="*/ 2147483646 h 1617"/>
              <a:gd name="T74" fmla="*/ 2147483646 w 630"/>
              <a:gd name="T75" fmla="*/ 2147483646 h 1617"/>
              <a:gd name="T76" fmla="*/ 2147483646 w 630"/>
              <a:gd name="T77" fmla="*/ 2147483646 h 1617"/>
              <a:gd name="T78" fmla="*/ 2147483646 w 630"/>
              <a:gd name="T79" fmla="*/ 2147483646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770" name="Freeform 11">
            <a:extLst>
              <a:ext uri="{FF2B5EF4-FFF2-40B4-BE49-F238E27FC236}">
                <a16:creationId xmlns:a16="http://schemas.microsoft.com/office/drawing/2014/main" id="{74E2F287-90CF-6A4C-8BAF-F625CC4601EB}"/>
              </a:ext>
            </a:extLst>
          </p:cNvPr>
          <p:cNvSpPr>
            <a:spLocks/>
          </p:cNvSpPr>
          <p:nvPr/>
        </p:nvSpPr>
        <p:spPr bwMode="auto">
          <a:xfrm>
            <a:off x="3208735" y="2314575"/>
            <a:ext cx="819150" cy="817960"/>
          </a:xfrm>
          <a:custGeom>
            <a:avLst/>
            <a:gdLst>
              <a:gd name="T0" fmla="*/ 2147483646 w 741"/>
              <a:gd name="T1" fmla="*/ 2147483646 h 744"/>
              <a:gd name="T2" fmla="*/ 2147483646 w 741"/>
              <a:gd name="T3" fmla="*/ 2147483646 h 744"/>
              <a:gd name="T4" fmla="*/ 2147483646 w 741"/>
              <a:gd name="T5" fmla="*/ 2147483646 h 744"/>
              <a:gd name="T6" fmla="*/ 2147483646 w 741"/>
              <a:gd name="T7" fmla="*/ 2147483646 h 744"/>
              <a:gd name="T8" fmla="*/ 2147483646 w 741"/>
              <a:gd name="T9" fmla="*/ 2147483646 h 744"/>
              <a:gd name="T10" fmla="*/ 2147483646 w 741"/>
              <a:gd name="T11" fmla="*/ 2147483646 h 744"/>
              <a:gd name="T12" fmla="*/ 2147483646 w 741"/>
              <a:gd name="T13" fmla="*/ 2147483646 h 744"/>
              <a:gd name="T14" fmla="*/ 2147483646 w 741"/>
              <a:gd name="T15" fmla="*/ 2147483646 h 744"/>
              <a:gd name="T16" fmla="*/ 2147483646 w 741"/>
              <a:gd name="T17" fmla="*/ 2147483646 h 744"/>
              <a:gd name="T18" fmla="*/ 2147483646 w 741"/>
              <a:gd name="T19" fmla="*/ 2147483646 h 744"/>
              <a:gd name="T20" fmla="*/ 2147483646 w 741"/>
              <a:gd name="T21" fmla="*/ 2147483646 h 744"/>
              <a:gd name="T22" fmla="*/ 2147483646 w 741"/>
              <a:gd name="T23" fmla="*/ 2147483646 h 744"/>
              <a:gd name="T24" fmla="*/ 2147483646 w 741"/>
              <a:gd name="T25" fmla="*/ 2147483646 h 744"/>
              <a:gd name="T26" fmla="*/ 2147483646 w 741"/>
              <a:gd name="T27" fmla="*/ 2147483646 h 744"/>
              <a:gd name="T28" fmla="*/ 2147483646 w 741"/>
              <a:gd name="T29" fmla="*/ 2147483646 h 744"/>
              <a:gd name="T30" fmla="*/ 2147483646 w 741"/>
              <a:gd name="T31" fmla="*/ 2147483646 h 744"/>
              <a:gd name="T32" fmla="*/ 2147483646 w 741"/>
              <a:gd name="T33" fmla="*/ 2147483646 h 744"/>
              <a:gd name="T34" fmla="*/ 2147483646 w 741"/>
              <a:gd name="T35" fmla="*/ 2147483646 h 744"/>
              <a:gd name="T36" fmla="*/ 2147483646 w 741"/>
              <a:gd name="T37" fmla="*/ 2147483646 h 744"/>
              <a:gd name="T38" fmla="*/ 2147483646 w 741"/>
              <a:gd name="T39" fmla="*/ 2147483646 h 744"/>
              <a:gd name="T40" fmla="*/ 2147483646 w 741"/>
              <a:gd name="T41" fmla="*/ 2147483646 h 744"/>
              <a:gd name="T42" fmla="*/ 2147483646 w 741"/>
              <a:gd name="T43" fmla="*/ 2147483646 h 744"/>
              <a:gd name="T44" fmla="*/ 2147483646 w 741"/>
              <a:gd name="T45" fmla="*/ 2147483646 h 744"/>
              <a:gd name="T46" fmla="*/ 2147483646 w 741"/>
              <a:gd name="T47" fmla="*/ 2147483646 h 744"/>
              <a:gd name="T48" fmla="*/ 2147483646 w 741"/>
              <a:gd name="T49" fmla="*/ 2147483646 h 744"/>
              <a:gd name="T50" fmla="*/ 2147483646 w 741"/>
              <a:gd name="T51" fmla="*/ 2147483646 h 744"/>
              <a:gd name="T52" fmla="*/ 2147483646 w 741"/>
              <a:gd name="T53" fmla="*/ 2147483646 h 744"/>
              <a:gd name="T54" fmla="*/ 2147483646 w 741"/>
              <a:gd name="T55" fmla="*/ 0 h 744"/>
              <a:gd name="T56" fmla="*/ 2147483646 w 741"/>
              <a:gd name="T57" fmla="*/ 2147483646 h 744"/>
              <a:gd name="T58" fmla="*/ 2147483646 w 741"/>
              <a:gd name="T59" fmla="*/ 2147483646 h 744"/>
              <a:gd name="T60" fmla="*/ 2147483646 w 741"/>
              <a:gd name="T61" fmla="*/ 2147483646 h 744"/>
              <a:gd name="T62" fmla="*/ 2147483646 w 741"/>
              <a:gd name="T63" fmla="*/ 2147483646 h 744"/>
              <a:gd name="T64" fmla="*/ 2147483646 w 741"/>
              <a:gd name="T65" fmla="*/ 2147483646 h 744"/>
              <a:gd name="T66" fmla="*/ 2147483646 w 741"/>
              <a:gd name="T67" fmla="*/ 2147483646 h 744"/>
              <a:gd name="T68" fmla="*/ 2147483646 w 741"/>
              <a:gd name="T69" fmla="*/ 2147483646 h 744"/>
              <a:gd name="T70" fmla="*/ 2147483646 w 741"/>
              <a:gd name="T71" fmla="*/ 2147483646 h 744"/>
              <a:gd name="T72" fmla="*/ 2147483646 w 741"/>
              <a:gd name="T73" fmla="*/ 2147483646 h 744"/>
              <a:gd name="T74" fmla="*/ 2147483646 w 741"/>
              <a:gd name="T75" fmla="*/ 2147483646 h 744"/>
              <a:gd name="T76" fmla="*/ 2147483646 w 741"/>
              <a:gd name="T77" fmla="*/ 2147483646 h 744"/>
              <a:gd name="T78" fmla="*/ 2147483646 w 741"/>
              <a:gd name="T79" fmla="*/ 2147483646 h 744"/>
              <a:gd name="T80" fmla="*/ 2147483646 w 741"/>
              <a:gd name="T81" fmla="*/ 2147483646 h 744"/>
              <a:gd name="T82" fmla="*/ 2147483646 w 741"/>
              <a:gd name="T83" fmla="*/ 2147483646 h 744"/>
              <a:gd name="T84" fmla="*/ 2147483646 w 741"/>
              <a:gd name="T85" fmla="*/ 2147483646 h 744"/>
              <a:gd name="T86" fmla="*/ 0 w 741"/>
              <a:gd name="T87" fmla="*/ 2147483646 h 744"/>
              <a:gd name="T88" fmla="*/ 2147483646 w 741"/>
              <a:gd name="T89" fmla="*/ 2147483646 h 744"/>
              <a:gd name="T90" fmla="*/ 2147483646 w 741"/>
              <a:gd name="T91" fmla="*/ 2147483646 h 744"/>
              <a:gd name="T92" fmla="*/ 2147483646 w 741"/>
              <a:gd name="T93" fmla="*/ 2147483646 h 744"/>
              <a:gd name="T94" fmla="*/ 2147483646 w 741"/>
              <a:gd name="T95" fmla="*/ 2147483646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771" name="Freeform 12">
            <a:extLst>
              <a:ext uri="{FF2B5EF4-FFF2-40B4-BE49-F238E27FC236}">
                <a16:creationId xmlns:a16="http://schemas.microsoft.com/office/drawing/2014/main" id="{2623A457-850F-E345-9A9F-9C9997A9D2BE}"/>
              </a:ext>
            </a:extLst>
          </p:cNvPr>
          <p:cNvSpPr>
            <a:spLocks/>
          </p:cNvSpPr>
          <p:nvPr/>
        </p:nvSpPr>
        <p:spPr bwMode="auto">
          <a:xfrm>
            <a:off x="4411266" y="2311004"/>
            <a:ext cx="728663" cy="915590"/>
          </a:xfrm>
          <a:custGeom>
            <a:avLst/>
            <a:gdLst>
              <a:gd name="T0" fmla="*/ 2147483646 w 657"/>
              <a:gd name="T1" fmla="*/ 2147483646 h 832"/>
              <a:gd name="T2" fmla="*/ 2147483646 w 657"/>
              <a:gd name="T3" fmla="*/ 2147483646 h 832"/>
              <a:gd name="T4" fmla="*/ 2147483646 w 657"/>
              <a:gd name="T5" fmla="*/ 2147483646 h 832"/>
              <a:gd name="T6" fmla="*/ 2147483646 w 657"/>
              <a:gd name="T7" fmla="*/ 2147483646 h 832"/>
              <a:gd name="T8" fmla="*/ 2147483646 w 657"/>
              <a:gd name="T9" fmla="*/ 0 h 832"/>
              <a:gd name="T10" fmla="*/ 2147483646 w 657"/>
              <a:gd name="T11" fmla="*/ 2147483646 h 832"/>
              <a:gd name="T12" fmla="*/ 2147483646 w 657"/>
              <a:gd name="T13" fmla="*/ 2147483646 h 832"/>
              <a:gd name="T14" fmla="*/ 2147483646 w 657"/>
              <a:gd name="T15" fmla="*/ 2147483646 h 832"/>
              <a:gd name="T16" fmla="*/ 2147483646 w 657"/>
              <a:gd name="T17" fmla="*/ 2147483646 h 832"/>
              <a:gd name="T18" fmla="*/ 2147483646 w 657"/>
              <a:gd name="T19" fmla="*/ 2147483646 h 832"/>
              <a:gd name="T20" fmla="*/ 2147483646 w 657"/>
              <a:gd name="T21" fmla="*/ 2147483646 h 832"/>
              <a:gd name="T22" fmla="*/ 2147483646 w 657"/>
              <a:gd name="T23" fmla="*/ 2147483646 h 832"/>
              <a:gd name="T24" fmla="*/ 2147483646 w 657"/>
              <a:gd name="T25" fmla="*/ 2147483646 h 832"/>
              <a:gd name="T26" fmla="*/ 2147483646 w 657"/>
              <a:gd name="T27" fmla="*/ 2147483646 h 832"/>
              <a:gd name="T28" fmla="*/ 2147483646 w 657"/>
              <a:gd name="T29" fmla="*/ 2147483646 h 832"/>
              <a:gd name="T30" fmla="*/ 2147483646 w 657"/>
              <a:gd name="T31" fmla="*/ 2147483646 h 832"/>
              <a:gd name="T32" fmla="*/ 2147483646 w 657"/>
              <a:gd name="T33" fmla="*/ 2147483646 h 832"/>
              <a:gd name="T34" fmla="*/ 2147483646 w 657"/>
              <a:gd name="T35" fmla="*/ 2147483646 h 832"/>
              <a:gd name="T36" fmla="*/ 2147483646 w 657"/>
              <a:gd name="T37" fmla="*/ 2147483646 h 832"/>
              <a:gd name="T38" fmla="*/ 2147483646 w 657"/>
              <a:gd name="T39" fmla="*/ 2147483646 h 832"/>
              <a:gd name="T40" fmla="*/ 2147483646 w 657"/>
              <a:gd name="T41" fmla="*/ 2147483646 h 832"/>
              <a:gd name="T42" fmla="*/ 2147483646 w 657"/>
              <a:gd name="T43" fmla="*/ 2147483646 h 832"/>
              <a:gd name="T44" fmla="*/ 0 w 657"/>
              <a:gd name="T45" fmla="*/ 2147483646 h 832"/>
              <a:gd name="T46" fmla="*/ 2147483646 w 657"/>
              <a:gd name="T47" fmla="*/ 2147483646 h 832"/>
              <a:gd name="T48" fmla="*/ 2147483646 w 657"/>
              <a:gd name="T49" fmla="*/ 2147483646 h 832"/>
              <a:gd name="T50" fmla="*/ 2147483646 w 657"/>
              <a:gd name="T51" fmla="*/ 2147483646 h 832"/>
              <a:gd name="T52" fmla="*/ 2147483646 w 657"/>
              <a:gd name="T53" fmla="*/ 2147483646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772" name="Rectangle 13">
            <a:extLst>
              <a:ext uri="{FF2B5EF4-FFF2-40B4-BE49-F238E27FC236}">
                <a16:creationId xmlns:a16="http://schemas.microsoft.com/office/drawing/2014/main" id="{51255967-3475-214A-935C-0E6135C3F53D}"/>
              </a:ext>
            </a:extLst>
          </p:cNvPr>
          <p:cNvSpPr>
            <a:spLocks noChangeArrowheads="1"/>
          </p:cNvSpPr>
          <p:nvPr/>
        </p:nvSpPr>
        <p:spPr bwMode="auto">
          <a:xfrm>
            <a:off x="2277667" y="3427810"/>
            <a:ext cx="7739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773" name="Freeform 14">
            <a:extLst>
              <a:ext uri="{FF2B5EF4-FFF2-40B4-BE49-F238E27FC236}">
                <a16:creationId xmlns:a16="http://schemas.microsoft.com/office/drawing/2014/main" id="{781F9845-ACF6-464C-AC92-51DAB8B16D37}"/>
              </a:ext>
            </a:extLst>
          </p:cNvPr>
          <p:cNvSpPr>
            <a:spLocks/>
          </p:cNvSpPr>
          <p:nvPr/>
        </p:nvSpPr>
        <p:spPr bwMode="auto">
          <a:xfrm>
            <a:off x="1852612" y="3025378"/>
            <a:ext cx="425054" cy="22622"/>
          </a:xfrm>
          <a:custGeom>
            <a:avLst/>
            <a:gdLst>
              <a:gd name="T0" fmla="*/ 0 w 386"/>
              <a:gd name="T1" fmla="*/ 2147483646 h 21"/>
              <a:gd name="T2" fmla="*/ 0 w 386"/>
              <a:gd name="T3" fmla="*/ 2147483646 h 21"/>
              <a:gd name="T4" fmla="*/ 2147483646 w 386"/>
              <a:gd name="T5" fmla="*/ 2147483646 h 21"/>
              <a:gd name="T6" fmla="*/ 2147483646 w 386"/>
              <a:gd name="T7" fmla="*/ 0 h 21"/>
              <a:gd name="T8" fmla="*/ 0 w 386"/>
              <a:gd name="T9" fmla="*/ 2147483646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774" name="Rectangle 15">
            <a:extLst>
              <a:ext uri="{FF2B5EF4-FFF2-40B4-BE49-F238E27FC236}">
                <a16:creationId xmlns:a16="http://schemas.microsoft.com/office/drawing/2014/main" id="{432149EC-83DB-EE49-8019-9C626CCDFC26}"/>
              </a:ext>
            </a:extLst>
          </p:cNvPr>
          <p:cNvSpPr>
            <a:spLocks noChangeArrowheads="1"/>
          </p:cNvSpPr>
          <p:nvPr/>
        </p:nvSpPr>
        <p:spPr bwMode="auto">
          <a:xfrm>
            <a:off x="1852612" y="2197894"/>
            <a:ext cx="425054"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775" name="Freeform 16">
            <a:extLst>
              <a:ext uri="{FF2B5EF4-FFF2-40B4-BE49-F238E27FC236}">
                <a16:creationId xmlns:a16="http://schemas.microsoft.com/office/drawing/2014/main" id="{3EC41A6D-DFE7-0541-86BB-E902796F5D15}"/>
              </a:ext>
            </a:extLst>
          </p:cNvPr>
          <p:cNvSpPr>
            <a:spLocks/>
          </p:cNvSpPr>
          <p:nvPr/>
        </p:nvSpPr>
        <p:spPr bwMode="auto">
          <a:xfrm>
            <a:off x="2993231" y="2134792"/>
            <a:ext cx="1187054" cy="1229915"/>
          </a:xfrm>
          <a:custGeom>
            <a:avLst/>
            <a:gdLst>
              <a:gd name="T0" fmla="*/ 0 w 945"/>
              <a:gd name="T1" fmla="*/ 2147483646 h 888"/>
              <a:gd name="T2" fmla="*/ 2147483646 w 945"/>
              <a:gd name="T3" fmla="*/ 2147483646 h 888"/>
              <a:gd name="T4" fmla="*/ 2147483646 w 945"/>
              <a:gd name="T5" fmla="*/ 2147483646 h 888"/>
              <a:gd name="T6" fmla="*/ 2147483646 w 945"/>
              <a:gd name="T7" fmla="*/ 0 h 888"/>
              <a:gd name="T8" fmla="*/ 0 w 945"/>
              <a:gd name="T9" fmla="*/ 2147483646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117776" name="Freeform 17">
            <a:extLst>
              <a:ext uri="{FF2B5EF4-FFF2-40B4-BE49-F238E27FC236}">
                <a16:creationId xmlns:a16="http://schemas.microsoft.com/office/drawing/2014/main" id="{0F03E6F6-0A4B-B742-9E25-F0F57C9B7DBD}"/>
              </a:ext>
            </a:extLst>
          </p:cNvPr>
          <p:cNvSpPr>
            <a:spLocks/>
          </p:cNvSpPr>
          <p:nvPr/>
        </p:nvSpPr>
        <p:spPr bwMode="auto">
          <a:xfrm>
            <a:off x="2767012" y="1329929"/>
            <a:ext cx="3767138" cy="663178"/>
          </a:xfrm>
          <a:custGeom>
            <a:avLst/>
            <a:gdLst>
              <a:gd name="T0" fmla="*/ 2147483646 w 3403"/>
              <a:gd name="T1" fmla="*/ 2147483646 h 603"/>
              <a:gd name="T2" fmla="*/ 2147483646 w 3403"/>
              <a:gd name="T3" fmla="*/ 0 h 603"/>
              <a:gd name="T4" fmla="*/ 2147483646 w 3403"/>
              <a:gd name="T5" fmla="*/ 2147483646 h 603"/>
              <a:gd name="T6" fmla="*/ 2147483646 w 3403"/>
              <a:gd name="T7" fmla="*/ 2147483646 h 603"/>
              <a:gd name="T8" fmla="*/ 2147483646 w 3403"/>
              <a:gd name="T9" fmla="*/ 2147483646 h 603"/>
              <a:gd name="T10" fmla="*/ 2147483646 w 3403"/>
              <a:gd name="T11" fmla="*/ 2147483646 h 603"/>
              <a:gd name="T12" fmla="*/ 2147483646 w 3403"/>
              <a:gd name="T13" fmla="*/ 2147483646 h 603"/>
              <a:gd name="T14" fmla="*/ 2147483646 w 3403"/>
              <a:gd name="T15" fmla="*/ 2147483646 h 603"/>
              <a:gd name="T16" fmla="*/ 2147483646 w 3403"/>
              <a:gd name="T17" fmla="*/ 2147483646 h 603"/>
              <a:gd name="T18" fmla="*/ 2147483646 w 3403"/>
              <a:gd name="T19" fmla="*/ 2147483646 h 603"/>
              <a:gd name="T20" fmla="*/ 2147483646 w 3403"/>
              <a:gd name="T21" fmla="*/ 2147483646 h 603"/>
              <a:gd name="T22" fmla="*/ 2147483646 w 3403"/>
              <a:gd name="T23" fmla="*/ 2147483646 h 603"/>
              <a:gd name="T24" fmla="*/ 2147483646 w 3403"/>
              <a:gd name="T25" fmla="*/ 2147483646 h 603"/>
              <a:gd name="T26" fmla="*/ 2147483646 w 3403"/>
              <a:gd name="T27" fmla="*/ 2147483646 h 603"/>
              <a:gd name="T28" fmla="*/ 2147483646 w 3403"/>
              <a:gd name="T29" fmla="*/ 2147483646 h 603"/>
              <a:gd name="T30" fmla="*/ 2147483646 w 3403"/>
              <a:gd name="T31" fmla="*/ 2147483646 h 603"/>
              <a:gd name="T32" fmla="*/ 2147483646 w 3403"/>
              <a:gd name="T33" fmla="*/ 2147483646 h 603"/>
              <a:gd name="T34" fmla="*/ 2147483646 w 3403"/>
              <a:gd name="T35" fmla="*/ 2147483646 h 603"/>
              <a:gd name="T36" fmla="*/ 2147483646 w 3403"/>
              <a:gd name="T37" fmla="*/ 2147483646 h 603"/>
              <a:gd name="T38" fmla="*/ 2147483646 w 3403"/>
              <a:gd name="T39" fmla="*/ 2147483646 h 603"/>
              <a:gd name="T40" fmla="*/ 2147483646 w 3403"/>
              <a:gd name="T41" fmla="*/ 2147483646 h 603"/>
              <a:gd name="T42" fmla="*/ 2147483646 w 3403"/>
              <a:gd name="T43" fmla="*/ 2147483646 h 603"/>
              <a:gd name="T44" fmla="*/ 2147483646 w 3403"/>
              <a:gd name="T45" fmla="*/ 2147483646 h 603"/>
              <a:gd name="T46" fmla="*/ 2147483646 w 3403"/>
              <a:gd name="T47" fmla="*/ 2147483646 h 603"/>
              <a:gd name="T48" fmla="*/ 2147483646 w 3403"/>
              <a:gd name="T49" fmla="*/ 2147483646 h 603"/>
              <a:gd name="T50" fmla="*/ 2147483646 w 3403"/>
              <a:gd name="T51" fmla="*/ 2147483646 h 603"/>
              <a:gd name="T52" fmla="*/ 2147483646 w 3403"/>
              <a:gd name="T53" fmla="*/ 2147483646 h 603"/>
              <a:gd name="T54" fmla="*/ 2147483646 w 3403"/>
              <a:gd name="T55" fmla="*/ 2147483646 h 603"/>
              <a:gd name="T56" fmla="*/ 2147483646 w 3403"/>
              <a:gd name="T57" fmla="*/ 2147483646 h 603"/>
              <a:gd name="T58" fmla="*/ 2147483646 w 3403"/>
              <a:gd name="T59" fmla="*/ 2147483646 h 603"/>
              <a:gd name="T60" fmla="*/ 2147483646 w 3403"/>
              <a:gd name="T61" fmla="*/ 2147483646 h 603"/>
              <a:gd name="T62" fmla="*/ 2147483646 w 3403"/>
              <a:gd name="T63" fmla="*/ 2147483646 h 603"/>
              <a:gd name="T64" fmla="*/ 2147483646 w 3403"/>
              <a:gd name="T65" fmla="*/ 2147483646 h 603"/>
              <a:gd name="T66" fmla="*/ 2147483646 w 3403"/>
              <a:gd name="T67" fmla="*/ 2147483646 h 603"/>
              <a:gd name="T68" fmla="*/ 2147483646 w 3403"/>
              <a:gd name="T69" fmla="*/ 2147483646 h 603"/>
              <a:gd name="T70" fmla="*/ 2147483646 w 3403"/>
              <a:gd name="T71" fmla="*/ 2147483646 h 603"/>
              <a:gd name="T72" fmla="*/ 2147483646 w 3403"/>
              <a:gd name="T73" fmla="*/ 2147483646 h 603"/>
              <a:gd name="T74" fmla="*/ 2147483646 w 3403"/>
              <a:gd name="T75" fmla="*/ 2147483646 h 603"/>
              <a:gd name="T76" fmla="*/ 2147483646 w 3403"/>
              <a:gd name="T77" fmla="*/ 2147483646 h 603"/>
              <a:gd name="T78" fmla="*/ 2147483646 w 3403"/>
              <a:gd name="T79" fmla="*/ 2147483646 h 603"/>
              <a:gd name="T80" fmla="*/ 2147483646 w 3403"/>
              <a:gd name="T81" fmla="*/ 2147483646 h 603"/>
              <a:gd name="T82" fmla="*/ 2147483646 w 3403"/>
              <a:gd name="T83" fmla="*/ 2147483646 h 603"/>
              <a:gd name="T84" fmla="*/ 2147483646 w 3403"/>
              <a:gd name="T85" fmla="*/ 2147483646 h 603"/>
              <a:gd name="T86" fmla="*/ 2147483646 w 3403"/>
              <a:gd name="T87" fmla="*/ 2147483646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777" name="Freeform 18">
            <a:extLst>
              <a:ext uri="{FF2B5EF4-FFF2-40B4-BE49-F238E27FC236}">
                <a16:creationId xmlns:a16="http://schemas.microsoft.com/office/drawing/2014/main" id="{37FA674C-A695-C24A-B56F-34934752E5D6}"/>
              </a:ext>
            </a:extLst>
          </p:cNvPr>
          <p:cNvSpPr>
            <a:spLocks/>
          </p:cNvSpPr>
          <p:nvPr/>
        </p:nvSpPr>
        <p:spPr bwMode="auto">
          <a:xfrm>
            <a:off x="4311253" y="2121694"/>
            <a:ext cx="889397" cy="1191816"/>
          </a:xfrm>
          <a:custGeom>
            <a:avLst/>
            <a:gdLst>
              <a:gd name="T0" fmla="*/ 2147483646 w 1094"/>
              <a:gd name="T1" fmla="*/ 2147483646 h 901"/>
              <a:gd name="T2" fmla="*/ 2147483646 w 1094"/>
              <a:gd name="T3" fmla="*/ 2147483646 h 901"/>
              <a:gd name="T4" fmla="*/ 2147483646 w 1094"/>
              <a:gd name="T5" fmla="*/ 0 h 901"/>
              <a:gd name="T6" fmla="*/ 0 w 1094"/>
              <a:gd name="T7" fmla="*/ 2147483646 h 901"/>
              <a:gd name="T8" fmla="*/ 2147483646 w 1094"/>
              <a:gd name="T9" fmla="*/ 2147483646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778" name="Rectangle 19">
            <a:extLst>
              <a:ext uri="{FF2B5EF4-FFF2-40B4-BE49-F238E27FC236}">
                <a16:creationId xmlns:a16="http://schemas.microsoft.com/office/drawing/2014/main" id="{013177CC-B9EB-4C42-A108-6F2B257B997B}"/>
              </a:ext>
            </a:extLst>
          </p:cNvPr>
          <p:cNvSpPr>
            <a:spLocks noChangeArrowheads="1"/>
          </p:cNvSpPr>
          <p:nvPr/>
        </p:nvSpPr>
        <p:spPr bwMode="auto">
          <a:xfrm>
            <a:off x="6898482" y="3071813"/>
            <a:ext cx="470297"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779" name="Rectangle 20">
            <a:extLst>
              <a:ext uri="{FF2B5EF4-FFF2-40B4-BE49-F238E27FC236}">
                <a16:creationId xmlns:a16="http://schemas.microsoft.com/office/drawing/2014/main" id="{05685CDD-D167-4046-A490-86E0A213099E}"/>
              </a:ext>
            </a:extLst>
          </p:cNvPr>
          <p:cNvSpPr>
            <a:spLocks noChangeArrowheads="1"/>
          </p:cNvSpPr>
          <p:nvPr/>
        </p:nvSpPr>
        <p:spPr bwMode="auto">
          <a:xfrm>
            <a:off x="6908007" y="2251473"/>
            <a:ext cx="4691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780" name="Rectangle 21">
            <a:extLst>
              <a:ext uri="{FF2B5EF4-FFF2-40B4-BE49-F238E27FC236}">
                <a16:creationId xmlns:a16="http://schemas.microsoft.com/office/drawing/2014/main" id="{E04258E8-DCF3-6848-8C36-8C6344723B11}"/>
              </a:ext>
            </a:extLst>
          </p:cNvPr>
          <p:cNvSpPr>
            <a:spLocks noChangeArrowheads="1"/>
          </p:cNvSpPr>
          <p:nvPr/>
        </p:nvSpPr>
        <p:spPr bwMode="auto">
          <a:xfrm>
            <a:off x="6041231" y="3577829"/>
            <a:ext cx="13946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B</a:t>
            </a:r>
            <a:endParaRPr kumimoji="1" lang="en-US" altLang="zh-CN" sz="1500">
              <a:latin typeface="Arial" panose="020B0604020202020204" pitchFamily="34" charset="0"/>
              <a:ea typeface="宋体" panose="02010600030101010101" pitchFamily="2" charset="-122"/>
            </a:endParaRPr>
          </a:p>
        </p:txBody>
      </p:sp>
      <p:sp>
        <p:nvSpPr>
          <p:cNvPr id="117781" name="Oval 22">
            <a:extLst>
              <a:ext uri="{FF2B5EF4-FFF2-40B4-BE49-F238E27FC236}">
                <a16:creationId xmlns:a16="http://schemas.microsoft.com/office/drawing/2014/main" id="{5E29967C-68D5-4C4C-B638-4534584A4C7A}"/>
              </a:ext>
            </a:extLst>
          </p:cNvPr>
          <p:cNvSpPr>
            <a:spLocks noChangeArrowheads="1"/>
          </p:cNvSpPr>
          <p:nvPr/>
        </p:nvSpPr>
        <p:spPr bwMode="auto">
          <a:xfrm>
            <a:off x="3831432" y="4216003"/>
            <a:ext cx="88106"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7782" name="Group 23">
            <a:extLst>
              <a:ext uri="{FF2B5EF4-FFF2-40B4-BE49-F238E27FC236}">
                <a16:creationId xmlns:a16="http://schemas.microsoft.com/office/drawing/2014/main" id="{5C88D29E-96B5-4749-BDFC-50EB9E0A70F7}"/>
              </a:ext>
            </a:extLst>
          </p:cNvPr>
          <p:cNvGrpSpPr>
            <a:grpSpLocks/>
          </p:cNvGrpSpPr>
          <p:nvPr/>
        </p:nvGrpSpPr>
        <p:grpSpPr bwMode="auto">
          <a:xfrm>
            <a:off x="1577579" y="2712244"/>
            <a:ext cx="378619" cy="386954"/>
            <a:chOff x="101" y="2294"/>
            <a:chExt cx="343" cy="353"/>
          </a:xfrm>
        </p:grpSpPr>
        <p:grpSp>
          <p:nvGrpSpPr>
            <p:cNvPr id="118177" name="Group 24">
              <a:extLst>
                <a:ext uri="{FF2B5EF4-FFF2-40B4-BE49-F238E27FC236}">
                  <a16:creationId xmlns:a16="http://schemas.microsoft.com/office/drawing/2014/main" id="{36D0AE58-7F3E-7A4D-8C90-7F963ABF37F6}"/>
                </a:ext>
              </a:extLst>
            </p:cNvPr>
            <p:cNvGrpSpPr>
              <a:grpSpLocks/>
            </p:cNvGrpSpPr>
            <p:nvPr/>
          </p:nvGrpSpPr>
          <p:grpSpPr bwMode="auto">
            <a:xfrm>
              <a:off x="109" y="2301"/>
              <a:ext cx="335" cy="346"/>
              <a:chOff x="109" y="2301"/>
              <a:chExt cx="335" cy="346"/>
            </a:xfrm>
          </p:grpSpPr>
          <p:sp>
            <p:nvSpPr>
              <p:cNvPr id="118191" name="Freeform 25">
                <a:extLst>
                  <a:ext uri="{FF2B5EF4-FFF2-40B4-BE49-F238E27FC236}">
                    <a16:creationId xmlns:a16="http://schemas.microsoft.com/office/drawing/2014/main" id="{EB07765B-CF36-B545-8ABD-63C677833808}"/>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92" name="Freeform 26">
                <a:extLst>
                  <a:ext uri="{FF2B5EF4-FFF2-40B4-BE49-F238E27FC236}">
                    <a16:creationId xmlns:a16="http://schemas.microsoft.com/office/drawing/2014/main" id="{F04F4B71-08BA-4749-8F4B-8310B4F7ECF9}"/>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93" name="Freeform 27">
                <a:extLst>
                  <a:ext uri="{FF2B5EF4-FFF2-40B4-BE49-F238E27FC236}">
                    <a16:creationId xmlns:a16="http://schemas.microsoft.com/office/drawing/2014/main" id="{543FD480-E413-2D42-B7BA-070BC142FD15}"/>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94" name="Freeform 28">
                <a:extLst>
                  <a:ext uri="{FF2B5EF4-FFF2-40B4-BE49-F238E27FC236}">
                    <a16:creationId xmlns:a16="http://schemas.microsoft.com/office/drawing/2014/main" id="{104FDFD5-622F-DD4E-9623-20D19061CB63}"/>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95" name="Rectangle 29">
                <a:extLst>
                  <a:ext uri="{FF2B5EF4-FFF2-40B4-BE49-F238E27FC236}">
                    <a16:creationId xmlns:a16="http://schemas.microsoft.com/office/drawing/2014/main" id="{AA90DEE5-628A-6D47-824E-F40B667C1502}"/>
                  </a:ext>
                </a:extLst>
              </p:cNvPr>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96" name="Rectangle 30">
                <a:extLst>
                  <a:ext uri="{FF2B5EF4-FFF2-40B4-BE49-F238E27FC236}">
                    <a16:creationId xmlns:a16="http://schemas.microsoft.com/office/drawing/2014/main" id="{D9DF096E-82E9-9341-AB43-CFE8D31F0427}"/>
                  </a:ext>
                </a:extLst>
              </p:cNvPr>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97" name="Rectangle 31">
                <a:extLst>
                  <a:ext uri="{FF2B5EF4-FFF2-40B4-BE49-F238E27FC236}">
                    <a16:creationId xmlns:a16="http://schemas.microsoft.com/office/drawing/2014/main" id="{39BA9604-AACF-D743-9407-F04AE1F40943}"/>
                  </a:ext>
                </a:extLst>
              </p:cNvPr>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98" name="Line 32">
                <a:extLst>
                  <a:ext uri="{FF2B5EF4-FFF2-40B4-BE49-F238E27FC236}">
                    <a16:creationId xmlns:a16="http://schemas.microsoft.com/office/drawing/2014/main" id="{84045A12-437D-884E-BEB7-FCA2467DEAC2}"/>
                  </a:ext>
                </a:extLst>
              </p:cNvPr>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199" name="Group 33">
                <a:extLst>
                  <a:ext uri="{FF2B5EF4-FFF2-40B4-BE49-F238E27FC236}">
                    <a16:creationId xmlns:a16="http://schemas.microsoft.com/office/drawing/2014/main" id="{83042628-25E3-E046-8D38-A0B8AE914A44}"/>
                  </a:ext>
                </a:extLst>
              </p:cNvPr>
              <p:cNvGrpSpPr>
                <a:grpSpLocks/>
              </p:cNvGrpSpPr>
              <p:nvPr/>
            </p:nvGrpSpPr>
            <p:grpSpPr bwMode="auto">
              <a:xfrm>
                <a:off x="109" y="2596"/>
                <a:ext cx="335" cy="51"/>
                <a:chOff x="109" y="2596"/>
                <a:chExt cx="335" cy="51"/>
              </a:xfrm>
            </p:grpSpPr>
            <p:sp>
              <p:nvSpPr>
                <p:cNvPr id="118200" name="Freeform 34">
                  <a:extLst>
                    <a:ext uri="{FF2B5EF4-FFF2-40B4-BE49-F238E27FC236}">
                      <a16:creationId xmlns:a16="http://schemas.microsoft.com/office/drawing/2014/main" id="{F6407B46-C6B5-B944-8590-136CB9301591}"/>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201" name="Freeform 35">
                  <a:extLst>
                    <a:ext uri="{FF2B5EF4-FFF2-40B4-BE49-F238E27FC236}">
                      <a16:creationId xmlns:a16="http://schemas.microsoft.com/office/drawing/2014/main" id="{EC9A2FB5-F8AC-674F-9711-E000DCEEC96D}"/>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202" name="Rectangle 36">
                  <a:extLst>
                    <a:ext uri="{FF2B5EF4-FFF2-40B4-BE49-F238E27FC236}">
                      <a16:creationId xmlns:a16="http://schemas.microsoft.com/office/drawing/2014/main" id="{3F65841F-AFE5-3840-9738-A800303C0AB1}"/>
                    </a:ext>
                  </a:extLst>
                </p:cNvPr>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8178" name="Group 37">
              <a:extLst>
                <a:ext uri="{FF2B5EF4-FFF2-40B4-BE49-F238E27FC236}">
                  <a16:creationId xmlns:a16="http://schemas.microsoft.com/office/drawing/2014/main" id="{A6D09511-1108-984E-88D7-51B3FDB8561C}"/>
                </a:ext>
              </a:extLst>
            </p:cNvPr>
            <p:cNvGrpSpPr>
              <a:grpSpLocks/>
            </p:cNvGrpSpPr>
            <p:nvPr/>
          </p:nvGrpSpPr>
          <p:grpSpPr bwMode="auto">
            <a:xfrm>
              <a:off x="101" y="2294"/>
              <a:ext cx="335" cy="347"/>
              <a:chOff x="101" y="2294"/>
              <a:chExt cx="335" cy="347"/>
            </a:xfrm>
          </p:grpSpPr>
          <p:sp>
            <p:nvSpPr>
              <p:cNvPr id="118179" name="Freeform 38">
                <a:extLst>
                  <a:ext uri="{FF2B5EF4-FFF2-40B4-BE49-F238E27FC236}">
                    <a16:creationId xmlns:a16="http://schemas.microsoft.com/office/drawing/2014/main" id="{51E57D2C-0D63-944A-8C53-10CEB787CBC0}"/>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80" name="Freeform 39">
                <a:extLst>
                  <a:ext uri="{FF2B5EF4-FFF2-40B4-BE49-F238E27FC236}">
                    <a16:creationId xmlns:a16="http://schemas.microsoft.com/office/drawing/2014/main" id="{9E35E10C-C95D-3744-9A89-BB79FDF980D5}"/>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81" name="Freeform 40">
                <a:extLst>
                  <a:ext uri="{FF2B5EF4-FFF2-40B4-BE49-F238E27FC236}">
                    <a16:creationId xmlns:a16="http://schemas.microsoft.com/office/drawing/2014/main" id="{23DCECC8-66DA-3A40-A215-0D044B0CB45D}"/>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82" name="Freeform 41">
                <a:extLst>
                  <a:ext uri="{FF2B5EF4-FFF2-40B4-BE49-F238E27FC236}">
                    <a16:creationId xmlns:a16="http://schemas.microsoft.com/office/drawing/2014/main" id="{BCB87FD8-1DA9-7C41-BD35-87DD5B3A2704}"/>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83" name="Rectangle 42">
                <a:extLst>
                  <a:ext uri="{FF2B5EF4-FFF2-40B4-BE49-F238E27FC236}">
                    <a16:creationId xmlns:a16="http://schemas.microsoft.com/office/drawing/2014/main" id="{33DF8FDF-42C2-0F4D-8440-023458D6A66D}"/>
                  </a:ext>
                </a:extLst>
              </p:cNvPr>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84" name="Rectangle 43">
                <a:extLst>
                  <a:ext uri="{FF2B5EF4-FFF2-40B4-BE49-F238E27FC236}">
                    <a16:creationId xmlns:a16="http://schemas.microsoft.com/office/drawing/2014/main" id="{0F631371-C8C5-E842-BE62-A5BC597FC5E9}"/>
                  </a:ext>
                </a:extLst>
              </p:cNvPr>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85" name="Rectangle 44">
                <a:extLst>
                  <a:ext uri="{FF2B5EF4-FFF2-40B4-BE49-F238E27FC236}">
                    <a16:creationId xmlns:a16="http://schemas.microsoft.com/office/drawing/2014/main" id="{A5B640C5-A4FF-E045-8F75-75CD9D3241FB}"/>
                  </a:ext>
                </a:extLst>
              </p:cNvPr>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86" name="Line 45">
                <a:extLst>
                  <a:ext uri="{FF2B5EF4-FFF2-40B4-BE49-F238E27FC236}">
                    <a16:creationId xmlns:a16="http://schemas.microsoft.com/office/drawing/2014/main" id="{0E7D99E1-6E48-A747-A6F1-28BD1AE44C7D}"/>
                  </a:ext>
                </a:extLst>
              </p:cNvPr>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187" name="Group 46">
                <a:extLst>
                  <a:ext uri="{FF2B5EF4-FFF2-40B4-BE49-F238E27FC236}">
                    <a16:creationId xmlns:a16="http://schemas.microsoft.com/office/drawing/2014/main" id="{F45692B5-9631-4844-814B-64C438BFE513}"/>
                  </a:ext>
                </a:extLst>
              </p:cNvPr>
              <p:cNvGrpSpPr>
                <a:grpSpLocks/>
              </p:cNvGrpSpPr>
              <p:nvPr/>
            </p:nvGrpSpPr>
            <p:grpSpPr bwMode="auto">
              <a:xfrm>
                <a:off x="101" y="2590"/>
                <a:ext cx="335" cy="51"/>
                <a:chOff x="101" y="2590"/>
                <a:chExt cx="335" cy="51"/>
              </a:xfrm>
            </p:grpSpPr>
            <p:sp>
              <p:nvSpPr>
                <p:cNvPr id="118188" name="Freeform 47">
                  <a:extLst>
                    <a:ext uri="{FF2B5EF4-FFF2-40B4-BE49-F238E27FC236}">
                      <a16:creationId xmlns:a16="http://schemas.microsoft.com/office/drawing/2014/main" id="{53002CAB-ED4C-1C4C-B226-27D208377C05}"/>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89" name="Freeform 48">
                  <a:extLst>
                    <a:ext uri="{FF2B5EF4-FFF2-40B4-BE49-F238E27FC236}">
                      <a16:creationId xmlns:a16="http://schemas.microsoft.com/office/drawing/2014/main" id="{F871009C-31AE-D14A-AE7D-9666A66DE3AB}"/>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90" name="Rectangle 49">
                  <a:extLst>
                    <a:ext uri="{FF2B5EF4-FFF2-40B4-BE49-F238E27FC236}">
                      <a16:creationId xmlns:a16="http://schemas.microsoft.com/office/drawing/2014/main" id="{EB6B1EF1-A134-3646-9B21-184CF940E61F}"/>
                    </a:ext>
                  </a:extLst>
                </p:cNvPr>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7783" name="Group 50">
            <a:extLst>
              <a:ext uri="{FF2B5EF4-FFF2-40B4-BE49-F238E27FC236}">
                <a16:creationId xmlns:a16="http://schemas.microsoft.com/office/drawing/2014/main" id="{E2B49740-D012-C94A-B101-453C65648A0E}"/>
              </a:ext>
            </a:extLst>
          </p:cNvPr>
          <p:cNvGrpSpPr>
            <a:grpSpLocks/>
          </p:cNvGrpSpPr>
          <p:nvPr/>
        </p:nvGrpSpPr>
        <p:grpSpPr bwMode="auto">
          <a:xfrm>
            <a:off x="3661173" y="4561285"/>
            <a:ext cx="377428" cy="386953"/>
            <a:chOff x="3891" y="3616"/>
            <a:chExt cx="342" cy="353"/>
          </a:xfrm>
        </p:grpSpPr>
        <p:grpSp>
          <p:nvGrpSpPr>
            <p:cNvPr id="118151" name="Group 51">
              <a:extLst>
                <a:ext uri="{FF2B5EF4-FFF2-40B4-BE49-F238E27FC236}">
                  <a16:creationId xmlns:a16="http://schemas.microsoft.com/office/drawing/2014/main" id="{9BE74E40-8DC7-7043-8FD3-76B3EFFDF05F}"/>
                </a:ext>
              </a:extLst>
            </p:cNvPr>
            <p:cNvGrpSpPr>
              <a:grpSpLocks/>
            </p:cNvGrpSpPr>
            <p:nvPr/>
          </p:nvGrpSpPr>
          <p:grpSpPr bwMode="auto">
            <a:xfrm>
              <a:off x="3899" y="3622"/>
              <a:ext cx="334" cy="347"/>
              <a:chOff x="3899" y="3622"/>
              <a:chExt cx="334" cy="347"/>
            </a:xfrm>
          </p:grpSpPr>
          <p:sp>
            <p:nvSpPr>
              <p:cNvPr id="118165" name="Freeform 52">
                <a:extLst>
                  <a:ext uri="{FF2B5EF4-FFF2-40B4-BE49-F238E27FC236}">
                    <a16:creationId xmlns:a16="http://schemas.microsoft.com/office/drawing/2014/main" id="{98802547-8A5C-4446-9ABA-38CA70FF2DC2}"/>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66" name="Freeform 53">
                <a:extLst>
                  <a:ext uri="{FF2B5EF4-FFF2-40B4-BE49-F238E27FC236}">
                    <a16:creationId xmlns:a16="http://schemas.microsoft.com/office/drawing/2014/main" id="{167253CA-D0A8-0741-9496-D13E157FD2C1}"/>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67" name="Freeform 54">
                <a:extLst>
                  <a:ext uri="{FF2B5EF4-FFF2-40B4-BE49-F238E27FC236}">
                    <a16:creationId xmlns:a16="http://schemas.microsoft.com/office/drawing/2014/main" id="{AAEC6953-83A2-874E-ADBF-0465A64333B2}"/>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68" name="Freeform 55">
                <a:extLst>
                  <a:ext uri="{FF2B5EF4-FFF2-40B4-BE49-F238E27FC236}">
                    <a16:creationId xmlns:a16="http://schemas.microsoft.com/office/drawing/2014/main" id="{957CB9CB-302C-E549-AC43-9DF1B923719C}"/>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69" name="Rectangle 56">
                <a:extLst>
                  <a:ext uri="{FF2B5EF4-FFF2-40B4-BE49-F238E27FC236}">
                    <a16:creationId xmlns:a16="http://schemas.microsoft.com/office/drawing/2014/main" id="{8F99BDB1-1EED-6144-8131-8352040ADFFA}"/>
                  </a:ext>
                </a:extLst>
              </p:cNvPr>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70" name="Rectangle 57">
                <a:extLst>
                  <a:ext uri="{FF2B5EF4-FFF2-40B4-BE49-F238E27FC236}">
                    <a16:creationId xmlns:a16="http://schemas.microsoft.com/office/drawing/2014/main" id="{73EB39E9-ABCA-804C-888A-05DEFCD7A665}"/>
                  </a:ext>
                </a:extLst>
              </p:cNvPr>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71" name="Rectangle 58">
                <a:extLst>
                  <a:ext uri="{FF2B5EF4-FFF2-40B4-BE49-F238E27FC236}">
                    <a16:creationId xmlns:a16="http://schemas.microsoft.com/office/drawing/2014/main" id="{6A568574-F775-E742-A2F3-4A85BDDA904F}"/>
                  </a:ext>
                </a:extLst>
              </p:cNvPr>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72" name="Line 59">
                <a:extLst>
                  <a:ext uri="{FF2B5EF4-FFF2-40B4-BE49-F238E27FC236}">
                    <a16:creationId xmlns:a16="http://schemas.microsoft.com/office/drawing/2014/main" id="{31CBFCFB-B8A0-834B-BA1B-F085F6645DC2}"/>
                  </a:ext>
                </a:extLst>
              </p:cNvPr>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173" name="Group 60">
                <a:extLst>
                  <a:ext uri="{FF2B5EF4-FFF2-40B4-BE49-F238E27FC236}">
                    <a16:creationId xmlns:a16="http://schemas.microsoft.com/office/drawing/2014/main" id="{D35E2F6A-C666-0141-851D-46721C33BB8A}"/>
                  </a:ext>
                </a:extLst>
              </p:cNvPr>
              <p:cNvGrpSpPr>
                <a:grpSpLocks/>
              </p:cNvGrpSpPr>
              <p:nvPr/>
            </p:nvGrpSpPr>
            <p:grpSpPr bwMode="auto">
              <a:xfrm>
                <a:off x="3899" y="3918"/>
                <a:ext cx="334" cy="51"/>
                <a:chOff x="3899" y="3918"/>
                <a:chExt cx="334" cy="51"/>
              </a:xfrm>
            </p:grpSpPr>
            <p:sp>
              <p:nvSpPr>
                <p:cNvPr id="118174" name="Freeform 61">
                  <a:extLst>
                    <a:ext uri="{FF2B5EF4-FFF2-40B4-BE49-F238E27FC236}">
                      <a16:creationId xmlns:a16="http://schemas.microsoft.com/office/drawing/2014/main" id="{10247D7A-F923-0646-A3D5-88C6E255405E}"/>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75" name="Freeform 62">
                  <a:extLst>
                    <a:ext uri="{FF2B5EF4-FFF2-40B4-BE49-F238E27FC236}">
                      <a16:creationId xmlns:a16="http://schemas.microsoft.com/office/drawing/2014/main" id="{2A8421B0-348B-4249-BE24-318B7DE63B9E}"/>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76" name="Rectangle 63">
                  <a:extLst>
                    <a:ext uri="{FF2B5EF4-FFF2-40B4-BE49-F238E27FC236}">
                      <a16:creationId xmlns:a16="http://schemas.microsoft.com/office/drawing/2014/main" id="{A14934BA-6F1D-FB41-B060-149D7C0383DA}"/>
                    </a:ext>
                  </a:extLst>
                </p:cNvPr>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8152" name="Group 64">
              <a:extLst>
                <a:ext uri="{FF2B5EF4-FFF2-40B4-BE49-F238E27FC236}">
                  <a16:creationId xmlns:a16="http://schemas.microsoft.com/office/drawing/2014/main" id="{498B2162-8B39-2F45-8285-114DDDCA29FB}"/>
                </a:ext>
              </a:extLst>
            </p:cNvPr>
            <p:cNvGrpSpPr>
              <a:grpSpLocks/>
            </p:cNvGrpSpPr>
            <p:nvPr/>
          </p:nvGrpSpPr>
          <p:grpSpPr bwMode="auto">
            <a:xfrm>
              <a:off x="3891" y="3616"/>
              <a:ext cx="334" cy="346"/>
              <a:chOff x="3891" y="3616"/>
              <a:chExt cx="334" cy="346"/>
            </a:xfrm>
          </p:grpSpPr>
          <p:sp>
            <p:nvSpPr>
              <p:cNvPr id="118153" name="Freeform 65">
                <a:extLst>
                  <a:ext uri="{FF2B5EF4-FFF2-40B4-BE49-F238E27FC236}">
                    <a16:creationId xmlns:a16="http://schemas.microsoft.com/office/drawing/2014/main" id="{34FF305E-B06E-F849-945B-FE999FE45FEB}"/>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54" name="Freeform 66">
                <a:extLst>
                  <a:ext uri="{FF2B5EF4-FFF2-40B4-BE49-F238E27FC236}">
                    <a16:creationId xmlns:a16="http://schemas.microsoft.com/office/drawing/2014/main" id="{F2073B33-EBDB-E746-BCDA-497ECE49B85C}"/>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55" name="Freeform 67">
                <a:extLst>
                  <a:ext uri="{FF2B5EF4-FFF2-40B4-BE49-F238E27FC236}">
                    <a16:creationId xmlns:a16="http://schemas.microsoft.com/office/drawing/2014/main" id="{2D2F9772-A292-FC44-9274-66CFCEFF979C}"/>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56" name="Freeform 68">
                <a:extLst>
                  <a:ext uri="{FF2B5EF4-FFF2-40B4-BE49-F238E27FC236}">
                    <a16:creationId xmlns:a16="http://schemas.microsoft.com/office/drawing/2014/main" id="{92FE883C-4D3A-4943-9EF3-EF81B55A5019}"/>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57" name="Rectangle 69">
                <a:extLst>
                  <a:ext uri="{FF2B5EF4-FFF2-40B4-BE49-F238E27FC236}">
                    <a16:creationId xmlns:a16="http://schemas.microsoft.com/office/drawing/2014/main" id="{3BAE0C92-D7DD-6E49-9CB6-9211CCAC1E73}"/>
                  </a:ext>
                </a:extLst>
              </p:cNvPr>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58" name="Rectangle 70">
                <a:extLst>
                  <a:ext uri="{FF2B5EF4-FFF2-40B4-BE49-F238E27FC236}">
                    <a16:creationId xmlns:a16="http://schemas.microsoft.com/office/drawing/2014/main" id="{3A9E9FA4-8300-2247-BFDA-4B4EB7DD7BA9}"/>
                  </a:ext>
                </a:extLst>
              </p:cNvPr>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59" name="Rectangle 71">
                <a:extLst>
                  <a:ext uri="{FF2B5EF4-FFF2-40B4-BE49-F238E27FC236}">
                    <a16:creationId xmlns:a16="http://schemas.microsoft.com/office/drawing/2014/main" id="{CDE00DA6-BD3B-9047-92B1-BFBD8F5F514A}"/>
                  </a:ext>
                </a:extLst>
              </p:cNvPr>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60" name="Line 72">
                <a:extLst>
                  <a:ext uri="{FF2B5EF4-FFF2-40B4-BE49-F238E27FC236}">
                    <a16:creationId xmlns:a16="http://schemas.microsoft.com/office/drawing/2014/main" id="{889995EC-8258-9743-B3EF-8D04FD154AA9}"/>
                  </a:ext>
                </a:extLst>
              </p:cNvPr>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161" name="Group 73">
                <a:extLst>
                  <a:ext uri="{FF2B5EF4-FFF2-40B4-BE49-F238E27FC236}">
                    <a16:creationId xmlns:a16="http://schemas.microsoft.com/office/drawing/2014/main" id="{96899FE4-87B7-F24D-A6E3-B1B7458581B0}"/>
                  </a:ext>
                </a:extLst>
              </p:cNvPr>
              <p:cNvGrpSpPr>
                <a:grpSpLocks/>
              </p:cNvGrpSpPr>
              <p:nvPr/>
            </p:nvGrpSpPr>
            <p:grpSpPr bwMode="auto">
              <a:xfrm>
                <a:off x="3891" y="3912"/>
                <a:ext cx="334" cy="50"/>
                <a:chOff x="3891" y="3912"/>
                <a:chExt cx="334" cy="50"/>
              </a:xfrm>
            </p:grpSpPr>
            <p:sp>
              <p:nvSpPr>
                <p:cNvPr id="118162" name="Freeform 74">
                  <a:extLst>
                    <a:ext uri="{FF2B5EF4-FFF2-40B4-BE49-F238E27FC236}">
                      <a16:creationId xmlns:a16="http://schemas.microsoft.com/office/drawing/2014/main" id="{BF603D45-4EA7-D04A-B9A4-EC8B8C3CAFDB}"/>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63" name="Freeform 75">
                  <a:extLst>
                    <a:ext uri="{FF2B5EF4-FFF2-40B4-BE49-F238E27FC236}">
                      <a16:creationId xmlns:a16="http://schemas.microsoft.com/office/drawing/2014/main" id="{1C5BAA42-D746-CF4D-9C1F-CF6CD9BC6EBA}"/>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64" name="Rectangle 76">
                  <a:extLst>
                    <a:ext uri="{FF2B5EF4-FFF2-40B4-BE49-F238E27FC236}">
                      <a16:creationId xmlns:a16="http://schemas.microsoft.com/office/drawing/2014/main" id="{E964FAB4-540D-464C-A8DA-3C42135DC102}"/>
                    </a:ext>
                  </a:extLst>
                </p:cNvPr>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7784" name="Group 77">
            <a:extLst>
              <a:ext uri="{FF2B5EF4-FFF2-40B4-BE49-F238E27FC236}">
                <a16:creationId xmlns:a16="http://schemas.microsoft.com/office/drawing/2014/main" id="{50158E44-855C-3E48-8A12-A813949CEEE3}"/>
              </a:ext>
            </a:extLst>
          </p:cNvPr>
          <p:cNvGrpSpPr>
            <a:grpSpLocks/>
          </p:cNvGrpSpPr>
          <p:nvPr/>
        </p:nvGrpSpPr>
        <p:grpSpPr bwMode="auto">
          <a:xfrm>
            <a:off x="4613673" y="4549379"/>
            <a:ext cx="378619" cy="386953"/>
            <a:chOff x="4752" y="3605"/>
            <a:chExt cx="343" cy="353"/>
          </a:xfrm>
        </p:grpSpPr>
        <p:grpSp>
          <p:nvGrpSpPr>
            <p:cNvPr id="118125" name="Group 78">
              <a:extLst>
                <a:ext uri="{FF2B5EF4-FFF2-40B4-BE49-F238E27FC236}">
                  <a16:creationId xmlns:a16="http://schemas.microsoft.com/office/drawing/2014/main" id="{ADBFC2EA-578B-274D-9EE5-43974B3887D3}"/>
                </a:ext>
              </a:extLst>
            </p:cNvPr>
            <p:cNvGrpSpPr>
              <a:grpSpLocks/>
            </p:cNvGrpSpPr>
            <p:nvPr/>
          </p:nvGrpSpPr>
          <p:grpSpPr bwMode="auto">
            <a:xfrm>
              <a:off x="4760" y="3612"/>
              <a:ext cx="335" cy="346"/>
              <a:chOff x="4760" y="3612"/>
              <a:chExt cx="335" cy="346"/>
            </a:xfrm>
          </p:grpSpPr>
          <p:sp>
            <p:nvSpPr>
              <p:cNvPr id="118139" name="Freeform 79">
                <a:extLst>
                  <a:ext uri="{FF2B5EF4-FFF2-40B4-BE49-F238E27FC236}">
                    <a16:creationId xmlns:a16="http://schemas.microsoft.com/office/drawing/2014/main" id="{99728B68-0C1A-5943-B7FB-A43879AC0C41}"/>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40" name="Freeform 80">
                <a:extLst>
                  <a:ext uri="{FF2B5EF4-FFF2-40B4-BE49-F238E27FC236}">
                    <a16:creationId xmlns:a16="http://schemas.microsoft.com/office/drawing/2014/main" id="{71C7E95D-3166-CA43-8765-CF8CFF0C0DF1}"/>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41" name="Freeform 81">
                <a:extLst>
                  <a:ext uri="{FF2B5EF4-FFF2-40B4-BE49-F238E27FC236}">
                    <a16:creationId xmlns:a16="http://schemas.microsoft.com/office/drawing/2014/main" id="{9ED5F2CC-F283-A14F-A258-B7DFAA950139}"/>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42" name="Freeform 82">
                <a:extLst>
                  <a:ext uri="{FF2B5EF4-FFF2-40B4-BE49-F238E27FC236}">
                    <a16:creationId xmlns:a16="http://schemas.microsoft.com/office/drawing/2014/main" id="{F5F9AB68-A09F-134E-9F94-019D4E78E734}"/>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43" name="Rectangle 83">
                <a:extLst>
                  <a:ext uri="{FF2B5EF4-FFF2-40B4-BE49-F238E27FC236}">
                    <a16:creationId xmlns:a16="http://schemas.microsoft.com/office/drawing/2014/main" id="{CC925DCB-7A1E-1547-9D0C-0116D2BCB982}"/>
                  </a:ext>
                </a:extLst>
              </p:cNvPr>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44" name="Rectangle 84">
                <a:extLst>
                  <a:ext uri="{FF2B5EF4-FFF2-40B4-BE49-F238E27FC236}">
                    <a16:creationId xmlns:a16="http://schemas.microsoft.com/office/drawing/2014/main" id="{2B9F74F1-B42A-4447-9343-24380043587F}"/>
                  </a:ext>
                </a:extLst>
              </p:cNvPr>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45" name="Rectangle 85">
                <a:extLst>
                  <a:ext uri="{FF2B5EF4-FFF2-40B4-BE49-F238E27FC236}">
                    <a16:creationId xmlns:a16="http://schemas.microsoft.com/office/drawing/2014/main" id="{C542179C-C579-4E4B-B991-794019D6B593}"/>
                  </a:ext>
                </a:extLst>
              </p:cNvPr>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46" name="Line 86">
                <a:extLst>
                  <a:ext uri="{FF2B5EF4-FFF2-40B4-BE49-F238E27FC236}">
                    <a16:creationId xmlns:a16="http://schemas.microsoft.com/office/drawing/2014/main" id="{C13CD77A-7419-2F45-B0D3-1CBA4ADC177F}"/>
                  </a:ext>
                </a:extLst>
              </p:cNvPr>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147" name="Group 87">
                <a:extLst>
                  <a:ext uri="{FF2B5EF4-FFF2-40B4-BE49-F238E27FC236}">
                    <a16:creationId xmlns:a16="http://schemas.microsoft.com/office/drawing/2014/main" id="{05DC54F7-3C98-9F4F-B1FD-658F229C8DAC}"/>
                  </a:ext>
                </a:extLst>
              </p:cNvPr>
              <p:cNvGrpSpPr>
                <a:grpSpLocks/>
              </p:cNvGrpSpPr>
              <p:nvPr/>
            </p:nvGrpSpPr>
            <p:grpSpPr bwMode="auto">
              <a:xfrm>
                <a:off x="4760" y="3907"/>
                <a:ext cx="335" cy="51"/>
                <a:chOff x="4760" y="3907"/>
                <a:chExt cx="335" cy="51"/>
              </a:xfrm>
            </p:grpSpPr>
            <p:sp>
              <p:nvSpPr>
                <p:cNvPr id="118148" name="Freeform 88">
                  <a:extLst>
                    <a:ext uri="{FF2B5EF4-FFF2-40B4-BE49-F238E27FC236}">
                      <a16:creationId xmlns:a16="http://schemas.microsoft.com/office/drawing/2014/main" id="{A82C67EC-FF6F-5F49-BEDF-87FD8319DEF0}"/>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49" name="Freeform 89">
                  <a:extLst>
                    <a:ext uri="{FF2B5EF4-FFF2-40B4-BE49-F238E27FC236}">
                      <a16:creationId xmlns:a16="http://schemas.microsoft.com/office/drawing/2014/main" id="{1879858B-D4C6-AB47-8EEA-37CD99AC7D7A}"/>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50" name="Rectangle 90">
                  <a:extLst>
                    <a:ext uri="{FF2B5EF4-FFF2-40B4-BE49-F238E27FC236}">
                      <a16:creationId xmlns:a16="http://schemas.microsoft.com/office/drawing/2014/main" id="{CE3E4EC9-7340-0B43-95F7-E14F41A698C5}"/>
                    </a:ext>
                  </a:extLst>
                </p:cNvPr>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8126" name="Group 91">
              <a:extLst>
                <a:ext uri="{FF2B5EF4-FFF2-40B4-BE49-F238E27FC236}">
                  <a16:creationId xmlns:a16="http://schemas.microsoft.com/office/drawing/2014/main" id="{8FFC66E8-6A45-9B4C-921B-E272333B8606}"/>
                </a:ext>
              </a:extLst>
            </p:cNvPr>
            <p:cNvGrpSpPr>
              <a:grpSpLocks/>
            </p:cNvGrpSpPr>
            <p:nvPr/>
          </p:nvGrpSpPr>
          <p:grpSpPr bwMode="auto">
            <a:xfrm>
              <a:off x="4752" y="3605"/>
              <a:ext cx="334" cy="347"/>
              <a:chOff x="4752" y="3605"/>
              <a:chExt cx="334" cy="347"/>
            </a:xfrm>
          </p:grpSpPr>
          <p:sp>
            <p:nvSpPr>
              <p:cNvPr id="118127" name="Freeform 92">
                <a:extLst>
                  <a:ext uri="{FF2B5EF4-FFF2-40B4-BE49-F238E27FC236}">
                    <a16:creationId xmlns:a16="http://schemas.microsoft.com/office/drawing/2014/main" id="{60936379-4A70-684C-BA79-D9CE3010C84D}"/>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28" name="Freeform 93">
                <a:extLst>
                  <a:ext uri="{FF2B5EF4-FFF2-40B4-BE49-F238E27FC236}">
                    <a16:creationId xmlns:a16="http://schemas.microsoft.com/office/drawing/2014/main" id="{A14A161C-BEF5-3941-8A28-757DEB349675}"/>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29" name="Freeform 94">
                <a:extLst>
                  <a:ext uri="{FF2B5EF4-FFF2-40B4-BE49-F238E27FC236}">
                    <a16:creationId xmlns:a16="http://schemas.microsoft.com/office/drawing/2014/main" id="{4811FED5-F052-1546-87AF-9767DEAAE2BC}"/>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30" name="Freeform 95">
                <a:extLst>
                  <a:ext uri="{FF2B5EF4-FFF2-40B4-BE49-F238E27FC236}">
                    <a16:creationId xmlns:a16="http://schemas.microsoft.com/office/drawing/2014/main" id="{73322D5B-BC83-4D46-9744-315E6F8F6BB6}"/>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31" name="Rectangle 96">
                <a:extLst>
                  <a:ext uri="{FF2B5EF4-FFF2-40B4-BE49-F238E27FC236}">
                    <a16:creationId xmlns:a16="http://schemas.microsoft.com/office/drawing/2014/main" id="{679036EB-474C-B946-94BD-9FF6C6E4DA2D}"/>
                  </a:ext>
                </a:extLst>
              </p:cNvPr>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32" name="Rectangle 97">
                <a:extLst>
                  <a:ext uri="{FF2B5EF4-FFF2-40B4-BE49-F238E27FC236}">
                    <a16:creationId xmlns:a16="http://schemas.microsoft.com/office/drawing/2014/main" id="{AB564DAF-AD43-2448-A2F2-8D43831853FC}"/>
                  </a:ext>
                </a:extLst>
              </p:cNvPr>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33" name="Rectangle 98">
                <a:extLst>
                  <a:ext uri="{FF2B5EF4-FFF2-40B4-BE49-F238E27FC236}">
                    <a16:creationId xmlns:a16="http://schemas.microsoft.com/office/drawing/2014/main" id="{53949D5A-2507-2647-B1C9-9C6480C730CD}"/>
                  </a:ext>
                </a:extLst>
              </p:cNvPr>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34" name="Line 99">
                <a:extLst>
                  <a:ext uri="{FF2B5EF4-FFF2-40B4-BE49-F238E27FC236}">
                    <a16:creationId xmlns:a16="http://schemas.microsoft.com/office/drawing/2014/main" id="{A0DA2302-B670-834A-A748-967BAFBD88E5}"/>
                  </a:ext>
                </a:extLst>
              </p:cNvPr>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135" name="Group 100">
                <a:extLst>
                  <a:ext uri="{FF2B5EF4-FFF2-40B4-BE49-F238E27FC236}">
                    <a16:creationId xmlns:a16="http://schemas.microsoft.com/office/drawing/2014/main" id="{132D47E1-B4A4-794C-B2A2-9C2DB6569335}"/>
                  </a:ext>
                </a:extLst>
              </p:cNvPr>
              <p:cNvGrpSpPr>
                <a:grpSpLocks/>
              </p:cNvGrpSpPr>
              <p:nvPr/>
            </p:nvGrpSpPr>
            <p:grpSpPr bwMode="auto">
              <a:xfrm>
                <a:off x="4752" y="3901"/>
                <a:ext cx="334" cy="51"/>
                <a:chOff x="4752" y="3901"/>
                <a:chExt cx="334" cy="51"/>
              </a:xfrm>
            </p:grpSpPr>
            <p:sp>
              <p:nvSpPr>
                <p:cNvPr id="118136" name="Freeform 101">
                  <a:extLst>
                    <a:ext uri="{FF2B5EF4-FFF2-40B4-BE49-F238E27FC236}">
                      <a16:creationId xmlns:a16="http://schemas.microsoft.com/office/drawing/2014/main" id="{5F8C481A-0141-B149-8734-1328C65FC376}"/>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37" name="Freeform 102">
                  <a:extLst>
                    <a:ext uri="{FF2B5EF4-FFF2-40B4-BE49-F238E27FC236}">
                      <a16:creationId xmlns:a16="http://schemas.microsoft.com/office/drawing/2014/main" id="{1BE8FF8A-5309-F249-9773-70C8A9A87FB3}"/>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38" name="Rectangle 103">
                  <a:extLst>
                    <a:ext uri="{FF2B5EF4-FFF2-40B4-BE49-F238E27FC236}">
                      <a16:creationId xmlns:a16="http://schemas.microsoft.com/office/drawing/2014/main" id="{A0FDFEA2-048E-894A-A405-AE442B10B023}"/>
                    </a:ext>
                  </a:extLst>
                </p:cNvPr>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7785" name="Group 104">
            <a:extLst>
              <a:ext uri="{FF2B5EF4-FFF2-40B4-BE49-F238E27FC236}">
                <a16:creationId xmlns:a16="http://schemas.microsoft.com/office/drawing/2014/main" id="{EAF34564-D096-0E4D-97A2-77C21C1860D4}"/>
              </a:ext>
            </a:extLst>
          </p:cNvPr>
          <p:cNvGrpSpPr>
            <a:grpSpLocks/>
          </p:cNvGrpSpPr>
          <p:nvPr/>
        </p:nvGrpSpPr>
        <p:grpSpPr bwMode="auto">
          <a:xfrm>
            <a:off x="1577579" y="1882379"/>
            <a:ext cx="378619" cy="388144"/>
            <a:chOff x="101" y="1539"/>
            <a:chExt cx="343" cy="352"/>
          </a:xfrm>
        </p:grpSpPr>
        <p:grpSp>
          <p:nvGrpSpPr>
            <p:cNvPr id="118099" name="Group 105">
              <a:extLst>
                <a:ext uri="{FF2B5EF4-FFF2-40B4-BE49-F238E27FC236}">
                  <a16:creationId xmlns:a16="http://schemas.microsoft.com/office/drawing/2014/main" id="{E28443BA-FA29-A043-8529-1D4126FFD474}"/>
                </a:ext>
              </a:extLst>
            </p:cNvPr>
            <p:cNvGrpSpPr>
              <a:grpSpLocks/>
            </p:cNvGrpSpPr>
            <p:nvPr/>
          </p:nvGrpSpPr>
          <p:grpSpPr bwMode="auto">
            <a:xfrm>
              <a:off x="109" y="1545"/>
              <a:ext cx="335" cy="346"/>
              <a:chOff x="109" y="1545"/>
              <a:chExt cx="335" cy="346"/>
            </a:xfrm>
          </p:grpSpPr>
          <p:sp>
            <p:nvSpPr>
              <p:cNvPr id="118113" name="Freeform 106">
                <a:extLst>
                  <a:ext uri="{FF2B5EF4-FFF2-40B4-BE49-F238E27FC236}">
                    <a16:creationId xmlns:a16="http://schemas.microsoft.com/office/drawing/2014/main" id="{F5475C62-99F9-8A49-BF19-0384B6BC7D48}"/>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14" name="Freeform 107">
                <a:extLst>
                  <a:ext uri="{FF2B5EF4-FFF2-40B4-BE49-F238E27FC236}">
                    <a16:creationId xmlns:a16="http://schemas.microsoft.com/office/drawing/2014/main" id="{E3E60B0F-C42C-1047-A709-2581BE4F1BCD}"/>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15" name="Freeform 108">
                <a:extLst>
                  <a:ext uri="{FF2B5EF4-FFF2-40B4-BE49-F238E27FC236}">
                    <a16:creationId xmlns:a16="http://schemas.microsoft.com/office/drawing/2014/main" id="{8F8B9C3D-B90E-4740-95B4-80B5C136EC00}"/>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16" name="Freeform 109">
                <a:extLst>
                  <a:ext uri="{FF2B5EF4-FFF2-40B4-BE49-F238E27FC236}">
                    <a16:creationId xmlns:a16="http://schemas.microsoft.com/office/drawing/2014/main" id="{4C7A950F-2363-1F45-8267-9DCC042F2ACA}"/>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17" name="Rectangle 110">
                <a:extLst>
                  <a:ext uri="{FF2B5EF4-FFF2-40B4-BE49-F238E27FC236}">
                    <a16:creationId xmlns:a16="http://schemas.microsoft.com/office/drawing/2014/main" id="{DB91D7D4-5D16-8643-8829-1CD0D299E6CE}"/>
                  </a:ext>
                </a:extLst>
              </p:cNvPr>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18" name="Rectangle 111">
                <a:extLst>
                  <a:ext uri="{FF2B5EF4-FFF2-40B4-BE49-F238E27FC236}">
                    <a16:creationId xmlns:a16="http://schemas.microsoft.com/office/drawing/2014/main" id="{AAF37E37-55B6-2D4D-9278-EACA56964A76}"/>
                  </a:ext>
                </a:extLst>
              </p:cNvPr>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19" name="Rectangle 112">
                <a:extLst>
                  <a:ext uri="{FF2B5EF4-FFF2-40B4-BE49-F238E27FC236}">
                    <a16:creationId xmlns:a16="http://schemas.microsoft.com/office/drawing/2014/main" id="{D117E5E4-5FBB-1448-A48E-7DFF128F5297}"/>
                  </a:ext>
                </a:extLst>
              </p:cNvPr>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20" name="Line 113">
                <a:extLst>
                  <a:ext uri="{FF2B5EF4-FFF2-40B4-BE49-F238E27FC236}">
                    <a16:creationId xmlns:a16="http://schemas.microsoft.com/office/drawing/2014/main" id="{B31AA5CF-B083-4048-8513-188483535C3D}"/>
                  </a:ext>
                </a:extLst>
              </p:cNvPr>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121" name="Group 114">
                <a:extLst>
                  <a:ext uri="{FF2B5EF4-FFF2-40B4-BE49-F238E27FC236}">
                    <a16:creationId xmlns:a16="http://schemas.microsoft.com/office/drawing/2014/main" id="{45A274F1-6366-D346-B861-5A1D0640383C}"/>
                  </a:ext>
                </a:extLst>
              </p:cNvPr>
              <p:cNvGrpSpPr>
                <a:grpSpLocks/>
              </p:cNvGrpSpPr>
              <p:nvPr/>
            </p:nvGrpSpPr>
            <p:grpSpPr bwMode="auto">
              <a:xfrm>
                <a:off x="109" y="1841"/>
                <a:ext cx="335" cy="50"/>
                <a:chOff x="109" y="1841"/>
                <a:chExt cx="335" cy="50"/>
              </a:xfrm>
            </p:grpSpPr>
            <p:sp>
              <p:nvSpPr>
                <p:cNvPr id="118122" name="Freeform 115">
                  <a:extLst>
                    <a:ext uri="{FF2B5EF4-FFF2-40B4-BE49-F238E27FC236}">
                      <a16:creationId xmlns:a16="http://schemas.microsoft.com/office/drawing/2014/main" id="{8020186A-21D5-C94B-B4E7-5283B9C71E15}"/>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23" name="Freeform 116">
                  <a:extLst>
                    <a:ext uri="{FF2B5EF4-FFF2-40B4-BE49-F238E27FC236}">
                      <a16:creationId xmlns:a16="http://schemas.microsoft.com/office/drawing/2014/main" id="{D2A10E44-0FF3-1142-88BE-4D0C09F6E572}"/>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24" name="Rectangle 117">
                  <a:extLst>
                    <a:ext uri="{FF2B5EF4-FFF2-40B4-BE49-F238E27FC236}">
                      <a16:creationId xmlns:a16="http://schemas.microsoft.com/office/drawing/2014/main" id="{F49D6403-31A9-A344-BA47-F191733C3D26}"/>
                    </a:ext>
                  </a:extLst>
                </p:cNvPr>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8100" name="Group 118">
              <a:extLst>
                <a:ext uri="{FF2B5EF4-FFF2-40B4-BE49-F238E27FC236}">
                  <a16:creationId xmlns:a16="http://schemas.microsoft.com/office/drawing/2014/main" id="{8EE88652-89E7-A844-BFF7-46BA1CBDF888}"/>
                </a:ext>
              </a:extLst>
            </p:cNvPr>
            <p:cNvGrpSpPr>
              <a:grpSpLocks/>
            </p:cNvGrpSpPr>
            <p:nvPr/>
          </p:nvGrpSpPr>
          <p:grpSpPr bwMode="auto">
            <a:xfrm>
              <a:off x="101" y="1539"/>
              <a:ext cx="335" cy="346"/>
              <a:chOff x="101" y="1539"/>
              <a:chExt cx="335" cy="346"/>
            </a:xfrm>
          </p:grpSpPr>
          <p:sp>
            <p:nvSpPr>
              <p:cNvPr id="118101" name="Freeform 119">
                <a:extLst>
                  <a:ext uri="{FF2B5EF4-FFF2-40B4-BE49-F238E27FC236}">
                    <a16:creationId xmlns:a16="http://schemas.microsoft.com/office/drawing/2014/main" id="{6F5EC589-CBC6-9F45-B7C9-BEE4E05A2EAD}"/>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02" name="Freeform 120">
                <a:extLst>
                  <a:ext uri="{FF2B5EF4-FFF2-40B4-BE49-F238E27FC236}">
                    <a16:creationId xmlns:a16="http://schemas.microsoft.com/office/drawing/2014/main" id="{3891BBD9-A7F5-6748-BE28-9DF84C78BD3E}"/>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03" name="Freeform 121">
                <a:extLst>
                  <a:ext uri="{FF2B5EF4-FFF2-40B4-BE49-F238E27FC236}">
                    <a16:creationId xmlns:a16="http://schemas.microsoft.com/office/drawing/2014/main" id="{F3733B0F-856A-C84F-B410-BBC5FA7E26CE}"/>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04" name="Freeform 122">
                <a:extLst>
                  <a:ext uri="{FF2B5EF4-FFF2-40B4-BE49-F238E27FC236}">
                    <a16:creationId xmlns:a16="http://schemas.microsoft.com/office/drawing/2014/main" id="{CF8E9BE8-A066-FC47-9A43-4C4E202CDAC5}"/>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05" name="Rectangle 123">
                <a:extLst>
                  <a:ext uri="{FF2B5EF4-FFF2-40B4-BE49-F238E27FC236}">
                    <a16:creationId xmlns:a16="http://schemas.microsoft.com/office/drawing/2014/main" id="{AFC28DA6-4F08-564F-A658-E301CD590A5F}"/>
                  </a:ext>
                </a:extLst>
              </p:cNvPr>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06" name="Rectangle 124">
                <a:extLst>
                  <a:ext uri="{FF2B5EF4-FFF2-40B4-BE49-F238E27FC236}">
                    <a16:creationId xmlns:a16="http://schemas.microsoft.com/office/drawing/2014/main" id="{C5F1F4E5-53D0-A841-946A-0693B5EBD345}"/>
                  </a:ext>
                </a:extLst>
              </p:cNvPr>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07" name="Rectangle 125">
                <a:extLst>
                  <a:ext uri="{FF2B5EF4-FFF2-40B4-BE49-F238E27FC236}">
                    <a16:creationId xmlns:a16="http://schemas.microsoft.com/office/drawing/2014/main" id="{C329A692-A60B-434A-9577-63CD34A1F63E}"/>
                  </a:ext>
                </a:extLst>
              </p:cNvPr>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08" name="Line 126">
                <a:extLst>
                  <a:ext uri="{FF2B5EF4-FFF2-40B4-BE49-F238E27FC236}">
                    <a16:creationId xmlns:a16="http://schemas.microsoft.com/office/drawing/2014/main" id="{88F4E580-F04C-2343-9CE2-3FF7E075F679}"/>
                  </a:ext>
                </a:extLst>
              </p:cNvPr>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109" name="Group 127">
                <a:extLst>
                  <a:ext uri="{FF2B5EF4-FFF2-40B4-BE49-F238E27FC236}">
                    <a16:creationId xmlns:a16="http://schemas.microsoft.com/office/drawing/2014/main" id="{ADD2B827-CA1F-4748-BF4C-D8DEB1C321C6}"/>
                  </a:ext>
                </a:extLst>
              </p:cNvPr>
              <p:cNvGrpSpPr>
                <a:grpSpLocks/>
              </p:cNvGrpSpPr>
              <p:nvPr/>
            </p:nvGrpSpPr>
            <p:grpSpPr bwMode="auto">
              <a:xfrm>
                <a:off x="101" y="1834"/>
                <a:ext cx="335" cy="51"/>
                <a:chOff x="101" y="1834"/>
                <a:chExt cx="335" cy="51"/>
              </a:xfrm>
            </p:grpSpPr>
            <p:sp>
              <p:nvSpPr>
                <p:cNvPr id="118110" name="Freeform 128">
                  <a:extLst>
                    <a:ext uri="{FF2B5EF4-FFF2-40B4-BE49-F238E27FC236}">
                      <a16:creationId xmlns:a16="http://schemas.microsoft.com/office/drawing/2014/main" id="{D084FA00-3BF3-F543-B37F-6E054D4DD092}"/>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11" name="Freeform 129">
                  <a:extLst>
                    <a:ext uri="{FF2B5EF4-FFF2-40B4-BE49-F238E27FC236}">
                      <a16:creationId xmlns:a16="http://schemas.microsoft.com/office/drawing/2014/main" id="{6662EF5A-92B8-1A41-B54D-01D1E93C270E}"/>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12" name="Rectangle 130">
                  <a:extLst>
                    <a:ext uri="{FF2B5EF4-FFF2-40B4-BE49-F238E27FC236}">
                      <a16:creationId xmlns:a16="http://schemas.microsoft.com/office/drawing/2014/main" id="{5A9A9314-D572-9C47-A029-A5E8648FD086}"/>
                    </a:ext>
                  </a:extLst>
                </p:cNvPr>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7786" name="Group 131">
            <a:extLst>
              <a:ext uri="{FF2B5EF4-FFF2-40B4-BE49-F238E27FC236}">
                <a16:creationId xmlns:a16="http://schemas.microsoft.com/office/drawing/2014/main" id="{3AC59048-5EF6-3C4F-B085-CE7BB36F9557}"/>
              </a:ext>
            </a:extLst>
          </p:cNvPr>
          <p:cNvGrpSpPr>
            <a:grpSpLocks/>
          </p:cNvGrpSpPr>
          <p:nvPr/>
        </p:nvGrpSpPr>
        <p:grpSpPr bwMode="auto">
          <a:xfrm>
            <a:off x="7261622" y="2743200"/>
            <a:ext cx="379809" cy="385763"/>
            <a:chOff x="5237" y="2322"/>
            <a:chExt cx="343" cy="352"/>
          </a:xfrm>
        </p:grpSpPr>
        <p:grpSp>
          <p:nvGrpSpPr>
            <p:cNvPr id="118073" name="Group 132">
              <a:extLst>
                <a:ext uri="{FF2B5EF4-FFF2-40B4-BE49-F238E27FC236}">
                  <a16:creationId xmlns:a16="http://schemas.microsoft.com/office/drawing/2014/main" id="{005A6D74-F90E-9240-AE03-14894D10FF32}"/>
                </a:ext>
              </a:extLst>
            </p:cNvPr>
            <p:cNvGrpSpPr>
              <a:grpSpLocks/>
            </p:cNvGrpSpPr>
            <p:nvPr/>
          </p:nvGrpSpPr>
          <p:grpSpPr bwMode="auto">
            <a:xfrm>
              <a:off x="5245" y="2328"/>
              <a:ext cx="335" cy="346"/>
              <a:chOff x="5245" y="2328"/>
              <a:chExt cx="335" cy="346"/>
            </a:xfrm>
          </p:grpSpPr>
          <p:sp>
            <p:nvSpPr>
              <p:cNvPr id="118087" name="Freeform 133">
                <a:extLst>
                  <a:ext uri="{FF2B5EF4-FFF2-40B4-BE49-F238E27FC236}">
                    <a16:creationId xmlns:a16="http://schemas.microsoft.com/office/drawing/2014/main" id="{270682E0-D169-154A-A760-510C9F90BA0A}"/>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88" name="Freeform 134">
                <a:extLst>
                  <a:ext uri="{FF2B5EF4-FFF2-40B4-BE49-F238E27FC236}">
                    <a16:creationId xmlns:a16="http://schemas.microsoft.com/office/drawing/2014/main" id="{6D280F00-EBAA-C04F-B1C0-B2FD865BEA2D}"/>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89" name="Freeform 135">
                <a:extLst>
                  <a:ext uri="{FF2B5EF4-FFF2-40B4-BE49-F238E27FC236}">
                    <a16:creationId xmlns:a16="http://schemas.microsoft.com/office/drawing/2014/main" id="{7A8A9DDB-E0CE-F64F-8591-E5DD4BABC004}"/>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90" name="Freeform 136">
                <a:extLst>
                  <a:ext uri="{FF2B5EF4-FFF2-40B4-BE49-F238E27FC236}">
                    <a16:creationId xmlns:a16="http://schemas.microsoft.com/office/drawing/2014/main" id="{BC861844-B064-6E41-A503-8A39A4ED4A01}"/>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91" name="Rectangle 137">
                <a:extLst>
                  <a:ext uri="{FF2B5EF4-FFF2-40B4-BE49-F238E27FC236}">
                    <a16:creationId xmlns:a16="http://schemas.microsoft.com/office/drawing/2014/main" id="{C31352E7-4D0D-504B-9524-94C45CCCA577}"/>
                  </a:ext>
                </a:extLst>
              </p:cNvPr>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92" name="Rectangle 138">
                <a:extLst>
                  <a:ext uri="{FF2B5EF4-FFF2-40B4-BE49-F238E27FC236}">
                    <a16:creationId xmlns:a16="http://schemas.microsoft.com/office/drawing/2014/main" id="{8724236F-1909-5E46-990A-409503CE37C1}"/>
                  </a:ext>
                </a:extLst>
              </p:cNvPr>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93" name="Rectangle 139">
                <a:extLst>
                  <a:ext uri="{FF2B5EF4-FFF2-40B4-BE49-F238E27FC236}">
                    <a16:creationId xmlns:a16="http://schemas.microsoft.com/office/drawing/2014/main" id="{B9450948-221A-2B47-9E72-C5C36B2BA6CE}"/>
                  </a:ext>
                </a:extLst>
              </p:cNvPr>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94" name="Line 140">
                <a:extLst>
                  <a:ext uri="{FF2B5EF4-FFF2-40B4-BE49-F238E27FC236}">
                    <a16:creationId xmlns:a16="http://schemas.microsoft.com/office/drawing/2014/main" id="{F6259B12-D120-D14F-98CD-0909F74B8A7C}"/>
                  </a:ext>
                </a:extLst>
              </p:cNvPr>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095" name="Group 141">
                <a:extLst>
                  <a:ext uri="{FF2B5EF4-FFF2-40B4-BE49-F238E27FC236}">
                    <a16:creationId xmlns:a16="http://schemas.microsoft.com/office/drawing/2014/main" id="{80AC48E8-21B3-D646-AD88-E22BFEAC8298}"/>
                  </a:ext>
                </a:extLst>
              </p:cNvPr>
              <p:cNvGrpSpPr>
                <a:grpSpLocks/>
              </p:cNvGrpSpPr>
              <p:nvPr/>
            </p:nvGrpSpPr>
            <p:grpSpPr bwMode="auto">
              <a:xfrm>
                <a:off x="5245" y="2624"/>
                <a:ext cx="335" cy="50"/>
                <a:chOff x="5245" y="2624"/>
                <a:chExt cx="335" cy="50"/>
              </a:xfrm>
            </p:grpSpPr>
            <p:sp>
              <p:nvSpPr>
                <p:cNvPr id="118096" name="Freeform 142">
                  <a:extLst>
                    <a:ext uri="{FF2B5EF4-FFF2-40B4-BE49-F238E27FC236}">
                      <a16:creationId xmlns:a16="http://schemas.microsoft.com/office/drawing/2014/main" id="{F4604D63-AD4A-174C-B4C2-A7D55119AA02}"/>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97" name="Freeform 143">
                  <a:extLst>
                    <a:ext uri="{FF2B5EF4-FFF2-40B4-BE49-F238E27FC236}">
                      <a16:creationId xmlns:a16="http://schemas.microsoft.com/office/drawing/2014/main" id="{81684BB5-3258-FE4A-A8AD-D62D214396F7}"/>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98" name="Rectangle 144">
                  <a:extLst>
                    <a:ext uri="{FF2B5EF4-FFF2-40B4-BE49-F238E27FC236}">
                      <a16:creationId xmlns:a16="http://schemas.microsoft.com/office/drawing/2014/main" id="{677DE827-E0E0-FE46-9181-6CBFCE210490}"/>
                    </a:ext>
                  </a:extLst>
                </p:cNvPr>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8074" name="Group 145">
              <a:extLst>
                <a:ext uri="{FF2B5EF4-FFF2-40B4-BE49-F238E27FC236}">
                  <a16:creationId xmlns:a16="http://schemas.microsoft.com/office/drawing/2014/main" id="{5E31604E-8642-B141-A26F-C17C0E396C1A}"/>
                </a:ext>
              </a:extLst>
            </p:cNvPr>
            <p:cNvGrpSpPr>
              <a:grpSpLocks/>
            </p:cNvGrpSpPr>
            <p:nvPr/>
          </p:nvGrpSpPr>
          <p:grpSpPr bwMode="auto">
            <a:xfrm>
              <a:off x="5237" y="2322"/>
              <a:ext cx="335" cy="346"/>
              <a:chOff x="5237" y="2322"/>
              <a:chExt cx="335" cy="346"/>
            </a:xfrm>
          </p:grpSpPr>
          <p:sp>
            <p:nvSpPr>
              <p:cNvPr id="118075" name="Freeform 146">
                <a:extLst>
                  <a:ext uri="{FF2B5EF4-FFF2-40B4-BE49-F238E27FC236}">
                    <a16:creationId xmlns:a16="http://schemas.microsoft.com/office/drawing/2014/main" id="{5071B804-66AB-8843-A8E1-C827DCD81484}"/>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76" name="Freeform 147">
                <a:extLst>
                  <a:ext uri="{FF2B5EF4-FFF2-40B4-BE49-F238E27FC236}">
                    <a16:creationId xmlns:a16="http://schemas.microsoft.com/office/drawing/2014/main" id="{A2AEB888-8AA8-7A48-AE56-1C50D37B07C2}"/>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77" name="Freeform 148">
                <a:extLst>
                  <a:ext uri="{FF2B5EF4-FFF2-40B4-BE49-F238E27FC236}">
                    <a16:creationId xmlns:a16="http://schemas.microsoft.com/office/drawing/2014/main" id="{27B15B43-AF79-AE40-857B-03B4686C57A3}"/>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78" name="Freeform 149">
                <a:extLst>
                  <a:ext uri="{FF2B5EF4-FFF2-40B4-BE49-F238E27FC236}">
                    <a16:creationId xmlns:a16="http://schemas.microsoft.com/office/drawing/2014/main" id="{68542AD7-1102-B14E-BB97-C5B86E4CB3A7}"/>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79" name="Rectangle 150">
                <a:extLst>
                  <a:ext uri="{FF2B5EF4-FFF2-40B4-BE49-F238E27FC236}">
                    <a16:creationId xmlns:a16="http://schemas.microsoft.com/office/drawing/2014/main" id="{9583B08F-7BB7-F44F-A64E-0170F3D50122}"/>
                  </a:ext>
                </a:extLst>
              </p:cNvPr>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80" name="Rectangle 151">
                <a:extLst>
                  <a:ext uri="{FF2B5EF4-FFF2-40B4-BE49-F238E27FC236}">
                    <a16:creationId xmlns:a16="http://schemas.microsoft.com/office/drawing/2014/main" id="{FB82AFC6-DFDE-7D49-96BF-2B130C2858E7}"/>
                  </a:ext>
                </a:extLst>
              </p:cNvPr>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81" name="Rectangle 152">
                <a:extLst>
                  <a:ext uri="{FF2B5EF4-FFF2-40B4-BE49-F238E27FC236}">
                    <a16:creationId xmlns:a16="http://schemas.microsoft.com/office/drawing/2014/main" id="{5D0ABEBD-80B5-434E-8AAC-7E8C61ACE457}"/>
                  </a:ext>
                </a:extLst>
              </p:cNvPr>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82" name="Line 153">
                <a:extLst>
                  <a:ext uri="{FF2B5EF4-FFF2-40B4-BE49-F238E27FC236}">
                    <a16:creationId xmlns:a16="http://schemas.microsoft.com/office/drawing/2014/main" id="{96CC7934-E5AD-7145-94FE-6B3063D9D22F}"/>
                  </a:ext>
                </a:extLst>
              </p:cNvPr>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083" name="Group 154">
                <a:extLst>
                  <a:ext uri="{FF2B5EF4-FFF2-40B4-BE49-F238E27FC236}">
                    <a16:creationId xmlns:a16="http://schemas.microsoft.com/office/drawing/2014/main" id="{FBBBE04D-1331-304B-8692-5A727F5D4C2D}"/>
                  </a:ext>
                </a:extLst>
              </p:cNvPr>
              <p:cNvGrpSpPr>
                <a:grpSpLocks/>
              </p:cNvGrpSpPr>
              <p:nvPr/>
            </p:nvGrpSpPr>
            <p:grpSpPr bwMode="auto">
              <a:xfrm>
                <a:off x="5237" y="2617"/>
                <a:ext cx="335" cy="51"/>
                <a:chOff x="5237" y="2617"/>
                <a:chExt cx="335" cy="51"/>
              </a:xfrm>
            </p:grpSpPr>
            <p:sp>
              <p:nvSpPr>
                <p:cNvPr id="118084" name="Freeform 155">
                  <a:extLst>
                    <a:ext uri="{FF2B5EF4-FFF2-40B4-BE49-F238E27FC236}">
                      <a16:creationId xmlns:a16="http://schemas.microsoft.com/office/drawing/2014/main" id="{A63805AB-7170-304A-9CF8-D6A221672013}"/>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85" name="Freeform 156">
                  <a:extLst>
                    <a:ext uri="{FF2B5EF4-FFF2-40B4-BE49-F238E27FC236}">
                      <a16:creationId xmlns:a16="http://schemas.microsoft.com/office/drawing/2014/main" id="{3057EE38-2408-3943-A31D-3A4CEF1C40B8}"/>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86" name="Rectangle 157">
                  <a:extLst>
                    <a:ext uri="{FF2B5EF4-FFF2-40B4-BE49-F238E27FC236}">
                      <a16:creationId xmlns:a16="http://schemas.microsoft.com/office/drawing/2014/main" id="{4414F124-ACF2-4E4F-B733-39541A1B8B4C}"/>
                    </a:ext>
                  </a:extLst>
                </p:cNvPr>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7787" name="Group 158">
            <a:extLst>
              <a:ext uri="{FF2B5EF4-FFF2-40B4-BE49-F238E27FC236}">
                <a16:creationId xmlns:a16="http://schemas.microsoft.com/office/drawing/2014/main" id="{B5C06C4B-1BDA-6B45-8C6B-D49AF1A02327}"/>
              </a:ext>
            </a:extLst>
          </p:cNvPr>
          <p:cNvGrpSpPr>
            <a:grpSpLocks/>
          </p:cNvGrpSpPr>
          <p:nvPr/>
        </p:nvGrpSpPr>
        <p:grpSpPr bwMode="auto">
          <a:xfrm>
            <a:off x="7261622" y="1935956"/>
            <a:ext cx="379809" cy="386954"/>
            <a:chOff x="5237" y="1587"/>
            <a:chExt cx="343" cy="353"/>
          </a:xfrm>
        </p:grpSpPr>
        <p:grpSp>
          <p:nvGrpSpPr>
            <p:cNvPr id="118047" name="Group 159">
              <a:extLst>
                <a:ext uri="{FF2B5EF4-FFF2-40B4-BE49-F238E27FC236}">
                  <a16:creationId xmlns:a16="http://schemas.microsoft.com/office/drawing/2014/main" id="{AD37802C-B53F-7249-9B40-CBE06BDBC74F}"/>
                </a:ext>
              </a:extLst>
            </p:cNvPr>
            <p:cNvGrpSpPr>
              <a:grpSpLocks/>
            </p:cNvGrpSpPr>
            <p:nvPr/>
          </p:nvGrpSpPr>
          <p:grpSpPr bwMode="auto">
            <a:xfrm>
              <a:off x="5245" y="1594"/>
              <a:ext cx="335" cy="346"/>
              <a:chOff x="5245" y="1594"/>
              <a:chExt cx="335" cy="346"/>
            </a:xfrm>
          </p:grpSpPr>
          <p:sp>
            <p:nvSpPr>
              <p:cNvPr id="118061" name="Freeform 160">
                <a:extLst>
                  <a:ext uri="{FF2B5EF4-FFF2-40B4-BE49-F238E27FC236}">
                    <a16:creationId xmlns:a16="http://schemas.microsoft.com/office/drawing/2014/main" id="{A877AF5A-F18D-7A4E-8772-640AE6AC99D1}"/>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62" name="Freeform 161">
                <a:extLst>
                  <a:ext uri="{FF2B5EF4-FFF2-40B4-BE49-F238E27FC236}">
                    <a16:creationId xmlns:a16="http://schemas.microsoft.com/office/drawing/2014/main" id="{90E6F57B-67A5-274D-B031-5F1852D8BA54}"/>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63" name="Freeform 162">
                <a:extLst>
                  <a:ext uri="{FF2B5EF4-FFF2-40B4-BE49-F238E27FC236}">
                    <a16:creationId xmlns:a16="http://schemas.microsoft.com/office/drawing/2014/main" id="{FC744413-9F62-E342-8BAF-56C5609CF582}"/>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64" name="Freeform 163">
                <a:extLst>
                  <a:ext uri="{FF2B5EF4-FFF2-40B4-BE49-F238E27FC236}">
                    <a16:creationId xmlns:a16="http://schemas.microsoft.com/office/drawing/2014/main" id="{F17D5B4B-5BD4-5F43-B3D3-5F41C56C3C54}"/>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65" name="Rectangle 164">
                <a:extLst>
                  <a:ext uri="{FF2B5EF4-FFF2-40B4-BE49-F238E27FC236}">
                    <a16:creationId xmlns:a16="http://schemas.microsoft.com/office/drawing/2014/main" id="{71820583-0495-C14B-845E-35F58790D9AC}"/>
                  </a:ext>
                </a:extLst>
              </p:cNvPr>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66" name="Rectangle 165">
                <a:extLst>
                  <a:ext uri="{FF2B5EF4-FFF2-40B4-BE49-F238E27FC236}">
                    <a16:creationId xmlns:a16="http://schemas.microsoft.com/office/drawing/2014/main" id="{0A055B3F-2DA1-DC4F-9620-27583AF19DCA}"/>
                  </a:ext>
                </a:extLst>
              </p:cNvPr>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67" name="Rectangle 166">
                <a:extLst>
                  <a:ext uri="{FF2B5EF4-FFF2-40B4-BE49-F238E27FC236}">
                    <a16:creationId xmlns:a16="http://schemas.microsoft.com/office/drawing/2014/main" id="{EBD18EFF-54FE-F148-AA60-11EEA664A243}"/>
                  </a:ext>
                </a:extLst>
              </p:cNvPr>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68" name="Line 167">
                <a:extLst>
                  <a:ext uri="{FF2B5EF4-FFF2-40B4-BE49-F238E27FC236}">
                    <a16:creationId xmlns:a16="http://schemas.microsoft.com/office/drawing/2014/main" id="{7005CA8F-BEBE-3046-B04E-DC1DE6437461}"/>
                  </a:ext>
                </a:extLst>
              </p:cNvPr>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069" name="Group 168">
                <a:extLst>
                  <a:ext uri="{FF2B5EF4-FFF2-40B4-BE49-F238E27FC236}">
                    <a16:creationId xmlns:a16="http://schemas.microsoft.com/office/drawing/2014/main" id="{3DF6A37A-2213-E84D-9FD0-2F240014A4D4}"/>
                  </a:ext>
                </a:extLst>
              </p:cNvPr>
              <p:cNvGrpSpPr>
                <a:grpSpLocks/>
              </p:cNvGrpSpPr>
              <p:nvPr/>
            </p:nvGrpSpPr>
            <p:grpSpPr bwMode="auto">
              <a:xfrm>
                <a:off x="5245" y="1889"/>
                <a:ext cx="335" cy="51"/>
                <a:chOff x="5245" y="1889"/>
                <a:chExt cx="335" cy="51"/>
              </a:xfrm>
            </p:grpSpPr>
            <p:sp>
              <p:nvSpPr>
                <p:cNvPr id="118070" name="Freeform 169">
                  <a:extLst>
                    <a:ext uri="{FF2B5EF4-FFF2-40B4-BE49-F238E27FC236}">
                      <a16:creationId xmlns:a16="http://schemas.microsoft.com/office/drawing/2014/main" id="{0585EF21-5A8A-4242-BDF5-BF9CF00021F8}"/>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71" name="Freeform 170">
                  <a:extLst>
                    <a:ext uri="{FF2B5EF4-FFF2-40B4-BE49-F238E27FC236}">
                      <a16:creationId xmlns:a16="http://schemas.microsoft.com/office/drawing/2014/main" id="{34B6B8CD-05EE-C044-9C9C-E8D8BF82DA87}"/>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72" name="Rectangle 171">
                  <a:extLst>
                    <a:ext uri="{FF2B5EF4-FFF2-40B4-BE49-F238E27FC236}">
                      <a16:creationId xmlns:a16="http://schemas.microsoft.com/office/drawing/2014/main" id="{DE232CF5-EAC3-9548-B9C6-41BB5EF8A15E}"/>
                    </a:ext>
                  </a:extLst>
                </p:cNvPr>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8048" name="Group 172">
              <a:extLst>
                <a:ext uri="{FF2B5EF4-FFF2-40B4-BE49-F238E27FC236}">
                  <a16:creationId xmlns:a16="http://schemas.microsoft.com/office/drawing/2014/main" id="{0EE06F88-2543-9747-B1B0-D5D2422F7284}"/>
                </a:ext>
              </a:extLst>
            </p:cNvPr>
            <p:cNvGrpSpPr>
              <a:grpSpLocks/>
            </p:cNvGrpSpPr>
            <p:nvPr/>
          </p:nvGrpSpPr>
          <p:grpSpPr bwMode="auto">
            <a:xfrm>
              <a:off x="5237" y="1587"/>
              <a:ext cx="335" cy="346"/>
              <a:chOff x="5237" y="1587"/>
              <a:chExt cx="335" cy="346"/>
            </a:xfrm>
          </p:grpSpPr>
          <p:sp>
            <p:nvSpPr>
              <p:cNvPr id="118049" name="Freeform 173">
                <a:extLst>
                  <a:ext uri="{FF2B5EF4-FFF2-40B4-BE49-F238E27FC236}">
                    <a16:creationId xmlns:a16="http://schemas.microsoft.com/office/drawing/2014/main" id="{A2279933-2037-914D-84A6-80710FE722D3}"/>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50" name="Freeform 174">
                <a:extLst>
                  <a:ext uri="{FF2B5EF4-FFF2-40B4-BE49-F238E27FC236}">
                    <a16:creationId xmlns:a16="http://schemas.microsoft.com/office/drawing/2014/main" id="{A0772943-E91F-6649-8D89-D5D40782573B}"/>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51" name="Freeform 175">
                <a:extLst>
                  <a:ext uri="{FF2B5EF4-FFF2-40B4-BE49-F238E27FC236}">
                    <a16:creationId xmlns:a16="http://schemas.microsoft.com/office/drawing/2014/main" id="{398B1357-E449-8341-84AB-EB29562A6688}"/>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52" name="Freeform 176">
                <a:extLst>
                  <a:ext uri="{FF2B5EF4-FFF2-40B4-BE49-F238E27FC236}">
                    <a16:creationId xmlns:a16="http://schemas.microsoft.com/office/drawing/2014/main" id="{DFBFD7F0-AD1B-4A41-932B-C49C32445621}"/>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53" name="Rectangle 177">
                <a:extLst>
                  <a:ext uri="{FF2B5EF4-FFF2-40B4-BE49-F238E27FC236}">
                    <a16:creationId xmlns:a16="http://schemas.microsoft.com/office/drawing/2014/main" id="{77DB5C9E-85B3-B040-966E-69EB5E803C7C}"/>
                  </a:ext>
                </a:extLst>
              </p:cNvPr>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54" name="Rectangle 178">
                <a:extLst>
                  <a:ext uri="{FF2B5EF4-FFF2-40B4-BE49-F238E27FC236}">
                    <a16:creationId xmlns:a16="http://schemas.microsoft.com/office/drawing/2014/main" id="{37C8748E-A589-DE4F-895B-979CD18D1608}"/>
                  </a:ext>
                </a:extLst>
              </p:cNvPr>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55" name="Rectangle 179">
                <a:extLst>
                  <a:ext uri="{FF2B5EF4-FFF2-40B4-BE49-F238E27FC236}">
                    <a16:creationId xmlns:a16="http://schemas.microsoft.com/office/drawing/2014/main" id="{08BC88B2-D5B9-EB45-B8C7-F1F589A8457F}"/>
                  </a:ext>
                </a:extLst>
              </p:cNvPr>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56" name="Line 180">
                <a:extLst>
                  <a:ext uri="{FF2B5EF4-FFF2-40B4-BE49-F238E27FC236}">
                    <a16:creationId xmlns:a16="http://schemas.microsoft.com/office/drawing/2014/main" id="{93584C01-B5C2-2947-B36E-B2112B9C413B}"/>
                  </a:ext>
                </a:extLst>
              </p:cNvPr>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057" name="Group 181">
                <a:extLst>
                  <a:ext uri="{FF2B5EF4-FFF2-40B4-BE49-F238E27FC236}">
                    <a16:creationId xmlns:a16="http://schemas.microsoft.com/office/drawing/2014/main" id="{7A817260-2AFA-D74B-AFC9-A34E89AE6ED2}"/>
                  </a:ext>
                </a:extLst>
              </p:cNvPr>
              <p:cNvGrpSpPr>
                <a:grpSpLocks/>
              </p:cNvGrpSpPr>
              <p:nvPr/>
            </p:nvGrpSpPr>
            <p:grpSpPr bwMode="auto">
              <a:xfrm>
                <a:off x="5237" y="1883"/>
                <a:ext cx="335" cy="50"/>
                <a:chOff x="5237" y="1883"/>
                <a:chExt cx="335" cy="50"/>
              </a:xfrm>
            </p:grpSpPr>
            <p:sp>
              <p:nvSpPr>
                <p:cNvPr id="118058" name="Freeform 182">
                  <a:extLst>
                    <a:ext uri="{FF2B5EF4-FFF2-40B4-BE49-F238E27FC236}">
                      <a16:creationId xmlns:a16="http://schemas.microsoft.com/office/drawing/2014/main" id="{B2B26A46-5442-4649-B039-AE77866389A8}"/>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59" name="Freeform 183">
                  <a:extLst>
                    <a:ext uri="{FF2B5EF4-FFF2-40B4-BE49-F238E27FC236}">
                      <a16:creationId xmlns:a16="http://schemas.microsoft.com/office/drawing/2014/main" id="{023941F9-5770-F14F-BF19-A3A7268D53DE}"/>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60" name="Rectangle 184">
                  <a:extLst>
                    <a:ext uri="{FF2B5EF4-FFF2-40B4-BE49-F238E27FC236}">
                      <a16:creationId xmlns:a16="http://schemas.microsoft.com/office/drawing/2014/main" id="{EB225BC0-421D-3F48-BD33-2DE78C99C29B}"/>
                    </a:ext>
                  </a:extLst>
                </p:cNvPr>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7788" name="Rectangle 185">
            <a:extLst>
              <a:ext uri="{FF2B5EF4-FFF2-40B4-BE49-F238E27FC236}">
                <a16:creationId xmlns:a16="http://schemas.microsoft.com/office/drawing/2014/main" id="{39750620-8774-814D-BD0C-6E22AF87B695}"/>
              </a:ext>
            </a:extLst>
          </p:cNvPr>
          <p:cNvSpPr>
            <a:spLocks noChangeArrowheads="1"/>
          </p:cNvSpPr>
          <p:nvPr/>
        </p:nvSpPr>
        <p:spPr bwMode="auto">
          <a:xfrm>
            <a:off x="2568179" y="1440656"/>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789" name="Rectangle 186">
            <a:extLst>
              <a:ext uri="{FF2B5EF4-FFF2-40B4-BE49-F238E27FC236}">
                <a16:creationId xmlns:a16="http://schemas.microsoft.com/office/drawing/2014/main" id="{7EC401E6-B66A-E245-B764-CD82A4EB2DEA}"/>
              </a:ext>
            </a:extLst>
          </p:cNvPr>
          <p:cNvSpPr>
            <a:spLocks noChangeArrowheads="1"/>
          </p:cNvSpPr>
          <p:nvPr/>
        </p:nvSpPr>
        <p:spPr bwMode="auto">
          <a:xfrm>
            <a:off x="2900363" y="1743075"/>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222.1.1.</a:t>
            </a:r>
            <a:endParaRPr kumimoji="1" lang="en-US" altLang="zh-CN" sz="1500">
              <a:latin typeface="Arial" panose="020B0604020202020204" pitchFamily="34" charset="0"/>
              <a:ea typeface="宋体" panose="02010600030101010101" pitchFamily="2" charset="-122"/>
            </a:endParaRPr>
          </a:p>
        </p:txBody>
      </p:sp>
      <p:sp>
        <p:nvSpPr>
          <p:cNvPr id="117790" name="Rectangle 187">
            <a:extLst>
              <a:ext uri="{FF2B5EF4-FFF2-40B4-BE49-F238E27FC236}">
                <a16:creationId xmlns:a16="http://schemas.microsoft.com/office/drawing/2014/main" id="{4F32DEDE-CE91-AC42-951B-CEA408FB5269}"/>
              </a:ext>
            </a:extLst>
          </p:cNvPr>
          <p:cNvSpPr>
            <a:spLocks noChangeArrowheads="1"/>
          </p:cNvSpPr>
          <p:nvPr/>
        </p:nvSpPr>
        <p:spPr bwMode="auto">
          <a:xfrm>
            <a:off x="3819526" y="1112044"/>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791" name="Rectangle 188">
            <a:extLst>
              <a:ext uri="{FF2B5EF4-FFF2-40B4-BE49-F238E27FC236}">
                <a16:creationId xmlns:a16="http://schemas.microsoft.com/office/drawing/2014/main" id="{BFC045EE-106B-3A4B-B566-2E8F8B8D7A99}"/>
              </a:ext>
            </a:extLst>
          </p:cNvPr>
          <p:cNvSpPr>
            <a:spLocks noChangeArrowheads="1"/>
          </p:cNvSpPr>
          <p:nvPr/>
        </p:nvSpPr>
        <p:spPr bwMode="auto">
          <a:xfrm>
            <a:off x="3756423"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222.1.1.1</a:t>
            </a:r>
          </a:p>
        </p:txBody>
      </p:sp>
      <p:sp>
        <p:nvSpPr>
          <p:cNvPr id="117792" name="Rectangle 189">
            <a:extLst>
              <a:ext uri="{FF2B5EF4-FFF2-40B4-BE49-F238E27FC236}">
                <a16:creationId xmlns:a16="http://schemas.microsoft.com/office/drawing/2014/main" id="{86E9D2F9-1355-584B-9FC7-C2B5ED22F7D9}"/>
              </a:ext>
            </a:extLst>
          </p:cNvPr>
          <p:cNvSpPr>
            <a:spLocks noChangeArrowheads="1"/>
          </p:cNvSpPr>
          <p:nvPr/>
        </p:nvSpPr>
        <p:spPr bwMode="auto">
          <a:xfrm>
            <a:off x="4978004"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793" name="Rectangle 190">
            <a:extLst>
              <a:ext uri="{FF2B5EF4-FFF2-40B4-BE49-F238E27FC236}">
                <a16:creationId xmlns:a16="http://schemas.microsoft.com/office/drawing/2014/main" id="{D038D868-8671-1140-991D-4889E943053D}"/>
              </a:ext>
            </a:extLst>
          </p:cNvPr>
          <p:cNvSpPr>
            <a:spLocks noChangeArrowheads="1"/>
          </p:cNvSpPr>
          <p:nvPr/>
        </p:nvSpPr>
        <p:spPr bwMode="auto">
          <a:xfrm>
            <a:off x="4898232"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222.1.1.2</a:t>
            </a:r>
          </a:p>
        </p:txBody>
      </p:sp>
      <p:sp>
        <p:nvSpPr>
          <p:cNvPr id="117794" name="Rectangle 191">
            <a:extLst>
              <a:ext uri="{FF2B5EF4-FFF2-40B4-BE49-F238E27FC236}">
                <a16:creationId xmlns:a16="http://schemas.microsoft.com/office/drawing/2014/main" id="{7710C0C7-9622-3A4F-822B-C75FE1D3F477}"/>
              </a:ext>
            </a:extLst>
          </p:cNvPr>
          <p:cNvSpPr>
            <a:spLocks noChangeArrowheads="1"/>
          </p:cNvSpPr>
          <p:nvPr/>
        </p:nvSpPr>
        <p:spPr bwMode="auto">
          <a:xfrm>
            <a:off x="6173392"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795" name="Rectangle 192">
            <a:extLst>
              <a:ext uri="{FF2B5EF4-FFF2-40B4-BE49-F238E27FC236}">
                <a16:creationId xmlns:a16="http://schemas.microsoft.com/office/drawing/2014/main" id="{5AE61101-1779-694C-8466-55326A49C563}"/>
              </a:ext>
            </a:extLst>
          </p:cNvPr>
          <p:cNvSpPr>
            <a:spLocks noChangeArrowheads="1"/>
          </p:cNvSpPr>
          <p:nvPr/>
        </p:nvSpPr>
        <p:spPr bwMode="auto">
          <a:xfrm>
            <a:off x="6059091" y="10596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222.1.1.3</a:t>
            </a:r>
          </a:p>
        </p:txBody>
      </p:sp>
      <p:sp>
        <p:nvSpPr>
          <p:cNvPr id="117796" name="Rectangle 193">
            <a:extLst>
              <a:ext uri="{FF2B5EF4-FFF2-40B4-BE49-F238E27FC236}">
                <a16:creationId xmlns:a16="http://schemas.microsoft.com/office/drawing/2014/main" id="{0AE472A1-1AB6-FE45-BA23-4EB05E097378}"/>
              </a:ext>
            </a:extLst>
          </p:cNvPr>
          <p:cNvSpPr>
            <a:spLocks noChangeArrowheads="1"/>
          </p:cNvSpPr>
          <p:nvPr/>
        </p:nvSpPr>
        <p:spPr bwMode="auto">
          <a:xfrm>
            <a:off x="4269581" y="1603772"/>
            <a:ext cx="20241" cy="40362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7797" name="Group 194">
            <a:extLst>
              <a:ext uri="{FF2B5EF4-FFF2-40B4-BE49-F238E27FC236}">
                <a16:creationId xmlns:a16="http://schemas.microsoft.com/office/drawing/2014/main" id="{DAD9D0C0-4469-5D44-81B2-B84311CF845F}"/>
              </a:ext>
            </a:extLst>
          </p:cNvPr>
          <p:cNvGrpSpPr>
            <a:grpSpLocks/>
          </p:cNvGrpSpPr>
          <p:nvPr/>
        </p:nvGrpSpPr>
        <p:grpSpPr bwMode="auto">
          <a:xfrm>
            <a:off x="4010025" y="1972866"/>
            <a:ext cx="485775" cy="289322"/>
            <a:chOff x="2299" y="1622"/>
            <a:chExt cx="439" cy="262"/>
          </a:xfrm>
        </p:grpSpPr>
        <p:sp>
          <p:nvSpPr>
            <p:cNvPr id="118022" name="Oval 195">
              <a:extLst>
                <a:ext uri="{FF2B5EF4-FFF2-40B4-BE49-F238E27FC236}">
                  <a16:creationId xmlns:a16="http://schemas.microsoft.com/office/drawing/2014/main" id="{D869BD81-6C4B-EB4B-96C8-571E5E031CA5}"/>
                </a:ext>
              </a:extLst>
            </p:cNvPr>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23" name="Rectangle 196">
              <a:extLst>
                <a:ext uri="{FF2B5EF4-FFF2-40B4-BE49-F238E27FC236}">
                  <a16:creationId xmlns:a16="http://schemas.microsoft.com/office/drawing/2014/main" id="{41523A0F-FF54-D146-9C2B-1A1620D718E9}"/>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24" name="Rectangle 197">
              <a:extLst>
                <a:ext uri="{FF2B5EF4-FFF2-40B4-BE49-F238E27FC236}">
                  <a16:creationId xmlns:a16="http://schemas.microsoft.com/office/drawing/2014/main" id="{A2FC6E53-E3A9-E849-B219-96E14A61B41F}"/>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25" name="Oval 198">
              <a:extLst>
                <a:ext uri="{FF2B5EF4-FFF2-40B4-BE49-F238E27FC236}">
                  <a16:creationId xmlns:a16="http://schemas.microsoft.com/office/drawing/2014/main" id="{6B1B11C6-A5D9-274F-950A-B62BFB69E0BE}"/>
                </a:ext>
              </a:extLst>
            </p:cNvPr>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8026" name="Group 199">
              <a:extLst>
                <a:ext uri="{FF2B5EF4-FFF2-40B4-BE49-F238E27FC236}">
                  <a16:creationId xmlns:a16="http://schemas.microsoft.com/office/drawing/2014/main" id="{ABF5DA55-833C-BE41-917E-D60F6B8B6AEF}"/>
                </a:ext>
              </a:extLst>
            </p:cNvPr>
            <p:cNvGrpSpPr>
              <a:grpSpLocks/>
            </p:cNvGrpSpPr>
            <p:nvPr/>
          </p:nvGrpSpPr>
          <p:grpSpPr bwMode="auto">
            <a:xfrm>
              <a:off x="2365" y="1640"/>
              <a:ext cx="304" cy="117"/>
              <a:chOff x="2365" y="1640"/>
              <a:chExt cx="304" cy="117"/>
            </a:xfrm>
          </p:grpSpPr>
          <p:grpSp>
            <p:nvGrpSpPr>
              <p:cNvPr id="118029" name="Group 200">
                <a:extLst>
                  <a:ext uri="{FF2B5EF4-FFF2-40B4-BE49-F238E27FC236}">
                    <a16:creationId xmlns:a16="http://schemas.microsoft.com/office/drawing/2014/main" id="{B9C6508F-4D64-374D-84DA-CF3063ACD1DD}"/>
                  </a:ext>
                </a:extLst>
              </p:cNvPr>
              <p:cNvGrpSpPr>
                <a:grpSpLocks/>
              </p:cNvGrpSpPr>
              <p:nvPr/>
            </p:nvGrpSpPr>
            <p:grpSpPr bwMode="auto">
              <a:xfrm>
                <a:off x="2365" y="1640"/>
                <a:ext cx="302" cy="115"/>
                <a:chOff x="2365" y="1640"/>
                <a:chExt cx="302" cy="115"/>
              </a:xfrm>
            </p:grpSpPr>
            <p:sp>
              <p:nvSpPr>
                <p:cNvPr id="118039" name="Freeform 201">
                  <a:extLst>
                    <a:ext uri="{FF2B5EF4-FFF2-40B4-BE49-F238E27FC236}">
                      <a16:creationId xmlns:a16="http://schemas.microsoft.com/office/drawing/2014/main" id="{64A63C06-EAF4-8B44-A92A-54C13D44B2AD}"/>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40" name="Freeform 202">
                  <a:extLst>
                    <a:ext uri="{FF2B5EF4-FFF2-40B4-BE49-F238E27FC236}">
                      <a16:creationId xmlns:a16="http://schemas.microsoft.com/office/drawing/2014/main" id="{D86F72E8-C665-954A-94B9-F623E29B45E1}"/>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41" name="Freeform 203">
                  <a:extLst>
                    <a:ext uri="{FF2B5EF4-FFF2-40B4-BE49-F238E27FC236}">
                      <a16:creationId xmlns:a16="http://schemas.microsoft.com/office/drawing/2014/main" id="{C6F9B1C9-EDEB-374E-860A-4BA61DACCE29}"/>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42" name="Freeform 204">
                  <a:extLst>
                    <a:ext uri="{FF2B5EF4-FFF2-40B4-BE49-F238E27FC236}">
                      <a16:creationId xmlns:a16="http://schemas.microsoft.com/office/drawing/2014/main" id="{389DE792-C53C-1D4D-9F6A-A7ADB08170CB}"/>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43" name="Freeform 205">
                  <a:extLst>
                    <a:ext uri="{FF2B5EF4-FFF2-40B4-BE49-F238E27FC236}">
                      <a16:creationId xmlns:a16="http://schemas.microsoft.com/office/drawing/2014/main" id="{7DF25D41-8330-D342-88EA-E12A836C0769}"/>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44" name="Freeform 206">
                  <a:extLst>
                    <a:ext uri="{FF2B5EF4-FFF2-40B4-BE49-F238E27FC236}">
                      <a16:creationId xmlns:a16="http://schemas.microsoft.com/office/drawing/2014/main" id="{997825AC-8634-0342-9BA2-825E8AD4D785}"/>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45" name="Freeform 207">
                  <a:extLst>
                    <a:ext uri="{FF2B5EF4-FFF2-40B4-BE49-F238E27FC236}">
                      <a16:creationId xmlns:a16="http://schemas.microsoft.com/office/drawing/2014/main" id="{DAD68ADF-809D-F64F-BBF5-2778A1CB75F3}"/>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46" name="Freeform 208">
                  <a:extLst>
                    <a:ext uri="{FF2B5EF4-FFF2-40B4-BE49-F238E27FC236}">
                      <a16:creationId xmlns:a16="http://schemas.microsoft.com/office/drawing/2014/main" id="{B4DD467B-6E98-6C47-8885-5DE2865584AB}"/>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8030" name="Group 209">
                <a:extLst>
                  <a:ext uri="{FF2B5EF4-FFF2-40B4-BE49-F238E27FC236}">
                    <a16:creationId xmlns:a16="http://schemas.microsoft.com/office/drawing/2014/main" id="{82E6B54B-DE32-AD4E-B156-B3E1C72C8EA9}"/>
                  </a:ext>
                </a:extLst>
              </p:cNvPr>
              <p:cNvGrpSpPr>
                <a:grpSpLocks/>
              </p:cNvGrpSpPr>
              <p:nvPr/>
            </p:nvGrpSpPr>
            <p:grpSpPr bwMode="auto">
              <a:xfrm>
                <a:off x="2368" y="1643"/>
                <a:ext cx="301" cy="114"/>
                <a:chOff x="2368" y="1643"/>
                <a:chExt cx="301" cy="114"/>
              </a:xfrm>
            </p:grpSpPr>
            <p:sp>
              <p:nvSpPr>
                <p:cNvPr id="118031" name="Freeform 210">
                  <a:extLst>
                    <a:ext uri="{FF2B5EF4-FFF2-40B4-BE49-F238E27FC236}">
                      <a16:creationId xmlns:a16="http://schemas.microsoft.com/office/drawing/2014/main" id="{94C3FBEA-4CCD-7D41-8AC1-7A9F37697040}"/>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32" name="Freeform 211">
                  <a:extLst>
                    <a:ext uri="{FF2B5EF4-FFF2-40B4-BE49-F238E27FC236}">
                      <a16:creationId xmlns:a16="http://schemas.microsoft.com/office/drawing/2014/main" id="{A6D3301D-4558-1941-8957-458FF375F2D3}"/>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33" name="Freeform 212">
                  <a:extLst>
                    <a:ext uri="{FF2B5EF4-FFF2-40B4-BE49-F238E27FC236}">
                      <a16:creationId xmlns:a16="http://schemas.microsoft.com/office/drawing/2014/main" id="{B14CBBD9-21C1-8D48-B88A-0045194FC6B2}"/>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34" name="Freeform 213">
                  <a:extLst>
                    <a:ext uri="{FF2B5EF4-FFF2-40B4-BE49-F238E27FC236}">
                      <a16:creationId xmlns:a16="http://schemas.microsoft.com/office/drawing/2014/main" id="{677729C0-379F-464D-AEF9-47D7DF4B75A3}"/>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35" name="Freeform 214">
                  <a:extLst>
                    <a:ext uri="{FF2B5EF4-FFF2-40B4-BE49-F238E27FC236}">
                      <a16:creationId xmlns:a16="http://schemas.microsoft.com/office/drawing/2014/main" id="{44BC45B7-2B82-0342-AD34-5CBE18280449}"/>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36" name="Freeform 215">
                  <a:extLst>
                    <a:ext uri="{FF2B5EF4-FFF2-40B4-BE49-F238E27FC236}">
                      <a16:creationId xmlns:a16="http://schemas.microsoft.com/office/drawing/2014/main" id="{1B12A373-8583-0B4E-83EA-C232796E83AF}"/>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37" name="Freeform 216">
                  <a:extLst>
                    <a:ext uri="{FF2B5EF4-FFF2-40B4-BE49-F238E27FC236}">
                      <a16:creationId xmlns:a16="http://schemas.microsoft.com/office/drawing/2014/main" id="{81C7E6B1-7AB4-6941-ABFF-DFBCE54015A0}"/>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38" name="Freeform 217">
                  <a:extLst>
                    <a:ext uri="{FF2B5EF4-FFF2-40B4-BE49-F238E27FC236}">
                      <a16:creationId xmlns:a16="http://schemas.microsoft.com/office/drawing/2014/main" id="{59F2E908-518D-ED4B-B72A-97B521A6520E}"/>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8027" name="Line 218">
              <a:extLst>
                <a:ext uri="{FF2B5EF4-FFF2-40B4-BE49-F238E27FC236}">
                  <a16:creationId xmlns:a16="http://schemas.microsoft.com/office/drawing/2014/main" id="{E5354840-1CC2-134A-97CB-FDEAC6A92661}"/>
                </a:ext>
              </a:extLst>
            </p:cNvPr>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028" name="Line 219">
              <a:extLst>
                <a:ext uri="{FF2B5EF4-FFF2-40B4-BE49-F238E27FC236}">
                  <a16:creationId xmlns:a16="http://schemas.microsoft.com/office/drawing/2014/main" id="{0C4507EB-AB15-4B4E-9707-6D64ECA014E8}"/>
                </a:ext>
              </a:extLst>
            </p:cNvPr>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7798" name="Rectangle 220">
            <a:extLst>
              <a:ext uri="{FF2B5EF4-FFF2-40B4-BE49-F238E27FC236}">
                <a16:creationId xmlns:a16="http://schemas.microsoft.com/office/drawing/2014/main" id="{5FCDA301-7CA4-AC49-A287-052C114D8F4D}"/>
              </a:ext>
            </a:extLst>
          </p:cNvPr>
          <p:cNvSpPr>
            <a:spLocks noChangeArrowheads="1"/>
          </p:cNvSpPr>
          <p:nvPr/>
        </p:nvSpPr>
        <p:spPr bwMode="auto">
          <a:xfrm>
            <a:off x="4351735" y="1778794"/>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799" name="Rectangle 221">
            <a:extLst>
              <a:ext uri="{FF2B5EF4-FFF2-40B4-BE49-F238E27FC236}">
                <a16:creationId xmlns:a16="http://schemas.microsoft.com/office/drawing/2014/main" id="{C6DFAD73-1810-2741-8AE4-E13E5E6E8F4E}"/>
              </a:ext>
            </a:extLst>
          </p:cNvPr>
          <p:cNvSpPr>
            <a:spLocks noChangeArrowheads="1"/>
          </p:cNvSpPr>
          <p:nvPr/>
        </p:nvSpPr>
        <p:spPr bwMode="auto">
          <a:xfrm>
            <a:off x="4406504" y="1785938"/>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222.1.1.4</a:t>
            </a:r>
          </a:p>
        </p:txBody>
      </p:sp>
      <p:sp>
        <p:nvSpPr>
          <p:cNvPr id="117800" name="Rectangle 222">
            <a:extLst>
              <a:ext uri="{FF2B5EF4-FFF2-40B4-BE49-F238E27FC236}">
                <a16:creationId xmlns:a16="http://schemas.microsoft.com/office/drawing/2014/main" id="{9256B877-1192-6A4B-96B7-EDF54A618DD1}"/>
              </a:ext>
            </a:extLst>
          </p:cNvPr>
          <p:cNvSpPr>
            <a:spLocks noChangeArrowheads="1"/>
          </p:cNvSpPr>
          <p:nvPr/>
        </p:nvSpPr>
        <p:spPr bwMode="auto">
          <a:xfrm>
            <a:off x="3727847" y="1889523"/>
            <a:ext cx="309563" cy="263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01" name="Rectangle 223">
            <a:extLst>
              <a:ext uri="{FF2B5EF4-FFF2-40B4-BE49-F238E27FC236}">
                <a16:creationId xmlns:a16="http://schemas.microsoft.com/office/drawing/2014/main" id="{38CEE2F9-4B04-AD4A-923D-E73888DECFE5}"/>
              </a:ext>
            </a:extLst>
          </p:cNvPr>
          <p:cNvSpPr>
            <a:spLocks noChangeArrowheads="1"/>
          </p:cNvSpPr>
          <p:nvPr/>
        </p:nvSpPr>
        <p:spPr bwMode="auto">
          <a:xfrm>
            <a:off x="3805237" y="1882379"/>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7802" name="Oval 224">
            <a:extLst>
              <a:ext uri="{FF2B5EF4-FFF2-40B4-BE49-F238E27FC236}">
                <a16:creationId xmlns:a16="http://schemas.microsoft.com/office/drawing/2014/main" id="{C912A875-3CFD-DD43-98E8-272DAEB7AC09}"/>
              </a:ext>
            </a:extLst>
          </p:cNvPr>
          <p:cNvSpPr>
            <a:spLocks noChangeArrowheads="1"/>
          </p:cNvSpPr>
          <p:nvPr/>
        </p:nvSpPr>
        <p:spPr bwMode="auto">
          <a:xfrm>
            <a:off x="4239816" y="181689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03" name="Rectangle 225">
            <a:extLst>
              <a:ext uri="{FF2B5EF4-FFF2-40B4-BE49-F238E27FC236}">
                <a16:creationId xmlns:a16="http://schemas.microsoft.com/office/drawing/2014/main" id="{9AFF62D8-48F7-794C-9DC5-F519A0F7978B}"/>
              </a:ext>
            </a:extLst>
          </p:cNvPr>
          <p:cNvSpPr>
            <a:spLocks noChangeArrowheads="1"/>
          </p:cNvSpPr>
          <p:nvPr/>
        </p:nvSpPr>
        <p:spPr bwMode="auto">
          <a:xfrm>
            <a:off x="2624138" y="1212056"/>
            <a:ext cx="5405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04" name="Oval 226">
            <a:extLst>
              <a:ext uri="{FF2B5EF4-FFF2-40B4-BE49-F238E27FC236}">
                <a16:creationId xmlns:a16="http://schemas.microsoft.com/office/drawing/2014/main" id="{A7F79928-43C4-884C-9C64-6E6F23726780}"/>
              </a:ext>
            </a:extLst>
          </p:cNvPr>
          <p:cNvSpPr>
            <a:spLocks noChangeArrowheads="1"/>
          </p:cNvSpPr>
          <p:nvPr/>
        </p:nvSpPr>
        <p:spPr bwMode="auto">
          <a:xfrm>
            <a:off x="6983016" y="30503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05" name="Oval 227">
            <a:extLst>
              <a:ext uri="{FF2B5EF4-FFF2-40B4-BE49-F238E27FC236}">
                <a16:creationId xmlns:a16="http://schemas.microsoft.com/office/drawing/2014/main" id="{CEDA84EC-1BE0-8D4B-82C8-075F38BC9CC1}"/>
              </a:ext>
            </a:extLst>
          </p:cNvPr>
          <p:cNvSpPr>
            <a:spLocks noChangeArrowheads="1"/>
          </p:cNvSpPr>
          <p:nvPr/>
        </p:nvSpPr>
        <p:spPr bwMode="auto">
          <a:xfrm>
            <a:off x="6986588" y="2220517"/>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06" name="Rectangle 228">
            <a:extLst>
              <a:ext uri="{FF2B5EF4-FFF2-40B4-BE49-F238E27FC236}">
                <a16:creationId xmlns:a16="http://schemas.microsoft.com/office/drawing/2014/main" id="{3031E684-CF0C-7440-BB1B-DE070B2DF118}"/>
              </a:ext>
            </a:extLst>
          </p:cNvPr>
          <p:cNvSpPr>
            <a:spLocks noChangeArrowheads="1"/>
          </p:cNvSpPr>
          <p:nvPr/>
        </p:nvSpPr>
        <p:spPr bwMode="auto">
          <a:xfrm>
            <a:off x="5897166" y="2764632"/>
            <a:ext cx="757238"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07" name="Rectangle 229">
            <a:extLst>
              <a:ext uri="{FF2B5EF4-FFF2-40B4-BE49-F238E27FC236}">
                <a16:creationId xmlns:a16="http://schemas.microsoft.com/office/drawing/2014/main" id="{7E25540C-05AD-9649-B4E3-8F92F06C395D}"/>
              </a:ext>
            </a:extLst>
          </p:cNvPr>
          <p:cNvSpPr>
            <a:spLocks noChangeArrowheads="1"/>
          </p:cNvSpPr>
          <p:nvPr/>
        </p:nvSpPr>
        <p:spPr bwMode="auto">
          <a:xfrm>
            <a:off x="5625704" y="3167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222.1.2.5</a:t>
            </a:r>
          </a:p>
        </p:txBody>
      </p:sp>
      <p:sp>
        <p:nvSpPr>
          <p:cNvPr id="117808" name="Rectangle 230">
            <a:extLst>
              <a:ext uri="{FF2B5EF4-FFF2-40B4-BE49-F238E27FC236}">
                <a16:creationId xmlns:a16="http://schemas.microsoft.com/office/drawing/2014/main" id="{91B2D7D6-6302-684B-9044-3AC8A1F84793}"/>
              </a:ext>
            </a:extLst>
          </p:cNvPr>
          <p:cNvSpPr>
            <a:spLocks noChangeArrowheads="1"/>
          </p:cNvSpPr>
          <p:nvPr/>
        </p:nvSpPr>
        <p:spPr bwMode="auto">
          <a:xfrm>
            <a:off x="7055644" y="3148012"/>
            <a:ext cx="756047"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09" name="Rectangle 231">
            <a:extLst>
              <a:ext uri="{FF2B5EF4-FFF2-40B4-BE49-F238E27FC236}">
                <a16:creationId xmlns:a16="http://schemas.microsoft.com/office/drawing/2014/main" id="{CF6F955F-2E01-9941-950D-6A87EA41F6F5}"/>
              </a:ext>
            </a:extLst>
          </p:cNvPr>
          <p:cNvSpPr>
            <a:spLocks noChangeArrowheads="1"/>
          </p:cNvSpPr>
          <p:nvPr/>
        </p:nvSpPr>
        <p:spPr bwMode="auto">
          <a:xfrm>
            <a:off x="7124700" y="31932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222.1.2.2</a:t>
            </a:r>
          </a:p>
        </p:txBody>
      </p:sp>
      <p:sp>
        <p:nvSpPr>
          <p:cNvPr id="117810" name="Rectangle 232">
            <a:extLst>
              <a:ext uri="{FF2B5EF4-FFF2-40B4-BE49-F238E27FC236}">
                <a16:creationId xmlns:a16="http://schemas.microsoft.com/office/drawing/2014/main" id="{4576108D-26E7-F44B-BFE8-9DFA6F7EA67A}"/>
              </a:ext>
            </a:extLst>
          </p:cNvPr>
          <p:cNvSpPr>
            <a:spLocks noChangeArrowheads="1"/>
          </p:cNvSpPr>
          <p:nvPr/>
        </p:nvSpPr>
        <p:spPr bwMode="auto">
          <a:xfrm>
            <a:off x="7055644" y="2314575"/>
            <a:ext cx="756047"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11" name="Rectangle 233">
            <a:extLst>
              <a:ext uri="{FF2B5EF4-FFF2-40B4-BE49-F238E27FC236}">
                <a16:creationId xmlns:a16="http://schemas.microsoft.com/office/drawing/2014/main" id="{1E24611C-902D-A646-9D81-B666F21FF92A}"/>
              </a:ext>
            </a:extLst>
          </p:cNvPr>
          <p:cNvSpPr>
            <a:spLocks noChangeArrowheads="1"/>
          </p:cNvSpPr>
          <p:nvPr/>
        </p:nvSpPr>
        <p:spPr bwMode="auto">
          <a:xfrm>
            <a:off x="7124700" y="2361010"/>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222.1.2.1</a:t>
            </a:r>
          </a:p>
        </p:txBody>
      </p:sp>
      <p:sp>
        <p:nvSpPr>
          <p:cNvPr id="117812" name="Rectangle 234">
            <a:extLst>
              <a:ext uri="{FF2B5EF4-FFF2-40B4-BE49-F238E27FC236}">
                <a16:creationId xmlns:a16="http://schemas.microsoft.com/office/drawing/2014/main" id="{5C72F735-7565-1B4D-85CB-3862A6A9E16E}"/>
              </a:ext>
            </a:extLst>
          </p:cNvPr>
          <p:cNvSpPr>
            <a:spLocks noChangeArrowheads="1"/>
          </p:cNvSpPr>
          <p:nvPr/>
        </p:nvSpPr>
        <p:spPr bwMode="auto">
          <a:xfrm>
            <a:off x="6981826" y="3914775"/>
            <a:ext cx="756047"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13" name="Rectangle 235">
            <a:extLst>
              <a:ext uri="{FF2B5EF4-FFF2-40B4-BE49-F238E27FC236}">
                <a16:creationId xmlns:a16="http://schemas.microsoft.com/office/drawing/2014/main" id="{569F06B7-7D6B-E34C-8445-8303B7AA0D66}"/>
              </a:ext>
            </a:extLst>
          </p:cNvPr>
          <p:cNvSpPr>
            <a:spLocks noChangeArrowheads="1"/>
          </p:cNvSpPr>
          <p:nvPr/>
        </p:nvSpPr>
        <p:spPr bwMode="auto">
          <a:xfrm>
            <a:off x="4892279"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222.1.2.3</a:t>
            </a:r>
          </a:p>
        </p:txBody>
      </p:sp>
      <p:sp>
        <p:nvSpPr>
          <p:cNvPr id="117814" name="Rectangle 236">
            <a:extLst>
              <a:ext uri="{FF2B5EF4-FFF2-40B4-BE49-F238E27FC236}">
                <a16:creationId xmlns:a16="http://schemas.microsoft.com/office/drawing/2014/main" id="{85A90071-E950-C447-BEDB-650C03008093}"/>
              </a:ext>
            </a:extLst>
          </p:cNvPr>
          <p:cNvSpPr>
            <a:spLocks noChangeArrowheads="1"/>
          </p:cNvSpPr>
          <p:nvPr/>
        </p:nvSpPr>
        <p:spPr bwMode="auto">
          <a:xfrm>
            <a:off x="3895726" y="4204098"/>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15" name="Rectangle 237">
            <a:extLst>
              <a:ext uri="{FF2B5EF4-FFF2-40B4-BE49-F238E27FC236}">
                <a16:creationId xmlns:a16="http://schemas.microsoft.com/office/drawing/2014/main" id="{0FB56CB4-0EDE-1A47-A3D9-BED4455D37F4}"/>
              </a:ext>
            </a:extLst>
          </p:cNvPr>
          <p:cNvSpPr>
            <a:spLocks noChangeArrowheads="1"/>
          </p:cNvSpPr>
          <p:nvPr/>
        </p:nvSpPr>
        <p:spPr bwMode="auto">
          <a:xfrm>
            <a:off x="3954066"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222.1.2.4</a:t>
            </a:r>
          </a:p>
        </p:txBody>
      </p:sp>
      <p:sp>
        <p:nvSpPr>
          <p:cNvPr id="117816" name="Oval 238">
            <a:extLst>
              <a:ext uri="{FF2B5EF4-FFF2-40B4-BE49-F238E27FC236}">
                <a16:creationId xmlns:a16="http://schemas.microsoft.com/office/drawing/2014/main" id="{F0577FD6-5143-3C42-B7B3-D9DF906434FA}"/>
              </a:ext>
            </a:extLst>
          </p:cNvPr>
          <p:cNvSpPr>
            <a:spLocks noChangeArrowheads="1"/>
          </p:cNvSpPr>
          <p:nvPr/>
        </p:nvSpPr>
        <p:spPr bwMode="auto">
          <a:xfrm>
            <a:off x="4769644" y="4225528"/>
            <a:ext cx="69056"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17" name="Rectangle 239">
            <a:extLst>
              <a:ext uri="{FF2B5EF4-FFF2-40B4-BE49-F238E27FC236}">
                <a16:creationId xmlns:a16="http://schemas.microsoft.com/office/drawing/2014/main" id="{1BFBD51D-DDE8-A840-93CB-2447C98AA51A}"/>
              </a:ext>
            </a:extLst>
          </p:cNvPr>
          <p:cNvSpPr>
            <a:spLocks noChangeArrowheads="1"/>
          </p:cNvSpPr>
          <p:nvPr/>
        </p:nvSpPr>
        <p:spPr bwMode="auto">
          <a:xfrm>
            <a:off x="6256735" y="2216944"/>
            <a:ext cx="67151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18" name="Rectangle 240">
            <a:extLst>
              <a:ext uri="{FF2B5EF4-FFF2-40B4-BE49-F238E27FC236}">
                <a16:creationId xmlns:a16="http://schemas.microsoft.com/office/drawing/2014/main" id="{01F02C9C-2E1B-314D-9B11-3D3DC9918535}"/>
              </a:ext>
            </a:extLst>
          </p:cNvPr>
          <p:cNvSpPr>
            <a:spLocks noChangeArrowheads="1"/>
          </p:cNvSpPr>
          <p:nvPr/>
        </p:nvSpPr>
        <p:spPr bwMode="auto">
          <a:xfrm>
            <a:off x="6263879" y="2692004"/>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222.1.2.</a:t>
            </a:r>
            <a:endParaRPr kumimoji="1" lang="en-US" altLang="zh-CN" sz="1500">
              <a:latin typeface="Arial" panose="020B0604020202020204" pitchFamily="34" charset="0"/>
              <a:ea typeface="宋体" panose="02010600030101010101" pitchFamily="2" charset="-122"/>
            </a:endParaRPr>
          </a:p>
        </p:txBody>
      </p:sp>
      <p:sp>
        <p:nvSpPr>
          <p:cNvPr id="117819" name="Rectangle 241">
            <a:extLst>
              <a:ext uri="{FF2B5EF4-FFF2-40B4-BE49-F238E27FC236}">
                <a16:creationId xmlns:a16="http://schemas.microsoft.com/office/drawing/2014/main" id="{D770733A-2790-3946-ABE5-A6B79CB4E97F}"/>
              </a:ext>
            </a:extLst>
          </p:cNvPr>
          <p:cNvSpPr>
            <a:spLocks noChangeArrowheads="1"/>
          </p:cNvSpPr>
          <p:nvPr/>
        </p:nvSpPr>
        <p:spPr bwMode="auto">
          <a:xfrm>
            <a:off x="6310313" y="1997869"/>
            <a:ext cx="54054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7820" name="Group 242">
            <a:extLst>
              <a:ext uri="{FF2B5EF4-FFF2-40B4-BE49-F238E27FC236}">
                <a16:creationId xmlns:a16="http://schemas.microsoft.com/office/drawing/2014/main" id="{254E29CA-CAA9-DE45-A902-BEB5B9E06BF5}"/>
              </a:ext>
            </a:extLst>
          </p:cNvPr>
          <p:cNvGrpSpPr>
            <a:grpSpLocks/>
          </p:cNvGrpSpPr>
          <p:nvPr/>
        </p:nvGrpSpPr>
        <p:grpSpPr bwMode="auto">
          <a:xfrm>
            <a:off x="2809875" y="3289698"/>
            <a:ext cx="486966" cy="288131"/>
            <a:chOff x="1304" y="2569"/>
            <a:chExt cx="439" cy="262"/>
          </a:xfrm>
        </p:grpSpPr>
        <p:sp>
          <p:nvSpPr>
            <p:cNvPr id="117997" name="Oval 243">
              <a:extLst>
                <a:ext uri="{FF2B5EF4-FFF2-40B4-BE49-F238E27FC236}">
                  <a16:creationId xmlns:a16="http://schemas.microsoft.com/office/drawing/2014/main" id="{D333C7A0-4AF9-7A4E-AE1A-956D75C61DF3}"/>
                </a:ext>
              </a:extLst>
            </p:cNvPr>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98" name="Rectangle 244">
              <a:extLst>
                <a:ext uri="{FF2B5EF4-FFF2-40B4-BE49-F238E27FC236}">
                  <a16:creationId xmlns:a16="http://schemas.microsoft.com/office/drawing/2014/main" id="{2740B9BE-BB86-EB49-90A3-22AF33C53172}"/>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99" name="Rectangle 245">
              <a:extLst>
                <a:ext uri="{FF2B5EF4-FFF2-40B4-BE49-F238E27FC236}">
                  <a16:creationId xmlns:a16="http://schemas.microsoft.com/office/drawing/2014/main" id="{754CE152-8F4B-FD42-87B2-B7F9D0A5D9B3}"/>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00" name="Oval 246">
              <a:extLst>
                <a:ext uri="{FF2B5EF4-FFF2-40B4-BE49-F238E27FC236}">
                  <a16:creationId xmlns:a16="http://schemas.microsoft.com/office/drawing/2014/main" id="{EB466B68-3EB8-254D-AB6D-4506DB7E0C13}"/>
                </a:ext>
              </a:extLst>
            </p:cNvPr>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8001" name="Group 247">
              <a:extLst>
                <a:ext uri="{FF2B5EF4-FFF2-40B4-BE49-F238E27FC236}">
                  <a16:creationId xmlns:a16="http://schemas.microsoft.com/office/drawing/2014/main" id="{EC56B799-6B8D-C348-86C0-A34D006674C0}"/>
                </a:ext>
              </a:extLst>
            </p:cNvPr>
            <p:cNvGrpSpPr>
              <a:grpSpLocks/>
            </p:cNvGrpSpPr>
            <p:nvPr/>
          </p:nvGrpSpPr>
          <p:grpSpPr bwMode="auto">
            <a:xfrm>
              <a:off x="1371" y="2587"/>
              <a:ext cx="304" cy="117"/>
              <a:chOff x="1371" y="2587"/>
              <a:chExt cx="304" cy="117"/>
            </a:xfrm>
          </p:grpSpPr>
          <p:grpSp>
            <p:nvGrpSpPr>
              <p:cNvPr id="118004" name="Group 248">
                <a:extLst>
                  <a:ext uri="{FF2B5EF4-FFF2-40B4-BE49-F238E27FC236}">
                    <a16:creationId xmlns:a16="http://schemas.microsoft.com/office/drawing/2014/main" id="{23740B1B-5D61-4845-A265-BAE4B6910176}"/>
                  </a:ext>
                </a:extLst>
              </p:cNvPr>
              <p:cNvGrpSpPr>
                <a:grpSpLocks/>
              </p:cNvGrpSpPr>
              <p:nvPr/>
            </p:nvGrpSpPr>
            <p:grpSpPr bwMode="auto">
              <a:xfrm>
                <a:off x="1371" y="2587"/>
                <a:ext cx="301" cy="115"/>
                <a:chOff x="1371" y="2587"/>
                <a:chExt cx="301" cy="115"/>
              </a:xfrm>
            </p:grpSpPr>
            <p:sp>
              <p:nvSpPr>
                <p:cNvPr id="118014" name="Freeform 249">
                  <a:extLst>
                    <a:ext uri="{FF2B5EF4-FFF2-40B4-BE49-F238E27FC236}">
                      <a16:creationId xmlns:a16="http://schemas.microsoft.com/office/drawing/2014/main" id="{B19C6F79-0602-C44C-8B13-F60A5C6A5E9C}"/>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15" name="Freeform 250">
                  <a:extLst>
                    <a:ext uri="{FF2B5EF4-FFF2-40B4-BE49-F238E27FC236}">
                      <a16:creationId xmlns:a16="http://schemas.microsoft.com/office/drawing/2014/main" id="{3DEBE0B3-336D-C846-9323-CAAC4F141CCB}"/>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16" name="Freeform 251">
                  <a:extLst>
                    <a:ext uri="{FF2B5EF4-FFF2-40B4-BE49-F238E27FC236}">
                      <a16:creationId xmlns:a16="http://schemas.microsoft.com/office/drawing/2014/main" id="{838B2A67-8309-AA49-8EF2-75C70DF206DE}"/>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17" name="Freeform 252">
                  <a:extLst>
                    <a:ext uri="{FF2B5EF4-FFF2-40B4-BE49-F238E27FC236}">
                      <a16:creationId xmlns:a16="http://schemas.microsoft.com/office/drawing/2014/main" id="{3836BD33-E963-2741-A06E-59774D30AAEA}"/>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18" name="Freeform 253">
                  <a:extLst>
                    <a:ext uri="{FF2B5EF4-FFF2-40B4-BE49-F238E27FC236}">
                      <a16:creationId xmlns:a16="http://schemas.microsoft.com/office/drawing/2014/main" id="{2EA70C67-191D-8C4E-A12E-CD895947B3CE}"/>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19" name="Freeform 254">
                  <a:extLst>
                    <a:ext uri="{FF2B5EF4-FFF2-40B4-BE49-F238E27FC236}">
                      <a16:creationId xmlns:a16="http://schemas.microsoft.com/office/drawing/2014/main" id="{1FAC3A13-61B3-F345-AEE6-8FE7439971A3}"/>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20" name="Freeform 255">
                  <a:extLst>
                    <a:ext uri="{FF2B5EF4-FFF2-40B4-BE49-F238E27FC236}">
                      <a16:creationId xmlns:a16="http://schemas.microsoft.com/office/drawing/2014/main" id="{2888B05C-8860-0F42-A2F9-A703B8A89D9D}"/>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21" name="Freeform 256">
                  <a:extLst>
                    <a:ext uri="{FF2B5EF4-FFF2-40B4-BE49-F238E27FC236}">
                      <a16:creationId xmlns:a16="http://schemas.microsoft.com/office/drawing/2014/main" id="{0D7E044C-6051-5C49-85FF-62C5512D3DCB}"/>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8005" name="Group 257">
                <a:extLst>
                  <a:ext uri="{FF2B5EF4-FFF2-40B4-BE49-F238E27FC236}">
                    <a16:creationId xmlns:a16="http://schemas.microsoft.com/office/drawing/2014/main" id="{37AF8230-A545-224C-B4C6-1B3062CA21BF}"/>
                  </a:ext>
                </a:extLst>
              </p:cNvPr>
              <p:cNvGrpSpPr>
                <a:grpSpLocks/>
              </p:cNvGrpSpPr>
              <p:nvPr/>
            </p:nvGrpSpPr>
            <p:grpSpPr bwMode="auto">
              <a:xfrm>
                <a:off x="1373" y="2590"/>
                <a:ext cx="302" cy="114"/>
                <a:chOff x="1373" y="2590"/>
                <a:chExt cx="302" cy="114"/>
              </a:xfrm>
            </p:grpSpPr>
            <p:sp>
              <p:nvSpPr>
                <p:cNvPr id="118006" name="Freeform 258">
                  <a:extLst>
                    <a:ext uri="{FF2B5EF4-FFF2-40B4-BE49-F238E27FC236}">
                      <a16:creationId xmlns:a16="http://schemas.microsoft.com/office/drawing/2014/main" id="{80FF17E2-D3D5-6A41-B99A-4A6C479D4DA5}"/>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07" name="Freeform 259">
                  <a:extLst>
                    <a:ext uri="{FF2B5EF4-FFF2-40B4-BE49-F238E27FC236}">
                      <a16:creationId xmlns:a16="http://schemas.microsoft.com/office/drawing/2014/main" id="{3300EEC8-EC59-A340-A3D2-48B58F619326}"/>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08" name="Freeform 260">
                  <a:extLst>
                    <a:ext uri="{FF2B5EF4-FFF2-40B4-BE49-F238E27FC236}">
                      <a16:creationId xmlns:a16="http://schemas.microsoft.com/office/drawing/2014/main" id="{576B27BC-18A8-2A44-B122-EC1B9145D1F7}"/>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09" name="Freeform 261">
                  <a:extLst>
                    <a:ext uri="{FF2B5EF4-FFF2-40B4-BE49-F238E27FC236}">
                      <a16:creationId xmlns:a16="http://schemas.microsoft.com/office/drawing/2014/main" id="{FF6B93B7-05C0-C440-A75B-8B165828FB6D}"/>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10" name="Freeform 262">
                  <a:extLst>
                    <a:ext uri="{FF2B5EF4-FFF2-40B4-BE49-F238E27FC236}">
                      <a16:creationId xmlns:a16="http://schemas.microsoft.com/office/drawing/2014/main" id="{E9DF03AB-CFF5-6342-ACE0-81EB3638280C}"/>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11" name="Freeform 263">
                  <a:extLst>
                    <a:ext uri="{FF2B5EF4-FFF2-40B4-BE49-F238E27FC236}">
                      <a16:creationId xmlns:a16="http://schemas.microsoft.com/office/drawing/2014/main" id="{ED353D50-1179-A245-A46F-00F05B795814}"/>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12" name="Freeform 264">
                  <a:extLst>
                    <a:ext uri="{FF2B5EF4-FFF2-40B4-BE49-F238E27FC236}">
                      <a16:creationId xmlns:a16="http://schemas.microsoft.com/office/drawing/2014/main" id="{1304A6CB-8C31-C54C-B7C3-288A460AFA77}"/>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13" name="Freeform 265">
                  <a:extLst>
                    <a:ext uri="{FF2B5EF4-FFF2-40B4-BE49-F238E27FC236}">
                      <a16:creationId xmlns:a16="http://schemas.microsoft.com/office/drawing/2014/main" id="{8A840A9B-A5F5-374C-B15C-1C5205A01DD2}"/>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8002" name="Line 266">
              <a:extLst>
                <a:ext uri="{FF2B5EF4-FFF2-40B4-BE49-F238E27FC236}">
                  <a16:creationId xmlns:a16="http://schemas.microsoft.com/office/drawing/2014/main" id="{6D0D2C72-850D-3148-8D7A-3BEAE69432C7}"/>
                </a:ext>
              </a:extLst>
            </p:cNvPr>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003" name="Line 267">
              <a:extLst>
                <a:ext uri="{FF2B5EF4-FFF2-40B4-BE49-F238E27FC236}">
                  <a16:creationId xmlns:a16="http://schemas.microsoft.com/office/drawing/2014/main" id="{FF725FD8-9BB6-F64D-A2A1-D955D5BDD4C2}"/>
                </a:ext>
              </a:extLst>
            </p:cNvPr>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17821" name="Group 268">
            <a:extLst>
              <a:ext uri="{FF2B5EF4-FFF2-40B4-BE49-F238E27FC236}">
                <a16:creationId xmlns:a16="http://schemas.microsoft.com/office/drawing/2014/main" id="{00172219-7A99-8A47-AE51-46C6F70F8973}"/>
              </a:ext>
            </a:extLst>
          </p:cNvPr>
          <p:cNvGrpSpPr>
            <a:grpSpLocks/>
          </p:cNvGrpSpPr>
          <p:nvPr/>
        </p:nvGrpSpPr>
        <p:grpSpPr bwMode="auto">
          <a:xfrm>
            <a:off x="4987529" y="3289698"/>
            <a:ext cx="486965" cy="288131"/>
            <a:chOff x="3488" y="2569"/>
            <a:chExt cx="439" cy="262"/>
          </a:xfrm>
        </p:grpSpPr>
        <p:sp>
          <p:nvSpPr>
            <p:cNvPr id="117972" name="Oval 269">
              <a:extLst>
                <a:ext uri="{FF2B5EF4-FFF2-40B4-BE49-F238E27FC236}">
                  <a16:creationId xmlns:a16="http://schemas.microsoft.com/office/drawing/2014/main" id="{FD0D3AA8-FB84-D946-B858-70E8975530F9}"/>
                </a:ext>
              </a:extLst>
            </p:cNvPr>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73" name="Rectangle 270">
              <a:extLst>
                <a:ext uri="{FF2B5EF4-FFF2-40B4-BE49-F238E27FC236}">
                  <a16:creationId xmlns:a16="http://schemas.microsoft.com/office/drawing/2014/main" id="{5A4246E9-0B2B-9B44-B628-999571BF89C5}"/>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74" name="Rectangle 271">
              <a:extLst>
                <a:ext uri="{FF2B5EF4-FFF2-40B4-BE49-F238E27FC236}">
                  <a16:creationId xmlns:a16="http://schemas.microsoft.com/office/drawing/2014/main" id="{A1241910-31BA-1840-BC18-21D5C85CB620}"/>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75" name="Oval 272">
              <a:extLst>
                <a:ext uri="{FF2B5EF4-FFF2-40B4-BE49-F238E27FC236}">
                  <a16:creationId xmlns:a16="http://schemas.microsoft.com/office/drawing/2014/main" id="{93504AA5-6C1C-D84F-A44A-AAE39AA12AC2}"/>
                </a:ext>
              </a:extLst>
            </p:cNvPr>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7976" name="Group 273">
              <a:extLst>
                <a:ext uri="{FF2B5EF4-FFF2-40B4-BE49-F238E27FC236}">
                  <a16:creationId xmlns:a16="http://schemas.microsoft.com/office/drawing/2014/main" id="{53491F7B-8152-6E42-A44D-C13805E467AC}"/>
                </a:ext>
              </a:extLst>
            </p:cNvPr>
            <p:cNvGrpSpPr>
              <a:grpSpLocks/>
            </p:cNvGrpSpPr>
            <p:nvPr/>
          </p:nvGrpSpPr>
          <p:grpSpPr bwMode="auto">
            <a:xfrm>
              <a:off x="3555" y="2587"/>
              <a:ext cx="304" cy="117"/>
              <a:chOff x="3555" y="2587"/>
              <a:chExt cx="304" cy="117"/>
            </a:xfrm>
          </p:grpSpPr>
          <p:grpSp>
            <p:nvGrpSpPr>
              <p:cNvPr id="117979" name="Group 274">
                <a:extLst>
                  <a:ext uri="{FF2B5EF4-FFF2-40B4-BE49-F238E27FC236}">
                    <a16:creationId xmlns:a16="http://schemas.microsoft.com/office/drawing/2014/main" id="{8EB2810D-CE1C-E04F-8AAD-BA5B42CEA713}"/>
                  </a:ext>
                </a:extLst>
              </p:cNvPr>
              <p:cNvGrpSpPr>
                <a:grpSpLocks/>
              </p:cNvGrpSpPr>
              <p:nvPr/>
            </p:nvGrpSpPr>
            <p:grpSpPr bwMode="auto">
              <a:xfrm>
                <a:off x="3555" y="2587"/>
                <a:ext cx="301" cy="115"/>
                <a:chOff x="3555" y="2587"/>
                <a:chExt cx="301" cy="115"/>
              </a:xfrm>
            </p:grpSpPr>
            <p:sp>
              <p:nvSpPr>
                <p:cNvPr id="117989" name="Freeform 275">
                  <a:extLst>
                    <a:ext uri="{FF2B5EF4-FFF2-40B4-BE49-F238E27FC236}">
                      <a16:creationId xmlns:a16="http://schemas.microsoft.com/office/drawing/2014/main" id="{D50C5447-8A85-9148-B9C9-F91E96F02BDC}"/>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90" name="Freeform 276">
                  <a:extLst>
                    <a:ext uri="{FF2B5EF4-FFF2-40B4-BE49-F238E27FC236}">
                      <a16:creationId xmlns:a16="http://schemas.microsoft.com/office/drawing/2014/main" id="{52D176E5-AF53-694D-8271-FF51AB15E96F}"/>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91" name="Freeform 277">
                  <a:extLst>
                    <a:ext uri="{FF2B5EF4-FFF2-40B4-BE49-F238E27FC236}">
                      <a16:creationId xmlns:a16="http://schemas.microsoft.com/office/drawing/2014/main" id="{3C1AA9B9-CFFA-BB4B-8051-326A29A4906F}"/>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92" name="Freeform 278">
                  <a:extLst>
                    <a:ext uri="{FF2B5EF4-FFF2-40B4-BE49-F238E27FC236}">
                      <a16:creationId xmlns:a16="http://schemas.microsoft.com/office/drawing/2014/main" id="{E7B21587-2B83-BA45-8DD7-86B11F747132}"/>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93" name="Freeform 279">
                  <a:extLst>
                    <a:ext uri="{FF2B5EF4-FFF2-40B4-BE49-F238E27FC236}">
                      <a16:creationId xmlns:a16="http://schemas.microsoft.com/office/drawing/2014/main" id="{B447FCBB-3B1D-5A47-B36A-F078BAA742E7}"/>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94" name="Freeform 280">
                  <a:extLst>
                    <a:ext uri="{FF2B5EF4-FFF2-40B4-BE49-F238E27FC236}">
                      <a16:creationId xmlns:a16="http://schemas.microsoft.com/office/drawing/2014/main" id="{383C1D54-4E75-3946-A432-77C622F88FA2}"/>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95" name="Freeform 281">
                  <a:extLst>
                    <a:ext uri="{FF2B5EF4-FFF2-40B4-BE49-F238E27FC236}">
                      <a16:creationId xmlns:a16="http://schemas.microsoft.com/office/drawing/2014/main" id="{B2ECD0C4-0F69-904C-A2FD-39AB9A23F4E8}"/>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96" name="Freeform 282">
                  <a:extLst>
                    <a:ext uri="{FF2B5EF4-FFF2-40B4-BE49-F238E27FC236}">
                      <a16:creationId xmlns:a16="http://schemas.microsoft.com/office/drawing/2014/main" id="{BB48DDD8-9876-7E45-8A3F-569706E9522B}"/>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7980" name="Group 283">
                <a:extLst>
                  <a:ext uri="{FF2B5EF4-FFF2-40B4-BE49-F238E27FC236}">
                    <a16:creationId xmlns:a16="http://schemas.microsoft.com/office/drawing/2014/main" id="{826697D9-EC32-EA49-ABFC-726B2B938E3C}"/>
                  </a:ext>
                </a:extLst>
              </p:cNvPr>
              <p:cNvGrpSpPr>
                <a:grpSpLocks/>
              </p:cNvGrpSpPr>
              <p:nvPr/>
            </p:nvGrpSpPr>
            <p:grpSpPr bwMode="auto">
              <a:xfrm>
                <a:off x="3557" y="2590"/>
                <a:ext cx="302" cy="114"/>
                <a:chOff x="3557" y="2590"/>
                <a:chExt cx="302" cy="114"/>
              </a:xfrm>
            </p:grpSpPr>
            <p:sp>
              <p:nvSpPr>
                <p:cNvPr id="117981" name="Freeform 284">
                  <a:extLst>
                    <a:ext uri="{FF2B5EF4-FFF2-40B4-BE49-F238E27FC236}">
                      <a16:creationId xmlns:a16="http://schemas.microsoft.com/office/drawing/2014/main" id="{BB04059D-A3CD-B347-B2DD-6C7DEEB6FC06}"/>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82" name="Freeform 285">
                  <a:extLst>
                    <a:ext uri="{FF2B5EF4-FFF2-40B4-BE49-F238E27FC236}">
                      <a16:creationId xmlns:a16="http://schemas.microsoft.com/office/drawing/2014/main" id="{9FABB2E9-0A0D-7C4E-83E0-25BC8F0A7FE7}"/>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83" name="Freeform 286">
                  <a:extLst>
                    <a:ext uri="{FF2B5EF4-FFF2-40B4-BE49-F238E27FC236}">
                      <a16:creationId xmlns:a16="http://schemas.microsoft.com/office/drawing/2014/main" id="{6EDE9640-1D34-4D4D-82EE-BD3ADBC752BC}"/>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84" name="Freeform 287">
                  <a:extLst>
                    <a:ext uri="{FF2B5EF4-FFF2-40B4-BE49-F238E27FC236}">
                      <a16:creationId xmlns:a16="http://schemas.microsoft.com/office/drawing/2014/main" id="{AB244217-6AC2-1B4A-97D9-392642C9523B}"/>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85" name="Freeform 288">
                  <a:extLst>
                    <a:ext uri="{FF2B5EF4-FFF2-40B4-BE49-F238E27FC236}">
                      <a16:creationId xmlns:a16="http://schemas.microsoft.com/office/drawing/2014/main" id="{150D5BC8-09B8-4542-A928-C68114ECCD02}"/>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86" name="Freeform 289">
                  <a:extLst>
                    <a:ext uri="{FF2B5EF4-FFF2-40B4-BE49-F238E27FC236}">
                      <a16:creationId xmlns:a16="http://schemas.microsoft.com/office/drawing/2014/main" id="{8D298CAE-CBB2-324B-B19E-1AC120053A39}"/>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87" name="Freeform 290">
                  <a:extLst>
                    <a:ext uri="{FF2B5EF4-FFF2-40B4-BE49-F238E27FC236}">
                      <a16:creationId xmlns:a16="http://schemas.microsoft.com/office/drawing/2014/main" id="{3CE6420A-6014-CD4E-90A3-F60FF92496FF}"/>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88" name="Freeform 291">
                  <a:extLst>
                    <a:ext uri="{FF2B5EF4-FFF2-40B4-BE49-F238E27FC236}">
                      <a16:creationId xmlns:a16="http://schemas.microsoft.com/office/drawing/2014/main" id="{B6491F9C-03B3-6348-B636-48A4C3B038D1}"/>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7977" name="Line 292">
              <a:extLst>
                <a:ext uri="{FF2B5EF4-FFF2-40B4-BE49-F238E27FC236}">
                  <a16:creationId xmlns:a16="http://schemas.microsoft.com/office/drawing/2014/main" id="{85A342DE-DACE-F942-A5EB-3B8EB02B2336}"/>
                </a:ext>
              </a:extLst>
            </p:cNvPr>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978" name="Line 293">
              <a:extLst>
                <a:ext uri="{FF2B5EF4-FFF2-40B4-BE49-F238E27FC236}">
                  <a16:creationId xmlns:a16="http://schemas.microsoft.com/office/drawing/2014/main" id="{EE659186-D0CB-3843-8299-0C42209D79ED}"/>
                </a:ext>
              </a:extLst>
            </p:cNvPr>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7822" name="Oval 294">
            <a:extLst>
              <a:ext uri="{FF2B5EF4-FFF2-40B4-BE49-F238E27FC236}">
                <a16:creationId xmlns:a16="http://schemas.microsoft.com/office/drawing/2014/main" id="{E0FF820B-7850-A040-9355-F1665B92A16C}"/>
              </a:ext>
            </a:extLst>
          </p:cNvPr>
          <p:cNvSpPr>
            <a:spLocks noChangeArrowheads="1"/>
          </p:cNvSpPr>
          <p:nvPr/>
        </p:nvSpPr>
        <p:spPr bwMode="auto">
          <a:xfrm>
            <a:off x="3527822" y="3442097"/>
            <a:ext cx="70247"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23" name="Oval 295">
            <a:extLst>
              <a:ext uri="{FF2B5EF4-FFF2-40B4-BE49-F238E27FC236}">
                <a16:creationId xmlns:a16="http://schemas.microsoft.com/office/drawing/2014/main" id="{95F2A878-BBEE-474F-AD85-B734A632C52E}"/>
              </a:ext>
            </a:extLst>
          </p:cNvPr>
          <p:cNvSpPr>
            <a:spLocks noChangeArrowheads="1"/>
          </p:cNvSpPr>
          <p:nvPr/>
        </p:nvSpPr>
        <p:spPr bwMode="auto">
          <a:xfrm>
            <a:off x="4776788" y="3437335"/>
            <a:ext cx="69056" cy="67865"/>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24" name="Oval 296">
            <a:extLst>
              <a:ext uri="{FF2B5EF4-FFF2-40B4-BE49-F238E27FC236}">
                <a16:creationId xmlns:a16="http://schemas.microsoft.com/office/drawing/2014/main" id="{A180ACA5-473E-534C-A2A1-98C53D47A984}"/>
              </a:ext>
            </a:extLst>
          </p:cNvPr>
          <p:cNvSpPr>
            <a:spLocks noChangeArrowheads="1"/>
          </p:cNvSpPr>
          <p:nvPr/>
        </p:nvSpPr>
        <p:spPr bwMode="auto">
          <a:xfrm>
            <a:off x="5085160" y="317063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25" name="Oval 297">
            <a:extLst>
              <a:ext uri="{FF2B5EF4-FFF2-40B4-BE49-F238E27FC236}">
                <a16:creationId xmlns:a16="http://schemas.microsoft.com/office/drawing/2014/main" id="{41FA560C-35CF-2F4D-B08E-52569FDD2EBB}"/>
              </a:ext>
            </a:extLst>
          </p:cNvPr>
          <p:cNvSpPr>
            <a:spLocks noChangeArrowheads="1"/>
          </p:cNvSpPr>
          <p:nvPr/>
        </p:nvSpPr>
        <p:spPr bwMode="auto">
          <a:xfrm>
            <a:off x="4425553" y="229195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26" name="Oval 298">
            <a:extLst>
              <a:ext uri="{FF2B5EF4-FFF2-40B4-BE49-F238E27FC236}">
                <a16:creationId xmlns:a16="http://schemas.microsoft.com/office/drawing/2014/main" id="{FB1A8B81-DE3E-A542-9443-86824BB498F9}"/>
              </a:ext>
            </a:extLst>
          </p:cNvPr>
          <p:cNvSpPr>
            <a:spLocks noChangeArrowheads="1"/>
          </p:cNvSpPr>
          <p:nvPr/>
        </p:nvSpPr>
        <p:spPr bwMode="auto">
          <a:xfrm>
            <a:off x="3181351" y="3086101"/>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27" name="Oval 299">
            <a:extLst>
              <a:ext uri="{FF2B5EF4-FFF2-40B4-BE49-F238E27FC236}">
                <a16:creationId xmlns:a16="http://schemas.microsoft.com/office/drawing/2014/main" id="{9033F4FA-3973-5144-BB95-635ED0CAA6E9}"/>
              </a:ext>
            </a:extLst>
          </p:cNvPr>
          <p:cNvSpPr>
            <a:spLocks noChangeArrowheads="1"/>
          </p:cNvSpPr>
          <p:nvPr/>
        </p:nvSpPr>
        <p:spPr bwMode="auto">
          <a:xfrm>
            <a:off x="3924300" y="2309813"/>
            <a:ext cx="67866" cy="6786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28" name="Rectangle 300">
            <a:extLst>
              <a:ext uri="{FF2B5EF4-FFF2-40B4-BE49-F238E27FC236}">
                <a16:creationId xmlns:a16="http://schemas.microsoft.com/office/drawing/2014/main" id="{2D4566E4-3D6B-C347-B63B-63E6E43C0A01}"/>
              </a:ext>
            </a:extLst>
          </p:cNvPr>
          <p:cNvSpPr>
            <a:spLocks noChangeArrowheads="1"/>
          </p:cNvSpPr>
          <p:nvPr/>
        </p:nvSpPr>
        <p:spPr bwMode="auto">
          <a:xfrm>
            <a:off x="4554141" y="2043113"/>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29" name="Rectangle 301">
            <a:extLst>
              <a:ext uri="{FF2B5EF4-FFF2-40B4-BE49-F238E27FC236}">
                <a16:creationId xmlns:a16="http://schemas.microsoft.com/office/drawing/2014/main" id="{7896392B-C872-6E42-B9FC-B602618D3616}"/>
              </a:ext>
            </a:extLst>
          </p:cNvPr>
          <p:cNvSpPr>
            <a:spLocks noChangeArrowheads="1"/>
          </p:cNvSpPr>
          <p:nvPr/>
        </p:nvSpPr>
        <p:spPr bwMode="auto">
          <a:xfrm>
            <a:off x="4570810" y="21645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222.1.6.1</a:t>
            </a:r>
          </a:p>
        </p:txBody>
      </p:sp>
      <p:sp>
        <p:nvSpPr>
          <p:cNvPr id="117830" name="Rectangle 302">
            <a:extLst>
              <a:ext uri="{FF2B5EF4-FFF2-40B4-BE49-F238E27FC236}">
                <a16:creationId xmlns:a16="http://schemas.microsoft.com/office/drawing/2014/main" id="{03ADAB84-0006-1148-9C6E-E7F4688D037A}"/>
              </a:ext>
            </a:extLst>
          </p:cNvPr>
          <p:cNvSpPr>
            <a:spLocks noChangeArrowheads="1"/>
          </p:cNvSpPr>
          <p:nvPr/>
        </p:nvSpPr>
        <p:spPr bwMode="auto">
          <a:xfrm>
            <a:off x="3120629" y="2151460"/>
            <a:ext cx="754856"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31" name="Rectangle 303">
            <a:extLst>
              <a:ext uri="{FF2B5EF4-FFF2-40B4-BE49-F238E27FC236}">
                <a16:creationId xmlns:a16="http://schemas.microsoft.com/office/drawing/2014/main" id="{C40DEF55-FF53-984A-BC90-EEBB66FF0DD0}"/>
              </a:ext>
            </a:extLst>
          </p:cNvPr>
          <p:cNvSpPr>
            <a:spLocks noChangeArrowheads="1"/>
          </p:cNvSpPr>
          <p:nvPr/>
        </p:nvSpPr>
        <p:spPr bwMode="auto">
          <a:xfrm>
            <a:off x="3209925" y="214193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222.1.5.1</a:t>
            </a:r>
          </a:p>
        </p:txBody>
      </p:sp>
      <p:sp>
        <p:nvSpPr>
          <p:cNvPr id="117832" name="Rectangle 304">
            <a:extLst>
              <a:ext uri="{FF2B5EF4-FFF2-40B4-BE49-F238E27FC236}">
                <a16:creationId xmlns:a16="http://schemas.microsoft.com/office/drawing/2014/main" id="{CE75DCA1-EB2D-A64A-966A-7122B61AC789}"/>
              </a:ext>
            </a:extLst>
          </p:cNvPr>
          <p:cNvSpPr>
            <a:spLocks noChangeArrowheads="1"/>
          </p:cNvSpPr>
          <p:nvPr/>
        </p:nvSpPr>
        <p:spPr bwMode="auto">
          <a:xfrm>
            <a:off x="2568178" y="2644379"/>
            <a:ext cx="757238"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33" name="Rectangle 305">
            <a:extLst>
              <a:ext uri="{FF2B5EF4-FFF2-40B4-BE49-F238E27FC236}">
                <a16:creationId xmlns:a16="http://schemas.microsoft.com/office/drawing/2014/main" id="{4D627309-7EEB-C542-B441-E218CC941864}"/>
              </a:ext>
            </a:extLst>
          </p:cNvPr>
          <p:cNvSpPr>
            <a:spLocks noChangeArrowheads="1"/>
          </p:cNvSpPr>
          <p:nvPr/>
        </p:nvSpPr>
        <p:spPr bwMode="auto">
          <a:xfrm>
            <a:off x="2543175" y="28324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222.1.5.2</a:t>
            </a:r>
          </a:p>
        </p:txBody>
      </p:sp>
      <p:sp>
        <p:nvSpPr>
          <p:cNvPr id="117834" name="Rectangle 306">
            <a:extLst>
              <a:ext uri="{FF2B5EF4-FFF2-40B4-BE49-F238E27FC236}">
                <a16:creationId xmlns:a16="http://schemas.microsoft.com/office/drawing/2014/main" id="{4494B76A-BCAE-D344-A82E-490612069C20}"/>
              </a:ext>
            </a:extLst>
          </p:cNvPr>
          <p:cNvSpPr>
            <a:spLocks noChangeArrowheads="1"/>
          </p:cNvSpPr>
          <p:nvPr/>
        </p:nvSpPr>
        <p:spPr bwMode="auto">
          <a:xfrm>
            <a:off x="5069682" y="2545557"/>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35" name="Rectangle 307">
            <a:extLst>
              <a:ext uri="{FF2B5EF4-FFF2-40B4-BE49-F238E27FC236}">
                <a16:creationId xmlns:a16="http://schemas.microsoft.com/office/drawing/2014/main" id="{0171C6DF-99FB-CB4A-82F6-DD29AD0ABD25}"/>
              </a:ext>
            </a:extLst>
          </p:cNvPr>
          <p:cNvSpPr>
            <a:spLocks noChangeArrowheads="1"/>
          </p:cNvSpPr>
          <p:nvPr/>
        </p:nvSpPr>
        <p:spPr bwMode="auto">
          <a:xfrm>
            <a:off x="5083969" y="29253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222.1.6.2</a:t>
            </a:r>
          </a:p>
        </p:txBody>
      </p:sp>
      <p:sp>
        <p:nvSpPr>
          <p:cNvPr id="117836" name="Rectangle 308">
            <a:extLst>
              <a:ext uri="{FF2B5EF4-FFF2-40B4-BE49-F238E27FC236}">
                <a16:creationId xmlns:a16="http://schemas.microsoft.com/office/drawing/2014/main" id="{DD0691EE-1CDB-DB49-9001-138347B38AF1}"/>
              </a:ext>
            </a:extLst>
          </p:cNvPr>
          <p:cNvSpPr>
            <a:spLocks noChangeArrowheads="1"/>
          </p:cNvSpPr>
          <p:nvPr/>
        </p:nvSpPr>
        <p:spPr bwMode="auto">
          <a:xfrm>
            <a:off x="4660106" y="3208735"/>
            <a:ext cx="757238"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37" name="Rectangle 309">
            <a:extLst>
              <a:ext uri="{FF2B5EF4-FFF2-40B4-BE49-F238E27FC236}">
                <a16:creationId xmlns:a16="http://schemas.microsoft.com/office/drawing/2014/main" id="{8126ACF2-B60A-2E44-8CBF-19CE3A9F9ABA}"/>
              </a:ext>
            </a:extLst>
          </p:cNvPr>
          <p:cNvSpPr>
            <a:spLocks noChangeArrowheads="1"/>
          </p:cNvSpPr>
          <p:nvPr/>
        </p:nvSpPr>
        <p:spPr bwMode="auto">
          <a:xfrm>
            <a:off x="4550569" y="3548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222.1.4.1</a:t>
            </a:r>
          </a:p>
        </p:txBody>
      </p:sp>
      <p:sp>
        <p:nvSpPr>
          <p:cNvPr id="117838" name="Rectangle 310">
            <a:extLst>
              <a:ext uri="{FF2B5EF4-FFF2-40B4-BE49-F238E27FC236}">
                <a16:creationId xmlns:a16="http://schemas.microsoft.com/office/drawing/2014/main" id="{422EFE4B-7AE3-FB4E-84B5-B7651155959C}"/>
              </a:ext>
            </a:extLst>
          </p:cNvPr>
          <p:cNvSpPr>
            <a:spLocks noChangeArrowheads="1"/>
          </p:cNvSpPr>
          <p:nvPr/>
        </p:nvSpPr>
        <p:spPr bwMode="auto">
          <a:xfrm>
            <a:off x="3327798" y="3208735"/>
            <a:ext cx="754856"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39" name="Rectangle 311">
            <a:extLst>
              <a:ext uri="{FF2B5EF4-FFF2-40B4-BE49-F238E27FC236}">
                <a16:creationId xmlns:a16="http://schemas.microsoft.com/office/drawing/2014/main" id="{ADCDBDB9-AAED-9C4F-B711-602B81510CB8}"/>
              </a:ext>
            </a:extLst>
          </p:cNvPr>
          <p:cNvSpPr>
            <a:spLocks noChangeArrowheads="1"/>
          </p:cNvSpPr>
          <p:nvPr/>
        </p:nvSpPr>
        <p:spPr bwMode="auto">
          <a:xfrm>
            <a:off x="3393282" y="35349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222.1.4.2</a:t>
            </a:r>
          </a:p>
        </p:txBody>
      </p:sp>
      <p:sp>
        <p:nvSpPr>
          <p:cNvPr id="117840" name="Rectangle 312">
            <a:extLst>
              <a:ext uri="{FF2B5EF4-FFF2-40B4-BE49-F238E27FC236}">
                <a16:creationId xmlns:a16="http://schemas.microsoft.com/office/drawing/2014/main" id="{EC205B34-0C62-3649-BE8C-D355A2866647}"/>
              </a:ext>
            </a:extLst>
          </p:cNvPr>
          <p:cNvSpPr>
            <a:spLocks noChangeArrowheads="1"/>
          </p:cNvSpPr>
          <p:nvPr/>
        </p:nvSpPr>
        <p:spPr bwMode="auto">
          <a:xfrm>
            <a:off x="1428751" y="2259806"/>
            <a:ext cx="75604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41" name="Rectangle 313">
            <a:extLst>
              <a:ext uri="{FF2B5EF4-FFF2-40B4-BE49-F238E27FC236}">
                <a16:creationId xmlns:a16="http://schemas.microsoft.com/office/drawing/2014/main" id="{07A56DA7-BEF7-C14F-99D1-A58D97F46D0D}"/>
              </a:ext>
            </a:extLst>
          </p:cNvPr>
          <p:cNvSpPr>
            <a:spLocks noChangeArrowheads="1"/>
          </p:cNvSpPr>
          <p:nvPr/>
        </p:nvSpPr>
        <p:spPr bwMode="auto">
          <a:xfrm>
            <a:off x="1428750" y="230624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222.1.3.3</a:t>
            </a:r>
          </a:p>
        </p:txBody>
      </p:sp>
      <p:sp>
        <p:nvSpPr>
          <p:cNvPr id="117842" name="Rectangle 314">
            <a:extLst>
              <a:ext uri="{FF2B5EF4-FFF2-40B4-BE49-F238E27FC236}">
                <a16:creationId xmlns:a16="http://schemas.microsoft.com/office/drawing/2014/main" id="{B214AF52-1876-CD43-BB05-43C325E46951}"/>
              </a:ext>
            </a:extLst>
          </p:cNvPr>
          <p:cNvSpPr>
            <a:spLocks noChangeArrowheads="1"/>
          </p:cNvSpPr>
          <p:nvPr/>
        </p:nvSpPr>
        <p:spPr bwMode="auto">
          <a:xfrm>
            <a:off x="2238376" y="3256360"/>
            <a:ext cx="756047"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43" name="Rectangle 315">
            <a:extLst>
              <a:ext uri="{FF2B5EF4-FFF2-40B4-BE49-F238E27FC236}">
                <a16:creationId xmlns:a16="http://schemas.microsoft.com/office/drawing/2014/main" id="{44D2751C-FA7A-A340-83E6-F102BC75E8BB}"/>
              </a:ext>
            </a:extLst>
          </p:cNvPr>
          <p:cNvSpPr>
            <a:spLocks noChangeArrowheads="1"/>
          </p:cNvSpPr>
          <p:nvPr/>
        </p:nvSpPr>
        <p:spPr bwMode="auto">
          <a:xfrm>
            <a:off x="2330054" y="357068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222.1.3.2</a:t>
            </a:r>
          </a:p>
        </p:txBody>
      </p:sp>
      <p:sp>
        <p:nvSpPr>
          <p:cNvPr id="117844" name="Rectangle 316">
            <a:extLst>
              <a:ext uri="{FF2B5EF4-FFF2-40B4-BE49-F238E27FC236}">
                <a16:creationId xmlns:a16="http://schemas.microsoft.com/office/drawing/2014/main" id="{0D4E4FB8-4381-5F45-8813-EDA722EF4727}"/>
              </a:ext>
            </a:extLst>
          </p:cNvPr>
          <p:cNvSpPr>
            <a:spLocks noChangeArrowheads="1"/>
          </p:cNvSpPr>
          <p:nvPr/>
        </p:nvSpPr>
        <p:spPr bwMode="auto">
          <a:xfrm>
            <a:off x="1428751" y="3090863"/>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45" name="Rectangle 317">
            <a:extLst>
              <a:ext uri="{FF2B5EF4-FFF2-40B4-BE49-F238E27FC236}">
                <a16:creationId xmlns:a16="http://schemas.microsoft.com/office/drawing/2014/main" id="{3CF3796C-A7C6-2246-AF5F-7E049C263845}"/>
              </a:ext>
            </a:extLst>
          </p:cNvPr>
          <p:cNvSpPr>
            <a:spLocks noChangeArrowheads="1"/>
          </p:cNvSpPr>
          <p:nvPr/>
        </p:nvSpPr>
        <p:spPr bwMode="auto">
          <a:xfrm>
            <a:off x="1428750" y="31372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222.1.3.1</a:t>
            </a:r>
          </a:p>
        </p:txBody>
      </p:sp>
      <p:sp>
        <p:nvSpPr>
          <p:cNvPr id="117846" name="Oval 318">
            <a:extLst>
              <a:ext uri="{FF2B5EF4-FFF2-40B4-BE49-F238E27FC236}">
                <a16:creationId xmlns:a16="http://schemas.microsoft.com/office/drawing/2014/main" id="{D42DD3DA-E491-6D4D-B37A-62BCF434C48A}"/>
              </a:ext>
            </a:extLst>
          </p:cNvPr>
          <p:cNvSpPr>
            <a:spLocks noChangeArrowheads="1"/>
          </p:cNvSpPr>
          <p:nvPr/>
        </p:nvSpPr>
        <p:spPr bwMode="auto">
          <a:xfrm>
            <a:off x="2131219" y="299918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47" name="Oval 319">
            <a:extLst>
              <a:ext uri="{FF2B5EF4-FFF2-40B4-BE49-F238E27FC236}">
                <a16:creationId xmlns:a16="http://schemas.microsoft.com/office/drawing/2014/main" id="{97711AB7-7A76-354E-A05E-6C32FFBD396D}"/>
              </a:ext>
            </a:extLst>
          </p:cNvPr>
          <p:cNvSpPr>
            <a:spLocks noChangeArrowheads="1"/>
          </p:cNvSpPr>
          <p:nvPr/>
        </p:nvSpPr>
        <p:spPr bwMode="auto">
          <a:xfrm>
            <a:off x="2125266" y="2168129"/>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48" name="Oval 320">
            <a:extLst>
              <a:ext uri="{FF2B5EF4-FFF2-40B4-BE49-F238E27FC236}">
                <a16:creationId xmlns:a16="http://schemas.microsoft.com/office/drawing/2014/main" id="{13DA3365-DA03-9240-88A5-A5B2432326CF}"/>
              </a:ext>
            </a:extLst>
          </p:cNvPr>
          <p:cNvSpPr>
            <a:spLocks noChangeArrowheads="1"/>
          </p:cNvSpPr>
          <p:nvPr/>
        </p:nvSpPr>
        <p:spPr bwMode="auto">
          <a:xfrm>
            <a:off x="2651523" y="3402807"/>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49" name="Rectangle 321">
            <a:extLst>
              <a:ext uri="{FF2B5EF4-FFF2-40B4-BE49-F238E27FC236}">
                <a16:creationId xmlns:a16="http://schemas.microsoft.com/office/drawing/2014/main" id="{3D92584E-9E6F-7A40-AD99-6F83CECB9548}"/>
              </a:ext>
            </a:extLst>
          </p:cNvPr>
          <p:cNvSpPr>
            <a:spLocks noChangeArrowheads="1"/>
          </p:cNvSpPr>
          <p:nvPr/>
        </p:nvSpPr>
        <p:spPr bwMode="auto">
          <a:xfrm>
            <a:off x="3044429" y="3299222"/>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50" name="Rectangle 322">
            <a:extLst>
              <a:ext uri="{FF2B5EF4-FFF2-40B4-BE49-F238E27FC236}">
                <a16:creationId xmlns:a16="http://schemas.microsoft.com/office/drawing/2014/main" id="{E170F1A7-0B81-7443-B2EC-F5052EDDB1DB}"/>
              </a:ext>
            </a:extLst>
          </p:cNvPr>
          <p:cNvSpPr>
            <a:spLocks noChangeArrowheads="1"/>
          </p:cNvSpPr>
          <p:nvPr/>
        </p:nvSpPr>
        <p:spPr bwMode="auto">
          <a:xfrm>
            <a:off x="3283744" y="3132535"/>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7851" name="Rectangle 323">
            <a:extLst>
              <a:ext uri="{FF2B5EF4-FFF2-40B4-BE49-F238E27FC236}">
                <a16:creationId xmlns:a16="http://schemas.microsoft.com/office/drawing/2014/main" id="{CC7E51B4-75BA-1C4C-B803-0EB32FFC5F8C}"/>
              </a:ext>
            </a:extLst>
          </p:cNvPr>
          <p:cNvSpPr>
            <a:spLocks noChangeArrowheads="1"/>
          </p:cNvSpPr>
          <p:nvPr/>
        </p:nvSpPr>
        <p:spPr bwMode="auto">
          <a:xfrm>
            <a:off x="5497116" y="3255169"/>
            <a:ext cx="310753"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52" name="Rectangle 324">
            <a:extLst>
              <a:ext uri="{FF2B5EF4-FFF2-40B4-BE49-F238E27FC236}">
                <a16:creationId xmlns:a16="http://schemas.microsoft.com/office/drawing/2014/main" id="{CC0A5731-3805-254B-9163-6F3CC36CE961}"/>
              </a:ext>
            </a:extLst>
          </p:cNvPr>
          <p:cNvSpPr>
            <a:spLocks noChangeArrowheads="1"/>
          </p:cNvSpPr>
          <p:nvPr/>
        </p:nvSpPr>
        <p:spPr bwMode="auto">
          <a:xfrm>
            <a:off x="4798219" y="3131344"/>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7853" name="Rectangle 325">
            <a:extLst>
              <a:ext uri="{FF2B5EF4-FFF2-40B4-BE49-F238E27FC236}">
                <a16:creationId xmlns:a16="http://schemas.microsoft.com/office/drawing/2014/main" id="{8864BE1D-DC82-7447-A857-155A7E6DC897}"/>
              </a:ext>
            </a:extLst>
          </p:cNvPr>
          <p:cNvSpPr>
            <a:spLocks noChangeArrowheads="1"/>
          </p:cNvSpPr>
          <p:nvPr/>
        </p:nvSpPr>
        <p:spPr bwMode="auto">
          <a:xfrm>
            <a:off x="2269332" y="2266950"/>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54" name="Rectangle 326">
            <a:extLst>
              <a:ext uri="{FF2B5EF4-FFF2-40B4-BE49-F238E27FC236}">
                <a16:creationId xmlns:a16="http://schemas.microsoft.com/office/drawing/2014/main" id="{BF81BD25-C824-0742-B68A-8AC9D2091091}"/>
              </a:ext>
            </a:extLst>
          </p:cNvPr>
          <p:cNvSpPr>
            <a:spLocks noChangeArrowheads="1"/>
          </p:cNvSpPr>
          <p:nvPr/>
        </p:nvSpPr>
        <p:spPr bwMode="auto">
          <a:xfrm>
            <a:off x="2337198" y="230981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222.1.3.</a:t>
            </a:r>
            <a:endParaRPr kumimoji="1" lang="en-US" altLang="zh-CN" sz="1500">
              <a:latin typeface="Arial" panose="020B0604020202020204" pitchFamily="34" charset="0"/>
              <a:ea typeface="宋体" panose="02010600030101010101" pitchFamily="2" charset="-122"/>
            </a:endParaRPr>
          </a:p>
        </p:txBody>
      </p:sp>
      <p:sp>
        <p:nvSpPr>
          <p:cNvPr id="117855" name="Rectangle 327">
            <a:extLst>
              <a:ext uri="{FF2B5EF4-FFF2-40B4-BE49-F238E27FC236}">
                <a16:creationId xmlns:a16="http://schemas.microsoft.com/office/drawing/2014/main" id="{CFCF983C-4B11-C649-892E-B1EE5B97292D}"/>
              </a:ext>
            </a:extLst>
          </p:cNvPr>
          <p:cNvSpPr>
            <a:spLocks noChangeArrowheads="1"/>
          </p:cNvSpPr>
          <p:nvPr/>
        </p:nvSpPr>
        <p:spPr bwMode="auto">
          <a:xfrm>
            <a:off x="2294335" y="2044304"/>
            <a:ext cx="53816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56" name="Rectangle 328">
            <a:extLst>
              <a:ext uri="{FF2B5EF4-FFF2-40B4-BE49-F238E27FC236}">
                <a16:creationId xmlns:a16="http://schemas.microsoft.com/office/drawing/2014/main" id="{CD46AABE-178C-504C-B29B-C2E5F2A48C6D}"/>
              </a:ext>
            </a:extLst>
          </p:cNvPr>
          <p:cNvSpPr>
            <a:spLocks noChangeArrowheads="1"/>
          </p:cNvSpPr>
          <p:nvPr/>
        </p:nvSpPr>
        <p:spPr bwMode="auto">
          <a:xfrm>
            <a:off x="2359819" y="208716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7857" name="Rectangle 329">
            <a:extLst>
              <a:ext uri="{FF2B5EF4-FFF2-40B4-BE49-F238E27FC236}">
                <a16:creationId xmlns:a16="http://schemas.microsoft.com/office/drawing/2014/main" id="{8C0DD62E-0990-2545-8BEB-795988E41841}"/>
              </a:ext>
            </a:extLst>
          </p:cNvPr>
          <p:cNvSpPr>
            <a:spLocks noChangeArrowheads="1"/>
          </p:cNvSpPr>
          <p:nvPr/>
        </p:nvSpPr>
        <p:spPr bwMode="auto">
          <a:xfrm>
            <a:off x="4112419" y="2862263"/>
            <a:ext cx="3119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58" name="Rectangle 330">
            <a:extLst>
              <a:ext uri="{FF2B5EF4-FFF2-40B4-BE49-F238E27FC236}">
                <a16:creationId xmlns:a16="http://schemas.microsoft.com/office/drawing/2014/main" id="{4B348C9B-4749-D14D-8D0B-C750BED9A88C}"/>
              </a:ext>
            </a:extLst>
          </p:cNvPr>
          <p:cNvSpPr>
            <a:spLocks noChangeArrowheads="1"/>
          </p:cNvSpPr>
          <p:nvPr/>
        </p:nvSpPr>
        <p:spPr bwMode="auto">
          <a:xfrm>
            <a:off x="4830366" y="2314575"/>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59" name="Rectangle 331">
            <a:extLst>
              <a:ext uri="{FF2B5EF4-FFF2-40B4-BE49-F238E27FC236}">
                <a16:creationId xmlns:a16="http://schemas.microsoft.com/office/drawing/2014/main" id="{42112556-240C-3742-A7C7-63912ED87F25}"/>
              </a:ext>
            </a:extLst>
          </p:cNvPr>
          <p:cNvSpPr>
            <a:spLocks noChangeArrowheads="1"/>
          </p:cNvSpPr>
          <p:nvPr/>
        </p:nvSpPr>
        <p:spPr bwMode="auto">
          <a:xfrm>
            <a:off x="4829175" y="24693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7860" name="Rectangle 332">
            <a:extLst>
              <a:ext uri="{FF2B5EF4-FFF2-40B4-BE49-F238E27FC236}">
                <a16:creationId xmlns:a16="http://schemas.microsoft.com/office/drawing/2014/main" id="{FE1E9533-5B33-CF45-A5F7-26CF85258B95}"/>
              </a:ext>
            </a:extLst>
          </p:cNvPr>
          <p:cNvSpPr>
            <a:spLocks noChangeArrowheads="1"/>
          </p:cNvSpPr>
          <p:nvPr/>
        </p:nvSpPr>
        <p:spPr bwMode="auto">
          <a:xfrm>
            <a:off x="3617119" y="2588419"/>
            <a:ext cx="30956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61" name="Rectangle 333">
            <a:extLst>
              <a:ext uri="{FF2B5EF4-FFF2-40B4-BE49-F238E27FC236}">
                <a16:creationId xmlns:a16="http://schemas.microsoft.com/office/drawing/2014/main" id="{06EF521B-0D2B-294E-B487-43CC16D87B92}"/>
              </a:ext>
            </a:extLst>
          </p:cNvPr>
          <p:cNvSpPr>
            <a:spLocks noChangeArrowheads="1"/>
          </p:cNvSpPr>
          <p:nvPr/>
        </p:nvSpPr>
        <p:spPr bwMode="auto">
          <a:xfrm>
            <a:off x="3554016" y="2786063"/>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7862" name="Rectangle 334">
            <a:extLst>
              <a:ext uri="{FF2B5EF4-FFF2-40B4-BE49-F238E27FC236}">
                <a16:creationId xmlns:a16="http://schemas.microsoft.com/office/drawing/2014/main" id="{2A69D008-F486-0441-A5E7-76D0CBD51BE6}"/>
              </a:ext>
            </a:extLst>
          </p:cNvPr>
          <p:cNvSpPr>
            <a:spLocks noChangeArrowheads="1"/>
          </p:cNvSpPr>
          <p:nvPr/>
        </p:nvSpPr>
        <p:spPr bwMode="auto">
          <a:xfrm>
            <a:off x="4017169" y="3167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222.1.4.</a:t>
            </a:r>
            <a:endParaRPr kumimoji="1" lang="en-US" altLang="zh-CN" sz="1500">
              <a:latin typeface="Arial" panose="020B0604020202020204" pitchFamily="34" charset="0"/>
              <a:ea typeface="宋体" panose="02010600030101010101" pitchFamily="2" charset="-122"/>
            </a:endParaRPr>
          </a:p>
        </p:txBody>
      </p:sp>
      <p:sp>
        <p:nvSpPr>
          <p:cNvPr id="117863" name="Rectangle 335">
            <a:extLst>
              <a:ext uri="{FF2B5EF4-FFF2-40B4-BE49-F238E27FC236}">
                <a16:creationId xmlns:a16="http://schemas.microsoft.com/office/drawing/2014/main" id="{EAC68C6A-9882-7241-A60B-CF89D67A15C0}"/>
              </a:ext>
            </a:extLst>
          </p:cNvPr>
          <p:cNvSpPr>
            <a:spLocks noChangeArrowheads="1"/>
          </p:cNvSpPr>
          <p:nvPr/>
        </p:nvSpPr>
        <p:spPr bwMode="auto">
          <a:xfrm>
            <a:off x="3837385" y="2588419"/>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64" name="Rectangle 336">
            <a:extLst>
              <a:ext uri="{FF2B5EF4-FFF2-40B4-BE49-F238E27FC236}">
                <a16:creationId xmlns:a16="http://schemas.microsoft.com/office/drawing/2014/main" id="{46CFF299-EEF6-6E42-B982-B9EB9C6292E0}"/>
              </a:ext>
            </a:extLst>
          </p:cNvPr>
          <p:cNvSpPr>
            <a:spLocks noChangeArrowheads="1"/>
          </p:cNvSpPr>
          <p:nvPr/>
        </p:nvSpPr>
        <p:spPr bwMode="auto">
          <a:xfrm>
            <a:off x="3804048" y="2786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222.1.5.</a:t>
            </a:r>
            <a:endParaRPr kumimoji="1" lang="en-US" altLang="zh-CN" sz="1500">
              <a:latin typeface="Arial" panose="020B0604020202020204" pitchFamily="34" charset="0"/>
              <a:ea typeface="宋体" panose="02010600030101010101" pitchFamily="2" charset="-122"/>
            </a:endParaRPr>
          </a:p>
        </p:txBody>
      </p:sp>
      <p:sp>
        <p:nvSpPr>
          <p:cNvPr id="117865" name="Rectangle 337">
            <a:extLst>
              <a:ext uri="{FF2B5EF4-FFF2-40B4-BE49-F238E27FC236}">
                <a16:creationId xmlns:a16="http://schemas.microsoft.com/office/drawing/2014/main" id="{D435A22C-503F-C54D-833E-C63691FD1731}"/>
              </a:ext>
            </a:extLst>
          </p:cNvPr>
          <p:cNvSpPr>
            <a:spLocks noChangeArrowheads="1"/>
          </p:cNvSpPr>
          <p:nvPr/>
        </p:nvSpPr>
        <p:spPr bwMode="auto">
          <a:xfrm>
            <a:off x="5050632" y="2326482"/>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66" name="Rectangle 338">
            <a:extLst>
              <a:ext uri="{FF2B5EF4-FFF2-40B4-BE49-F238E27FC236}">
                <a16:creationId xmlns:a16="http://schemas.microsoft.com/office/drawing/2014/main" id="{E9DD807A-DB7E-DA45-9514-3DA9FA9E0BC4}"/>
              </a:ext>
            </a:extLst>
          </p:cNvPr>
          <p:cNvSpPr>
            <a:spLocks noChangeArrowheads="1"/>
          </p:cNvSpPr>
          <p:nvPr/>
        </p:nvSpPr>
        <p:spPr bwMode="auto">
          <a:xfrm>
            <a:off x="5075635" y="24812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222.1.6.</a:t>
            </a:r>
            <a:endParaRPr kumimoji="1" lang="en-US" altLang="zh-CN" sz="1500">
              <a:latin typeface="Arial" panose="020B0604020202020204" pitchFamily="34" charset="0"/>
              <a:ea typeface="宋体" panose="02010600030101010101" pitchFamily="2" charset="-122"/>
            </a:endParaRPr>
          </a:p>
        </p:txBody>
      </p:sp>
      <p:sp>
        <p:nvSpPr>
          <p:cNvPr id="117867" name="Line 339">
            <a:extLst>
              <a:ext uri="{FF2B5EF4-FFF2-40B4-BE49-F238E27FC236}">
                <a16:creationId xmlns:a16="http://schemas.microsoft.com/office/drawing/2014/main" id="{FDE8307B-0673-3A4F-96B8-A4AE6408B92F}"/>
              </a:ext>
            </a:extLst>
          </p:cNvPr>
          <p:cNvSpPr>
            <a:spLocks noChangeShapeType="1"/>
          </p:cNvSpPr>
          <p:nvPr/>
        </p:nvSpPr>
        <p:spPr bwMode="auto">
          <a:xfrm>
            <a:off x="2277666" y="1943100"/>
            <a:ext cx="0" cy="1634729"/>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68" name="Rectangle 340">
            <a:extLst>
              <a:ext uri="{FF2B5EF4-FFF2-40B4-BE49-F238E27FC236}">
                <a16:creationId xmlns:a16="http://schemas.microsoft.com/office/drawing/2014/main" id="{8083BC79-E33D-0D4B-ABFD-36C7B3BEE5EE}"/>
              </a:ext>
            </a:extLst>
          </p:cNvPr>
          <p:cNvSpPr>
            <a:spLocks noChangeArrowheads="1"/>
          </p:cNvSpPr>
          <p:nvPr/>
        </p:nvSpPr>
        <p:spPr bwMode="auto">
          <a:xfrm>
            <a:off x="3767137" y="31551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pic>
        <p:nvPicPr>
          <p:cNvPr id="117869" name="Picture 341">
            <a:extLst>
              <a:ext uri="{FF2B5EF4-FFF2-40B4-BE49-F238E27FC236}">
                <a16:creationId xmlns:a16="http://schemas.microsoft.com/office/drawing/2014/main" id="{F845CA17-B632-0C49-9E7F-909D50FE602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498" y="3702844"/>
            <a:ext cx="435769" cy="29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870" name="Line 342">
            <a:extLst>
              <a:ext uri="{FF2B5EF4-FFF2-40B4-BE49-F238E27FC236}">
                <a16:creationId xmlns:a16="http://schemas.microsoft.com/office/drawing/2014/main" id="{FA490529-CAC0-E846-8AD4-0B175F94E449}"/>
              </a:ext>
            </a:extLst>
          </p:cNvPr>
          <p:cNvSpPr>
            <a:spLocks noChangeShapeType="1"/>
          </p:cNvSpPr>
          <p:nvPr/>
        </p:nvSpPr>
        <p:spPr bwMode="auto">
          <a:xfrm>
            <a:off x="6900863" y="1996678"/>
            <a:ext cx="0" cy="200382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71" name="Line 343">
            <a:extLst>
              <a:ext uri="{FF2B5EF4-FFF2-40B4-BE49-F238E27FC236}">
                <a16:creationId xmlns:a16="http://schemas.microsoft.com/office/drawing/2014/main" id="{2385FD03-EAE7-ED40-9CE5-15C5D37BB980}"/>
              </a:ext>
            </a:extLst>
          </p:cNvPr>
          <p:cNvSpPr>
            <a:spLocks noChangeShapeType="1"/>
          </p:cNvSpPr>
          <p:nvPr/>
        </p:nvSpPr>
        <p:spPr bwMode="auto">
          <a:xfrm rot="16200000">
            <a:off x="4350544" y="3202781"/>
            <a:ext cx="0" cy="170021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72" name="Line 344">
            <a:extLst>
              <a:ext uri="{FF2B5EF4-FFF2-40B4-BE49-F238E27FC236}">
                <a16:creationId xmlns:a16="http://schemas.microsoft.com/office/drawing/2014/main" id="{562602DF-D090-884F-9C7E-FB82BF4E939B}"/>
              </a:ext>
            </a:extLst>
          </p:cNvPr>
          <p:cNvSpPr>
            <a:spLocks noChangeShapeType="1"/>
          </p:cNvSpPr>
          <p:nvPr/>
        </p:nvSpPr>
        <p:spPr bwMode="auto">
          <a:xfrm>
            <a:off x="5413773" y="3419475"/>
            <a:ext cx="148709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73" name="Oval 345">
            <a:extLst>
              <a:ext uri="{FF2B5EF4-FFF2-40B4-BE49-F238E27FC236}">
                <a16:creationId xmlns:a16="http://schemas.microsoft.com/office/drawing/2014/main" id="{1564BF49-AF50-F64B-BD87-819A57588AE2}"/>
              </a:ext>
            </a:extLst>
          </p:cNvPr>
          <p:cNvSpPr>
            <a:spLocks noChangeArrowheads="1"/>
          </p:cNvSpPr>
          <p:nvPr/>
        </p:nvSpPr>
        <p:spPr bwMode="auto">
          <a:xfrm>
            <a:off x="5573316" y="3367088"/>
            <a:ext cx="89297"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74" name="Rectangle 346">
            <a:extLst>
              <a:ext uri="{FF2B5EF4-FFF2-40B4-BE49-F238E27FC236}">
                <a16:creationId xmlns:a16="http://schemas.microsoft.com/office/drawing/2014/main" id="{927DF57C-E42C-B749-A730-8501DB48FEDA}"/>
              </a:ext>
            </a:extLst>
          </p:cNvPr>
          <p:cNvSpPr>
            <a:spLocks noChangeArrowheads="1"/>
          </p:cNvSpPr>
          <p:nvPr/>
        </p:nvSpPr>
        <p:spPr bwMode="auto">
          <a:xfrm>
            <a:off x="6318647" y="24693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7875" name="Rectangle 347">
            <a:extLst>
              <a:ext uri="{FF2B5EF4-FFF2-40B4-BE49-F238E27FC236}">
                <a16:creationId xmlns:a16="http://schemas.microsoft.com/office/drawing/2014/main" id="{D3D2C31D-5C21-174F-B6D8-6D27B5272F2F}"/>
              </a:ext>
            </a:extLst>
          </p:cNvPr>
          <p:cNvSpPr>
            <a:spLocks noChangeArrowheads="1"/>
          </p:cNvSpPr>
          <p:nvPr/>
        </p:nvSpPr>
        <p:spPr bwMode="auto">
          <a:xfrm>
            <a:off x="2956322" y="15168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7876" name="Line 348">
            <a:extLst>
              <a:ext uri="{FF2B5EF4-FFF2-40B4-BE49-F238E27FC236}">
                <a16:creationId xmlns:a16="http://schemas.microsoft.com/office/drawing/2014/main" id="{C1575F2A-85B7-004D-B54C-608C784E4CE7}"/>
              </a:ext>
            </a:extLst>
          </p:cNvPr>
          <p:cNvSpPr>
            <a:spLocks noChangeShapeType="1"/>
          </p:cNvSpPr>
          <p:nvPr/>
        </p:nvSpPr>
        <p:spPr bwMode="auto">
          <a:xfrm rot="16200000">
            <a:off x="4935737" y="106561"/>
            <a:ext cx="0" cy="297537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77" name="Rectangle 349">
            <a:extLst>
              <a:ext uri="{FF2B5EF4-FFF2-40B4-BE49-F238E27FC236}">
                <a16:creationId xmlns:a16="http://schemas.microsoft.com/office/drawing/2014/main" id="{3D1C5E11-59F8-D04A-A499-A03BCE9A4C76}"/>
              </a:ext>
            </a:extLst>
          </p:cNvPr>
          <p:cNvSpPr>
            <a:spLocks noChangeArrowheads="1"/>
          </p:cNvSpPr>
          <p:nvPr/>
        </p:nvSpPr>
        <p:spPr bwMode="auto">
          <a:xfrm>
            <a:off x="1881188" y="4473179"/>
            <a:ext cx="57708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互联网</a:t>
            </a:r>
          </a:p>
        </p:txBody>
      </p:sp>
      <p:sp>
        <p:nvSpPr>
          <p:cNvPr id="117878" name="Line 350">
            <a:extLst>
              <a:ext uri="{FF2B5EF4-FFF2-40B4-BE49-F238E27FC236}">
                <a16:creationId xmlns:a16="http://schemas.microsoft.com/office/drawing/2014/main" id="{B9CD3F64-AF11-C14B-A60B-F2654726C2F6}"/>
              </a:ext>
            </a:extLst>
          </p:cNvPr>
          <p:cNvSpPr>
            <a:spLocks noChangeShapeType="1"/>
          </p:cNvSpPr>
          <p:nvPr/>
        </p:nvSpPr>
        <p:spPr bwMode="auto">
          <a:xfrm flipV="1">
            <a:off x="2172891" y="4156473"/>
            <a:ext cx="317897" cy="316706"/>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17879" name="Line 351">
            <a:extLst>
              <a:ext uri="{FF2B5EF4-FFF2-40B4-BE49-F238E27FC236}">
                <a16:creationId xmlns:a16="http://schemas.microsoft.com/office/drawing/2014/main" id="{35684A62-4F51-D041-8640-04C3FFA7E9F7}"/>
              </a:ext>
            </a:extLst>
          </p:cNvPr>
          <p:cNvSpPr>
            <a:spLocks noChangeShapeType="1"/>
          </p:cNvSpPr>
          <p:nvPr/>
        </p:nvSpPr>
        <p:spPr bwMode="auto">
          <a:xfrm>
            <a:off x="3676650"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80" name="Oval 352">
            <a:extLst>
              <a:ext uri="{FF2B5EF4-FFF2-40B4-BE49-F238E27FC236}">
                <a16:creationId xmlns:a16="http://schemas.microsoft.com/office/drawing/2014/main" id="{978559EB-359E-B849-82DF-CC79238B9D10}"/>
              </a:ext>
            </a:extLst>
          </p:cNvPr>
          <p:cNvSpPr>
            <a:spLocks noChangeArrowheads="1"/>
          </p:cNvSpPr>
          <p:nvPr/>
        </p:nvSpPr>
        <p:spPr bwMode="auto">
          <a:xfrm>
            <a:off x="3634978" y="12977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7881" name="Group 353">
            <a:extLst>
              <a:ext uri="{FF2B5EF4-FFF2-40B4-BE49-F238E27FC236}">
                <a16:creationId xmlns:a16="http://schemas.microsoft.com/office/drawing/2014/main" id="{CB165899-6AD4-C944-BC5C-0A71313B068C}"/>
              </a:ext>
            </a:extLst>
          </p:cNvPr>
          <p:cNvGrpSpPr>
            <a:grpSpLocks/>
          </p:cNvGrpSpPr>
          <p:nvPr/>
        </p:nvGrpSpPr>
        <p:grpSpPr bwMode="auto">
          <a:xfrm>
            <a:off x="3471863" y="673894"/>
            <a:ext cx="379810" cy="385763"/>
            <a:chOff x="1813" y="593"/>
            <a:chExt cx="343" cy="352"/>
          </a:xfrm>
        </p:grpSpPr>
        <p:grpSp>
          <p:nvGrpSpPr>
            <p:cNvPr id="117946" name="Group 354">
              <a:extLst>
                <a:ext uri="{FF2B5EF4-FFF2-40B4-BE49-F238E27FC236}">
                  <a16:creationId xmlns:a16="http://schemas.microsoft.com/office/drawing/2014/main" id="{B6D65278-CB9C-014B-9969-7CFEC6FB5991}"/>
                </a:ext>
              </a:extLst>
            </p:cNvPr>
            <p:cNvGrpSpPr>
              <a:grpSpLocks/>
            </p:cNvGrpSpPr>
            <p:nvPr/>
          </p:nvGrpSpPr>
          <p:grpSpPr bwMode="auto">
            <a:xfrm>
              <a:off x="1821" y="599"/>
              <a:ext cx="335" cy="346"/>
              <a:chOff x="1821" y="599"/>
              <a:chExt cx="335" cy="346"/>
            </a:xfrm>
          </p:grpSpPr>
          <p:sp>
            <p:nvSpPr>
              <p:cNvPr id="117960" name="Freeform 355">
                <a:extLst>
                  <a:ext uri="{FF2B5EF4-FFF2-40B4-BE49-F238E27FC236}">
                    <a16:creationId xmlns:a16="http://schemas.microsoft.com/office/drawing/2014/main" id="{817F4D88-C1B0-0847-B397-378204ED9BB0}"/>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61" name="Freeform 356">
                <a:extLst>
                  <a:ext uri="{FF2B5EF4-FFF2-40B4-BE49-F238E27FC236}">
                    <a16:creationId xmlns:a16="http://schemas.microsoft.com/office/drawing/2014/main" id="{703C78E7-87FE-204D-8DCE-F6261DD6169D}"/>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62" name="Freeform 357">
                <a:extLst>
                  <a:ext uri="{FF2B5EF4-FFF2-40B4-BE49-F238E27FC236}">
                    <a16:creationId xmlns:a16="http://schemas.microsoft.com/office/drawing/2014/main" id="{6298EBBF-F7B9-5B41-8FF6-7E9377AEA0CD}"/>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63" name="Freeform 358">
                <a:extLst>
                  <a:ext uri="{FF2B5EF4-FFF2-40B4-BE49-F238E27FC236}">
                    <a16:creationId xmlns:a16="http://schemas.microsoft.com/office/drawing/2014/main" id="{627F5854-3106-4840-89E5-849F9FD6C25B}"/>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64" name="Rectangle 359">
                <a:extLst>
                  <a:ext uri="{FF2B5EF4-FFF2-40B4-BE49-F238E27FC236}">
                    <a16:creationId xmlns:a16="http://schemas.microsoft.com/office/drawing/2014/main" id="{ADDEEAF4-59EC-BD4E-8B61-C20A1E7E9084}"/>
                  </a:ext>
                </a:extLst>
              </p:cNvPr>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65" name="Rectangle 360">
                <a:extLst>
                  <a:ext uri="{FF2B5EF4-FFF2-40B4-BE49-F238E27FC236}">
                    <a16:creationId xmlns:a16="http://schemas.microsoft.com/office/drawing/2014/main" id="{9968C69A-BF98-8946-9B1E-004FEB5EFD9F}"/>
                  </a:ext>
                </a:extLst>
              </p:cNvPr>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66" name="Rectangle 361">
                <a:extLst>
                  <a:ext uri="{FF2B5EF4-FFF2-40B4-BE49-F238E27FC236}">
                    <a16:creationId xmlns:a16="http://schemas.microsoft.com/office/drawing/2014/main" id="{F5AA40F9-7EE9-6B45-8CBE-EAA1DC77E6F4}"/>
                  </a:ext>
                </a:extLst>
              </p:cNvPr>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67" name="Line 362">
                <a:extLst>
                  <a:ext uri="{FF2B5EF4-FFF2-40B4-BE49-F238E27FC236}">
                    <a16:creationId xmlns:a16="http://schemas.microsoft.com/office/drawing/2014/main" id="{6E14ECAC-1B0B-0C4E-9D3F-089068081F66}"/>
                  </a:ext>
                </a:extLst>
              </p:cNvPr>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7968" name="Group 363">
                <a:extLst>
                  <a:ext uri="{FF2B5EF4-FFF2-40B4-BE49-F238E27FC236}">
                    <a16:creationId xmlns:a16="http://schemas.microsoft.com/office/drawing/2014/main" id="{CB1CB1B2-D8D7-284D-901E-A358644E5312}"/>
                  </a:ext>
                </a:extLst>
              </p:cNvPr>
              <p:cNvGrpSpPr>
                <a:grpSpLocks/>
              </p:cNvGrpSpPr>
              <p:nvPr/>
            </p:nvGrpSpPr>
            <p:grpSpPr bwMode="auto">
              <a:xfrm>
                <a:off x="1821" y="895"/>
                <a:ext cx="335" cy="50"/>
                <a:chOff x="1821" y="895"/>
                <a:chExt cx="335" cy="50"/>
              </a:xfrm>
            </p:grpSpPr>
            <p:sp>
              <p:nvSpPr>
                <p:cNvPr id="117969" name="Freeform 364">
                  <a:extLst>
                    <a:ext uri="{FF2B5EF4-FFF2-40B4-BE49-F238E27FC236}">
                      <a16:creationId xmlns:a16="http://schemas.microsoft.com/office/drawing/2014/main" id="{248DA52E-1255-084E-A7A5-D7A6A7C2A31E}"/>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70" name="Freeform 365">
                  <a:extLst>
                    <a:ext uri="{FF2B5EF4-FFF2-40B4-BE49-F238E27FC236}">
                      <a16:creationId xmlns:a16="http://schemas.microsoft.com/office/drawing/2014/main" id="{0CFCBB3B-7BE3-E34D-AD98-0CB5915A3E9A}"/>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71" name="Rectangle 366">
                  <a:extLst>
                    <a:ext uri="{FF2B5EF4-FFF2-40B4-BE49-F238E27FC236}">
                      <a16:creationId xmlns:a16="http://schemas.microsoft.com/office/drawing/2014/main" id="{6BABA0B6-5EC0-BF4A-AF69-E9C908EFAA65}"/>
                    </a:ext>
                  </a:extLst>
                </p:cNvPr>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7947" name="Group 367">
              <a:extLst>
                <a:ext uri="{FF2B5EF4-FFF2-40B4-BE49-F238E27FC236}">
                  <a16:creationId xmlns:a16="http://schemas.microsoft.com/office/drawing/2014/main" id="{EF5C5D07-DC6D-E244-AA30-ABB8F720FCD1}"/>
                </a:ext>
              </a:extLst>
            </p:cNvPr>
            <p:cNvGrpSpPr>
              <a:grpSpLocks/>
            </p:cNvGrpSpPr>
            <p:nvPr/>
          </p:nvGrpSpPr>
          <p:grpSpPr bwMode="auto">
            <a:xfrm>
              <a:off x="1813" y="593"/>
              <a:ext cx="335" cy="346"/>
              <a:chOff x="1813" y="593"/>
              <a:chExt cx="335" cy="346"/>
            </a:xfrm>
          </p:grpSpPr>
          <p:sp>
            <p:nvSpPr>
              <p:cNvPr id="117948" name="Freeform 368">
                <a:extLst>
                  <a:ext uri="{FF2B5EF4-FFF2-40B4-BE49-F238E27FC236}">
                    <a16:creationId xmlns:a16="http://schemas.microsoft.com/office/drawing/2014/main" id="{E038BF0C-CAD8-024D-9D97-4DFC6961A57F}"/>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49" name="Freeform 369">
                <a:extLst>
                  <a:ext uri="{FF2B5EF4-FFF2-40B4-BE49-F238E27FC236}">
                    <a16:creationId xmlns:a16="http://schemas.microsoft.com/office/drawing/2014/main" id="{44E9DE7E-8445-CD49-B3A6-C83FCEC761BE}"/>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50" name="Freeform 370">
                <a:extLst>
                  <a:ext uri="{FF2B5EF4-FFF2-40B4-BE49-F238E27FC236}">
                    <a16:creationId xmlns:a16="http://schemas.microsoft.com/office/drawing/2014/main" id="{88CD1D71-13E4-0646-898F-FBAE552F99D1}"/>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51" name="Freeform 371">
                <a:extLst>
                  <a:ext uri="{FF2B5EF4-FFF2-40B4-BE49-F238E27FC236}">
                    <a16:creationId xmlns:a16="http://schemas.microsoft.com/office/drawing/2014/main" id="{7D509CF0-4A82-0447-924B-FEDBE744FEA1}"/>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52" name="Rectangle 372">
                <a:extLst>
                  <a:ext uri="{FF2B5EF4-FFF2-40B4-BE49-F238E27FC236}">
                    <a16:creationId xmlns:a16="http://schemas.microsoft.com/office/drawing/2014/main" id="{805A3A10-E022-4047-949A-922BBF4B2E2B}"/>
                  </a:ext>
                </a:extLst>
              </p:cNvPr>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53" name="Rectangle 373">
                <a:extLst>
                  <a:ext uri="{FF2B5EF4-FFF2-40B4-BE49-F238E27FC236}">
                    <a16:creationId xmlns:a16="http://schemas.microsoft.com/office/drawing/2014/main" id="{8EA7FAF2-C1CA-704D-B8F6-C108BDE1B92D}"/>
                  </a:ext>
                </a:extLst>
              </p:cNvPr>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54" name="Rectangle 374">
                <a:extLst>
                  <a:ext uri="{FF2B5EF4-FFF2-40B4-BE49-F238E27FC236}">
                    <a16:creationId xmlns:a16="http://schemas.microsoft.com/office/drawing/2014/main" id="{2404C7BF-F44C-6E43-AD45-27DFD033B08B}"/>
                  </a:ext>
                </a:extLst>
              </p:cNvPr>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55" name="Line 375">
                <a:extLst>
                  <a:ext uri="{FF2B5EF4-FFF2-40B4-BE49-F238E27FC236}">
                    <a16:creationId xmlns:a16="http://schemas.microsoft.com/office/drawing/2014/main" id="{C02F52E4-4D9C-4A49-BD99-138FCB45BD7D}"/>
                  </a:ext>
                </a:extLst>
              </p:cNvPr>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7956" name="Group 376">
                <a:extLst>
                  <a:ext uri="{FF2B5EF4-FFF2-40B4-BE49-F238E27FC236}">
                    <a16:creationId xmlns:a16="http://schemas.microsoft.com/office/drawing/2014/main" id="{7763D692-7B39-3C47-A46E-A49C5C756932}"/>
                  </a:ext>
                </a:extLst>
              </p:cNvPr>
              <p:cNvGrpSpPr>
                <a:grpSpLocks/>
              </p:cNvGrpSpPr>
              <p:nvPr/>
            </p:nvGrpSpPr>
            <p:grpSpPr bwMode="auto">
              <a:xfrm>
                <a:off x="1813" y="888"/>
                <a:ext cx="335" cy="51"/>
                <a:chOff x="1813" y="888"/>
                <a:chExt cx="335" cy="51"/>
              </a:xfrm>
            </p:grpSpPr>
            <p:sp>
              <p:nvSpPr>
                <p:cNvPr id="117957" name="Freeform 377">
                  <a:extLst>
                    <a:ext uri="{FF2B5EF4-FFF2-40B4-BE49-F238E27FC236}">
                      <a16:creationId xmlns:a16="http://schemas.microsoft.com/office/drawing/2014/main" id="{BA8382DA-EB70-6D4C-83CD-2119FFB46250}"/>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58" name="Freeform 378">
                  <a:extLst>
                    <a:ext uri="{FF2B5EF4-FFF2-40B4-BE49-F238E27FC236}">
                      <a16:creationId xmlns:a16="http://schemas.microsoft.com/office/drawing/2014/main" id="{0DD74098-5D90-2A49-90F1-6B6AC128DF71}"/>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59" name="Rectangle 379">
                  <a:extLst>
                    <a:ext uri="{FF2B5EF4-FFF2-40B4-BE49-F238E27FC236}">
                      <a16:creationId xmlns:a16="http://schemas.microsoft.com/office/drawing/2014/main" id="{341CB48D-0D54-A14A-801E-DB8C7156C198}"/>
                    </a:ext>
                  </a:extLst>
                </p:cNvPr>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7882" name="Line 380">
            <a:extLst>
              <a:ext uri="{FF2B5EF4-FFF2-40B4-BE49-F238E27FC236}">
                <a16:creationId xmlns:a16="http://schemas.microsoft.com/office/drawing/2014/main" id="{16DB1CB7-6AF5-FD40-A064-E2577AFAD2B7}"/>
              </a:ext>
            </a:extLst>
          </p:cNvPr>
          <p:cNvSpPr>
            <a:spLocks noChangeShapeType="1"/>
          </p:cNvSpPr>
          <p:nvPr/>
        </p:nvSpPr>
        <p:spPr bwMode="auto">
          <a:xfrm>
            <a:off x="5993606"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83" name="Line 381">
            <a:extLst>
              <a:ext uri="{FF2B5EF4-FFF2-40B4-BE49-F238E27FC236}">
                <a16:creationId xmlns:a16="http://schemas.microsoft.com/office/drawing/2014/main" id="{2245DA36-E3AF-4B4A-B526-E15C12F6034D}"/>
              </a:ext>
            </a:extLst>
          </p:cNvPr>
          <p:cNvSpPr>
            <a:spLocks noChangeShapeType="1"/>
          </p:cNvSpPr>
          <p:nvPr/>
        </p:nvSpPr>
        <p:spPr bwMode="auto">
          <a:xfrm>
            <a:off x="4835129" y="1000126"/>
            <a:ext cx="0" cy="58459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84" name="Oval 382">
            <a:extLst>
              <a:ext uri="{FF2B5EF4-FFF2-40B4-BE49-F238E27FC236}">
                <a16:creationId xmlns:a16="http://schemas.microsoft.com/office/drawing/2014/main" id="{D629693F-5649-6242-8273-C3C7B5830532}"/>
              </a:ext>
            </a:extLst>
          </p:cNvPr>
          <p:cNvSpPr>
            <a:spLocks noChangeArrowheads="1"/>
          </p:cNvSpPr>
          <p:nvPr/>
        </p:nvSpPr>
        <p:spPr bwMode="auto">
          <a:xfrm>
            <a:off x="4801792" y="1308498"/>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7885" name="Group 383">
            <a:extLst>
              <a:ext uri="{FF2B5EF4-FFF2-40B4-BE49-F238E27FC236}">
                <a16:creationId xmlns:a16="http://schemas.microsoft.com/office/drawing/2014/main" id="{3805B9FD-88EF-9746-ACAD-0A556691FDD8}"/>
              </a:ext>
            </a:extLst>
          </p:cNvPr>
          <p:cNvGrpSpPr>
            <a:grpSpLocks/>
          </p:cNvGrpSpPr>
          <p:nvPr/>
        </p:nvGrpSpPr>
        <p:grpSpPr bwMode="auto">
          <a:xfrm>
            <a:off x="4639866" y="673894"/>
            <a:ext cx="379809" cy="385763"/>
            <a:chOff x="2868" y="593"/>
            <a:chExt cx="343" cy="352"/>
          </a:xfrm>
        </p:grpSpPr>
        <p:grpSp>
          <p:nvGrpSpPr>
            <p:cNvPr id="117920" name="Group 384">
              <a:extLst>
                <a:ext uri="{FF2B5EF4-FFF2-40B4-BE49-F238E27FC236}">
                  <a16:creationId xmlns:a16="http://schemas.microsoft.com/office/drawing/2014/main" id="{11420BF7-DB63-4642-8533-C8EFA886FA5F}"/>
                </a:ext>
              </a:extLst>
            </p:cNvPr>
            <p:cNvGrpSpPr>
              <a:grpSpLocks/>
            </p:cNvGrpSpPr>
            <p:nvPr/>
          </p:nvGrpSpPr>
          <p:grpSpPr bwMode="auto">
            <a:xfrm>
              <a:off x="2877" y="599"/>
              <a:ext cx="334" cy="346"/>
              <a:chOff x="2877" y="599"/>
              <a:chExt cx="334" cy="346"/>
            </a:xfrm>
          </p:grpSpPr>
          <p:sp>
            <p:nvSpPr>
              <p:cNvPr id="117934" name="Freeform 385">
                <a:extLst>
                  <a:ext uri="{FF2B5EF4-FFF2-40B4-BE49-F238E27FC236}">
                    <a16:creationId xmlns:a16="http://schemas.microsoft.com/office/drawing/2014/main" id="{A80C6867-5EB0-8148-9924-8F3DED8C1911}"/>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35" name="Freeform 386">
                <a:extLst>
                  <a:ext uri="{FF2B5EF4-FFF2-40B4-BE49-F238E27FC236}">
                    <a16:creationId xmlns:a16="http://schemas.microsoft.com/office/drawing/2014/main" id="{3894FA57-3033-3A42-BA9D-F911B666C7E4}"/>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36" name="Freeform 387">
                <a:extLst>
                  <a:ext uri="{FF2B5EF4-FFF2-40B4-BE49-F238E27FC236}">
                    <a16:creationId xmlns:a16="http://schemas.microsoft.com/office/drawing/2014/main" id="{9DC17D63-D252-884F-BFFD-2C37D53D2E47}"/>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37" name="Freeform 388">
                <a:extLst>
                  <a:ext uri="{FF2B5EF4-FFF2-40B4-BE49-F238E27FC236}">
                    <a16:creationId xmlns:a16="http://schemas.microsoft.com/office/drawing/2014/main" id="{005ED8F8-58A1-0B49-9C5A-CBA494145CD4}"/>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38" name="Rectangle 389">
                <a:extLst>
                  <a:ext uri="{FF2B5EF4-FFF2-40B4-BE49-F238E27FC236}">
                    <a16:creationId xmlns:a16="http://schemas.microsoft.com/office/drawing/2014/main" id="{C30BA743-A972-D24C-B5F5-F1F3D1CC8E9D}"/>
                  </a:ext>
                </a:extLst>
              </p:cNvPr>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39" name="Rectangle 390">
                <a:extLst>
                  <a:ext uri="{FF2B5EF4-FFF2-40B4-BE49-F238E27FC236}">
                    <a16:creationId xmlns:a16="http://schemas.microsoft.com/office/drawing/2014/main" id="{4BB97E3D-028F-3446-A76E-F05602F25A38}"/>
                  </a:ext>
                </a:extLst>
              </p:cNvPr>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40" name="Rectangle 391">
                <a:extLst>
                  <a:ext uri="{FF2B5EF4-FFF2-40B4-BE49-F238E27FC236}">
                    <a16:creationId xmlns:a16="http://schemas.microsoft.com/office/drawing/2014/main" id="{6A2A2B9F-03AA-DF41-B28E-1EEBC50F5060}"/>
                  </a:ext>
                </a:extLst>
              </p:cNvPr>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41" name="Line 392">
                <a:extLst>
                  <a:ext uri="{FF2B5EF4-FFF2-40B4-BE49-F238E27FC236}">
                    <a16:creationId xmlns:a16="http://schemas.microsoft.com/office/drawing/2014/main" id="{784C8449-A012-2C47-BBE3-E1BD6766FF36}"/>
                  </a:ext>
                </a:extLst>
              </p:cNvPr>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7942" name="Group 393">
                <a:extLst>
                  <a:ext uri="{FF2B5EF4-FFF2-40B4-BE49-F238E27FC236}">
                    <a16:creationId xmlns:a16="http://schemas.microsoft.com/office/drawing/2014/main" id="{1779C28E-E73D-594F-B6DC-FA899E85FFBA}"/>
                  </a:ext>
                </a:extLst>
              </p:cNvPr>
              <p:cNvGrpSpPr>
                <a:grpSpLocks/>
              </p:cNvGrpSpPr>
              <p:nvPr/>
            </p:nvGrpSpPr>
            <p:grpSpPr bwMode="auto">
              <a:xfrm>
                <a:off x="2877" y="895"/>
                <a:ext cx="334" cy="50"/>
                <a:chOff x="2877" y="895"/>
                <a:chExt cx="334" cy="50"/>
              </a:xfrm>
            </p:grpSpPr>
            <p:sp>
              <p:nvSpPr>
                <p:cNvPr id="117943" name="Freeform 394">
                  <a:extLst>
                    <a:ext uri="{FF2B5EF4-FFF2-40B4-BE49-F238E27FC236}">
                      <a16:creationId xmlns:a16="http://schemas.microsoft.com/office/drawing/2014/main" id="{84D38383-DFDB-4D41-88D8-ABF9DD2D6B4A}"/>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44" name="Freeform 395">
                  <a:extLst>
                    <a:ext uri="{FF2B5EF4-FFF2-40B4-BE49-F238E27FC236}">
                      <a16:creationId xmlns:a16="http://schemas.microsoft.com/office/drawing/2014/main" id="{BA055412-F62A-204C-9CF7-7621E4CA603E}"/>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45" name="Rectangle 396">
                  <a:extLst>
                    <a:ext uri="{FF2B5EF4-FFF2-40B4-BE49-F238E27FC236}">
                      <a16:creationId xmlns:a16="http://schemas.microsoft.com/office/drawing/2014/main" id="{A8621B20-8F27-2844-9BD2-49484B7C7BD6}"/>
                    </a:ext>
                  </a:extLst>
                </p:cNvPr>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7921" name="Group 397">
              <a:extLst>
                <a:ext uri="{FF2B5EF4-FFF2-40B4-BE49-F238E27FC236}">
                  <a16:creationId xmlns:a16="http://schemas.microsoft.com/office/drawing/2014/main" id="{38B07539-A727-A043-ACB0-7346002CD7B8}"/>
                </a:ext>
              </a:extLst>
            </p:cNvPr>
            <p:cNvGrpSpPr>
              <a:grpSpLocks/>
            </p:cNvGrpSpPr>
            <p:nvPr/>
          </p:nvGrpSpPr>
          <p:grpSpPr bwMode="auto">
            <a:xfrm>
              <a:off x="2868" y="593"/>
              <a:ext cx="335" cy="346"/>
              <a:chOff x="2868" y="593"/>
              <a:chExt cx="335" cy="346"/>
            </a:xfrm>
          </p:grpSpPr>
          <p:sp>
            <p:nvSpPr>
              <p:cNvPr id="117922" name="Freeform 398">
                <a:extLst>
                  <a:ext uri="{FF2B5EF4-FFF2-40B4-BE49-F238E27FC236}">
                    <a16:creationId xmlns:a16="http://schemas.microsoft.com/office/drawing/2014/main" id="{641FD370-8FD8-AD42-A2B0-89793FE5AB2B}"/>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23" name="Freeform 399">
                <a:extLst>
                  <a:ext uri="{FF2B5EF4-FFF2-40B4-BE49-F238E27FC236}">
                    <a16:creationId xmlns:a16="http://schemas.microsoft.com/office/drawing/2014/main" id="{D10E4F3C-2E25-134D-90D4-2A93E1F90882}"/>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24" name="Freeform 400">
                <a:extLst>
                  <a:ext uri="{FF2B5EF4-FFF2-40B4-BE49-F238E27FC236}">
                    <a16:creationId xmlns:a16="http://schemas.microsoft.com/office/drawing/2014/main" id="{CA7BC72F-3AAE-3C44-806F-B88AD3655E1E}"/>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25" name="Freeform 401">
                <a:extLst>
                  <a:ext uri="{FF2B5EF4-FFF2-40B4-BE49-F238E27FC236}">
                    <a16:creationId xmlns:a16="http://schemas.microsoft.com/office/drawing/2014/main" id="{6D36AA53-E977-E84D-AEC0-246C2B03A088}"/>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26" name="Rectangle 402">
                <a:extLst>
                  <a:ext uri="{FF2B5EF4-FFF2-40B4-BE49-F238E27FC236}">
                    <a16:creationId xmlns:a16="http://schemas.microsoft.com/office/drawing/2014/main" id="{5D25B214-24FF-0E49-9345-454D1D515925}"/>
                  </a:ext>
                </a:extLst>
              </p:cNvPr>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27" name="Rectangle 403">
                <a:extLst>
                  <a:ext uri="{FF2B5EF4-FFF2-40B4-BE49-F238E27FC236}">
                    <a16:creationId xmlns:a16="http://schemas.microsoft.com/office/drawing/2014/main" id="{D22AE859-C556-2147-97C9-6F69176DD27D}"/>
                  </a:ext>
                </a:extLst>
              </p:cNvPr>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28" name="Rectangle 404">
                <a:extLst>
                  <a:ext uri="{FF2B5EF4-FFF2-40B4-BE49-F238E27FC236}">
                    <a16:creationId xmlns:a16="http://schemas.microsoft.com/office/drawing/2014/main" id="{31C426FF-D6B2-0E41-BA39-144444137B22}"/>
                  </a:ext>
                </a:extLst>
              </p:cNvPr>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29" name="Line 405">
                <a:extLst>
                  <a:ext uri="{FF2B5EF4-FFF2-40B4-BE49-F238E27FC236}">
                    <a16:creationId xmlns:a16="http://schemas.microsoft.com/office/drawing/2014/main" id="{9A66F9D5-B76C-3741-BAF3-91FFE07D18FB}"/>
                  </a:ext>
                </a:extLst>
              </p:cNvPr>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7930" name="Group 406">
                <a:extLst>
                  <a:ext uri="{FF2B5EF4-FFF2-40B4-BE49-F238E27FC236}">
                    <a16:creationId xmlns:a16="http://schemas.microsoft.com/office/drawing/2014/main" id="{4D468924-E4AD-614F-8534-757E5BCF70C5}"/>
                  </a:ext>
                </a:extLst>
              </p:cNvPr>
              <p:cNvGrpSpPr>
                <a:grpSpLocks/>
              </p:cNvGrpSpPr>
              <p:nvPr/>
            </p:nvGrpSpPr>
            <p:grpSpPr bwMode="auto">
              <a:xfrm>
                <a:off x="2868" y="888"/>
                <a:ext cx="335" cy="51"/>
                <a:chOff x="2868" y="888"/>
                <a:chExt cx="335" cy="51"/>
              </a:xfrm>
            </p:grpSpPr>
            <p:sp>
              <p:nvSpPr>
                <p:cNvPr id="117931" name="Freeform 407">
                  <a:extLst>
                    <a:ext uri="{FF2B5EF4-FFF2-40B4-BE49-F238E27FC236}">
                      <a16:creationId xmlns:a16="http://schemas.microsoft.com/office/drawing/2014/main" id="{5A821237-62AE-334A-B647-3E132D92B6E0}"/>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32" name="Freeform 408">
                  <a:extLst>
                    <a:ext uri="{FF2B5EF4-FFF2-40B4-BE49-F238E27FC236}">
                      <a16:creationId xmlns:a16="http://schemas.microsoft.com/office/drawing/2014/main" id="{8992EF01-0D59-FC48-8C25-DC853A4BB9BA}"/>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33" name="Rectangle 409">
                  <a:extLst>
                    <a:ext uri="{FF2B5EF4-FFF2-40B4-BE49-F238E27FC236}">
                      <a16:creationId xmlns:a16="http://schemas.microsoft.com/office/drawing/2014/main" id="{BE16A408-1ABE-854B-BA2E-406212BD7084}"/>
                    </a:ext>
                  </a:extLst>
                </p:cNvPr>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7886" name="Oval 410">
            <a:extLst>
              <a:ext uri="{FF2B5EF4-FFF2-40B4-BE49-F238E27FC236}">
                <a16:creationId xmlns:a16="http://schemas.microsoft.com/office/drawing/2014/main" id="{6822BD06-872C-F748-87B1-77E399FB3638}"/>
              </a:ext>
            </a:extLst>
          </p:cNvPr>
          <p:cNvSpPr>
            <a:spLocks noChangeArrowheads="1"/>
          </p:cNvSpPr>
          <p:nvPr/>
        </p:nvSpPr>
        <p:spPr bwMode="auto">
          <a:xfrm>
            <a:off x="5960269" y="1308498"/>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7887" name="Group 411">
            <a:extLst>
              <a:ext uri="{FF2B5EF4-FFF2-40B4-BE49-F238E27FC236}">
                <a16:creationId xmlns:a16="http://schemas.microsoft.com/office/drawing/2014/main" id="{7F058236-9CC0-634A-9A2A-4D42CFDB92A8}"/>
              </a:ext>
            </a:extLst>
          </p:cNvPr>
          <p:cNvGrpSpPr>
            <a:grpSpLocks/>
          </p:cNvGrpSpPr>
          <p:nvPr/>
        </p:nvGrpSpPr>
        <p:grpSpPr bwMode="auto">
          <a:xfrm>
            <a:off x="5798344" y="673894"/>
            <a:ext cx="379810" cy="385763"/>
            <a:chOff x="3915" y="593"/>
            <a:chExt cx="343" cy="352"/>
          </a:xfrm>
        </p:grpSpPr>
        <p:grpSp>
          <p:nvGrpSpPr>
            <p:cNvPr id="117894" name="Group 412">
              <a:extLst>
                <a:ext uri="{FF2B5EF4-FFF2-40B4-BE49-F238E27FC236}">
                  <a16:creationId xmlns:a16="http://schemas.microsoft.com/office/drawing/2014/main" id="{C461C342-FCD9-EC49-8FCD-8E0D5DA5686F}"/>
                </a:ext>
              </a:extLst>
            </p:cNvPr>
            <p:cNvGrpSpPr>
              <a:grpSpLocks/>
            </p:cNvGrpSpPr>
            <p:nvPr/>
          </p:nvGrpSpPr>
          <p:grpSpPr bwMode="auto">
            <a:xfrm>
              <a:off x="3924" y="599"/>
              <a:ext cx="334" cy="346"/>
              <a:chOff x="3924" y="599"/>
              <a:chExt cx="334" cy="346"/>
            </a:xfrm>
          </p:grpSpPr>
          <p:sp>
            <p:nvSpPr>
              <p:cNvPr id="117908" name="Freeform 413">
                <a:extLst>
                  <a:ext uri="{FF2B5EF4-FFF2-40B4-BE49-F238E27FC236}">
                    <a16:creationId xmlns:a16="http://schemas.microsoft.com/office/drawing/2014/main" id="{9B9D3283-E4BA-1A4F-99A1-C7DD94D9F0D7}"/>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09" name="Freeform 414">
                <a:extLst>
                  <a:ext uri="{FF2B5EF4-FFF2-40B4-BE49-F238E27FC236}">
                    <a16:creationId xmlns:a16="http://schemas.microsoft.com/office/drawing/2014/main" id="{867B9D1D-227B-0745-B8A1-B385A3C54C7D}"/>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10" name="Freeform 415">
                <a:extLst>
                  <a:ext uri="{FF2B5EF4-FFF2-40B4-BE49-F238E27FC236}">
                    <a16:creationId xmlns:a16="http://schemas.microsoft.com/office/drawing/2014/main" id="{C4359EC1-288B-3445-ADD2-720C3F8D4AE8}"/>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11" name="Freeform 416">
                <a:extLst>
                  <a:ext uri="{FF2B5EF4-FFF2-40B4-BE49-F238E27FC236}">
                    <a16:creationId xmlns:a16="http://schemas.microsoft.com/office/drawing/2014/main" id="{AEB1BA7A-DCF6-784F-A674-0C49B13E7CEB}"/>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12" name="Rectangle 417">
                <a:extLst>
                  <a:ext uri="{FF2B5EF4-FFF2-40B4-BE49-F238E27FC236}">
                    <a16:creationId xmlns:a16="http://schemas.microsoft.com/office/drawing/2014/main" id="{61643363-6A7D-204B-B261-1EFBC4D777CE}"/>
                  </a:ext>
                </a:extLst>
              </p:cNvPr>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13" name="Rectangle 418">
                <a:extLst>
                  <a:ext uri="{FF2B5EF4-FFF2-40B4-BE49-F238E27FC236}">
                    <a16:creationId xmlns:a16="http://schemas.microsoft.com/office/drawing/2014/main" id="{5EE1ED63-52A1-F447-A6F2-576E03D78862}"/>
                  </a:ext>
                </a:extLst>
              </p:cNvPr>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14" name="Rectangle 419">
                <a:extLst>
                  <a:ext uri="{FF2B5EF4-FFF2-40B4-BE49-F238E27FC236}">
                    <a16:creationId xmlns:a16="http://schemas.microsoft.com/office/drawing/2014/main" id="{87B9D947-14A4-B843-A24E-7ED6A62060FE}"/>
                  </a:ext>
                </a:extLst>
              </p:cNvPr>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15" name="Line 420">
                <a:extLst>
                  <a:ext uri="{FF2B5EF4-FFF2-40B4-BE49-F238E27FC236}">
                    <a16:creationId xmlns:a16="http://schemas.microsoft.com/office/drawing/2014/main" id="{908F5501-FDFB-3546-866B-709F683FB564}"/>
                  </a:ext>
                </a:extLst>
              </p:cNvPr>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7916" name="Group 421">
                <a:extLst>
                  <a:ext uri="{FF2B5EF4-FFF2-40B4-BE49-F238E27FC236}">
                    <a16:creationId xmlns:a16="http://schemas.microsoft.com/office/drawing/2014/main" id="{5A4FC3D3-21D6-7D4D-996F-DFB933BBD255}"/>
                  </a:ext>
                </a:extLst>
              </p:cNvPr>
              <p:cNvGrpSpPr>
                <a:grpSpLocks/>
              </p:cNvGrpSpPr>
              <p:nvPr/>
            </p:nvGrpSpPr>
            <p:grpSpPr bwMode="auto">
              <a:xfrm>
                <a:off x="3924" y="895"/>
                <a:ext cx="334" cy="50"/>
                <a:chOff x="3924" y="895"/>
                <a:chExt cx="334" cy="50"/>
              </a:xfrm>
            </p:grpSpPr>
            <p:sp>
              <p:nvSpPr>
                <p:cNvPr id="117917" name="Freeform 422">
                  <a:extLst>
                    <a:ext uri="{FF2B5EF4-FFF2-40B4-BE49-F238E27FC236}">
                      <a16:creationId xmlns:a16="http://schemas.microsoft.com/office/drawing/2014/main" id="{F0303E24-F44C-7B49-A82C-9297E6071F72}"/>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18" name="Freeform 423">
                  <a:extLst>
                    <a:ext uri="{FF2B5EF4-FFF2-40B4-BE49-F238E27FC236}">
                      <a16:creationId xmlns:a16="http://schemas.microsoft.com/office/drawing/2014/main" id="{477E8DFB-9643-814F-917A-EEB334DFA433}"/>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19" name="Rectangle 424">
                  <a:extLst>
                    <a:ext uri="{FF2B5EF4-FFF2-40B4-BE49-F238E27FC236}">
                      <a16:creationId xmlns:a16="http://schemas.microsoft.com/office/drawing/2014/main" id="{8A47824A-086C-7144-8C3F-C2AD0EB8161C}"/>
                    </a:ext>
                  </a:extLst>
                </p:cNvPr>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7895" name="Group 425">
              <a:extLst>
                <a:ext uri="{FF2B5EF4-FFF2-40B4-BE49-F238E27FC236}">
                  <a16:creationId xmlns:a16="http://schemas.microsoft.com/office/drawing/2014/main" id="{59BFCA70-276D-0743-A68E-465E9D7B2E83}"/>
                </a:ext>
              </a:extLst>
            </p:cNvPr>
            <p:cNvGrpSpPr>
              <a:grpSpLocks/>
            </p:cNvGrpSpPr>
            <p:nvPr/>
          </p:nvGrpSpPr>
          <p:grpSpPr bwMode="auto">
            <a:xfrm>
              <a:off x="3915" y="593"/>
              <a:ext cx="335" cy="346"/>
              <a:chOff x="3915" y="593"/>
              <a:chExt cx="335" cy="346"/>
            </a:xfrm>
          </p:grpSpPr>
          <p:sp>
            <p:nvSpPr>
              <p:cNvPr id="117896" name="Freeform 426">
                <a:extLst>
                  <a:ext uri="{FF2B5EF4-FFF2-40B4-BE49-F238E27FC236}">
                    <a16:creationId xmlns:a16="http://schemas.microsoft.com/office/drawing/2014/main" id="{78CA1DE1-F4A9-0946-8B27-FDE33E1FADBC}"/>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897" name="Freeform 427">
                <a:extLst>
                  <a:ext uri="{FF2B5EF4-FFF2-40B4-BE49-F238E27FC236}">
                    <a16:creationId xmlns:a16="http://schemas.microsoft.com/office/drawing/2014/main" id="{C5D6DE24-EE39-BF4C-A5EC-4AE98BD5DD56}"/>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898" name="Freeform 428">
                <a:extLst>
                  <a:ext uri="{FF2B5EF4-FFF2-40B4-BE49-F238E27FC236}">
                    <a16:creationId xmlns:a16="http://schemas.microsoft.com/office/drawing/2014/main" id="{D7D7728C-AA30-CF47-892D-62EC7EA526C0}"/>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899" name="Freeform 429">
                <a:extLst>
                  <a:ext uri="{FF2B5EF4-FFF2-40B4-BE49-F238E27FC236}">
                    <a16:creationId xmlns:a16="http://schemas.microsoft.com/office/drawing/2014/main" id="{0DABB99C-AB8E-204F-AADD-D5ED356D2FD5}"/>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00" name="Rectangle 430">
                <a:extLst>
                  <a:ext uri="{FF2B5EF4-FFF2-40B4-BE49-F238E27FC236}">
                    <a16:creationId xmlns:a16="http://schemas.microsoft.com/office/drawing/2014/main" id="{6CD0B815-EE8E-6249-8A3A-85C6A7256B81}"/>
                  </a:ext>
                </a:extLst>
              </p:cNvPr>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01" name="Rectangle 431">
                <a:extLst>
                  <a:ext uri="{FF2B5EF4-FFF2-40B4-BE49-F238E27FC236}">
                    <a16:creationId xmlns:a16="http://schemas.microsoft.com/office/drawing/2014/main" id="{05F7497A-B0CB-BF43-A41B-C59C792EE5F6}"/>
                  </a:ext>
                </a:extLst>
              </p:cNvPr>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02" name="Rectangle 432">
                <a:extLst>
                  <a:ext uri="{FF2B5EF4-FFF2-40B4-BE49-F238E27FC236}">
                    <a16:creationId xmlns:a16="http://schemas.microsoft.com/office/drawing/2014/main" id="{DE6C3663-3BEB-6642-99F9-CB96806CA28C}"/>
                  </a:ext>
                </a:extLst>
              </p:cNvPr>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03" name="Line 433">
                <a:extLst>
                  <a:ext uri="{FF2B5EF4-FFF2-40B4-BE49-F238E27FC236}">
                    <a16:creationId xmlns:a16="http://schemas.microsoft.com/office/drawing/2014/main" id="{61FDF847-B019-EE40-9B62-F30E0A332B70}"/>
                  </a:ext>
                </a:extLst>
              </p:cNvPr>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7904" name="Group 434">
                <a:extLst>
                  <a:ext uri="{FF2B5EF4-FFF2-40B4-BE49-F238E27FC236}">
                    <a16:creationId xmlns:a16="http://schemas.microsoft.com/office/drawing/2014/main" id="{3E6997B3-6D55-3646-9D77-D7760097F279}"/>
                  </a:ext>
                </a:extLst>
              </p:cNvPr>
              <p:cNvGrpSpPr>
                <a:grpSpLocks/>
              </p:cNvGrpSpPr>
              <p:nvPr/>
            </p:nvGrpSpPr>
            <p:grpSpPr bwMode="auto">
              <a:xfrm>
                <a:off x="3915" y="888"/>
                <a:ext cx="335" cy="51"/>
                <a:chOff x="3915" y="888"/>
                <a:chExt cx="335" cy="51"/>
              </a:xfrm>
            </p:grpSpPr>
            <p:sp>
              <p:nvSpPr>
                <p:cNvPr id="117905" name="Freeform 435">
                  <a:extLst>
                    <a:ext uri="{FF2B5EF4-FFF2-40B4-BE49-F238E27FC236}">
                      <a16:creationId xmlns:a16="http://schemas.microsoft.com/office/drawing/2014/main" id="{F03B9751-D368-354F-ABBD-8F3C578314FA}"/>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06" name="Freeform 436">
                  <a:extLst>
                    <a:ext uri="{FF2B5EF4-FFF2-40B4-BE49-F238E27FC236}">
                      <a16:creationId xmlns:a16="http://schemas.microsoft.com/office/drawing/2014/main" id="{31CE28C8-BB53-8F41-8ED9-7FC5AAA28D1D}"/>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07" name="Rectangle 437">
                  <a:extLst>
                    <a:ext uri="{FF2B5EF4-FFF2-40B4-BE49-F238E27FC236}">
                      <a16:creationId xmlns:a16="http://schemas.microsoft.com/office/drawing/2014/main" id="{7A1E640F-B949-6643-B27C-09435A08B5B8}"/>
                    </a:ext>
                  </a:extLst>
                </p:cNvPr>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453047" name="Group 439">
            <a:extLst>
              <a:ext uri="{FF2B5EF4-FFF2-40B4-BE49-F238E27FC236}">
                <a16:creationId xmlns:a16="http://schemas.microsoft.com/office/drawing/2014/main" id="{403A3A2D-D062-A346-ADA3-C7996FF05527}"/>
              </a:ext>
            </a:extLst>
          </p:cNvPr>
          <p:cNvGrpSpPr>
            <a:grpSpLocks/>
          </p:cNvGrpSpPr>
          <p:nvPr/>
        </p:nvGrpSpPr>
        <p:grpSpPr bwMode="auto">
          <a:xfrm>
            <a:off x="2295525" y="3080148"/>
            <a:ext cx="1943100" cy="729853"/>
            <a:chOff x="968" y="2587"/>
            <a:chExt cx="1632" cy="613"/>
          </a:xfrm>
        </p:grpSpPr>
        <p:sp>
          <p:nvSpPr>
            <p:cNvPr id="117891" name="Line 440">
              <a:extLst>
                <a:ext uri="{FF2B5EF4-FFF2-40B4-BE49-F238E27FC236}">
                  <a16:creationId xmlns:a16="http://schemas.microsoft.com/office/drawing/2014/main" id="{45139F8B-91AE-BA40-9EFD-AA30455EC334}"/>
                </a:ext>
              </a:extLst>
            </p:cNvPr>
            <p:cNvSpPr>
              <a:spLocks noChangeShapeType="1"/>
            </p:cNvSpPr>
            <p:nvPr/>
          </p:nvSpPr>
          <p:spPr bwMode="auto">
            <a:xfrm>
              <a:off x="1174" y="2587"/>
              <a:ext cx="726"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92" name="Line 441">
              <a:extLst>
                <a:ext uri="{FF2B5EF4-FFF2-40B4-BE49-F238E27FC236}">
                  <a16:creationId xmlns:a16="http://schemas.microsoft.com/office/drawing/2014/main" id="{B9BD68EC-3D98-4040-A872-530059BD9B05}"/>
                </a:ext>
              </a:extLst>
            </p:cNvPr>
            <p:cNvSpPr>
              <a:spLocks noChangeShapeType="1"/>
            </p:cNvSpPr>
            <p:nvPr/>
          </p:nvSpPr>
          <p:spPr bwMode="auto">
            <a:xfrm>
              <a:off x="1874" y="3176"/>
              <a:ext cx="726"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93" name="Line 442">
              <a:extLst>
                <a:ext uri="{FF2B5EF4-FFF2-40B4-BE49-F238E27FC236}">
                  <a16:creationId xmlns:a16="http://schemas.microsoft.com/office/drawing/2014/main" id="{065B971B-A13E-8247-8BD4-F37718128896}"/>
                </a:ext>
              </a:extLst>
            </p:cNvPr>
            <p:cNvSpPr>
              <a:spLocks noChangeShapeType="1"/>
            </p:cNvSpPr>
            <p:nvPr/>
          </p:nvSpPr>
          <p:spPr bwMode="auto">
            <a:xfrm>
              <a:off x="968" y="3200"/>
              <a:ext cx="726"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7890" name="幻灯片编号占位符 1">
            <a:extLst>
              <a:ext uri="{FF2B5EF4-FFF2-40B4-BE49-F238E27FC236}">
                <a16:creationId xmlns:a16="http://schemas.microsoft.com/office/drawing/2014/main" id="{9CFD4863-2977-3846-9014-7DFC44830026}"/>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EE1B0BA-5D8C-9B4B-AC05-F7BD00A496A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44" name="Text Box 438">
            <a:extLst>
              <a:ext uri="{FF2B5EF4-FFF2-40B4-BE49-F238E27FC236}">
                <a16:creationId xmlns:a16="http://schemas.microsoft.com/office/drawing/2014/main" id="{2C37DD02-721B-1348-8921-51C73FA5017B}"/>
              </a:ext>
            </a:extLst>
          </p:cNvPr>
          <p:cNvSpPr txBox="1">
            <a:spLocks noChangeArrowheads="1"/>
          </p:cNvSpPr>
          <p:nvPr/>
        </p:nvSpPr>
        <p:spPr bwMode="auto">
          <a:xfrm>
            <a:off x="1125858" y="210703"/>
            <a:ext cx="7068496" cy="829394"/>
          </a:xfrm>
          <a:prstGeom prst="rect">
            <a:avLst/>
          </a:prstGeom>
          <a:solidFill>
            <a:srgbClr val="FFFF99"/>
          </a:solidFill>
          <a:ln w="9525">
            <a:solidFill>
              <a:schemeClr val="tx2"/>
            </a:solidFill>
            <a:miter lim="800000"/>
            <a:headEnd/>
            <a:tailEnd/>
          </a:ln>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20000"/>
              </a:lnSpc>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路由器总是具有两个或两个以上的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a:t>
            </a:r>
          </a:p>
          <a:p>
            <a:pPr algn="ctr" eaLnBrk="1" hangingPunct="1">
              <a:lnSpc>
                <a:spcPct val="120000"/>
              </a:lnSpc>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路由器的每一个接口都有一个不同网络号的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 </a:t>
            </a:r>
          </a:p>
        </p:txBody>
      </p:sp>
    </p:spTree>
    <p:extLst>
      <p:ext uri="{BB962C8B-B14F-4D97-AF65-F5344CB8AC3E}">
        <p14:creationId xmlns:p14="http://schemas.microsoft.com/office/powerpoint/2010/main" val="5739109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0"/>
                                          </p:stCondLst>
                                        </p:cTn>
                                        <p:tgtEl>
                                          <p:spTgt spid="453047"/>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nodeType="afterEffect">
                                  <p:stCondLst>
                                    <p:cond delay="500"/>
                                  </p:stCondLst>
                                  <p:childTnLst>
                                    <p:anim calcmode="discrete" valueType="str">
                                      <p:cBhvr>
                                        <p:cTn id="9" dur="1000" fill="hold"/>
                                        <p:tgtEl>
                                          <p:spTgt spid="45304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9809" name="AutoShape 2">
            <a:extLst>
              <a:ext uri="{FF2B5EF4-FFF2-40B4-BE49-F238E27FC236}">
                <a16:creationId xmlns:a16="http://schemas.microsoft.com/office/drawing/2014/main" id="{718F2B39-3F2B-464E-A01A-F5A82EA7E127}"/>
              </a:ext>
            </a:extLst>
          </p:cNvPr>
          <p:cNvSpPr>
            <a:spLocks noChangeArrowheads="1"/>
          </p:cNvSpPr>
          <p:nvPr/>
        </p:nvSpPr>
        <p:spPr bwMode="auto">
          <a:xfrm>
            <a:off x="2156222" y="1345407"/>
            <a:ext cx="4891088" cy="2926556"/>
          </a:xfrm>
          <a:prstGeom prst="roundRect">
            <a:avLst>
              <a:gd name="adj" fmla="val 24787"/>
            </a:avLst>
          </a:prstGeom>
          <a:solidFill>
            <a:srgbClr val="CCECFF"/>
          </a:solidFill>
          <a:ln w="9525">
            <a:solidFill>
              <a:schemeClr val="tx1"/>
            </a:solidFill>
            <a:prstDash val="dash"/>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19810" name="Rectangle 3">
            <a:extLst>
              <a:ext uri="{FF2B5EF4-FFF2-40B4-BE49-F238E27FC236}">
                <a16:creationId xmlns:a16="http://schemas.microsoft.com/office/drawing/2014/main" id="{7347EB0C-065E-4747-B6CE-D60EC0ECD44B}"/>
              </a:ext>
            </a:extLst>
          </p:cNvPr>
          <p:cNvSpPr>
            <a:spLocks noGrp="1" noChangeArrowheads="1"/>
          </p:cNvSpPr>
          <p:nvPr>
            <p:ph type="title"/>
          </p:nvPr>
        </p:nvSpPr>
        <p:spPr>
          <a:xfrm>
            <a:off x="1709737" y="86916"/>
            <a:ext cx="5844779" cy="521494"/>
          </a:xfrm>
        </p:spPr>
        <p:txBody>
          <a:bodyPr/>
          <a:lstStyle/>
          <a:p>
            <a:pPr algn="ctr" eaLnBrk="1" hangingPunct="1"/>
            <a:r>
              <a:rPr lang="zh-CN" altLang="en-US" sz="2700">
                <a:ea typeface="宋体" panose="02010600030101010101" pitchFamily="2" charset="-122"/>
              </a:rPr>
              <a:t>互联网中的 </a:t>
            </a:r>
            <a:r>
              <a:rPr lang="en-US" altLang="zh-CN" sz="2700">
                <a:ea typeface="宋体" panose="02010600030101010101" pitchFamily="2" charset="-122"/>
              </a:rPr>
              <a:t>IP </a:t>
            </a:r>
            <a:r>
              <a:rPr lang="zh-CN" altLang="en-US" sz="2700">
                <a:ea typeface="宋体" panose="02010600030101010101" pitchFamily="2" charset="-122"/>
              </a:rPr>
              <a:t>地址 </a:t>
            </a:r>
          </a:p>
        </p:txBody>
      </p:sp>
      <p:sp>
        <p:nvSpPr>
          <p:cNvPr id="119811" name="Freeform 4">
            <a:extLst>
              <a:ext uri="{FF2B5EF4-FFF2-40B4-BE49-F238E27FC236}">
                <a16:creationId xmlns:a16="http://schemas.microsoft.com/office/drawing/2014/main" id="{02E48A01-CB70-8E45-9C3F-D98247B5CF75}"/>
              </a:ext>
            </a:extLst>
          </p:cNvPr>
          <p:cNvSpPr>
            <a:spLocks/>
          </p:cNvSpPr>
          <p:nvPr/>
        </p:nvSpPr>
        <p:spPr bwMode="auto">
          <a:xfrm>
            <a:off x="3434954" y="1903810"/>
            <a:ext cx="3592115" cy="2377678"/>
          </a:xfrm>
          <a:custGeom>
            <a:avLst/>
            <a:gdLst>
              <a:gd name="T0" fmla="*/ 2147483646 w 3246"/>
              <a:gd name="T1" fmla="*/ 2147483646 h 2165"/>
              <a:gd name="T2" fmla="*/ 2147483646 w 3246"/>
              <a:gd name="T3" fmla="*/ 2147483646 h 2165"/>
              <a:gd name="T4" fmla="*/ 2147483646 w 3246"/>
              <a:gd name="T5" fmla="*/ 2147483646 h 2165"/>
              <a:gd name="T6" fmla="*/ 2147483646 w 3246"/>
              <a:gd name="T7" fmla="*/ 2147483646 h 2165"/>
              <a:gd name="T8" fmla="*/ 2147483646 w 3246"/>
              <a:gd name="T9" fmla="*/ 2147483646 h 2165"/>
              <a:gd name="T10" fmla="*/ 2147483646 w 3246"/>
              <a:gd name="T11" fmla="*/ 2147483646 h 2165"/>
              <a:gd name="T12" fmla="*/ 2147483646 w 3246"/>
              <a:gd name="T13" fmla="*/ 2147483646 h 2165"/>
              <a:gd name="T14" fmla="*/ 2147483646 w 3246"/>
              <a:gd name="T15" fmla="*/ 2147483646 h 2165"/>
              <a:gd name="T16" fmla="*/ 2147483646 w 3246"/>
              <a:gd name="T17" fmla="*/ 2147483646 h 2165"/>
              <a:gd name="T18" fmla="*/ 2147483646 w 3246"/>
              <a:gd name="T19" fmla="*/ 2147483646 h 2165"/>
              <a:gd name="T20" fmla="*/ 2147483646 w 3246"/>
              <a:gd name="T21" fmla="*/ 2147483646 h 2165"/>
              <a:gd name="T22" fmla="*/ 2147483646 w 3246"/>
              <a:gd name="T23" fmla="*/ 2147483646 h 2165"/>
              <a:gd name="T24" fmla="*/ 2147483646 w 3246"/>
              <a:gd name="T25" fmla="*/ 2147483646 h 2165"/>
              <a:gd name="T26" fmla="*/ 2147483646 w 3246"/>
              <a:gd name="T27" fmla="*/ 2147483646 h 2165"/>
              <a:gd name="T28" fmla="*/ 2147483646 w 3246"/>
              <a:gd name="T29" fmla="*/ 2147483646 h 2165"/>
              <a:gd name="T30" fmla="*/ 2147483646 w 3246"/>
              <a:gd name="T31" fmla="*/ 2147483646 h 2165"/>
              <a:gd name="T32" fmla="*/ 2147483646 w 3246"/>
              <a:gd name="T33" fmla="*/ 2147483646 h 2165"/>
              <a:gd name="T34" fmla="*/ 2147483646 w 3246"/>
              <a:gd name="T35" fmla="*/ 2147483646 h 2165"/>
              <a:gd name="T36" fmla="*/ 2147483646 w 3246"/>
              <a:gd name="T37" fmla="*/ 2147483646 h 2165"/>
              <a:gd name="T38" fmla="*/ 2147483646 w 3246"/>
              <a:gd name="T39" fmla="*/ 2147483646 h 2165"/>
              <a:gd name="T40" fmla="*/ 2147483646 w 3246"/>
              <a:gd name="T41" fmla="*/ 0 h 2165"/>
              <a:gd name="T42" fmla="*/ 2147483646 w 3246"/>
              <a:gd name="T43" fmla="*/ 2147483646 h 2165"/>
              <a:gd name="T44" fmla="*/ 2147483646 w 3246"/>
              <a:gd name="T45" fmla="*/ 2147483646 h 2165"/>
              <a:gd name="T46" fmla="*/ 2147483646 w 3246"/>
              <a:gd name="T47" fmla="*/ 2147483646 h 2165"/>
              <a:gd name="T48" fmla="*/ 2147483646 w 3246"/>
              <a:gd name="T49" fmla="*/ 2147483646 h 2165"/>
              <a:gd name="T50" fmla="*/ 2147483646 w 3246"/>
              <a:gd name="T51" fmla="*/ 2147483646 h 2165"/>
              <a:gd name="T52" fmla="*/ 2147483646 w 3246"/>
              <a:gd name="T53" fmla="*/ 2147483646 h 2165"/>
              <a:gd name="T54" fmla="*/ 2147483646 w 3246"/>
              <a:gd name="T55" fmla="*/ 2147483646 h 2165"/>
              <a:gd name="T56" fmla="*/ 2147483646 w 3246"/>
              <a:gd name="T57" fmla="*/ 2147483646 h 2165"/>
              <a:gd name="T58" fmla="*/ 2147483646 w 3246"/>
              <a:gd name="T59" fmla="*/ 2147483646 h 2165"/>
              <a:gd name="T60" fmla="*/ 2147483646 w 3246"/>
              <a:gd name="T61" fmla="*/ 2147483646 h 2165"/>
              <a:gd name="T62" fmla="*/ 2147483646 w 3246"/>
              <a:gd name="T63" fmla="*/ 2147483646 h 2165"/>
              <a:gd name="T64" fmla="*/ 2147483646 w 3246"/>
              <a:gd name="T65" fmla="*/ 2147483646 h 2165"/>
              <a:gd name="T66" fmla="*/ 2147483646 w 3246"/>
              <a:gd name="T67" fmla="*/ 2147483646 h 2165"/>
              <a:gd name="T68" fmla="*/ 2147483646 w 3246"/>
              <a:gd name="T69" fmla="*/ 2147483646 h 2165"/>
              <a:gd name="T70" fmla="*/ 2147483646 w 3246"/>
              <a:gd name="T71" fmla="*/ 2147483646 h 2165"/>
              <a:gd name="T72" fmla="*/ 2147483646 w 3246"/>
              <a:gd name="T73" fmla="*/ 2147483646 h 2165"/>
              <a:gd name="T74" fmla="*/ 2147483646 w 3246"/>
              <a:gd name="T75" fmla="*/ 2147483646 h 2165"/>
              <a:gd name="T76" fmla="*/ 2147483646 w 3246"/>
              <a:gd name="T77" fmla="*/ 2147483646 h 2165"/>
              <a:gd name="T78" fmla="*/ 2147483646 w 3246"/>
              <a:gd name="T79" fmla="*/ 2147483646 h 2165"/>
              <a:gd name="T80" fmla="*/ 2147483646 w 3246"/>
              <a:gd name="T81" fmla="*/ 2147483646 h 2165"/>
              <a:gd name="T82" fmla="*/ 0 w 3246"/>
              <a:gd name="T83" fmla="*/ 2147483646 h 2165"/>
              <a:gd name="T84" fmla="*/ 2147483646 w 3246"/>
              <a:gd name="T85" fmla="*/ 2147483646 h 2165"/>
              <a:gd name="T86" fmla="*/ 2147483646 w 3246"/>
              <a:gd name="T87" fmla="*/ 2147483646 h 2165"/>
              <a:gd name="T88" fmla="*/ 2147483646 w 3246"/>
              <a:gd name="T89" fmla="*/ 2147483646 h 2165"/>
              <a:gd name="T90" fmla="*/ 2147483646 w 3246"/>
              <a:gd name="T91" fmla="*/ 2147483646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812" name="Line 5">
            <a:extLst>
              <a:ext uri="{FF2B5EF4-FFF2-40B4-BE49-F238E27FC236}">
                <a16:creationId xmlns:a16="http://schemas.microsoft.com/office/drawing/2014/main" id="{1D3238C5-7091-6346-A9E8-BCE58EB13E30}"/>
              </a:ext>
            </a:extLst>
          </p:cNvPr>
          <p:cNvSpPr>
            <a:spLocks noChangeShapeType="1"/>
          </p:cNvSpPr>
          <p:nvPr/>
        </p:nvSpPr>
        <p:spPr bwMode="auto">
          <a:xfrm>
            <a:off x="4801791" y="4069557"/>
            <a:ext cx="0" cy="6417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13" name="Line 6">
            <a:extLst>
              <a:ext uri="{FF2B5EF4-FFF2-40B4-BE49-F238E27FC236}">
                <a16:creationId xmlns:a16="http://schemas.microsoft.com/office/drawing/2014/main" id="{5907EAB7-485C-7042-AE44-2166D0289BD7}"/>
              </a:ext>
            </a:extLst>
          </p:cNvPr>
          <p:cNvSpPr>
            <a:spLocks noChangeShapeType="1"/>
          </p:cNvSpPr>
          <p:nvPr/>
        </p:nvSpPr>
        <p:spPr bwMode="auto">
          <a:xfrm>
            <a:off x="3873104" y="4052888"/>
            <a:ext cx="0" cy="63936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14" name="Freeform 7">
            <a:extLst>
              <a:ext uri="{FF2B5EF4-FFF2-40B4-BE49-F238E27FC236}">
                <a16:creationId xmlns:a16="http://schemas.microsoft.com/office/drawing/2014/main" id="{CCB47839-9983-2243-B1D7-D4627D5327F7}"/>
              </a:ext>
            </a:extLst>
          </p:cNvPr>
          <p:cNvSpPr>
            <a:spLocks/>
          </p:cNvSpPr>
          <p:nvPr/>
        </p:nvSpPr>
        <p:spPr bwMode="auto">
          <a:xfrm>
            <a:off x="5042298" y="3894535"/>
            <a:ext cx="1858565" cy="158353"/>
          </a:xfrm>
          <a:custGeom>
            <a:avLst/>
            <a:gdLst>
              <a:gd name="T0" fmla="*/ 0 w 1680"/>
              <a:gd name="T1" fmla="*/ 2147483646 h 192"/>
              <a:gd name="T2" fmla="*/ 0 w 1680"/>
              <a:gd name="T3" fmla="*/ 0 h 192"/>
              <a:gd name="T4" fmla="*/ 2147483646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815" name="Freeform 10">
            <a:extLst>
              <a:ext uri="{FF2B5EF4-FFF2-40B4-BE49-F238E27FC236}">
                <a16:creationId xmlns:a16="http://schemas.microsoft.com/office/drawing/2014/main" id="{03DFEFF8-28A2-1543-A718-A45C9F4C095F}"/>
              </a:ext>
            </a:extLst>
          </p:cNvPr>
          <p:cNvSpPr>
            <a:spLocks/>
          </p:cNvSpPr>
          <p:nvPr/>
        </p:nvSpPr>
        <p:spPr bwMode="auto">
          <a:xfrm>
            <a:off x="2166938" y="1841897"/>
            <a:ext cx="696516" cy="1775222"/>
          </a:xfrm>
          <a:custGeom>
            <a:avLst/>
            <a:gdLst>
              <a:gd name="T0" fmla="*/ 0 w 630"/>
              <a:gd name="T1" fmla="*/ 2147483646 h 1617"/>
              <a:gd name="T2" fmla="*/ 2147483646 w 630"/>
              <a:gd name="T3" fmla="*/ 2147483646 h 1617"/>
              <a:gd name="T4" fmla="*/ 2147483646 w 630"/>
              <a:gd name="T5" fmla="*/ 0 h 1617"/>
              <a:gd name="T6" fmla="*/ 2147483646 w 630"/>
              <a:gd name="T7" fmla="*/ 2147483646 h 1617"/>
              <a:gd name="T8" fmla="*/ 2147483646 w 630"/>
              <a:gd name="T9" fmla="*/ 2147483646 h 1617"/>
              <a:gd name="T10" fmla="*/ 2147483646 w 630"/>
              <a:gd name="T11" fmla="*/ 2147483646 h 1617"/>
              <a:gd name="T12" fmla="*/ 2147483646 w 630"/>
              <a:gd name="T13" fmla="*/ 2147483646 h 1617"/>
              <a:gd name="T14" fmla="*/ 2147483646 w 630"/>
              <a:gd name="T15" fmla="*/ 2147483646 h 1617"/>
              <a:gd name="T16" fmla="*/ 2147483646 w 630"/>
              <a:gd name="T17" fmla="*/ 2147483646 h 1617"/>
              <a:gd name="T18" fmla="*/ 2147483646 w 630"/>
              <a:gd name="T19" fmla="*/ 2147483646 h 1617"/>
              <a:gd name="T20" fmla="*/ 2147483646 w 630"/>
              <a:gd name="T21" fmla="*/ 2147483646 h 1617"/>
              <a:gd name="T22" fmla="*/ 2147483646 w 630"/>
              <a:gd name="T23" fmla="*/ 2147483646 h 1617"/>
              <a:gd name="T24" fmla="*/ 2147483646 w 630"/>
              <a:gd name="T25" fmla="*/ 2147483646 h 1617"/>
              <a:gd name="T26" fmla="*/ 2147483646 w 630"/>
              <a:gd name="T27" fmla="*/ 2147483646 h 1617"/>
              <a:gd name="T28" fmla="*/ 2147483646 w 630"/>
              <a:gd name="T29" fmla="*/ 2147483646 h 1617"/>
              <a:gd name="T30" fmla="*/ 2147483646 w 630"/>
              <a:gd name="T31" fmla="*/ 2147483646 h 1617"/>
              <a:gd name="T32" fmla="*/ 2147483646 w 630"/>
              <a:gd name="T33" fmla="*/ 2147483646 h 1617"/>
              <a:gd name="T34" fmla="*/ 2147483646 w 630"/>
              <a:gd name="T35" fmla="*/ 2147483646 h 1617"/>
              <a:gd name="T36" fmla="*/ 2147483646 w 630"/>
              <a:gd name="T37" fmla="*/ 2147483646 h 1617"/>
              <a:gd name="T38" fmla="*/ 2147483646 w 630"/>
              <a:gd name="T39" fmla="*/ 2147483646 h 1617"/>
              <a:gd name="T40" fmla="*/ 2147483646 w 630"/>
              <a:gd name="T41" fmla="*/ 2147483646 h 1617"/>
              <a:gd name="T42" fmla="*/ 2147483646 w 630"/>
              <a:gd name="T43" fmla="*/ 2147483646 h 1617"/>
              <a:gd name="T44" fmla="*/ 2147483646 w 630"/>
              <a:gd name="T45" fmla="*/ 2147483646 h 1617"/>
              <a:gd name="T46" fmla="*/ 2147483646 w 630"/>
              <a:gd name="T47" fmla="*/ 2147483646 h 1617"/>
              <a:gd name="T48" fmla="*/ 2147483646 w 630"/>
              <a:gd name="T49" fmla="*/ 2147483646 h 1617"/>
              <a:gd name="T50" fmla="*/ 2147483646 w 630"/>
              <a:gd name="T51" fmla="*/ 2147483646 h 1617"/>
              <a:gd name="T52" fmla="*/ 2147483646 w 630"/>
              <a:gd name="T53" fmla="*/ 2147483646 h 1617"/>
              <a:gd name="T54" fmla="*/ 2147483646 w 630"/>
              <a:gd name="T55" fmla="*/ 2147483646 h 1617"/>
              <a:gd name="T56" fmla="*/ 2147483646 w 630"/>
              <a:gd name="T57" fmla="*/ 2147483646 h 1617"/>
              <a:gd name="T58" fmla="*/ 2147483646 w 630"/>
              <a:gd name="T59" fmla="*/ 2147483646 h 1617"/>
              <a:gd name="T60" fmla="*/ 2147483646 w 630"/>
              <a:gd name="T61" fmla="*/ 2147483646 h 1617"/>
              <a:gd name="T62" fmla="*/ 2147483646 w 630"/>
              <a:gd name="T63" fmla="*/ 2147483646 h 1617"/>
              <a:gd name="T64" fmla="*/ 2147483646 w 630"/>
              <a:gd name="T65" fmla="*/ 2147483646 h 1617"/>
              <a:gd name="T66" fmla="*/ 2147483646 w 630"/>
              <a:gd name="T67" fmla="*/ 2147483646 h 1617"/>
              <a:gd name="T68" fmla="*/ 2147483646 w 630"/>
              <a:gd name="T69" fmla="*/ 2147483646 h 1617"/>
              <a:gd name="T70" fmla="*/ 2147483646 w 630"/>
              <a:gd name="T71" fmla="*/ 2147483646 h 1617"/>
              <a:gd name="T72" fmla="*/ 2147483646 w 630"/>
              <a:gd name="T73" fmla="*/ 2147483646 h 1617"/>
              <a:gd name="T74" fmla="*/ 2147483646 w 630"/>
              <a:gd name="T75" fmla="*/ 2147483646 h 1617"/>
              <a:gd name="T76" fmla="*/ 2147483646 w 630"/>
              <a:gd name="T77" fmla="*/ 2147483646 h 1617"/>
              <a:gd name="T78" fmla="*/ 2147483646 w 630"/>
              <a:gd name="T79" fmla="*/ 2147483646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452028" name="Group 444">
            <a:extLst>
              <a:ext uri="{FF2B5EF4-FFF2-40B4-BE49-F238E27FC236}">
                <a16:creationId xmlns:a16="http://schemas.microsoft.com/office/drawing/2014/main" id="{4353AAA2-7B4B-4246-9E95-DED85A03811F}"/>
              </a:ext>
            </a:extLst>
          </p:cNvPr>
          <p:cNvGrpSpPr>
            <a:grpSpLocks/>
          </p:cNvGrpSpPr>
          <p:nvPr/>
        </p:nvGrpSpPr>
        <p:grpSpPr bwMode="auto">
          <a:xfrm>
            <a:off x="3208735" y="2311004"/>
            <a:ext cx="1931194" cy="1266825"/>
            <a:chOff x="1735" y="1941"/>
            <a:chExt cx="1622" cy="1064"/>
          </a:xfrm>
        </p:grpSpPr>
        <p:sp>
          <p:nvSpPr>
            <p:cNvPr id="120245" name="Freeform 8">
              <a:extLst>
                <a:ext uri="{FF2B5EF4-FFF2-40B4-BE49-F238E27FC236}">
                  <a16:creationId xmlns:a16="http://schemas.microsoft.com/office/drawing/2014/main" id="{753DAC39-8839-7640-8B5B-36441398D5A8}"/>
                </a:ext>
              </a:extLst>
            </p:cNvPr>
            <p:cNvSpPr>
              <a:spLocks/>
            </p:cNvSpPr>
            <p:nvPr/>
          </p:nvSpPr>
          <p:spPr bwMode="auto">
            <a:xfrm>
              <a:off x="2024" y="2844"/>
              <a:ext cx="1058" cy="161"/>
            </a:xfrm>
            <a:custGeom>
              <a:avLst/>
              <a:gdLst>
                <a:gd name="T0" fmla="*/ 16 w 1138"/>
                <a:gd name="T1" fmla="*/ 6 h 174"/>
                <a:gd name="T2" fmla="*/ 20 w 1138"/>
                <a:gd name="T3" fmla="*/ 6 h 174"/>
                <a:gd name="T4" fmla="*/ 26 w 1138"/>
                <a:gd name="T5" fmla="*/ 4 h 174"/>
                <a:gd name="T6" fmla="*/ 29 w 1138"/>
                <a:gd name="T7" fmla="*/ 2 h 174"/>
                <a:gd name="T8" fmla="*/ 33 w 1138"/>
                <a:gd name="T9" fmla="*/ 0 h 174"/>
                <a:gd name="T10" fmla="*/ 39 w 1138"/>
                <a:gd name="T11" fmla="*/ 0 h 174"/>
                <a:gd name="T12" fmla="*/ 46 w 1138"/>
                <a:gd name="T13" fmla="*/ 0 h 174"/>
                <a:gd name="T14" fmla="*/ 55 w 1138"/>
                <a:gd name="T15" fmla="*/ 0 h 174"/>
                <a:gd name="T16" fmla="*/ 63 w 1138"/>
                <a:gd name="T17" fmla="*/ 2 h 174"/>
                <a:gd name="T18" fmla="*/ 73 w 1138"/>
                <a:gd name="T19" fmla="*/ 6 h 174"/>
                <a:gd name="T20" fmla="*/ 85 w 1138"/>
                <a:gd name="T21" fmla="*/ 6 h 174"/>
                <a:gd name="T22" fmla="*/ 97 w 1138"/>
                <a:gd name="T23" fmla="*/ 6 h 174"/>
                <a:gd name="T24" fmla="*/ 108 w 1138"/>
                <a:gd name="T25" fmla="*/ 6 h 174"/>
                <a:gd name="T26" fmla="*/ 134 w 1138"/>
                <a:gd name="T27" fmla="*/ 6 h 174"/>
                <a:gd name="T28" fmla="*/ 148 w 1138"/>
                <a:gd name="T29" fmla="*/ 6 h 174"/>
                <a:gd name="T30" fmla="*/ 164 w 1138"/>
                <a:gd name="T31" fmla="*/ 6 h 174"/>
                <a:gd name="T32" fmla="*/ 192 w 1138"/>
                <a:gd name="T33" fmla="*/ 6 h 174"/>
                <a:gd name="T34" fmla="*/ 223 w 1138"/>
                <a:gd name="T35" fmla="*/ 6 h 174"/>
                <a:gd name="T36" fmla="*/ 257 w 1138"/>
                <a:gd name="T37" fmla="*/ 6 h 174"/>
                <a:gd name="T38" fmla="*/ 272 w 1138"/>
                <a:gd name="T39" fmla="*/ 6 h 174"/>
                <a:gd name="T40" fmla="*/ 290 w 1138"/>
                <a:gd name="T41" fmla="*/ 6 h 174"/>
                <a:gd name="T42" fmla="*/ 325 w 1138"/>
                <a:gd name="T43" fmla="*/ 6 h 174"/>
                <a:gd name="T44" fmla="*/ 344 w 1138"/>
                <a:gd name="T45" fmla="*/ 6 h 174"/>
                <a:gd name="T46" fmla="*/ 356 w 1138"/>
                <a:gd name="T47" fmla="*/ 6 h 174"/>
                <a:gd name="T48" fmla="*/ 370 w 1138"/>
                <a:gd name="T49" fmla="*/ 6 h 174"/>
                <a:gd name="T50" fmla="*/ 381 w 1138"/>
                <a:gd name="T51" fmla="*/ 27 h 174"/>
                <a:gd name="T52" fmla="*/ 366 w 1138"/>
                <a:gd name="T53" fmla="*/ 43 h 174"/>
                <a:gd name="T54" fmla="*/ 337 w 1138"/>
                <a:gd name="T55" fmla="*/ 50 h 174"/>
                <a:gd name="T56" fmla="*/ 307 w 1138"/>
                <a:gd name="T57" fmla="*/ 51 h 174"/>
                <a:gd name="T58" fmla="*/ 290 w 1138"/>
                <a:gd name="T59" fmla="*/ 50 h 174"/>
                <a:gd name="T60" fmla="*/ 271 w 1138"/>
                <a:gd name="T61" fmla="*/ 48 h 174"/>
                <a:gd name="T62" fmla="*/ 233 w 1138"/>
                <a:gd name="T63" fmla="*/ 47 h 174"/>
                <a:gd name="T64" fmla="*/ 214 w 1138"/>
                <a:gd name="T65" fmla="*/ 46 h 174"/>
                <a:gd name="T66" fmla="*/ 195 w 1138"/>
                <a:gd name="T67" fmla="*/ 46 h 174"/>
                <a:gd name="T68" fmla="*/ 179 w 1138"/>
                <a:gd name="T69" fmla="*/ 47 h 174"/>
                <a:gd name="T70" fmla="*/ 160 w 1138"/>
                <a:gd name="T71" fmla="*/ 48 h 174"/>
                <a:gd name="T72" fmla="*/ 141 w 1138"/>
                <a:gd name="T73" fmla="*/ 50 h 174"/>
                <a:gd name="T74" fmla="*/ 123 w 1138"/>
                <a:gd name="T75" fmla="*/ 51 h 174"/>
                <a:gd name="T76" fmla="*/ 106 w 1138"/>
                <a:gd name="T77" fmla="*/ 52 h 174"/>
                <a:gd name="T78" fmla="*/ 91 w 1138"/>
                <a:gd name="T79" fmla="*/ 53 h 174"/>
                <a:gd name="T80" fmla="*/ 75 w 1138"/>
                <a:gd name="T81" fmla="*/ 54 h 174"/>
                <a:gd name="T82" fmla="*/ 64 w 1138"/>
                <a:gd name="T83" fmla="*/ 54 h 174"/>
                <a:gd name="T84" fmla="*/ 55 w 1138"/>
                <a:gd name="T85" fmla="*/ 54 h 174"/>
                <a:gd name="T86" fmla="*/ 47 w 1138"/>
                <a:gd name="T87" fmla="*/ 54 h 174"/>
                <a:gd name="T88" fmla="*/ 42 w 1138"/>
                <a:gd name="T89" fmla="*/ 54 h 174"/>
                <a:gd name="T90" fmla="*/ 38 w 1138"/>
                <a:gd name="T91" fmla="*/ 53 h 174"/>
                <a:gd name="T92" fmla="*/ 35 w 1138"/>
                <a:gd name="T93" fmla="*/ 52 h 174"/>
                <a:gd name="T94" fmla="*/ 31 w 1138"/>
                <a:gd name="T95" fmla="*/ 52 h 174"/>
                <a:gd name="T96" fmla="*/ 29 w 1138"/>
                <a:gd name="T97" fmla="*/ 51 h 174"/>
                <a:gd name="T98" fmla="*/ 25 w 1138"/>
                <a:gd name="T99" fmla="*/ 50 h 174"/>
                <a:gd name="T100" fmla="*/ 17 w 1138"/>
                <a:gd name="T101" fmla="*/ 46 h 174"/>
                <a:gd name="T102" fmla="*/ 9 w 1138"/>
                <a:gd name="T103" fmla="*/ 41 h 174"/>
                <a:gd name="T104" fmla="*/ 7 w 1138"/>
                <a:gd name="T105" fmla="*/ 39 h 174"/>
                <a:gd name="T106" fmla="*/ 7 w 1138"/>
                <a:gd name="T107" fmla="*/ 37 h 174"/>
                <a:gd name="T108" fmla="*/ 2 w 1138"/>
                <a:gd name="T109" fmla="*/ 34 h 174"/>
                <a:gd name="T110" fmla="*/ 0 w 1138"/>
                <a:gd name="T111" fmla="*/ 31 h 174"/>
                <a:gd name="T112" fmla="*/ 0 w 1138"/>
                <a:gd name="T113" fmla="*/ 29 h 174"/>
                <a:gd name="T114" fmla="*/ 2 w 1138"/>
                <a:gd name="T115" fmla="*/ 25 h 174"/>
                <a:gd name="T116" fmla="*/ 6 w 1138"/>
                <a:gd name="T117" fmla="*/ 21 h 174"/>
                <a:gd name="T118" fmla="*/ 7 w 1138"/>
                <a:gd name="T119" fmla="*/ 18 h 174"/>
                <a:gd name="T120" fmla="*/ 10 w 1138"/>
                <a:gd name="T121" fmla="*/ 12 h 174"/>
                <a:gd name="T122" fmla="*/ 13 w 1138"/>
                <a:gd name="T123" fmla="*/ 9 h 174"/>
                <a:gd name="T124" fmla="*/ 16 w 1138"/>
                <a:gd name="T125" fmla="*/ 6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46" name="Freeform 11">
              <a:extLst>
                <a:ext uri="{FF2B5EF4-FFF2-40B4-BE49-F238E27FC236}">
                  <a16:creationId xmlns:a16="http://schemas.microsoft.com/office/drawing/2014/main" id="{54BE3043-F915-7641-B9F1-33A938744DBE}"/>
                </a:ext>
              </a:extLst>
            </p:cNvPr>
            <p:cNvSpPr>
              <a:spLocks/>
            </p:cNvSpPr>
            <p:nvPr/>
          </p:nvSpPr>
          <p:spPr bwMode="auto">
            <a:xfrm>
              <a:off x="1735" y="1944"/>
              <a:ext cx="688" cy="687"/>
            </a:xfrm>
            <a:custGeom>
              <a:avLst/>
              <a:gdLst>
                <a:gd name="T0" fmla="*/ 66 w 741"/>
                <a:gd name="T1" fmla="*/ 197 h 744"/>
                <a:gd name="T2" fmla="*/ 99 w 741"/>
                <a:gd name="T3" fmla="*/ 162 h 744"/>
                <a:gd name="T4" fmla="*/ 106 w 741"/>
                <a:gd name="T5" fmla="*/ 151 h 744"/>
                <a:gd name="T6" fmla="*/ 128 w 741"/>
                <a:gd name="T7" fmla="*/ 128 h 744"/>
                <a:gd name="T8" fmla="*/ 133 w 741"/>
                <a:gd name="T9" fmla="*/ 122 h 744"/>
                <a:gd name="T10" fmla="*/ 147 w 741"/>
                <a:gd name="T11" fmla="*/ 109 h 744"/>
                <a:gd name="T12" fmla="*/ 159 w 741"/>
                <a:gd name="T13" fmla="*/ 98 h 744"/>
                <a:gd name="T14" fmla="*/ 174 w 741"/>
                <a:gd name="T15" fmla="*/ 86 h 744"/>
                <a:gd name="T16" fmla="*/ 187 w 741"/>
                <a:gd name="T17" fmla="*/ 75 h 744"/>
                <a:gd name="T18" fmla="*/ 196 w 741"/>
                <a:gd name="T19" fmla="*/ 71 h 744"/>
                <a:gd name="T20" fmla="*/ 201 w 741"/>
                <a:gd name="T21" fmla="*/ 66 h 744"/>
                <a:gd name="T22" fmla="*/ 219 w 741"/>
                <a:gd name="T23" fmla="*/ 57 h 744"/>
                <a:gd name="T24" fmla="*/ 227 w 741"/>
                <a:gd name="T25" fmla="*/ 54 h 744"/>
                <a:gd name="T26" fmla="*/ 232 w 741"/>
                <a:gd name="T27" fmla="*/ 51 h 744"/>
                <a:gd name="T28" fmla="*/ 237 w 741"/>
                <a:gd name="T29" fmla="*/ 47 h 744"/>
                <a:gd name="T30" fmla="*/ 241 w 741"/>
                <a:gd name="T31" fmla="*/ 42 h 744"/>
                <a:gd name="T32" fmla="*/ 244 w 741"/>
                <a:gd name="T33" fmla="*/ 38 h 744"/>
                <a:gd name="T34" fmla="*/ 244 w 741"/>
                <a:gd name="T35" fmla="*/ 33 h 744"/>
                <a:gd name="T36" fmla="*/ 244 w 741"/>
                <a:gd name="T37" fmla="*/ 28 h 744"/>
                <a:gd name="T38" fmla="*/ 240 w 741"/>
                <a:gd name="T39" fmla="*/ 24 h 744"/>
                <a:gd name="T40" fmla="*/ 237 w 741"/>
                <a:gd name="T41" fmla="*/ 18 h 744"/>
                <a:gd name="T42" fmla="*/ 235 w 741"/>
                <a:gd name="T43" fmla="*/ 14 h 744"/>
                <a:gd name="T44" fmla="*/ 231 w 741"/>
                <a:gd name="T45" fmla="*/ 11 h 744"/>
                <a:gd name="T46" fmla="*/ 227 w 741"/>
                <a:gd name="T47" fmla="*/ 7 h 744"/>
                <a:gd name="T48" fmla="*/ 223 w 741"/>
                <a:gd name="T49" fmla="*/ 6 h 744"/>
                <a:gd name="T50" fmla="*/ 219 w 741"/>
                <a:gd name="T51" fmla="*/ 6 h 744"/>
                <a:gd name="T52" fmla="*/ 207 w 741"/>
                <a:gd name="T53" fmla="*/ 2 h 744"/>
                <a:gd name="T54" fmla="*/ 201 w 741"/>
                <a:gd name="T55" fmla="*/ 0 h 744"/>
                <a:gd name="T56" fmla="*/ 188 w 741"/>
                <a:gd name="T57" fmla="*/ 6 h 744"/>
                <a:gd name="T58" fmla="*/ 157 w 741"/>
                <a:gd name="T59" fmla="*/ 33 h 744"/>
                <a:gd name="T60" fmla="*/ 150 w 741"/>
                <a:gd name="T61" fmla="*/ 39 h 744"/>
                <a:gd name="T62" fmla="*/ 146 w 741"/>
                <a:gd name="T63" fmla="*/ 44 h 744"/>
                <a:gd name="T64" fmla="*/ 139 w 741"/>
                <a:gd name="T65" fmla="*/ 51 h 744"/>
                <a:gd name="T66" fmla="*/ 125 w 741"/>
                <a:gd name="T67" fmla="*/ 66 h 744"/>
                <a:gd name="T68" fmla="*/ 110 w 741"/>
                <a:gd name="T69" fmla="*/ 79 h 744"/>
                <a:gd name="T70" fmla="*/ 102 w 741"/>
                <a:gd name="T71" fmla="*/ 86 h 744"/>
                <a:gd name="T72" fmla="*/ 95 w 741"/>
                <a:gd name="T73" fmla="*/ 92 h 744"/>
                <a:gd name="T74" fmla="*/ 88 w 741"/>
                <a:gd name="T75" fmla="*/ 98 h 744"/>
                <a:gd name="T76" fmla="*/ 79 w 741"/>
                <a:gd name="T77" fmla="*/ 102 h 744"/>
                <a:gd name="T78" fmla="*/ 62 w 741"/>
                <a:gd name="T79" fmla="*/ 111 h 744"/>
                <a:gd name="T80" fmla="*/ 42 w 741"/>
                <a:gd name="T81" fmla="*/ 133 h 744"/>
                <a:gd name="T82" fmla="*/ 24 w 741"/>
                <a:gd name="T83" fmla="*/ 157 h 744"/>
                <a:gd name="T84" fmla="*/ 8 w 741"/>
                <a:gd name="T85" fmla="*/ 183 h 744"/>
                <a:gd name="T86" fmla="*/ 0 w 741"/>
                <a:gd name="T87" fmla="*/ 204 h 744"/>
                <a:gd name="T88" fmla="*/ 6 w 741"/>
                <a:gd name="T89" fmla="*/ 223 h 744"/>
                <a:gd name="T90" fmla="*/ 12 w 741"/>
                <a:gd name="T91" fmla="*/ 224 h 744"/>
                <a:gd name="T92" fmla="*/ 34 w 741"/>
                <a:gd name="T93" fmla="*/ 224 h 744"/>
                <a:gd name="T94" fmla="*/ 66 w 741"/>
                <a:gd name="T95" fmla="*/ 197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47" name="Freeform 12">
              <a:extLst>
                <a:ext uri="{FF2B5EF4-FFF2-40B4-BE49-F238E27FC236}">
                  <a16:creationId xmlns:a16="http://schemas.microsoft.com/office/drawing/2014/main" id="{2BBBCCBF-91FD-4C49-AA73-3864B7E61EFD}"/>
                </a:ext>
              </a:extLst>
            </p:cNvPr>
            <p:cNvSpPr>
              <a:spLocks/>
            </p:cNvSpPr>
            <p:nvPr/>
          </p:nvSpPr>
          <p:spPr bwMode="auto">
            <a:xfrm>
              <a:off x="2745" y="1941"/>
              <a:ext cx="612" cy="769"/>
            </a:xfrm>
            <a:custGeom>
              <a:avLst/>
              <a:gdLst>
                <a:gd name="T0" fmla="*/ 14 w 657"/>
                <a:gd name="T1" fmla="*/ 6 h 832"/>
                <a:gd name="T2" fmla="*/ 17 w 657"/>
                <a:gd name="T3" fmla="*/ 6 h 832"/>
                <a:gd name="T4" fmla="*/ 20 w 657"/>
                <a:gd name="T5" fmla="*/ 4 h 832"/>
                <a:gd name="T6" fmla="*/ 25 w 657"/>
                <a:gd name="T7" fmla="*/ 2 h 832"/>
                <a:gd name="T8" fmla="*/ 30 w 657"/>
                <a:gd name="T9" fmla="*/ 0 h 832"/>
                <a:gd name="T10" fmla="*/ 56 w 657"/>
                <a:gd name="T11" fmla="*/ 12 h 832"/>
                <a:gd name="T12" fmla="*/ 101 w 657"/>
                <a:gd name="T13" fmla="*/ 51 h 832"/>
                <a:gd name="T14" fmla="*/ 145 w 657"/>
                <a:gd name="T15" fmla="*/ 99 h 832"/>
                <a:gd name="T16" fmla="*/ 177 w 657"/>
                <a:gd name="T17" fmla="*/ 144 h 832"/>
                <a:gd name="T18" fmla="*/ 226 w 657"/>
                <a:gd name="T19" fmla="*/ 232 h 832"/>
                <a:gd name="T20" fmla="*/ 218 w 657"/>
                <a:gd name="T21" fmla="*/ 255 h 832"/>
                <a:gd name="T22" fmla="*/ 185 w 657"/>
                <a:gd name="T23" fmla="*/ 254 h 832"/>
                <a:gd name="T24" fmla="*/ 148 w 657"/>
                <a:gd name="T25" fmla="*/ 207 h 832"/>
                <a:gd name="T26" fmla="*/ 131 w 657"/>
                <a:gd name="T27" fmla="*/ 172 h 832"/>
                <a:gd name="T28" fmla="*/ 97 w 657"/>
                <a:gd name="T29" fmla="*/ 128 h 832"/>
                <a:gd name="T30" fmla="*/ 82 w 657"/>
                <a:gd name="T31" fmla="*/ 105 h 832"/>
                <a:gd name="T32" fmla="*/ 68 w 657"/>
                <a:gd name="T33" fmla="*/ 93 h 832"/>
                <a:gd name="T34" fmla="*/ 53 w 657"/>
                <a:gd name="T35" fmla="*/ 82 h 832"/>
                <a:gd name="T36" fmla="*/ 43 w 657"/>
                <a:gd name="T37" fmla="*/ 71 h 832"/>
                <a:gd name="T38" fmla="*/ 32 w 657"/>
                <a:gd name="T39" fmla="*/ 66 h 832"/>
                <a:gd name="T40" fmla="*/ 21 w 657"/>
                <a:gd name="T41" fmla="*/ 60 h 832"/>
                <a:gd name="T42" fmla="*/ 12 w 657"/>
                <a:gd name="T43" fmla="*/ 51 h 832"/>
                <a:gd name="T44" fmla="*/ 0 w 657"/>
                <a:gd name="T45" fmla="*/ 29 h 832"/>
                <a:gd name="T46" fmla="*/ 6 w 657"/>
                <a:gd name="T47" fmla="*/ 23 h 832"/>
                <a:gd name="T48" fmla="*/ 9 w 657"/>
                <a:gd name="T49" fmla="*/ 14 h 832"/>
                <a:gd name="T50" fmla="*/ 13 w 657"/>
                <a:gd name="T51" fmla="*/ 8 h 832"/>
                <a:gd name="T52" fmla="*/ 14 w 657"/>
                <a:gd name="T53" fmla="*/ 6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119817" name="Line 9">
            <a:extLst>
              <a:ext uri="{FF2B5EF4-FFF2-40B4-BE49-F238E27FC236}">
                <a16:creationId xmlns:a16="http://schemas.microsoft.com/office/drawing/2014/main" id="{6712F360-B2EF-5E45-B11F-9E59694C7954}"/>
              </a:ext>
            </a:extLst>
          </p:cNvPr>
          <p:cNvSpPr>
            <a:spLocks noChangeShapeType="1"/>
          </p:cNvSpPr>
          <p:nvPr/>
        </p:nvSpPr>
        <p:spPr bwMode="auto">
          <a:xfrm>
            <a:off x="3234929" y="3471863"/>
            <a:ext cx="180736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18" name="Rectangle 13">
            <a:extLst>
              <a:ext uri="{FF2B5EF4-FFF2-40B4-BE49-F238E27FC236}">
                <a16:creationId xmlns:a16="http://schemas.microsoft.com/office/drawing/2014/main" id="{BD824B5E-01FA-1346-B51F-5EE9EE9E2768}"/>
              </a:ext>
            </a:extLst>
          </p:cNvPr>
          <p:cNvSpPr>
            <a:spLocks noChangeArrowheads="1"/>
          </p:cNvSpPr>
          <p:nvPr/>
        </p:nvSpPr>
        <p:spPr bwMode="auto">
          <a:xfrm>
            <a:off x="2277667" y="3427810"/>
            <a:ext cx="7739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19" name="Freeform 14">
            <a:extLst>
              <a:ext uri="{FF2B5EF4-FFF2-40B4-BE49-F238E27FC236}">
                <a16:creationId xmlns:a16="http://schemas.microsoft.com/office/drawing/2014/main" id="{F1A157C3-04FB-744A-BE5B-5FD4F2C2C397}"/>
              </a:ext>
            </a:extLst>
          </p:cNvPr>
          <p:cNvSpPr>
            <a:spLocks/>
          </p:cNvSpPr>
          <p:nvPr/>
        </p:nvSpPr>
        <p:spPr bwMode="auto">
          <a:xfrm>
            <a:off x="1852612" y="3025378"/>
            <a:ext cx="425054" cy="22622"/>
          </a:xfrm>
          <a:custGeom>
            <a:avLst/>
            <a:gdLst>
              <a:gd name="T0" fmla="*/ 0 w 386"/>
              <a:gd name="T1" fmla="*/ 2147483646 h 21"/>
              <a:gd name="T2" fmla="*/ 0 w 386"/>
              <a:gd name="T3" fmla="*/ 2147483646 h 21"/>
              <a:gd name="T4" fmla="*/ 2147483646 w 386"/>
              <a:gd name="T5" fmla="*/ 2147483646 h 21"/>
              <a:gd name="T6" fmla="*/ 2147483646 w 386"/>
              <a:gd name="T7" fmla="*/ 0 h 21"/>
              <a:gd name="T8" fmla="*/ 0 w 386"/>
              <a:gd name="T9" fmla="*/ 2147483646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820" name="Rectangle 15">
            <a:extLst>
              <a:ext uri="{FF2B5EF4-FFF2-40B4-BE49-F238E27FC236}">
                <a16:creationId xmlns:a16="http://schemas.microsoft.com/office/drawing/2014/main" id="{856CDD06-0DCD-FE42-8772-EF68B33F97DB}"/>
              </a:ext>
            </a:extLst>
          </p:cNvPr>
          <p:cNvSpPr>
            <a:spLocks noChangeArrowheads="1"/>
          </p:cNvSpPr>
          <p:nvPr/>
        </p:nvSpPr>
        <p:spPr bwMode="auto">
          <a:xfrm>
            <a:off x="1852612" y="2197894"/>
            <a:ext cx="425054"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21" name="Freeform 16">
            <a:extLst>
              <a:ext uri="{FF2B5EF4-FFF2-40B4-BE49-F238E27FC236}">
                <a16:creationId xmlns:a16="http://schemas.microsoft.com/office/drawing/2014/main" id="{81077FCD-04ED-A94E-9148-F0D619F8810B}"/>
              </a:ext>
            </a:extLst>
          </p:cNvPr>
          <p:cNvSpPr>
            <a:spLocks/>
          </p:cNvSpPr>
          <p:nvPr/>
        </p:nvSpPr>
        <p:spPr bwMode="auto">
          <a:xfrm>
            <a:off x="2993231" y="2134792"/>
            <a:ext cx="1187054" cy="1229915"/>
          </a:xfrm>
          <a:custGeom>
            <a:avLst/>
            <a:gdLst>
              <a:gd name="T0" fmla="*/ 0 w 945"/>
              <a:gd name="T1" fmla="*/ 2147483646 h 888"/>
              <a:gd name="T2" fmla="*/ 2147483646 w 945"/>
              <a:gd name="T3" fmla="*/ 2147483646 h 888"/>
              <a:gd name="T4" fmla="*/ 2147483646 w 945"/>
              <a:gd name="T5" fmla="*/ 2147483646 h 888"/>
              <a:gd name="T6" fmla="*/ 2147483646 w 945"/>
              <a:gd name="T7" fmla="*/ 0 h 888"/>
              <a:gd name="T8" fmla="*/ 0 w 945"/>
              <a:gd name="T9" fmla="*/ 2147483646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119822" name="Freeform 17">
            <a:extLst>
              <a:ext uri="{FF2B5EF4-FFF2-40B4-BE49-F238E27FC236}">
                <a16:creationId xmlns:a16="http://schemas.microsoft.com/office/drawing/2014/main" id="{0F99812A-A60E-A345-BB12-CF8CC233D457}"/>
              </a:ext>
            </a:extLst>
          </p:cNvPr>
          <p:cNvSpPr>
            <a:spLocks/>
          </p:cNvSpPr>
          <p:nvPr/>
        </p:nvSpPr>
        <p:spPr bwMode="auto">
          <a:xfrm>
            <a:off x="2767012" y="1329929"/>
            <a:ext cx="3767138" cy="663178"/>
          </a:xfrm>
          <a:custGeom>
            <a:avLst/>
            <a:gdLst>
              <a:gd name="T0" fmla="*/ 2147483646 w 3403"/>
              <a:gd name="T1" fmla="*/ 2147483646 h 603"/>
              <a:gd name="T2" fmla="*/ 2147483646 w 3403"/>
              <a:gd name="T3" fmla="*/ 0 h 603"/>
              <a:gd name="T4" fmla="*/ 2147483646 w 3403"/>
              <a:gd name="T5" fmla="*/ 2147483646 h 603"/>
              <a:gd name="T6" fmla="*/ 2147483646 w 3403"/>
              <a:gd name="T7" fmla="*/ 2147483646 h 603"/>
              <a:gd name="T8" fmla="*/ 2147483646 w 3403"/>
              <a:gd name="T9" fmla="*/ 2147483646 h 603"/>
              <a:gd name="T10" fmla="*/ 2147483646 w 3403"/>
              <a:gd name="T11" fmla="*/ 2147483646 h 603"/>
              <a:gd name="T12" fmla="*/ 2147483646 w 3403"/>
              <a:gd name="T13" fmla="*/ 2147483646 h 603"/>
              <a:gd name="T14" fmla="*/ 2147483646 w 3403"/>
              <a:gd name="T15" fmla="*/ 2147483646 h 603"/>
              <a:gd name="T16" fmla="*/ 2147483646 w 3403"/>
              <a:gd name="T17" fmla="*/ 2147483646 h 603"/>
              <a:gd name="T18" fmla="*/ 2147483646 w 3403"/>
              <a:gd name="T19" fmla="*/ 2147483646 h 603"/>
              <a:gd name="T20" fmla="*/ 2147483646 w 3403"/>
              <a:gd name="T21" fmla="*/ 2147483646 h 603"/>
              <a:gd name="T22" fmla="*/ 2147483646 w 3403"/>
              <a:gd name="T23" fmla="*/ 2147483646 h 603"/>
              <a:gd name="T24" fmla="*/ 2147483646 w 3403"/>
              <a:gd name="T25" fmla="*/ 2147483646 h 603"/>
              <a:gd name="T26" fmla="*/ 2147483646 w 3403"/>
              <a:gd name="T27" fmla="*/ 2147483646 h 603"/>
              <a:gd name="T28" fmla="*/ 2147483646 w 3403"/>
              <a:gd name="T29" fmla="*/ 2147483646 h 603"/>
              <a:gd name="T30" fmla="*/ 2147483646 w 3403"/>
              <a:gd name="T31" fmla="*/ 2147483646 h 603"/>
              <a:gd name="T32" fmla="*/ 2147483646 w 3403"/>
              <a:gd name="T33" fmla="*/ 2147483646 h 603"/>
              <a:gd name="T34" fmla="*/ 2147483646 w 3403"/>
              <a:gd name="T35" fmla="*/ 2147483646 h 603"/>
              <a:gd name="T36" fmla="*/ 2147483646 w 3403"/>
              <a:gd name="T37" fmla="*/ 2147483646 h 603"/>
              <a:gd name="T38" fmla="*/ 2147483646 w 3403"/>
              <a:gd name="T39" fmla="*/ 2147483646 h 603"/>
              <a:gd name="T40" fmla="*/ 2147483646 w 3403"/>
              <a:gd name="T41" fmla="*/ 2147483646 h 603"/>
              <a:gd name="T42" fmla="*/ 2147483646 w 3403"/>
              <a:gd name="T43" fmla="*/ 2147483646 h 603"/>
              <a:gd name="T44" fmla="*/ 2147483646 w 3403"/>
              <a:gd name="T45" fmla="*/ 2147483646 h 603"/>
              <a:gd name="T46" fmla="*/ 2147483646 w 3403"/>
              <a:gd name="T47" fmla="*/ 2147483646 h 603"/>
              <a:gd name="T48" fmla="*/ 2147483646 w 3403"/>
              <a:gd name="T49" fmla="*/ 2147483646 h 603"/>
              <a:gd name="T50" fmla="*/ 2147483646 w 3403"/>
              <a:gd name="T51" fmla="*/ 2147483646 h 603"/>
              <a:gd name="T52" fmla="*/ 2147483646 w 3403"/>
              <a:gd name="T53" fmla="*/ 2147483646 h 603"/>
              <a:gd name="T54" fmla="*/ 2147483646 w 3403"/>
              <a:gd name="T55" fmla="*/ 2147483646 h 603"/>
              <a:gd name="T56" fmla="*/ 2147483646 w 3403"/>
              <a:gd name="T57" fmla="*/ 2147483646 h 603"/>
              <a:gd name="T58" fmla="*/ 2147483646 w 3403"/>
              <a:gd name="T59" fmla="*/ 2147483646 h 603"/>
              <a:gd name="T60" fmla="*/ 2147483646 w 3403"/>
              <a:gd name="T61" fmla="*/ 2147483646 h 603"/>
              <a:gd name="T62" fmla="*/ 2147483646 w 3403"/>
              <a:gd name="T63" fmla="*/ 2147483646 h 603"/>
              <a:gd name="T64" fmla="*/ 2147483646 w 3403"/>
              <a:gd name="T65" fmla="*/ 2147483646 h 603"/>
              <a:gd name="T66" fmla="*/ 2147483646 w 3403"/>
              <a:gd name="T67" fmla="*/ 2147483646 h 603"/>
              <a:gd name="T68" fmla="*/ 2147483646 w 3403"/>
              <a:gd name="T69" fmla="*/ 2147483646 h 603"/>
              <a:gd name="T70" fmla="*/ 2147483646 w 3403"/>
              <a:gd name="T71" fmla="*/ 2147483646 h 603"/>
              <a:gd name="T72" fmla="*/ 2147483646 w 3403"/>
              <a:gd name="T73" fmla="*/ 2147483646 h 603"/>
              <a:gd name="T74" fmla="*/ 2147483646 w 3403"/>
              <a:gd name="T75" fmla="*/ 2147483646 h 603"/>
              <a:gd name="T76" fmla="*/ 2147483646 w 3403"/>
              <a:gd name="T77" fmla="*/ 2147483646 h 603"/>
              <a:gd name="T78" fmla="*/ 2147483646 w 3403"/>
              <a:gd name="T79" fmla="*/ 2147483646 h 603"/>
              <a:gd name="T80" fmla="*/ 2147483646 w 3403"/>
              <a:gd name="T81" fmla="*/ 2147483646 h 603"/>
              <a:gd name="T82" fmla="*/ 2147483646 w 3403"/>
              <a:gd name="T83" fmla="*/ 2147483646 h 603"/>
              <a:gd name="T84" fmla="*/ 2147483646 w 3403"/>
              <a:gd name="T85" fmla="*/ 2147483646 h 603"/>
              <a:gd name="T86" fmla="*/ 2147483646 w 3403"/>
              <a:gd name="T87" fmla="*/ 2147483646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823" name="Freeform 18">
            <a:extLst>
              <a:ext uri="{FF2B5EF4-FFF2-40B4-BE49-F238E27FC236}">
                <a16:creationId xmlns:a16="http://schemas.microsoft.com/office/drawing/2014/main" id="{CC7B477E-7354-8346-BDDB-74AA449B88A3}"/>
              </a:ext>
            </a:extLst>
          </p:cNvPr>
          <p:cNvSpPr>
            <a:spLocks/>
          </p:cNvSpPr>
          <p:nvPr/>
        </p:nvSpPr>
        <p:spPr bwMode="auto">
          <a:xfrm>
            <a:off x="4311253" y="2121694"/>
            <a:ext cx="889397" cy="1191816"/>
          </a:xfrm>
          <a:custGeom>
            <a:avLst/>
            <a:gdLst>
              <a:gd name="T0" fmla="*/ 2147483646 w 1094"/>
              <a:gd name="T1" fmla="*/ 2147483646 h 901"/>
              <a:gd name="T2" fmla="*/ 2147483646 w 1094"/>
              <a:gd name="T3" fmla="*/ 2147483646 h 901"/>
              <a:gd name="T4" fmla="*/ 2147483646 w 1094"/>
              <a:gd name="T5" fmla="*/ 0 h 901"/>
              <a:gd name="T6" fmla="*/ 0 w 1094"/>
              <a:gd name="T7" fmla="*/ 2147483646 h 901"/>
              <a:gd name="T8" fmla="*/ 2147483646 w 1094"/>
              <a:gd name="T9" fmla="*/ 2147483646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824" name="Rectangle 19">
            <a:extLst>
              <a:ext uri="{FF2B5EF4-FFF2-40B4-BE49-F238E27FC236}">
                <a16:creationId xmlns:a16="http://schemas.microsoft.com/office/drawing/2014/main" id="{8018315F-2AC7-C043-AACF-571D18F79EA0}"/>
              </a:ext>
            </a:extLst>
          </p:cNvPr>
          <p:cNvSpPr>
            <a:spLocks noChangeArrowheads="1"/>
          </p:cNvSpPr>
          <p:nvPr/>
        </p:nvSpPr>
        <p:spPr bwMode="auto">
          <a:xfrm>
            <a:off x="6898482" y="3071813"/>
            <a:ext cx="470297"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25" name="Rectangle 20">
            <a:extLst>
              <a:ext uri="{FF2B5EF4-FFF2-40B4-BE49-F238E27FC236}">
                <a16:creationId xmlns:a16="http://schemas.microsoft.com/office/drawing/2014/main" id="{F859A2FA-017E-DD4B-8DCD-964D60FD03DB}"/>
              </a:ext>
            </a:extLst>
          </p:cNvPr>
          <p:cNvSpPr>
            <a:spLocks noChangeArrowheads="1"/>
          </p:cNvSpPr>
          <p:nvPr/>
        </p:nvSpPr>
        <p:spPr bwMode="auto">
          <a:xfrm>
            <a:off x="6908007" y="2251473"/>
            <a:ext cx="4691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26" name="Rectangle 21">
            <a:extLst>
              <a:ext uri="{FF2B5EF4-FFF2-40B4-BE49-F238E27FC236}">
                <a16:creationId xmlns:a16="http://schemas.microsoft.com/office/drawing/2014/main" id="{0980E5E7-39E4-CB44-8664-9431820BC03A}"/>
              </a:ext>
            </a:extLst>
          </p:cNvPr>
          <p:cNvSpPr>
            <a:spLocks noChangeArrowheads="1"/>
          </p:cNvSpPr>
          <p:nvPr/>
        </p:nvSpPr>
        <p:spPr bwMode="auto">
          <a:xfrm>
            <a:off x="6041231" y="3577829"/>
            <a:ext cx="13946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B</a:t>
            </a:r>
            <a:endParaRPr kumimoji="1" lang="en-US" altLang="zh-CN" sz="1500">
              <a:latin typeface="Arial" panose="020B0604020202020204" pitchFamily="34" charset="0"/>
              <a:ea typeface="宋体" panose="02010600030101010101" pitchFamily="2" charset="-122"/>
            </a:endParaRPr>
          </a:p>
        </p:txBody>
      </p:sp>
      <p:sp>
        <p:nvSpPr>
          <p:cNvPr id="119827" name="Oval 22">
            <a:extLst>
              <a:ext uri="{FF2B5EF4-FFF2-40B4-BE49-F238E27FC236}">
                <a16:creationId xmlns:a16="http://schemas.microsoft.com/office/drawing/2014/main" id="{E7B79456-C53A-2342-9E96-BE0577D1E676}"/>
              </a:ext>
            </a:extLst>
          </p:cNvPr>
          <p:cNvSpPr>
            <a:spLocks noChangeArrowheads="1"/>
          </p:cNvSpPr>
          <p:nvPr/>
        </p:nvSpPr>
        <p:spPr bwMode="auto">
          <a:xfrm>
            <a:off x="3831432" y="4216003"/>
            <a:ext cx="88106"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9828" name="Group 23">
            <a:extLst>
              <a:ext uri="{FF2B5EF4-FFF2-40B4-BE49-F238E27FC236}">
                <a16:creationId xmlns:a16="http://schemas.microsoft.com/office/drawing/2014/main" id="{C1B36EF8-E78F-764E-B4CD-1080D969F048}"/>
              </a:ext>
            </a:extLst>
          </p:cNvPr>
          <p:cNvGrpSpPr>
            <a:grpSpLocks/>
          </p:cNvGrpSpPr>
          <p:nvPr/>
        </p:nvGrpSpPr>
        <p:grpSpPr bwMode="auto">
          <a:xfrm>
            <a:off x="1577579" y="2712244"/>
            <a:ext cx="378619" cy="386954"/>
            <a:chOff x="101" y="2294"/>
            <a:chExt cx="343" cy="353"/>
          </a:xfrm>
        </p:grpSpPr>
        <p:grpSp>
          <p:nvGrpSpPr>
            <p:cNvPr id="120219" name="Group 24">
              <a:extLst>
                <a:ext uri="{FF2B5EF4-FFF2-40B4-BE49-F238E27FC236}">
                  <a16:creationId xmlns:a16="http://schemas.microsoft.com/office/drawing/2014/main" id="{0AFCAB73-FC28-594D-9008-4A5F4BF73435}"/>
                </a:ext>
              </a:extLst>
            </p:cNvPr>
            <p:cNvGrpSpPr>
              <a:grpSpLocks/>
            </p:cNvGrpSpPr>
            <p:nvPr/>
          </p:nvGrpSpPr>
          <p:grpSpPr bwMode="auto">
            <a:xfrm>
              <a:off x="109" y="2301"/>
              <a:ext cx="335" cy="346"/>
              <a:chOff x="109" y="2301"/>
              <a:chExt cx="335" cy="346"/>
            </a:xfrm>
          </p:grpSpPr>
          <p:sp>
            <p:nvSpPr>
              <p:cNvPr id="120233" name="Freeform 25">
                <a:extLst>
                  <a:ext uri="{FF2B5EF4-FFF2-40B4-BE49-F238E27FC236}">
                    <a16:creationId xmlns:a16="http://schemas.microsoft.com/office/drawing/2014/main" id="{5A2334D0-FA1C-E040-BAC1-127CA50189DF}"/>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34" name="Freeform 26">
                <a:extLst>
                  <a:ext uri="{FF2B5EF4-FFF2-40B4-BE49-F238E27FC236}">
                    <a16:creationId xmlns:a16="http://schemas.microsoft.com/office/drawing/2014/main" id="{5168B3B0-ECD1-1340-B5C7-B90FE7F6C32A}"/>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35" name="Freeform 27">
                <a:extLst>
                  <a:ext uri="{FF2B5EF4-FFF2-40B4-BE49-F238E27FC236}">
                    <a16:creationId xmlns:a16="http://schemas.microsoft.com/office/drawing/2014/main" id="{11E6DCCB-B5C6-0D4A-8F7C-9FA9DA13B2BC}"/>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36" name="Freeform 28">
                <a:extLst>
                  <a:ext uri="{FF2B5EF4-FFF2-40B4-BE49-F238E27FC236}">
                    <a16:creationId xmlns:a16="http://schemas.microsoft.com/office/drawing/2014/main" id="{F6406925-5EB8-B44B-B2DB-8952CAE875CE}"/>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37" name="Rectangle 29">
                <a:extLst>
                  <a:ext uri="{FF2B5EF4-FFF2-40B4-BE49-F238E27FC236}">
                    <a16:creationId xmlns:a16="http://schemas.microsoft.com/office/drawing/2014/main" id="{43C609C8-1B95-7949-A472-2761F461ED7C}"/>
                  </a:ext>
                </a:extLst>
              </p:cNvPr>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38" name="Rectangle 30">
                <a:extLst>
                  <a:ext uri="{FF2B5EF4-FFF2-40B4-BE49-F238E27FC236}">
                    <a16:creationId xmlns:a16="http://schemas.microsoft.com/office/drawing/2014/main" id="{33720276-8F71-C945-91CB-65A555BC027C}"/>
                  </a:ext>
                </a:extLst>
              </p:cNvPr>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39" name="Rectangle 31">
                <a:extLst>
                  <a:ext uri="{FF2B5EF4-FFF2-40B4-BE49-F238E27FC236}">
                    <a16:creationId xmlns:a16="http://schemas.microsoft.com/office/drawing/2014/main" id="{0B356068-FAC1-CF48-96ED-CBCF15708CAF}"/>
                  </a:ext>
                </a:extLst>
              </p:cNvPr>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40" name="Line 32">
                <a:extLst>
                  <a:ext uri="{FF2B5EF4-FFF2-40B4-BE49-F238E27FC236}">
                    <a16:creationId xmlns:a16="http://schemas.microsoft.com/office/drawing/2014/main" id="{95593708-6816-BA4C-AC97-C34A0BB34CEB}"/>
                  </a:ext>
                </a:extLst>
              </p:cNvPr>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241" name="Group 33">
                <a:extLst>
                  <a:ext uri="{FF2B5EF4-FFF2-40B4-BE49-F238E27FC236}">
                    <a16:creationId xmlns:a16="http://schemas.microsoft.com/office/drawing/2014/main" id="{3321CB8D-420C-4148-813F-FB0EB7A582CD}"/>
                  </a:ext>
                </a:extLst>
              </p:cNvPr>
              <p:cNvGrpSpPr>
                <a:grpSpLocks/>
              </p:cNvGrpSpPr>
              <p:nvPr/>
            </p:nvGrpSpPr>
            <p:grpSpPr bwMode="auto">
              <a:xfrm>
                <a:off x="109" y="2596"/>
                <a:ext cx="335" cy="51"/>
                <a:chOff x="109" y="2596"/>
                <a:chExt cx="335" cy="51"/>
              </a:xfrm>
            </p:grpSpPr>
            <p:sp>
              <p:nvSpPr>
                <p:cNvPr id="120242" name="Freeform 34">
                  <a:extLst>
                    <a:ext uri="{FF2B5EF4-FFF2-40B4-BE49-F238E27FC236}">
                      <a16:creationId xmlns:a16="http://schemas.microsoft.com/office/drawing/2014/main" id="{EB767609-3F7C-9A4F-85AF-7D329CFDD133}"/>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43" name="Freeform 35">
                  <a:extLst>
                    <a:ext uri="{FF2B5EF4-FFF2-40B4-BE49-F238E27FC236}">
                      <a16:creationId xmlns:a16="http://schemas.microsoft.com/office/drawing/2014/main" id="{32B98513-0CB9-D244-91FC-D0ADE3E9064E}"/>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44" name="Rectangle 36">
                  <a:extLst>
                    <a:ext uri="{FF2B5EF4-FFF2-40B4-BE49-F238E27FC236}">
                      <a16:creationId xmlns:a16="http://schemas.microsoft.com/office/drawing/2014/main" id="{F0853810-2FD6-824D-B911-30740381025D}"/>
                    </a:ext>
                  </a:extLst>
                </p:cNvPr>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20220" name="Group 37">
              <a:extLst>
                <a:ext uri="{FF2B5EF4-FFF2-40B4-BE49-F238E27FC236}">
                  <a16:creationId xmlns:a16="http://schemas.microsoft.com/office/drawing/2014/main" id="{CD59F8DE-D1E4-DF45-960A-06B122FB2D72}"/>
                </a:ext>
              </a:extLst>
            </p:cNvPr>
            <p:cNvGrpSpPr>
              <a:grpSpLocks/>
            </p:cNvGrpSpPr>
            <p:nvPr/>
          </p:nvGrpSpPr>
          <p:grpSpPr bwMode="auto">
            <a:xfrm>
              <a:off x="101" y="2294"/>
              <a:ext cx="335" cy="347"/>
              <a:chOff x="101" y="2294"/>
              <a:chExt cx="335" cy="347"/>
            </a:xfrm>
          </p:grpSpPr>
          <p:sp>
            <p:nvSpPr>
              <p:cNvPr id="120221" name="Freeform 38">
                <a:extLst>
                  <a:ext uri="{FF2B5EF4-FFF2-40B4-BE49-F238E27FC236}">
                    <a16:creationId xmlns:a16="http://schemas.microsoft.com/office/drawing/2014/main" id="{1BDEAD7C-6F1B-6841-AF5A-E196D02E5408}"/>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22" name="Freeform 39">
                <a:extLst>
                  <a:ext uri="{FF2B5EF4-FFF2-40B4-BE49-F238E27FC236}">
                    <a16:creationId xmlns:a16="http://schemas.microsoft.com/office/drawing/2014/main" id="{B62F3F79-37FB-4D4F-B01B-79E49EFD434E}"/>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23" name="Freeform 40">
                <a:extLst>
                  <a:ext uri="{FF2B5EF4-FFF2-40B4-BE49-F238E27FC236}">
                    <a16:creationId xmlns:a16="http://schemas.microsoft.com/office/drawing/2014/main" id="{6ACD1C1A-0069-0646-9F19-6A2DB6977CB8}"/>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24" name="Freeform 41">
                <a:extLst>
                  <a:ext uri="{FF2B5EF4-FFF2-40B4-BE49-F238E27FC236}">
                    <a16:creationId xmlns:a16="http://schemas.microsoft.com/office/drawing/2014/main" id="{8430A9C0-7339-974B-897E-E65832BB536E}"/>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25" name="Rectangle 42">
                <a:extLst>
                  <a:ext uri="{FF2B5EF4-FFF2-40B4-BE49-F238E27FC236}">
                    <a16:creationId xmlns:a16="http://schemas.microsoft.com/office/drawing/2014/main" id="{FF053804-2766-E349-9C4D-4ADFD622CC31}"/>
                  </a:ext>
                </a:extLst>
              </p:cNvPr>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26" name="Rectangle 43">
                <a:extLst>
                  <a:ext uri="{FF2B5EF4-FFF2-40B4-BE49-F238E27FC236}">
                    <a16:creationId xmlns:a16="http://schemas.microsoft.com/office/drawing/2014/main" id="{88D6B8B9-A6B5-FE41-A170-91FA364DC7A3}"/>
                  </a:ext>
                </a:extLst>
              </p:cNvPr>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27" name="Rectangle 44">
                <a:extLst>
                  <a:ext uri="{FF2B5EF4-FFF2-40B4-BE49-F238E27FC236}">
                    <a16:creationId xmlns:a16="http://schemas.microsoft.com/office/drawing/2014/main" id="{A39C3687-B6EF-1446-B23D-20BEB6753F48}"/>
                  </a:ext>
                </a:extLst>
              </p:cNvPr>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28" name="Line 45">
                <a:extLst>
                  <a:ext uri="{FF2B5EF4-FFF2-40B4-BE49-F238E27FC236}">
                    <a16:creationId xmlns:a16="http://schemas.microsoft.com/office/drawing/2014/main" id="{4FF18F46-B3E2-B74E-89E0-722EBBE1E8AE}"/>
                  </a:ext>
                </a:extLst>
              </p:cNvPr>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229" name="Group 46">
                <a:extLst>
                  <a:ext uri="{FF2B5EF4-FFF2-40B4-BE49-F238E27FC236}">
                    <a16:creationId xmlns:a16="http://schemas.microsoft.com/office/drawing/2014/main" id="{A04FD918-A5C3-7041-814D-A7955239E28B}"/>
                  </a:ext>
                </a:extLst>
              </p:cNvPr>
              <p:cNvGrpSpPr>
                <a:grpSpLocks/>
              </p:cNvGrpSpPr>
              <p:nvPr/>
            </p:nvGrpSpPr>
            <p:grpSpPr bwMode="auto">
              <a:xfrm>
                <a:off x="101" y="2590"/>
                <a:ext cx="335" cy="51"/>
                <a:chOff x="101" y="2590"/>
                <a:chExt cx="335" cy="51"/>
              </a:xfrm>
            </p:grpSpPr>
            <p:sp>
              <p:nvSpPr>
                <p:cNvPr id="120230" name="Freeform 47">
                  <a:extLst>
                    <a:ext uri="{FF2B5EF4-FFF2-40B4-BE49-F238E27FC236}">
                      <a16:creationId xmlns:a16="http://schemas.microsoft.com/office/drawing/2014/main" id="{9A4472D0-0502-074C-91F1-3DEC9665C1A6}"/>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31" name="Freeform 48">
                  <a:extLst>
                    <a:ext uri="{FF2B5EF4-FFF2-40B4-BE49-F238E27FC236}">
                      <a16:creationId xmlns:a16="http://schemas.microsoft.com/office/drawing/2014/main" id="{7D1AFB8B-D8E4-214D-BEFC-8839075A4426}"/>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32" name="Rectangle 49">
                  <a:extLst>
                    <a:ext uri="{FF2B5EF4-FFF2-40B4-BE49-F238E27FC236}">
                      <a16:creationId xmlns:a16="http://schemas.microsoft.com/office/drawing/2014/main" id="{D03537AE-A730-B74C-BE76-0BBFE131171C}"/>
                    </a:ext>
                  </a:extLst>
                </p:cNvPr>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9829" name="Group 50">
            <a:extLst>
              <a:ext uri="{FF2B5EF4-FFF2-40B4-BE49-F238E27FC236}">
                <a16:creationId xmlns:a16="http://schemas.microsoft.com/office/drawing/2014/main" id="{9C5CFF26-0C1B-9148-A8BB-9982BBF3CD3E}"/>
              </a:ext>
            </a:extLst>
          </p:cNvPr>
          <p:cNvGrpSpPr>
            <a:grpSpLocks/>
          </p:cNvGrpSpPr>
          <p:nvPr/>
        </p:nvGrpSpPr>
        <p:grpSpPr bwMode="auto">
          <a:xfrm>
            <a:off x="3661173" y="4561285"/>
            <a:ext cx="377428" cy="386953"/>
            <a:chOff x="3891" y="3616"/>
            <a:chExt cx="342" cy="353"/>
          </a:xfrm>
        </p:grpSpPr>
        <p:grpSp>
          <p:nvGrpSpPr>
            <p:cNvPr id="120193" name="Group 51">
              <a:extLst>
                <a:ext uri="{FF2B5EF4-FFF2-40B4-BE49-F238E27FC236}">
                  <a16:creationId xmlns:a16="http://schemas.microsoft.com/office/drawing/2014/main" id="{FD8437AB-6906-E94D-BBCC-E38D0AACA0B7}"/>
                </a:ext>
              </a:extLst>
            </p:cNvPr>
            <p:cNvGrpSpPr>
              <a:grpSpLocks/>
            </p:cNvGrpSpPr>
            <p:nvPr/>
          </p:nvGrpSpPr>
          <p:grpSpPr bwMode="auto">
            <a:xfrm>
              <a:off x="3899" y="3622"/>
              <a:ext cx="334" cy="347"/>
              <a:chOff x="3899" y="3622"/>
              <a:chExt cx="334" cy="347"/>
            </a:xfrm>
          </p:grpSpPr>
          <p:sp>
            <p:nvSpPr>
              <p:cNvPr id="120207" name="Freeform 52">
                <a:extLst>
                  <a:ext uri="{FF2B5EF4-FFF2-40B4-BE49-F238E27FC236}">
                    <a16:creationId xmlns:a16="http://schemas.microsoft.com/office/drawing/2014/main" id="{DE37FFD4-0412-5C4E-92EA-49F5FE91FF86}"/>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08" name="Freeform 53">
                <a:extLst>
                  <a:ext uri="{FF2B5EF4-FFF2-40B4-BE49-F238E27FC236}">
                    <a16:creationId xmlns:a16="http://schemas.microsoft.com/office/drawing/2014/main" id="{DA7EE725-D794-9A47-9128-A3B46B5E63A5}"/>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09" name="Freeform 54">
                <a:extLst>
                  <a:ext uri="{FF2B5EF4-FFF2-40B4-BE49-F238E27FC236}">
                    <a16:creationId xmlns:a16="http://schemas.microsoft.com/office/drawing/2014/main" id="{826E5605-A021-2D4F-BBBE-23D965D13F1C}"/>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10" name="Freeform 55">
                <a:extLst>
                  <a:ext uri="{FF2B5EF4-FFF2-40B4-BE49-F238E27FC236}">
                    <a16:creationId xmlns:a16="http://schemas.microsoft.com/office/drawing/2014/main" id="{5CA53311-13EF-DF4F-900F-9948E4EF2556}"/>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11" name="Rectangle 56">
                <a:extLst>
                  <a:ext uri="{FF2B5EF4-FFF2-40B4-BE49-F238E27FC236}">
                    <a16:creationId xmlns:a16="http://schemas.microsoft.com/office/drawing/2014/main" id="{3E8418DA-98F6-3D43-8487-541DD30A1AB2}"/>
                  </a:ext>
                </a:extLst>
              </p:cNvPr>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12" name="Rectangle 57">
                <a:extLst>
                  <a:ext uri="{FF2B5EF4-FFF2-40B4-BE49-F238E27FC236}">
                    <a16:creationId xmlns:a16="http://schemas.microsoft.com/office/drawing/2014/main" id="{36326301-EDB2-A044-AAF1-6DB33538E99A}"/>
                  </a:ext>
                </a:extLst>
              </p:cNvPr>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13" name="Rectangle 58">
                <a:extLst>
                  <a:ext uri="{FF2B5EF4-FFF2-40B4-BE49-F238E27FC236}">
                    <a16:creationId xmlns:a16="http://schemas.microsoft.com/office/drawing/2014/main" id="{2AC46B6A-5BF2-B74C-92A9-F6A6CE50782E}"/>
                  </a:ext>
                </a:extLst>
              </p:cNvPr>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14" name="Line 59">
                <a:extLst>
                  <a:ext uri="{FF2B5EF4-FFF2-40B4-BE49-F238E27FC236}">
                    <a16:creationId xmlns:a16="http://schemas.microsoft.com/office/drawing/2014/main" id="{3DA62F18-F1E1-4E4F-8D40-3C3BCF4BBDA8}"/>
                  </a:ext>
                </a:extLst>
              </p:cNvPr>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215" name="Group 60">
                <a:extLst>
                  <a:ext uri="{FF2B5EF4-FFF2-40B4-BE49-F238E27FC236}">
                    <a16:creationId xmlns:a16="http://schemas.microsoft.com/office/drawing/2014/main" id="{C6661728-BA8C-2B4A-A305-59A081F7EB71}"/>
                  </a:ext>
                </a:extLst>
              </p:cNvPr>
              <p:cNvGrpSpPr>
                <a:grpSpLocks/>
              </p:cNvGrpSpPr>
              <p:nvPr/>
            </p:nvGrpSpPr>
            <p:grpSpPr bwMode="auto">
              <a:xfrm>
                <a:off x="3899" y="3918"/>
                <a:ext cx="334" cy="51"/>
                <a:chOff x="3899" y="3918"/>
                <a:chExt cx="334" cy="51"/>
              </a:xfrm>
            </p:grpSpPr>
            <p:sp>
              <p:nvSpPr>
                <p:cNvPr id="120216" name="Freeform 61">
                  <a:extLst>
                    <a:ext uri="{FF2B5EF4-FFF2-40B4-BE49-F238E27FC236}">
                      <a16:creationId xmlns:a16="http://schemas.microsoft.com/office/drawing/2014/main" id="{43C9F5A7-AD1F-AF4E-BCDF-3BA888B14B54}"/>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17" name="Freeform 62">
                  <a:extLst>
                    <a:ext uri="{FF2B5EF4-FFF2-40B4-BE49-F238E27FC236}">
                      <a16:creationId xmlns:a16="http://schemas.microsoft.com/office/drawing/2014/main" id="{CFD5C23D-4267-6248-A2CC-404D0E3BE820}"/>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18" name="Rectangle 63">
                  <a:extLst>
                    <a:ext uri="{FF2B5EF4-FFF2-40B4-BE49-F238E27FC236}">
                      <a16:creationId xmlns:a16="http://schemas.microsoft.com/office/drawing/2014/main" id="{222090BF-D3ED-B74B-AD68-2DF717B51ADF}"/>
                    </a:ext>
                  </a:extLst>
                </p:cNvPr>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20194" name="Group 64">
              <a:extLst>
                <a:ext uri="{FF2B5EF4-FFF2-40B4-BE49-F238E27FC236}">
                  <a16:creationId xmlns:a16="http://schemas.microsoft.com/office/drawing/2014/main" id="{D71DF35A-912A-DB45-9219-03CEEC4D84BA}"/>
                </a:ext>
              </a:extLst>
            </p:cNvPr>
            <p:cNvGrpSpPr>
              <a:grpSpLocks/>
            </p:cNvGrpSpPr>
            <p:nvPr/>
          </p:nvGrpSpPr>
          <p:grpSpPr bwMode="auto">
            <a:xfrm>
              <a:off x="3891" y="3616"/>
              <a:ext cx="334" cy="346"/>
              <a:chOff x="3891" y="3616"/>
              <a:chExt cx="334" cy="346"/>
            </a:xfrm>
          </p:grpSpPr>
          <p:sp>
            <p:nvSpPr>
              <p:cNvPr id="120195" name="Freeform 65">
                <a:extLst>
                  <a:ext uri="{FF2B5EF4-FFF2-40B4-BE49-F238E27FC236}">
                    <a16:creationId xmlns:a16="http://schemas.microsoft.com/office/drawing/2014/main" id="{32A51596-48DC-464F-8FA8-A977396BC124}"/>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96" name="Freeform 66">
                <a:extLst>
                  <a:ext uri="{FF2B5EF4-FFF2-40B4-BE49-F238E27FC236}">
                    <a16:creationId xmlns:a16="http://schemas.microsoft.com/office/drawing/2014/main" id="{9991EF2F-1C41-3F4B-9B6B-36D39738AE61}"/>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97" name="Freeform 67">
                <a:extLst>
                  <a:ext uri="{FF2B5EF4-FFF2-40B4-BE49-F238E27FC236}">
                    <a16:creationId xmlns:a16="http://schemas.microsoft.com/office/drawing/2014/main" id="{389E5054-5844-E84D-B3F8-483D210462A7}"/>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98" name="Freeform 68">
                <a:extLst>
                  <a:ext uri="{FF2B5EF4-FFF2-40B4-BE49-F238E27FC236}">
                    <a16:creationId xmlns:a16="http://schemas.microsoft.com/office/drawing/2014/main" id="{01023C92-5993-0144-9C5B-3A72BBCE9E13}"/>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99" name="Rectangle 69">
                <a:extLst>
                  <a:ext uri="{FF2B5EF4-FFF2-40B4-BE49-F238E27FC236}">
                    <a16:creationId xmlns:a16="http://schemas.microsoft.com/office/drawing/2014/main" id="{56E15D1B-B639-494D-9834-778F90116042}"/>
                  </a:ext>
                </a:extLst>
              </p:cNvPr>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00" name="Rectangle 70">
                <a:extLst>
                  <a:ext uri="{FF2B5EF4-FFF2-40B4-BE49-F238E27FC236}">
                    <a16:creationId xmlns:a16="http://schemas.microsoft.com/office/drawing/2014/main" id="{5844A022-9DE4-D547-95A7-62C1C63078F9}"/>
                  </a:ext>
                </a:extLst>
              </p:cNvPr>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01" name="Rectangle 71">
                <a:extLst>
                  <a:ext uri="{FF2B5EF4-FFF2-40B4-BE49-F238E27FC236}">
                    <a16:creationId xmlns:a16="http://schemas.microsoft.com/office/drawing/2014/main" id="{341BB1BB-898F-F14E-96F3-EC4983F14C0B}"/>
                  </a:ext>
                </a:extLst>
              </p:cNvPr>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02" name="Line 72">
                <a:extLst>
                  <a:ext uri="{FF2B5EF4-FFF2-40B4-BE49-F238E27FC236}">
                    <a16:creationId xmlns:a16="http://schemas.microsoft.com/office/drawing/2014/main" id="{05C2421F-50D6-BE46-B283-B436F2EEA76D}"/>
                  </a:ext>
                </a:extLst>
              </p:cNvPr>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203" name="Group 73">
                <a:extLst>
                  <a:ext uri="{FF2B5EF4-FFF2-40B4-BE49-F238E27FC236}">
                    <a16:creationId xmlns:a16="http://schemas.microsoft.com/office/drawing/2014/main" id="{3C028665-1FAC-854D-960B-001F787C9425}"/>
                  </a:ext>
                </a:extLst>
              </p:cNvPr>
              <p:cNvGrpSpPr>
                <a:grpSpLocks/>
              </p:cNvGrpSpPr>
              <p:nvPr/>
            </p:nvGrpSpPr>
            <p:grpSpPr bwMode="auto">
              <a:xfrm>
                <a:off x="3891" y="3912"/>
                <a:ext cx="334" cy="50"/>
                <a:chOff x="3891" y="3912"/>
                <a:chExt cx="334" cy="50"/>
              </a:xfrm>
            </p:grpSpPr>
            <p:sp>
              <p:nvSpPr>
                <p:cNvPr id="120204" name="Freeform 74">
                  <a:extLst>
                    <a:ext uri="{FF2B5EF4-FFF2-40B4-BE49-F238E27FC236}">
                      <a16:creationId xmlns:a16="http://schemas.microsoft.com/office/drawing/2014/main" id="{125E583E-3DF3-7648-AC90-F31CCDF30F26}"/>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05" name="Freeform 75">
                  <a:extLst>
                    <a:ext uri="{FF2B5EF4-FFF2-40B4-BE49-F238E27FC236}">
                      <a16:creationId xmlns:a16="http://schemas.microsoft.com/office/drawing/2014/main" id="{5C12FB6F-6BD4-D148-A233-1A8E785F2712}"/>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06" name="Rectangle 76">
                  <a:extLst>
                    <a:ext uri="{FF2B5EF4-FFF2-40B4-BE49-F238E27FC236}">
                      <a16:creationId xmlns:a16="http://schemas.microsoft.com/office/drawing/2014/main" id="{48B3E97D-23E2-F54F-8128-CD686EEFCA3F}"/>
                    </a:ext>
                  </a:extLst>
                </p:cNvPr>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9830" name="Group 77">
            <a:extLst>
              <a:ext uri="{FF2B5EF4-FFF2-40B4-BE49-F238E27FC236}">
                <a16:creationId xmlns:a16="http://schemas.microsoft.com/office/drawing/2014/main" id="{EA0D8CBB-98E7-C84F-964A-1949E530D47D}"/>
              </a:ext>
            </a:extLst>
          </p:cNvPr>
          <p:cNvGrpSpPr>
            <a:grpSpLocks/>
          </p:cNvGrpSpPr>
          <p:nvPr/>
        </p:nvGrpSpPr>
        <p:grpSpPr bwMode="auto">
          <a:xfrm>
            <a:off x="4613673" y="4549379"/>
            <a:ext cx="378619" cy="386953"/>
            <a:chOff x="4752" y="3605"/>
            <a:chExt cx="343" cy="353"/>
          </a:xfrm>
        </p:grpSpPr>
        <p:grpSp>
          <p:nvGrpSpPr>
            <p:cNvPr id="120167" name="Group 78">
              <a:extLst>
                <a:ext uri="{FF2B5EF4-FFF2-40B4-BE49-F238E27FC236}">
                  <a16:creationId xmlns:a16="http://schemas.microsoft.com/office/drawing/2014/main" id="{94F55260-BB0B-C84C-97BE-20E1F72474A0}"/>
                </a:ext>
              </a:extLst>
            </p:cNvPr>
            <p:cNvGrpSpPr>
              <a:grpSpLocks/>
            </p:cNvGrpSpPr>
            <p:nvPr/>
          </p:nvGrpSpPr>
          <p:grpSpPr bwMode="auto">
            <a:xfrm>
              <a:off x="4760" y="3612"/>
              <a:ext cx="335" cy="346"/>
              <a:chOff x="4760" y="3612"/>
              <a:chExt cx="335" cy="346"/>
            </a:xfrm>
          </p:grpSpPr>
          <p:sp>
            <p:nvSpPr>
              <p:cNvPr id="120181" name="Freeform 79">
                <a:extLst>
                  <a:ext uri="{FF2B5EF4-FFF2-40B4-BE49-F238E27FC236}">
                    <a16:creationId xmlns:a16="http://schemas.microsoft.com/office/drawing/2014/main" id="{2D3B30F6-ED09-7C42-A689-5050B507C651}"/>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82" name="Freeform 80">
                <a:extLst>
                  <a:ext uri="{FF2B5EF4-FFF2-40B4-BE49-F238E27FC236}">
                    <a16:creationId xmlns:a16="http://schemas.microsoft.com/office/drawing/2014/main" id="{5E9B553B-02BC-9F4A-B1D8-BA509DB5031A}"/>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83" name="Freeform 81">
                <a:extLst>
                  <a:ext uri="{FF2B5EF4-FFF2-40B4-BE49-F238E27FC236}">
                    <a16:creationId xmlns:a16="http://schemas.microsoft.com/office/drawing/2014/main" id="{40B04E54-AA5F-9D4D-BC2C-C85A0702882D}"/>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84" name="Freeform 82">
                <a:extLst>
                  <a:ext uri="{FF2B5EF4-FFF2-40B4-BE49-F238E27FC236}">
                    <a16:creationId xmlns:a16="http://schemas.microsoft.com/office/drawing/2014/main" id="{830C8009-5942-AF47-9761-7E592D9A3D49}"/>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85" name="Rectangle 83">
                <a:extLst>
                  <a:ext uri="{FF2B5EF4-FFF2-40B4-BE49-F238E27FC236}">
                    <a16:creationId xmlns:a16="http://schemas.microsoft.com/office/drawing/2014/main" id="{53D3FBAA-B90D-7048-AD96-850BF1BE778E}"/>
                  </a:ext>
                </a:extLst>
              </p:cNvPr>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86" name="Rectangle 84">
                <a:extLst>
                  <a:ext uri="{FF2B5EF4-FFF2-40B4-BE49-F238E27FC236}">
                    <a16:creationId xmlns:a16="http://schemas.microsoft.com/office/drawing/2014/main" id="{0D2BA9FC-8638-E44B-90E4-9E54E166F107}"/>
                  </a:ext>
                </a:extLst>
              </p:cNvPr>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87" name="Rectangle 85">
                <a:extLst>
                  <a:ext uri="{FF2B5EF4-FFF2-40B4-BE49-F238E27FC236}">
                    <a16:creationId xmlns:a16="http://schemas.microsoft.com/office/drawing/2014/main" id="{D105BE90-6890-FC47-8C26-3A184AB5BD88}"/>
                  </a:ext>
                </a:extLst>
              </p:cNvPr>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88" name="Line 86">
                <a:extLst>
                  <a:ext uri="{FF2B5EF4-FFF2-40B4-BE49-F238E27FC236}">
                    <a16:creationId xmlns:a16="http://schemas.microsoft.com/office/drawing/2014/main" id="{20D00155-7D64-CD47-B810-1CFDEE0E9EB2}"/>
                  </a:ext>
                </a:extLst>
              </p:cNvPr>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189" name="Group 87">
                <a:extLst>
                  <a:ext uri="{FF2B5EF4-FFF2-40B4-BE49-F238E27FC236}">
                    <a16:creationId xmlns:a16="http://schemas.microsoft.com/office/drawing/2014/main" id="{FBF99074-E6E3-5C46-B1DB-5B4DEFAED542}"/>
                  </a:ext>
                </a:extLst>
              </p:cNvPr>
              <p:cNvGrpSpPr>
                <a:grpSpLocks/>
              </p:cNvGrpSpPr>
              <p:nvPr/>
            </p:nvGrpSpPr>
            <p:grpSpPr bwMode="auto">
              <a:xfrm>
                <a:off x="4760" y="3907"/>
                <a:ext cx="335" cy="51"/>
                <a:chOff x="4760" y="3907"/>
                <a:chExt cx="335" cy="51"/>
              </a:xfrm>
            </p:grpSpPr>
            <p:sp>
              <p:nvSpPr>
                <p:cNvPr id="120190" name="Freeform 88">
                  <a:extLst>
                    <a:ext uri="{FF2B5EF4-FFF2-40B4-BE49-F238E27FC236}">
                      <a16:creationId xmlns:a16="http://schemas.microsoft.com/office/drawing/2014/main" id="{0C654B3E-CE85-2542-93E3-A07AEA5AFBA6}"/>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91" name="Freeform 89">
                  <a:extLst>
                    <a:ext uri="{FF2B5EF4-FFF2-40B4-BE49-F238E27FC236}">
                      <a16:creationId xmlns:a16="http://schemas.microsoft.com/office/drawing/2014/main" id="{11722AA3-D2D8-E04B-8B76-299F95BA866E}"/>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92" name="Rectangle 90">
                  <a:extLst>
                    <a:ext uri="{FF2B5EF4-FFF2-40B4-BE49-F238E27FC236}">
                      <a16:creationId xmlns:a16="http://schemas.microsoft.com/office/drawing/2014/main" id="{C8C32C5A-6A3B-8D49-BC19-52619DBD00A1}"/>
                    </a:ext>
                  </a:extLst>
                </p:cNvPr>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20168" name="Group 91">
              <a:extLst>
                <a:ext uri="{FF2B5EF4-FFF2-40B4-BE49-F238E27FC236}">
                  <a16:creationId xmlns:a16="http://schemas.microsoft.com/office/drawing/2014/main" id="{25A1EFE5-4B9D-0E45-B80E-7FE8933E2D25}"/>
                </a:ext>
              </a:extLst>
            </p:cNvPr>
            <p:cNvGrpSpPr>
              <a:grpSpLocks/>
            </p:cNvGrpSpPr>
            <p:nvPr/>
          </p:nvGrpSpPr>
          <p:grpSpPr bwMode="auto">
            <a:xfrm>
              <a:off x="4752" y="3605"/>
              <a:ext cx="334" cy="347"/>
              <a:chOff x="4752" y="3605"/>
              <a:chExt cx="334" cy="347"/>
            </a:xfrm>
          </p:grpSpPr>
          <p:sp>
            <p:nvSpPr>
              <p:cNvPr id="120169" name="Freeform 92">
                <a:extLst>
                  <a:ext uri="{FF2B5EF4-FFF2-40B4-BE49-F238E27FC236}">
                    <a16:creationId xmlns:a16="http://schemas.microsoft.com/office/drawing/2014/main" id="{CE9C18A0-85E9-2444-9CF3-5E514F970161}"/>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70" name="Freeform 93">
                <a:extLst>
                  <a:ext uri="{FF2B5EF4-FFF2-40B4-BE49-F238E27FC236}">
                    <a16:creationId xmlns:a16="http://schemas.microsoft.com/office/drawing/2014/main" id="{74D0D723-EE47-F14C-9DDD-28A82F454DA5}"/>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71" name="Freeform 94">
                <a:extLst>
                  <a:ext uri="{FF2B5EF4-FFF2-40B4-BE49-F238E27FC236}">
                    <a16:creationId xmlns:a16="http://schemas.microsoft.com/office/drawing/2014/main" id="{4CD722C5-8CF3-424D-949E-2BBBA290FB5D}"/>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72" name="Freeform 95">
                <a:extLst>
                  <a:ext uri="{FF2B5EF4-FFF2-40B4-BE49-F238E27FC236}">
                    <a16:creationId xmlns:a16="http://schemas.microsoft.com/office/drawing/2014/main" id="{7732D16B-92D7-954C-82E1-C8B5036E03EB}"/>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73" name="Rectangle 96">
                <a:extLst>
                  <a:ext uri="{FF2B5EF4-FFF2-40B4-BE49-F238E27FC236}">
                    <a16:creationId xmlns:a16="http://schemas.microsoft.com/office/drawing/2014/main" id="{75883E9A-2288-0649-ABF8-7352D985CA77}"/>
                  </a:ext>
                </a:extLst>
              </p:cNvPr>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74" name="Rectangle 97">
                <a:extLst>
                  <a:ext uri="{FF2B5EF4-FFF2-40B4-BE49-F238E27FC236}">
                    <a16:creationId xmlns:a16="http://schemas.microsoft.com/office/drawing/2014/main" id="{38537A4B-2B39-9D45-9F40-1139B614E72F}"/>
                  </a:ext>
                </a:extLst>
              </p:cNvPr>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75" name="Rectangle 98">
                <a:extLst>
                  <a:ext uri="{FF2B5EF4-FFF2-40B4-BE49-F238E27FC236}">
                    <a16:creationId xmlns:a16="http://schemas.microsoft.com/office/drawing/2014/main" id="{5349D2F6-CA34-8349-A77C-E70E08A1B3CF}"/>
                  </a:ext>
                </a:extLst>
              </p:cNvPr>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76" name="Line 99">
                <a:extLst>
                  <a:ext uri="{FF2B5EF4-FFF2-40B4-BE49-F238E27FC236}">
                    <a16:creationId xmlns:a16="http://schemas.microsoft.com/office/drawing/2014/main" id="{CEA82990-F904-E846-B79D-988FB30A1811}"/>
                  </a:ext>
                </a:extLst>
              </p:cNvPr>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177" name="Group 100">
                <a:extLst>
                  <a:ext uri="{FF2B5EF4-FFF2-40B4-BE49-F238E27FC236}">
                    <a16:creationId xmlns:a16="http://schemas.microsoft.com/office/drawing/2014/main" id="{EC03EE59-7B64-594A-8F56-3DCDA8DC285F}"/>
                  </a:ext>
                </a:extLst>
              </p:cNvPr>
              <p:cNvGrpSpPr>
                <a:grpSpLocks/>
              </p:cNvGrpSpPr>
              <p:nvPr/>
            </p:nvGrpSpPr>
            <p:grpSpPr bwMode="auto">
              <a:xfrm>
                <a:off x="4752" y="3901"/>
                <a:ext cx="334" cy="51"/>
                <a:chOff x="4752" y="3901"/>
                <a:chExt cx="334" cy="51"/>
              </a:xfrm>
            </p:grpSpPr>
            <p:sp>
              <p:nvSpPr>
                <p:cNvPr id="120178" name="Freeform 101">
                  <a:extLst>
                    <a:ext uri="{FF2B5EF4-FFF2-40B4-BE49-F238E27FC236}">
                      <a16:creationId xmlns:a16="http://schemas.microsoft.com/office/drawing/2014/main" id="{CFCA1868-B5BE-844F-9EF2-125421B6F8B1}"/>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79" name="Freeform 102">
                  <a:extLst>
                    <a:ext uri="{FF2B5EF4-FFF2-40B4-BE49-F238E27FC236}">
                      <a16:creationId xmlns:a16="http://schemas.microsoft.com/office/drawing/2014/main" id="{4C4C8422-7611-984F-9D25-CB2E5471F462}"/>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80" name="Rectangle 103">
                  <a:extLst>
                    <a:ext uri="{FF2B5EF4-FFF2-40B4-BE49-F238E27FC236}">
                      <a16:creationId xmlns:a16="http://schemas.microsoft.com/office/drawing/2014/main" id="{C6553880-DB64-2746-8467-2047AB11EC1B}"/>
                    </a:ext>
                  </a:extLst>
                </p:cNvPr>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9831" name="Group 104">
            <a:extLst>
              <a:ext uri="{FF2B5EF4-FFF2-40B4-BE49-F238E27FC236}">
                <a16:creationId xmlns:a16="http://schemas.microsoft.com/office/drawing/2014/main" id="{54E56739-F970-5144-8C98-0F7EB6B7DC0F}"/>
              </a:ext>
            </a:extLst>
          </p:cNvPr>
          <p:cNvGrpSpPr>
            <a:grpSpLocks/>
          </p:cNvGrpSpPr>
          <p:nvPr/>
        </p:nvGrpSpPr>
        <p:grpSpPr bwMode="auto">
          <a:xfrm>
            <a:off x="1577579" y="1882379"/>
            <a:ext cx="378619" cy="388144"/>
            <a:chOff x="101" y="1539"/>
            <a:chExt cx="343" cy="352"/>
          </a:xfrm>
        </p:grpSpPr>
        <p:grpSp>
          <p:nvGrpSpPr>
            <p:cNvPr id="120141" name="Group 105">
              <a:extLst>
                <a:ext uri="{FF2B5EF4-FFF2-40B4-BE49-F238E27FC236}">
                  <a16:creationId xmlns:a16="http://schemas.microsoft.com/office/drawing/2014/main" id="{7E82E471-7728-4D4C-8D81-54C380F85AA3}"/>
                </a:ext>
              </a:extLst>
            </p:cNvPr>
            <p:cNvGrpSpPr>
              <a:grpSpLocks/>
            </p:cNvGrpSpPr>
            <p:nvPr/>
          </p:nvGrpSpPr>
          <p:grpSpPr bwMode="auto">
            <a:xfrm>
              <a:off x="109" y="1545"/>
              <a:ext cx="335" cy="346"/>
              <a:chOff x="109" y="1545"/>
              <a:chExt cx="335" cy="346"/>
            </a:xfrm>
          </p:grpSpPr>
          <p:sp>
            <p:nvSpPr>
              <p:cNvPr id="120155" name="Freeform 106">
                <a:extLst>
                  <a:ext uri="{FF2B5EF4-FFF2-40B4-BE49-F238E27FC236}">
                    <a16:creationId xmlns:a16="http://schemas.microsoft.com/office/drawing/2014/main" id="{B9A02FE2-1304-524A-A4C5-1730EFC9B68F}"/>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56" name="Freeform 107">
                <a:extLst>
                  <a:ext uri="{FF2B5EF4-FFF2-40B4-BE49-F238E27FC236}">
                    <a16:creationId xmlns:a16="http://schemas.microsoft.com/office/drawing/2014/main" id="{D1232411-74A8-444F-8C96-375AE6C0AB73}"/>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57" name="Freeform 108">
                <a:extLst>
                  <a:ext uri="{FF2B5EF4-FFF2-40B4-BE49-F238E27FC236}">
                    <a16:creationId xmlns:a16="http://schemas.microsoft.com/office/drawing/2014/main" id="{C15F4D87-80C1-DB47-93C3-A1E323F49551}"/>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58" name="Freeform 109">
                <a:extLst>
                  <a:ext uri="{FF2B5EF4-FFF2-40B4-BE49-F238E27FC236}">
                    <a16:creationId xmlns:a16="http://schemas.microsoft.com/office/drawing/2014/main" id="{80F563BD-BFE9-A842-8B5D-E34F2B4261A0}"/>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59" name="Rectangle 110">
                <a:extLst>
                  <a:ext uri="{FF2B5EF4-FFF2-40B4-BE49-F238E27FC236}">
                    <a16:creationId xmlns:a16="http://schemas.microsoft.com/office/drawing/2014/main" id="{355B17DC-3DD1-8F49-9397-AB041E79CF3A}"/>
                  </a:ext>
                </a:extLst>
              </p:cNvPr>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60" name="Rectangle 111">
                <a:extLst>
                  <a:ext uri="{FF2B5EF4-FFF2-40B4-BE49-F238E27FC236}">
                    <a16:creationId xmlns:a16="http://schemas.microsoft.com/office/drawing/2014/main" id="{ADFA1CDE-E9EF-C34C-8B2B-DF0C7CBEFC9C}"/>
                  </a:ext>
                </a:extLst>
              </p:cNvPr>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61" name="Rectangle 112">
                <a:extLst>
                  <a:ext uri="{FF2B5EF4-FFF2-40B4-BE49-F238E27FC236}">
                    <a16:creationId xmlns:a16="http://schemas.microsoft.com/office/drawing/2014/main" id="{40A23B21-3150-B847-A5A0-099EDF30BDA1}"/>
                  </a:ext>
                </a:extLst>
              </p:cNvPr>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62" name="Line 113">
                <a:extLst>
                  <a:ext uri="{FF2B5EF4-FFF2-40B4-BE49-F238E27FC236}">
                    <a16:creationId xmlns:a16="http://schemas.microsoft.com/office/drawing/2014/main" id="{61BF10C1-728E-1C43-97AF-D4EDD533ABEF}"/>
                  </a:ext>
                </a:extLst>
              </p:cNvPr>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163" name="Group 114">
                <a:extLst>
                  <a:ext uri="{FF2B5EF4-FFF2-40B4-BE49-F238E27FC236}">
                    <a16:creationId xmlns:a16="http://schemas.microsoft.com/office/drawing/2014/main" id="{68ECAEFE-242A-9449-BF1C-357FDD3BDB9E}"/>
                  </a:ext>
                </a:extLst>
              </p:cNvPr>
              <p:cNvGrpSpPr>
                <a:grpSpLocks/>
              </p:cNvGrpSpPr>
              <p:nvPr/>
            </p:nvGrpSpPr>
            <p:grpSpPr bwMode="auto">
              <a:xfrm>
                <a:off x="109" y="1841"/>
                <a:ext cx="335" cy="50"/>
                <a:chOff x="109" y="1841"/>
                <a:chExt cx="335" cy="50"/>
              </a:xfrm>
            </p:grpSpPr>
            <p:sp>
              <p:nvSpPr>
                <p:cNvPr id="120164" name="Freeform 115">
                  <a:extLst>
                    <a:ext uri="{FF2B5EF4-FFF2-40B4-BE49-F238E27FC236}">
                      <a16:creationId xmlns:a16="http://schemas.microsoft.com/office/drawing/2014/main" id="{6FB40445-19E2-9E47-B2D6-0B50B9BF8185}"/>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65" name="Freeform 116">
                  <a:extLst>
                    <a:ext uri="{FF2B5EF4-FFF2-40B4-BE49-F238E27FC236}">
                      <a16:creationId xmlns:a16="http://schemas.microsoft.com/office/drawing/2014/main" id="{5DE617A2-82A3-B74A-BBC5-CC07DF1360C1}"/>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66" name="Rectangle 117">
                  <a:extLst>
                    <a:ext uri="{FF2B5EF4-FFF2-40B4-BE49-F238E27FC236}">
                      <a16:creationId xmlns:a16="http://schemas.microsoft.com/office/drawing/2014/main" id="{E1D104BA-963F-4C46-BA0E-BF050D36A702}"/>
                    </a:ext>
                  </a:extLst>
                </p:cNvPr>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20142" name="Group 118">
              <a:extLst>
                <a:ext uri="{FF2B5EF4-FFF2-40B4-BE49-F238E27FC236}">
                  <a16:creationId xmlns:a16="http://schemas.microsoft.com/office/drawing/2014/main" id="{967F55D2-66FF-3544-BF26-8D2A50D23350}"/>
                </a:ext>
              </a:extLst>
            </p:cNvPr>
            <p:cNvGrpSpPr>
              <a:grpSpLocks/>
            </p:cNvGrpSpPr>
            <p:nvPr/>
          </p:nvGrpSpPr>
          <p:grpSpPr bwMode="auto">
            <a:xfrm>
              <a:off x="101" y="1539"/>
              <a:ext cx="335" cy="346"/>
              <a:chOff x="101" y="1539"/>
              <a:chExt cx="335" cy="346"/>
            </a:xfrm>
          </p:grpSpPr>
          <p:sp>
            <p:nvSpPr>
              <p:cNvPr id="120143" name="Freeform 119">
                <a:extLst>
                  <a:ext uri="{FF2B5EF4-FFF2-40B4-BE49-F238E27FC236}">
                    <a16:creationId xmlns:a16="http://schemas.microsoft.com/office/drawing/2014/main" id="{31CD741C-324F-094A-AD29-901DFBDAA91E}"/>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44" name="Freeform 120">
                <a:extLst>
                  <a:ext uri="{FF2B5EF4-FFF2-40B4-BE49-F238E27FC236}">
                    <a16:creationId xmlns:a16="http://schemas.microsoft.com/office/drawing/2014/main" id="{BDFDD69E-26FB-1E4D-90CC-7DB09E9E9011}"/>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45" name="Freeform 121">
                <a:extLst>
                  <a:ext uri="{FF2B5EF4-FFF2-40B4-BE49-F238E27FC236}">
                    <a16:creationId xmlns:a16="http://schemas.microsoft.com/office/drawing/2014/main" id="{E9B3CF8C-2162-7645-8180-2CD010378E84}"/>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46" name="Freeform 122">
                <a:extLst>
                  <a:ext uri="{FF2B5EF4-FFF2-40B4-BE49-F238E27FC236}">
                    <a16:creationId xmlns:a16="http://schemas.microsoft.com/office/drawing/2014/main" id="{D02D045A-B7A5-0644-8C18-C386F48411F6}"/>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47" name="Rectangle 123">
                <a:extLst>
                  <a:ext uri="{FF2B5EF4-FFF2-40B4-BE49-F238E27FC236}">
                    <a16:creationId xmlns:a16="http://schemas.microsoft.com/office/drawing/2014/main" id="{C695EDCA-8067-A94A-9971-59DBBEEBC381}"/>
                  </a:ext>
                </a:extLst>
              </p:cNvPr>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48" name="Rectangle 124">
                <a:extLst>
                  <a:ext uri="{FF2B5EF4-FFF2-40B4-BE49-F238E27FC236}">
                    <a16:creationId xmlns:a16="http://schemas.microsoft.com/office/drawing/2014/main" id="{5EC31078-C7BB-4747-8C24-A85E2C809CF9}"/>
                  </a:ext>
                </a:extLst>
              </p:cNvPr>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49" name="Rectangle 125">
                <a:extLst>
                  <a:ext uri="{FF2B5EF4-FFF2-40B4-BE49-F238E27FC236}">
                    <a16:creationId xmlns:a16="http://schemas.microsoft.com/office/drawing/2014/main" id="{FCF32D1D-4256-5746-BE00-E090C5C5DD05}"/>
                  </a:ext>
                </a:extLst>
              </p:cNvPr>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50" name="Line 126">
                <a:extLst>
                  <a:ext uri="{FF2B5EF4-FFF2-40B4-BE49-F238E27FC236}">
                    <a16:creationId xmlns:a16="http://schemas.microsoft.com/office/drawing/2014/main" id="{65269413-EE18-794B-ABC4-6FADB5959C3A}"/>
                  </a:ext>
                </a:extLst>
              </p:cNvPr>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151" name="Group 127">
                <a:extLst>
                  <a:ext uri="{FF2B5EF4-FFF2-40B4-BE49-F238E27FC236}">
                    <a16:creationId xmlns:a16="http://schemas.microsoft.com/office/drawing/2014/main" id="{7C349FA7-4000-0E49-BC8D-04D6B780B02F}"/>
                  </a:ext>
                </a:extLst>
              </p:cNvPr>
              <p:cNvGrpSpPr>
                <a:grpSpLocks/>
              </p:cNvGrpSpPr>
              <p:nvPr/>
            </p:nvGrpSpPr>
            <p:grpSpPr bwMode="auto">
              <a:xfrm>
                <a:off x="101" y="1834"/>
                <a:ext cx="335" cy="51"/>
                <a:chOff x="101" y="1834"/>
                <a:chExt cx="335" cy="51"/>
              </a:xfrm>
            </p:grpSpPr>
            <p:sp>
              <p:nvSpPr>
                <p:cNvPr id="120152" name="Freeform 128">
                  <a:extLst>
                    <a:ext uri="{FF2B5EF4-FFF2-40B4-BE49-F238E27FC236}">
                      <a16:creationId xmlns:a16="http://schemas.microsoft.com/office/drawing/2014/main" id="{46396C5E-6C94-B545-A9EC-AABBFD8C3E64}"/>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53" name="Freeform 129">
                  <a:extLst>
                    <a:ext uri="{FF2B5EF4-FFF2-40B4-BE49-F238E27FC236}">
                      <a16:creationId xmlns:a16="http://schemas.microsoft.com/office/drawing/2014/main" id="{DCE2EB9F-51C5-B547-8E45-DCDA6BEA32F1}"/>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54" name="Rectangle 130">
                  <a:extLst>
                    <a:ext uri="{FF2B5EF4-FFF2-40B4-BE49-F238E27FC236}">
                      <a16:creationId xmlns:a16="http://schemas.microsoft.com/office/drawing/2014/main" id="{FA29668F-B6BA-C540-95E3-4299080DE2CF}"/>
                    </a:ext>
                  </a:extLst>
                </p:cNvPr>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9832" name="Group 131">
            <a:extLst>
              <a:ext uri="{FF2B5EF4-FFF2-40B4-BE49-F238E27FC236}">
                <a16:creationId xmlns:a16="http://schemas.microsoft.com/office/drawing/2014/main" id="{4F907EC6-F3BA-9F46-8147-B4A870252898}"/>
              </a:ext>
            </a:extLst>
          </p:cNvPr>
          <p:cNvGrpSpPr>
            <a:grpSpLocks/>
          </p:cNvGrpSpPr>
          <p:nvPr/>
        </p:nvGrpSpPr>
        <p:grpSpPr bwMode="auto">
          <a:xfrm>
            <a:off x="7261622" y="2743200"/>
            <a:ext cx="379809" cy="385763"/>
            <a:chOff x="5237" y="2322"/>
            <a:chExt cx="343" cy="352"/>
          </a:xfrm>
        </p:grpSpPr>
        <p:grpSp>
          <p:nvGrpSpPr>
            <p:cNvPr id="120115" name="Group 132">
              <a:extLst>
                <a:ext uri="{FF2B5EF4-FFF2-40B4-BE49-F238E27FC236}">
                  <a16:creationId xmlns:a16="http://schemas.microsoft.com/office/drawing/2014/main" id="{322507BD-CDD5-7048-948C-31A35EC8E09C}"/>
                </a:ext>
              </a:extLst>
            </p:cNvPr>
            <p:cNvGrpSpPr>
              <a:grpSpLocks/>
            </p:cNvGrpSpPr>
            <p:nvPr/>
          </p:nvGrpSpPr>
          <p:grpSpPr bwMode="auto">
            <a:xfrm>
              <a:off x="5245" y="2328"/>
              <a:ext cx="335" cy="346"/>
              <a:chOff x="5245" y="2328"/>
              <a:chExt cx="335" cy="346"/>
            </a:xfrm>
          </p:grpSpPr>
          <p:sp>
            <p:nvSpPr>
              <p:cNvPr id="120129" name="Freeform 133">
                <a:extLst>
                  <a:ext uri="{FF2B5EF4-FFF2-40B4-BE49-F238E27FC236}">
                    <a16:creationId xmlns:a16="http://schemas.microsoft.com/office/drawing/2014/main" id="{B7D73DA3-783B-1343-A2FB-43F19514D5FA}"/>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30" name="Freeform 134">
                <a:extLst>
                  <a:ext uri="{FF2B5EF4-FFF2-40B4-BE49-F238E27FC236}">
                    <a16:creationId xmlns:a16="http://schemas.microsoft.com/office/drawing/2014/main" id="{FE6832E6-7577-CB43-B9DE-4BE8249B4C2D}"/>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31" name="Freeform 135">
                <a:extLst>
                  <a:ext uri="{FF2B5EF4-FFF2-40B4-BE49-F238E27FC236}">
                    <a16:creationId xmlns:a16="http://schemas.microsoft.com/office/drawing/2014/main" id="{1A800E98-8880-EF48-84E9-6EF454B388AE}"/>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32" name="Freeform 136">
                <a:extLst>
                  <a:ext uri="{FF2B5EF4-FFF2-40B4-BE49-F238E27FC236}">
                    <a16:creationId xmlns:a16="http://schemas.microsoft.com/office/drawing/2014/main" id="{2AD912F1-005A-EF4C-99F4-E51742E15025}"/>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33" name="Rectangle 137">
                <a:extLst>
                  <a:ext uri="{FF2B5EF4-FFF2-40B4-BE49-F238E27FC236}">
                    <a16:creationId xmlns:a16="http://schemas.microsoft.com/office/drawing/2014/main" id="{ACE437A1-F628-2844-A202-202D866DB8C3}"/>
                  </a:ext>
                </a:extLst>
              </p:cNvPr>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34" name="Rectangle 138">
                <a:extLst>
                  <a:ext uri="{FF2B5EF4-FFF2-40B4-BE49-F238E27FC236}">
                    <a16:creationId xmlns:a16="http://schemas.microsoft.com/office/drawing/2014/main" id="{8C5958C4-9BB4-1D46-ACA8-CEC11A9FD22E}"/>
                  </a:ext>
                </a:extLst>
              </p:cNvPr>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35" name="Rectangle 139">
                <a:extLst>
                  <a:ext uri="{FF2B5EF4-FFF2-40B4-BE49-F238E27FC236}">
                    <a16:creationId xmlns:a16="http://schemas.microsoft.com/office/drawing/2014/main" id="{B0A6EBBD-1AC9-6E42-ABB5-366E31BB8F00}"/>
                  </a:ext>
                </a:extLst>
              </p:cNvPr>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36" name="Line 140">
                <a:extLst>
                  <a:ext uri="{FF2B5EF4-FFF2-40B4-BE49-F238E27FC236}">
                    <a16:creationId xmlns:a16="http://schemas.microsoft.com/office/drawing/2014/main" id="{61D965C7-9EA6-0F4F-9996-C098C71E965C}"/>
                  </a:ext>
                </a:extLst>
              </p:cNvPr>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137" name="Group 141">
                <a:extLst>
                  <a:ext uri="{FF2B5EF4-FFF2-40B4-BE49-F238E27FC236}">
                    <a16:creationId xmlns:a16="http://schemas.microsoft.com/office/drawing/2014/main" id="{AFAC822B-1DD6-7F45-AC99-13984576ACAB}"/>
                  </a:ext>
                </a:extLst>
              </p:cNvPr>
              <p:cNvGrpSpPr>
                <a:grpSpLocks/>
              </p:cNvGrpSpPr>
              <p:nvPr/>
            </p:nvGrpSpPr>
            <p:grpSpPr bwMode="auto">
              <a:xfrm>
                <a:off x="5245" y="2624"/>
                <a:ext cx="335" cy="50"/>
                <a:chOff x="5245" y="2624"/>
                <a:chExt cx="335" cy="50"/>
              </a:xfrm>
            </p:grpSpPr>
            <p:sp>
              <p:nvSpPr>
                <p:cNvPr id="120138" name="Freeform 142">
                  <a:extLst>
                    <a:ext uri="{FF2B5EF4-FFF2-40B4-BE49-F238E27FC236}">
                      <a16:creationId xmlns:a16="http://schemas.microsoft.com/office/drawing/2014/main" id="{CA97B786-4EF0-7C4B-AA29-78BD0520830A}"/>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39" name="Freeform 143">
                  <a:extLst>
                    <a:ext uri="{FF2B5EF4-FFF2-40B4-BE49-F238E27FC236}">
                      <a16:creationId xmlns:a16="http://schemas.microsoft.com/office/drawing/2014/main" id="{581FC98A-17F0-0145-AD56-E9E9D0C7571B}"/>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40" name="Rectangle 144">
                  <a:extLst>
                    <a:ext uri="{FF2B5EF4-FFF2-40B4-BE49-F238E27FC236}">
                      <a16:creationId xmlns:a16="http://schemas.microsoft.com/office/drawing/2014/main" id="{03A0F53A-9286-9242-9B8F-C851DCC43272}"/>
                    </a:ext>
                  </a:extLst>
                </p:cNvPr>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20116" name="Group 145">
              <a:extLst>
                <a:ext uri="{FF2B5EF4-FFF2-40B4-BE49-F238E27FC236}">
                  <a16:creationId xmlns:a16="http://schemas.microsoft.com/office/drawing/2014/main" id="{ABAC94B5-D485-2440-8D78-6480651E989A}"/>
                </a:ext>
              </a:extLst>
            </p:cNvPr>
            <p:cNvGrpSpPr>
              <a:grpSpLocks/>
            </p:cNvGrpSpPr>
            <p:nvPr/>
          </p:nvGrpSpPr>
          <p:grpSpPr bwMode="auto">
            <a:xfrm>
              <a:off x="5237" y="2322"/>
              <a:ext cx="335" cy="346"/>
              <a:chOff x="5237" y="2322"/>
              <a:chExt cx="335" cy="346"/>
            </a:xfrm>
          </p:grpSpPr>
          <p:sp>
            <p:nvSpPr>
              <p:cNvPr id="120117" name="Freeform 146">
                <a:extLst>
                  <a:ext uri="{FF2B5EF4-FFF2-40B4-BE49-F238E27FC236}">
                    <a16:creationId xmlns:a16="http://schemas.microsoft.com/office/drawing/2014/main" id="{8CE248C9-1554-8B48-A9A2-065AE453A220}"/>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18" name="Freeform 147">
                <a:extLst>
                  <a:ext uri="{FF2B5EF4-FFF2-40B4-BE49-F238E27FC236}">
                    <a16:creationId xmlns:a16="http://schemas.microsoft.com/office/drawing/2014/main" id="{8553D2A5-9874-DC46-BA80-CA31D2B8CD68}"/>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19" name="Freeform 148">
                <a:extLst>
                  <a:ext uri="{FF2B5EF4-FFF2-40B4-BE49-F238E27FC236}">
                    <a16:creationId xmlns:a16="http://schemas.microsoft.com/office/drawing/2014/main" id="{341236BB-AE0D-824B-9AAD-F1D9EEDE85E0}"/>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20" name="Freeform 149">
                <a:extLst>
                  <a:ext uri="{FF2B5EF4-FFF2-40B4-BE49-F238E27FC236}">
                    <a16:creationId xmlns:a16="http://schemas.microsoft.com/office/drawing/2014/main" id="{EE500A76-39F9-0E46-A639-FA731670C56A}"/>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21" name="Rectangle 150">
                <a:extLst>
                  <a:ext uri="{FF2B5EF4-FFF2-40B4-BE49-F238E27FC236}">
                    <a16:creationId xmlns:a16="http://schemas.microsoft.com/office/drawing/2014/main" id="{69234252-F457-D848-8255-EDDB1EE801DF}"/>
                  </a:ext>
                </a:extLst>
              </p:cNvPr>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22" name="Rectangle 151">
                <a:extLst>
                  <a:ext uri="{FF2B5EF4-FFF2-40B4-BE49-F238E27FC236}">
                    <a16:creationId xmlns:a16="http://schemas.microsoft.com/office/drawing/2014/main" id="{25891830-2981-A746-A50B-3A393896B544}"/>
                  </a:ext>
                </a:extLst>
              </p:cNvPr>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23" name="Rectangle 152">
                <a:extLst>
                  <a:ext uri="{FF2B5EF4-FFF2-40B4-BE49-F238E27FC236}">
                    <a16:creationId xmlns:a16="http://schemas.microsoft.com/office/drawing/2014/main" id="{D540940C-7CC1-EF40-87D2-3966EE415170}"/>
                  </a:ext>
                </a:extLst>
              </p:cNvPr>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24" name="Line 153">
                <a:extLst>
                  <a:ext uri="{FF2B5EF4-FFF2-40B4-BE49-F238E27FC236}">
                    <a16:creationId xmlns:a16="http://schemas.microsoft.com/office/drawing/2014/main" id="{87389279-5DBC-584F-A6EA-FDA1BABEE00B}"/>
                  </a:ext>
                </a:extLst>
              </p:cNvPr>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125" name="Group 154">
                <a:extLst>
                  <a:ext uri="{FF2B5EF4-FFF2-40B4-BE49-F238E27FC236}">
                    <a16:creationId xmlns:a16="http://schemas.microsoft.com/office/drawing/2014/main" id="{D318781D-4A55-9C48-827C-FE0B9DD932DF}"/>
                  </a:ext>
                </a:extLst>
              </p:cNvPr>
              <p:cNvGrpSpPr>
                <a:grpSpLocks/>
              </p:cNvGrpSpPr>
              <p:nvPr/>
            </p:nvGrpSpPr>
            <p:grpSpPr bwMode="auto">
              <a:xfrm>
                <a:off x="5237" y="2617"/>
                <a:ext cx="335" cy="51"/>
                <a:chOff x="5237" y="2617"/>
                <a:chExt cx="335" cy="51"/>
              </a:xfrm>
            </p:grpSpPr>
            <p:sp>
              <p:nvSpPr>
                <p:cNvPr id="120126" name="Freeform 155">
                  <a:extLst>
                    <a:ext uri="{FF2B5EF4-FFF2-40B4-BE49-F238E27FC236}">
                      <a16:creationId xmlns:a16="http://schemas.microsoft.com/office/drawing/2014/main" id="{CABBE068-A405-3047-924C-1CFA2D6939FF}"/>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27" name="Freeform 156">
                  <a:extLst>
                    <a:ext uri="{FF2B5EF4-FFF2-40B4-BE49-F238E27FC236}">
                      <a16:creationId xmlns:a16="http://schemas.microsoft.com/office/drawing/2014/main" id="{4F6C6C84-268A-0142-B520-A489DB8019CD}"/>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28" name="Rectangle 157">
                  <a:extLst>
                    <a:ext uri="{FF2B5EF4-FFF2-40B4-BE49-F238E27FC236}">
                      <a16:creationId xmlns:a16="http://schemas.microsoft.com/office/drawing/2014/main" id="{8A7D2A0A-375B-034C-BF01-DD1A62A6E367}"/>
                    </a:ext>
                  </a:extLst>
                </p:cNvPr>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9833" name="Group 158">
            <a:extLst>
              <a:ext uri="{FF2B5EF4-FFF2-40B4-BE49-F238E27FC236}">
                <a16:creationId xmlns:a16="http://schemas.microsoft.com/office/drawing/2014/main" id="{4C619CA5-61FB-4F46-B79E-0A04B36DBDAB}"/>
              </a:ext>
            </a:extLst>
          </p:cNvPr>
          <p:cNvGrpSpPr>
            <a:grpSpLocks/>
          </p:cNvGrpSpPr>
          <p:nvPr/>
        </p:nvGrpSpPr>
        <p:grpSpPr bwMode="auto">
          <a:xfrm>
            <a:off x="7261622" y="1935956"/>
            <a:ext cx="379809" cy="386954"/>
            <a:chOff x="5237" y="1587"/>
            <a:chExt cx="343" cy="353"/>
          </a:xfrm>
        </p:grpSpPr>
        <p:grpSp>
          <p:nvGrpSpPr>
            <p:cNvPr id="120089" name="Group 159">
              <a:extLst>
                <a:ext uri="{FF2B5EF4-FFF2-40B4-BE49-F238E27FC236}">
                  <a16:creationId xmlns:a16="http://schemas.microsoft.com/office/drawing/2014/main" id="{BE135BA4-1036-3343-ADC9-523221BF3820}"/>
                </a:ext>
              </a:extLst>
            </p:cNvPr>
            <p:cNvGrpSpPr>
              <a:grpSpLocks/>
            </p:cNvGrpSpPr>
            <p:nvPr/>
          </p:nvGrpSpPr>
          <p:grpSpPr bwMode="auto">
            <a:xfrm>
              <a:off x="5245" y="1594"/>
              <a:ext cx="335" cy="346"/>
              <a:chOff x="5245" y="1594"/>
              <a:chExt cx="335" cy="346"/>
            </a:xfrm>
          </p:grpSpPr>
          <p:sp>
            <p:nvSpPr>
              <p:cNvPr id="120103" name="Freeform 160">
                <a:extLst>
                  <a:ext uri="{FF2B5EF4-FFF2-40B4-BE49-F238E27FC236}">
                    <a16:creationId xmlns:a16="http://schemas.microsoft.com/office/drawing/2014/main" id="{C44D8452-2AAC-D34B-BF2E-62672BD21D58}"/>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04" name="Freeform 161">
                <a:extLst>
                  <a:ext uri="{FF2B5EF4-FFF2-40B4-BE49-F238E27FC236}">
                    <a16:creationId xmlns:a16="http://schemas.microsoft.com/office/drawing/2014/main" id="{AABFC635-EA46-FB46-A488-AE06DF14A2D6}"/>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05" name="Freeform 162">
                <a:extLst>
                  <a:ext uri="{FF2B5EF4-FFF2-40B4-BE49-F238E27FC236}">
                    <a16:creationId xmlns:a16="http://schemas.microsoft.com/office/drawing/2014/main" id="{3AFDA693-A717-FF47-BBC7-10F6F06BE8BD}"/>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06" name="Freeform 163">
                <a:extLst>
                  <a:ext uri="{FF2B5EF4-FFF2-40B4-BE49-F238E27FC236}">
                    <a16:creationId xmlns:a16="http://schemas.microsoft.com/office/drawing/2014/main" id="{7A14FC04-CC4C-D144-8435-02FCCB8B7A7E}"/>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07" name="Rectangle 164">
                <a:extLst>
                  <a:ext uri="{FF2B5EF4-FFF2-40B4-BE49-F238E27FC236}">
                    <a16:creationId xmlns:a16="http://schemas.microsoft.com/office/drawing/2014/main" id="{5B3E78B4-EBBF-3340-872A-629DDD7B0E72}"/>
                  </a:ext>
                </a:extLst>
              </p:cNvPr>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08" name="Rectangle 165">
                <a:extLst>
                  <a:ext uri="{FF2B5EF4-FFF2-40B4-BE49-F238E27FC236}">
                    <a16:creationId xmlns:a16="http://schemas.microsoft.com/office/drawing/2014/main" id="{5DA0F065-C382-E749-8B95-B8E5CCE3073D}"/>
                  </a:ext>
                </a:extLst>
              </p:cNvPr>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09" name="Rectangle 166">
                <a:extLst>
                  <a:ext uri="{FF2B5EF4-FFF2-40B4-BE49-F238E27FC236}">
                    <a16:creationId xmlns:a16="http://schemas.microsoft.com/office/drawing/2014/main" id="{5A0844C6-73A2-1F45-B1D6-7FEDCD09D763}"/>
                  </a:ext>
                </a:extLst>
              </p:cNvPr>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10" name="Line 167">
                <a:extLst>
                  <a:ext uri="{FF2B5EF4-FFF2-40B4-BE49-F238E27FC236}">
                    <a16:creationId xmlns:a16="http://schemas.microsoft.com/office/drawing/2014/main" id="{59E90934-7B70-E044-93E8-6B350E9CF92F}"/>
                  </a:ext>
                </a:extLst>
              </p:cNvPr>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111" name="Group 168">
                <a:extLst>
                  <a:ext uri="{FF2B5EF4-FFF2-40B4-BE49-F238E27FC236}">
                    <a16:creationId xmlns:a16="http://schemas.microsoft.com/office/drawing/2014/main" id="{A8CA458A-E45B-954A-B356-E0B927BAB210}"/>
                  </a:ext>
                </a:extLst>
              </p:cNvPr>
              <p:cNvGrpSpPr>
                <a:grpSpLocks/>
              </p:cNvGrpSpPr>
              <p:nvPr/>
            </p:nvGrpSpPr>
            <p:grpSpPr bwMode="auto">
              <a:xfrm>
                <a:off x="5245" y="1889"/>
                <a:ext cx="335" cy="51"/>
                <a:chOff x="5245" y="1889"/>
                <a:chExt cx="335" cy="51"/>
              </a:xfrm>
            </p:grpSpPr>
            <p:sp>
              <p:nvSpPr>
                <p:cNvPr id="120112" name="Freeform 169">
                  <a:extLst>
                    <a:ext uri="{FF2B5EF4-FFF2-40B4-BE49-F238E27FC236}">
                      <a16:creationId xmlns:a16="http://schemas.microsoft.com/office/drawing/2014/main" id="{B3C17B56-9C56-EF40-9943-5CF0639FACF5}"/>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13" name="Freeform 170">
                  <a:extLst>
                    <a:ext uri="{FF2B5EF4-FFF2-40B4-BE49-F238E27FC236}">
                      <a16:creationId xmlns:a16="http://schemas.microsoft.com/office/drawing/2014/main" id="{9A94E1E6-783A-6A48-BC88-85D3488DCA01}"/>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14" name="Rectangle 171">
                  <a:extLst>
                    <a:ext uri="{FF2B5EF4-FFF2-40B4-BE49-F238E27FC236}">
                      <a16:creationId xmlns:a16="http://schemas.microsoft.com/office/drawing/2014/main" id="{E388266B-9A93-254C-94E1-145016897FF3}"/>
                    </a:ext>
                  </a:extLst>
                </p:cNvPr>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20090" name="Group 172">
              <a:extLst>
                <a:ext uri="{FF2B5EF4-FFF2-40B4-BE49-F238E27FC236}">
                  <a16:creationId xmlns:a16="http://schemas.microsoft.com/office/drawing/2014/main" id="{25F24BAE-C771-6845-982D-9EB13F643C2C}"/>
                </a:ext>
              </a:extLst>
            </p:cNvPr>
            <p:cNvGrpSpPr>
              <a:grpSpLocks/>
            </p:cNvGrpSpPr>
            <p:nvPr/>
          </p:nvGrpSpPr>
          <p:grpSpPr bwMode="auto">
            <a:xfrm>
              <a:off x="5237" y="1587"/>
              <a:ext cx="335" cy="346"/>
              <a:chOff x="5237" y="1587"/>
              <a:chExt cx="335" cy="346"/>
            </a:xfrm>
          </p:grpSpPr>
          <p:sp>
            <p:nvSpPr>
              <p:cNvPr id="120091" name="Freeform 173">
                <a:extLst>
                  <a:ext uri="{FF2B5EF4-FFF2-40B4-BE49-F238E27FC236}">
                    <a16:creationId xmlns:a16="http://schemas.microsoft.com/office/drawing/2014/main" id="{A04F91F1-7DDD-BF4B-9310-EBBD4690853C}"/>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92" name="Freeform 174">
                <a:extLst>
                  <a:ext uri="{FF2B5EF4-FFF2-40B4-BE49-F238E27FC236}">
                    <a16:creationId xmlns:a16="http://schemas.microsoft.com/office/drawing/2014/main" id="{EC03D860-CB18-A14F-8683-D13656441A3B}"/>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93" name="Freeform 175">
                <a:extLst>
                  <a:ext uri="{FF2B5EF4-FFF2-40B4-BE49-F238E27FC236}">
                    <a16:creationId xmlns:a16="http://schemas.microsoft.com/office/drawing/2014/main" id="{7DB6F5E6-A495-1C43-A4BE-C39C85E8BEAF}"/>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94" name="Freeform 176">
                <a:extLst>
                  <a:ext uri="{FF2B5EF4-FFF2-40B4-BE49-F238E27FC236}">
                    <a16:creationId xmlns:a16="http://schemas.microsoft.com/office/drawing/2014/main" id="{EBF11B9E-A840-874E-9598-B7EBBAAA95D5}"/>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95" name="Rectangle 177">
                <a:extLst>
                  <a:ext uri="{FF2B5EF4-FFF2-40B4-BE49-F238E27FC236}">
                    <a16:creationId xmlns:a16="http://schemas.microsoft.com/office/drawing/2014/main" id="{4553BB0A-BB74-1B40-9E00-41A7CF36DF18}"/>
                  </a:ext>
                </a:extLst>
              </p:cNvPr>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96" name="Rectangle 178">
                <a:extLst>
                  <a:ext uri="{FF2B5EF4-FFF2-40B4-BE49-F238E27FC236}">
                    <a16:creationId xmlns:a16="http://schemas.microsoft.com/office/drawing/2014/main" id="{35161B48-F2F0-784B-B3A7-B04209745F97}"/>
                  </a:ext>
                </a:extLst>
              </p:cNvPr>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97" name="Rectangle 179">
                <a:extLst>
                  <a:ext uri="{FF2B5EF4-FFF2-40B4-BE49-F238E27FC236}">
                    <a16:creationId xmlns:a16="http://schemas.microsoft.com/office/drawing/2014/main" id="{4E196CB1-89C1-1C45-A7D7-9F087E8E8F0B}"/>
                  </a:ext>
                </a:extLst>
              </p:cNvPr>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98" name="Line 180">
                <a:extLst>
                  <a:ext uri="{FF2B5EF4-FFF2-40B4-BE49-F238E27FC236}">
                    <a16:creationId xmlns:a16="http://schemas.microsoft.com/office/drawing/2014/main" id="{DF1A960C-FED3-0942-8FEC-1F45CB5E1FB3}"/>
                  </a:ext>
                </a:extLst>
              </p:cNvPr>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099" name="Group 181">
                <a:extLst>
                  <a:ext uri="{FF2B5EF4-FFF2-40B4-BE49-F238E27FC236}">
                    <a16:creationId xmlns:a16="http://schemas.microsoft.com/office/drawing/2014/main" id="{2E81204E-B85C-4446-9251-B4BEDD1E78F6}"/>
                  </a:ext>
                </a:extLst>
              </p:cNvPr>
              <p:cNvGrpSpPr>
                <a:grpSpLocks/>
              </p:cNvGrpSpPr>
              <p:nvPr/>
            </p:nvGrpSpPr>
            <p:grpSpPr bwMode="auto">
              <a:xfrm>
                <a:off x="5237" y="1883"/>
                <a:ext cx="335" cy="50"/>
                <a:chOff x="5237" y="1883"/>
                <a:chExt cx="335" cy="50"/>
              </a:xfrm>
            </p:grpSpPr>
            <p:sp>
              <p:nvSpPr>
                <p:cNvPr id="120100" name="Freeform 182">
                  <a:extLst>
                    <a:ext uri="{FF2B5EF4-FFF2-40B4-BE49-F238E27FC236}">
                      <a16:creationId xmlns:a16="http://schemas.microsoft.com/office/drawing/2014/main" id="{E121DB38-2B6F-EC49-A7E9-5728B2C93659}"/>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01" name="Freeform 183">
                  <a:extLst>
                    <a:ext uri="{FF2B5EF4-FFF2-40B4-BE49-F238E27FC236}">
                      <a16:creationId xmlns:a16="http://schemas.microsoft.com/office/drawing/2014/main" id="{7CC8A6A9-E316-F945-8FC4-9123B78B753D}"/>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02" name="Rectangle 184">
                  <a:extLst>
                    <a:ext uri="{FF2B5EF4-FFF2-40B4-BE49-F238E27FC236}">
                      <a16:creationId xmlns:a16="http://schemas.microsoft.com/office/drawing/2014/main" id="{F75D2232-2334-534F-8ADD-2CBD9BB4C076}"/>
                    </a:ext>
                  </a:extLst>
                </p:cNvPr>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9834" name="Rectangle 185">
            <a:extLst>
              <a:ext uri="{FF2B5EF4-FFF2-40B4-BE49-F238E27FC236}">
                <a16:creationId xmlns:a16="http://schemas.microsoft.com/office/drawing/2014/main" id="{124CF55B-520C-3440-BF8D-656E9DB67FD1}"/>
              </a:ext>
            </a:extLst>
          </p:cNvPr>
          <p:cNvSpPr>
            <a:spLocks noChangeArrowheads="1"/>
          </p:cNvSpPr>
          <p:nvPr/>
        </p:nvSpPr>
        <p:spPr bwMode="auto">
          <a:xfrm>
            <a:off x="2568179" y="1440656"/>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35" name="Rectangle 186">
            <a:extLst>
              <a:ext uri="{FF2B5EF4-FFF2-40B4-BE49-F238E27FC236}">
                <a16:creationId xmlns:a16="http://schemas.microsoft.com/office/drawing/2014/main" id="{AF8B5D46-1D1A-7A47-9955-A8B07DE830A6}"/>
              </a:ext>
            </a:extLst>
          </p:cNvPr>
          <p:cNvSpPr>
            <a:spLocks noChangeArrowheads="1"/>
          </p:cNvSpPr>
          <p:nvPr/>
        </p:nvSpPr>
        <p:spPr bwMode="auto">
          <a:xfrm>
            <a:off x="2900363" y="1743075"/>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222.1.1.</a:t>
            </a:r>
            <a:endParaRPr kumimoji="1" lang="en-US" altLang="zh-CN" sz="1500">
              <a:latin typeface="Arial" panose="020B0604020202020204" pitchFamily="34" charset="0"/>
              <a:ea typeface="宋体" panose="02010600030101010101" pitchFamily="2" charset="-122"/>
            </a:endParaRPr>
          </a:p>
        </p:txBody>
      </p:sp>
      <p:sp>
        <p:nvSpPr>
          <p:cNvPr id="119836" name="Rectangle 187">
            <a:extLst>
              <a:ext uri="{FF2B5EF4-FFF2-40B4-BE49-F238E27FC236}">
                <a16:creationId xmlns:a16="http://schemas.microsoft.com/office/drawing/2014/main" id="{CE8C5D71-8239-6740-ACA6-3C43B876E5EF}"/>
              </a:ext>
            </a:extLst>
          </p:cNvPr>
          <p:cNvSpPr>
            <a:spLocks noChangeArrowheads="1"/>
          </p:cNvSpPr>
          <p:nvPr/>
        </p:nvSpPr>
        <p:spPr bwMode="auto">
          <a:xfrm>
            <a:off x="3819526" y="1112044"/>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37" name="Rectangle 188">
            <a:extLst>
              <a:ext uri="{FF2B5EF4-FFF2-40B4-BE49-F238E27FC236}">
                <a16:creationId xmlns:a16="http://schemas.microsoft.com/office/drawing/2014/main" id="{038E2E5B-6590-4242-A567-9D8F579692DA}"/>
              </a:ext>
            </a:extLst>
          </p:cNvPr>
          <p:cNvSpPr>
            <a:spLocks noChangeArrowheads="1"/>
          </p:cNvSpPr>
          <p:nvPr/>
        </p:nvSpPr>
        <p:spPr bwMode="auto">
          <a:xfrm>
            <a:off x="3756423"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222.1.1.1</a:t>
            </a:r>
          </a:p>
        </p:txBody>
      </p:sp>
      <p:sp>
        <p:nvSpPr>
          <p:cNvPr id="119838" name="Rectangle 189">
            <a:extLst>
              <a:ext uri="{FF2B5EF4-FFF2-40B4-BE49-F238E27FC236}">
                <a16:creationId xmlns:a16="http://schemas.microsoft.com/office/drawing/2014/main" id="{E51C3514-7E69-434A-9B24-27B05953FD92}"/>
              </a:ext>
            </a:extLst>
          </p:cNvPr>
          <p:cNvSpPr>
            <a:spLocks noChangeArrowheads="1"/>
          </p:cNvSpPr>
          <p:nvPr/>
        </p:nvSpPr>
        <p:spPr bwMode="auto">
          <a:xfrm>
            <a:off x="4978004"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39" name="Rectangle 190">
            <a:extLst>
              <a:ext uri="{FF2B5EF4-FFF2-40B4-BE49-F238E27FC236}">
                <a16:creationId xmlns:a16="http://schemas.microsoft.com/office/drawing/2014/main" id="{09A55692-E25C-BE47-9705-556F317FC4AE}"/>
              </a:ext>
            </a:extLst>
          </p:cNvPr>
          <p:cNvSpPr>
            <a:spLocks noChangeArrowheads="1"/>
          </p:cNvSpPr>
          <p:nvPr/>
        </p:nvSpPr>
        <p:spPr bwMode="auto">
          <a:xfrm>
            <a:off x="4898232"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222.1.1.2</a:t>
            </a:r>
          </a:p>
        </p:txBody>
      </p:sp>
      <p:sp>
        <p:nvSpPr>
          <p:cNvPr id="119840" name="Rectangle 191">
            <a:extLst>
              <a:ext uri="{FF2B5EF4-FFF2-40B4-BE49-F238E27FC236}">
                <a16:creationId xmlns:a16="http://schemas.microsoft.com/office/drawing/2014/main" id="{27D672D3-9BB8-1A4B-95D5-D629641E550D}"/>
              </a:ext>
            </a:extLst>
          </p:cNvPr>
          <p:cNvSpPr>
            <a:spLocks noChangeArrowheads="1"/>
          </p:cNvSpPr>
          <p:nvPr/>
        </p:nvSpPr>
        <p:spPr bwMode="auto">
          <a:xfrm>
            <a:off x="6173392"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41" name="Rectangle 192">
            <a:extLst>
              <a:ext uri="{FF2B5EF4-FFF2-40B4-BE49-F238E27FC236}">
                <a16:creationId xmlns:a16="http://schemas.microsoft.com/office/drawing/2014/main" id="{3DB88604-1048-4141-B6CB-2E58332D00C0}"/>
              </a:ext>
            </a:extLst>
          </p:cNvPr>
          <p:cNvSpPr>
            <a:spLocks noChangeArrowheads="1"/>
          </p:cNvSpPr>
          <p:nvPr/>
        </p:nvSpPr>
        <p:spPr bwMode="auto">
          <a:xfrm>
            <a:off x="6059091" y="10596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222.1.1.3</a:t>
            </a:r>
          </a:p>
        </p:txBody>
      </p:sp>
      <p:sp>
        <p:nvSpPr>
          <p:cNvPr id="119842" name="Rectangle 193">
            <a:extLst>
              <a:ext uri="{FF2B5EF4-FFF2-40B4-BE49-F238E27FC236}">
                <a16:creationId xmlns:a16="http://schemas.microsoft.com/office/drawing/2014/main" id="{035BE2FB-FE83-F64C-9FB8-A097DFEF9474}"/>
              </a:ext>
            </a:extLst>
          </p:cNvPr>
          <p:cNvSpPr>
            <a:spLocks noChangeArrowheads="1"/>
          </p:cNvSpPr>
          <p:nvPr/>
        </p:nvSpPr>
        <p:spPr bwMode="auto">
          <a:xfrm>
            <a:off x="4269581" y="1603772"/>
            <a:ext cx="20241" cy="40362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9843" name="Group 194">
            <a:extLst>
              <a:ext uri="{FF2B5EF4-FFF2-40B4-BE49-F238E27FC236}">
                <a16:creationId xmlns:a16="http://schemas.microsoft.com/office/drawing/2014/main" id="{FF6957FA-F476-A444-9E0A-033E2D6A1E5B}"/>
              </a:ext>
            </a:extLst>
          </p:cNvPr>
          <p:cNvGrpSpPr>
            <a:grpSpLocks/>
          </p:cNvGrpSpPr>
          <p:nvPr/>
        </p:nvGrpSpPr>
        <p:grpSpPr bwMode="auto">
          <a:xfrm>
            <a:off x="4010025" y="1972866"/>
            <a:ext cx="485775" cy="289322"/>
            <a:chOff x="2299" y="1622"/>
            <a:chExt cx="439" cy="262"/>
          </a:xfrm>
        </p:grpSpPr>
        <p:sp>
          <p:nvSpPr>
            <p:cNvPr id="120064" name="Oval 195">
              <a:extLst>
                <a:ext uri="{FF2B5EF4-FFF2-40B4-BE49-F238E27FC236}">
                  <a16:creationId xmlns:a16="http://schemas.microsoft.com/office/drawing/2014/main" id="{2DE5813C-E448-FF49-BD73-780D20F6A289}"/>
                </a:ext>
              </a:extLst>
            </p:cNvPr>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65" name="Rectangle 196">
              <a:extLst>
                <a:ext uri="{FF2B5EF4-FFF2-40B4-BE49-F238E27FC236}">
                  <a16:creationId xmlns:a16="http://schemas.microsoft.com/office/drawing/2014/main" id="{3BAB12CD-B4D4-AA48-A99C-A7194B6EFE79}"/>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66" name="Rectangle 197">
              <a:extLst>
                <a:ext uri="{FF2B5EF4-FFF2-40B4-BE49-F238E27FC236}">
                  <a16:creationId xmlns:a16="http://schemas.microsoft.com/office/drawing/2014/main" id="{7FBE59A9-0B07-E344-96A2-8FC9F9C0002C}"/>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67" name="Oval 198">
              <a:extLst>
                <a:ext uri="{FF2B5EF4-FFF2-40B4-BE49-F238E27FC236}">
                  <a16:creationId xmlns:a16="http://schemas.microsoft.com/office/drawing/2014/main" id="{B0AEFF94-915A-B647-98F2-A7BC875D8FFA}"/>
                </a:ext>
              </a:extLst>
            </p:cNvPr>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20068" name="Group 199">
              <a:extLst>
                <a:ext uri="{FF2B5EF4-FFF2-40B4-BE49-F238E27FC236}">
                  <a16:creationId xmlns:a16="http://schemas.microsoft.com/office/drawing/2014/main" id="{9059712C-E733-8C40-8E0B-23BEA266469E}"/>
                </a:ext>
              </a:extLst>
            </p:cNvPr>
            <p:cNvGrpSpPr>
              <a:grpSpLocks/>
            </p:cNvGrpSpPr>
            <p:nvPr/>
          </p:nvGrpSpPr>
          <p:grpSpPr bwMode="auto">
            <a:xfrm>
              <a:off x="2365" y="1640"/>
              <a:ext cx="304" cy="117"/>
              <a:chOff x="2365" y="1640"/>
              <a:chExt cx="304" cy="117"/>
            </a:xfrm>
          </p:grpSpPr>
          <p:grpSp>
            <p:nvGrpSpPr>
              <p:cNvPr id="120071" name="Group 200">
                <a:extLst>
                  <a:ext uri="{FF2B5EF4-FFF2-40B4-BE49-F238E27FC236}">
                    <a16:creationId xmlns:a16="http://schemas.microsoft.com/office/drawing/2014/main" id="{B231E92D-8499-554B-BFE6-5D3B52D69F44}"/>
                  </a:ext>
                </a:extLst>
              </p:cNvPr>
              <p:cNvGrpSpPr>
                <a:grpSpLocks/>
              </p:cNvGrpSpPr>
              <p:nvPr/>
            </p:nvGrpSpPr>
            <p:grpSpPr bwMode="auto">
              <a:xfrm>
                <a:off x="2365" y="1640"/>
                <a:ext cx="302" cy="115"/>
                <a:chOff x="2365" y="1640"/>
                <a:chExt cx="302" cy="115"/>
              </a:xfrm>
            </p:grpSpPr>
            <p:sp>
              <p:nvSpPr>
                <p:cNvPr id="120081" name="Freeform 201">
                  <a:extLst>
                    <a:ext uri="{FF2B5EF4-FFF2-40B4-BE49-F238E27FC236}">
                      <a16:creationId xmlns:a16="http://schemas.microsoft.com/office/drawing/2014/main" id="{71D0FFB6-BB8E-024F-84E5-89B15E09B4B3}"/>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82" name="Freeform 202">
                  <a:extLst>
                    <a:ext uri="{FF2B5EF4-FFF2-40B4-BE49-F238E27FC236}">
                      <a16:creationId xmlns:a16="http://schemas.microsoft.com/office/drawing/2014/main" id="{366E9457-9717-1E43-86B2-67557EDF872C}"/>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83" name="Freeform 203">
                  <a:extLst>
                    <a:ext uri="{FF2B5EF4-FFF2-40B4-BE49-F238E27FC236}">
                      <a16:creationId xmlns:a16="http://schemas.microsoft.com/office/drawing/2014/main" id="{4C85F1BA-B56F-594C-87B1-76CE742AD039}"/>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84" name="Freeform 204">
                  <a:extLst>
                    <a:ext uri="{FF2B5EF4-FFF2-40B4-BE49-F238E27FC236}">
                      <a16:creationId xmlns:a16="http://schemas.microsoft.com/office/drawing/2014/main" id="{4B5F33F7-A280-0842-AA95-B62F7CEEF1D5}"/>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85" name="Freeform 205">
                  <a:extLst>
                    <a:ext uri="{FF2B5EF4-FFF2-40B4-BE49-F238E27FC236}">
                      <a16:creationId xmlns:a16="http://schemas.microsoft.com/office/drawing/2014/main" id="{B6C073D1-05E8-2F45-85BB-534B1901D33F}"/>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86" name="Freeform 206">
                  <a:extLst>
                    <a:ext uri="{FF2B5EF4-FFF2-40B4-BE49-F238E27FC236}">
                      <a16:creationId xmlns:a16="http://schemas.microsoft.com/office/drawing/2014/main" id="{21D0BE55-729B-A647-9795-183F9532DC51}"/>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87" name="Freeform 207">
                  <a:extLst>
                    <a:ext uri="{FF2B5EF4-FFF2-40B4-BE49-F238E27FC236}">
                      <a16:creationId xmlns:a16="http://schemas.microsoft.com/office/drawing/2014/main" id="{E5B45057-82DF-E34F-AC2F-16BDF0847E61}"/>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88" name="Freeform 208">
                  <a:extLst>
                    <a:ext uri="{FF2B5EF4-FFF2-40B4-BE49-F238E27FC236}">
                      <a16:creationId xmlns:a16="http://schemas.microsoft.com/office/drawing/2014/main" id="{CBBA0840-6AA1-3641-88A6-6BDB8C5A148B}"/>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20072" name="Group 209">
                <a:extLst>
                  <a:ext uri="{FF2B5EF4-FFF2-40B4-BE49-F238E27FC236}">
                    <a16:creationId xmlns:a16="http://schemas.microsoft.com/office/drawing/2014/main" id="{F6E7AC74-813C-B64B-93C6-705D82C1200B}"/>
                  </a:ext>
                </a:extLst>
              </p:cNvPr>
              <p:cNvGrpSpPr>
                <a:grpSpLocks/>
              </p:cNvGrpSpPr>
              <p:nvPr/>
            </p:nvGrpSpPr>
            <p:grpSpPr bwMode="auto">
              <a:xfrm>
                <a:off x="2368" y="1643"/>
                <a:ext cx="301" cy="114"/>
                <a:chOff x="2368" y="1643"/>
                <a:chExt cx="301" cy="114"/>
              </a:xfrm>
            </p:grpSpPr>
            <p:sp>
              <p:nvSpPr>
                <p:cNvPr id="120073" name="Freeform 210">
                  <a:extLst>
                    <a:ext uri="{FF2B5EF4-FFF2-40B4-BE49-F238E27FC236}">
                      <a16:creationId xmlns:a16="http://schemas.microsoft.com/office/drawing/2014/main" id="{EABB214B-5F4F-5E48-AC91-D4B6B073892C}"/>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74" name="Freeform 211">
                  <a:extLst>
                    <a:ext uri="{FF2B5EF4-FFF2-40B4-BE49-F238E27FC236}">
                      <a16:creationId xmlns:a16="http://schemas.microsoft.com/office/drawing/2014/main" id="{2B2923A1-75EF-1542-B6D6-0567BB2BB902}"/>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75" name="Freeform 212">
                  <a:extLst>
                    <a:ext uri="{FF2B5EF4-FFF2-40B4-BE49-F238E27FC236}">
                      <a16:creationId xmlns:a16="http://schemas.microsoft.com/office/drawing/2014/main" id="{F49F3B11-3DB4-9A46-BD80-A56D823A05BE}"/>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76" name="Freeform 213">
                  <a:extLst>
                    <a:ext uri="{FF2B5EF4-FFF2-40B4-BE49-F238E27FC236}">
                      <a16:creationId xmlns:a16="http://schemas.microsoft.com/office/drawing/2014/main" id="{B0E549DA-17DE-1347-BDA7-FB218A52D0D1}"/>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77" name="Freeform 214">
                  <a:extLst>
                    <a:ext uri="{FF2B5EF4-FFF2-40B4-BE49-F238E27FC236}">
                      <a16:creationId xmlns:a16="http://schemas.microsoft.com/office/drawing/2014/main" id="{C23E4D1E-BCC4-A841-8C39-4639D4041B1F}"/>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78" name="Freeform 215">
                  <a:extLst>
                    <a:ext uri="{FF2B5EF4-FFF2-40B4-BE49-F238E27FC236}">
                      <a16:creationId xmlns:a16="http://schemas.microsoft.com/office/drawing/2014/main" id="{AFB71A0C-9E61-5B44-9163-6A0FF4353EDB}"/>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79" name="Freeform 216">
                  <a:extLst>
                    <a:ext uri="{FF2B5EF4-FFF2-40B4-BE49-F238E27FC236}">
                      <a16:creationId xmlns:a16="http://schemas.microsoft.com/office/drawing/2014/main" id="{0D6996B3-EED7-C346-9747-FD973A99B15F}"/>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80" name="Freeform 217">
                  <a:extLst>
                    <a:ext uri="{FF2B5EF4-FFF2-40B4-BE49-F238E27FC236}">
                      <a16:creationId xmlns:a16="http://schemas.microsoft.com/office/drawing/2014/main" id="{252D2698-2AD2-D44C-AAFC-8A9C18A36C07}"/>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20069" name="Line 218">
              <a:extLst>
                <a:ext uri="{FF2B5EF4-FFF2-40B4-BE49-F238E27FC236}">
                  <a16:creationId xmlns:a16="http://schemas.microsoft.com/office/drawing/2014/main" id="{A5F4FFAE-BE82-C346-8276-442A4B5F9779}"/>
                </a:ext>
              </a:extLst>
            </p:cNvPr>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070" name="Line 219">
              <a:extLst>
                <a:ext uri="{FF2B5EF4-FFF2-40B4-BE49-F238E27FC236}">
                  <a16:creationId xmlns:a16="http://schemas.microsoft.com/office/drawing/2014/main" id="{E684BA96-1797-BE46-8930-17E74701DA26}"/>
                </a:ext>
              </a:extLst>
            </p:cNvPr>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9844" name="Rectangle 220">
            <a:extLst>
              <a:ext uri="{FF2B5EF4-FFF2-40B4-BE49-F238E27FC236}">
                <a16:creationId xmlns:a16="http://schemas.microsoft.com/office/drawing/2014/main" id="{424760F6-8022-6545-A4F7-7490A1624F75}"/>
              </a:ext>
            </a:extLst>
          </p:cNvPr>
          <p:cNvSpPr>
            <a:spLocks noChangeArrowheads="1"/>
          </p:cNvSpPr>
          <p:nvPr/>
        </p:nvSpPr>
        <p:spPr bwMode="auto">
          <a:xfrm>
            <a:off x="4351735" y="1778794"/>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45" name="Rectangle 221">
            <a:extLst>
              <a:ext uri="{FF2B5EF4-FFF2-40B4-BE49-F238E27FC236}">
                <a16:creationId xmlns:a16="http://schemas.microsoft.com/office/drawing/2014/main" id="{BF20F4B2-A476-FB4B-BA47-C5984F8A81D8}"/>
              </a:ext>
            </a:extLst>
          </p:cNvPr>
          <p:cNvSpPr>
            <a:spLocks noChangeArrowheads="1"/>
          </p:cNvSpPr>
          <p:nvPr/>
        </p:nvSpPr>
        <p:spPr bwMode="auto">
          <a:xfrm>
            <a:off x="4406504" y="1785938"/>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222.1.1.4</a:t>
            </a:r>
          </a:p>
        </p:txBody>
      </p:sp>
      <p:sp>
        <p:nvSpPr>
          <p:cNvPr id="119846" name="Rectangle 222">
            <a:extLst>
              <a:ext uri="{FF2B5EF4-FFF2-40B4-BE49-F238E27FC236}">
                <a16:creationId xmlns:a16="http://schemas.microsoft.com/office/drawing/2014/main" id="{4FE580AB-7310-7F44-962F-1AFB0430D8FC}"/>
              </a:ext>
            </a:extLst>
          </p:cNvPr>
          <p:cNvSpPr>
            <a:spLocks noChangeArrowheads="1"/>
          </p:cNvSpPr>
          <p:nvPr/>
        </p:nvSpPr>
        <p:spPr bwMode="auto">
          <a:xfrm>
            <a:off x="3727847" y="1889523"/>
            <a:ext cx="309563" cy="263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47" name="Rectangle 223">
            <a:extLst>
              <a:ext uri="{FF2B5EF4-FFF2-40B4-BE49-F238E27FC236}">
                <a16:creationId xmlns:a16="http://schemas.microsoft.com/office/drawing/2014/main" id="{CA52533F-0A55-F643-A3FD-4B752EECA4E7}"/>
              </a:ext>
            </a:extLst>
          </p:cNvPr>
          <p:cNvSpPr>
            <a:spLocks noChangeArrowheads="1"/>
          </p:cNvSpPr>
          <p:nvPr/>
        </p:nvSpPr>
        <p:spPr bwMode="auto">
          <a:xfrm>
            <a:off x="3805237" y="1882379"/>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9848" name="Oval 224">
            <a:extLst>
              <a:ext uri="{FF2B5EF4-FFF2-40B4-BE49-F238E27FC236}">
                <a16:creationId xmlns:a16="http://schemas.microsoft.com/office/drawing/2014/main" id="{61F26176-964A-2146-87D8-6D22EC927B0C}"/>
              </a:ext>
            </a:extLst>
          </p:cNvPr>
          <p:cNvSpPr>
            <a:spLocks noChangeArrowheads="1"/>
          </p:cNvSpPr>
          <p:nvPr/>
        </p:nvSpPr>
        <p:spPr bwMode="auto">
          <a:xfrm>
            <a:off x="4239816" y="181689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49" name="Rectangle 225">
            <a:extLst>
              <a:ext uri="{FF2B5EF4-FFF2-40B4-BE49-F238E27FC236}">
                <a16:creationId xmlns:a16="http://schemas.microsoft.com/office/drawing/2014/main" id="{C9364816-7974-A84B-800F-F2A457526569}"/>
              </a:ext>
            </a:extLst>
          </p:cNvPr>
          <p:cNvSpPr>
            <a:spLocks noChangeArrowheads="1"/>
          </p:cNvSpPr>
          <p:nvPr/>
        </p:nvSpPr>
        <p:spPr bwMode="auto">
          <a:xfrm>
            <a:off x="2624138" y="1212056"/>
            <a:ext cx="5405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50" name="Oval 226">
            <a:extLst>
              <a:ext uri="{FF2B5EF4-FFF2-40B4-BE49-F238E27FC236}">
                <a16:creationId xmlns:a16="http://schemas.microsoft.com/office/drawing/2014/main" id="{96F961C8-ADA0-2D41-B6B6-E2D05AE8BDD7}"/>
              </a:ext>
            </a:extLst>
          </p:cNvPr>
          <p:cNvSpPr>
            <a:spLocks noChangeArrowheads="1"/>
          </p:cNvSpPr>
          <p:nvPr/>
        </p:nvSpPr>
        <p:spPr bwMode="auto">
          <a:xfrm>
            <a:off x="6983016" y="30503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51" name="Oval 227">
            <a:extLst>
              <a:ext uri="{FF2B5EF4-FFF2-40B4-BE49-F238E27FC236}">
                <a16:creationId xmlns:a16="http://schemas.microsoft.com/office/drawing/2014/main" id="{93D5CC1D-8500-184E-B130-794F1C344855}"/>
              </a:ext>
            </a:extLst>
          </p:cNvPr>
          <p:cNvSpPr>
            <a:spLocks noChangeArrowheads="1"/>
          </p:cNvSpPr>
          <p:nvPr/>
        </p:nvSpPr>
        <p:spPr bwMode="auto">
          <a:xfrm>
            <a:off x="6986588" y="2220517"/>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52" name="Rectangle 228">
            <a:extLst>
              <a:ext uri="{FF2B5EF4-FFF2-40B4-BE49-F238E27FC236}">
                <a16:creationId xmlns:a16="http://schemas.microsoft.com/office/drawing/2014/main" id="{69E0F159-1C29-A348-A220-F0FF984503F9}"/>
              </a:ext>
            </a:extLst>
          </p:cNvPr>
          <p:cNvSpPr>
            <a:spLocks noChangeArrowheads="1"/>
          </p:cNvSpPr>
          <p:nvPr/>
        </p:nvSpPr>
        <p:spPr bwMode="auto">
          <a:xfrm>
            <a:off x="5897166" y="2764632"/>
            <a:ext cx="757238"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53" name="Rectangle 229">
            <a:extLst>
              <a:ext uri="{FF2B5EF4-FFF2-40B4-BE49-F238E27FC236}">
                <a16:creationId xmlns:a16="http://schemas.microsoft.com/office/drawing/2014/main" id="{05AEBE55-47AE-7F41-874E-E0BC45BE5537}"/>
              </a:ext>
            </a:extLst>
          </p:cNvPr>
          <p:cNvSpPr>
            <a:spLocks noChangeArrowheads="1"/>
          </p:cNvSpPr>
          <p:nvPr/>
        </p:nvSpPr>
        <p:spPr bwMode="auto">
          <a:xfrm>
            <a:off x="5625704" y="3167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222.1.2.5</a:t>
            </a:r>
          </a:p>
        </p:txBody>
      </p:sp>
      <p:sp>
        <p:nvSpPr>
          <p:cNvPr id="119854" name="Rectangle 230">
            <a:extLst>
              <a:ext uri="{FF2B5EF4-FFF2-40B4-BE49-F238E27FC236}">
                <a16:creationId xmlns:a16="http://schemas.microsoft.com/office/drawing/2014/main" id="{DE4693F7-1F77-7145-B6A2-F77675DBCE44}"/>
              </a:ext>
            </a:extLst>
          </p:cNvPr>
          <p:cNvSpPr>
            <a:spLocks noChangeArrowheads="1"/>
          </p:cNvSpPr>
          <p:nvPr/>
        </p:nvSpPr>
        <p:spPr bwMode="auto">
          <a:xfrm>
            <a:off x="7055644" y="3148012"/>
            <a:ext cx="756047"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55" name="Rectangle 231">
            <a:extLst>
              <a:ext uri="{FF2B5EF4-FFF2-40B4-BE49-F238E27FC236}">
                <a16:creationId xmlns:a16="http://schemas.microsoft.com/office/drawing/2014/main" id="{7B0FFA13-5675-FF44-A281-ECC21022FA83}"/>
              </a:ext>
            </a:extLst>
          </p:cNvPr>
          <p:cNvSpPr>
            <a:spLocks noChangeArrowheads="1"/>
          </p:cNvSpPr>
          <p:nvPr/>
        </p:nvSpPr>
        <p:spPr bwMode="auto">
          <a:xfrm>
            <a:off x="7124700" y="31932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222.1.2.2</a:t>
            </a:r>
          </a:p>
        </p:txBody>
      </p:sp>
      <p:sp>
        <p:nvSpPr>
          <p:cNvPr id="119856" name="Rectangle 232">
            <a:extLst>
              <a:ext uri="{FF2B5EF4-FFF2-40B4-BE49-F238E27FC236}">
                <a16:creationId xmlns:a16="http://schemas.microsoft.com/office/drawing/2014/main" id="{DE4463F3-C738-AA4C-9925-0A89B14F875A}"/>
              </a:ext>
            </a:extLst>
          </p:cNvPr>
          <p:cNvSpPr>
            <a:spLocks noChangeArrowheads="1"/>
          </p:cNvSpPr>
          <p:nvPr/>
        </p:nvSpPr>
        <p:spPr bwMode="auto">
          <a:xfrm>
            <a:off x="7055644" y="2314575"/>
            <a:ext cx="756047"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57" name="Rectangle 233">
            <a:extLst>
              <a:ext uri="{FF2B5EF4-FFF2-40B4-BE49-F238E27FC236}">
                <a16:creationId xmlns:a16="http://schemas.microsoft.com/office/drawing/2014/main" id="{09529A6D-8BC6-774D-BA14-02493A6C1AD5}"/>
              </a:ext>
            </a:extLst>
          </p:cNvPr>
          <p:cNvSpPr>
            <a:spLocks noChangeArrowheads="1"/>
          </p:cNvSpPr>
          <p:nvPr/>
        </p:nvSpPr>
        <p:spPr bwMode="auto">
          <a:xfrm>
            <a:off x="7124700" y="2361010"/>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222.1.2.1</a:t>
            </a:r>
          </a:p>
        </p:txBody>
      </p:sp>
      <p:sp>
        <p:nvSpPr>
          <p:cNvPr id="119858" name="Rectangle 234">
            <a:extLst>
              <a:ext uri="{FF2B5EF4-FFF2-40B4-BE49-F238E27FC236}">
                <a16:creationId xmlns:a16="http://schemas.microsoft.com/office/drawing/2014/main" id="{02CAEDF1-7FC9-B24F-8263-9621F9760968}"/>
              </a:ext>
            </a:extLst>
          </p:cNvPr>
          <p:cNvSpPr>
            <a:spLocks noChangeArrowheads="1"/>
          </p:cNvSpPr>
          <p:nvPr/>
        </p:nvSpPr>
        <p:spPr bwMode="auto">
          <a:xfrm>
            <a:off x="6981826" y="3914775"/>
            <a:ext cx="756047"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59" name="Rectangle 235">
            <a:extLst>
              <a:ext uri="{FF2B5EF4-FFF2-40B4-BE49-F238E27FC236}">
                <a16:creationId xmlns:a16="http://schemas.microsoft.com/office/drawing/2014/main" id="{F9875F59-6448-1C43-B6AB-30C641A5B321}"/>
              </a:ext>
            </a:extLst>
          </p:cNvPr>
          <p:cNvSpPr>
            <a:spLocks noChangeArrowheads="1"/>
          </p:cNvSpPr>
          <p:nvPr/>
        </p:nvSpPr>
        <p:spPr bwMode="auto">
          <a:xfrm>
            <a:off x="4892279"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222.1.2.3</a:t>
            </a:r>
          </a:p>
        </p:txBody>
      </p:sp>
      <p:sp>
        <p:nvSpPr>
          <p:cNvPr id="119860" name="Rectangle 236">
            <a:extLst>
              <a:ext uri="{FF2B5EF4-FFF2-40B4-BE49-F238E27FC236}">
                <a16:creationId xmlns:a16="http://schemas.microsoft.com/office/drawing/2014/main" id="{D01171E0-BDF3-5747-B9CE-CC33992CF174}"/>
              </a:ext>
            </a:extLst>
          </p:cNvPr>
          <p:cNvSpPr>
            <a:spLocks noChangeArrowheads="1"/>
          </p:cNvSpPr>
          <p:nvPr/>
        </p:nvSpPr>
        <p:spPr bwMode="auto">
          <a:xfrm>
            <a:off x="3895726" y="4204098"/>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61" name="Rectangle 237">
            <a:extLst>
              <a:ext uri="{FF2B5EF4-FFF2-40B4-BE49-F238E27FC236}">
                <a16:creationId xmlns:a16="http://schemas.microsoft.com/office/drawing/2014/main" id="{B2BA4A79-1314-E740-AEAD-CFCC6D81ECE6}"/>
              </a:ext>
            </a:extLst>
          </p:cNvPr>
          <p:cNvSpPr>
            <a:spLocks noChangeArrowheads="1"/>
          </p:cNvSpPr>
          <p:nvPr/>
        </p:nvSpPr>
        <p:spPr bwMode="auto">
          <a:xfrm>
            <a:off x="3954066"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222.1.2.4</a:t>
            </a:r>
          </a:p>
        </p:txBody>
      </p:sp>
      <p:sp>
        <p:nvSpPr>
          <p:cNvPr id="119862" name="Oval 238">
            <a:extLst>
              <a:ext uri="{FF2B5EF4-FFF2-40B4-BE49-F238E27FC236}">
                <a16:creationId xmlns:a16="http://schemas.microsoft.com/office/drawing/2014/main" id="{C39885F7-9096-7A4D-81CF-AEB946399FB8}"/>
              </a:ext>
            </a:extLst>
          </p:cNvPr>
          <p:cNvSpPr>
            <a:spLocks noChangeArrowheads="1"/>
          </p:cNvSpPr>
          <p:nvPr/>
        </p:nvSpPr>
        <p:spPr bwMode="auto">
          <a:xfrm>
            <a:off x="4769644" y="4225528"/>
            <a:ext cx="69056"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63" name="Rectangle 239">
            <a:extLst>
              <a:ext uri="{FF2B5EF4-FFF2-40B4-BE49-F238E27FC236}">
                <a16:creationId xmlns:a16="http://schemas.microsoft.com/office/drawing/2014/main" id="{3B3E87DE-E793-1743-A9A4-2562659A497A}"/>
              </a:ext>
            </a:extLst>
          </p:cNvPr>
          <p:cNvSpPr>
            <a:spLocks noChangeArrowheads="1"/>
          </p:cNvSpPr>
          <p:nvPr/>
        </p:nvSpPr>
        <p:spPr bwMode="auto">
          <a:xfrm>
            <a:off x="6256735" y="2216944"/>
            <a:ext cx="67151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64" name="Rectangle 240">
            <a:extLst>
              <a:ext uri="{FF2B5EF4-FFF2-40B4-BE49-F238E27FC236}">
                <a16:creationId xmlns:a16="http://schemas.microsoft.com/office/drawing/2014/main" id="{A181A9BE-D633-F54B-A8E8-48CA19E7432A}"/>
              </a:ext>
            </a:extLst>
          </p:cNvPr>
          <p:cNvSpPr>
            <a:spLocks noChangeArrowheads="1"/>
          </p:cNvSpPr>
          <p:nvPr/>
        </p:nvSpPr>
        <p:spPr bwMode="auto">
          <a:xfrm>
            <a:off x="6263879" y="2692004"/>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222.1.2.</a:t>
            </a:r>
            <a:endParaRPr kumimoji="1" lang="en-US" altLang="zh-CN" sz="1500">
              <a:latin typeface="Arial" panose="020B0604020202020204" pitchFamily="34" charset="0"/>
              <a:ea typeface="宋体" panose="02010600030101010101" pitchFamily="2" charset="-122"/>
            </a:endParaRPr>
          </a:p>
        </p:txBody>
      </p:sp>
      <p:sp>
        <p:nvSpPr>
          <p:cNvPr id="119865" name="Rectangle 241">
            <a:extLst>
              <a:ext uri="{FF2B5EF4-FFF2-40B4-BE49-F238E27FC236}">
                <a16:creationId xmlns:a16="http://schemas.microsoft.com/office/drawing/2014/main" id="{617A0FA7-D9BF-4D42-875A-8929B35879FA}"/>
              </a:ext>
            </a:extLst>
          </p:cNvPr>
          <p:cNvSpPr>
            <a:spLocks noChangeArrowheads="1"/>
          </p:cNvSpPr>
          <p:nvPr/>
        </p:nvSpPr>
        <p:spPr bwMode="auto">
          <a:xfrm>
            <a:off x="6310313" y="1997869"/>
            <a:ext cx="54054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9866" name="Group 242">
            <a:extLst>
              <a:ext uri="{FF2B5EF4-FFF2-40B4-BE49-F238E27FC236}">
                <a16:creationId xmlns:a16="http://schemas.microsoft.com/office/drawing/2014/main" id="{A16BB211-894C-4945-9500-8024DEBF7A00}"/>
              </a:ext>
            </a:extLst>
          </p:cNvPr>
          <p:cNvGrpSpPr>
            <a:grpSpLocks/>
          </p:cNvGrpSpPr>
          <p:nvPr/>
        </p:nvGrpSpPr>
        <p:grpSpPr bwMode="auto">
          <a:xfrm>
            <a:off x="2809875" y="3289698"/>
            <a:ext cx="486966" cy="288131"/>
            <a:chOff x="1304" y="2569"/>
            <a:chExt cx="439" cy="262"/>
          </a:xfrm>
        </p:grpSpPr>
        <p:sp>
          <p:nvSpPr>
            <p:cNvPr id="120039" name="Oval 243">
              <a:extLst>
                <a:ext uri="{FF2B5EF4-FFF2-40B4-BE49-F238E27FC236}">
                  <a16:creationId xmlns:a16="http://schemas.microsoft.com/office/drawing/2014/main" id="{B555B98D-5C33-5D43-8E1E-EC8584692E21}"/>
                </a:ext>
              </a:extLst>
            </p:cNvPr>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40" name="Rectangle 244">
              <a:extLst>
                <a:ext uri="{FF2B5EF4-FFF2-40B4-BE49-F238E27FC236}">
                  <a16:creationId xmlns:a16="http://schemas.microsoft.com/office/drawing/2014/main" id="{C6C561D9-C725-3E47-A98D-7F818C0AC418}"/>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41" name="Rectangle 245">
              <a:extLst>
                <a:ext uri="{FF2B5EF4-FFF2-40B4-BE49-F238E27FC236}">
                  <a16:creationId xmlns:a16="http://schemas.microsoft.com/office/drawing/2014/main" id="{C4D291B5-ED0C-124A-A50B-AF8CB9BE689F}"/>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42" name="Oval 246">
              <a:extLst>
                <a:ext uri="{FF2B5EF4-FFF2-40B4-BE49-F238E27FC236}">
                  <a16:creationId xmlns:a16="http://schemas.microsoft.com/office/drawing/2014/main" id="{4860A0ED-757D-4B4E-9FC8-01D6040F4CB7}"/>
                </a:ext>
              </a:extLst>
            </p:cNvPr>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20043" name="Group 247">
              <a:extLst>
                <a:ext uri="{FF2B5EF4-FFF2-40B4-BE49-F238E27FC236}">
                  <a16:creationId xmlns:a16="http://schemas.microsoft.com/office/drawing/2014/main" id="{AEE9D4F2-06D7-D449-9218-56123F7B4C33}"/>
                </a:ext>
              </a:extLst>
            </p:cNvPr>
            <p:cNvGrpSpPr>
              <a:grpSpLocks/>
            </p:cNvGrpSpPr>
            <p:nvPr/>
          </p:nvGrpSpPr>
          <p:grpSpPr bwMode="auto">
            <a:xfrm>
              <a:off x="1371" y="2587"/>
              <a:ext cx="304" cy="117"/>
              <a:chOff x="1371" y="2587"/>
              <a:chExt cx="304" cy="117"/>
            </a:xfrm>
          </p:grpSpPr>
          <p:grpSp>
            <p:nvGrpSpPr>
              <p:cNvPr id="120046" name="Group 248">
                <a:extLst>
                  <a:ext uri="{FF2B5EF4-FFF2-40B4-BE49-F238E27FC236}">
                    <a16:creationId xmlns:a16="http://schemas.microsoft.com/office/drawing/2014/main" id="{133669F6-B195-134C-821E-A82AB639D23F}"/>
                  </a:ext>
                </a:extLst>
              </p:cNvPr>
              <p:cNvGrpSpPr>
                <a:grpSpLocks/>
              </p:cNvGrpSpPr>
              <p:nvPr/>
            </p:nvGrpSpPr>
            <p:grpSpPr bwMode="auto">
              <a:xfrm>
                <a:off x="1371" y="2587"/>
                <a:ext cx="301" cy="115"/>
                <a:chOff x="1371" y="2587"/>
                <a:chExt cx="301" cy="115"/>
              </a:xfrm>
            </p:grpSpPr>
            <p:sp>
              <p:nvSpPr>
                <p:cNvPr id="120056" name="Freeform 249">
                  <a:extLst>
                    <a:ext uri="{FF2B5EF4-FFF2-40B4-BE49-F238E27FC236}">
                      <a16:creationId xmlns:a16="http://schemas.microsoft.com/office/drawing/2014/main" id="{D21599BD-8744-7345-9E02-07F1EC72CEAA}"/>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57" name="Freeform 250">
                  <a:extLst>
                    <a:ext uri="{FF2B5EF4-FFF2-40B4-BE49-F238E27FC236}">
                      <a16:creationId xmlns:a16="http://schemas.microsoft.com/office/drawing/2014/main" id="{891879DE-664A-9049-AFDD-D7D75666BF69}"/>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58" name="Freeform 251">
                  <a:extLst>
                    <a:ext uri="{FF2B5EF4-FFF2-40B4-BE49-F238E27FC236}">
                      <a16:creationId xmlns:a16="http://schemas.microsoft.com/office/drawing/2014/main" id="{F4F58333-76A4-754F-AB24-3DA6041959EF}"/>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59" name="Freeform 252">
                  <a:extLst>
                    <a:ext uri="{FF2B5EF4-FFF2-40B4-BE49-F238E27FC236}">
                      <a16:creationId xmlns:a16="http://schemas.microsoft.com/office/drawing/2014/main" id="{5BF51DE1-9548-9943-BBD8-11AF65CA3225}"/>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60" name="Freeform 253">
                  <a:extLst>
                    <a:ext uri="{FF2B5EF4-FFF2-40B4-BE49-F238E27FC236}">
                      <a16:creationId xmlns:a16="http://schemas.microsoft.com/office/drawing/2014/main" id="{2131AEE8-5F60-374C-9E90-0D6440894F32}"/>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61" name="Freeform 254">
                  <a:extLst>
                    <a:ext uri="{FF2B5EF4-FFF2-40B4-BE49-F238E27FC236}">
                      <a16:creationId xmlns:a16="http://schemas.microsoft.com/office/drawing/2014/main" id="{BF3CACE7-AE6A-3E49-8D2E-F66977E6085F}"/>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62" name="Freeform 255">
                  <a:extLst>
                    <a:ext uri="{FF2B5EF4-FFF2-40B4-BE49-F238E27FC236}">
                      <a16:creationId xmlns:a16="http://schemas.microsoft.com/office/drawing/2014/main" id="{B81CE4E5-5847-804C-8F39-F4CD4CFDF32E}"/>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63" name="Freeform 256">
                  <a:extLst>
                    <a:ext uri="{FF2B5EF4-FFF2-40B4-BE49-F238E27FC236}">
                      <a16:creationId xmlns:a16="http://schemas.microsoft.com/office/drawing/2014/main" id="{E77E7311-CA12-D041-B5FB-5C3266AB91E7}"/>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20047" name="Group 257">
                <a:extLst>
                  <a:ext uri="{FF2B5EF4-FFF2-40B4-BE49-F238E27FC236}">
                    <a16:creationId xmlns:a16="http://schemas.microsoft.com/office/drawing/2014/main" id="{41786E77-5D39-8540-B0B7-D15E1E342A09}"/>
                  </a:ext>
                </a:extLst>
              </p:cNvPr>
              <p:cNvGrpSpPr>
                <a:grpSpLocks/>
              </p:cNvGrpSpPr>
              <p:nvPr/>
            </p:nvGrpSpPr>
            <p:grpSpPr bwMode="auto">
              <a:xfrm>
                <a:off x="1373" y="2590"/>
                <a:ext cx="302" cy="114"/>
                <a:chOff x="1373" y="2590"/>
                <a:chExt cx="302" cy="114"/>
              </a:xfrm>
            </p:grpSpPr>
            <p:sp>
              <p:nvSpPr>
                <p:cNvPr id="120048" name="Freeform 258">
                  <a:extLst>
                    <a:ext uri="{FF2B5EF4-FFF2-40B4-BE49-F238E27FC236}">
                      <a16:creationId xmlns:a16="http://schemas.microsoft.com/office/drawing/2014/main" id="{162F3A93-FCFD-8540-AC54-CC9D1E2BDCB7}"/>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49" name="Freeform 259">
                  <a:extLst>
                    <a:ext uri="{FF2B5EF4-FFF2-40B4-BE49-F238E27FC236}">
                      <a16:creationId xmlns:a16="http://schemas.microsoft.com/office/drawing/2014/main" id="{870B2EFF-BB88-B242-96EB-089190047CD1}"/>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50" name="Freeform 260">
                  <a:extLst>
                    <a:ext uri="{FF2B5EF4-FFF2-40B4-BE49-F238E27FC236}">
                      <a16:creationId xmlns:a16="http://schemas.microsoft.com/office/drawing/2014/main" id="{0A122571-130B-F840-B674-B2A5A6C22FB1}"/>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51" name="Freeform 261">
                  <a:extLst>
                    <a:ext uri="{FF2B5EF4-FFF2-40B4-BE49-F238E27FC236}">
                      <a16:creationId xmlns:a16="http://schemas.microsoft.com/office/drawing/2014/main" id="{2F97C32E-DD65-D947-B686-D3E838F762C1}"/>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52" name="Freeform 262">
                  <a:extLst>
                    <a:ext uri="{FF2B5EF4-FFF2-40B4-BE49-F238E27FC236}">
                      <a16:creationId xmlns:a16="http://schemas.microsoft.com/office/drawing/2014/main" id="{51CBFCBA-62C7-704C-ADF9-B25985476DD7}"/>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53" name="Freeform 263">
                  <a:extLst>
                    <a:ext uri="{FF2B5EF4-FFF2-40B4-BE49-F238E27FC236}">
                      <a16:creationId xmlns:a16="http://schemas.microsoft.com/office/drawing/2014/main" id="{BC4784F2-0314-7D40-B009-8666E3B6F117}"/>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54" name="Freeform 264">
                  <a:extLst>
                    <a:ext uri="{FF2B5EF4-FFF2-40B4-BE49-F238E27FC236}">
                      <a16:creationId xmlns:a16="http://schemas.microsoft.com/office/drawing/2014/main" id="{678A73C4-EF0A-8946-BD7A-5C92B49D05BA}"/>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55" name="Freeform 265">
                  <a:extLst>
                    <a:ext uri="{FF2B5EF4-FFF2-40B4-BE49-F238E27FC236}">
                      <a16:creationId xmlns:a16="http://schemas.microsoft.com/office/drawing/2014/main" id="{2DEE7E04-5F67-314F-8836-AD290FCAD65D}"/>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20044" name="Line 266">
              <a:extLst>
                <a:ext uri="{FF2B5EF4-FFF2-40B4-BE49-F238E27FC236}">
                  <a16:creationId xmlns:a16="http://schemas.microsoft.com/office/drawing/2014/main" id="{25CC8E75-23AF-284E-8BA5-5866DE009D7A}"/>
                </a:ext>
              </a:extLst>
            </p:cNvPr>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045" name="Line 267">
              <a:extLst>
                <a:ext uri="{FF2B5EF4-FFF2-40B4-BE49-F238E27FC236}">
                  <a16:creationId xmlns:a16="http://schemas.microsoft.com/office/drawing/2014/main" id="{00FD8677-2BAC-B446-A43D-F08BA0096DFE}"/>
                </a:ext>
              </a:extLst>
            </p:cNvPr>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19867" name="Group 268">
            <a:extLst>
              <a:ext uri="{FF2B5EF4-FFF2-40B4-BE49-F238E27FC236}">
                <a16:creationId xmlns:a16="http://schemas.microsoft.com/office/drawing/2014/main" id="{DDFFCF66-4477-5D45-BB0A-1B0AAAB268A6}"/>
              </a:ext>
            </a:extLst>
          </p:cNvPr>
          <p:cNvGrpSpPr>
            <a:grpSpLocks/>
          </p:cNvGrpSpPr>
          <p:nvPr/>
        </p:nvGrpSpPr>
        <p:grpSpPr bwMode="auto">
          <a:xfrm>
            <a:off x="4987529" y="3289698"/>
            <a:ext cx="486965" cy="288131"/>
            <a:chOff x="3488" y="2569"/>
            <a:chExt cx="439" cy="262"/>
          </a:xfrm>
        </p:grpSpPr>
        <p:sp>
          <p:nvSpPr>
            <p:cNvPr id="120014" name="Oval 269">
              <a:extLst>
                <a:ext uri="{FF2B5EF4-FFF2-40B4-BE49-F238E27FC236}">
                  <a16:creationId xmlns:a16="http://schemas.microsoft.com/office/drawing/2014/main" id="{3C1FF622-0062-B749-B140-697B50F761D5}"/>
                </a:ext>
              </a:extLst>
            </p:cNvPr>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15" name="Rectangle 270">
              <a:extLst>
                <a:ext uri="{FF2B5EF4-FFF2-40B4-BE49-F238E27FC236}">
                  <a16:creationId xmlns:a16="http://schemas.microsoft.com/office/drawing/2014/main" id="{88D1BB42-27BE-EA40-8BD3-4FABC9E519CA}"/>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16" name="Rectangle 271">
              <a:extLst>
                <a:ext uri="{FF2B5EF4-FFF2-40B4-BE49-F238E27FC236}">
                  <a16:creationId xmlns:a16="http://schemas.microsoft.com/office/drawing/2014/main" id="{1457EFA0-FAA9-0B47-A5E3-0599EBDA900F}"/>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17" name="Oval 272">
              <a:extLst>
                <a:ext uri="{FF2B5EF4-FFF2-40B4-BE49-F238E27FC236}">
                  <a16:creationId xmlns:a16="http://schemas.microsoft.com/office/drawing/2014/main" id="{06AA61A3-4875-4644-A171-BE8FBA091EBC}"/>
                </a:ext>
              </a:extLst>
            </p:cNvPr>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20018" name="Group 273">
              <a:extLst>
                <a:ext uri="{FF2B5EF4-FFF2-40B4-BE49-F238E27FC236}">
                  <a16:creationId xmlns:a16="http://schemas.microsoft.com/office/drawing/2014/main" id="{E0D086ED-BC9D-1B44-BBA6-9C1AEFB63448}"/>
                </a:ext>
              </a:extLst>
            </p:cNvPr>
            <p:cNvGrpSpPr>
              <a:grpSpLocks/>
            </p:cNvGrpSpPr>
            <p:nvPr/>
          </p:nvGrpSpPr>
          <p:grpSpPr bwMode="auto">
            <a:xfrm>
              <a:off x="3555" y="2587"/>
              <a:ext cx="304" cy="117"/>
              <a:chOff x="3555" y="2587"/>
              <a:chExt cx="304" cy="117"/>
            </a:xfrm>
          </p:grpSpPr>
          <p:grpSp>
            <p:nvGrpSpPr>
              <p:cNvPr id="120021" name="Group 274">
                <a:extLst>
                  <a:ext uri="{FF2B5EF4-FFF2-40B4-BE49-F238E27FC236}">
                    <a16:creationId xmlns:a16="http://schemas.microsoft.com/office/drawing/2014/main" id="{FFBD5A9A-161E-7049-ADA9-1F613C9C47D8}"/>
                  </a:ext>
                </a:extLst>
              </p:cNvPr>
              <p:cNvGrpSpPr>
                <a:grpSpLocks/>
              </p:cNvGrpSpPr>
              <p:nvPr/>
            </p:nvGrpSpPr>
            <p:grpSpPr bwMode="auto">
              <a:xfrm>
                <a:off x="3555" y="2587"/>
                <a:ext cx="301" cy="115"/>
                <a:chOff x="3555" y="2587"/>
                <a:chExt cx="301" cy="115"/>
              </a:xfrm>
            </p:grpSpPr>
            <p:sp>
              <p:nvSpPr>
                <p:cNvPr id="120031" name="Freeform 275">
                  <a:extLst>
                    <a:ext uri="{FF2B5EF4-FFF2-40B4-BE49-F238E27FC236}">
                      <a16:creationId xmlns:a16="http://schemas.microsoft.com/office/drawing/2014/main" id="{08ED8544-2696-D149-83BE-DED87B755E7B}"/>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32" name="Freeform 276">
                  <a:extLst>
                    <a:ext uri="{FF2B5EF4-FFF2-40B4-BE49-F238E27FC236}">
                      <a16:creationId xmlns:a16="http://schemas.microsoft.com/office/drawing/2014/main" id="{C6B180D2-C92C-E247-BAE7-4C552EA6ABCF}"/>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33" name="Freeform 277">
                  <a:extLst>
                    <a:ext uri="{FF2B5EF4-FFF2-40B4-BE49-F238E27FC236}">
                      <a16:creationId xmlns:a16="http://schemas.microsoft.com/office/drawing/2014/main" id="{5C8483DF-7733-9B46-AD81-F6FA43A346F5}"/>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34" name="Freeform 278">
                  <a:extLst>
                    <a:ext uri="{FF2B5EF4-FFF2-40B4-BE49-F238E27FC236}">
                      <a16:creationId xmlns:a16="http://schemas.microsoft.com/office/drawing/2014/main" id="{FFAB1696-6596-314C-8EDB-61BA434AE6C6}"/>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35" name="Freeform 279">
                  <a:extLst>
                    <a:ext uri="{FF2B5EF4-FFF2-40B4-BE49-F238E27FC236}">
                      <a16:creationId xmlns:a16="http://schemas.microsoft.com/office/drawing/2014/main" id="{4D39E1CA-1AA7-6C4C-97BF-72B9231F7AE9}"/>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36" name="Freeform 280">
                  <a:extLst>
                    <a:ext uri="{FF2B5EF4-FFF2-40B4-BE49-F238E27FC236}">
                      <a16:creationId xmlns:a16="http://schemas.microsoft.com/office/drawing/2014/main" id="{CB0A9B77-C842-B846-B696-E1B1405F5211}"/>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37" name="Freeform 281">
                  <a:extLst>
                    <a:ext uri="{FF2B5EF4-FFF2-40B4-BE49-F238E27FC236}">
                      <a16:creationId xmlns:a16="http://schemas.microsoft.com/office/drawing/2014/main" id="{9EA440DC-30A2-DA4D-A486-87926F2CE94D}"/>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38" name="Freeform 282">
                  <a:extLst>
                    <a:ext uri="{FF2B5EF4-FFF2-40B4-BE49-F238E27FC236}">
                      <a16:creationId xmlns:a16="http://schemas.microsoft.com/office/drawing/2014/main" id="{C9362752-B065-4B4D-ADB2-220FCBE8558A}"/>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20022" name="Group 283">
                <a:extLst>
                  <a:ext uri="{FF2B5EF4-FFF2-40B4-BE49-F238E27FC236}">
                    <a16:creationId xmlns:a16="http://schemas.microsoft.com/office/drawing/2014/main" id="{E1098503-06AC-7740-9587-384F2AFF89A7}"/>
                  </a:ext>
                </a:extLst>
              </p:cNvPr>
              <p:cNvGrpSpPr>
                <a:grpSpLocks/>
              </p:cNvGrpSpPr>
              <p:nvPr/>
            </p:nvGrpSpPr>
            <p:grpSpPr bwMode="auto">
              <a:xfrm>
                <a:off x="3557" y="2590"/>
                <a:ext cx="302" cy="114"/>
                <a:chOff x="3557" y="2590"/>
                <a:chExt cx="302" cy="114"/>
              </a:xfrm>
            </p:grpSpPr>
            <p:sp>
              <p:nvSpPr>
                <p:cNvPr id="120023" name="Freeform 284">
                  <a:extLst>
                    <a:ext uri="{FF2B5EF4-FFF2-40B4-BE49-F238E27FC236}">
                      <a16:creationId xmlns:a16="http://schemas.microsoft.com/office/drawing/2014/main" id="{87271DD9-65D5-5645-8406-741AB434B3D7}"/>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24" name="Freeform 285">
                  <a:extLst>
                    <a:ext uri="{FF2B5EF4-FFF2-40B4-BE49-F238E27FC236}">
                      <a16:creationId xmlns:a16="http://schemas.microsoft.com/office/drawing/2014/main" id="{10E60CFF-9644-1843-8FE8-A36E5D355C9F}"/>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25" name="Freeform 286">
                  <a:extLst>
                    <a:ext uri="{FF2B5EF4-FFF2-40B4-BE49-F238E27FC236}">
                      <a16:creationId xmlns:a16="http://schemas.microsoft.com/office/drawing/2014/main" id="{0489B54E-60D8-4E4B-BB17-17E8C9C6C068}"/>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26" name="Freeform 287">
                  <a:extLst>
                    <a:ext uri="{FF2B5EF4-FFF2-40B4-BE49-F238E27FC236}">
                      <a16:creationId xmlns:a16="http://schemas.microsoft.com/office/drawing/2014/main" id="{8B8E3458-C2A2-B54B-8D54-18389B6F5689}"/>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27" name="Freeform 288">
                  <a:extLst>
                    <a:ext uri="{FF2B5EF4-FFF2-40B4-BE49-F238E27FC236}">
                      <a16:creationId xmlns:a16="http://schemas.microsoft.com/office/drawing/2014/main" id="{4834895E-E6C5-AA4F-A999-3D51C92735DE}"/>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28" name="Freeform 289">
                  <a:extLst>
                    <a:ext uri="{FF2B5EF4-FFF2-40B4-BE49-F238E27FC236}">
                      <a16:creationId xmlns:a16="http://schemas.microsoft.com/office/drawing/2014/main" id="{93852FA4-7BB0-DC42-8F08-BDEB7FA1FEE2}"/>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29" name="Freeform 290">
                  <a:extLst>
                    <a:ext uri="{FF2B5EF4-FFF2-40B4-BE49-F238E27FC236}">
                      <a16:creationId xmlns:a16="http://schemas.microsoft.com/office/drawing/2014/main" id="{1AC06A65-BE3A-BE4B-876B-02251A25854F}"/>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30" name="Freeform 291">
                  <a:extLst>
                    <a:ext uri="{FF2B5EF4-FFF2-40B4-BE49-F238E27FC236}">
                      <a16:creationId xmlns:a16="http://schemas.microsoft.com/office/drawing/2014/main" id="{DD93298B-85EF-1242-BD30-E01BC8D310C6}"/>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20019" name="Line 292">
              <a:extLst>
                <a:ext uri="{FF2B5EF4-FFF2-40B4-BE49-F238E27FC236}">
                  <a16:creationId xmlns:a16="http://schemas.microsoft.com/office/drawing/2014/main" id="{7260DB0B-196B-DA45-B33C-EF27CEB2DBA6}"/>
                </a:ext>
              </a:extLst>
            </p:cNvPr>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020" name="Line 293">
              <a:extLst>
                <a:ext uri="{FF2B5EF4-FFF2-40B4-BE49-F238E27FC236}">
                  <a16:creationId xmlns:a16="http://schemas.microsoft.com/office/drawing/2014/main" id="{903CDCEB-0C22-734D-8D0F-4D3BA43B10B0}"/>
                </a:ext>
              </a:extLst>
            </p:cNvPr>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9868" name="Oval 294">
            <a:extLst>
              <a:ext uri="{FF2B5EF4-FFF2-40B4-BE49-F238E27FC236}">
                <a16:creationId xmlns:a16="http://schemas.microsoft.com/office/drawing/2014/main" id="{17F8EE75-534F-BC49-B17D-C54B46E186AC}"/>
              </a:ext>
            </a:extLst>
          </p:cNvPr>
          <p:cNvSpPr>
            <a:spLocks noChangeArrowheads="1"/>
          </p:cNvSpPr>
          <p:nvPr/>
        </p:nvSpPr>
        <p:spPr bwMode="auto">
          <a:xfrm>
            <a:off x="3527822" y="3442097"/>
            <a:ext cx="70247"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69" name="Oval 295">
            <a:extLst>
              <a:ext uri="{FF2B5EF4-FFF2-40B4-BE49-F238E27FC236}">
                <a16:creationId xmlns:a16="http://schemas.microsoft.com/office/drawing/2014/main" id="{30484698-183D-D246-BCBF-621AE550C52F}"/>
              </a:ext>
            </a:extLst>
          </p:cNvPr>
          <p:cNvSpPr>
            <a:spLocks noChangeArrowheads="1"/>
          </p:cNvSpPr>
          <p:nvPr/>
        </p:nvSpPr>
        <p:spPr bwMode="auto">
          <a:xfrm>
            <a:off x="4776788" y="3437335"/>
            <a:ext cx="69056" cy="67865"/>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70" name="Oval 296">
            <a:extLst>
              <a:ext uri="{FF2B5EF4-FFF2-40B4-BE49-F238E27FC236}">
                <a16:creationId xmlns:a16="http://schemas.microsoft.com/office/drawing/2014/main" id="{9ECE8704-7982-4445-960D-A24E3EE96522}"/>
              </a:ext>
            </a:extLst>
          </p:cNvPr>
          <p:cNvSpPr>
            <a:spLocks noChangeArrowheads="1"/>
          </p:cNvSpPr>
          <p:nvPr/>
        </p:nvSpPr>
        <p:spPr bwMode="auto">
          <a:xfrm>
            <a:off x="5085160" y="317063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71" name="Oval 297">
            <a:extLst>
              <a:ext uri="{FF2B5EF4-FFF2-40B4-BE49-F238E27FC236}">
                <a16:creationId xmlns:a16="http://schemas.microsoft.com/office/drawing/2014/main" id="{00F71558-2247-C340-AAE1-5ACC79DCDFDC}"/>
              </a:ext>
            </a:extLst>
          </p:cNvPr>
          <p:cNvSpPr>
            <a:spLocks noChangeArrowheads="1"/>
          </p:cNvSpPr>
          <p:nvPr/>
        </p:nvSpPr>
        <p:spPr bwMode="auto">
          <a:xfrm>
            <a:off x="4425553" y="229195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72" name="Oval 298">
            <a:extLst>
              <a:ext uri="{FF2B5EF4-FFF2-40B4-BE49-F238E27FC236}">
                <a16:creationId xmlns:a16="http://schemas.microsoft.com/office/drawing/2014/main" id="{DAAEB1B5-9F02-2E4F-BAD8-9408FF5E6ADA}"/>
              </a:ext>
            </a:extLst>
          </p:cNvPr>
          <p:cNvSpPr>
            <a:spLocks noChangeArrowheads="1"/>
          </p:cNvSpPr>
          <p:nvPr/>
        </p:nvSpPr>
        <p:spPr bwMode="auto">
          <a:xfrm>
            <a:off x="3181351" y="3086101"/>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73" name="Oval 299">
            <a:extLst>
              <a:ext uri="{FF2B5EF4-FFF2-40B4-BE49-F238E27FC236}">
                <a16:creationId xmlns:a16="http://schemas.microsoft.com/office/drawing/2014/main" id="{26AA1A67-3232-284A-9BAA-4F54E1BD595D}"/>
              </a:ext>
            </a:extLst>
          </p:cNvPr>
          <p:cNvSpPr>
            <a:spLocks noChangeArrowheads="1"/>
          </p:cNvSpPr>
          <p:nvPr/>
        </p:nvSpPr>
        <p:spPr bwMode="auto">
          <a:xfrm>
            <a:off x="3924300" y="2309813"/>
            <a:ext cx="67866" cy="6786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74" name="Rectangle 300">
            <a:extLst>
              <a:ext uri="{FF2B5EF4-FFF2-40B4-BE49-F238E27FC236}">
                <a16:creationId xmlns:a16="http://schemas.microsoft.com/office/drawing/2014/main" id="{B9E2E781-E450-C44B-AEDD-6E64094D77AC}"/>
              </a:ext>
            </a:extLst>
          </p:cNvPr>
          <p:cNvSpPr>
            <a:spLocks noChangeArrowheads="1"/>
          </p:cNvSpPr>
          <p:nvPr/>
        </p:nvSpPr>
        <p:spPr bwMode="auto">
          <a:xfrm>
            <a:off x="4554141" y="2043113"/>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75" name="Rectangle 301">
            <a:extLst>
              <a:ext uri="{FF2B5EF4-FFF2-40B4-BE49-F238E27FC236}">
                <a16:creationId xmlns:a16="http://schemas.microsoft.com/office/drawing/2014/main" id="{FEA2F4E4-1906-FC42-B099-B9474C08B2B6}"/>
              </a:ext>
            </a:extLst>
          </p:cNvPr>
          <p:cNvSpPr>
            <a:spLocks noChangeArrowheads="1"/>
          </p:cNvSpPr>
          <p:nvPr/>
        </p:nvSpPr>
        <p:spPr bwMode="auto">
          <a:xfrm>
            <a:off x="4570810" y="21645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222.1.6.1</a:t>
            </a:r>
          </a:p>
        </p:txBody>
      </p:sp>
      <p:sp>
        <p:nvSpPr>
          <p:cNvPr id="119876" name="Rectangle 302">
            <a:extLst>
              <a:ext uri="{FF2B5EF4-FFF2-40B4-BE49-F238E27FC236}">
                <a16:creationId xmlns:a16="http://schemas.microsoft.com/office/drawing/2014/main" id="{22E0BBF2-4EFE-354F-AB8C-29C39F68DA8A}"/>
              </a:ext>
            </a:extLst>
          </p:cNvPr>
          <p:cNvSpPr>
            <a:spLocks noChangeArrowheads="1"/>
          </p:cNvSpPr>
          <p:nvPr/>
        </p:nvSpPr>
        <p:spPr bwMode="auto">
          <a:xfrm>
            <a:off x="3120629" y="2151460"/>
            <a:ext cx="754856"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77" name="Rectangle 303">
            <a:extLst>
              <a:ext uri="{FF2B5EF4-FFF2-40B4-BE49-F238E27FC236}">
                <a16:creationId xmlns:a16="http://schemas.microsoft.com/office/drawing/2014/main" id="{6181FFF8-9BB0-F141-AC6B-51137A6214A7}"/>
              </a:ext>
            </a:extLst>
          </p:cNvPr>
          <p:cNvSpPr>
            <a:spLocks noChangeArrowheads="1"/>
          </p:cNvSpPr>
          <p:nvPr/>
        </p:nvSpPr>
        <p:spPr bwMode="auto">
          <a:xfrm>
            <a:off x="3209925" y="214193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222.1.5.1</a:t>
            </a:r>
          </a:p>
        </p:txBody>
      </p:sp>
      <p:sp>
        <p:nvSpPr>
          <p:cNvPr id="119878" name="Rectangle 304">
            <a:extLst>
              <a:ext uri="{FF2B5EF4-FFF2-40B4-BE49-F238E27FC236}">
                <a16:creationId xmlns:a16="http://schemas.microsoft.com/office/drawing/2014/main" id="{C944A539-9FFA-9B4C-86CB-E9B6949D9EBE}"/>
              </a:ext>
            </a:extLst>
          </p:cNvPr>
          <p:cNvSpPr>
            <a:spLocks noChangeArrowheads="1"/>
          </p:cNvSpPr>
          <p:nvPr/>
        </p:nvSpPr>
        <p:spPr bwMode="auto">
          <a:xfrm>
            <a:off x="2568178" y="2644379"/>
            <a:ext cx="757238"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79" name="Rectangle 305">
            <a:extLst>
              <a:ext uri="{FF2B5EF4-FFF2-40B4-BE49-F238E27FC236}">
                <a16:creationId xmlns:a16="http://schemas.microsoft.com/office/drawing/2014/main" id="{3BDCE5E8-20EE-DD4A-A83A-420E6CB0AD7B}"/>
              </a:ext>
            </a:extLst>
          </p:cNvPr>
          <p:cNvSpPr>
            <a:spLocks noChangeArrowheads="1"/>
          </p:cNvSpPr>
          <p:nvPr/>
        </p:nvSpPr>
        <p:spPr bwMode="auto">
          <a:xfrm>
            <a:off x="2543175" y="28324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222.1.5.2</a:t>
            </a:r>
          </a:p>
        </p:txBody>
      </p:sp>
      <p:sp>
        <p:nvSpPr>
          <p:cNvPr id="119880" name="Rectangle 306">
            <a:extLst>
              <a:ext uri="{FF2B5EF4-FFF2-40B4-BE49-F238E27FC236}">
                <a16:creationId xmlns:a16="http://schemas.microsoft.com/office/drawing/2014/main" id="{210B86BA-7978-A242-8EB0-FA9808CFBA4F}"/>
              </a:ext>
            </a:extLst>
          </p:cNvPr>
          <p:cNvSpPr>
            <a:spLocks noChangeArrowheads="1"/>
          </p:cNvSpPr>
          <p:nvPr/>
        </p:nvSpPr>
        <p:spPr bwMode="auto">
          <a:xfrm>
            <a:off x="5069682" y="2545557"/>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81" name="Rectangle 307">
            <a:extLst>
              <a:ext uri="{FF2B5EF4-FFF2-40B4-BE49-F238E27FC236}">
                <a16:creationId xmlns:a16="http://schemas.microsoft.com/office/drawing/2014/main" id="{AA36E1BC-D996-734E-954B-39A3B5FEE6F9}"/>
              </a:ext>
            </a:extLst>
          </p:cNvPr>
          <p:cNvSpPr>
            <a:spLocks noChangeArrowheads="1"/>
          </p:cNvSpPr>
          <p:nvPr/>
        </p:nvSpPr>
        <p:spPr bwMode="auto">
          <a:xfrm>
            <a:off x="5083969" y="29253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222.1.6.2</a:t>
            </a:r>
          </a:p>
        </p:txBody>
      </p:sp>
      <p:sp>
        <p:nvSpPr>
          <p:cNvPr id="119882" name="Rectangle 308">
            <a:extLst>
              <a:ext uri="{FF2B5EF4-FFF2-40B4-BE49-F238E27FC236}">
                <a16:creationId xmlns:a16="http://schemas.microsoft.com/office/drawing/2014/main" id="{E0A19EBF-EC7F-5D40-A822-57459F3884E3}"/>
              </a:ext>
            </a:extLst>
          </p:cNvPr>
          <p:cNvSpPr>
            <a:spLocks noChangeArrowheads="1"/>
          </p:cNvSpPr>
          <p:nvPr/>
        </p:nvSpPr>
        <p:spPr bwMode="auto">
          <a:xfrm>
            <a:off x="4660106" y="3208735"/>
            <a:ext cx="757238"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83" name="Rectangle 309">
            <a:extLst>
              <a:ext uri="{FF2B5EF4-FFF2-40B4-BE49-F238E27FC236}">
                <a16:creationId xmlns:a16="http://schemas.microsoft.com/office/drawing/2014/main" id="{035AECC8-F119-444C-AC8A-9AF6C6F4DD75}"/>
              </a:ext>
            </a:extLst>
          </p:cNvPr>
          <p:cNvSpPr>
            <a:spLocks noChangeArrowheads="1"/>
          </p:cNvSpPr>
          <p:nvPr/>
        </p:nvSpPr>
        <p:spPr bwMode="auto">
          <a:xfrm>
            <a:off x="4550569" y="3548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222.1.4.1</a:t>
            </a:r>
          </a:p>
        </p:txBody>
      </p:sp>
      <p:sp>
        <p:nvSpPr>
          <p:cNvPr id="119884" name="Rectangle 310">
            <a:extLst>
              <a:ext uri="{FF2B5EF4-FFF2-40B4-BE49-F238E27FC236}">
                <a16:creationId xmlns:a16="http://schemas.microsoft.com/office/drawing/2014/main" id="{D04B8BE7-7CFC-8942-93E6-C739FACA3D0F}"/>
              </a:ext>
            </a:extLst>
          </p:cNvPr>
          <p:cNvSpPr>
            <a:spLocks noChangeArrowheads="1"/>
          </p:cNvSpPr>
          <p:nvPr/>
        </p:nvSpPr>
        <p:spPr bwMode="auto">
          <a:xfrm>
            <a:off x="3327798" y="3208735"/>
            <a:ext cx="754856"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85" name="Rectangle 311">
            <a:extLst>
              <a:ext uri="{FF2B5EF4-FFF2-40B4-BE49-F238E27FC236}">
                <a16:creationId xmlns:a16="http://schemas.microsoft.com/office/drawing/2014/main" id="{47A1F295-176F-F64C-95AD-26F0F4F5976B}"/>
              </a:ext>
            </a:extLst>
          </p:cNvPr>
          <p:cNvSpPr>
            <a:spLocks noChangeArrowheads="1"/>
          </p:cNvSpPr>
          <p:nvPr/>
        </p:nvSpPr>
        <p:spPr bwMode="auto">
          <a:xfrm>
            <a:off x="3393282" y="35349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222.1.4.2</a:t>
            </a:r>
          </a:p>
        </p:txBody>
      </p:sp>
      <p:sp>
        <p:nvSpPr>
          <p:cNvPr id="119886" name="Rectangle 312">
            <a:extLst>
              <a:ext uri="{FF2B5EF4-FFF2-40B4-BE49-F238E27FC236}">
                <a16:creationId xmlns:a16="http://schemas.microsoft.com/office/drawing/2014/main" id="{37CD7549-07C2-6C4A-8895-46EFE968C66F}"/>
              </a:ext>
            </a:extLst>
          </p:cNvPr>
          <p:cNvSpPr>
            <a:spLocks noChangeArrowheads="1"/>
          </p:cNvSpPr>
          <p:nvPr/>
        </p:nvSpPr>
        <p:spPr bwMode="auto">
          <a:xfrm>
            <a:off x="1428751" y="2259806"/>
            <a:ext cx="75604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87" name="Rectangle 313">
            <a:extLst>
              <a:ext uri="{FF2B5EF4-FFF2-40B4-BE49-F238E27FC236}">
                <a16:creationId xmlns:a16="http://schemas.microsoft.com/office/drawing/2014/main" id="{E5D0C494-64F7-4746-BAC9-CC2FF32D9648}"/>
              </a:ext>
            </a:extLst>
          </p:cNvPr>
          <p:cNvSpPr>
            <a:spLocks noChangeArrowheads="1"/>
          </p:cNvSpPr>
          <p:nvPr/>
        </p:nvSpPr>
        <p:spPr bwMode="auto">
          <a:xfrm>
            <a:off x="1428750" y="230624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222.1.3.3</a:t>
            </a:r>
          </a:p>
        </p:txBody>
      </p:sp>
      <p:sp>
        <p:nvSpPr>
          <p:cNvPr id="119888" name="Rectangle 314">
            <a:extLst>
              <a:ext uri="{FF2B5EF4-FFF2-40B4-BE49-F238E27FC236}">
                <a16:creationId xmlns:a16="http://schemas.microsoft.com/office/drawing/2014/main" id="{F0FCC72B-EE00-BE46-A0B4-7E6A74881736}"/>
              </a:ext>
            </a:extLst>
          </p:cNvPr>
          <p:cNvSpPr>
            <a:spLocks noChangeArrowheads="1"/>
          </p:cNvSpPr>
          <p:nvPr/>
        </p:nvSpPr>
        <p:spPr bwMode="auto">
          <a:xfrm>
            <a:off x="2238376" y="3256360"/>
            <a:ext cx="756047"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89" name="Rectangle 315">
            <a:extLst>
              <a:ext uri="{FF2B5EF4-FFF2-40B4-BE49-F238E27FC236}">
                <a16:creationId xmlns:a16="http://schemas.microsoft.com/office/drawing/2014/main" id="{C4392FB5-6164-CF4E-AE06-954DD5D65F84}"/>
              </a:ext>
            </a:extLst>
          </p:cNvPr>
          <p:cNvSpPr>
            <a:spLocks noChangeArrowheads="1"/>
          </p:cNvSpPr>
          <p:nvPr/>
        </p:nvSpPr>
        <p:spPr bwMode="auto">
          <a:xfrm>
            <a:off x="2330054" y="357068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222.1.3.2</a:t>
            </a:r>
          </a:p>
        </p:txBody>
      </p:sp>
      <p:sp>
        <p:nvSpPr>
          <p:cNvPr id="119890" name="Rectangle 316">
            <a:extLst>
              <a:ext uri="{FF2B5EF4-FFF2-40B4-BE49-F238E27FC236}">
                <a16:creationId xmlns:a16="http://schemas.microsoft.com/office/drawing/2014/main" id="{670B8AC0-088F-504B-87B2-A0D99AF5F08A}"/>
              </a:ext>
            </a:extLst>
          </p:cNvPr>
          <p:cNvSpPr>
            <a:spLocks noChangeArrowheads="1"/>
          </p:cNvSpPr>
          <p:nvPr/>
        </p:nvSpPr>
        <p:spPr bwMode="auto">
          <a:xfrm>
            <a:off x="1428751" y="3090863"/>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91" name="Rectangle 317">
            <a:extLst>
              <a:ext uri="{FF2B5EF4-FFF2-40B4-BE49-F238E27FC236}">
                <a16:creationId xmlns:a16="http://schemas.microsoft.com/office/drawing/2014/main" id="{111E1123-93C2-8D40-9708-538CC6E7EC9C}"/>
              </a:ext>
            </a:extLst>
          </p:cNvPr>
          <p:cNvSpPr>
            <a:spLocks noChangeArrowheads="1"/>
          </p:cNvSpPr>
          <p:nvPr/>
        </p:nvSpPr>
        <p:spPr bwMode="auto">
          <a:xfrm>
            <a:off x="1428750" y="31372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222.1.3.1</a:t>
            </a:r>
          </a:p>
        </p:txBody>
      </p:sp>
      <p:sp>
        <p:nvSpPr>
          <p:cNvPr id="119892" name="Oval 318">
            <a:extLst>
              <a:ext uri="{FF2B5EF4-FFF2-40B4-BE49-F238E27FC236}">
                <a16:creationId xmlns:a16="http://schemas.microsoft.com/office/drawing/2014/main" id="{549032EF-4692-AE4D-92D5-DAE98B3CEA0F}"/>
              </a:ext>
            </a:extLst>
          </p:cNvPr>
          <p:cNvSpPr>
            <a:spLocks noChangeArrowheads="1"/>
          </p:cNvSpPr>
          <p:nvPr/>
        </p:nvSpPr>
        <p:spPr bwMode="auto">
          <a:xfrm>
            <a:off x="2131219" y="299918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93" name="Oval 319">
            <a:extLst>
              <a:ext uri="{FF2B5EF4-FFF2-40B4-BE49-F238E27FC236}">
                <a16:creationId xmlns:a16="http://schemas.microsoft.com/office/drawing/2014/main" id="{E56EB043-56D9-1748-827F-CC4AE5B33DEF}"/>
              </a:ext>
            </a:extLst>
          </p:cNvPr>
          <p:cNvSpPr>
            <a:spLocks noChangeArrowheads="1"/>
          </p:cNvSpPr>
          <p:nvPr/>
        </p:nvSpPr>
        <p:spPr bwMode="auto">
          <a:xfrm>
            <a:off x="2125266" y="2168129"/>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94" name="Oval 320">
            <a:extLst>
              <a:ext uri="{FF2B5EF4-FFF2-40B4-BE49-F238E27FC236}">
                <a16:creationId xmlns:a16="http://schemas.microsoft.com/office/drawing/2014/main" id="{2239CD43-C8DB-6C45-821F-DD2DE56A5D0F}"/>
              </a:ext>
            </a:extLst>
          </p:cNvPr>
          <p:cNvSpPr>
            <a:spLocks noChangeArrowheads="1"/>
          </p:cNvSpPr>
          <p:nvPr/>
        </p:nvSpPr>
        <p:spPr bwMode="auto">
          <a:xfrm>
            <a:off x="2651523" y="3402807"/>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95" name="Rectangle 321">
            <a:extLst>
              <a:ext uri="{FF2B5EF4-FFF2-40B4-BE49-F238E27FC236}">
                <a16:creationId xmlns:a16="http://schemas.microsoft.com/office/drawing/2014/main" id="{2D3DC717-55F0-EC49-B719-6FA0C1B771E5}"/>
              </a:ext>
            </a:extLst>
          </p:cNvPr>
          <p:cNvSpPr>
            <a:spLocks noChangeArrowheads="1"/>
          </p:cNvSpPr>
          <p:nvPr/>
        </p:nvSpPr>
        <p:spPr bwMode="auto">
          <a:xfrm>
            <a:off x="3044429" y="3299222"/>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96" name="Rectangle 322">
            <a:extLst>
              <a:ext uri="{FF2B5EF4-FFF2-40B4-BE49-F238E27FC236}">
                <a16:creationId xmlns:a16="http://schemas.microsoft.com/office/drawing/2014/main" id="{23858F76-3882-9E49-9923-7160E9C0525B}"/>
              </a:ext>
            </a:extLst>
          </p:cNvPr>
          <p:cNvSpPr>
            <a:spLocks noChangeArrowheads="1"/>
          </p:cNvSpPr>
          <p:nvPr/>
        </p:nvSpPr>
        <p:spPr bwMode="auto">
          <a:xfrm>
            <a:off x="3283744" y="3132535"/>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9897" name="Rectangle 323">
            <a:extLst>
              <a:ext uri="{FF2B5EF4-FFF2-40B4-BE49-F238E27FC236}">
                <a16:creationId xmlns:a16="http://schemas.microsoft.com/office/drawing/2014/main" id="{97FE7683-3EF9-3044-9324-3BB250F6D653}"/>
              </a:ext>
            </a:extLst>
          </p:cNvPr>
          <p:cNvSpPr>
            <a:spLocks noChangeArrowheads="1"/>
          </p:cNvSpPr>
          <p:nvPr/>
        </p:nvSpPr>
        <p:spPr bwMode="auto">
          <a:xfrm>
            <a:off x="5497116" y="3255169"/>
            <a:ext cx="310753"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98" name="Rectangle 324">
            <a:extLst>
              <a:ext uri="{FF2B5EF4-FFF2-40B4-BE49-F238E27FC236}">
                <a16:creationId xmlns:a16="http://schemas.microsoft.com/office/drawing/2014/main" id="{D7CC09CC-02CE-9946-AAE6-BE69E0F8E872}"/>
              </a:ext>
            </a:extLst>
          </p:cNvPr>
          <p:cNvSpPr>
            <a:spLocks noChangeArrowheads="1"/>
          </p:cNvSpPr>
          <p:nvPr/>
        </p:nvSpPr>
        <p:spPr bwMode="auto">
          <a:xfrm>
            <a:off x="4798219" y="3131344"/>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9899" name="Rectangle 325">
            <a:extLst>
              <a:ext uri="{FF2B5EF4-FFF2-40B4-BE49-F238E27FC236}">
                <a16:creationId xmlns:a16="http://schemas.microsoft.com/office/drawing/2014/main" id="{FADAEE99-B25F-2842-BDE1-506A5697D8B2}"/>
              </a:ext>
            </a:extLst>
          </p:cNvPr>
          <p:cNvSpPr>
            <a:spLocks noChangeArrowheads="1"/>
          </p:cNvSpPr>
          <p:nvPr/>
        </p:nvSpPr>
        <p:spPr bwMode="auto">
          <a:xfrm>
            <a:off x="2269332" y="2266950"/>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00" name="Rectangle 326">
            <a:extLst>
              <a:ext uri="{FF2B5EF4-FFF2-40B4-BE49-F238E27FC236}">
                <a16:creationId xmlns:a16="http://schemas.microsoft.com/office/drawing/2014/main" id="{07F8B9B8-EEF1-1241-9CF8-8BE9513D7EA6}"/>
              </a:ext>
            </a:extLst>
          </p:cNvPr>
          <p:cNvSpPr>
            <a:spLocks noChangeArrowheads="1"/>
          </p:cNvSpPr>
          <p:nvPr/>
        </p:nvSpPr>
        <p:spPr bwMode="auto">
          <a:xfrm>
            <a:off x="2337198" y="230981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222.1.3.</a:t>
            </a:r>
            <a:endParaRPr kumimoji="1" lang="en-US" altLang="zh-CN" sz="1500">
              <a:latin typeface="Arial" panose="020B0604020202020204" pitchFamily="34" charset="0"/>
              <a:ea typeface="宋体" panose="02010600030101010101" pitchFamily="2" charset="-122"/>
            </a:endParaRPr>
          </a:p>
        </p:txBody>
      </p:sp>
      <p:sp>
        <p:nvSpPr>
          <p:cNvPr id="119901" name="Rectangle 327">
            <a:extLst>
              <a:ext uri="{FF2B5EF4-FFF2-40B4-BE49-F238E27FC236}">
                <a16:creationId xmlns:a16="http://schemas.microsoft.com/office/drawing/2014/main" id="{A4C2A662-A894-4644-A813-FC97BB296A7A}"/>
              </a:ext>
            </a:extLst>
          </p:cNvPr>
          <p:cNvSpPr>
            <a:spLocks noChangeArrowheads="1"/>
          </p:cNvSpPr>
          <p:nvPr/>
        </p:nvSpPr>
        <p:spPr bwMode="auto">
          <a:xfrm>
            <a:off x="2294335" y="2044304"/>
            <a:ext cx="53816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02" name="Rectangle 328">
            <a:extLst>
              <a:ext uri="{FF2B5EF4-FFF2-40B4-BE49-F238E27FC236}">
                <a16:creationId xmlns:a16="http://schemas.microsoft.com/office/drawing/2014/main" id="{251B4E3E-68CB-9342-A7C7-BF9D208729CB}"/>
              </a:ext>
            </a:extLst>
          </p:cNvPr>
          <p:cNvSpPr>
            <a:spLocks noChangeArrowheads="1"/>
          </p:cNvSpPr>
          <p:nvPr/>
        </p:nvSpPr>
        <p:spPr bwMode="auto">
          <a:xfrm>
            <a:off x="2359819" y="208716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9903" name="Rectangle 329">
            <a:extLst>
              <a:ext uri="{FF2B5EF4-FFF2-40B4-BE49-F238E27FC236}">
                <a16:creationId xmlns:a16="http://schemas.microsoft.com/office/drawing/2014/main" id="{A6E1B947-98D3-C54D-B6E2-FC5DA1ED0A11}"/>
              </a:ext>
            </a:extLst>
          </p:cNvPr>
          <p:cNvSpPr>
            <a:spLocks noChangeArrowheads="1"/>
          </p:cNvSpPr>
          <p:nvPr/>
        </p:nvSpPr>
        <p:spPr bwMode="auto">
          <a:xfrm>
            <a:off x="4112419" y="2862263"/>
            <a:ext cx="3119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04" name="Rectangle 330">
            <a:extLst>
              <a:ext uri="{FF2B5EF4-FFF2-40B4-BE49-F238E27FC236}">
                <a16:creationId xmlns:a16="http://schemas.microsoft.com/office/drawing/2014/main" id="{BA225FDE-DE0B-F842-A2F4-5CF3A5E89A9C}"/>
              </a:ext>
            </a:extLst>
          </p:cNvPr>
          <p:cNvSpPr>
            <a:spLocks noChangeArrowheads="1"/>
          </p:cNvSpPr>
          <p:nvPr/>
        </p:nvSpPr>
        <p:spPr bwMode="auto">
          <a:xfrm>
            <a:off x="4830366" y="2314575"/>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05" name="Rectangle 331">
            <a:extLst>
              <a:ext uri="{FF2B5EF4-FFF2-40B4-BE49-F238E27FC236}">
                <a16:creationId xmlns:a16="http://schemas.microsoft.com/office/drawing/2014/main" id="{908DC307-14E3-5546-94B6-96F37A6058C0}"/>
              </a:ext>
            </a:extLst>
          </p:cNvPr>
          <p:cNvSpPr>
            <a:spLocks noChangeArrowheads="1"/>
          </p:cNvSpPr>
          <p:nvPr/>
        </p:nvSpPr>
        <p:spPr bwMode="auto">
          <a:xfrm>
            <a:off x="4829175" y="24693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9906" name="Rectangle 332">
            <a:extLst>
              <a:ext uri="{FF2B5EF4-FFF2-40B4-BE49-F238E27FC236}">
                <a16:creationId xmlns:a16="http://schemas.microsoft.com/office/drawing/2014/main" id="{6D860A9B-023E-6144-9789-F09D16744152}"/>
              </a:ext>
            </a:extLst>
          </p:cNvPr>
          <p:cNvSpPr>
            <a:spLocks noChangeArrowheads="1"/>
          </p:cNvSpPr>
          <p:nvPr/>
        </p:nvSpPr>
        <p:spPr bwMode="auto">
          <a:xfrm>
            <a:off x="3617119" y="2588419"/>
            <a:ext cx="30956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07" name="Rectangle 333">
            <a:extLst>
              <a:ext uri="{FF2B5EF4-FFF2-40B4-BE49-F238E27FC236}">
                <a16:creationId xmlns:a16="http://schemas.microsoft.com/office/drawing/2014/main" id="{4F00A66B-E908-5741-A0E6-42F3BD4DD311}"/>
              </a:ext>
            </a:extLst>
          </p:cNvPr>
          <p:cNvSpPr>
            <a:spLocks noChangeArrowheads="1"/>
          </p:cNvSpPr>
          <p:nvPr/>
        </p:nvSpPr>
        <p:spPr bwMode="auto">
          <a:xfrm>
            <a:off x="3554016" y="2786063"/>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9908" name="Rectangle 334">
            <a:extLst>
              <a:ext uri="{FF2B5EF4-FFF2-40B4-BE49-F238E27FC236}">
                <a16:creationId xmlns:a16="http://schemas.microsoft.com/office/drawing/2014/main" id="{06607452-59F7-8147-93DD-1D600C44ED01}"/>
              </a:ext>
            </a:extLst>
          </p:cNvPr>
          <p:cNvSpPr>
            <a:spLocks noChangeArrowheads="1"/>
          </p:cNvSpPr>
          <p:nvPr/>
        </p:nvSpPr>
        <p:spPr bwMode="auto">
          <a:xfrm>
            <a:off x="4017169" y="3167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222.1.4.</a:t>
            </a:r>
            <a:endParaRPr kumimoji="1" lang="en-US" altLang="zh-CN" sz="1500">
              <a:latin typeface="Arial" panose="020B0604020202020204" pitchFamily="34" charset="0"/>
              <a:ea typeface="宋体" panose="02010600030101010101" pitchFamily="2" charset="-122"/>
            </a:endParaRPr>
          </a:p>
        </p:txBody>
      </p:sp>
      <p:sp>
        <p:nvSpPr>
          <p:cNvPr id="119909" name="Rectangle 335">
            <a:extLst>
              <a:ext uri="{FF2B5EF4-FFF2-40B4-BE49-F238E27FC236}">
                <a16:creationId xmlns:a16="http://schemas.microsoft.com/office/drawing/2014/main" id="{7CFF8531-A3BB-304F-836C-C69ECE434637}"/>
              </a:ext>
            </a:extLst>
          </p:cNvPr>
          <p:cNvSpPr>
            <a:spLocks noChangeArrowheads="1"/>
          </p:cNvSpPr>
          <p:nvPr/>
        </p:nvSpPr>
        <p:spPr bwMode="auto">
          <a:xfrm>
            <a:off x="3837385" y="2588419"/>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10" name="Rectangle 336">
            <a:extLst>
              <a:ext uri="{FF2B5EF4-FFF2-40B4-BE49-F238E27FC236}">
                <a16:creationId xmlns:a16="http://schemas.microsoft.com/office/drawing/2014/main" id="{EA2945BD-D676-A848-8CC6-863E78F77D33}"/>
              </a:ext>
            </a:extLst>
          </p:cNvPr>
          <p:cNvSpPr>
            <a:spLocks noChangeArrowheads="1"/>
          </p:cNvSpPr>
          <p:nvPr/>
        </p:nvSpPr>
        <p:spPr bwMode="auto">
          <a:xfrm>
            <a:off x="3804048" y="2786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222.1.5.</a:t>
            </a:r>
            <a:endParaRPr kumimoji="1" lang="en-US" altLang="zh-CN" sz="1500">
              <a:latin typeface="Arial" panose="020B0604020202020204" pitchFamily="34" charset="0"/>
              <a:ea typeface="宋体" panose="02010600030101010101" pitchFamily="2" charset="-122"/>
            </a:endParaRPr>
          </a:p>
        </p:txBody>
      </p:sp>
      <p:sp>
        <p:nvSpPr>
          <p:cNvPr id="119911" name="Rectangle 337">
            <a:extLst>
              <a:ext uri="{FF2B5EF4-FFF2-40B4-BE49-F238E27FC236}">
                <a16:creationId xmlns:a16="http://schemas.microsoft.com/office/drawing/2014/main" id="{6ADAA96F-E768-3545-8A3F-8B8996E60DBB}"/>
              </a:ext>
            </a:extLst>
          </p:cNvPr>
          <p:cNvSpPr>
            <a:spLocks noChangeArrowheads="1"/>
          </p:cNvSpPr>
          <p:nvPr/>
        </p:nvSpPr>
        <p:spPr bwMode="auto">
          <a:xfrm>
            <a:off x="5050632" y="2326482"/>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12" name="Rectangle 338">
            <a:extLst>
              <a:ext uri="{FF2B5EF4-FFF2-40B4-BE49-F238E27FC236}">
                <a16:creationId xmlns:a16="http://schemas.microsoft.com/office/drawing/2014/main" id="{93DF20A0-F8F9-AD4F-8486-18105CB49960}"/>
              </a:ext>
            </a:extLst>
          </p:cNvPr>
          <p:cNvSpPr>
            <a:spLocks noChangeArrowheads="1"/>
          </p:cNvSpPr>
          <p:nvPr/>
        </p:nvSpPr>
        <p:spPr bwMode="auto">
          <a:xfrm>
            <a:off x="5075635" y="24812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222.1.6.</a:t>
            </a:r>
            <a:endParaRPr kumimoji="1" lang="en-US" altLang="zh-CN" sz="1500">
              <a:latin typeface="Arial" panose="020B0604020202020204" pitchFamily="34" charset="0"/>
              <a:ea typeface="宋体" panose="02010600030101010101" pitchFamily="2" charset="-122"/>
            </a:endParaRPr>
          </a:p>
        </p:txBody>
      </p:sp>
      <p:sp>
        <p:nvSpPr>
          <p:cNvPr id="119913" name="Line 339">
            <a:extLst>
              <a:ext uri="{FF2B5EF4-FFF2-40B4-BE49-F238E27FC236}">
                <a16:creationId xmlns:a16="http://schemas.microsoft.com/office/drawing/2014/main" id="{8361DC0D-E83C-1540-B029-84C26FC8AE75}"/>
              </a:ext>
            </a:extLst>
          </p:cNvPr>
          <p:cNvSpPr>
            <a:spLocks noChangeShapeType="1"/>
          </p:cNvSpPr>
          <p:nvPr/>
        </p:nvSpPr>
        <p:spPr bwMode="auto">
          <a:xfrm>
            <a:off x="2277666" y="1943100"/>
            <a:ext cx="0" cy="1634729"/>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14" name="Rectangle 340">
            <a:extLst>
              <a:ext uri="{FF2B5EF4-FFF2-40B4-BE49-F238E27FC236}">
                <a16:creationId xmlns:a16="http://schemas.microsoft.com/office/drawing/2014/main" id="{8306504D-CCB5-7E41-AA88-E4CAD39646D1}"/>
              </a:ext>
            </a:extLst>
          </p:cNvPr>
          <p:cNvSpPr>
            <a:spLocks noChangeArrowheads="1"/>
          </p:cNvSpPr>
          <p:nvPr/>
        </p:nvSpPr>
        <p:spPr bwMode="auto">
          <a:xfrm>
            <a:off x="3767137" y="31551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pic>
        <p:nvPicPr>
          <p:cNvPr id="119915" name="Picture 341">
            <a:extLst>
              <a:ext uri="{FF2B5EF4-FFF2-40B4-BE49-F238E27FC236}">
                <a16:creationId xmlns:a16="http://schemas.microsoft.com/office/drawing/2014/main" id="{EA0AD95D-0FCB-1449-9125-13759863829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498" y="3702844"/>
            <a:ext cx="435769" cy="29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916" name="Line 342">
            <a:extLst>
              <a:ext uri="{FF2B5EF4-FFF2-40B4-BE49-F238E27FC236}">
                <a16:creationId xmlns:a16="http://schemas.microsoft.com/office/drawing/2014/main" id="{F61C1A12-E21F-F641-B0FB-14CC7499012D}"/>
              </a:ext>
            </a:extLst>
          </p:cNvPr>
          <p:cNvSpPr>
            <a:spLocks noChangeShapeType="1"/>
          </p:cNvSpPr>
          <p:nvPr/>
        </p:nvSpPr>
        <p:spPr bwMode="auto">
          <a:xfrm>
            <a:off x="6900863" y="1996678"/>
            <a:ext cx="0" cy="200382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17" name="Line 343">
            <a:extLst>
              <a:ext uri="{FF2B5EF4-FFF2-40B4-BE49-F238E27FC236}">
                <a16:creationId xmlns:a16="http://schemas.microsoft.com/office/drawing/2014/main" id="{A4175E2B-1E17-4E4E-A364-7CD0EEC99656}"/>
              </a:ext>
            </a:extLst>
          </p:cNvPr>
          <p:cNvSpPr>
            <a:spLocks noChangeShapeType="1"/>
          </p:cNvSpPr>
          <p:nvPr/>
        </p:nvSpPr>
        <p:spPr bwMode="auto">
          <a:xfrm rot="16200000">
            <a:off x="4350544" y="3202781"/>
            <a:ext cx="0" cy="170021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18" name="Line 344">
            <a:extLst>
              <a:ext uri="{FF2B5EF4-FFF2-40B4-BE49-F238E27FC236}">
                <a16:creationId xmlns:a16="http://schemas.microsoft.com/office/drawing/2014/main" id="{546CAD15-618A-334E-B012-4DCA54871788}"/>
              </a:ext>
            </a:extLst>
          </p:cNvPr>
          <p:cNvSpPr>
            <a:spLocks noChangeShapeType="1"/>
          </p:cNvSpPr>
          <p:nvPr/>
        </p:nvSpPr>
        <p:spPr bwMode="auto">
          <a:xfrm>
            <a:off x="5413773" y="3419475"/>
            <a:ext cx="148709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19" name="Oval 345">
            <a:extLst>
              <a:ext uri="{FF2B5EF4-FFF2-40B4-BE49-F238E27FC236}">
                <a16:creationId xmlns:a16="http://schemas.microsoft.com/office/drawing/2014/main" id="{2E438CFC-CABA-2647-A559-55F092A92B11}"/>
              </a:ext>
            </a:extLst>
          </p:cNvPr>
          <p:cNvSpPr>
            <a:spLocks noChangeArrowheads="1"/>
          </p:cNvSpPr>
          <p:nvPr/>
        </p:nvSpPr>
        <p:spPr bwMode="auto">
          <a:xfrm>
            <a:off x="5573316" y="3367088"/>
            <a:ext cx="89297"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20" name="Rectangle 346">
            <a:extLst>
              <a:ext uri="{FF2B5EF4-FFF2-40B4-BE49-F238E27FC236}">
                <a16:creationId xmlns:a16="http://schemas.microsoft.com/office/drawing/2014/main" id="{9D694967-8E77-4A42-8933-B0BF2F88BFC5}"/>
              </a:ext>
            </a:extLst>
          </p:cNvPr>
          <p:cNvSpPr>
            <a:spLocks noChangeArrowheads="1"/>
          </p:cNvSpPr>
          <p:nvPr/>
        </p:nvSpPr>
        <p:spPr bwMode="auto">
          <a:xfrm>
            <a:off x="6318647" y="24693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9921" name="Rectangle 347">
            <a:extLst>
              <a:ext uri="{FF2B5EF4-FFF2-40B4-BE49-F238E27FC236}">
                <a16:creationId xmlns:a16="http://schemas.microsoft.com/office/drawing/2014/main" id="{1DCC95F5-137F-8D40-B748-3573F7C78C46}"/>
              </a:ext>
            </a:extLst>
          </p:cNvPr>
          <p:cNvSpPr>
            <a:spLocks noChangeArrowheads="1"/>
          </p:cNvSpPr>
          <p:nvPr/>
        </p:nvSpPr>
        <p:spPr bwMode="auto">
          <a:xfrm>
            <a:off x="2956322" y="15168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9922" name="Line 348">
            <a:extLst>
              <a:ext uri="{FF2B5EF4-FFF2-40B4-BE49-F238E27FC236}">
                <a16:creationId xmlns:a16="http://schemas.microsoft.com/office/drawing/2014/main" id="{F24A24E4-9E08-274B-800B-31CF589B7D3E}"/>
              </a:ext>
            </a:extLst>
          </p:cNvPr>
          <p:cNvSpPr>
            <a:spLocks noChangeShapeType="1"/>
          </p:cNvSpPr>
          <p:nvPr/>
        </p:nvSpPr>
        <p:spPr bwMode="auto">
          <a:xfrm rot="16200000">
            <a:off x="4935737" y="106561"/>
            <a:ext cx="0" cy="297537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23" name="Rectangle 349">
            <a:extLst>
              <a:ext uri="{FF2B5EF4-FFF2-40B4-BE49-F238E27FC236}">
                <a16:creationId xmlns:a16="http://schemas.microsoft.com/office/drawing/2014/main" id="{0E1923FB-0052-B54F-B3B6-5F01668DAFB6}"/>
              </a:ext>
            </a:extLst>
          </p:cNvPr>
          <p:cNvSpPr>
            <a:spLocks noChangeArrowheads="1"/>
          </p:cNvSpPr>
          <p:nvPr/>
        </p:nvSpPr>
        <p:spPr bwMode="auto">
          <a:xfrm>
            <a:off x="1881188" y="4473179"/>
            <a:ext cx="57708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互联网</a:t>
            </a:r>
          </a:p>
        </p:txBody>
      </p:sp>
      <p:sp>
        <p:nvSpPr>
          <p:cNvPr id="119924" name="Line 350">
            <a:extLst>
              <a:ext uri="{FF2B5EF4-FFF2-40B4-BE49-F238E27FC236}">
                <a16:creationId xmlns:a16="http://schemas.microsoft.com/office/drawing/2014/main" id="{D26B8E09-DADC-C24C-BB8C-C74289A5598E}"/>
              </a:ext>
            </a:extLst>
          </p:cNvPr>
          <p:cNvSpPr>
            <a:spLocks noChangeShapeType="1"/>
          </p:cNvSpPr>
          <p:nvPr/>
        </p:nvSpPr>
        <p:spPr bwMode="auto">
          <a:xfrm flipV="1">
            <a:off x="2172891" y="4156473"/>
            <a:ext cx="317897" cy="316706"/>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19925" name="Line 351">
            <a:extLst>
              <a:ext uri="{FF2B5EF4-FFF2-40B4-BE49-F238E27FC236}">
                <a16:creationId xmlns:a16="http://schemas.microsoft.com/office/drawing/2014/main" id="{7F369F42-B2A1-FB49-A06F-D8C5DDCCFC7A}"/>
              </a:ext>
            </a:extLst>
          </p:cNvPr>
          <p:cNvSpPr>
            <a:spLocks noChangeShapeType="1"/>
          </p:cNvSpPr>
          <p:nvPr/>
        </p:nvSpPr>
        <p:spPr bwMode="auto">
          <a:xfrm>
            <a:off x="3676650"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26" name="Oval 352">
            <a:extLst>
              <a:ext uri="{FF2B5EF4-FFF2-40B4-BE49-F238E27FC236}">
                <a16:creationId xmlns:a16="http://schemas.microsoft.com/office/drawing/2014/main" id="{B6543478-4789-D74F-B595-98BC4A343865}"/>
              </a:ext>
            </a:extLst>
          </p:cNvPr>
          <p:cNvSpPr>
            <a:spLocks noChangeArrowheads="1"/>
          </p:cNvSpPr>
          <p:nvPr/>
        </p:nvSpPr>
        <p:spPr bwMode="auto">
          <a:xfrm>
            <a:off x="3634978" y="12977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9927" name="Group 353">
            <a:extLst>
              <a:ext uri="{FF2B5EF4-FFF2-40B4-BE49-F238E27FC236}">
                <a16:creationId xmlns:a16="http://schemas.microsoft.com/office/drawing/2014/main" id="{7EBB54ED-6A60-6942-8C67-D27679D7F5CF}"/>
              </a:ext>
            </a:extLst>
          </p:cNvPr>
          <p:cNvGrpSpPr>
            <a:grpSpLocks/>
          </p:cNvGrpSpPr>
          <p:nvPr/>
        </p:nvGrpSpPr>
        <p:grpSpPr bwMode="auto">
          <a:xfrm>
            <a:off x="3471863" y="673894"/>
            <a:ext cx="379810" cy="385763"/>
            <a:chOff x="1813" y="593"/>
            <a:chExt cx="343" cy="352"/>
          </a:xfrm>
        </p:grpSpPr>
        <p:grpSp>
          <p:nvGrpSpPr>
            <p:cNvPr id="119988" name="Group 354">
              <a:extLst>
                <a:ext uri="{FF2B5EF4-FFF2-40B4-BE49-F238E27FC236}">
                  <a16:creationId xmlns:a16="http://schemas.microsoft.com/office/drawing/2014/main" id="{23D9E6A9-B548-424A-BA25-0262882AF715}"/>
                </a:ext>
              </a:extLst>
            </p:cNvPr>
            <p:cNvGrpSpPr>
              <a:grpSpLocks/>
            </p:cNvGrpSpPr>
            <p:nvPr/>
          </p:nvGrpSpPr>
          <p:grpSpPr bwMode="auto">
            <a:xfrm>
              <a:off x="1821" y="599"/>
              <a:ext cx="335" cy="346"/>
              <a:chOff x="1821" y="599"/>
              <a:chExt cx="335" cy="346"/>
            </a:xfrm>
          </p:grpSpPr>
          <p:sp>
            <p:nvSpPr>
              <p:cNvPr id="120002" name="Freeform 355">
                <a:extLst>
                  <a:ext uri="{FF2B5EF4-FFF2-40B4-BE49-F238E27FC236}">
                    <a16:creationId xmlns:a16="http://schemas.microsoft.com/office/drawing/2014/main" id="{8AC0321F-9CB6-C944-9585-778F476B3A3F}"/>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03" name="Freeform 356">
                <a:extLst>
                  <a:ext uri="{FF2B5EF4-FFF2-40B4-BE49-F238E27FC236}">
                    <a16:creationId xmlns:a16="http://schemas.microsoft.com/office/drawing/2014/main" id="{229BAC8A-3E65-104B-92FC-205DC058EA3F}"/>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04" name="Freeform 357">
                <a:extLst>
                  <a:ext uri="{FF2B5EF4-FFF2-40B4-BE49-F238E27FC236}">
                    <a16:creationId xmlns:a16="http://schemas.microsoft.com/office/drawing/2014/main" id="{7F497ADC-E6A7-9A47-8E13-6DF304B20C0A}"/>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05" name="Freeform 358">
                <a:extLst>
                  <a:ext uri="{FF2B5EF4-FFF2-40B4-BE49-F238E27FC236}">
                    <a16:creationId xmlns:a16="http://schemas.microsoft.com/office/drawing/2014/main" id="{ADE95FF3-2209-BF43-B981-2C6704E1DA9D}"/>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06" name="Rectangle 359">
                <a:extLst>
                  <a:ext uri="{FF2B5EF4-FFF2-40B4-BE49-F238E27FC236}">
                    <a16:creationId xmlns:a16="http://schemas.microsoft.com/office/drawing/2014/main" id="{F4B48211-A913-CB47-9259-1E8E8B15A946}"/>
                  </a:ext>
                </a:extLst>
              </p:cNvPr>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07" name="Rectangle 360">
                <a:extLst>
                  <a:ext uri="{FF2B5EF4-FFF2-40B4-BE49-F238E27FC236}">
                    <a16:creationId xmlns:a16="http://schemas.microsoft.com/office/drawing/2014/main" id="{E820B7CA-E33A-124E-8BFB-1C16A8E95368}"/>
                  </a:ext>
                </a:extLst>
              </p:cNvPr>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08" name="Rectangle 361">
                <a:extLst>
                  <a:ext uri="{FF2B5EF4-FFF2-40B4-BE49-F238E27FC236}">
                    <a16:creationId xmlns:a16="http://schemas.microsoft.com/office/drawing/2014/main" id="{60C14E90-C563-584D-A467-8C5CA368BAFE}"/>
                  </a:ext>
                </a:extLst>
              </p:cNvPr>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09" name="Line 362">
                <a:extLst>
                  <a:ext uri="{FF2B5EF4-FFF2-40B4-BE49-F238E27FC236}">
                    <a16:creationId xmlns:a16="http://schemas.microsoft.com/office/drawing/2014/main" id="{B7A4F6DB-7C2D-C343-BAF7-DD82A075295C}"/>
                  </a:ext>
                </a:extLst>
              </p:cNvPr>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010" name="Group 363">
                <a:extLst>
                  <a:ext uri="{FF2B5EF4-FFF2-40B4-BE49-F238E27FC236}">
                    <a16:creationId xmlns:a16="http://schemas.microsoft.com/office/drawing/2014/main" id="{8157DE0F-08E4-F04C-A4B4-212D76204725}"/>
                  </a:ext>
                </a:extLst>
              </p:cNvPr>
              <p:cNvGrpSpPr>
                <a:grpSpLocks/>
              </p:cNvGrpSpPr>
              <p:nvPr/>
            </p:nvGrpSpPr>
            <p:grpSpPr bwMode="auto">
              <a:xfrm>
                <a:off x="1821" y="895"/>
                <a:ext cx="335" cy="50"/>
                <a:chOff x="1821" y="895"/>
                <a:chExt cx="335" cy="50"/>
              </a:xfrm>
            </p:grpSpPr>
            <p:sp>
              <p:nvSpPr>
                <p:cNvPr id="120011" name="Freeform 364">
                  <a:extLst>
                    <a:ext uri="{FF2B5EF4-FFF2-40B4-BE49-F238E27FC236}">
                      <a16:creationId xmlns:a16="http://schemas.microsoft.com/office/drawing/2014/main" id="{AD742DDB-563D-FC4C-A98D-5F547DCF18B7}"/>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12" name="Freeform 365">
                  <a:extLst>
                    <a:ext uri="{FF2B5EF4-FFF2-40B4-BE49-F238E27FC236}">
                      <a16:creationId xmlns:a16="http://schemas.microsoft.com/office/drawing/2014/main" id="{C5033485-BE4E-164E-8A79-DE53711304F5}"/>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13" name="Rectangle 366">
                  <a:extLst>
                    <a:ext uri="{FF2B5EF4-FFF2-40B4-BE49-F238E27FC236}">
                      <a16:creationId xmlns:a16="http://schemas.microsoft.com/office/drawing/2014/main" id="{DA24B8CE-BC1E-0F40-BEF1-278274C37150}"/>
                    </a:ext>
                  </a:extLst>
                </p:cNvPr>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9989" name="Group 367">
              <a:extLst>
                <a:ext uri="{FF2B5EF4-FFF2-40B4-BE49-F238E27FC236}">
                  <a16:creationId xmlns:a16="http://schemas.microsoft.com/office/drawing/2014/main" id="{D9A3295F-4289-3F48-BEE8-7C4AC3E019FD}"/>
                </a:ext>
              </a:extLst>
            </p:cNvPr>
            <p:cNvGrpSpPr>
              <a:grpSpLocks/>
            </p:cNvGrpSpPr>
            <p:nvPr/>
          </p:nvGrpSpPr>
          <p:grpSpPr bwMode="auto">
            <a:xfrm>
              <a:off x="1813" y="593"/>
              <a:ext cx="335" cy="346"/>
              <a:chOff x="1813" y="593"/>
              <a:chExt cx="335" cy="346"/>
            </a:xfrm>
          </p:grpSpPr>
          <p:sp>
            <p:nvSpPr>
              <p:cNvPr id="119990" name="Freeform 368">
                <a:extLst>
                  <a:ext uri="{FF2B5EF4-FFF2-40B4-BE49-F238E27FC236}">
                    <a16:creationId xmlns:a16="http://schemas.microsoft.com/office/drawing/2014/main" id="{6BEA9244-3657-5B47-B2BC-A885688BA0D2}"/>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91" name="Freeform 369">
                <a:extLst>
                  <a:ext uri="{FF2B5EF4-FFF2-40B4-BE49-F238E27FC236}">
                    <a16:creationId xmlns:a16="http://schemas.microsoft.com/office/drawing/2014/main" id="{FABC553E-8BEA-CB40-B01E-0A9DDB90EE95}"/>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92" name="Freeform 370">
                <a:extLst>
                  <a:ext uri="{FF2B5EF4-FFF2-40B4-BE49-F238E27FC236}">
                    <a16:creationId xmlns:a16="http://schemas.microsoft.com/office/drawing/2014/main" id="{74F17FD8-EA8E-504B-AF63-B9FC8231FA5F}"/>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93" name="Freeform 371">
                <a:extLst>
                  <a:ext uri="{FF2B5EF4-FFF2-40B4-BE49-F238E27FC236}">
                    <a16:creationId xmlns:a16="http://schemas.microsoft.com/office/drawing/2014/main" id="{D742D9CE-A3BF-E142-934D-EA3BFB1EFA21}"/>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94" name="Rectangle 372">
                <a:extLst>
                  <a:ext uri="{FF2B5EF4-FFF2-40B4-BE49-F238E27FC236}">
                    <a16:creationId xmlns:a16="http://schemas.microsoft.com/office/drawing/2014/main" id="{B8709BDC-54B8-794F-BFE7-D0D76DB83C6A}"/>
                  </a:ext>
                </a:extLst>
              </p:cNvPr>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95" name="Rectangle 373">
                <a:extLst>
                  <a:ext uri="{FF2B5EF4-FFF2-40B4-BE49-F238E27FC236}">
                    <a16:creationId xmlns:a16="http://schemas.microsoft.com/office/drawing/2014/main" id="{68D1E957-DF44-1B45-8629-6AF3F3E0664C}"/>
                  </a:ext>
                </a:extLst>
              </p:cNvPr>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96" name="Rectangle 374">
                <a:extLst>
                  <a:ext uri="{FF2B5EF4-FFF2-40B4-BE49-F238E27FC236}">
                    <a16:creationId xmlns:a16="http://schemas.microsoft.com/office/drawing/2014/main" id="{EDEAED7C-D887-3343-85CD-9023554AF26E}"/>
                  </a:ext>
                </a:extLst>
              </p:cNvPr>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97" name="Line 375">
                <a:extLst>
                  <a:ext uri="{FF2B5EF4-FFF2-40B4-BE49-F238E27FC236}">
                    <a16:creationId xmlns:a16="http://schemas.microsoft.com/office/drawing/2014/main" id="{C1EF98D4-DA3D-7D4D-BFA6-DC20CA876D32}"/>
                  </a:ext>
                </a:extLst>
              </p:cNvPr>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9998" name="Group 376">
                <a:extLst>
                  <a:ext uri="{FF2B5EF4-FFF2-40B4-BE49-F238E27FC236}">
                    <a16:creationId xmlns:a16="http://schemas.microsoft.com/office/drawing/2014/main" id="{767E58C7-8938-344E-9F43-C0B71F2C46BB}"/>
                  </a:ext>
                </a:extLst>
              </p:cNvPr>
              <p:cNvGrpSpPr>
                <a:grpSpLocks/>
              </p:cNvGrpSpPr>
              <p:nvPr/>
            </p:nvGrpSpPr>
            <p:grpSpPr bwMode="auto">
              <a:xfrm>
                <a:off x="1813" y="888"/>
                <a:ext cx="335" cy="51"/>
                <a:chOff x="1813" y="888"/>
                <a:chExt cx="335" cy="51"/>
              </a:xfrm>
            </p:grpSpPr>
            <p:sp>
              <p:nvSpPr>
                <p:cNvPr id="119999" name="Freeform 377">
                  <a:extLst>
                    <a:ext uri="{FF2B5EF4-FFF2-40B4-BE49-F238E27FC236}">
                      <a16:creationId xmlns:a16="http://schemas.microsoft.com/office/drawing/2014/main" id="{5BD62D1A-145E-654B-8007-784BADC5B5E9}"/>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00" name="Freeform 378">
                  <a:extLst>
                    <a:ext uri="{FF2B5EF4-FFF2-40B4-BE49-F238E27FC236}">
                      <a16:creationId xmlns:a16="http://schemas.microsoft.com/office/drawing/2014/main" id="{2A7492E0-2A3E-024A-9611-0AF6139ADD27}"/>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01" name="Rectangle 379">
                  <a:extLst>
                    <a:ext uri="{FF2B5EF4-FFF2-40B4-BE49-F238E27FC236}">
                      <a16:creationId xmlns:a16="http://schemas.microsoft.com/office/drawing/2014/main" id="{16592A67-DE7A-EA47-9058-23289D58F19F}"/>
                    </a:ext>
                  </a:extLst>
                </p:cNvPr>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9928" name="Line 380">
            <a:extLst>
              <a:ext uri="{FF2B5EF4-FFF2-40B4-BE49-F238E27FC236}">
                <a16:creationId xmlns:a16="http://schemas.microsoft.com/office/drawing/2014/main" id="{32CC7EB6-2810-A64E-BED4-9558993C4B26}"/>
              </a:ext>
            </a:extLst>
          </p:cNvPr>
          <p:cNvSpPr>
            <a:spLocks noChangeShapeType="1"/>
          </p:cNvSpPr>
          <p:nvPr/>
        </p:nvSpPr>
        <p:spPr bwMode="auto">
          <a:xfrm>
            <a:off x="5993606"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29" name="Line 381">
            <a:extLst>
              <a:ext uri="{FF2B5EF4-FFF2-40B4-BE49-F238E27FC236}">
                <a16:creationId xmlns:a16="http://schemas.microsoft.com/office/drawing/2014/main" id="{A416DDBF-4275-CB4C-8B48-6947CBFFF75A}"/>
              </a:ext>
            </a:extLst>
          </p:cNvPr>
          <p:cNvSpPr>
            <a:spLocks noChangeShapeType="1"/>
          </p:cNvSpPr>
          <p:nvPr/>
        </p:nvSpPr>
        <p:spPr bwMode="auto">
          <a:xfrm>
            <a:off x="4835129" y="1000126"/>
            <a:ext cx="0" cy="58459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30" name="Oval 382">
            <a:extLst>
              <a:ext uri="{FF2B5EF4-FFF2-40B4-BE49-F238E27FC236}">
                <a16:creationId xmlns:a16="http://schemas.microsoft.com/office/drawing/2014/main" id="{18BF2D18-0AA5-9E41-B3F1-66DF14013524}"/>
              </a:ext>
            </a:extLst>
          </p:cNvPr>
          <p:cNvSpPr>
            <a:spLocks noChangeArrowheads="1"/>
          </p:cNvSpPr>
          <p:nvPr/>
        </p:nvSpPr>
        <p:spPr bwMode="auto">
          <a:xfrm>
            <a:off x="4801792" y="1308498"/>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9931" name="Group 383">
            <a:extLst>
              <a:ext uri="{FF2B5EF4-FFF2-40B4-BE49-F238E27FC236}">
                <a16:creationId xmlns:a16="http://schemas.microsoft.com/office/drawing/2014/main" id="{6194515A-E1DD-C54E-BF07-E18EFCCC2080}"/>
              </a:ext>
            </a:extLst>
          </p:cNvPr>
          <p:cNvGrpSpPr>
            <a:grpSpLocks/>
          </p:cNvGrpSpPr>
          <p:nvPr/>
        </p:nvGrpSpPr>
        <p:grpSpPr bwMode="auto">
          <a:xfrm>
            <a:off x="4639866" y="673894"/>
            <a:ext cx="379809" cy="385763"/>
            <a:chOff x="2868" y="593"/>
            <a:chExt cx="343" cy="352"/>
          </a:xfrm>
        </p:grpSpPr>
        <p:grpSp>
          <p:nvGrpSpPr>
            <p:cNvPr id="119962" name="Group 384">
              <a:extLst>
                <a:ext uri="{FF2B5EF4-FFF2-40B4-BE49-F238E27FC236}">
                  <a16:creationId xmlns:a16="http://schemas.microsoft.com/office/drawing/2014/main" id="{9D578AF3-007D-704A-AB3F-8AC726D3A391}"/>
                </a:ext>
              </a:extLst>
            </p:cNvPr>
            <p:cNvGrpSpPr>
              <a:grpSpLocks/>
            </p:cNvGrpSpPr>
            <p:nvPr/>
          </p:nvGrpSpPr>
          <p:grpSpPr bwMode="auto">
            <a:xfrm>
              <a:off x="2877" y="599"/>
              <a:ext cx="334" cy="346"/>
              <a:chOff x="2877" y="599"/>
              <a:chExt cx="334" cy="346"/>
            </a:xfrm>
          </p:grpSpPr>
          <p:sp>
            <p:nvSpPr>
              <p:cNvPr id="119976" name="Freeform 385">
                <a:extLst>
                  <a:ext uri="{FF2B5EF4-FFF2-40B4-BE49-F238E27FC236}">
                    <a16:creationId xmlns:a16="http://schemas.microsoft.com/office/drawing/2014/main" id="{AA3FF9DA-4E2A-8C4F-9BFA-569EC15C761A}"/>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77" name="Freeform 386">
                <a:extLst>
                  <a:ext uri="{FF2B5EF4-FFF2-40B4-BE49-F238E27FC236}">
                    <a16:creationId xmlns:a16="http://schemas.microsoft.com/office/drawing/2014/main" id="{D3A27304-8A0E-EA42-8E5A-8436C1560BA2}"/>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78" name="Freeform 387">
                <a:extLst>
                  <a:ext uri="{FF2B5EF4-FFF2-40B4-BE49-F238E27FC236}">
                    <a16:creationId xmlns:a16="http://schemas.microsoft.com/office/drawing/2014/main" id="{1F96C657-260D-C843-BC9C-C4808E528154}"/>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79" name="Freeform 388">
                <a:extLst>
                  <a:ext uri="{FF2B5EF4-FFF2-40B4-BE49-F238E27FC236}">
                    <a16:creationId xmlns:a16="http://schemas.microsoft.com/office/drawing/2014/main" id="{598502D8-7D1C-C745-B06C-70691E38CC7E}"/>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80" name="Rectangle 389">
                <a:extLst>
                  <a:ext uri="{FF2B5EF4-FFF2-40B4-BE49-F238E27FC236}">
                    <a16:creationId xmlns:a16="http://schemas.microsoft.com/office/drawing/2014/main" id="{8F7488A4-A611-D344-98FF-2F6EBE86F96B}"/>
                  </a:ext>
                </a:extLst>
              </p:cNvPr>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81" name="Rectangle 390">
                <a:extLst>
                  <a:ext uri="{FF2B5EF4-FFF2-40B4-BE49-F238E27FC236}">
                    <a16:creationId xmlns:a16="http://schemas.microsoft.com/office/drawing/2014/main" id="{472E4211-679E-E14B-B5DA-AEA72F70D4D1}"/>
                  </a:ext>
                </a:extLst>
              </p:cNvPr>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82" name="Rectangle 391">
                <a:extLst>
                  <a:ext uri="{FF2B5EF4-FFF2-40B4-BE49-F238E27FC236}">
                    <a16:creationId xmlns:a16="http://schemas.microsoft.com/office/drawing/2014/main" id="{91A70D20-47E8-8D4F-A53D-97F5845112F5}"/>
                  </a:ext>
                </a:extLst>
              </p:cNvPr>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83" name="Line 392">
                <a:extLst>
                  <a:ext uri="{FF2B5EF4-FFF2-40B4-BE49-F238E27FC236}">
                    <a16:creationId xmlns:a16="http://schemas.microsoft.com/office/drawing/2014/main" id="{93E0B3D6-61CF-3D42-87E4-7EDC4FD7E842}"/>
                  </a:ext>
                </a:extLst>
              </p:cNvPr>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9984" name="Group 393">
                <a:extLst>
                  <a:ext uri="{FF2B5EF4-FFF2-40B4-BE49-F238E27FC236}">
                    <a16:creationId xmlns:a16="http://schemas.microsoft.com/office/drawing/2014/main" id="{D6FCB516-7593-694A-A1F5-6E397EEB2E52}"/>
                  </a:ext>
                </a:extLst>
              </p:cNvPr>
              <p:cNvGrpSpPr>
                <a:grpSpLocks/>
              </p:cNvGrpSpPr>
              <p:nvPr/>
            </p:nvGrpSpPr>
            <p:grpSpPr bwMode="auto">
              <a:xfrm>
                <a:off x="2877" y="895"/>
                <a:ext cx="334" cy="50"/>
                <a:chOff x="2877" y="895"/>
                <a:chExt cx="334" cy="50"/>
              </a:xfrm>
            </p:grpSpPr>
            <p:sp>
              <p:nvSpPr>
                <p:cNvPr id="119985" name="Freeform 394">
                  <a:extLst>
                    <a:ext uri="{FF2B5EF4-FFF2-40B4-BE49-F238E27FC236}">
                      <a16:creationId xmlns:a16="http://schemas.microsoft.com/office/drawing/2014/main" id="{FA7C17A4-D837-0342-B8C3-F243E3677486}"/>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86" name="Freeform 395">
                  <a:extLst>
                    <a:ext uri="{FF2B5EF4-FFF2-40B4-BE49-F238E27FC236}">
                      <a16:creationId xmlns:a16="http://schemas.microsoft.com/office/drawing/2014/main" id="{BC163E79-6CB2-0641-A8DC-81B7522D9040}"/>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87" name="Rectangle 396">
                  <a:extLst>
                    <a:ext uri="{FF2B5EF4-FFF2-40B4-BE49-F238E27FC236}">
                      <a16:creationId xmlns:a16="http://schemas.microsoft.com/office/drawing/2014/main" id="{5423C8F9-1C7D-4242-9FC5-41290E7010DA}"/>
                    </a:ext>
                  </a:extLst>
                </p:cNvPr>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9963" name="Group 397">
              <a:extLst>
                <a:ext uri="{FF2B5EF4-FFF2-40B4-BE49-F238E27FC236}">
                  <a16:creationId xmlns:a16="http://schemas.microsoft.com/office/drawing/2014/main" id="{1B2DCF24-00CD-6642-8A6C-29F8B14A6890}"/>
                </a:ext>
              </a:extLst>
            </p:cNvPr>
            <p:cNvGrpSpPr>
              <a:grpSpLocks/>
            </p:cNvGrpSpPr>
            <p:nvPr/>
          </p:nvGrpSpPr>
          <p:grpSpPr bwMode="auto">
            <a:xfrm>
              <a:off x="2868" y="593"/>
              <a:ext cx="335" cy="346"/>
              <a:chOff x="2868" y="593"/>
              <a:chExt cx="335" cy="346"/>
            </a:xfrm>
          </p:grpSpPr>
          <p:sp>
            <p:nvSpPr>
              <p:cNvPr id="119964" name="Freeform 398">
                <a:extLst>
                  <a:ext uri="{FF2B5EF4-FFF2-40B4-BE49-F238E27FC236}">
                    <a16:creationId xmlns:a16="http://schemas.microsoft.com/office/drawing/2014/main" id="{E1F6FE65-16B6-9B4C-83C9-27BED5A69A9F}"/>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65" name="Freeform 399">
                <a:extLst>
                  <a:ext uri="{FF2B5EF4-FFF2-40B4-BE49-F238E27FC236}">
                    <a16:creationId xmlns:a16="http://schemas.microsoft.com/office/drawing/2014/main" id="{C0AC008F-853A-244B-A85A-87C4A359F78D}"/>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66" name="Freeform 400">
                <a:extLst>
                  <a:ext uri="{FF2B5EF4-FFF2-40B4-BE49-F238E27FC236}">
                    <a16:creationId xmlns:a16="http://schemas.microsoft.com/office/drawing/2014/main" id="{8B940D85-22B7-634B-A170-13374FCCC565}"/>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67" name="Freeform 401">
                <a:extLst>
                  <a:ext uri="{FF2B5EF4-FFF2-40B4-BE49-F238E27FC236}">
                    <a16:creationId xmlns:a16="http://schemas.microsoft.com/office/drawing/2014/main" id="{9C099F52-A753-724E-8FD0-2D17EAFEF944}"/>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68" name="Rectangle 402">
                <a:extLst>
                  <a:ext uri="{FF2B5EF4-FFF2-40B4-BE49-F238E27FC236}">
                    <a16:creationId xmlns:a16="http://schemas.microsoft.com/office/drawing/2014/main" id="{5177F133-5DA6-5642-9A2B-9B64ADAAD9F3}"/>
                  </a:ext>
                </a:extLst>
              </p:cNvPr>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69" name="Rectangle 403">
                <a:extLst>
                  <a:ext uri="{FF2B5EF4-FFF2-40B4-BE49-F238E27FC236}">
                    <a16:creationId xmlns:a16="http://schemas.microsoft.com/office/drawing/2014/main" id="{2760B830-E6D0-554E-B7B8-13EBA2B21FF7}"/>
                  </a:ext>
                </a:extLst>
              </p:cNvPr>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70" name="Rectangle 404">
                <a:extLst>
                  <a:ext uri="{FF2B5EF4-FFF2-40B4-BE49-F238E27FC236}">
                    <a16:creationId xmlns:a16="http://schemas.microsoft.com/office/drawing/2014/main" id="{C8E0F8D5-EF34-3444-9744-AF0B54DE69FC}"/>
                  </a:ext>
                </a:extLst>
              </p:cNvPr>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71" name="Line 405">
                <a:extLst>
                  <a:ext uri="{FF2B5EF4-FFF2-40B4-BE49-F238E27FC236}">
                    <a16:creationId xmlns:a16="http://schemas.microsoft.com/office/drawing/2014/main" id="{8C0EAB9D-39FD-5E48-BFA8-D613F9BF4C6C}"/>
                  </a:ext>
                </a:extLst>
              </p:cNvPr>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9972" name="Group 406">
                <a:extLst>
                  <a:ext uri="{FF2B5EF4-FFF2-40B4-BE49-F238E27FC236}">
                    <a16:creationId xmlns:a16="http://schemas.microsoft.com/office/drawing/2014/main" id="{5706714E-DD36-D842-B85A-8FE27C900CFC}"/>
                  </a:ext>
                </a:extLst>
              </p:cNvPr>
              <p:cNvGrpSpPr>
                <a:grpSpLocks/>
              </p:cNvGrpSpPr>
              <p:nvPr/>
            </p:nvGrpSpPr>
            <p:grpSpPr bwMode="auto">
              <a:xfrm>
                <a:off x="2868" y="888"/>
                <a:ext cx="335" cy="51"/>
                <a:chOff x="2868" y="888"/>
                <a:chExt cx="335" cy="51"/>
              </a:xfrm>
            </p:grpSpPr>
            <p:sp>
              <p:nvSpPr>
                <p:cNvPr id="119973" name="Freeform 407">
                  <a:extLst>
                    <a:ext uri="{FF2B5EF4-FFF2-40B4-BE49-F238E27FC236}">
                      <a16:creationId xmlns:a16="http://schemas.microsoft.com/office/drawing/2014/main" id="{C7CB0992-AAE2-5545-B370-E7E0363C598C}"/>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74" name="Freeform 408">
                  <a:extLst>
                    <a:ext uri="{FF2B5EF4-FFF2-40B4-BE49-F238E27FC236}">
                      <a16:creationId xmlns:a16="http://schemas.microsoft.com/office/drawing/2014/main" id="{A13589B1-B6CC-4D41-A647-0DB0A672AEC9}"/>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75" name="Rectangle 409">
                  <a:extLst>
                    <a:ext uri="{FF2B5EF4-FFF2-40B4-BE49-F238E27FC236}">
                      <a16:creationId xmlns:a16="http://schemas.microsoft.com/office/drawing/2014/main" id="{8D5C0241-0C81-D842-ACA5-911C1D1C816D}"/>
                    </a:ext>
                  </a:extLst>
                </p:cNvPr>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9932" name="Oval 410">
            <a:extLst>
              <a:ext uri="{FF2B5EF4-FFF2-40B4-BE49-F238E27FC236}">
                <a16:creationId xmlns:a16="http://schemas.microsoft.com/office/drawing/2014/main" id="{DDE5C770-9F8E-B845-82C7-ED834D0BF28C}"/>
              </a:ext>
            </a:extLst>
          </p:cNvPr>
          <p:cNvSpPr>
            <a:spLocks noChangeArrowheads="1"/>
          </p:cNvSpPr>
          <p:nvPr/>
        </p:nvSpPr>
        <p:spPr bwMode="auto">
          <a:xfrm>
            <a:off x="5960269" y="1308498"/>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9933" name="Group 411">
            <a:extLst>
              <a:ext uri="{FF2B5EF4-FFF2-40B4-BE49-F238E27FC236}">
                <a16:creationId xmlns:a16="http://schemas.microsoft.com/office/drawing/2014/main" id="{3E5C0630-AB37-6C48-B0E7-188503C8BA0B}"/>
              </a:ext>
            </a:extLst>
          </p:cNvPr>
          <p:cNvGrpSpPr>
            <a:grpSpLocks/>
          </p:cNvGrpSpPr>
          <p:nvPr/>
        </p:nvGrpSpPr>
        <p:grpSpPr bwMode="auto">
          <a:xfrm>
            <a:off x="5798344" y="673894"/>
            <a:ext cx="379810" cy="385763"/>
            <a:chOff x="3915" y="593"/>
            <a:chExt cx="343" cy="352"/>
          </a:xfrm>
        </p:grpSpPr>
        <p:grpSp>
          <p:nvGrpSpPr>
            <p:cNvPr id="119936" name="Group 412">
              <a:extLst>
                <a:ext uri="{FF2B5EF4-FFF2-40B4-BE49-F238E27FC236}">
                  <a16:creationId xmlns:a16="http://schemas.microsoft.com/office/drawing/2014/main" id="{8A8F2ECB-4833-884B-A7C5-8644C1F22F0D}"/>
                </a:ext>
              </a:extLst>
            </p:cNvPr>
            <p:cNvGrpSpPr>
              <a:grpSpLocks/>
            </p:cNvGrpSpPr>
            <p:nvPr/>
          </p:nvGrpSpPr>
          <p:grpSpPr bwMode="auto">
            <a:xfrm>
              <a:off x="3924" y="599"/>
              <a:ext cx="334" cy="346"/>
              <a:chOff x="3924" y="599"/>
              <a:chExt cx="334" cy="346"/>
            </a:xfrm>
          </p:grpSpPr>
          <p:sp>
            <p:nvSpPr>
              <p:cNvPr id="119950" name="Freeform 413">
                <a:extLst>
                  <a:ext uri="{FF2B5EF4-FFF2-40B4-BE49-F238E27FC236}">
                    <a16:creationId xmlns:a16="http://schemas.microsoft.com/office/drawing/2014/main" id="{158F56C9-99BC-4A46-8F15-24C242346AE0}"/>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51" name="Freeform 414">
                <a:extLst>
                  <a:ext uri="{FF2B5EF4-FFF2-40B4-BE49-F238E27FC236}">
                    <a16:creationId xmlns:a16="http://schemas.microsoft.com/office/drawing/2014/main" id="{3B2EF828-3DFD-3D4B-B62D-A8BD1CBD47F2}"/>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52" name="Freeform 415">
                <a:extLst>
                  <a:ext uri="{FF2B5EF4-FFF2-40B4-BE49-F238E27FC236}">
                    <a16:creationId xmlns:a16="http://schemas.microsoft.com/office/drawing/2014/main" id="{77AB9C4E-5BC3-4F42-8E9F-30BA6630B772}"/>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53" name="Freeform 416">
                <a:extLst>
                  <a:ext uri="{FF2B5EF4-FFF2-40B4-BE49-F238E27FC236}">
                    <a16:creationId xmlns:a16="http://schemas.microsoft.com/office/drawing/2014/main" id="{5627121E-BE04-6F40-8554-27884DF336F1}"/>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54" name="Rectangle 417">
                <a:extLst>
                  <a:ext uri="{FF2B5EF4-FFF2-40B4-BE49-F238E27FC236}">
                    <a16:creationId xmlns:a16="http://schemas.microsoft.com/office/drawing/2014/main" id="{442DF7FC-A9BA-4B40-B3F3-58F9DCE190A3}"/>
                  </a:ext>
                </a:extLst>
              </p:cNvPr>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55" name="Rectangle 418">
                <a:extLst>
                  <a:ext uri="{FF2B5EF4-FFF2-40B4-BE49-F238E27FC236}">
                    <a16:creationId xmlns:a16="http://schemas.microsoft.com/office/drawing/2014/main" id="{353AAFB6-9D0A-914B-AC35-7502726E6F12}"/>
                  </a:ext>
                </a:extLst>
              </p:cNvPr>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56" name="Rectangle 419">
                <a:extLst>
                  <a:ext uri="{FF2B5EF4-FFF2-40B4-BE49-F238E27FC236}">
                    <a16:creationId xmlns:a16="http://schemas.microsoft.com/office/drawing/2014/main" id="{88835E2E-77E5-D24C-9983-2875A50DAB9B}"/>
                  </a:ext>
                </a:extLst>
              </p:cNvPr>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57" name="Line 420">
                <a:extLst>
                  <a:ext uri="{FF2B5EF4-FFF2-40B4-BE49-F238E27FC236}">
                    <a16:creationId xmlns:a16="http://schemas.microsoft.com/office/drawing/2014/main" id="{7D6A52D1-1D8F-C845-B4CA-480ADDB00DEF}"/>
                  </a:ext>
                </a:extLst>
              </p:cNvPr>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9958" name="Group 421">
                <a:extLst>
                  <a:ext uri="{FF2B5EF4-FFF2-40B4-BE49-F238E27FC236}">
                    <a16:creationId xmlns:a16="http://schemas.microsoft.com/office/drawing/2014/main" id="{947E2C37-D1ED-524D-8917-4CCB87155902}"/>
                  </a:ext>
                </a:extLst>
              </p:cNvPr>
              <p:cNvGrpSpPr>
                <a:grpSpLocks/>
              </p:cNvGrpSpPr>
              <p:nvPr/>
            </p:nvGrpSpPr>
            <p:grpSpPr bwMode="auto">
              <a:xfrm>
                <a:off x="3924" y="895"/>
                <a:ext cx="334" cy="50"/>
                <a:chOff x="3924" y="895"/>
                <a:chExt cx="334" cy="50"/>
              </a:xfrm>
            </p:grpSpPr>
            <p:sp>
              <p:nvSpPr>
                <p:cNvPr id="119959" name="Freeform 422">
                  <a:extLst>
                    <a:ext uri="{FF2B5EF4-FFF2-40B4-BE49-F238E27FC236}">
                      <a16:creationId xmlns:a16="http://schemas.microsoft.com/office/drawing/2014/main" id="{E8931753-E287-8944-AC95-CCBC7FAD4E86}"/>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60" name="Freeform 423">
                  <a:extLst>
                    <a:ext uri="{FF2B5EF4-FFF2-40B4-BE49-F238E27FC236}">
                      <a16:creationId xmlns:a16="http://schemas.microsoft.com/office/drawing/2014/main" id="{8C3F1E4A-AFDE-A441-8852-8AB78D501E16}"/>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61" name="Rectangle 424">
                  <a:extLst>
                    <a:ext uri="{FF2B5EF4-FFF2-40B4-BE49-F238E27FC236}">
                      <a16:creationId xmlns:a16="http://schemas.microsoft.com/office/drawing/2014/main" id="{8C6E64A3-5BFA-CF49-8631-2246B28ADD32}"/>
                    </a:ext>
                  </a:extLst>
                </p:cNvPr>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9937" name="Group 425">
              <a:extLst>
                <a:ext uri="{FF2B5EF4-FFF2-40B4-BE49-F238E27FC236}">
                  <a16:creationId xmlns:a16="http://schemas.microsoft.com/office/drawing/2014/main" id="{637D4D3F-B100-B142-B116-4CCB43CA7E99}"/>
                </a:ext>
              </a:extLst>
            </p:cNvPr>
            <p:cNvGrpSpPr>
              <a:grpSpLocks/>
            </p:cNvGrpSpPr>
            <p:nvPr/>
          </p:nvGrpSpPr>
          <p:grpSpPr bwMode="auto">
            <a:xfrm>
              <a:off x="3915" y="593"/>
              <a:ext cx="335" cy="346"/>
              <a:chOff x="3915" y="593"/>
              <a:chExt cx="335" cy="346"/>
            </a:xfrm>
          </p:grpSpPr>
          <p:sp>
            <p:nvSpPr>
              <p:cNvPr id="119938" name="Freeform 426">
                <a:extLst>
                  <a:ext uri="{FF2B5EF4-FFF2-40B4-BE49-F238E27FC236}">
                    <a16:creationId xmlns:a16="http://schemas.microsoft.com/office/drawing/2014/main" id="{792828F4-BAFC-F647-8D04-FD552766A028}"/>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39" name="Freeform 427">
                <a:extLst>
                  <a:ext uri="{FF2B5EF4-FFF2-40B4-BE49-F238E27FC236}">
                    <a16:creationId xmlns:a16="http://schemas.microsoft.com/office/drawing/2014/main" id="{9C7FDC42-080C-0F47-B63F-23BE9969F7BD}"/>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40" name="Freeform 428">
                <a:extLst>
                  <a:ext uri="{FF2B5EF4-FFF2-40B4-BE49-F238E27FC236}">
                    <a16:creationId xmlns:a16="http://schemas.microsoft.com/office/drawing/2014/main" id="{8BF242F1-4C9A-5446-802F-736994CEDFCB}"/>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41" name="Freeform 429">
                <a:extLst>
                  <a:ext uri="{FF2B5EF4-FFF2-40B4-BE49-F238E27FC236}">
                    <a16:creationId xmlns:a16="http://schemas.microsoft.com/office/drawing/2014/main" id="{271E43C1-1285-F742-9261-1D3E0FD92116}"/>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42" name="Rectangle 430">
                <a:extLst>
                  <a:ext uri="{FF2B5EF4-FFF2-40B4-BE49-F238E27FC236}">
                    <a16:creationId xmlns:a16="http://schemas.microsoft.com/office/drawing/2014/main" id="{029661D7-D1DB-D943-B7C9-7BB70B881DB3}"/>
                  </a:ext>
                </a:extLst>
              </p:cNvPr>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43" name="Rectangle 431">
                <a:extLst>
                  <a:ext uri="{FF2B5EF4-FFF2-40B4-BE49-F238E27FC236}">
                    <a16:creationId xmlns:a16="http://schemas.microsoft.com/office/drawing/2014/main" id="{C0F9F9D7-0473-1C43-B16C-9226ECFEFA2E}"/>
                  </a:ext>
                </a:extLst>
              </p:cNvPr>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44" name="Rectangle 432">
                <a:extLst>
                  <a:ext uri="{FF2B5EF4-FFF2-40B4-BE49-F238E27FC236}">
                    <a16:creationId xmlns:a16="http://schemas.microsoft.com/office/drawing/2014/main" id="{DDA98759-A9DA-C144-B5C9-2CF8902A0699}"/>
                  </a:ext>
                </a:extLst>
              </p:cNvPr>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45" name="Line 433">
                <a:extLst>
                  <a:ext uri="{FF2B5EF4-FFF2-40B4-BE49-F238E27FC236}">
                    <a16:creationId xmlns:a16="http://schemas.microsoft.com/office/drawing/2014/main" id="{9119B6C6-138B-1C44-89DB-F2BB706A332A}"/>
                  </a:ext>
                </a:extLst>
              </p:cNvPr>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9946" name="Group 434">
                <a:extLst>
                  <a:ext uri="{FF2B5EF4-FFF2-40B4-BE49-F238E27FC236}">
                    <a16:creationId xmlns:a16="http://schemas.microsoft.com/office/drawing/2014/main" id="{A0C3802B-2DAF-E141-B753-6E44A499FE34}"/>
                  </a:ext>
                </a:extLst>
              </p:cNvPr>
              <p:cNvGrpSpPr>
                <a:grpSpLocks/>
              </p:cNvGrpSpPr>
              <p:nvPr/>
            </p:nvGrpSpPr>
            <p:grpSpPr bwMode="auto">
              <a:xfrm>
                <a:off x="3915" y="888"/>
                <a:ext cx="335" cy="51"/>
                <a:chOff x="3915" y="888"/>
                <a:chExt cx="335" cy="51"/>
              </a:xfrm>
            </p:grpSpPr>
            <p:sp>
              <p:nvSpPr>
                <p:cNvPr id="119947" name="Freeform 435">
                  <a:extLst>
                    <a:ext uri="{FF2B5EF4-FFF2-40B4-BE49-F238E27FC236}">
                      <a16:creationId xmlns:a16="http://schemas.microsoft.com/office/drawing/2014/main" id="{8AF765CD-3C3B-3149-A3CA-07676DC653C0}"/>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48" name="Freeform 436">
                  <a:extLst>
                    <a:ext uri="{FF2B5EF4-FFF2-40B4-BE49-F238E27FC236}">
                      <a16:creationId xmlns:a16="http://schemas.microsoft.com/office/drawing/2014/main" id="{A34D235D-D942-2C4F-B7D7-5317616FF578}"/>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49" name="Rectangle 437">
                  <a:extLst>
                    <a:ext uri="{FF2B5EF4-FFF2-40B4-BE49-F238E27FC236}">
                      <a16:creationId xmlns:a16="http://schemas.microsoft.com/office/drawing/2014/main" id="{193E8A7B-BFBE-3F4C-9164-4D6021873163}"/>
                    </a:ext>
                  </a:extLst>
                </p:cNvPr>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9934" name="Text Box 438">
            <a:extLst>
              <a:ext uri="{FF2B5EF4-FFF2-40B4-BE49-F238E27FC236}">
                <a16:creationId xmlns:a16="http://schemas.microsoft.com/office/drawing/2014/main" id="{3E4C468E-D08E-B94D-B09F-851BFD707A63}"/>
              </a:ext>
            </a:extLst>
          </p:cNvPr>
          <p:cNvSpPr txBox="1">
            <a:spLocks noChangeArrowheads="1"/>
          </p:cNvSpPr>
          <p:nvPr/>
        </p:nvSpPr>
        <p:spPr bwMode="auto">
          <a:xfrm>
            <a:off x="480060" y="141685"/>
            <a:ext cx="8412479" cy="1217193"/>
          </a:xfrm>
          <a:prstGeom prst="rect">
            <a:avLst/>
          </a:prstGeom>
          <a:solidFill>
            <a:srgbClr val="FFFF99"/>
          </a:solidFill>
          <a:ln w="9525">
            <a:solidFill>
              <a:schemeClr val="tx2"/>
            </a:solidFill>
            <a:miter lim="800000"/>
            <a:headEnd/>
            <a:tailEnd/>
          </a:ln>
        </p:spPr>
        <p:txBody>
          <a:bodyPr wrap="square">
            <a:spAutoFit/>
          </a:bodyPr>
          <a:lstStyle>
            <a:lvl1pPr marL="3429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8001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2573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7145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1717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628900" indent="-3429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3086100" indent="-3429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543300" indent="-3429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4000500" indent="-3429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marL="11113" indent="-11113" eaLnBrk="1" hangingPunct="1">
              <a:lnSpc>
                <a:spcPct val="120000"/>
              </a:lnSpc>
            </a:pPr>
            <a:r>
              <a:rPr lang="zh-CN" altLang="en-US" sz="2100" dirty="0">
                <a:solidFill>
                  <a:srgbClr val="333399"/>
                </a:solidFill>
                <a:latin typeface="Arial" panose="020B0604020202020204" pitchFamily="34" charset="0"/>
              </a:rPr>
              <a:t>两个路由器直接相连的接口处，可指明也可不指明 </a:t>
            </a:r>
            <a:r>
              <a:rPr lang="en-US" altLang="zh-CN" sz="2100" dirty="0">
                <a:solidFill>
                  <a:srgbClr val="333399"/>
                </a:solidFill>
                <a:latin typeface="Arial" panose="020B0604020202020204" pitchFamily="34" charset="0"/>
              </a:rPr>
              <a:t>IP </a:t>
            </a:r>
            <a:r>
              <a:rPr lang="zh-CN" altLang="en-US" sz="2100" dirty="0">
                <a:solidFill>
                  <a:srgbClr val="333399"/>
                </a:solidFill>
                <a:latin typeface="Arial" panose="020B0604020202020204" pitchFamily="34" charset="0"/>
              </a:rPr>
              <a:t>地址。如指明 </a:t>
            </a:r>
            <a:r>
              <a:rPr lang="en-US" altLang="zh-CN" sz="2100" dirty="0">
                <a:solidFill>
                  <a:srgbClr val="333399"/>
                </a:solidFill>
                <a:latin typeface="Arial" panose="020B0604020202020204" pitchFamily="34" charset="0"/>
              </a:rPr>
              <a:t>IP </a:t>
            </a:r>
            <a:r>
              <a:rPr lang="zh-CN" altLang="en-US" sz="2100" dirty="0">
                <a:solidFill>
                  <a:srgbClr val="333399"/>
                </a:solidFill>
                <a:latin typeface="Arial" panose="020B0604020202020204" pitchFamily="34" charset="0"/>
              </a:rPr>
              <a:t>地址，则这一段连线就构成了一种只包含一段线路的特殊“网络” 。现在常不指明 </a:t>
            </a:r>
            <a:r>
              <a:rPr lang="en-US" altLang="zh-CN" sz="2100" dirty="0">
                <a:solidFill>
                  <a:srgbClr val="333399"/>
                </a:solidFill>
                <a:latin typeface="Arial" panose="020B0604020202020204" pitchFamily="34" charset="0"/>
              </a:rPr>
              <a:t>IP </a:t>
            </a:r>
            <a:r>
              <a:rPr lang="zh-CN" altLang="en-US" sz="2100" dirty="0">
                <a:solidFill>
                  <a:srgbClr val="333399"/>
                </a:solidFill>
                <a:latin typeface="Arial" panose="020B0604020202020204" pitchFamily="34" charset="0"/>
              </a:rPr>
              <a:t>地址。</a:t>
            </a:r>
          </a:p>
        </p:txBody>
      </p:sp>
      <p:sp>
        <p:nvSpPr>
          <p:cNvPr id="119935" name="幻灯片编号占位符 1">
            <a:extLst>
              <a:ext uri="{FF2B5EF4-FFF2-40B4-BE49-F238E27FC236}">
                <a16:creationId xmlns:a16="http://schemas.microsoft.com/office/drawing/2014/main" id="{D6E128D9-9CCA-E84C-BD9F-1FCCD4E1C32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F9A3225-4967-0549-9D85-BE4C0BFF25F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09247862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4000" fill="hold" nodeType="afterEffect">
                                  <p:stCondLst>
                                    <p:cond delay="500"/>
                                  </p:stCondLst>
                                  <p:childTnLst>
                                    <p:anim calcmode="discrete" valueType="str">
                                      <p:cBhvr>
                                        <p:cTn id="6" dur="1000" fill="hold"/>
                                        <p:tgtEl>
                                          <p:spTgt spid="45202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7" name="Rectangle 2">
            <a:extLst>
              <a:ext uri="{FF2B5EF4-FFF2-40B4-BE49-F238E27FC236}">
                <a16:creationId xmlns:a16="http://schemas.microsoft.com/office/drawing/2014/main" id="{54C290B0-4942-9549-9536-4A803CEEE0FD}"/>
              </a:ext>
            </a:extLst>
          </p:cNvPr>
          <p:cNvSpPr>
            <a:spLocks noGrp="1" noChangeArrowheads="1"/>
          </p:cNvSpPr>
          <p:nvPr>
            <p:ph type="title"/>
          </p:nvPr>
        </p:nvSpPr>
        <p:spPr>
          <a:xfrm>
            <a:off x="171450" y="303610"/>
            <a:ext cx="7586663" cy="616744"/>
          </a:xfrm>
        </p:spPr>
        <p:txBody>
          <a:bodyPr/>
          <a:lstStyle/>
          <a:p>
            <a:r>
              <a:rPr lang="zh-CN" altLang="en-US" sz="3000" dirty="0">
                <a:ea typeface="宋体" panose="02010600030101010101" pitchFamily="2" charset="-122"/>
              </a:rPr>
              <a:t>特殊地址</a:t>
            </a:r>
            <a:endParaRPr lang="en-US" altLang="zh-CN" sz="3000" dirty="0">
              <a:ea typeface="宋体" panose="02010600030101010101" pitchFamily="2" charset="-122"/>
            </a:endParaRPr>
          </a:p>
        </p:txBody>
      </p:sp>
      <p:sp>
        <p:nvSpPr>
          <p:cNvPr id="121858" name="Rectangle 3">
            <a:extLst>
              <a:ext uri="{FF2B5EF4-FFF2-40B4-BE49-F238E27FC236}">
                <a16:creationId xmlns:a16="http://schemas.microsoft.com/office/drawing/2014/main" id="{68AE0F93-85BC-CE4D-AF11-5BAC9C74B232}"/>
              </a:ext>
            </a:extLst>
          </p:cNvPr>
          <p:cNvSpPr>
            <a:spLocks noGrp="1" noChangeArrowheads="1"/>
          </p:cNvSpPr>
          <p:nvPr>
            <p:ph type="body" idx="1"/>
          </p:nvPr>
        </p:nvSpPr>
        <p:spPr>
          <a:xfrm>
            <a:off x="274320" y="1017985"/>
            <a:ext cx="8686800" cy="2020490"/>
          </a:xfrm>
        </p:spPr>
        <p:txBody>
          <a:bodyPr/>
          <a:lstStyle/>
          <a:p>
            <a:pPr>
              <a:spcBef>
                <a:spcPts val="0"/>
              </a:spcBef>
            </a:pPr>
            <a:r>
              <a:rPr lang="zh-CN" altLang="en-US" sz="1800" dirty="0">
                <a:ea typeface="宋体" panose="02010600030101010101" pitchFamily="2" charset="-122"/>
              </a:rPr>
              <a:t>特殊</a:t>
            </a:r>
            <a:r>
              <a:rPr lang="en-US" altLang="zh-CN" sz="1800" dirty="0">
                <a:ea typeface="宋体" panose="02010600030101010101" pitchFamily="2" charset="-122"/>
              </a:rPr>
              <a:t>IP</a:t>
            </a:r>
            <a:r>
              <a:rPr lang="zh-CN" altLang="en-US" sz="1800" dirty="0">
                <a:ea typeface="宋体" panose="02010600030101010101" pitchFamily="2" charset="-122"/>
              </a:rPr>
              <a:t>地址</a:t>
            </a:r>
          </a:p>
          <a:p>
            <a:pPr lvl="1">
              <a:spcBef>
                <a:spcPts val="0"/>
              </a:spcBef>
            </a:pPr>
            <a:r>
              <a:rPr lang="en-US" altLang="zh-CN" sz="1600" dirty="0">
                <a:ea typeface="宋体" panose="02010600030101010101" pitchFamily="2" charset="-122"/>
              </a:rPr>
              <a:t>0.0.0.0</a:t>
            </a:r>
            <a:r>
              <a:rPr lang="zh-CN" altLang="en-US" sz="1600" dirty="0">
                <a:ea typeface="宋体" panose="02010600030101010101" pitchFamily="2" charset="-122"/>
              </a:rPr>
              <a:t>：		本主机</a:t>
            </a:r>
          </a:p>
          <a:p>
            <a:pPr lvl="1">
              <a:spcBef>
                <a:spcPts val="0"/>
              </a:spcBef>
            </a:pPr>
            <a:r>
              <a:rPr lang="en-US" altLang="zh-CN" sz="1600" dirty="0">
                <a:ea typeface="宋体" panose="02010600030101010101" pitchFamily="2" charset="-122"/>
              </a:rPr>
              <a:t>00…00</a:t>
            </a:r>
            <a:r>
              <a:rPr lang="zh-CN" altLang="en-US" sz="1600" dirty="0">
                <a:ea typeface="宋体" panose="02010600030101010101" pitchFamily="2" charset="-122"/>
              </a:rPr>
              <a:t>主机：		本网中的主机</a:t>
            </a:r>
          </a:p>
          <a:p>
            <a:pPr lvl="1">
              <a:spcBef>
                <a:spcPts val="0"/>
              </a:spcBef>
            </a:pPr>
            <a:r>
              <a:rPr lang="en-US" altLang="zh-CN" sz="1600" dirty="0">
                <a:ea typeface="宋体" panose="02010600030101010101" pitchFamily="2" charset="-122"/>
              </a:rPr>
              <a:t>255.255.255.255</a:t>
            </a:r>
            <a:r>
              <a:rPr lang="zh-CN" altLang="en-US" sz="1600" dirty="0">
                <a:ea typeface="宋体" panose="02010600030101010101" pitchFamily="2" charset="-122"/>
              </a:rPr>
              <a:t>：	局域网中的广播</a:t>
            </a:r>
          </a:p>
          <a:p>
            <a:pPr lvl="1">
              <a:spcBef>
                <a:spcPts val="0"/>
              </a:spcBef>
            </a:pPr>
            <a:r>
              <a:rPr lang="zh-CN" altLang="en-US" sz="1600" dirty="0">
                <a:ea typeface="宋体" panose="02010600030101010101" pitchFamily="2" charset="-122"/>
              </a:rPr>
              <a:t>网络</a:t>
            </a:r>
            <a:r>
              <a:rPr lang="en-US" altLang="zh-CN" sz="1600" dirty="0">
                <a:ea typeface="宋体" panose="02010600030101010101" pitchFamily="2" charset="-122"/>
              </a:rPr>
              <a:t>11…11</a:t>
            </a:r>
            <a:r>
              <a:rPr lang="zh-CN" altLang="en-US" sz="1600" dirty="0">
                <a:ea typeface="宋体" panose="02010600030101010101" pitchFamily="2" charset="-122"/>
              </a:rPr>
              <a:t>：		对一个远程网的广播</a:t>
            </a:r>
          </a:p>
          <a:p>
            <a:pPr lvl="1">
              <a:spcBef>
                <a:spcPts val="0"/>
              </a:spcBef>
            </a:pPr>
            <a:r>
              <a:rPr lang="en-US" altLang="zh-CN" sz="1600" dirty="0">
                <a:ea typeface="宋体" panose="02010600030101010101" pitchFamily="2" charset="-122"/>
              </a:rPr>
              <a:t>127.x.y.z</a:t>
            </a:r>
            <a:r>
              <a:rPr lang="zh-CN" altLang="en-US" sz="1600" dirty="0">
                <a:ea typeface="宋体" panose="02010600030101010101" pitchFamily="2" charset="-122"/>
              </a:rPr>
              <a:t>：		回路测试或</a:t>
            </a:r>
            <a:r>
              <a:rPr lang="en-US" altLang="zh-CN" sz="1600" dirty="0">
                <a:ea typeface="宋体" panose="02010600030101010101" pitchFamily="2" charset="-122"/>
              </a:rPr>
              <a:t>C/S</a:t>
            </a:r>
            <a:r>
              <a:rPr lang="zh-CN" altLang="en-US" sz="1600" dirty="0">
                <a:ea typeface="宋体" panose="02010600030101010101" pitchFamily="2" charset="-122"/>
              </a:rPr>
              <a:t>环境</a:t>
            </a:r>
            <a:r>
              <a:rPr lang="en-US" altLang="zh-CN" sz="1600" dirty="0">
                <a:ea typeface="宋体" panose="02010600030101010101" pitchFamily="2" charset="-122"/>
              </a:rPr>
              <a:t>S</a:t>
            </a:r>
            <a:r>
              <a:rPr lang="zh-CN" altLang="en-US" sz="1600" dirty="0">
                <a:ea typeface="宋体" panose="02010600030101010101" pitchFamily="2" charset="-122"/>
              </a:rPr>
              <a:t>的地址</a:t>
            </a:r>
          </a:p>
          <a:p>
            <a:pPr>
              <a:spcBef>
                <a:spcPts val="0"/>
              </a:spcBef>
            </a:pPr>
            <a:r>
              <a:rPr lang="en-US" altLang="zh-CN" sz="1800" dirty="0">
                <a:ea typeface="宋体" panose="02010600030101010101" pitchFamily="2" charset="-122"/>
              </a:rPr>
              <a:t>A</a:t>
            </a:r>
            <a:r>
              <a:rPr lang="zh-CN" altLang="en-US" sz="1800" dirty="0">
                <a:ea typeface="宋体" panose="02010600030101010101" pitchFamily="2" charset="-122"/>
              </a:rPr>
              <a:t>、</a:t>
            </a:r>
            <a:r>
              <a:rPr lang="en-US" altLang="zh-CN" sz="1800" dirty="0">
                <a:ea typeface="宋体" panose="02010600030101010101" pitchFamily="2" charset="-122"/>
              </a:rPr>
              <a:t>B</a:t>
            </a:r>
            <a:r>
              <a:rPr lang="zh-CN" altLang="en-US" sz="1800" dirty="0">
                <a:ea typeface="宋体" panose="02010600030101010101" pitchFamily="2" charset="-122"/>
              </a:rPr>
              <a:t>、</a:t>
            </a:r>
            <a:r>
              <a:rPr lang="en-US" altLang="zh-CN" sz="1800" dirty="0">
                <a:ea typeface="宋体" panose="02010600030101010101" pitchFamily="2" charset="-122"/>
              </a:rPr>
              <a:t>C</a:t>
            </a:r>
            <a:r>
              <a:rPr lang="zh-CN" altLang="en-US" sz="1800" dirty="0">
                <a:ea typeface="宋体" panose="02010600030101010101" pitchFamily="2" charset="-122"/>
              </a:rPr>
              <a:t>类三段私有地址：</a:t>
            </a:r>
            <a:endParaRPr lang="en-US" altLang="zh-CN" sz="1800" dirty="0">
              <a:ea typeface="宋体" panose="02010600030101010101" pitchFamily="2" charset="-122"/>
            </a:endParaRPr>
          </a:p>
          <a:p>
            <a:pPr lvl="1">
              <a:spcBef>
                <a:spcPts val="0"/>
              </a:spcBef>
              <a:buNone/>
            </a:pPr>
            <a:r>
              <a:rPr lang="en-US" altLang="zh-CN" sz="1600" dirty="0">
                <a:ea typeface="宋体" panose="02010600030101010101" pitchFamily="2" charset="-122"/>
              </a:rPr>
              <a:t>10.</a:t>
            </a:r>
            <a:r>
              <a:rPr lang="en-US" altLang="zh-CN" sz="1600" dirty="0">
                <a:solidFill>
                  <a:srgbClr val="FF0000"/>
                </a:solidFill>
                <a:ea typeface="宋体" panose="02010600030101010101" pitchFamily="2" charset="-122"/>
              </a:rPr>
              <a:t>0.0.0</a:t>
            </a:r>
            <a:r>
              <a:rPr lang="en-US" altLang="zh-CN" sz="1600" dirty="0">
                <a:ea typeface="宋体" panose="02010600030101010101" pitchFamily="2" charset="-122"/>
              </a:rPr>
              <a:t>~10.</a:t>
            </a:r>
            <a:r>
              <a:rPr lang="en-US" altLang="zh-CN" sz="1600" dirty="0">
                <a:solidFill>
                  <a:srgbClr val="FF0000"/>
                </a:solidFill>
                <a:ea typeface="宋体" panose="02010600030101010101" pitchFamily="2" charset="-122"/>
              </a:rPr>
              <a:t>255.255.255</a:t>
            </a:r>
            <a:r>
              <a:rPr lang="en-US" altLang="zh-CN" sz="1600" dirty="0">
                <a:ea typeface="宋体" panose="02010600030101010101" pitchFamily="2" charset="-122"/>
              </a:rPr>
              <a:t>/8</a:t>
            </a:r>
            <a:r>
              <a:rPr lang="zh-CN" altLang="en-US" sz="1600" dirty="0">
                <a:ea typeface="宋体" panose="02010600030101010101" pitchFamily="2" charset="-122"/>
              </a:rPr>
              <a:t>；</a:t>
            </a:r>
            <a:r>
              <a:rPr lang="en-US" altLang="zh-CN" sz="1600" dirty="0">
                <a:ea typeface="宋体" panose="02010600030101010101" pitchFamily="2" charset="-122"/>
              </a:rPr>
              <a:t>172.</a:t>
            </a:r>
            <a:r>
              <a:rPr lang="en-US" altLang="zh-CN" sz="1600" dirty="0">
                <a:solidFill>
                  <a:srgbClr val="FF0000"/>
                </a:solidFill>
                <a:ea typeface="宋体" panose="02010600030101010101" pitchFamily="2" charset="-122"/>
              </a:rPr>
              <a:t>16.0.0</a:t>
            </a:r>
            <a:r>
              <a:rPr lang="en-US" altLang="zh-CN" sz="1600" dirty="0">
                <a:ea typeface="宋体" panose="02010600030101010101" pitchFamily="2" charset="-122"/>
              </a:rPr>
              <a:t>~172.</a:t>
            </a:r>
            <a:r>
              <a:rPr lang="en-US" altLang="zh-CN" sz="1600" dirty="0">
                <a:solidFill>
                  <a:srgbClr val="FF0000"/>
                </a:solidFill>
                <a:ea typeface="宋体" panose="02010600030101010101" pitchFamily="2" charset="-122"/>
              </a:rPr>
              <a:t>31.255.255</a:t>
            </a:r>
            <a:r>
              <a:rPr lang="en-US" altLang="zh-CN" sz="1600" dirty="0">
                <a:ea typeface="宋体" panose="02010600030101010101" pitchFamily="2" charset="-122"/>
              </a:rPr>
              <a:t>/12</a:t>
            </a:r>
            <a:r>
              <a:rPr lang="zh-CN" altLang="en-US" sz="1600" dirty="0">
                <a:ea typeface="宋体" panose="02010600030101010101" pitchFamily="2" charset="-122"/>
              </a:rPr>
              <a:t>；</a:t>
            </a:r>
            <a:r>
              <a:rPr lang="en-US" altLang="zh-CN" sz="1600" dirty="0">
                <a:ea typeface="宋体" panose="02010600030101010101" pitchFamily="2" charset="-122"/>
              </a:rPr>
              <a:t> 192.168.</a:t>
            </a:r>
            <a:r>
              <a:rPr lang="en-US" altLang="zh-CN" sz="1600" dirty="0">
                <a:solidFill>
                  <a:srgbClr val="FF0000"/>
                </a:solidFill>
                <a:ea typeface="宋体" panose="02010600030101010101" pitchFamily="2" charset="-122"/>
              </a:rPr>
              <a:t>0.0 </a:t>
            </a:r>
            <a:r>
              <a:rPr lang="en-US" altLang="zh-CN" sz="1600" dirty="0">
                <a:ea typeface="宋体" panose="02010600030101010101" pitchFamily="2" charset="-122"/>
              </a:rPr>
              <a:t>~</a:t>
            </a:r>
            <a:r>
              <a:rPr lang="en-US" altLang="zh-CN" sz="1600" dirty="0">
                <a:solidFill>
                  <a:srgbClr val="FF0000"/>
                </a:solidFill>
                <a:ea typeface="宋体" panose="02010600030101010101" pitchFamily="2" charset="-122"/>
              </a:rPr>
              <a:t>255.255</a:t>
            </a:r>
            <a:r>
              <a:rPr lang="en-US" altLang="zh-CN" sz="1600" dirty="0">
                <a:ea typeface="宋体" panose="02010600030101010101" pitchFamily="2" charset="-122"/>
              </a:rPr>
              <a:t>/16</a:t>
            </a:r>
          </a:p>
        </p:txBody>
      </p:sp>
      <p:pic>
        <p:nvPicPr>
          <p:cNvPr id="121859" name="Picture 96" descr="5-56">
            <a:extLst>
              <a:ext uri="{FF2B5EF4-FFF2-40B4-BE49-F238E27FC236}">
                <a16:creationId xmlns:a16="http://schemas.microsoft.com/office/drawing/2014/main" id="{0CC5D6CD-5A33-414E-B0DB-EC2E266A440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51398" y="3088718"/>
            <a:ext cx="6106715" cy="2005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860" name="灯片编号占位符 1">
            <a:extLst>
              <a:ext uri="{FF2B5EF4-FFF2-40B4-BE49-F238E27FC236}">
                <a16:creationId xmlns:a16="http://schemas.microsoft.com/office/drawing/2014/main" id="{83A88CBA-AE31-EF46-8366-581D50F669E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ACE5EAC7-8F10-0F4D-B7A5-B09AB54DCDDE}"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52</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121142311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5" name="Rectangle 2">
            <a:extLst>
              <a:ext uri="{FF2B5EF4-FFF2-40B4-BE49-F238E27FC236}">
                <a16:creationId xmlns:a16="http://schemas.microsoft.com/office/drawing/2014/main" id="{80C2070C-76D6-0E46-906B-93DB93226263}"/>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4.2.3  IP </a:t>
            </a:r>
            <a:r>
              <a:rPr lang="zh-CN" altLang="en-US" dirty="0">
                <a:latin typeface="Times New Roman" panose="02020603050405020304" pitchFamily="18" charset="0"/>
                <a:ea typeface="宋体" panose="02010600030101010101" pitchFamily="2" charset="-122"/>
              </a:rPr>
              <a:t>地址与硬件地址 </a:t>
            </a:r>
          </a:p>
        </p:txBody>
      </p:sp>
      <p:sp>
        <p:nvSpPr>
          <p:cNvPr id="123906" name="Line 5">
            <a:extLst>
              <a:ext uri="{FF2B5EF4-FFF2-40B4-BE49-F238E27FC236}">
                <a16:creationId xmlns:a16="http://schemas.microsoft.com/office/drawing/2014/main" id="{FEF1A14E-5FA9-7B4A-B9B9-E4D697A76EB0}"/>
              </a:ext>
            </a:extLst>
          </p:cNvPr>
          <p:cNvSpPr>
            <a:spLocks noChangeShapeType="1"/>
          </p:cNvSpPr>
          <p:nvPr/>
        </p:nvSpPr>
        <p:spPr bwMode="auto">
          <a:xfrm>
            <a:off x="2422922" y="3937397"/>
            <a:ext cx="3910013" cy="0"/>
          </a:xfrm>
          <a:prstGeom prst="line">
            <a:avLst/>
          </a:prstGeom>
          <a:noFill/>
          <a:ln w="28575">
            <a:solidFill>
              <a:srgbClr val="333399"/>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07" name="Line 6">
            <a:extLst>
              <a:ext uri="{FF2B5EF4-FFF2-40B4-BE49-F238E27FC236}">
                <a16:creationId xmlns:a16="http://schemas.microsoft.com/office/drawing/2014/main" id="{57F4E27F-1A2B-D648-8C02-304A629EC3F8}"/>
              </a:ext>
            </a:extLst>
          </p:cNvPr>
          <p:cNvSpPr>
            <a:spLocks noChangeShapeType="1"/>
          </p:cNvSpPr>
          <p:nvPr/>
        </p:nvSpPr>
        <p:spPr bwMode="auto">
          <a:xfrm>
            <a:off x="2945607" y="3206354"/>
            <a:ext cx="2864644" cy="0"/>
          </a:xfrm>
          <a:prstGeom prst="line">
            <a:avLst/>
          </a:prstGeom>
          <a:noFill/>
          <a:ln w="28575">
            <a:solidFill>
              <a:srgbClr val="333399"/>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08" name="Line 7">
            <a:extLst>
              <a:ext uri="{FF2B5EF4-FFF2-40B4-BE49-F238E27FC236}">
                <a16:creationId xmlns:a16="http://schemas.microsoft.com/office/drawing/2014/main" id="{0D0702FF-29FF-9145-8AD9-AE40880C0CE4}"/>
              </a:ext>
            </a:extLst>
          </p:cNvPr>
          <p:cNvSpPr>
            <a:spLocks noChangeShapeType="1"/>
          </p:cNvSpPr>
          <p:nvPr/>
        </p:nvSpPr>
        <p:spPr bwMode="auto">
          <a:xfrm>
            <a:off x="3450432" y="2394347"/>
            <a:ext cx="2374106" cy="0"/>
          </a:xfrm>
          <a:prstGeom prst="line">
            <a:avLst/>
          </a:prstGeom>
          <a:noFill/>
          <a:ln w="28575">
            <a:solidFill>
              <a:srgbClr val="333399"/>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09" name="Rectangle 8">
            <a:extLst>
              <a:ext uri="{FF2B5EF4-FFF2-40B4-BE49-F238E27FC236}">
                <a16:creationId xmlns:a16="http://schemas.microsoft.com/office/drawing/2014/main" id="{C9AB7D98-8ED0-1A42-988E-EF2D36AF9A41}"/>
              </a:ext>
            </a:extLst>
          </p:cNvPr>
          <p:cNvSpPr>
            <a:spLocks noChangeArrowheads="1"/>
          </p:cNvSpPr>
          <p:nvPr/>
        </p:nvSpPr>
        <p:spPr bwMode="auto">
          <a:xfrm>
            <a:off x="4257675" y="2300288"/>
            <a:ext cx="781050" cy="13573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10" name="Text Box 9">
            <a:extLst>
              <a:ext uri="{FF2B5EF4-FFF2-40B4-BE49-F238E27FC236}">
                <a16:creationId xmlns:a16="http://schemas.microsoft.com/office/drawing/2014/main" id="{BCD3EFB5-57C9-3B48-BCED-181F31EEDEC9}"/>
              </a:ext>
            </a:extLst>
          </p:cNvPr>
          <p:cNvSpPr txBox="1">
            <a:spLocks noChangeArrowheads="1"/>
          </p:cNvSpPr>
          <p:nvPr/>
        </p:nvSpPr>
        <p:spPr bwMode="auto">
          <a:xfrm>
            <a:off x="4185047" y="2221707"/>
            <a:ext cx="1003544"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TCP </a:t>
            </a:r>
            <a:r>
              <a:rPr kumimoji="1" lang="zh-CN" altLang="en-US" sz="1500">
                <a:latin typeface="Arial" panose="020B0604020202020204" pitchFamily="34" charset="0"/>
                <a:ea typeface="宋体" panose="02010600030101010101" pitchFamily="2" charset="-122"/>
                <a:cs typeface="黑体" panose="02010609060101010101" pitchFamily="49" charset="-122"/>
              </a:rPr>
              <a:t>报文</a:t>
            </a:r>
          </a:p>
        </p:txBody>
      </p:sp>
      <p:sp>
        <p:nvSpPr>
          <p:cNvPr id="123911" name="Rectangle 10">
            <a:extLst>
              <a:ext uri="{FF2B5EF4-FFF2-40B4-BE49-F238E27FC236}">
                <a16:creationId xmlns:a16="http://schemas.microsoft.com/office/drawing/2014/main" id="{4A71D780-C6CE-B448-A2D2-585F9DA27B0D}"/>
              </a:ext>
            </a:extLst>
          </p:cNvPr>
          <p:cNvSpPr>
            <a:spLocks noChangeArrowheads="1"/>
          </p:cNvSpPr>
          <p:nvPr/>
        </p:nvSpPr>
        <p:spPr bwMode="auto">
          <a:xfrm>
            <a:off x="4020742" y="3128962"/>
            <a:ext cx="725090" cy="129779"/>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12" name="Text Box 11">
            <a:extLst>
              <a:ext uri="{FF2B5EF4-FFF2-40B4-BE49-F238E27FC236}">
                <a16:creationId xmlns:a16="http://schemas.microsoft.com/office/drawing/2014/main" id="{062D2A13-9D50-F44C-8650-6E64D2B6C71B}"/>
              </a:ext>
            </a:extLst>
          </p:cNvPr>
          <p:cNvSpPr txBox="1">
            <a:spLocks noChangeArrowheads="1"/>
          </p:cNvSpPr>
          <p:nvPr/>
        </p:nvSpPr>
        <p:spPr bwMode="auto">
          <a:xfrm>
            <a:off x="3927873" y="3030141"/>
            <a:ext cx="992323"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IP </a:t>
            </a:r>
            <a:r>
              <a:rPr kumimoji="1" lang="zh-CN" altLang="en-US" sz="1500">
                <a:latin typeface="Arial" panose="020B0604020202020204" pitchFamily="34" charset="0"/>
                <a:ea typeface="宋体" panose="02010600030101010101" pitchFamily="2" charset="-122"/>
                <a:cs typeface="黑体" panose="02010609060101010101" pitchFamily="49" charset="-122"/>
              </a:rPr>
              <a:t>数据报</a:t>
            </a:r>
          </a:p>
        </p:txBody>
      </p:sp>
      <p:sp>
        <p:nvSpPr>
          <p:cNvPr id="123913" name="Rectangle 12">
            <a:extLst>
              <a:ext uri="{FF2B5EF4-FFF2-40B4-BE49-F238E27FC236}">
                <a16:creationId xmlns:a16="http://schemas.microsoft.com/office/drawing/2014/main" id="{F90050BF-BC73-6744-978E-A1A9E0C53772}"/>
              </a:ext>
            </a:extLst>
          </p:cNvPr>
          <p:cNvSpPr>
            <a:spLocks noChangeArrowheads="1"/>
          </p:cNvSpPr>
          <p:nvPr/>
        </p:nvSpPr>
        <p:spPr bwMode="auto">
          <a:xfrm>
            <a:off x="4064794" y="3869532"/>
            <a:ext cx="615554" cy="13692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14" name="Text Box 13">
            <a:extLst>
              <a:ext uri="{FF2B5EF4-FFF2-40B4-BE49-F238E27FC236}">
                <a16:creationId xmlns:a16="http://schemas.microsoft.com/office/drawing/2014/main" id="{2EF73DAE-F76F-C942-B275-394919411273}"/>
              </a:ext>
            </a:extLst>
          </p:cNvPr>
          <p:cNvSpPr txBox="1">
            <a:spLocks noChangeArrowheads="1"/>
          </p:cNvSpPr>
          <p:nvPr/>
        </p:nvSpPr>
        <p:spPr bwMode="auto">
          <a:xfrm>
            <a:off x="3992167" y="3759994"/>
            <a:ext cx="857927"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MAC </a:t>
            </a:r>
            <a:r>
              <a:rPr kumimoji="1" lang="zh-CN" altLang="en-US" sz="1500">
                <a:latin typeface="Arial" panose="020B0604020202020204" pitchFamily="34" charset="0"/>
                <a:ea typeface="宋体" panose="02010600030101010101" pitchFamily="2" charset="-122"/>
                <a:cs typeface="黑体" panose="02010609060101010101" pitchFamily="49" charset="-122"/>
              </a:rPr>
              <a:t>帧</a:t>
            </a:r>
          </a:p>
        </p:txBody>
      </p:sp>
      <p:sp>
        <p:nvSpPr>
          <p:cNvPr id="123915" name="Line 18">
            <a:extLst>
              <a:ext uri="{FF2B5EF4-FFF2-40B4-BE49-F238E27FC236}">
                <a16:creationId xmlns:a16="http://schemas.microsoft.com/office/drawing/2014/main" id="{DD561369-6322-9849-AE14-D91C13A6099C}"/>
              </a:ext>
            </a:extLst>
          </p:cNvPr>
          <p:cNvSpPr>
            <a:spLocks noChangeShapeType="1"/>
          </p:cNvSpPr>
          <p:nvPr/>
        </p:nvSpPr>
        <p:spPr bwMode="auto">
          <a:xfrm>
            <a:off x="2945606" y="3083719"/>
            <a:ext cx="0" cy="3048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16" name="Line 19">
            <a:extLst>
              <a:ext uri="{FF2B5EF4-FFF2-40B4-BE49-F238E27FC236}">
                <a16:creationId xmlns:a16="http://schemas.microsoft.com/office/drawing/2014/main" id="{65B18F1F-73CF-374A-9AE8-5CEC9BAD8343}"/>
              </a:ext>
            </a:extLst>
          </p:cNvPr>
          <p:cNvSpPr>
            <a:spLocks noChangeShapeType="1"/>
          </p:cNvSpPr>
          <p:nvPr/>
        </p:nvSpPr>
        <p:spPr bwMode="auto">
          <a:xfrm>
            <a:off x="5810250" y="3083719"/>
            <a:ext cx="0" cy="3048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17" name="Line 20">
            <a:extLst>
              <a:ext uri="{FF2B5EF4-FFF2-40B4-BE49-F238E27FC236}">
                <a16:creationId xmlns:a16="http://schemas.microsoft.com/office/drawing/2014/main" id="{EE4547DF-E62D-524E-91A8-4DCC65C8A1C3}"/>
              </a:ext>
            </a:extLst>
          </p:cNvPr>
          <p:cNvSpPr>
            <a:spLocks noChangeShapeType="1"/>
          </p:cNvSpPr>
          <p:nvPr/>
        </p:nvSpPr>
        <p:spPr bwMode="auto">
          <a:xfrm>
            <a:off x="3459956" y="2239566"/>
            <a:ext cx="9525" cy="4191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18" name="Line 21">
            <a:extLst>
              <a:ext uri="{FF2B5EF4-FFF2-40B4-BE49-F238E27FC236}">
                <a16:creationId xmlns:a16="http://schemas.microsoft.com/office/drawing/2014/main" id="{2409DD3F-87A8-8342-9365-84985BD03120}"/>
              </a:ext>
            </a:extLst>
          </p:cNvPr>
          <p:cNvSpPr>
            <a:spLocks noChangeShapeType="1"/>
          </p:cNvSpPr>
          <p:nvPr/>
        </p:nvSpPr>
        <p:spPr bwMode="auto">
          <a:xfrm>
            <a:off x="5810250" y="2239566"/>
            <a:ext cx="0" cy="4191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19" name="Line 22">
            <a:extLst>
              <a:ext uri="{FF2B5EF4-FFF2-40B4-BE49-F238E27FC236}">
                <a16:creationId xmlns:a16="http://schemas.microsoft.com/office/drawing/2014/main" id="{B947008D-37CE-E449-9140-DE2A95BF1057}"/>
              </a:ext>
            </a:extLst>
          </p:cNvPr>
          <p:cNvSpPr>
            <a:spLocks noChangeShapeType="1"/>
          </p:cNvSpPr>
          <p:nvPr/>
        </p:nvSpPr>
        <p:spPr bwMode="auto">
          <a:xfrm flipV="1">
            <a:off x="6085285" y="3219450"/>
            <a:ext cx="1727597"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20" name="Rectangle 23">
            <a:extLst>
              <a:ext uri="{FF2B5EF4-FFF2-40B4-BE49-F238E27FC236}">
                <a16:creationId xmlns:a16="http://schemas.microsoft.com/office/drawing/2014/main" id="{7901908C-D055-ED45-9300-DE6F8C03661E}"/>
              </a:ext>
            </a:extLst>
          </p:cNvPr>
          <p:cNvSpPr>
            <a:spLocks noChangeArrowheads="1"/>
          </p:cNvSpPr>
          <p:nvPr/>
        </p:nvSpPr>
        <p:spPr bwMode="auto">
          <a:xfrm>
            <a:off x="3459957" y="1868091"/>
            <a:ext cx="2350294" cy="365522"/>
          </a:xfrm>
          <a:prstGeom prst="rect">
            <a:avLst/>
          </a:prstGeom>
          <a:solidFill>
            <a:srgbClr val="66FF99"/>
          </a:solidFill>
          <a:ln w="2857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21" name="Line 24">
            <a:extLst>
              <a:ext uri="{FF2B5EF4-FFF2-40B4-BE49-F238E27FC236}">
                <a16:creationId xmlns:a16="http://schemas.microsoft.com/office/drawing/2014/main" id="{0B49AA12-6818-BB43-8F62-B8CAB6F2AA49}"/>
              </a:ext>
            </a:extLst>
          </p:cNvPr>
          <p:cNvSpPr>
            <a:spLocks noChangeShapeType="1"/>
          </p:cNvSpPr>
          <p:nvPr/>
        </p:nvSpPr>
        <p:spPr bwMode="auto">
          <a:xfrm flipH="1">
            <a:off x="3974306" y="1868091"/>
            <a:ext cx="0" cy="36552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22" name="Text Box 25">
            <a:extLst>
              <a:ext uri="{FF2B5EF4-FFF2-40B4-BE49-F238E27FC236}">
                <a16:creationId xmlns:a16="http://schemas.microsoft.com/office/drawing/2014/main" id="{3C900FBE-0199-6E4E-94FF-CE2F19E778A1}"/>
              </a:ext>
            </a:extLst>
          </p:cNvPr>
          <p:cNvSpPr txBox="1">
            <a:spLocks noChangeArrowheads="1"/>
          </p:cNvSpPr>
          <p:nvPr/>
        </p:nvSpPr>
        <p:spPr bwMode="auto">
          <a:xfrm>
            <a:off x="4352925" y="1869282"/>
            <a:ext cx="114646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应用层数据</a:t>
            </a:r>
          </a:p>
        </p:txBody>
      </p:sp>
      <p:sp>
        <p:nvSpPr>
          <p:cNvPr id="123923" name="Text Box 26">
            <a:extLst>
              <a:ext uri="{FF2B5EF4-FFF2-40B4-BE49-F238E27FC236}">
                <a16:creationId xmlns:a16="http://schemas.microsoft.com/office/drawing/2014/main" id="{71BFE7AE-A5DB-C34A-B56A-8A83272004C5}"/>
              </a:ext>
            </a:extLst>
          </p:cNvPr>
          <p:cNvSpPr txBox="1">
            <a:spLocks noChangeArrowheads="1"/>
          </p:cNvSpPr>
          <p:nvPr/>
        </p:nvSpPr>
        <p:spPr bwMode="auto">
          <a:xfrm>
            <a:off x="3440907" y="1870473"/>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首部</a:t>
            </a:r>
          </a:p>
        </p:txBody>
      </p:sp>
      <p:sp>
        <p:nvSpPr>
          <p:cNvPr id="123924" name="Rectangle 27">
            <a:extLst>
              <a:ext uri="{FF2B5EF4-FFF2-40B4-BE49-F238E27FC236}">
                <a16:creationId xmlns:a16="http://schemas.microsoft.com/office/drawing/2014/main" id="{8E58B542-1725-BE4E-BFCB-E00742E48DF7}"/>
              </a:ext>
            </a:extLst>
          </p:cNvPr>
          <p:cNvSpPr>
            <a:spLocks noChangeArrowheads="1"/>
          </p:cNvSpPr>
          <p:nvPr/>
        </p:nvSpPr>
        <p:spPr bwMode="auto">
          <a:xfrm>
            <a:off x="2945607" y="2658666"/>
            <a:ext cx="2864644" cy="365522"/>
          </a:xfrm>
          <a:prstGeom prst="rect">
            <a:avLst/>
          </a:prstGeom>
          <a:solidFill>
            <a:srgbClr val="FFFF99"/>
          </a:solidFill>
          <a:ln w="2857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25" name="Line 28">
            <a:extLst>
              <a:ext uri="{FF2B5EF4-FFF2-40B4-BE49-F238E27FC236}">
                <a16:creationId xmlns:a16="http://schemas.microsoft.com/office/drawing/2014/main" id="{377E90B0-D4DB-9D49-926A-A20E07B86B14}"/>
              </a:ext>
            </a:extLst>
          </p:cNvPr>
          <p:cNvSpPr>
            <a:spLocks noChangeShapeType="1"/>
          </p:cNvSpPr>
          <p:nvPr/>
        </p:nvSpPr>
        <p:spPr bwMode="auto">
          <a:xfrm>
            <a:off x="3459956" y="2658666"/>
            <a:ext cx="0" cy="36552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26" name="Text Box 29">
            <a:extLst>
              <a:ext uri="{FF2B5EF4-FFF2-40B4-BE49-F238E27FC236}">
                <a16:creationId xmlns:a16="http://schemas.microsoft.com/office/drawing/2014/main" id="{4C008B8E-39B9-044C-B256-26F9F87EF2CD}"/>
              </a:ext>
            </a:extLst>
          </p:cNvPr>
          <p:cNvSpPr txBox="1">
            <a:spLocks noChangeArrowheads="1"/>
          </p:cNvSpPr>
          <p:nvPr/>
        </p:nvSpPr>
        <p:spPr bwMode="auto">
          <a:xfrm>
            <a:off x="2927748" y="2652713"/>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首部</a:t>
            </a:r>
          </a:p>
        </p:txBody>
      </p:sp>
      <p:sp>
        <p:nvSpPr>
          <p:cNvPr id="123927" name="Rectangle 30">
            <a:extLst>
              <a:ext uri="{FF2B5EF4-FFF2-40B4-BE49-F238E27FC236}">
                <a16:creationId xmlns:a16="http://schemas.microsoft.com/office/drawing/2014/main" id="{29127F7F-E487-B64A-AF4F-A3EEE73DFD37}"/>
              </a:ext>
            </a:extLst>
          </p:cNvPr>
          <p:cNvSpPr>
            <a:spLocks noChangeArrowheads="1"/>
          </p:cNvSpPr>
          <p:nvPr/>
        </p:nvSpPr>
        <p:spPr bwMode="auto">
          <a:xfrm>
            <a:off x="2439591" y="3411141"/>
            <a:ext cx="513159" cy="342900"/>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28" name="Rectangle 31">
            <a:extLst>
              <a:ext uri="{FF2B5EF4-FFF2-40B4-BE49-F238E27FC236}">
                <a16:creationId xmlns:a16="http://schemas.microsoft.com/office/drawing/2014/main" id="{ED73931C-3298-1548-B560-605E381ABFF8}"/>
              </a:ext>
            </a:extLst>
          </p:cNvPr>
          <p:cNvSpPr>
            <a:spLocks noChangeArrowheads="1"/>
          </p:cNvSpPr>
          <p:nvPr/>
        </p:nvSpPr>
        <p:spPr bwMode="auto">
          <a:xfrm>
            <a:off x="2432448" y="3388519"/>
            <a:ext cx="3892153" cy="365522"/>
          </a:xfrm>
          <a:prstGeom prst="rect">
            <a:avLst/>
          </a:prstGeom>
          <a:solidFill>
            <a:srgbClr val="CCECFF"/>
          </a:solidFill>
          <a:ln w="2857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29" name="Line 32">
            <a:extLst>
              <a:ext uri="{FF2B5EF4-FFF2-40B4-BE49-F238E27FC236}">
                <a16:creationId xmlns:a16="http://schemas.microsoft.com/office/drawing/2014/main" id="{C2EDEC4C-A495-6F44-9150-7ACF9FD41206}"/>
              </a:ext>
            </a:extLst>
          </p:cNvPr>
          <p:cNvSpPr>
            <a:spLocks noChangeShapeType="1"/>
          </p:cNvSpPr>
          <p:nvPr/>
        </p:nvSpPr>
        <p:spPr bwMode="auto">
          <a:xfrm>
            <a:off x="2945606" y="3388519"/>
            <a:ext cx="0" cy="36552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30" name="Line 33">
            <a:extLst>
              <a:ext uri="{FF2B5EF4-FFF2-40B4-BE49-F238E27FC236}">
                <a16:creationId xmlns:a16="http://schemas.microsoft.com/office/drawing/2014/main" id="{7324F7B4-A58C-1245-AC64-44C66A0F4654}"/>
              </a:ext>
            </a:extLst>
          </p:cNvPr>
          <p:cNvSpPr>
            <a:spLocks noChangeShapeType="1"/>
          </p:cNvSpPr>
          <p:nvPr/>
        </p:nvSpPr>
        <p:spPr bwMode="auto">
          <a:xfrm>
            <a:off x="5810250" y="3388519"/>
            <a:ext cx="0" cy="36552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31" name="Text Box 34">
            <a:extLst>
              <a:ext uri="{FF2B5EF4-FFF2-40B4-BE49-F238E27FC236}">
                <a16:creationId xmlns:a16="http://schemas.microsoft.com/office/drawing/2014/main" id="{7495DC4F-E0CE-1948-AF13-62FF40565167}"/>
              </a:ext>
            </a:extLst>
          </p:cNvPr>
          <p:cNvSpPr txBox="1">
            <a:spLocks noChangeArrowheads="1"/>
          </p:cNvSpPr>
          <p:nvPr/>
        </p:nvSpPr>
        <p:spPr bwMode="auto">
          <a:xfrm>
            <a:off x="5781676" y="3384948"/>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尾部</a:t>
            </a:r>
          </a:p>
        </p:txBody>
      </p:sp>
      <p:sp>
        <p:nvSpPr>
          <p:cNvPr id="123932" name="Text Box 35">
            <a:extLst>
              <a:ext uri="{FF2B5EF4-FFF2-40B4-BE49-F238E27FC236}">
                <a16:creationId xmlns:a16="http://schemas.microsoft.com/office/drawing/2014/main" id="{8E7BB93C-70A4-9941-82CF-BCEA6B1BEE96}"/>
              </a:ext>
            </a:extLst>
          </p:cNvPr>
          <p:cNvSpPr txBox="1">
            <a:spLocks noChangeArrowheads="1"/>
          </p:cNvSpPr>
          <p:nvPr/>
        </p:nvSpPr>
        <p:spPr bwMode="auto">
          <a:xfrm>
            <a:off x="2424113" y="3384948"/>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首部</a:t>
            </a:r>
          </a:p>
        </p:txBody>
      </p:sp>
      <p:grpSp>
        <p:nvGrpSpPr>
          <p:cNvPr id="218161" name="Group 49">
            <a:extLst>
              <a:ext uri="{FF2B5EF4-FFF2-40B4-BE49-F238E27FC236}">
                <a16:creationId xmlns:a16="http://schemas.microsoft.com/office/drawing/2014/main" id="{61A10FFE-A581-464D-8CC4-70039BD23B55}"/>
              </a:ext>
            </a:extLst>
          </p:cNvPr>
          <p:cNvGrpSpPr>
            <a:grpSpLocks/>
          </p:cNvGrpSpPr>
          <p:nvPr/>
        </p:nvGrpSpPr>
        <p:grpSpPr bwMode="auto">
          <a:xfrm>
            <a:off x="1359694" y="2868218"/>
            <a:ext cx="6387704" cy="1296592"/>
            <a:chOff x="182" y="2409"/>
            <a:chExt cx="5365" cy="1089"/>
          </a:xfrm>
        </p:grpSpPr>
        <p:grpSp>
          <p:nvGrpSpPr>
            <p:cNvPr id="123943" name="Group 45">
              <a:extLst>
                <a:ext uri="{FF2B5EF4-FFF2-40B4-BE49-F238E27FC236}">
                  <a16:creationId xmlns:a16="http://schemas.microsoft.com/office/drawing/2014/main" id="{26CE713A-7C31-544A-B36E-41CC0C0599F9}"/>
                </a:ext>
              </a:extLst>
            </p:cNvPr>
            <p:cNvGrpSpPr>
              <a:grpSpLocks/>
            </p:cNvGrpSpPr>
            <p:nvPr/>
          </p:nvGrpSpPr>
          <p:grpSpPr bwMode="auto">
            <a:xfrm>
              <a:off x="4423" y="2709"/>
              <a:ext cx="1124" cy="789"/>
              <a:chOff x="4423" y="2709"/>
              <a:chExt cx="1124" cy="789"/>
            </a:xfrm>
          </p:grpSpPr>
          <p:sp>
            <p:nvSpPr>
              <p:cNvPr id="123947" name="AutoShape 15">
                <a:extLst>
                  <a:ext uri="{FF2B5EF4-FFF2-40B4-BE49-F238E27FC236}">
                    <a16:creationId xmlns:a16="http://schemas.microsoft.com/office/drawing/2014/main" id="{1647B404-7BB0-C04B-BF2B-A136F25823B2}"/>
                  </a:ext>
                </a:extLst>
              </p:cNvPr>
              <p:cNvSpPr>
                <a:spLocks noChangeArrowheads="1"/>
              </p:cNvSpPr>
              <p:nvPr/>
            </p:nvSpPr>
            <p:spPr bwMode="auto">
              <a:xfrm flipV="1">
                <a:off x="4831" y="2709"/>
                <a:ext cx="186" cy="358"/>
              </a:xfrm>
              <a:prstGeom prst="upArrow">
                <a:avLst>
                  <a:gd name="adj1" fmla="val 50000"/>
                  <a:gd name="adj2" fmla="val 81801"/>
                </a:avLst>
              </a:prstGeom>
              <a:solidFill>
                <a:srgbClr val="333399"/>
              </a:solidFill>
              <a:ln w="9525">
                <a:solidFill>
                  <a:schemeClr val="tx1"/>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48" name="Text Box 17">
                <a:extLst>
                  <a:ext uri="{FF2B5EF4-FFF2-40B4-BE49-F238E27FC236}">
                    <a16:creationId xmlns:a16="http://schemas.microsoft.com/office/drawing/2014/main" id="{E0BA9A2D-410F-3B46-B160-8FF968377715}"/>
                  </a:ext>
                </a:extLst>
              </p:cNvPr>
              <p:cNvSpPr txBox="1">
                <a:spLocks noChangeArrowheads="1"/>
              </p:cNvSpPr>
              <p:nvPr/>
            </p:nvSpPr>
            <p:spPr bwMode="auto">
              <a:xfrm>
                <a:off x="4423" y="3033"/>
                <a:ext cx="1124"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链路层及以下</a:t>
                </a:r>
              </a:p>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使用硬件地址</a:t>
                </a:r>
              </a:p>
            </p:txBody>
          </p:sp>
        </p:grpSp>
        <p:grpSp>
          <p:nvGrpSpPr>
            <p:cNvPr id="123944" name="Group 47">
              <a:extLst>
                <a:ext uri="{FF2B5EF4-FFF2-40B4-BE49-F238E27FC236}">
                  <a16:creationId xmlns:a16="http://schemas.microsoft.com/office/drawing/2014/main" id="{09F0C0B2-016B-574E-96B7-354AE72F59A4}"/>
                </a:ext>
              </a:extLst>
            </p:cNvPr>
            <p:cNvGrpSpPr>
              <a:grpSpLocks/>
            </p:cNvGrpSpPr>
            <p:nvPr/>
          </p:nvGrpSpPr>
          <p:grpSpPr bwMode="auto">
            <a:xfrm>
              <a:off x="182" y="2409"/>
              <a:ext cx="809" cy="291"/>
              <a:chOff x="182" y="2409"/>
              <a:chExt cx="809" cy="291"/>
            </a:xfrm>
          </p:grpSpPr>
          <p:sp>
            <p:nvSpPr>
              <p:cNvPr id="218149" name="AutoShape 37">
                <a:extLst>
                  <a:ext uri="{FF2B5EF4-FFF2-40B4-BE49-F238E27FC236}">
                    <a16:creationId xmlns:a16="http://schemas.microsoft.com/office/drawing/2014/main" id="{F568F6CB-B318-D84D-868D-9E518D9F03A7}"/>
                  </a:ext>
                </a:extLst>
              </p:cNvPr>
              <p:cNvSpPr>
                <a:spLocks noChangeArrowheads="1"/>
              </p:cNvSpPr>
              <p:nvPr/>
            </p:nvSpPr>
            <p:spPr bwMode="auto">
              <a:xfrm>
                <a:off x="182" y="2427"/>
                <a:ext cx="802" cy="273"/>
              </a:xfrm>
              <a:prstGeom prst="wedgeRoundRectCallout">
                <a:avLst>
                  <a:gd name="adj1" fmla="val 72116"/>
                  <a:gd name="adj2" fmla="val 129167"/>
                  <a:gd name="adj3" fmla="val 16667"/>
                </a:avLst>
              </a:prstGeom>
              <a:solidFill>
                <a:srgbClr val="CCECFF"/>
              </a:solidFill>
              <a:ln w="9525">
                <a:solidFill>
                  <a:schemeClr val="tx1"/>
                </a:solidFill>
                <a:miter lim="800000"/>
                <a:headEnd/>
                <a:tailEnd/>
              </a:ln>
              <a:effectLst>
                <a:outerShdw blurRad="63500" dist="38099" dir="2700000" algn="ctr" rotWithShape="0">
                  <a:schemeClr val="bg2">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endParaRPr kumimoji="1" lang="zh-CN" altLang="zh-CN" sz="1500">
                  <a:solidFill>
                    <a:srgbClr val="333399"/>
                  </a:solidFill>
                  <a:latin typeface="Arial" panose="020B0604020202020204" pitchFamily="34" charset="0"/>
                </a:endParaRPr>
              </a:p>
            </p:txBody>
          </p:sp>
          <p:sp>
            <p:nvSpPr>
              <p:cNvPr id="123946" name="Text Box 38">
                <a:extLst>
                  <a:ext uri="{FF2B5EF4-FFF2-40B4-BE49-F238E27FC236}">
                    <a16:creationId xmlns:a16="http://schemas.microsoft.com/office/drawing/2014/main" id="{240F7585-9D12-7449-B735-96E8EB3789BF}"/>
                  </a:ext>
                </a:extLst>
              </p:cNvPr>
              <p:cNvSpPr txBox="1">
                <a:spLocks noChangeArrowheads="1"/>
              </p:cNvSpPr>
              <p:nvPr/>
            </p:nvSpPr>
            <p:spPr bwMode="auto">
              <a:xfrm>
                <a:off x="190" y="2409"/>
                <a:ext cx="80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硬件地址</a:t>
                </a:r>
              </a:p>
            </p:txBody>
          </p:sp>
        </p:grpSp>
      </p:grpSp>
      <p:grpSp>
        <p:nvGrpSpPr>
          <p:cNvPr id="218160" name="Group 48">
            <a:extLst>
              <a:ext uri="{FF2B5EF4-FFF2-40B4-BE49-F238E27FC236}">
                <a16:creationId xmlns:a16="http://schemas.microsoft.com/office/drawing/2014/main" id="{9DA5313C-587B-E048-85E2-067C383EFC2A}"/>
              </a:ext>
            </a:extLst>
          </p:cNvPr>
          <p:cNvGrpSpPr>
            <a:grpSpLocks/>
          </p:cNvGrpSpPr>
          <p:nvPr/>
        </p:nvGrpSpPr>
        <p:grpSpPr bwMode="auto">
          <a:xfrm>
            <a:off x="2239567" y="2165748"/>
            <a:ext cx="5413772" cy="1059656"/>
            <a:chOff x="921" y="1819"/>
            <a:chExt cx="4547" cy="890"/>
          </a:xfrm>
        </p:grpSpPr>
        <p:grpSp>
          <p:nvGrpSpPr>
            <p:cNvPr id="123937" name="Group 44">
              <a:extLst>
                <a:ext uri="{FF2B5EF4-FFF2-40B4-BE49-F238E27FC236}">
                  <a16:creationId xmlns:a16="http://schemas.microsoft.com/office/drawing/2014/main" id="{B62FCB8E-CD34-764C-8356-CFB13AD9A541}"/>
                </a:ext>
              </a:extLst>
            </p:cNvPr>
            <p:cNvGrpSpPr>
              <a:grpSpLocks/>
            </p:cNvGrpSpPr>
            <p:nvPr/>
          </p:nvGrpSpPr>
          <p:grpSpPr bwMode="auto">
            <a:xfrm>
              <a:off x="4344" y="1854"/>
              <a:ext cx="1124" cy="855"/>
              <a:chOff x="4344" y="1854"/>
              <a:chExt cx="1124" cy="855"/>
            </a:xfrm>
          </p:grpSpPr>
          <p:sp>
            <p:nvSpPr>
              <p:cNvPr id="123941" name="AutoShape 14">
                <a:extLst>
                  <a:ext uri="{FF2B5EF4-FFF2-40B4-BE49-F238E27FC236}">
                    <a16:creationId xmlns:a16="http://schemas.microsoft.com/office/drawing/2014/main" id="{606AB5A2-E648-6C41-A02F-DDC4828E60B4}"/>
                  </a:ext>
                </a:extLst>
              </p:cNvPr>
              <p:cNvSpPr>
                <a:spLocks noChangeArrowheads="1"/>
              </p:cNvSpPr>
              <p:nvPr/>
            </p:nvSpPr>
            <p:spPr bwMode="auto">
              <a:xfrm>
                <a:off x="4831" y="2352"/>
                <a:ext cx="186" cy="357"/>
              </a:xfrm>
              <a:prstGeom prst="upArrow">
                <a:avLst>
                  <a:gd name="adj1" fmla="val 50000"/>
                  <a:gd name="adj2" fmla="val 69479"/>
                </a:avLst>
              </a:prstGeom>
              <a:solidFill>
                <a:srgbClr val="FFCCFF"/>
              </a:solidFill>
              <a:ln w="9525">
                <a:solidFill>
                  <a:schemeClr val="tx1"/>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42" name="Text Box 16">
                <a:extLst>
                  <a:ext uri="{FF2B5EF4-FFF2-40B4-BE49-F238E27FC236}">
                    <a16:creationId xmlns:a16="http://schemas.microsoft.com/office/drawing/2014/main" id="{06AF13DA-2967-F646-B75D-D7D3B057196F}"/>
                  </a:ext>
                </a:extLst>
              </p:cNvPr>
              <p:cNvSpPr txBox="1">
                <a:spLocks noChangeArrowheads="1"/>
              </p:cNvSpPr>
              <p:nvPr/>
            </p:nvSpPr>
            <p:spPr bwMode="auto">
              <a:xfrm>
                <a:off x="4344" y="1854"/>
                <a:ext cx="1124"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网络层及以上</a:t>
                </a:r>
              </a:p>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 使用 </a:t>
                </a:r>
                <a:r>
                  <a:rPr kumimoji="1" lang="en-US" altLang="zh-CN" sz="1500">
                    <a:latin typeface="Arial" panose="020B0604020202020204" pitchFamily="34" charset="0"/>
                    <a:ea typeface="宋体" panose="02010600030101010101" pitchFamily="2" charset="-122"/>
                    <a:cs typeface="黑体" panose="02010609060101010101" pitchFamily="49" charset="-122"/>
                  </a:rPr>
                  <a:t>IP </a:t>
                </a:r>
                <a:r>
                  <a:rPr kumimoji="1" lang="zh-CN" altLang="en-US" sz="1500">
                    <a:latin typeface="Arial" panose="020B0604020202020204" pitchFamily="34" charset="0"/>
                    <a:ea typeface="宋体" panose="02010600030101010101" pitchFamily="2" charset="-122"/>
                    <a:cs typeface="黑体" panose="02010609060101010101" pitchFamily="49" charset="-122"/>
                  </a:rPr>
                  <a:t>地址</a:t>
                </a:r>
              </a:p>
            </p:txBody>
          </p:sp>
        </p:grpSp>
        <p:grpSp>
          <p:nvGrpSpPr>
            <p:cNvPr id="123938" name="Group 46">
              <a:extLst>
                <a:ext uri="{FF2B5EF4-FFF2-40B4-BE49-F238E27FC236}">
                  <a16:creationId xmlns:a16="http://schemas.microsoft.com/office/drawing/2014/main" id="{314C58EA-452F-9949-9F62-0BC9957B963F}"/>
                </a:ext>
              </a:extLst>
            </p:cNvPr>
            <p:cNvGrpSpPr>
              <a:grpSpLocks/>
            </p:cNvGrpSpPr>
            <p:nvPr/>
          </p:nvGrpSpPr>
          <p:grpSpPr bwMode="auto">
            <a:xfrm>
              <a:off x="921" y="1819"/>
              <a:ext cx="678" cy="271"/>
              <a:chOff x="921" y="1819"/>
              <a:chExt cx="678" cy="271"/>
            </a:xfrm>
          </p:grpSpPr>
          <p:sp>
            <p:nvSpPr>
              <p:cNvPr id="218152" name="AutoShape 40">
                <a:extLst>
                  <a:ext uri="{FF2B5EF4-FFF2-40B4-BE49-F238E27FC236}">
                    <a16:creationId xmlns:a16="http://schemas.microsoft.com/office/drawing/2014/main" id="{C953AF9F-6BE9-974C-BE75-D9059797FB80}"/>
                  </a:ext>
                </a:extLst>
              </p:cNvPr>
              <p:cNvSpPr>
                <a:spLocks noChangeArrowheads="1"/>
              </p:cNvSpPr>
              <p:nvPr/>
            </p:nvSpPr>
            <p:spPr bwMode="auto">
              <a:xfrm>
                <a:off x="921" y="1826"/>
                <a:ext cx="654" cy="254"/>
              </a:xfrm>
              <a:prstGeom prst="wedgeRoundRectCallout">
                <a:avLst>
                  <a:gd name="adj1" fmla="val 72171"/>
                  <a:gd name="adj2" fmla="val 129134"/>
                  <a:gd name="adj3" fmla="val 16667"/>
                </a:avLst>
              </a:prstGeom>
              <a:solidFill>
                <a:srgbClr val="FFCCFF"/>
              </a:solidFill>
              <a:ln w="9525">
                <a:solidFill>
                  <a:schemeClr val="tx1"/>
                </a:solidFill>
                <a:miter lim="800000"/>
                <a:headEnd/>
                <a:tailEnd/>
              </a:ln>
              <a:effectLst>
                <a:outerShdw blurRad="63500" dist="38099" dir="2700000" algn="ctr" rotWithShape="0">
                  <a:schemeClr val="bg2">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endParaRPr kumimoji="1" lang="zh-CN" altLang="zh-CN" sz="1500">
                  <a:solidFill>
                    <a:srgbClr val="333399"/>
                  </a:solidFill>
                  <a:latin typeface="Arial" panose="020B0604020202020204" pitchFamily="34" charset="0"/>
                </a:endParaRPr>
              </a:p>
            </p:txBody>
          </p:sp>
          <p:sp>
            <p:nvSpPr>
              <p:cNvPr id="123940" name="Text Box 41">
                <a:extLst>
                  <a:ext uri="{FF2B5EF4-FFF2-40B4-BE49-F238E27FC236}">
                    <a16:creationId xmlns:a16="http://schemas.microsoft.com/office/drawing/2014/main" id="{80137CEB-850C-2A4A-8B28-DEA0C7EE04BF}"/>
                  </a:ext>
                </a:extLst>
              </p:cNvPr>
              <p:cNvSpPr txBox="1">
                <a:spLocks noChangeArrowheads="1"/>
              </p:cNvSpPr>
              <p:nvPr/>
            </p:nvSpPr>
            <p:spPr bwMode="auto">
              <a:xfrm>
                <a:off x="927" y="1819"/>
                <a:ext cx="672"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IP </a:t>
                </a:r>
                <a:r>
                  <a:rPr kumimoji="1" lang="zh-CN" altLang="en-US" sz="1500">
                    <a:latin typeface="Arial" panose="020B0604020202020204" pitchFamily="34" charset="0"/>
                    <a:ea typeface="宋体" panose="02010600030101010101" pitchFamily="2" charset="-122"/>
                    <a:cs typeface="黑体" panose="02010609060101010101" pitchFamily="49" charset="-122"/>
                  </a:rPr>
                  <a:t>地址</a:t>
                </a:r>
              </a:p>
            </p:txBody>
          </p:sp>
        </p:grpSp>
      </p:grpSp>
      <p:sp>
        <p:nvSpPr>
          <p:cNvPr id="123935" name="Rectangle 43">
            <a:extLst>
              <a:ext uri="{FF2B5EF4-FFF2-40B4-BE49-F238E27FC236}">
                <a16:creationId xmlns:a16="http://schemas.microsoft.com/office/drawing/2014/main" id="{2F3863A1-00DF-3D4C-9093-4964605ED022}"/>
              </a:ext>
            </a:extLst>
          </p:cNvPr>
          <p:cNvSpPr>
            <a:spLocks noChangeArrowheads="1"/>
          </p:cNvSpPr>
          <p:nvPr/>
        </p:nvSpPr>
        <p:spPr bwMode="auto">
          <a:xfrm>
            <a:off x="2961085" y="3411142"/>
            <a:ext cx="2832497" cy="325040"/>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36" name="幻灯片编号占位符 1">
            <a:extLst>
              <a:ext uri="{FF2B5EF4-FFF2-40B4-BE49-F238E27FC236}">
                <a16:creationId xmlns:a16="http://schemas.microsoft.com/office/drawing/2014/main" id="{7765E907-1462-D547-978B-C7E4919DC0C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D0CAE83-117A-4641-9735-1F314AB6F68A}"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67980380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4000" fill="hold" nodeType="clickEffect">
                                  <p:stCondLst>
                                    <p:cond delay="0"/>
                                  </p:stCondLst>
                                  <p:childTnLst>
                                    <p:anim calcmode="discrete" valueType="str">
                                      <p:cBhvr>
                                        <p:cTn id="6" dur="1000" fill="hold"/>
                                        <p:tgtEl>
                                          <p:spTgt spid="218160"/>
                                        </p:tgtEl>
                                        <p:attrNameLst>
                                          <p:attrName>style.visibility</p:attrName>
                                        </p:attrNameLst>
                                      </p:cBhvr>
                                      <p:tavLst>
                                        <p:tav tm="0">
                                          <p:val>
                                            <p:strVal val="hidden"/>
                                          </p:val>
                                        </p:tav>
                                        <p:tav tm="50000">
                                          <p:val>
                                            <p:strVal val="visible"/>
                                          </p:val>
                                        </p:tav>
                                      </p:tavLst>
                                    </p:anim>
                                  </p:childTnLst>
                                </p:cTn>
                              </p:par>
                            </p:childTnLst>
                          </p:cTn>
                        </p:par>
                      </p:childTnLst>
                    </p:cTn>
                  </p:par>
                  <p:par>
                    <p:cTn id="7" fill="hold" nodeType="clickPar">
                      <p:stCondLst>
                        <p:cond delay="indefinite"/>
                      </p:stCondLst>
                      <p:childTnLst>
                        <p:par>
                          <p:cTn id="8" fill="hold" nodeType="withGroup">
                            <p:stCondLst>
                              <p:cond delay="0"/>
                            </p:stCondLst>
                            <p:childTnLst>
                              <p:par>
                                <p:cTn id="9" presetID="35" presetClass="emph" presetSubtype="0" repeatCount="4000" fill="hold" nodeType="clickEffect">
                                  <p:stCondLst>
                                    <p:cond delay="0"/>
                                  </p:stCondLst>
                                  <p:childTnLst>
                                    <p:anim calcmode="discrete" valueType="str">
                                      <p:cBhvr>
                                        <p:cTn id="10" dur="1000" fill="hold"/>
                                        <p:tgtEl>
                                          <p:spTgt spid="2181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25953" name="Freeform 2">
            <a:extLst>
              <a:ext uri="{FF2B5EF4-FFF2-40B4-BE49-F238E27FC236}">
                <a16:creationId xmlns:a16="http://schemas.microsoft.com/office/drawing/2014/main" id="{F8CB8720-945F-2D43-8105-514EB181B8C7}"/>
              </a:ext>
            </a:extLst>
          </p:cNvPr>
          <p:cNvSpPr>
            <a:spLocks/>
          </p:cNvSpPr>
          <p:nvPr/>
        </p:nvSpPr>
        <p:spPr bwMode="auto">
          <a:xfrm>
            <a:off x="3082529" y="929879"/>
            <a:ext cx="186928" cy="400050"/>
          </a:xfrm>
          <a:custGeom>
            <a:avLst/>
            <a:gdLst>
              <a:gd name="T0" fmla="*/ 0 w 249"/>
              <a:gd name="T1" fmla="*/ 2147483646 h 176"/>
              <a:gd name="T2" fmla="*/ 100290666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5954" name="Freeform 3">
            <a:extLst>
              <a:ext uri="{FF2B5EF4-FFF2-40B4-BE49-F238E27FC236}">
                <a16:creationId xmlns:a16="http://schemas.microsoft.com/office/drawing/2014/main" id="{8BB28A46-2242-764E-AA10-8C149537CB37}"/>
              </a:ext>
            </a:extLst>
          </p:cNvPr>
          <p:cNvSpPr>
            <a:spLocks/>
          </p:cNvSpPr>
          <p:nvPr/>
        </p:nvSpPr>
        <p:spPr bwMode="auto">
          <a:xfrm>
            <a:off x="5141119" y="929879"/>
            <a:ext cx="127397" cy="398859"/>
          </a:xfrm>
          <a:custGeom>
            <a:avLst/>
            <a:gdLst>
              <a:gd name="T0" fmla="*/ 0 w 249"/>
              <a:gd name="T1" fmla="*/ 2147483646 h 176"/>
              <a:gd name="T2" fmla="*/ 317382535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5955" name="Line 4">
            <a:extLst>
              <a:ext uri="{FF2B5EF4-FFF2-40B4-BE49-F238E27FC236}">
                <a16:creationId xmlns:a16="http://schemas.microsoft.com/office/drawing/2014/main" id="{DFFB0042-F1FB-F140-B011-040031353B8F}"/>
              </a:ext>
            </a:extLst>
          </p:cNvPr>
          <p:cNvSpPr>
            <a:spLocks noChangeShapeType="1"/>
          </p:cNvSpPr>
          <p:nvPr/>
        </p:nvSpPr>
        <p:spPr bwMode="auto">
          <a:xfrm rot="16200000">
            <a:off x="7410451" y="1128713"/>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5956" name="Line 5">
            <a:extLst>
              <a:ext uri="{FF2B5EF4-FFF2-40B4-BE49-F238E27FC236}">
                <a16:creationId xmlns:a16="http://schemas.microsoft.com/office/drawing/2014/main" id="{370D7906-4140-E94C-949D-C6DAB91774D8}"/>
              </a:ext>
            </a:extLst>
          </p:cNvPr>
          <p:cNvSpPr>
            <a:spLocks noChangeShapeType="1"/>
          </p:cNvSpPr>
          <p:nvPr/>
        </p:nvSpPr>
        <p:spPr bwMode="auto">
          <a:xfrm rot="16200000">
            <a:off x="1295401" y="1128713"/>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5957" name="Line 6">
            <a:extLst>
              <a:ext uri="{FF2B5EF4-FFF2-40B4-BE49-F238E27FC236}">
                <a16:creationId xmlns:a16="http://schemas.microsoft.com/office/drawing/2014/main" id="{E3C7FEA0-5E57-0A43-97EB-787155B9B476}"/>
              </a:ext>
            </a:extLst>
          </p:cNvPr>
          <p:cNvSpPr>
            <a:spLocks noChangeShapeType="1"/>
          </p:cNvSpPr>
          <p:nvPr/>
        </p:nvSpPr>
        <p:spPr bwMode="auto">
          <a:xfrm>
            <a:off x="1318023" y="1329929"/>
            <a:ext cx="1940719"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5958" name="Text Box 7">
            <a:extLst>
              <a:ext uri="{FF2B5EF4-FFF2-40B4-BE49-F238E27FC236}">
                <a16:creationId xmlns:a16="http://schemas.microsoft.com/office/drawing/2014/main" id="{9743231C-3231-AA43-BA95-BFC5978B88FA}"/>
              </a:ext>
            </a:extLst>
          </p:cNvPr>
          <p:cNvSpPr txBox="1">
            <a:spLocks noChangeArrowheads="1"/>
          </p:cNvSpPr>
          <p:nvPr/>
        </p:nvSpPr>
        <p:spPr bwMode="auto">
          <a:xfrm>
            <a:off x="1509713"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59" name="Text Box 8">
            <a:extLst>
              <a:ext uri="{FF2B5EF4-FFF2-40B4-BE49-F238E27FC236}">
                <a16:creationId xmlns:a16="http://schemas.microsoft.com/office/drawing/2014/main" id="{F3103399-04CD-674C-9A92-36338BA37A00}"/>
              </a:ext>
            </a:extLst>
          </p:cNvPr>
          <p:cNvSpPr txBox="1">
            <a:spLocks noChangeArrowheads="1"/>
          </p:cNvSpPr>
          <p:nvPr/>
        </p:nvSpPr>
        <p:spPr bwMode="auto">
          <a:xfrm>
            <a:off x="4729163"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60" name="Text Box 9">
            <a:extLst>
              <a:ext uri="{FF2B5EF4-FFF2-40B4-BE49-F238E27FC236}">
                <a16:creationId xmlns:a16="http://schemas.microsoft.com/office/drawing/2014/main" id="{BA4E0291-12AF-EC41-8B9F-7DC41B812B19}"/>
              </a:ext>
            </a:extLst>
          </p:cNvPr>
          <p:cNvSpPr txBox="1">
            <a:spLocks noChangeArrowheads="1"/>
          </p:cNvSpPr>
          <p:nvPr/>
        </p:nvSpPr>
        <p:spPr bwMode="auto">
          <a:xfrm>
            <a:off x="3779044"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61" name="Text Box 10">
            <a:extLst>
              <a:ext uri="{FF2B5EF4-FFF2-40B4-BE49-F238E27FC236}">
                <a16:creationId xmlns:a16="http://schemas.microsoft.com/office/drawing/2014/main" id="{1BB65B09-9D8B-3F49-8F5A-552C2E705383}"/>
              </a:ext>
            </a:extLst>
          </p:cNvPr>
          <p:cNvSpPr txBox="1">
            <a:spLocks noChangeArrowheads="1"/>
          </p:cNvSpPr>
          <p:nvPr/>
        </p:nvSpPr>
        <p:spPr bwMode="auto">
          <a:xfrm>
            <a:off x="2670572"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62" name="Line 11">
            <a:extLst>
              <a:ext uri="{FF2B5EF4-FFF2-40B4-BE49-F238E27FC236}">
                <a16:creationId xmlns:a16="http://schemas.microsoft.com/office/drawing/2014/main" id="{5150F2E2-33D5-F94F-854A-B1C14A6D90BA}"/>
              </a:ext>
            </a:extLst>
          </p:cNvPr>
          <p:cNvSpPr>
            <a:spLocks noChangeShapeType="1"/>
          </p:cNvSpPr>
          <p:nvPr/>
        </p:nvSpPr>
        <p:spPr bwMode="auto">
          <a:xfrm>
            <a:off x="5670947" y="1329929"/>
            <a:ext cx="2176463"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5963" name="Text Box 12">
            <a:extLst>
              <a:ext uri="{FF2B5EF4-FFF2-40B4-BE49-F238E27FC236}">
                <a16:creationId xmlns:a16="http://schemas.microsoft.com/office/drawing/2014/main" id="{4BE17601-C399-744E-89AA-D2BEF8DF89ED}"/>
              </a:ext>
            </a:extLst>
          </p:cNvPr>
          <p:cNvSpPr txBox="1">
            <a:spLocks noChangeArrowheads="1"/>
          </p:cNvSpPr>
          <p:nvPr/>
        </p:nvSpPr>
        <p:spPr bwMode="auto">
          <a:xfrm>
            <a:off x="5837635"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64" name="Text Box 13">
            <a:extLst>
              <a:ext uri="{FF2B5EF4-FFF2-40B4-BE49-F238E27FC236}">
                <a16:creationId xmlns:a16="http://schemas.microsoft.com/office/drawing/2014/main" id="{0FE54B6A-B9E6-FC41-A6B3-A659DE08DBEB}"/>
              </a:ext>
            </a:extLst>
          </p:cNvPr>
          <p:cNvSpPr txBox="1">
            <a:spLocks noChangeArrowheads="1"/>
          </p:cNvSpPr>
          <p:nvPr/>
        </p:nvSpPr>
        <p:spPr bwMode="auto">
          <a:xfrm>
            <a:off x="1200151" y="136922"/>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65" name="Text Box 14">
            <a:extLst>
              <a:ext uri="{FF2B5EF4-FFF2-40B4-BE49-F238E27FC236}">
                <a16:creationId xmlns:a16="http://schemas.microsoft.com/office/drawing/2014/main" id="{0B3B04CE-53A1-3243-BB8F-C8EC5FFB39BA}"/>
              </a:ext>
            </a:extLst>
          </p:cNvPr>
          <p:cNvSpPr txBox="1">
            <a:spLocks noChangeArrowheads="1"/>
          </p:cNvSpPr>
          <p:nvPr/>
        </p:nvSpPr>
        <p:spPr bwMode="auto">
          <a:xfrm>
            <a:off x="7259242" y="117872"/>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66" name="Line 15">
            <a:extLst>
              <a:ext uri="{FF2B5EF4-FFF2-40B4-BE49-F238E27FC236}">
                <a16:creationId xmlns:a16="http://schemas.microsoft.com/office/drawing/2014/main" id="{0ADB8AE0-0304-264D-A5C6-9E6673BB9D6B}"/>
              </a:ext>
            </a:extLst>
          </p:cNvPr>
          <p:cNvSpPr>
            <a:spLocks noChangeShapeType="1"/>
          </p:cNvSpPr>
          <p:nvPr/>
        </p:nvSpPr>
        <p:spPr bwMode="auto">
          <a:xfrm>
            <a:off x="3612356" y="1329929"/>
            <a:ext cx="1704975"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5967" name="Freeform 16">
            <a:extLst>
              <a:ext uri="{FF2B5EF4-FFF2-40B4-BE49-F238E27FC236}">
                <a16:creationId xmlns:a16="http://schemas.microsoft.com/office/drawing/2014/main" id="{50A75F0D-CFC6-C241-A9B4-2F24A811405D}"/>
              </a:ext>
            </a:extLst>
          </p:cNvPr>
          <p:cNvSpPr>
            <a:spLocks/>
          </p:cNvSpPr>
          <p:nvPr/>
        </p:nvSpPr>
        <p:spPr bwMode="auto">
          <a:xfrm flipH="1">
            <a:off x="5670947" y="929879"/>
            <a:ext cx="176213" cy="400050"/>
          </a:xfrm>
          <a:custGeom>
            <a:avLst/>
            <a:gdLst>
              <a:gd name="T0" fmla="*/ 0 w 249"/>
              <a:gd name="T1" fmla="*/ 2147483646 h 176"/>
              <a:gd name="T2" fmla="*/ 840473708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5968" name="Freeform 17">
            <a:extLst>
              <a:ext uri="{FF2B5EF4-FFF2-40B4-BE49-F238E27FC236}">
                <a16:creationId xmlns:a16="http://schemas.microsoft.com/office/drawing/2014/main" id="{144FFD99-33A8-4B44-AEA4-91E9F1F7C321}"/>
              </a:ext>
            </a:extLst>
          </p:cNvPr>
          <p:cNvSpPr>
            <a:spLocks/>
          </p:cNvSpPr>
          <p:nvPr/>
        </p:nvSpPr>
        <p:spPr bwMode="auto">
          <a:xfrm flipH="1">
            <a:off x="3659981" y="929879"/>
            <a:ext cx="128588" cy="401240"/>
          </a:xfrm>
          <a:custGeom>
            <a:avLst/>
            <a:gdLst>
              <a:gd name="T0" fmla="*/ 0 w 249"/>
              <a:gd name="T1" fmla="*/ 2147483646 h 176"/>
              <a:gd name="T2" fmla="*/ 326659760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5969" name="Text Box 18">
            <a:extLst>
              <a:ext uri="{FF2B5EF4-FFF2-40B4-BE49-F238E27FC236}">
                <a16:creationId xmlns:a16="http://schemas.microsoft.com/office/drawing/2014/main" id="{06708CF0-9CC3-A040-B4EB-207B33DCAFFF}"/>
              </a:ext>
            </a:extLst>
          </p:cNvPr>
          <p:cNvSpPr txBox="1">
            <a:spLocks noChangeArrowheads="1"/>
          </p:cNvSpPr>
          <p:nvPr/>
        </p:nvSpPr>
        <p:spPr bwMode="auto">
          <a:xfrm>
            <a:off x="3059907" y="50958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pic>
        <p:nvPicPr>
          <p:cNvPr id="125970" name="Picture 19">
            <a:extLst>
              <a:ext uri="{FF2B5EF4-FFF2-40B4-BE49-F238E27FC236}">
                <a16:creationId xmlns:a16="http://schemas.microsoft.com/office/drawing/2014/main" id="{1025748D-E9DE-164F-8CD8-728253B873C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15628" y="372666"/>
            <a:ext cx="641747" cy="62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971" name="Picture 20">
            <a:extLst>
              <a:ext uri="{FF2B5EF4-FFF2-40B4-BE49-F238E27FC236}">
                <a16:creationId xmlns:a16="http://schemas.microsoft.com/office/drawing/2014/main" id="{BF36E37B-487B-1348-9DC4-64293CC2EA81}"/>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99460" y="739379"/>
            <a:ext cx="578644" cy="326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972" name="Picture 21">
            <a:extLst>
              <a:ext uri="{FF2B5EF4-FFF2-40B4-BE49-F238E27FC236}">
                <a16:creationId xmlns:a16="http://schemas.microsoft.com/office/drawing/2014/main" id="{3E75EBFE-62C8-364A-B51F-EA28A8BD7B8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65194" y="358379"/>
            <a:ext cx="640556" cy="62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973" name="Picture 22">
            <a:extLst>
              <a:ext uri="{FF2B5EF4-FFF2-40B4-BE49-F238E27FC236}">
                <a16:creationId xmlns:a16="http://schemas.microsoft.com/office/drawing/2014/main" id="{447F3841-346D-A54F-986A-08EBFD4170D5}"/>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51585" y="722710"/>
            <a:ext cx="577453" cy="326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974" name="AutoShape 23">
            <a:extLst>
              <a:ext uri="{FF2B5EF4-FFF2-40B4-BE49-F238E27FC236}">
                <a16:creationId xmlns:a16="http://schemas.microsoft.com/office/drawing/2014/main" id="{CD2CDB0C-A1CD-B741-A29F-8ED55A512D50}"/>
              </a:ext>
            </a:extLst>
          </p:cNvPr>
          <p:cNvSpPr>
            <a:spLocks noChangeArrowheads="1"/>
          </p:cNvSpPr>
          <p:nvPr/>
        </p:nvSpPr>
        <p:spPr bwMode="auto">
          <a:xfrm flipV="1">
            <a:off x="2225278" y="456010"/>
            <a:ext cx="766763" cy="245269"/>
          </a:xfrm>
          <a:prstGeom prst="wedgeRoundRectCallout">
            <a:avLst>
              <a:gd name="adj1" fmla="val -98759"/>
              <a:gd name="adj2" fmla="val -194176"/>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25975" name="Text Box 24">
            <a:extLst>
              <a:ext uri="{FF2B5EF4-FFF2-40B4-BE49-F238E27FC236}">
                <a16:creationId xmlns:a16="http://schemas.microsoft.com/office/drawing/2014/main" id="{7FAC1E2F-4116-B643-A82F-794BF7799A97}"/>
              </a:ext>
            </a:extLst>
          </p:cNvPr>
          <p:cNvSpPr txBox="1">
            <a:spLocks noChangeArrowheads="1"/>
          </p:cNvSpPr>
          <p:nvPr/>
        </p:nvSpPr>
        <p:spPr bwMode="auto">
          <a:xfrm>
            <a:off x="2195513" y="415528"/>
            <a:ext cx="87716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硬件地址</a:t>
            </a:r>
          </a:p>
        </p:txBody>
      </p:sp>
      <p:sp>
        <p:nvSpPr>
          <p:cNvPr id="125976" name="Text Box 25">
            <a:extLst>
              <a:ext uri="{FF2B5EF4-FFF2-40B4-BE49-F238E27FC236}">
                <a16:creationId xmlns:a16="http://schemas.microsoft.com/office/drawing/2014/main" id="{C47B2C10-9FB3-214D-8125-E506B16308A2}"/>
              </a:ext>
            </a:extLst>
          </p:cNvPr>
          <p:cNvSpPr txBox="1">
            <a:spLocks noChangeArrowheads="1"/>
          </p:cNvSpPr>
          <p:nvPr/>
        </p:nvSpPr>
        <p:spPr bwMode="auto">
          <a:xfrm>
            <a:off x="5070873" y="514350"/>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25977" name="Text Box 26">
            <a:extLst>
              <a:ext uri="{FF2B5EF4-FFF2-40B4-BE49-F238E27FC236}">
                <a16:creationId xmlns:a16="http://schemas.microsoft.com/office/drawing/2014/main" id="{D28EC4F4-5CA7-3E40-8009-CF1C0FCAAE0E}"/>
              </a:ext>
            </a:extLst>
          </p:cNvPr>
          <p:cNvSpPr txBox="1">
            <a:spLocks noChangeArrowheads="1"/>
          </p:cNvSpPr>
          <p:nvPr/>
        </p:nvSpPr>
        <p:spPr bwMode="auto">
          <a:xfrm>
            <a:off x="7184231"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78" name="Text Box 27">
            <a:extLst>
              <a:ext uri="{FF2B5EF4-FFF2-40B4-BE49-F238E27FC236}">
                <a16:creationId xmlns:a16="http://schemas.microsoft.com/office/drawing/2014/main" id="{C0D29ECA-7652-5646-9EDA-D6D13DD7FE0F}"/>
              </a:ext>
            </a:extLst>
          </p:cNvPr>
          <p:cNvSpPr txBox="1">
            <a:spLocks noChangeArrowheads="1"/>
          </p:cNvSpPr>
          <p:nvPr/>
        </p:nvSpPr>
        <p:spPr bwMode="auto">
          <a:xfrm>
            <a:off x="1353741" y="4202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79" name="Text Box 28">
            <a:extLst>
              <a:ext uri="{FF2B5EF4-FFF2-40B4-BE49-F238E27FC236}">
                <a16:creationId xmlns:a16="http://schemas.microsoft.com/office/drawing/2014/main" id="{ECC312D2-64D9-A446-9769-D4DEE9955895}"/>
              </a:ext>
            </a:extLst>
          </p:cNvPr>
          <p:cNvSpPr txBox="1">
            <a:spLocks noChangeArrowheads="1"/>
          </p:cNvSpPr>
          <p:nvPr/>
        </p:nvSpPr>
        <p:spPr bwMode="auto">
          <a:xfrm>
            <a:off x="7416404" y="408385"/>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80" name="Text Box 29">
            <a:extLst>
              <a:ext uri="{FF2B5EF4-FFF2-40B4-BE49-F238E27FC236}">
                <a16:creationId xmlns:a16="http://schemas.microsoft.com/office/drawing/2014/main" id="{748F9FBC-88D8-9C45-B8A7-EB7A07DC110D}"/>
              </a:ext>
            </a:extLst>
          </p:cNvPr>
          <p:cNvSpPr txBox="1">
            <a:spLocks noChangeArrowheads="1"/>
          </p:cNvSpPr>
          <p:nvPr/>
        </p:nvSpPr>
        <p:spPr bwMode="auto">
          <a:xfrm>
            <a:off x="2057401"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25981" name="Text Box 30">
            <a:extLst>
              <a:ext uri="{FF2B5EF4-FFF2-40B4-BE49-F238E27FC236}">
                <a16:creationId xmlns:a16="http://schemas.microsoft.com/office/drawing/2014/main" id="{6ECD0623-04A9-7E47-8938-4B275EDC8155}"/>
              </a:ext>
            </a:extLst>
          </p:cNvPr>
          <p:cNvSpPr txBox="1">
            <a:spLocks noChangeArrowheads="1"/>
          </p:cNvSpPr>
          <p:nvPr/>
        </p:nvSpPr>
        <p:spPr bwMode="auto">
          <a:xfrm>
            <a:off x="4175523"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25982" name="Text Box 31">
            <a:extLst>
              <a:ext uri="{FF2B5EF4-FFF2-40B4-BE49-F238E27FC236}">
                <a16:creationId xmlns:a16="http://schemas.microsoft.com/office/drawing/2014/main" id="{41FAAAB1-613F-B741-81CD-587FAD34CF97}"/>
              </a:ext>
            </a:extLst>
          </p:cNvPr>
          <p:cNvSpPr txBox="1">
            <a:spLocks noChangeArrowheads="1"/>
          </p:cNvSpPr>
          <p:nvPr/>
        </p:nvSpPr>
        <p:spPr bwMode="auto">
          <a:xfrm>
            <a:off x="6435329"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453740" name="Text Box 108">
            <a:extLst>
              <a:ext uri="{FF2B5EF4-FFF2-40B4-BE49-F238E27FC236}">
                <a16:creationId xmlns:a16="http://schemas.microsoft.com/office/drawing/2014/main" id="{84EDB292-3CD1-0A43-BA33-2B27D971B8FF}"/>
              </a:ext>
            </a:extLst>
          </p:cNvPr>
          <p:cNvSpPr txBox="1">
            <a:spLocks noChangeArrowheads="1"/>
          </p:cNvSpPr>
          <p:nvPr/>
        </p:nvSpPr>
        <p:spPr bwMode="auto">
          <a:xfrm>
            <a:off x="1955654" y="1718072"/>
            <a:ext cx="4839786" cy="885948"/>
          </a:xfrm>
          <a:prstGeom prst="rect">
            <a:avLst/>
          </a:prstGeom>
          <a:solidFill>
            <a:srgbClr val="FFFF99"/>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3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通信的路径</a:t>
            </a:r>
          </a:p>
          <a:p>
            <a:pPr algn="ctr" eaLnBrk="1" hangingPunct="1">
              <a:lnSpc>
                <a:spcPct val="130000"/>
              </a:lnSpc>
              <a:spcBef>
                <a:spcPct val="0"/>
              </a:spcBef>
              <a:spcAft>
                <a:spcPct val="30000"/>
              </a:spcAft>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H</a:t>
            </a:r>
            <a:r>
              <a:rPr lang="en-US" altLang="zh-CN" sz="2100" baseline="-25000">
                <a:latin typeface="Arial" panose="020B0604020202020204" pitchFamily="34" charset="0"/>
                <a:ea typeface="宋体" panose="02010600030101010101" pitchFamily="2" charset="-122"/>
                <a:cs typeface="黑体" panose="02010609060101010101" pitchFamily="49" charset="-122"/>
              </a:rPr>
              <a:t>1</a:t>
            </a:r>
            <a:r>
              <a:rPr lang="en-US" altLang="zh-CN" sz="2100">
                <a:latin typeface="Arial" panose="020B0604020202020204" pitchFamily="34" charset="0"/>
                <a:ea typeface="宋体" panose="02010600030101010101" pitchFamily="2" charset="-122"/>
                <a:cs typeface="黑体" panose="02010609060101010101" pitchFamily="49" charset="-122"/>
              </a:rPr>
              <a:t>→</a:t>
            </a:r>
            <a:r>
              <a:rPr lang="zh-CN" altLang="en-US" sz="2100">
                <a:latin typeface="Arial" panose="020B0604020202020204" pitchFamily="34" charset="0"/>
                <a:ea typeface="宋体" panose="02010600030101010101" pitchFamily="2" charset="-122"/>
                <a:cs typeface="黑体" panose="02010609060101010101" pitchFamily="49" charset="-122"/>
              </a:rPr>
              <a:t>经过 </a:t>
            </a:r>
            <a:r>
              <a:rPr lang="en-US" altLang="zh-CN" sz="2100">
                <a:latin typeface="Arial" panose="020B0604020202020204" pitchFamily="34" charset="0"/>
                <a:ea typeface="宋体" panose="02010600030101010101" pitchFamily="2" charset="-122"/>
                <a:cs typeface="黑体" panose="02010609060101010101" pitchFamily="49" charset="-122"/>
              </a:rPr>
              <a:t>R</a:t>
            </a:r>
            <a:r>
              <a:rPr lang="en-US" altLang="zh-CN" sz="2100" baseline="-25000">
                <a:latin typeface="Arial" panose="020B0604020202020204" pitchFamily="34" charset="0"/>
                <a:ea typeface="宋体" panose="02010600030101010101" pitchFamily="2" charset="-122"/>
                <a:cs typeface="黑体" panose="02010609060101010101" pitchFamily="49" charset="-122"/>
              </a:rPr>
              <a:t>1 </a:t>
            </a:r>
            <a:r>
              <a:rPr lang="zh-CN" altLang="en-US" sz="2100">
                <a:latin typeface="Arial" panose="020B0604020202020204" pitchFamily="34" charset="0"/>
                <a:ea typeface="宋体" panose="02010600030101010101" pitchFamily="2" charset="-122"/>
                <a:cs typeface="黑体" panose="02010609060101010101" pitchFamily="49" charset="-122"/>
              </a:rPr>
              <a:t>转发→再经过 </a:t>
            </a:r>
            <a:r>
              <a:rPr lang="en-US" altLang="zh-CN" sz="2100">
                <a:latin typeface="Arial" panose="020B0604020202020204" pitchFamily="34" charset="0"/>
                <a:ea typeface="宋体" panose="02010600030101010101" pitchFamily="2" charset="-122"/>
                <a:cs typeface="黑体" panose="02010609060101010101" pitchFamily="49" charset="-122"/>
              </a:rPr>
              <a:t>R</a:t>
            </a:r>
            <a:r>
              <a:rPr lang="en-US" altLang="zh-CN" sz="2100" baseline="-25000">
                <a:latin typeface="Arial" panose="020B0604020202020204" pitchFamily="34" charset="0"/>
                <a:ea typeface="宋体" panose="02010600030101010101" pitchFamily="2" charset="-122"/>
                <a:cs typeface="黑体" panose="02010609060101010101" pitchFamily="49" charset="-122"/>
              </a:rPr>
              <a:t>2 </a:t>
            </a:r>
            <a:r>
              <a:rPr lang="zh-CN" altLang="en-US" sz="2100">
                <a:latin typeface="Arial" panose="020B0604020202020204" pitchFamily="34" charset="0"/>
                <a:ea typeface="宋体" panose="02010600030101010101" pitchFamily="2" charset="-122"/>
                <a:cs typeface="黑体" panose="02010609060101010101" pitchFamily="49" charset="-122"/>
              </a:rPr>
              <a:t>转发→</a:t>
            </a:r>
            <a:r>
              <a:rPr lang="en-US" altLang="zh-CN" sz="2100">
                <a:latin typeface="Arial" panose="020B0604020202020204" pitchFamily="34" charset="0"/>
                <a:ea typeface="宋体" panose="02010600030101010101" pitchFamily="2" charset="-122"/>
                <a:cs typeface="黑体" panose="02010609060101010101" pitchFamily="49" charset="-122"/>
              </a:rPr>
              <a:t>H</a:t>
            </a:r>
            <a:r>
              <a:rPr lang="en-US" altLang="zh-CN" sz="2100" baseline="-25000">
                <a:latin typeface="Arial" panose="020B0604020202020204" pitchFamily="34" charset="0"/>
                <a:ea typeface="宋体" panose="02010600030101010101" pitchFamily="2" charset="-122"/>
                <a:cs typeface="黑体" panose="02010609060101010101" pitchFamily="49" charset="-122"/>
              </a:rPr>
              <a:t>2</a:t>
            </a:r>
            <a:endParaRPr lang="en-US" altLang="zh-CN" sz="2100">
              <a:latin typeface="Arial" panose="020B0604020202020204" pitchFamily="34" charset="0"/>
              <a:ea typeface="宋体" panose="02010600030101010101" pitchFamily="2" charset="-122"/>
              <a:cs typeface="黑体" panose="02010609060101010101" pitchFamily="49" charset="-122"/>
            </a:endParaRPr>
          </a:p>
        </p:txBody>
      </p:sp>
      <p:sp>
        <p:nvSpPr>
          <p:cNvPr id="453741" name="弧 109">
            <a:extLst>
              <a:ext uri="{FF2B5EF4-FFF2-40B4-BE49-F238E27FC236}">
                <a16:creationId xmlns:a16="http://schemas.microsoft.com/office/drawing/2014/main" id="{B9651638-FE04-6F46-83A7-3DDA1C5C15E8}"/>
              </a:ext>
            </a:extLst>
          </p:cNvPr>
          <p:cNvSpPr>
            <a:spLocks/>
          </p:cNvSpPr>
          <p:nvPr/>
        </p:nvSpPr>
        <p:spPr bwMode="auto">
          <a:xfrm rot="2655715" flipV="1">
            <a:off x="1840707" y="220267"/>
            <a:ext cx="1188244" cy="1296590"/>
          </a:xfrm>
          <a:custGeom>
            <a:avLst/>
            <a:gdLst>
              <a:gd name="T0" fmla="*/ 0 w 27804"/>
              <a:gd name="T1" fmla="*/ 241280268 h 26910"/>
              <a:gd name="T2" fmla="*/ 2147483646 w 27804"/>
              <a:gd name="T3" fmla="*/ 2147483646 h 26910"/>
              <a:gd name="T4" fmla="*/ 1147844545 w 27804"/>
              <a:gd name="T5" fmla="*/ 2147483646 h 26910"/>
              <a:gd name="T6" fmla="*/ 0 60000 65536"/>
              <a:gd name="T7" fmla="*/ 0 60000 65536"/>
              <a:gd name="T8" fmla="*/ 0 60000 65536"/>
            </a:gdLst>
            <a:ahLst/>
            <a:cxnLst>
              <a:cxn ang="T6">
                <a:pos x="T0" y="T1"/>
              </a:cxn>
              <a:cxn ang="T7">
                <a:pos x="T2" y="T3"/>
              </a:cxn>
              <a:cxn ang="T8">
                <a:pos x="T4" y="T5"/>
              </a:cxn>
            </a:cxnLst>
            <a:rect l="0" t="0" r="r" b="b"/>
            <a:pathLst>
              <a:path w="27804" h="26910" fill="none" extrusionOk="0">
                <a:moveTo>
                  <a:pt x="0" y="910"/>
                </a:moveTo>
                <a:cubicBezTo>
                  <a:pt x="2012" y="306"/>
                  <a:pt x="4102" y="-1"/>
                  <a:pt x="6204" y="-1"/>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1"/>
                </a:cubicBezTo>
                <a:cubicBezTo>
                  <a:pt x="18133" y="0"/>
                  <a:pt x="27804" y="9670"/>
                  <a:pt x="27804" y="21600"/>
                </a:cubicBezTo>
                <a:cubicBezTo>
                  <a:pt x="27804" y="23390"/>
                  <a:pt x="27581" y="25174"/>
                  <a:pt x="27141" y="26910"/>
                </a:cubicBezTo>
                <a:lnTo>
                  <a:pt x="6204" y="21600"/>
                </a:lnTo>
                <a:lnTo>
                  <a:pt x="0" y="910"/>
                </a:lnTo>
                <a:close/>
              </a:path>
            </a:pathLst>
          </a:custGeom>
          <a:noFill/>
          <a:ln w="76200">
            <a:solidFill>
              <a:schemeClr val="hlink"/>
            </a:solidFill>
            <a:round/>
            <a:headEnd/>
            <a:tailEnd type="triangle" w="med" len="lg"/>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453742" name="弧 110">
            <a:extLst>
              <a:ext uri="{FF2B5EF4-FFF2-40B4-BE49-F238E27FC236}">
                <a16:creationId xmlns:a16="http://schemas.microsoft.com/office/drawing/2014/main" id="{ADA57FAA-5AC7-8743-A056-13EFE41D6CD6}"/>
              </a:ext>
            </a:extLst>
          </p:cNvPr>
          <p:cNvSpPr>
            <a:spLocks/>
          </p:cNvSpPr>
          <p:nvPr/>
        </p:nvSpPr>
        <p:spPr bwMode="auto">
          <a:xfrm rot="2655715" flipV="1">
            <a:off x="3924300" y="195263"/>
            <a:ext cx="1188244" cy="1296591"/>
          </a:xfrm>
          <a:custGeom>
            <a:avLst/>
            <a:gdLst>
              <a:gd name="T0" fmla="*/ 0 w 27804"/>
              <a:gd name="T1" fmla="*/ 241280536 h 26910"/>
              <a:gd name="T2" fmla="*/ 2147483646 w 27804"/>
              <a:gd name="T3" fmla="*/ 2147483646 h 26910"/>
              <a:gd name="T4" fmla="*/ 1147844545 w 27804"/>
              <a:gd name="T5" fmla="*/ 2147483646 h 26910"/>
              <a:gd name="T6" fmla="*/ 0 60000 65536"/>
              <a:gd name="T7" fmla="*/ 0 60000 65536"/>
              <a:gd name="T8" fmla="*/ 0 60000 65536"/>
            </a:gdLst>
            <a:ahLst/>
            <a:cxnLst>
              <a:cxn ang="T6">
                <a:pos x="T0" y="T1"/>
              </a:cxn>
              <a:cxn ang="T7">
                <a:pos x="T2" y="T3"/>
              </a:cxn>
              <a:cxn ang="T8">
                <a:pos x="T4" y="T5"/>
              </a:cxn>
            </a:cxnLst>
            <a:rect l="0" t="0" r="r" b="b"/>
            <a:pathLst>
              <a:path w="27804" h="26910" fill="none" extrusionOk="0">
                <a:moveTo>
                  <a:pt x="0" y="910"/>
                </a:moveTo>
                <a:cubicBezTo>
                  <a:pt x="2012" y="306"/>
                  <a:pt x="4102" y="-1"/>
                  <a:pt x="6204" y="-1"/>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1"/>
                </a:cubicBezTo>
                <a:cubicBezTo>
                  <a:pt x="18133" y="0"/>
                  <a:pt x="27804" y="9670"/>
                  <a:pt x="27804" y="21600"/>
                </a:cubicBezTo>
                <a:cubicBezTo>
                  <a:pt x="27804" y="23390"/>
                  <a:pt x="27581" y="25174"/>
                  <a:pt x="27141" y="26910"/>
                </a:cubicBezTo>
                <a:lnTo>
                  <a:pt x="6204" y="21600"/>
                </a:lnTo>
                <a:lnTo>
                  <a:pt x="0" y="910"/>
                </a:lnTo>
                <a:close/>
              </a:path>
            </a:pathLst>
          </a:custGeom>
          <a:noFill/>
          <a:ln w="76200">
            <a:solidFill>
              <a:schemeClr val="hlink"/>
            </a:solidFill>
            <a:round/>
            <a:headEnd/>
            <a:tailEnd type="triangle" w="med" len="lg"/>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453743" name="弧 111">
            <a:extLst>
              <a:ext uri="{FF2B5EF4-FFF2-40B4-BE49-F238E27FC236}">
                <a16:creationId xmlns:a16="http://schemas.microsoft.com/office/drawing/2014/main" id="{A2460A47-BD04-734E-B734-9EEC5F4E4566}"/>
              </a:ext>
            </a:extLst>
          </p:cNvPr>
          <p:cNvSpPr>
            <a:spLocks/>
          </p:cNvSpPr>
          <p:nvPr/>
        </p:nvSpPr>
        <p:spPr bwMode="auto">
          <a:xfrm rot="2655715" flipV="1">
            <a:off x="6007894" y="170260"/>
            <a:ext cx="1188244" cy="1296590"/>
          </a:xfrm>
          <a:custGeom>
            <a:avLst/>
            <a:gdLst>
              <a:gd name="T0" fmla="*/ 0 w 27804"/>
              <a:gd name="T1" fmla="*/ 241280268 h 26910"/>
              <a:gd name="T2" fmla="*/ 2147483646 w 27804"/>
              <a:gd name="T3" fmla="*/ 2147483646 h 26910"/>
              <a:gd name="T4" fmla="*/ 1147844545 w 27804"/>
              <a:gd name="T5" fmla="*/ 2147483646 h 26910"/>
              <a:gd name="T6" fmla="*/ 0 60000 65536"/>
              <a:gd name="T7" fmla="*/ 0 60000 65536"/>
              <a:gd name="T8" fmla="*/ 0 60000 65536"/>
            </a:gdLst>
            <a:ahLst/>
            <a:cxnLst>
              <a:cxn ang="T6">
                <a:pos x="T0" y="T1"/>
              </a:cxn>
              <a:cxn ang="T7">
                <a:pos x="T2" y="T3"/>
              </a:cxn>
              <a:cxn ang="T8">
                <a:pos x="T4" y="T5"/>
              </a:cxn>
            </a:cxnLst>
            <a:rect l="0" t="0" r="r" b="b"/>
            <a:pathLst>
              <a:path w="27804" h="26910" fill="none" extrusionOk="0">
                <a:moveTo>
                  <a:pt x="0" y="910"/>
                </a:moveTo>
                <a:cubicBezTo>
                  <a:pt x="2012" y="306"/>
                  <a:pt x="4102" y="-1"/>
                  <a:pt x="6204" y="-1"/>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1"/>
                </a:cubicBezTo>
                <a:cubicBezTo>
                  <a:pt x="18133" y="0"/>
                  <a:pt x="27804" y="9670"/>
                  <a:pt x="27804" y="21600"/>
                </a:cubicBezTo>
                <a:cubicBezTo>
                  <a:pt x="27804" y="23390"/>
                  <a:pt x="27581" y="25174"/>
                  <a:pt x="27141" y="26910"/>
                </a:cubicBezTo>
                <a:lnTo>
                  <a:pt x="6204" y="21600"/>
                </a:lnTo>
                <a:lnTo>
                  <a:pt x="0" y="910"/>
                </a:lnTo>
                <a:close/>
              </a:path>
            </a:pathLst>
          </a:custGeom>
          <a:noFill/>
          <a:ln w="76200">
            <a:solidFill>
              <a:schemeClr val="hlink"/>
            </a:solidFill>
            <a:round/>
            <a:headEnd/>
            <a:tailEnd type="triangle" w="med" len="lg"/>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453744" name="Text Box 112">
            <a:extLst>
              <a:ext uri="{FF2B5EF4-FFF2-40B4-BE49-F238E27FC236}">
                <a16:creationId xmlns:a16="http://schemas.microsoft.com/office/drawing/2014/main" id="{9D9C94C8-507C-B945-A72E-5437850513E1}"/>
              </a:ext>
            </a:extLst>
          </p:cNvPr>
          <p:cNvSpPr txBox="1">
            <a:spLocks noChangeArrowheads="1"/>
          </p:cNvSpPr>
          <p:nvPr/>
        </p:nvSpPr>
        <p:spPr bwMode="auto">
          <a:xfrm>
            <a:off x="2655072" y="0"/>
            <a:ext cx="1531188" cy="465833"/>
          </a:xfrm>
          <a:prstGeom prst="rect">
            <a:avLst/>
          </a:prstGeom>
          <a:solidFill>
            <a:srgbClr val="FFFF99"/>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3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查找路由表</a:t>
            </a:r>
          </a:p>
        </p:txBody>
      </p:sp>
      <p:sp>
        <p:nvSpPr>
          <p:cNvPr id="453745" name="Text Box 113">
            <a:extLst>
              <a:ext uri="{FF2B5EF4-FFF2-40B4-BE49-F238E27FC236}">
                <a16:creationId xmlns:a16="http://schemas.microsoft.com/office/drawing/2014/main" id="{ACE45E13-9552-A44C-81F9-A50E87B8860B}"/>
              </a:ext>
            </a:extLst>
          </p:cNvPr>
          <p:cNvSpPr txBox="1">
            <a:spLocks noChangeArrowheads="1"/>
          </p:cNvSpPr>
          <p:nvPr/>
        </p:nvSpPr>
        <p:spPr bwMode="auto">
          <a:xfrm>
            <a:off x="4654132" y="33338"/>
            <a:ext cx="1531188" cy="465833"/>
          </a:xfrm>
          <a:prstGeom prst="rect">
            <a:avLst/>
          </a:prstGeom>
          <a:solidFill>
            <a:srgbClr val="FFFF99"/>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3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查找路由表</a:t>
            </a:r>
          </a:p>
        </p:txBody>
      </p:sp>
      <p:sp>
        <p:nvSpPr>
          <p:cNvPr id="125989" name="幻灯片编号占位符 1">
            <a:extLst>
              <a:ext uri="{FF2B5EF4-FFF2-40B4-BE49-F238E27FC236}">
                <a16:creationId xmlns:a16="http://schemas.microsoft.com/office/drawing/2014/main" id="{F8238FF5-22F6-364A-94CD-D1DB90E3E7A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ABB77DBE-83BB-B74B-8F4C-78574DCF8602}"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4763206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453740"/>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22" presetClass="entr" presetSubtype="8" fill="hold" nodeType="afterEffect">
                                  <p:stCondLst>
                                    <p:cond delay="0"/>
                                  </p:stCondLst>
                                  <p:childTnLst>
                                    <p:set>
                                      <p:cBhvr>
                                        <p:cTn id="9" dur="1" fill="hold">
                                          <p:stCondLst>
                                            <p:cond delay="0"/>
                                          </p:stCondLst>
                                        </p:cTn>
                                        <p:tgtEl>
                                          <p:spTgt spid="453741"/>
                                        </p:tgtEl>
                                        <p:attrNameLst>
                                          <p:attrName>style.visibility</p:attrName>
                                        </p:attrNameLst>
                                      </p:cBhvr>
                                      <p:to>
                                        <p:strVal val="visible"/>
                                      </p:to>
                                    </p:set>
                                    <p:animEffect transition="in" filter="wipe(left)">
                                      <p:cBhvr>
                                        <p:cTn id="10" dur="1000"/>
                                        <p:tgtEl>
                                          <p:spTgt spid="453741"/>
                                        </p:tgtEl>
                                      </p:cBhvr>
                                    </p:animEffect>
                                  </p:childTnLst>
                                </p:cTn>
                              </p:par>
                            </p:childTnLst>
                          </p:cTn>
                        </p:par>
                        <p:par>
                          <p:cTn id="11" fill="hold" nodeType="afterGroup">
                            <p:stCondLst>
                              <p:cond delay="4000"/>
                            </p:stCondLst>
                            <p:childTnLst>
                              <p:par>
                                <p:cTn id="12" presetID="1" presetClass="exit" presetSubtype="0" fill="hold" nodeType="afterEffect">
                                  <p:stCondLst>
                                    <p:cond delay="500"/>
                                  </p:stCondLst>
                                  <p:childTnLst>
                                    <p:set>
                                      <p:cBhvr>
                                        <p:cTn id="13" dur="1" fill="hold">
                                          <p:stCondLst>
                                            <p:cond delay="0"/>
                                          </p:stCondLst>
                                        </p:cTn>
                                        <p:tgtEl>
                                          <p:spTgt spid="453741"/>
                                        </p:tgtEl>
                                        <p:attrNameLst>
                                          <p:attrName>style.visibility</p:attrName>
                                        </p:attrNameLst>
                                      </p:cBhvr>
                                      <p:to>
                                        <p:strVal val="hidden"/>
                                      </p:to>
                                    </p:set>
                                  </p:childTnLst>
                                </p:cTn>
                              </p:par>
                            </p:childTnLst>
                          </p:cTn>
                        </p:par>
                        <p:par>
                          <p:cTn id="14" fill="hold" nodeType="afterGroup">
                            <p:stCondLst>
                              <p:cond delay="4500"/>
                            </p:stCondLst>
                            <p:childTnLst>
                              <p:par>
                                <p:cTn id="15" presetID="1" presetClass="entr" presetSubtype="0" fill="hold" grpId="0" nodeType="afterEffect">
                                  <p:stCondLst>
                                    <p:cond delay="500"/>
                                  </p:stCondLst>
                                  <p:childTnLst>
                                    <p:set>
                                      <p:cBhvr>
                                        <p:cTn id="16" dur="1" fill="hold">
                                          <p:stCondLst>
                                            <p:cond delay="0"/>
                                          </p:stCondLst>
                                        </p:cTn>
                                        <p:tgtEl>
                                          <p:spTgt spid="453744"/>
                                        </p:tgtEl>
                                        <p:attrNameLst>
                                          <p:attrName>style.visibility</p:attrName>
                                        </p:attrNameLst>
                                      </p:cBhvr>
                                      <p:to>
                                        <p:strVal val="visible"/>
                                      </p:to>
                                    </p:set>
                                  </p:childTnLst>
                                </p:cTn>
                              </p:par>
                            </p:childTnLst>
                          </p:cTn>
                        </p:par>
                        <p:par>
                          <p:cTn id="17" fill="hold" nodeType="afterGroup">
                            <p:stCondLst>
                              <p:cond delay="5000"/>
                            </p:stCondLst>
                            <p:childTnLst>
                              <p:par>
                                <p:cTn id="18" presetID="1" presetClass="exit" presetSubtype="0" fill="hold" grpId="1" nodeType="afterEffect">
                                  <p:stCondLst>
                                    <p:cond delay="1000"/>
                                  </p:stCondLst>
                                  <p:childTnLst>
                                    <p:set>
                                      <p:cBhvr>
                                        <p:cTn id="19" dur="1" fill="hold">
                                          <p:stCondLst>
                                            <p:cond delay="0"/>
                                          </p:stCondLst>
                                        </p:cTn>
                                        <p:tgtEl>
                                          <p:spTgt spid="453744"/>
                                        </p:tgtEl>
                                        <p:attrNameLst>
                                          <p:attrName>style.visibility</p:attrName>
                                        </p:attrNameLst>
                                      </p:cBhvr>
                                      <p:to>
                                        <p:strVal val="hidden"/>
                                      </p:to>
                                    </p:set>
                                  </p:childTnLst>
                                </p:cTn>
                              </p:par>
                            </p:childTnLst>
                          </p:cTn>
                        </p:par>
                        <p:par>
                          <p:cTn id="20" fill="hold" nodeType="afterGroup">
                            <p:stCondLst>
                              <p:cond delay="6000"/>
                            </p:stCondLst>
                            <p:childTnLst>
                              <p:par>
                                <p:cTn id="21" presetID="22" presetClass="entr" presetSubtype="8" fill="hold" nodeType="afterEffect">
                                  <p:stCondLst>
                                    <p:cond delay="0"/>
                                  </p:stCondLst>
                                  <p:childTnLst>
                                    <p:set>
                                      <p:cBhvr>
                                        <p:cTn id="22" dur="1" fill="hold">
                                          <p:stCondLst>
                                            <p:cond delay="0"/>
                                          </p:stCondLst>
                                        </p:cTn>
                                        <p:tgtEl>
                                          <p:spTgt spid="453742"/>
                                        </p:tgtEl>
                                        <p:attrNameLst>
                                          <p:attrName>style.visibility</p:attrName>
                                        </p:attrNameLst>
                                      </p:cBhvr>
                                      <p:to>
                                        <p:strVal val="visible"/>
                                      </p:to>
                                    </p:set>
                                    <p:animEffect transition="in" filter="wipe(left)">
                                      <p:cBhvr>
                                        <p:cTn id="23" dur="1000"/>
                                        <p:tgtEl>
                                          <p:spTgt spid="453742"/>
                                        </p:tgtEl>
                                      </p:cBhvr>
                                    </p:animEffect>
                                  </p:childTnLst>
                                </p:cTn>
                              </p:par>
                            </p:childTnLst>
                          </p:cTn>
                        </p:par>
                        <p:par>
                          <p:cTn id="24" fill="hold" nodeType="afterGroup">
                            <p:stCondLst>
                              <p:cond delay="7000"/>
                            </p:stCondLst>
                            <p:childTnLst>
                              <p:par>
                                <p:cTn id="25" presetID="1" presetClass="exit" presetSubtype="0" fill="hold" nodeType="afterEffect">
                                  <p:stCondLst>
                                    <p:cond delay="500"/>
                                  </p:stCondLst>
                                  <p:childTnLst>
                                    <p:set>
                                      <p:cBhvr>
                                        <p:cTn id="26" dur="1" fill="hold">
                                          <p:stCondLst>
                                            <p:cond delay="0"/>
                                          </p:stCondLst>
                                        </p:cTn>
                                        <p:tgtEl>
                                          <p:spTgt spid="453742"/>
                                        </p:tgtEl>
                                        <p:attrNameLst>
                                          <p:attrName>style.visibility</p:attrName>
                                        </p:attrNameLst>
                                      </p:cBhvr>
                                      <p:to>
                                        <p:strVal val="hidden"/>
                                      </p:to>
                                    </p:set>
                                  </p:childTnLst>
                                </p:cTn>
                              </p:par>
                            </p:childTnLst>
                          </p:cTn>
                        </p:par>
                        <p:par>
                          <p:cTn id="27" fill="hold" nodeType="afterGroup">
                            <p:stCondLst>
                              <p:cond delay="7500"/>
                            </p:stCondLst>
                            <p:childTnLst>
                              <p:par>
                                <p:cTn id="28" presetID="1" presetClass="entr" presetSubtype="0" fill="hold" grpId="0" nodeType="afterEffect">
                                  <p:stCondLst>
                                    <p:cond delay="500"/>
                                  </p:stCondLst>
                                  <p:childTnLst>
                                    <p:set>
                                      <p:cBhvr>
                                        <p:cTn id="29" dur="1" fill="hold">
                                          <p:stCondLst>
                                            <p:cond delay="0"/>
                                          </p:stCondLst>
                                        </p:cTn>
                                        <p:tgtEl>
                                          <p:spTgt spid="453745"/>
                                        </p:tgtEl>
                                        <p:attrNameLst>
                                          <p:attrName>style.visibility</p:attrName>
                                        </p:attrNameLst>
                                      </p:cBhvr>
                                      <p:to>
                                        <p:strVal val="visible"/>
                                      </p:to>
                                    </p:set>
                                  </p:childTnLst>
                                </p:cTn>
                              </p:par>
                            </p:childTnLst>
                          </p:cTn>
                        </p:par>
                        <p:par>
                          <p:cTn id="30" fill="hold" nodeType="afterGroup">
                            <p:stCondLst>
                              <p:cond delay="8000"/>
                            </p:stCondLst>
                            <p:childTnLst>
                              <p:par>
                                <p:cTn id="31" presetID="1" presetClass="exit" presetSubtype="0" fill="hold" grpId="1" nodeType="afterEffect">
                                  <p:stCondLst>
                                    <p:cond delay="1000"/>
                                  </p:stCondLst>
                                  <p:childTnLst>
                                    <p:set>
                                      <p:cBhvr>
                                        <p:cTn id="32" dur="1" fill="hold">
                                          <p:stCondLst>
                                            <p:cond delay="0"/>
                                          </p:stCondLst>
                                        </p:cTn>
                                        <p:tgtEl>
                                          <p:spTgt spid="453745"/>
                                        </p:tgtEl>
                                        <p:attrNameLst>
                                          <p:attrName>style.visibility</p:attrName>
                                        </p:attrNameLst>
                                      </p:cBhvr>
                                      <p:to>
                                        <p:strVal val="hidden"/>
                                      </p:to>
                                    </p:set>
                                  </p:childTnLst>
                                </p:cTn>
                              </p:par>
                            </p:childTnLst>
                          </p:cTn>
                        </p:par>
                        <p:par>
                          <p:cTn id="33" fill="hold" nodeType="afterGroup">
                            <p:stCondLst>
                              <p:cond delay="9000"/>
                            </p:stCondLst>
                            <p:childTnLst>
                              <p:par>
                                <p:cTn id="34" presetID="22" presetClass="entr" presetSubtype="8" fill="hold" nodeType="afterEffect">
                                  <p:stCondLst>
                                    <p:cond delay="0"/>
                                  </p:stCondLst>
                                  <p:childTnLst>
                                    <p:set>
                                      <p:cBhvr>
                                        <p:cTn id="35" dur="1" fill="hold">
                                          <p:stCondLst>
                                            <p:cond delay="0"/>
                                          </p:stCondLst>
                                        </p:cTn>
                                        <p:tgtEl>
                                          <p:spTgt spid="453743"/>
                                        </p:tgtEl>
                                        <p:attrNameLst>
                                          <p:attrName>style.visibility</p:attrName>
                                        </p:attrNameLst>
                                      </p:cBhvr>
                                      <p:to>
                                        <p:strVal val="visible"/>
                                      </p:to>
                                    </p:set>
                                    <p:animEffect transition="in" filter="wipe(left)">
                                      <p:cBhvr>
                                        <p:cTn id="36" dur="1000"/>
                                        <p:tgtEl>
                                          <p:spTgt spid="453743"/>
                                        </p:tgtEl>
                                      </p:cBhvr>
                                    </p:animEffect>
                                  </p:childTnLst>
                                </p:cTn>
                              </p:par>
                            </p:childTnLst>
                          </p:cTn>
                        </p:par>
                        <p:par>
                          <p:cTn id="37" fill="hold" nodeType="afterGroup">
                            <p:stCondLst>
                              <p:cond delay="10000"/>
                            </p:stCondLst>
                            <p:childTnLst>
                              <p:par>
                                <p:cTn id="38" presetID="1" presetClass="exit" presetSubtype="0" fill="hold" nodeType="afterEffect">
                                  <p:stCondLst>
                                    <p:cond delay="1000"/>
                                  </p:stCondLst>
                                  <p:childTnLst>
                                    <p:set>
                                      <p:cBhvr>
                                        <p:cTn id="39" dur="1" fill="hold">
                                          <p:stCondLst>
                                            <p:cond delay="0"/>
                                          </p:stCondLst>
                                        </p:cTn>
                                        <p:tgtEl>
                                          <p:spTgt spid="45374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3740" grpId="0" animBg="1"/>
      <p:bldP spid="453744" grpId="0" animBg="1"/>
      <p:bldP spid="453744" grpId="1" animBg="1"/>
      <p:bldP spid="453745" grpId="0" animBg="1"/>
      <p:bldP spid="453745" grpId="1" animBg="1"/>
    </p:bldLst>
  </p:timing>
</p:sld>
</file>

<file path=ppt/slides/slide5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28001" name="Freeform 45">
            <a:extLst>
              <a:ext uri="{FF2B5EF4-FFF2-40B4-BE49-F238E27FC236}">
                <a16:creationId xmlns:a16="http://schemas.microsoft.com/office/drawing/2014/main" id="{4D022B6B-15F6-C144-8193-4F9E0E7F66CD}"/>
              </a:ext>
            </a:extLst>
          </p:cNvPr>
          <p:cNvSpPr>
            <a:spLocks/>
          </p:cNvSpPr>
          <p:nvPr/>
        </p:nvSpPr>
        <p:spPr bwMode="auto">
          <a:xfrm>
            <a:off x="3082529" y="929879"/>
            <a:ext cx="186928" cy="400050"/>
          </a:xfrm>
          <a:custGeom>
            <a:avLst/>
            <a:gdLst>
              <a:gd name="T0" fmla="*/ 0 w 249"/>
              <a:gd name="T1" fmla="*/ 2147483646 h 176"/>
              <a:gd name="T2" fmla="*/ 100290666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8002" name="Freeform 46">
            <a:extLst>
              <a:ext uri="{FF2B5EF4-FFF2-40B4-BE49-F238E27FC236}">
                <a16:creationId xmlns:a16="http://schemas.microsoft.com/office/drawing/2014/main" id="{B7AAB727-378F-CC48-9AA6-644659DE3937}"/>
              </a:ext>
            </a:extLst>
          </p:cNvPr>
          <p:cNvSpPr>
            <a:spLocks/>
          </p:cNvSpPr>
          <p:nvPr/>
        </p:nvSpPr>
        <p:spPr bwMode="auto">
          <a:xfrm>
            <a:off x="5141119" y="929879"/>
            <a:ext cx="127397" cy="398859"/>
          </a:xfrm>
          <a:custGeom>
            <a:avLst/>
            <a:gdLst>
              <a:gd name="T0" fmla="*/ 0 w 249"/>
              <a:gd name="T1" fmla="*/ 2147483646 h 176"/>
              <a:gd name="T2" fmla="*/ 317382535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8003" name="Line 47">
            <a:extLst>
              <a:ext uri="{FF2B5EF4-FFF2-40B4-BE49-F238E27FC236}">
                <a16:creationId xmlns:a16="http://schemas.microsoft.com/office/drawing/2014/main" id="{1F5AA473-BFF4-3448-9152-92BD83AC0DE2}"/>
              </a:ext>
            </a:extLst>
          </p:cNvPr>
          <p:cNvSpPr>
            <a:spLocks noChangeShapeType="1"/>
          </p:cNvSpPr>
          <p:nvPr/>
        </p:nvSpPr>
        <p:spPr bwMode="auto">
          <a:xfrm rot="16200000">
            <a:off x="7410451" y="1128713"/>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04" name="Line 48">
            <a:extLst>
              <a:ext uri="{FF2B5EF4-FFF2-40B4-BE49-F238E27FC236}">
                <a16:creationId xmlns:a16="http://schemas.microsoft.com/office/drawing/2014/main" id="{6720973F-EBE4-9B4B-9AAB-A271866CB8A3}"/>
              </a:ext>
            </a:extLst>
          </p:cNvPr>
          <p:cNvSpPr>
            <a:spLocks noChangeShapeType="1"/>
          </p:cNvSpPr>
          <p:nvPr/>
        </p:nvSpPr>
        <p:spPr bwMode="auto">
          <a:xfrm rot="16200000">
            <a:off x="1295401" y="1128713"/>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05" name="Line 49">
            <a:extLst>
              <a:ext uri="{FF2B5EF4-FFF2-40B4-BE49-F238E27FC236}">
                <a16:creationId xmlns:a16="http://schemas.microsoft.com/office/drawing/2014/main" id="{ACA980FB-5965-9B48-8AC2-A4C6248575C0}"/>
              </a:ext>
            </a:extLst>
          </p:cNvPr>
          <p:cNvSpPr>
            <a:spLocks noChangeShapeType="1"/>
          </p:cNvSpPr>
          <p:nvPr/>
        </p:nvSpPr>
        <p:spPr bwMode="auto">
          <a:xfrm>
            <a:off x="1318023" y="1329929"/>
            <a:ext cx="1940719"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06" name="Text Box 50">
            <a:extLst>
              <a:ext uri="{FF2B5EF4-FFF2-40B4-BE49-F238E27FC236}">
                <a16:creationId xmlns:a16="http://schemas.microsoft.com/office/drawing/2014/main" id="{447FA09B-7DEB-AB42-A754-9B7CF7AFA980}"/>
              </a:ext>
            </a:extLst>
          </p:cNvPr>
          <p:cNvSpPr txBox="1">
            <a:spLocks noChangeArrowheads="1"/>
          </p:cNvSpPr>
          <p:nvPr/>
        </p:nvSpPr>
        <p:spPr bwMode="auto">
          <a:xfrm>
            <a:off x="1509713"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07" name="Text Box 51">
            <a:extLst>
              <a:ext uri="{FF2B5EF4-FFF2-40B4-BE49-F238E27FC236}">
                <a16:creationId xmlns:a16="http://schemas.microsoft.com/office/drawing/2014/main" id="{0C2944D4-96C4-3647-8588-5545D7D5C3AD}"/>
              </a:ext>
            </a:extLst>
          </p:cNvPr>
          <p:cNvSpPr txBox="1">
            <a:spLocks noChangeArrowheads="1"/>
          </p:cNvSpPr>
          <p:nvPr/>
        </p:nvSpPr>
        <p:spPr bwMode="auto">
          <a:xfrm>
            <a:off x="4729163"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08" name="Text Box 52">
            <a:extLst>
              <a:ext uri="{FF2B5EF4-FFF2-40B4-BE49-F238E27FC236}">
                <a16:creationId xmlns:a16="http://schemas.microsoft.com/office/drawing/2014/main" id="{A51A32EB-6147-5B48-B3DE-D7D8C5A22315}"/>
              </a:ext>
            </a:extLst>
          </p:cNvPr>
          <p:cNvSpPr txBox="1">
            <a:spLocks noChangeArrowheads="1"/>
          </p:cNvSpPr>
          <p:nvPr/>
        </p:nvSpPr>
        <p:spPr bwMode="auto">
          <a:xfrm>
            <a:off x="3779044"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09" name="Text Box 53">
            <a:extLst>
              <a:ext uri="{FF2B5EF4-FFF2-40B4-BE49-F238E27FC236}">
                <a16:creationId xmlns:a16="http://schemas.microsoft.com/office/drawing/2014/main" id="{C06044E6-0A73-5242-B230-C29A4D74682A}"/>
              </a:ext>
            </a:extLst>
          </p:cNvPr>
          <p:cNvSpPr txBox="1">
            <a:spLocks noChangeArrowheads="1"/>
          </p:cNvSpPr>
          <p:nvPr/>
        </p:nvSpPr>
        <p:spPr bwMode="auto">
          <a:xfrm>
            <a:off x="2670572"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10" name="Line 54">
            <a:extLst>
              <a:ext uri="{FF2B5EF4-FFF2-40B4-BE49-F238E27FC236}">
                <a16:creationId xmlns:a16="http://schemas.microsoft.com/office/drawing/2014/main" id="{4AF7362F-7C04-4442-BDA7-23739AFADFD1}"/>
              </a:ext>
            </a:extLst>
          </p:cNvPr>
          <p:cNvSpPr>
            <a:spLocks noChangeShapeType="1"/>
          </p:cNvSpPr>
          <p:nvPr/>
        </p:nvSpPr>
        <p:spPr bwMode="auto">
          <a:xfrm>
            <a:off x="5670947" y="1329929"/>
            <a:ext cx="2176463"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11" name="Text Box 55">
            <a:extLst>
              <a:ext uri="{FF2B5EF4-FFF2-40B4-BE49-F238E27FC236}">
                <a16:creationId xmlns:a16="http://schemas.microsoft.com/office/drawing/2014/main" id="{9419D2DE-5DD1-4444-9C85-214D814F7770}"/>
              </a:ext>
            </a:extLst>
          </p:cNvPr>
          <p:cNvSpPr txBox="1">
            <a:spLocks noChangeArrowheads="1"/>
          </p:cNvSpPr>
          <p:nvPr/>
        </p:nvSpPr>
        <p:spPr bwMode="auto">
          <a:xfrm>
            <a:off x="5837635"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12" name="Text Box 56">
            <a:extLst>
              <a:ext uri="{FF2B5EF4-FFF2-40B4-BE49-F238E27FC236}">
                <a16:creationId xmlns:a16="http://schemas.microsoft.com/office/drawing/2014/main" id="{EE2D0DBA-D3AE-1F43-81D1-12390F034FD4}"/>
              </a:ext>
            </a:extLst>
          </p:cNvPr>
          <p:cNvSpPr txBox="1">
            <a:spLocks noChangeArrowheads="1"/>
          </p:cNvSpPr>
          <p:nvPr/>
        </p:nvSpPr>
        <p:spPr bwMode="auto">
          <a:xfrm>
            <a:off x="1200151" y="136922"/>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13" name="Text Box 57">
            <a:extLst>
              <a:ext uri="{FF2B5EF4-FFF2-40B4-BE49-F238E27FC236}">
                <a16:creationId xmlns:a16="http://schemas.microsoft.com/office/drawing/2014/main" id="{DE155C4D-D375-4C4E-B890-7981D9222F9E}"/>
              </a:ext>
            </a:extLst>
          </p:cNvPr>
          <p:cNvSpPr txBox="1">
            <a:spLocks noChangeArrowheads="1"/>
          </p:cNvSpPr>
          <p:nvPr/>
        </p:nvSpPr>
        <p:spPr bwMode="auto">
          <a:xfrm>
            <a:off x="7259242" y="117872"/>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14" name="Line 58">
            <a:extLst>
              <a:ext uri="{FF2B5EF4-FFF2-40B4-BE49-F238E27FC236}">
                <a16:creationId xmlns:a16="http://schemas.microsoft.com/office/drawing/2014/main" id="{014F8B45-7F53-9445-ABB1-053E69CAD4D4}"/>
              </a:ext>
            </a:extLst>
          </p:cNvPr>
          <p:cNvSpPr>
            <a:spLocks noChangeShapeType="1"/>
          </p:cNvSpPr>
          <p:nvPr/>
        </p:nvSpPr>
        <p:spPr bwMode="auto">
          <a:xfrm>
            <a:off x="3612356" y="1329929"/>
            <a:ext cx="1704975"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15" name="Freeform 59">
            <a:extLst>
              <a:ext uri="{FF2B5EF4-FFF2-40B4-BE49-F238E27FC236}">
                <a16:creationId xmlns:a16="http://schemas.microsoft.com/office/drawing/2014/main" id="{7DC36D23-854F-8245-A0EC-4EE1E838B458}"/>
              </a:ext>
            </a:extLst>
          </p:cNvPr>
          <p:cNvSpPr>
            <a:spLocks/>
          </p:cNvSpPr>
          <p:nvPr/>
        </p:nvSpPr>
        <p:spPr bwMode="auto">
          <a:xfrm flipH="1">
            <a:off x="5670947" y="929879"/>
            <a:ext cx="176213" cy="400050"/>
          </a:xfrm>
          <a:custGeom>
            <a:avLst/>
            <a:gdLst>
              <a:gd name="T0" fmla="*/ 0 w 249"/>
              <a:gd name="T1" fmla="*/ 2147483646 h 176"/>
              <a:gd name="T2" fmla="*/ 840473708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8016" name="Freeform 60">
            <a:extLst>
              <a:ext uri="{FF2B5EF4-FFF2-40B4-BE49-F238E27FC236}">
                <a16:creationId xmlns:a16="http://schemas.microsoft.com/office/drawing/2014/main" id="{8CEFAB1D-29A1-C341-ACA1-0544F3051B07}"/>
              </a:ext>
            </a:extLst>
          </p:cNvPr>
          <p:cNvSpPr>
            <a:spLocks/>
          </p:cNvSpPr>
          <p:nvPr/>
        </p:nvSpPr>
        <p:spPr bwMode="auto">
          <a:xfrm flipH="1">
            <a:off x="3659981" y="929879"/>
            <a:ext cx="128588" cy="401240"/>
          </a:xfrm>
          <a:custGeom>
            <a:avLst/>
            <a:gdLst>
              <a:gd name="T0" fmla="*/ 0 w 249"/>
              <a:gd name="T1" fmla="*/ 2147483646 h 176"/>
              <a:gd name="T2" fmla="*/ 326659760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8017" name="Text Box 61">
            <a:extLst>
              <a:ext uri="{FF2B5EF4-FFF2-40B4-BE49-F238E27FC236}">
                <a16:creationId xmlns:a16="http://schemas.microsoft.com/office/drawing/2014/main" id="{6DFF8A85-F61C-594C-9A6E-D5F4112641E9}"/>
              </a:ext>
            </a:extLst>
          </p:cNvPr>
          <p:cNvSpPr txBox="1">
            <a:spLocks noChangeArrowheads="1"/>
          </p:cNvSpPr>
          <p:nvPr/>
        </p:nvSpPr>
        <p:spPr bwMode="auto">
          <a:xfrm>
            <a:off x="3059907" y="50958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pic>
        <p:nvPicPr>
          <p:cNvPr id="128018" name="Picture 62">
            <a:extLst>
              <a:ext uri="{FF2B5EF4-FFF2-40B4-BE49-F238E27FC236}">
                <a16:creationId xmlns:a16="http://schemas.microsoft.com/office/drawing/2014/main" id="{5237EFD0-73B1-F241-93F8-D968BF1F37F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15628" y="372666"/>
            <a:ext cx="641747" cy="62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019" name="Picture 63">
            <a:extLst>
              <a:ext uri="{FF2B5EF4-FFF2-40B4-BE49-F238E27FC236}">
                <a16:creationId xmlns:a16="http://schemas.microsoft.com/office/drawing/2014/main" id="{D3A742AC-AA84-2749-A0F8-5BEC32F89CFE}"/>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99460" y="739379"/>
            <a:ext cx="578644" cy="326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020" name="Picture 64">
            <a:extLst>
              <a:ext uri="{FF2B5EF4-FFF2-40B4-BE49-F238E27FC236}">
                <a16:creationId xmlns:a16="http://schemas.microsoft.com/office/drawing/2014/main" id="{457DF0BA-FD5A-B74B-AE77-BD0126EBD8F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65194" y="358379"/>
            <a:ext cx="640556" cy="62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021" name="Picture 65">
            <a:extLst>
              <a:ext uri="{FF2B5EF4-FFF2-40B4-BE49-F238E27FC236}">
                <a16:creationId xmlns:a16="http://schemas.microsoft.com/office/drawing/2014/main" id="{0824B21A-FF31-E649-A3EA-A8D10F3576E4}"/>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51585" y="722710"/>
            <a:ext cx="577453" cy="326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022" name="AutoShape 66">
            <a:extLst>
              <a:ext uri="{FF2B5EF4-FFF2-40B4-BE49-F238E27FC236}">
                <a16:creationId xmlns:a16="http://schemas.microsoft.com/office/drawing/2014/main" id="{99501ADE-F332-3C4E-9882-6A76A47D8AC4}"/>
              </a:ext>
            </a:extLst>
          </p:cNvPr>
          <p:cNvSpPr>
            <a:spLocks noChangeArrowheads="1"/>
          </p:cNvSpPr>
          <p:nvPr/>
        </p:nvSpPr>
        <p:spPr bwMode="auto">
          <a:xfrm flipV="1">
            <a:off x="2225278" y="456010"/>
            <a:ext cx="766763" cy="245269"/>
          </a:xfrm>
          <a:prstGeom prst="wedgeRoundRectCallout">
            <a:avLst>
              <a:gd name="adj1" fmla="val -98759"/>
              <a:gd name="adj2" fmla="val -194176"/>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28023" name="Text Box 67">
            <a:extLst>
              <a:ext uri="{FF2B5EF4-FFF2-40B4-BE49-F238E27FC236}">
                <a16:creationId xmlns:a16="http://schemas.microsoft.com/office/drawing/2014/main" id="{97280BF4-30A6-3042-ABD4-9A846929FDBB}"/>
              </a:ext>
            </a:extLst>
          </p:cNvPr>
          <p:cNvSpPr txBox="1">
            <a:spLocks noChangeArrowheads="1"/>
          </p:cNvSpPr>
          <p:nvPr/>
        </p:nvSpPr>
        <p:spPr bwMode="auto">
          <a:xfrm>
            <a:off x="2195513" y="415528"/>
            <a:ext cx="87716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硬件地址</a:t>
            </a:r>
          </a:p>
        </p:txBody>
      </p:sp>
      <p:sp>
        <p:nvSpPr>
          <p:cNvPr id="128024" name="Text Box 68">
            <a:extLst>
              <a:ext uri="{FF2B5EF4-FFF2-40B4-BE49-F238E27FC236}">
                <a16:creationId xmlns:a16="http://schemas.microsoft.com/office/drawing/2014/main" id="{725E3CC6-1529-1448-8D95-8A15D6D709BB}"/>
              </a:ext>
            </a:extLst>
          </p:cNvPr>
          <p:cNvSpPr txBox="1">
            <a:spLocks noChangeArrowheads="1"/>
          </p:cNvSpPr>
          <p:nvPr/>
        </p:nvSpPr>
        <p:spPr bwMode="auto">
          <a:xfrm>
            <a:off x="5070873" y="514350"/>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28025" name="Text Box 70">
            <a:extLst>
              <a:ext uri="{FF2B5EF4-FFF2-40B4-BE49-F238E27FC236}">
                <a16:creationId xmlns:a16="http://schemas.microsoft.com/office/drawing/2014/main" id="{FEE7F89D-06F6-4840-BE0C-778246E8CF81}"/>
              </a:ext>
            </a:extLst>
          </p:cNvPr>
          <p:cNvSpPr txBox="1">
            <a:spLocks noChangeArrowheads="1"/>
          </p:cNvSpPr>
          <p:nvPr/>
        </p:nvSpPr>
        <p:spPr bwMode="auto">
          <a:xfrm>
            <a:off x="7184231"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26" name="Text Box 71">
            <a:extLst>
              <a:ext uri="{FF2B5EF4-FFF2-40B4-BE49-F238E27FC236}">
                <a16:creationId xmlns:a16="http://schemas.microsoft.com/office/drawing/2014/main" id="{5E9DE7AF-47B5-0543-941D-36A8430160A6}"/>
              </a:ext>
            </a:extLst>
          </p:cNvPr>
          <p:cNvSpPr txBox="1">
            <a:spLocks noChangeArrowheads="1"/>
          </p:cNvSpPr>
          <p:nvPr/>
        </p:nvSpPr>
        <p:spPr bwMode="auto">
          <a:xfrm>
            <a:off x="1353741" y="4202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27" name="Text Box 72">
            <a:extLst>
              <a:ext uri="{FF2B5EF4-FFF2-40B4-BE49-F238E27FC236}">
                <a16:creationId xmlns:a16="http://schemas.microsoft.com/office/drawing/2014/main" id="{0E0524F2-1E9E-0C46-9404-CC8CA454C071}"/>
              </a:ext>
            </a:extLst>
          </p:cNvPr>
          <p:cNvSpPr txBox="1">
            <a:spLocks noChangeArrowheads="1"/>
          </p:cNvSpPr>
          <p:nvPr/>
        </p:nvSpPr>
        <p:spPr bwMode="auto">
          <a:xfrm>
            <a:off x="7416404" y="408385"/>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28" name="Text Box 73">
            <a:extLst>
              <a:ext uri="{FF2B5EF4-FFF2-40B4-BE49-F238E27FC236}">
                <a16:creationId xmlns:a16="http://schemas.microsoft.com/office/drawing/2014/main" id="{DA48B201-1CB0-4F4E-AD7F-A30A22365060}"/>
              </a:ext>
            </a:extLst>
          </p:cNvPr>
          <p:cNvSpPr txBox="1">
            <a:spLocks noChangeArrowheads="1"/>
          </p:cNvSpPr>
          <p:nvPr/>
        </p:nvSpPr>
        <p:spPr bwMode="auto">
          <a:xfrm>
            <a:off x="2057401"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28029" name="Text Box 74">
            <a:extLst>
              <a:ext uri="{FF2B5EF4-FFF2-40B4-BE49-F238E27FC236}">
                <a16:creationId xmlns:a16="http://schemas.microsoft.com/office/drawing/2014/main" id="{88FA012A-543E-D84A-8476-47371A0F306F}"/>
              </a:ext>
            </a:extLst>
          </p:cNvPr>
          <p:cNvSpPr txBox="1">
            <a:spLocks noChangeArrowheads="1"/>
          </p:cNvSpPr>
          <p:nvPr/>
        </p:nvSpPr>
        <p:spPr bwMode="auto">
          <a:xfrm>
            <a:off x="4175523"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28030" name="Text Box 75">
            <a:extLst>
              <a:ext uri="{FF2B5EF4-FFF2-40B4-BE49-F238E27FC236}">
                <a16:creationId xmlns:a16="http://schemas.microsoft.com/office/drawing/2014/main" id="{A76D8A05-CCE8-3B47-B7DA-831CB636B862}"/>
              </a:ext>
            </a:extLst>
          </p:cNvPr>
          <p:cNvSpPr txBox="1">
            <a:spLocks noChangeArrowheads="1"/>
          </p:cNvSpPr>
          <p:nvPr/>
        </p:nvSpPr>
        <p:spPr bwMode="auto">
          <a:xfrm>
            <a:off x="6435329"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28031" name="Freeform 77">
            <a:extLst>
              <a:ext uri="{FF2B5EF4-FFF2-40B4-BE49-F238E27FC236}">
                <a16:creationId xmlns:a16="http://schemas.microsoft.com/office/drawing/2014/main" id="{83067ECF-E9B1-7A41-B367-FEB5FC4F9C63}"/>
              </a:ext>
            </a:extLst>
          </p:cNvPr>
          <p:cNvSpPr>
            <a:spLocks/>
          </p:cNvSpPr>
          <p:nvPr/>
        </p:nvSpPr>
        <p:spPr bwMode="auto">
          <a:xfrm>
            <a:off x="2914650" y="3870722"/>
            <a:ext cx="296466"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8032" name="Freeform 78">
            <a:extLst>
              <a:ext uri="{FF2B5EF4-FFF2-40B4-BE49-F238E27FC236}">
                <a16:creationId xmlns:a16="http://schemas.microsoft.com/office/drawing/2014/main" id="{7B8F1BC4-8488-824A-8D79-34D251837757}"/>
              </a:ext>
            </a:extLst>
          </p:cNvPr>
          <p:cNvSpPr>
            <a:spLocks/>
          </p:cNvSpPr>
          <p:nvPr/>
        </p:nvSpPr>
        <p:spPr bwMode="auto">
          <a:xfrm>
            <a:off x="4856560" y="3869531"/>
            <a:ext cx="296465"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8033" name="Line 79">
            <a:extLst>
              <a:ext uri="{FF2B5EF4-FFF2-40B4-BE49-F238E27FC236}">
                <a16:creationId xmlns:a16="http://schemas.microsoft.com/office/drawing/2014/main" id="{95A03501-28A0-384E-A116-1882AE2EDC4B}"/>
              </a:ext>
            </a:extLst>
          </p:cNvPr>
          <p:cNvSpPr>
            <a:spLocks noChangeShapeType="1"/>
          </p:cNvSpPr>
          <p:nvPr/>
        </p:nvSpPr>
        <p:spPr bwMode="auto">
          <a:xfrm rot="16200000">
            <a:off x="7228285"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34" name="Line 80">
            <a:extLst>
              <a:ext uri="{FF2B5EF4-FFF2-40B4-BE49-F238E27FC236}">
                <a16:creationId xmlns:a16="http://schemas.microsoft.com/office/drawing/2014/main" id="{3168E7F4-640D-C64D-97C3-1B501133BB1C}"/>
              </a:ext>
            </a:extLst>
          </p:cNvPr>
          <p:cNvSpPr>
            <a:spLocks noChangeShapeType="1"/>
          </p:cNvSpPr>
          <p:nvPr/>
        </p:nvSpPr>
        <p:spPr bwMode="auto">
          <a:xfrm rot="16200000">
            <a:off x="1287066"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35" name="AutoShape 81">
            <a:extLst>
              <a:ext uri="{FF2B5EF4-FFF2-40B4-BE49-F238E27FC236}">
                <a16:creationId xmlns:a16="http://schemas.microsoft.com/office/drawing/2014/main" id="{575DE31E-E93E-7746-84DE-D4A4FA02F07E}"/>
              </a:ext>
            </a:extLst>
          </p:cNvPr>
          <p:cNvSpPr>
            <a:spLocks noChangeArrowheads="1"/>
          </p:cNvSpPr>
          <p:nvPr/>
        </p:nvSpPr>
        <p:spPr bwMode="auto">
          <a:xfrm>
            <a:off x="13144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8036" name="AutoShape 82">
            <a:extLst>
              <a:ext uri="{FF2B5EF4-FFF2-40B4-BE49-F238E27FC236}">
                <a16:creationId xmlns:a16="http://schemas.microsoft.com/office/drawing/2014/main" id="{90C44C9D-CD85-6545-8B95-2DFFB87A5CBF}"/>
              </a:ext>
            </a:extLst>
          </p:cNvPr>
          <p:cNvSpPr>
            <a:spLocks noChangeArrowheads="1"/>
          </p:cNvSpPr>
          <p:nvPr/>
        </p:nvSpPr>
        <p:spPr bwMode="auto">
          <a:xfrm>
            <a:off x="3143250" y="2537222"/>
            <a:ext cx="514350" cy="142875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8037" name="AutoShape 83">
            <a:extLst>
              <a:ext uri="{FF2B5EF4-FFF2-40B4-BE49-F238E27FC236}">
                <a16:creationId xmlns:a16="http://schemas.microsoft.com/office/drawing/2014/main" id="{471F4DF1-AD12-C141-9571-4DA00D421933}"/>
              </a:ext>
            </a:extLst>
          </p:cNvPr>
          <p:cNvSpPr>
            <a:spLocks noChangeArrowheads="1"/>
          </p:cNvSpPr>
          <p:nvPr/>
        </p:nvSpPr>
        <p:spPr bwMode="auto">
          <a:xfrm>
            <a:off x="72580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8038" name="AutoShape 84">
            <a:extLst>
              <a:ext uri="{FF2B5EF4-FFF2-40B4-BE49-F238E27FC236}">
                <a16:creationId xmlns:a16="http://schemas.microsoft.com/office/drawing/2014/main" id="{3A115B47-A090-0546-B2A8-6919D088E2A9}"/>
              </a:ext>
            </a:extLst>
          </p:cNvPr>
          <p:cNvSpPr>
            <a:spLocks noChangeArrowheads="1"/>
          </p:cNvSpPr>
          <p:nvPr/>
        </p:nvSpPr>
        <p:spPr bwMode="auto">
          <a:xfrm>
            <a:off x="5142310" y="2708672"/>
            <a:ext cx="514350" cy="12573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128039" name="Group 85">
            <a:extLst>
              <a:ext uri="{FF2B5EF4-FFF2-40B4-BE49-F238E27FC236}">
                <a16:creationId xmlns:a16="http://schemas.microsoft.com/office/drawing/2014/main" id="{1D558FB1-29CC-F144-BD82-858ABF99C5D4}"/>
              </a:ext>
            </a:extLst>
          </p:cNvPr>
          <p:cNvGrpSpPr>
            <a:grpSpLocks/>
          </p:cNvGrpSpPr>
          <p:nvPr/>
        </p:nvGrpSpPr>
        <p:grpSpPr bwMode="auto">
          <a:xfrm>
            <a:off x="1170385" y="1815704"/>
            <a:ext cx="6841331" cy="1828800"/>
            <a:chOff x="96" y="1056"/>
            <a:chExt cx="5472" cy="1536"/>
          </a:xfrm>
        </p:grpSpPr>
        <p:sp>
          <p:nvSpPr>
            <p:cNvPr id="128109" name="Oval 86">
              <a:extLst>
                <a:ext uri="{FF2B5EF4-FFF2-40B4-BE49-F238E27FC236}">
                  <a16:creationId xmlns:a16="http://schemas.microsoft.com/office/drawing/2014/main" id="{1B6ACBA1-9279-104E-A2F8-D02CC48EA060}"/>
                </a:ext>
              </a:extLst>
            </p:cNvPr>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8110" name="Oval 87">
              <a:extLst>
                <a:ext uri="{FF2B5EF4-FFF2-40B4-BE49-F238E27FC236}">
                  <a16:creationId xmlns:a16="http://schemas.microsoft.com/office/drawing/2014/main" id="{C8828213-6C76-2E42-A75B-D7B7F9B37285}"/>
                </a:ext>
              </a:extLst>
            </p:cNvPr>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8111" name="Oval 88">
              <a:extLst>
                <a:ext uri="{FF2B5EF4-FFF2-40B4-BE49-F238E27FC236}">
                  <a16:creationId xmlns:a16="http://schemas.microsoft.com/office/drawing/2014/main" id="{A46C0418-9D69-A14E-B757-AE1DD9F65B1C}"/>
                </a:ext>
              </a:extLst>
            </p:cNvPr>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8112" name="Oval 89">
              <a:extLst>
                <a:ext uri="{FF2B5EF4-FFF2-40B4-BE49-F238E27FC236}">
                  <a16:creationId xmlns:a16="http://schemas.microsoft.com/office/drawing/2014/main" id="{14837547-5E40-4B48-A494-278521AEE6A7}"/>
                </a:ext>
              </a:extLst>
            </p:cNvPr>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8113" name="Oval 90">
              <a:extLst>
                <a:ext uri="{FF2B5EF4-FFF2-40B4-BE49-F238E27FC236}">
                  <a16:creationId xmlns:a16="http://schemas.microsoft.com/office/drawing/2014/main" id="{857CFAF7-CC7C-294F-9AA5-56DB184D9005}"/>
                </a:ext>
              </a:extLst>
            </p:cNvPr>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8114" name="Oval 91">
              <a:extLst>
                <a:ext uri="{FF2B5EF4-FFF2-40B4-BE49-F238E27FC236}">
                  <a16:creationId xmlns:a16="http://schemas.microsoft.com/office/drawing/2014/main" id="{4B2B9891-3812-C849-A7C1-18EB1D32020F}"/>
                </a:ext>
              </a:extLst>
            </p:cNvPr>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8115" name="Oval 92">
              <a:extLst>
                <a:ext uri="{FF2B5EF4-FFF2-40B4-BE49-F238E27FC236}">
                  <a16:creationId xmlns:a16="http://schemas.microsoft.com/office/drawing/2014/main" id="{DB733B72-5B0F-8D41-8295-102677731E61}"/>
                </a:ext>
              </a:extLst>
            </p:cNvPr>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8116" name="Oval 93">
              <a:extLst>
                <a:ext uri="{FF2B5EF4-FFF2-40B4-BE49-F238E27FC236}">
                  <a16:creationId xmlns:a16="http://schemas.microsoft.com/office/drawing/2014/main" id="{86FFFFAA-2953-6B40-8E57-BC6F0B9BE7CC}"/>
                </a:ext>
              </a:extLst>
            </p:cNvPr>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128040" name="Line 94">
            <a:extLst>
              <a:ext uri="{FF2B5EF4-FFF2-40B4-BE49-F238E27FC236}">
                <a16:creationId xmlns:a16="http://schemas.microsoft.com/office/drawing/2014/main" id="{33B40334-DCA6-4E4A-9407-0CDE12ABD63D}"/>
              </a:ext>
            </a:extLst>
          </p:cNvPr>
          <p:cNvSpPr>
            <a:spLocks noChangeShapeType="1"/>
          </p:cNvSpPr>
          <p:nvPr/>
        </p:nvSpPr>
        <p:spPr bwMode="auto">
          <a:xfrm>
            <a:off x="1257300" y="4080272"/>
            <a:ext cx="194310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28041" name="Group 95">
            <a:extLst>
              <a:ext uri="{FF2B5EF4-FFF2-40B4-BE49-F238E27FC236}">
                <a16:creationId xmlns:a16="http://schemas.microsoft.com/office/drawing/2014/main" id="{988F4E51-BA40-354A-9E7C-F92E22C221C3}"/>
              </a:ext>
            </a:extLst>
          </p:cNvPr>
          <p:cNvGrpSpPr>
            <a:grpSpLocks/>
          </p:cNvGrpSpPr>
          <p:nvPr/>
        </p:nvGrpSpPr>
        <p:grpSpPr bwMode="auto">
          <a:xfrm>
            <a:off x="1314450" y="1815704"/>
            <a:ext cx="514350" cy="1085850"/>
            <a:chOff x="672" y="528"/>
            <a:chExt cx="432" cy="912"/>
          </a:xfrm>
        </p:grpSpPr>
        <p:sp>
          <p:nvSpPr>
            <p:cNvPr id="128106" name="AutoShape 96">
              <a:extLst>
                <a:ext uri="{FF2B5EF4-FFF2-40B4-BE49-F238E27FC236}">
                  <a16:creationId xmlns:a16="http://schemas.microsoft.com/office/drawing/2014/main" id="{4ED4EAB3-3A0E-9947-BD4F-E77CB5053617}"/>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8107" name="AutoShape 97">
              <a:extLst>
                <a:ext uri="{FF2B5EF4-FFF2-40B4-BE49-F238E27FC236}">
                  <a16:creationId xmlns:a16="http://schemas.microsoft.com/office/drawing/2014/main" id="{01B40866-8FD2-3744-9E39-7F7D676B3069}"/>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8108" name="AutoShape 98">
              <a:extLst>
                <a:ext uri="{FF2B5EF4-FFF2-40B4-BE49-F238E27FC236}">
                  <a16:creationId xmlns:a16="http://schemas.microsoft.com/office/drawing/2014/main" id="{5B486CA6-C72C-7341-BD63-14C36CE5EA2F}"/>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28042" name="Text Box 99">
            <a:extLst>
              <a:ext uri="{FF2B5EF4-FFF2-40B4-BE49-F238E27FC236}">
                <a16:creationId xmlns:a16="http://schemas.microsoft.com/office/drawing/2014/main" id="{8824FE74-7C08-5243-8323-1AB19B032BB4}"/>
              </a:ext>
            </a:extLst>
          </p:cNvPr>
          <p:cNvSpPr txBox="1">
            <a:spLocks noChangeArrowheads="1"/>
          </p:cNvSpPr>
          <p:nvPr/>
        </p:nvSpPr>
        <p:spPr bwMode="auto">
          <a:xfrm>
            <a:off x="1341835" y="257294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43" name="Text Box 100">
            <a:extLst>
              <a:ext uri="{FF2B5EF4-FFF2-40B4-BE49-F238E27FC236}">
                <a16:creationId xmlns:a16="http://schemas.microsoft.com/office/drawing/2014/main" id="{5F0543CA-E770-5C46-B2A5-C5862E777EF9}"/>
              </a:ext>
            </a:extLst>
          </p:cNvPr>
          <p:cNvSpPr txBox="1">
            <a:spLocks noChangeArrowheads="1"/>
          </p:cNvSpPr>
          <p:nvPr/>
        </p:nvSpPr>
        <p:spPr bwMode="auto">
          <a:xfrm>
            <a:off x="1304925" y="36373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44" name="Text Box 101">
            <a:extLst>
              <a:ext uri="{FF2B5EF4-FFF2-40B4-BE49-F238E27FC236}">
                <a16:creationId xmlns:a16="http://schemas.microsoft.com/office/drawing/2014/main" id="{1577E717-4480-1347-8CA9-59A4E74D5314}"/>
              </a:ext>
            </a:extLst>
          </p:cNvPr>
          <p:cNvSpPr txBox="1">
            <a:spLocks noChangeArrowheads="1"/>
          </p:cNvSpPr>
          <p:nvPr/>
        </p:nvSpPr>
        <p:spPr bwMode="auto">
          <a:xfrm>
            <a:off x="4761310" y="3608785"/>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45" name="Text Box 102">
            <a:extLst>
              <a:ext uri="{FF2B5EF4-FFF2-40B4-BE49-F238E27FC236}">
                <a16:creationId xmlns:a16="http://schemas.microsoft.com/office/drawing/2014/main" id="{38AE2694-D247-004A-B622-4AA4849747E9}"/>
              </a:ext>
            </a:extLst>
          </p:cNvPr>
          <p:cNvSpPr txBox="1">
            <a:spLocks noChangeArrowheads="1"/>
          </p:cNvSpPr>
          <p:nvPr/>
        </p:nvSpPr>
        <p:spPr bwMode="auto">
          <a:xfrm>
            <a:off x="363855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46" name="Text Box 103">
            <a:extLst>
              <a:ext uri="{FF2B5EF4-FFF2-40B4-BE49-F238E27FC236}">
                <a16:creationId xmlns:a16="http://schemas.microsoft.com/office/drawing/2014/main" id="{EAE0A4EF-1ABD-7648-A4BE-4C63AA547B4A}"/>
              </a:ext>
            </a:extLst>
          </p:cNvPr>
          <p:cNvSpPr txBox="1">
            <a:spLocks noChangeArrowheads="1"/>
          </p:cNvSpPr>
          <p:nvPr/>
        </p:nvSpPr>
        <p:spPr bwMode="auto">
          <a:xfrm>
            <a:off x="274320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47" name="Line 104">
            <a:extLst>
              <a:ext uri="{FF2B5EF4-FFF2-40B4-BE49-F238E27FC236}">
                <a16:creationId xmlns:a16="http://schemas.microsoft.com/office/drawing/2014/main" id="{28679CC7-F9E5-274C-B419-59F3151D3F55}"/>
              </a:ext>
            </a:extLst>
          </p:cNvPr>
          <p:cNvSpPr>
            <a:spLocks noChangeShapeType="1"/>
          </p:cNvSpPr>
          <p:nvPr/>
        </p:nvSpPr>
        <p:spPr bwMode="auto">
          <a:xfrm>
            <a:off x="1771650" y="2708672"/>
            <a:ext cx="14287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48" name="Line 105">
            <a:extLst>
              <a:ext uri="{FF2B5EF4-FFF2-40B4-BE49-F238E27FC236}">
                <a16:creationId xmlns:a16="http://schemas.microsoft.com/office/drawing/2014/main" id="{C885A7CD-73E1-8545-8A6D-E1E6FC50BFF7}"/>
              </a:ext>
            </a:extLst>
          </p:cNvPr>
          <p:cNvSpPr>
            <a:spLocks noChangeShapeType="1"/>
          </p:cNvSpPr>
          <p:nvPr/>
        </p:nvSpPr>
        <p:spPr bwMode="auto">
          <a:xfrm>
            <a:off x="5600700" y="4080272"/>
            <a:ext cx="22288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49" name="Text Box 106">
            <a:extLst>
              <a:ext uri="{FF2B5EF4-FFF2-40B4-BE49-F238E27FC236}">
                <a16:creationId xmlns:a16="http://schemas.microsoft.com/office/drawing/2014/main" id="{5729346D-3A44-334A-BAFC-90D9396644C7}"/>
              </a:ext>
            </a:extLst>
          </p:cNvPr>
          <p:cNvSpPr txBox="1">
            <a:spLocks noChangeArrowheads="1"/>
          </p:cNvSpPr>
          <p:nvPr/>
        </p:nvSpPr>
        <p:spPr bwMode="auto">
          <a:xfrm>
            <a:off x="5648325" y="35992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50" name="Text Box 107">
            <a:extLst>
              <a:ext uri="{FF2B5EF4-FFF2-40B4-BE49-F238E27FC236}">
                <a16:creationId xmlns:a16="http://schemas.microsoft.com/office/drawing/2014/main" id="{E64201B3-C1D9-2147-8CFF-251204B463C8}"/>
              </a:ext>
            </a:extLst>
          </p:cNvPr>
          <p:cNvSpPr txBox="1">
            <a:spLocks noChangeArrowheads="1"/>
          </p:cNvSpPr>
          <p:nvPr/>
        </p:nvSpPr>
        <p:spPr bwMode="auto">
          <a:xfrm>
            <a:off x="7239000" y="3611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51" name="Text Box 108">
            <a:extLst>
              <a:ext uri="{FF2B5EF4-FFF2-40B4-BE49-F238E27FC236}">
                <a16:creationId xmlns:a16="http://schemas.microsoft.com/office/drawing/2014/main" id="{9E54308E-E455-7946-BEC7-751C593E6E0C}"/>
              </a:ext>
            </a:extLst>
          </p:cNvPr>
          <p:cNvSpPr txBox="1">
            <a:spLocks noChangeArrowheads="1"/>
          </p:cNvSpPr>
          <p:nvPr/>
        </p:nvSpPr>
        <p:spPr bwMode="auto">
          <a:xfrm>
            <a:off x="5648325" y="27824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52" name="Text Box 109">
            <a:extLst>
              <a:ext uri="{FF2B5EF4-FFF2-40B4-BE49-F238E27FC236}">
                <a16:creationId xmlns:a16="http://schemas.microsoft.com/office/drawing/2014/main" id="{58C5E053-1881-7A4D-B72E-9EFA553ECA45}"/>
              </a:ext>
            </a:extLst>
          </p:cNvPr>
          <p:cNvSpPr txBox="1">
            <a:spLocks noChangeArrowheads="1"/>
          </p:cNvSpPr>
          <p:nvPr/>
        </p:nvSpPr>
        <p:spPr bwMode="auto">
          <a:xfrm>
            <a:off x="1223963" y="154543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53" name="Text Box 110">
            <a:extLst>
              <a:ext uri="{FF2B5EF4-FFF2-40B4-BE49-F238E27FC236}">
                <a16:creationId xmlns:a16="http://schemas.microsoft.com/office/drawing/2014/main" id="{A4AAA064-E7F8-E34B-BB4D-98E819DBC329}"/>
              </a:ext>
            </a:extLst>
          </p:cNvPr>
          <p:cNvSpPr txBox="1">
            <a:spLocks noChangeArrowheads="1"/>
          </p:cNvSpPr>
          <p:nvPr/>
        </p:nvSpPr>
        <p:spPr bwMode="auto">
          <a:xfrm>
            <a:off x="7167563" y="152638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54" name="AutoShape 111">
            <a:extLst>
              <a:ext uri="{FF2B5EF4-FFF2-40B4-BE49-F238E27FC236}">
                <a16:creationId xmlns:a16="http://schemas.microsoft.com/office/drawing/2014/main" id="{6FD628EB-DBBF-7B4D-AB08-02E443607E56}"/>
              </a:ext>
            </a:extLst>
          </p:cNvPr>
          <p:cNvSpPr>
            <a:spLocks noChangeArrowheads="1"/>
          </p:cNvSpPr>
          <p:nvPr/>
        </p:nvSpPr>
        <p:spPr bwMode="auto">
          <a:xfrm>
            <a:off x="3143250" y="2444354"/>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8055" name="Text Box 112">
            <a:extLst>
              <a:ext uri="{FF2B5EF4-FFF2-40B4-BE49-F238E27FC236}">
                <a16:creationId xmlns:a16="http://schemas.microsoft.com/office/drawing/2014/main" id="{8055EDFC-75BA-204C-B7C9-E115F0BE2AF4}"/>
              </a:ext>
            </a:extLst>
          </p:cNvPr>
          <p:cNvSpPr txBox="1">
            <a:spLocks noChangeArrowheads="1"/>
          </p:cNvSpPr>
          <p:nvPr/>
        </p:nvSpPr>
        <p:spPr bwMode="auto">
          <a:xfrm>
            <a:off x="3105151" y="216574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56" name="Text Box 113">
            <a:extLst>
              <a:ext uri="{FF2B5EF4-FFF2-40B4-BE49-F238E27FC236}">
                <a16:creationId xmlns:a16="http://schemas.microsoft.com/office/drawing/2014/main" id="{40BD1E27-B18E-5749-87CA-ADBE2A6F6D6D}"/>
              </a:ext>
            </a:extLst>
          </p:cNvPr>
          <p:cNvSpPr txBox="1">
            <a:spLocks noChangeArrowheads="1"/>
          </p:cNvSpPr>
          <p:nvPr/>
        </p:nvSpPr>
        <p:spPr bwMode="auto">
          <a:xfrm>
            <a:off x="4248150" y="3139679"/>
            <a:ext cx="1847622" cy="369332"/>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IP </a:t>
            </a:r>
            <a:r>
              <a:rPr kumimoji="1" lang="zh-CN" altLang="en-US" sz="1800">
                <a:latin typeface="Arial" panose="020B0604020202020204" pitchFamily="34" charset="0"/>
                <a:ea typeface="宋体" panose="02010600030101010101" pitchFamily="2" charset="-122"/>
                <a:cs typeface="黑体" panose="02010609060101010101" pitchFamily="49" charset="-122"/>
              </a:rPr>
              <a:t>层上的互联网</a:t>
            </a:r>
          </a:p>
        </p:txBody>
      </p:sp>
      <p:sp>
        <p:nvSpPr>
          <p:cNvPr id="128057" name="Text Box 114">
            <a:extLst>
              <a:ext uri="{FF2B5EF4-FFF2-40B4-BE49-F238E27FC236}">
                <a16:creationId xmlns:a16="http://schemas.microsoft.com/office/drawing/2014/main" id="{A4237C87-6032-6446-A98C-F18052C4E602}"/>
              </a:ext>
            </a:extLst>
          </p:cNvPr>
          <p:cNvSpPr txBox="1">
            <a:spLocks noChangeArrowheads="1"/>
          </p:cNvSpPr>
          <p:nvPr/>
        </p:nvSpPr>
        <p:spPr bwMode="auto">
          <a:xfrm>
            <a:off x="1885950" y="4461272"/>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grpSp>
        <p:nvGrpSpPr>
          <p:cNvPr id="128058" name="Group 115">
            <a:extLst>
              <a:ext uri="{FF2B5EF4-FFF2-40B4-BE49-F238E27FC236}">
                <a16:creationId xmlns:a16="http://schemas.microsoft.com/office/drawing/2014/main" id="{5DC42C4E-945B-F14E-A824-3F9D17D5341B}"/>
              </a:ext>
            </a:extLst>
          </p:cNvPr>
          <p:cNvGrpSpPr>
            <a:grpSpLocks/>
          </p:cNvGrpSpPr>
          <p:nvPr/>
        </p:nvGrpSpPr>
        <p:grpSpPr bwMode="auto">
          <a:xfrm>
            <a:off x="7258050" y="1815704"/>
            <a:ext cx="514350" cy="1085850"/>
            <a:chOff x="672" y="528"/>
            <a:chExt cx="432" cy="912"/>
          </a:xfrm>
        </p:grpSpPr>
        <p:sp>
          <p:nvSpPr>
            <p:cNvPr id="128103" name="AutoShape 116">
              <a:extLst>
                <a:ext uri="{FF2B5EF4-FFF2-40B4-BE49-F238E27FC236}">
                  <a16:creationId xmlns:a16="http://schemas.microsoft.com/office/drawing/2014/main" id="{B0DA459C-E904-BC46-940F-CEB1889C940B}"/>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8104" name="AutoShape 117">
              <a:extLst>
                <a:ext uri="{FF2B5EF4-FFF2-40B4-BE49-F238E27FC236}">
                  <a16:creationId xmlns:a16="http://schemas.microsoft.com/office/drawing/2014/main" id="{A50476DC-A29F-E440-964A-ABBC35E1FD17}"/>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8105" name="AutoShape 118">
              <a:extLst>
                <a:ext uri="{FF2B5EF4-FFF2-40B4-BE49-F238E27FC236}">
                  <a16:creationId xmlns:a16="http://schemas.microsoft.com/office/drawing/2014/main" id="{870CA807-58D2-2F45-90E2-0311C5EE51B1}"/>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28059" name="Text Box 119">
            <a:extLst>
              <a:ext uri="{FF2B5EF4-FFF2-40B4-BE49-F238E27FC236}">
                <a16:creationId xmlns:a16="http://schemas.microsoft.com/office/drawing/2014/main" id="{72F34120-B2C8-0645-9D57-F88B9CB4792E}"/>
              </a:ext>
            </a:extLst>
          </p:cNvPr>
          <p:cNvSpPr txBox="1">
            <a:spLocks noChangeArrowheads="1"/>
          </p:cNvSpPr>
          <p:nvPr/>
        </p:nvSpPr>
        <p:spPr bwMode="auto">
          <a:xfrm>
            <a:off x="7294960" y="2576512"/>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60" name="Text Box 120">
            <a:extLst>
              <a:ext uri="{FF2B5EF4-FFF2-40B4-BE49-F238E27FC236}">
                <a16:creationId xmlns:a16="http://schemas.microsoft.com/office/drawing/2014/main" id="{4AAD341E-2583-164E-894A-70A7D5FB24F8}"/>
              </a:ext>
            </a:extLst>
          </p:cNvPr>
          <p:cNvSpPr txBox="1">
            <a:spLocks noChangeArrowheads="1"/>
          </p:cNvSpPr>
          <p:nvPr/>
        </p:nvSpPr>
        <p:spPr bwMode="auto">
          <a:xfrm>
            <a:off x="3633788"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61" name="Text Box 121">
            <a:extLst>
              <a:ext uri="{FF2B5EF4-FFF2-40B4-BE49-F238E27FC236}">
                <a16:creationId xmlns:a16="http://schemas.microsoft.com/office/drawing/2014/main" id="{CAF854F0-4867-2941-A4B4-8FBB43A1A975}"/>
              </a:ext>
            </a:extLst>
          </p:cNvPr>
          <p:cNvSpPr txBox="1">
            <a:spLocks noChangeArrowheads="1"/>
          </p:cNvSpPr>
          <p:nvPr/>
        </p:nvSpPr>
        <p:spPr bwMode="auto">
          <a:xfrm>
            <a:off x="285750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62" name="Line 122">
            <a:extLst>
              <a:ext uri="{FF2B5EF4-FFF2-40B4-BE49-F238E27FC236}">
                <a16:creationId xmlns:a16="http://schemas.microsoft.com/office/drawing/2014/main" id="{233E0515-125C-FF43-8E13-E15ABCC7FCB2}"/>
              </a:ext>
            </a:extLst>
          </p:cNvPr>
          <p:cNvSpPr>
            <a:spLocks noChangeShapeType="1"/>
          </p:cNvSpPr>
          <p:nvPr/>
        </p:nvSpPr>
        <p:spPr bwMode="auto">
          <a:xfrm>
            <a:off x="3600450" y="2708672"/>
            <a:ext cx="15430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63" name="AutoShape 123">
            <a:extLst>
              <a:ext uri="{FF2B5EF4-FFF2-40B4-BE49-F238E27FC236}">
                <a16:creationId xmlns:a16="http://schemas.microsoft.com/office/drawing/2014/main" id="{81D8388F-9B1A-3345-A861-0DE2A17490B0}"/>
              </a:ext>
            </a:extLst>
          </p:cNvPr>
          <p:cNvSpPr>
            <a:spLocks noChangeArrowheads="1"/>
          </p:cNvSpPr>
          <p:nvPr/>
        </p:nvSpPr>
        <p:spPr bwMode="auto">
          <a:xfrm>
            <a:off x="5142310" y="2422922"/>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8064" name="Line 124">
            <a:extLst>
              <a:ext uri="{FF2B5EF4-FFF2-40B4-BE49-F238E27FC236}">
                <a16:creationId xmlns:a16="http://schemas.microsoft.com/office/drawing/2014/main" id="{CB92463F-C457-F14C-B0B3-A1193829C19C}"/>
              </a:ext>
            </a:extLst>
          </p:cNvPr>
          <p:cNvSpPr>
            <a:spLocks noChangeShapeType="1"/>
          </p:cNvSpPr>
          <p:nvPr/>
        </p:nvSpPr>
        <p:spPr bwMode="auto">
          <a:xfrm>
            <a:off x="5600700" y="2708672"/>
            <a:ext cx="16573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65" name="Text Box 125">
            <a:extLst>
              <a:ext uri="{FF2B5EF4-FFF2-40B4-BE49-F238E27FC236}">
                <a16:creationId xmlns:a16="http://schemas.microsoft.com/office/drawing/2014/main" id="{8104CBA0-1DEF-CF49-901B-481265FC83C0}"/>
              </a:ext>
            </a:extLst>
          </p:cNvPr>
          <p:cNvSpPr txBox="1">
            <a:spLocks noChangeArrowheads="1"/>
          </p:cNvSpPr>
          <p:nvPr/>
        </p:nvSpPr>
        <p:spPr bwMode="auto">
          <a:xfrm>
            <a:off x="485775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66" name="Line 126">
            <a:extLst>
              <a:ext uri="{FF2B5EF4-FFF2-40B4-BE49-F238E27FC236}">
                <a16:creationId xmlns:a16="http://schemas.microsoft.com/office/drawing/2014/main" id="{1B2E6E89-3361-5446-BD16-075B061A907E}"/>
              </a:ext>
            </a:extLst>
          </p:cNvPr>
          <p:cNvSpPr>
            <a:spLocks noChangeShapeType="1"/>
          </p:cNvSpPr>
          <p:nvPr/>
        </p:nvSpPr>
        <p:spPr bwMode="auto">
          <a:xfrm>
            <a:off x="3657600" y="4080272"/>
            <a:ext cx="14287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67" name="Freeform 127">
            <a:extLst>
              <a:ext uri="{FF2B5EF4-FFF2-40B4-BE49-F238E27FC236}">
                <a16:creationId xmlns:a16="http://schemas.microsoft.com/office/drawing/2014/main" id="{AE8ECC04-46B8-114E-8D44-5F3703126F51}"/>
              </a:ext>
            </a:extLst>
          </p:cNvPr>
          <p:cNvSpPr>
            <a:spLocks/>
          </p:cNvSpPr>
          <p:nvPr/>
        </p:nvSpPr>
        <p:spPr bwMode="auto">
          <a:xfrm flipH="1">
            <a:off x="5584032" y="3867151"/>
            <a:ext cx="255985" cy="213122"/>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8068" name="Freeform 128">
            <a:extLst>
              <a:ext uri="{FF2B5EF4-FFF2-40B4-BE49-F238E27FC236}">
                <a16:creationId xmlns:a16="http://schemas.microsoft.com/office/drawing/2014/main" id="{59E7B05B-96EE-7C48-BA48-E9D3F51B1292}"/>
              </a:ext>
            </a:extLst>
          </p:cNvPr>
          <p:cNvSpPr>
            <a:spLocks/>
          </p:cNvSpPr>
          <p:nvPr/>
        </p:nvSpPr>
        <p:spPr bwMode="auto">
          <a:xfrm flipH="1">
            <a:off x="3568303" y="3871913"/>
            <a:ext cx="317897"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8069" name="Text Box 129">
            <a:extLst>
              <a:ext uri="{FF2B5EF4-FFF2-40B4-BE49-F238E27FC236}">
                <a16:creationId xmlns:a16="http://schemas.microsoft.com/office/drawing/2014/main" id="{EC9BE704-239E-C948-A4AE-8CF9A7AD65E0}"/>
              </a:ext>
            </a:extLst>
          </p:cNvPr>
          <p:cNvSpPr txBox="1">
            <a:spLocks noChangeArrowheads="1"/>
          </p:cNvSpPr>
          <p:nvPr/>
        </p:nvSpPr>
        <p:spPr bwMode="auto">
          <a:xfrm>
            <a:off x="5056585" y="214669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grpSp>
        <p:nvGrpSpPr>
          <p:cNvPr id="128070" name="Group 130">
            <a:extLst>
              <a:ext uri="{FF2B5EF4-FFF2-40B4-BE49-F238E27FC236}">
                <a16:creationId xmlns:a16="http://schemas.microsoft.com/office/drawing/2014/main" id="{2712B417-44F8-774C-A947-0BE0CE31E8BE}"/>
              </a:ext>
            </a:extLst>
          </p:cNvPr>
          <p:cNvGrpSpPr>
            <a:grpSpLocks/>
          </p:cNvGrpSpPr>
          <p:nvPr/>
        </p:nvGrpSpPr>
        <p:grpSpPr bwMode="auto">
          <a:xfrm>
            <a:off x="2000250" y="2365772"/>
            <a:ext cx="1085850" cy="285750"/>
            <a:chOff x="1632" y="2688"/>
            <a:chExt cx="912" cy="240"/>
          </a:xfrm>
        </p:grpSpPr>
        <p:sp>
          <p:nvSpPr>
            <p:cNvPr id="128101" name="Rectangle 131">
              <a:extLst>
                <a:ext uri="{FF2B5EF4-FFF2-40B4-BE49-F238E27FC236}">
                  <a16:creationId xmlns:a16="http://schemas.microsoft.com/office/drawing/2014/main" id="{68009342-E77B-6648-A3DF-6A375D0E2266}"/>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28102" name="AutoShape 132">
              <a:extLst>
                <a:ext uri="{FF2B5EF4-FFF2-40B4-BE49-F238E27FC236}">
                  <a16:creationId xmlns:a16="http://schemas.microsoft.com/office/drawing/2014/main" id="{1000D2E0-DF54-7849-B999-E4B1B5F01CF8}"/>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28071" name="Group 133">
            <a:extLst>
              <a:ext uri="{FF2B5EF4-FFF2-40B4-BE49-F238E27FC236}">
                <a16:creationId xmlns:a16="http://schemas.microsoft.com/office/drawing/2014/main" id="{8AAC44C1-58B0-794D-936C-B717D7FA384A}"/>
              </a:ext>
            </a:extLst>
          </p:cNvPr>
          <p:cNvGrpSpPr>
            <a:grpSpLocks/>
          </p:cNvGrpSpPr>
          <p:nvPr/>
        </p:nvGrpSpPr>
        <p:grpSpPr bwMode="auto">
          <a:xfrm>
            <a:off x="3943350" y="2365772"/>
            <a:ext cx="1085850" cy="285750"/>
            <a:chOff x="1632" y="2688"/>
            <a:chExt cx="912" cy="240"/>
          </a:xfrm>
        </p:grpSpPr>
        <p:sp>
          <p:nvSpPr>
            <p:cNvPr id="128099" name="Rectangle 134">
              <a:extLst>
                <a:ext uri="{FF2B5EF4-FFF2-40B4-BE49-F238E27FC236}">
                  <a16:creationId xmlns:a16="http://schemas.microsoft.com/office/drawing/2014/main" id="{F34F1094-E621-7741-8910-7E293D7DF39A}"/>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28100" name="AutoShape 135">
              <a:extLst>
                <a:ext uri="{FF2B5EF4-FFF2-40B4-BE49-F238E27FC236}">
                  <a16:creationId xmlns:a16="http://schemas.microsoft.com/office/drawing/2014/main" id="{2B18FD97-96B3-8448-88C5-8914C09D6919}"/>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28072" name="Group 136">
            <a:extLst>
              <a:ext uri="{FF2B5EF4-FFF2-40B4-BE49-F238E27FC236}">
                <a16:creationId xmlns:a16="http://schemas.microsoft.com/office/drawing/2014/main" id="{C1EE4DE1-9EA7-5E43-9699-0B7A1AC67C4A}"/>
              </a:ext>
            </a:extLst>
          </p:cNvPr>
          <p:cNvGrpSpPr>
            <a:grpSpLocks/>
          </p:cNvGrpSpPr>
          <p:nvPr/>
        </p:nvGrpSpPr>
        <p:grpSpPr bwMode="auto">
          <a:xfrm>
            <a:off x="6000750" y="2365772"/>
            <a:ext cx="1085850" cy="285750"/>
            <a:chOff x="1632" y="2688"/>
            <a:chExt cx="912" cy="240"/>
          </a:xfrm>
        </p:grpSpPr>
        <p:sp>
          <p:nvSpPr>
            <p:cNvPr id="128097" name="Rectangle 137">
              <a:extLst>
                <a:ext uri="{FF2B5EF4-FFF2-40B4-BE49-F238E27FC236}">
                  <a16:creationId xmlns:a16="http://schemas.microsoft.com/office/drawing/2014/main" id="{E67C6B6C-B40E-4541-8398-B22A322F40FB}"/>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28098" name="AutoShape 138">
              <a:extLst>
                <a:ext uri="{FF2B5EF4-FFF2-40B4-BE49-F238E27FC236}">
                  <a16:creationId xmlns:a16="http://schemas.microsoft.com/office/drawing/2014/main" id="{ACC89015-067A-CA43-A43D-044912D78A3D}"/>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28073" name="Group 139">
            <a:extLst>
              <a:ext uri="{FF2B5EF4-FFF2-40B4-BE49-F238E27FC236}">
                <a16:creationId xmlns:a16="http://schemas.microsoft.com/office/drawing/2014/main" id="{C039AA14-8DFB-334F-A1E3-8F4CF8F69D56}"/>
              </a:ext>
            </a:extLst>
          </p:cNvPr>
          <p:cNvGrpSpPr>
            <a:grpSpLocks/>
          </p:cNvGrpSpPr>
          <p:nvPr/>
        </p:nvGrpSpPr>
        <p:grpSpPr bwMode="auto">
          <a:xfrm>
            <a:off x="1600200" y="4194572"/>
            <a:ext cx="1485900" cy="285750"/>
            <a:chOff x="480" y="3120"/>
            <a:chExt cx="1248" cy="240"/>
          </a:xfrm>
        </p:grpSpPr>
        <p:sp>
          <p:nvSpPr>
            <p:cNvPr id="128095" name="Rectangle 140">
              <a:extLst>
                <a:ext uri="{FF2B5EF4-FFF2-40B4-BE49-F238E27FC236}">
                  <a16:creationId xmlns:a16="http://schemas.microsoft.com/office/drawing/2014/main" id="{DADA6BD5-5005-1D41-9C82-72B5887E90B5}"/>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128096" name="AutoShape 141">
              <a:extLst>
                <a:ext uri="{FF2B5EF4-FFF2-40B4-BE49-F238E27FC236}">
                  <a16:creationId xmlns:a16="http://schemas.microsoft.com/office/drawing/2014/main" id="{0983362C-6F73-E849-B950-B5EEF2B278B1}"/>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28074" name="Group 142">
            <a:extLst>
              <a:ext uri="{FF2B5EF4-FFF2-40B4-BE49-F238E27FC236}">
                <a16:creationId xmlns:a16="http://schemas.microsoft.com/office/drawing/2014/main" id="{D5A376D9-9483-5240-BDD7-8D1B3B522173}"/>
              </a:ext>
            </a:extLst>
          </p:cNvPr>
          <p:cNvGrpSpPr>
            <a:grpSpLocks/>
          </p:cNvGrpSpPr>
          <p:nvPr/>
        </p:nvGrpSpPr>
        <p:grpSpPr bwMode="auto">
          <a:xfrm>
            <a:off x="3771900" y="4194572"/>
            <a:ext cx="1485900" cy="285750"/>
            <a:chOff x="480" y="3120"/>
            <a:chExt cx="1248" cy="240"/>
          </a:xfrm>
        </p:grpSpPr>
        <p:sp>
          <p:nvSpPr>
            <p:cNvPr id="128093" name="Rectangle 143">
              <a:extLst>
                <a:ext uri="{FF2B5EF4-FFF2-40B4-BE49-F238E27FC236}">
                  <a16:creationId xmlns:a16="http://schemas.microsoft.com/office/drawing/2014/main" id="{5CD25597-D567-F14D-B0AD-8D971E6B5059}"/>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p>
          </p:txBody>
        </p:sp>
        <p:sp>
          <p:nvSpPr>
            <p:cNvPr id="128094" name="AutoShape 144">
              <a:extLst>
                <a:ext uri="{FF2B5EF4-FFF2-40B4-BE49-F238E27FC236}">
                  <a16:creationId xmlns:a16="http://schemas.microsoft.com/office/drawing/2014/main" id="{68115FB3-4AB7-2B42-A960-AA87CBEE7C9B}"/>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28075" name="Group 145">
            <a:extLst>
              <a:ext uri="{FF2B5EF4-FFF2-40B4-BE49-F238E27FC236}">
                <a16:creationId xmlns:a16="http://schemas.microsoft.com/office/drawing/2014/main" id="{418BACC8-A5AB-F347-BC65-CA0CDC2A00D4}"/>
              </a:ext>
            </a:extLst>
          </p:cNvPr>
          <p:cNvGrpSpPr>
            <a:grpSpLocks/>
          </p:cNvGrpSpPr>
          <p:nvPr/>
        </p:nvGrpSpPr>
        <p:grpSpPr bwMode="auto">
          <a:xfrm>
            <a:off x="5943600" y="4194572"/>
            <a:ext cx="1485900" cy="285750"/>
            <a:chOff x="480" y="3120"/>
            <a:chExt cx="1248" cy="240"/>
          </a:xfrm>
        </p:grpSpPr>
        <p:sp>
          <p:nvSpPr>
            <p:cNvPr id="128091" name="Rectangle 146">
              <a:extLst>
                <a:ext uri="{FF2B5EF4-FFF2-40B4-BE49-F238E27FC236}">
                  <a16:creationId xmlns:a16="http://schemas.microsoft.com/office/drawing/2014/main" id="{AED8D5E1-556A-EF48-8888-7BB0C8270760}"/>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28092" name="AutoShape 147">
              <a:extLst>
                <a:ext uri="{FF2B5EF4-FFF2-40B4-BE49-F238E27FC236}">
                  <a16:creationId xmlns:a16="http://schemas.microsoft.com/office/drawing/2014/main" id="{987199D2-0B76-B745-A6D6-BD7D09B1AA5F}"/>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28076" name="Text Box 148">
            <a:extLst>
              <a:ext uri="{FF2B5EF4-FFF2-40B4-BE49-F238E27FC236}">
                <a16:creationId xmlns:a16="http://schemas.microsoft.com/office/drawing/2014/main" id="{89C7A6A7-29D6-194A-B84A-70522145C1AC}"/>
              </a:ext>
            </a:extLst>
          </p:cNvPr>
          <p:cNvSpPr txBox="1">
            <a:spLocks noChangeArrowheads="1"/>
          </p:cNvSpPr>
          <p:nvPr/>
        </p:nvSpPr>
        <p:spPr bwMode="auto">
          <a:xfrm>
            <a:off x="6286500"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28077" name="Text Box 149">
            <a:extLst>
              <a:ext uri="{FF2B5EF4-FFF2-40B4-BE49-F238E27FC236}">
                <a16:creationId xmlns:a16="http://schemas.microsoft.com/office/drawing/2014/main" id="{38EE9E67-02E0-3F48-83F1-CC4D68995D2C}"/>
              </a:ext>
            </a:extLst>
          </p:cNvPr>
          <p:cNvSpPr txBox="1">
            <a:spLocks noChangeArrowheads="1"/>
          </p:cNvSpPr>
          <p:nvPr/>
        </p:nvSpPr>
        <p:spPr bwMode="auto">
          <a:xfrm>
            <a:off x="4125516"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28078" name="AutoShape 150">
            <a:extLst>
              <a:ext uri="{FF2B5EF4-FFF2-40B4-BE49-F238E27FC236}">
                <a16:creationId xmlns:a16="http://schemas.microsoft.com/office/drawing/2014/main" id="{9D2BA02A-C822-5D42-A4D6-AA6ED40BBF98}"/>
              </a:ext>
            </a:extLst>
          </p:cNvPr>
          <p:cNvSpPr>
            <a:spLocks noChangeArrowheads="1"/>
          </p:cNvSpPr>
          <p:nvPr/>
        </p:nvSpPr>
        <p:spPr bwMode="auto">
          <a:xfrm flipV="1">
            <a:off x="2686050" y="1719263"/>
            <a:ext cx="914400" cy="283369"/>
          </a:xfrm>
          <a:prstGeom prst="wedgeRoundRectCallout">
            <a:avLst>
              <a:gd name="adj1" fmla="val -75782"/>
              <a:gd name="adj2" fmla="val -203782"/>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28079" name="Text Box 151">
            <a:extLst>
              <a:ext uri="{FF2B5EF4-FFF2-40B4-BE49-F238E27FC236}">
                <a16:creationId xmlns:a16="http://schemas.microsoft.com/office/drawing/2014/main" id="{0A983D68-15DF-C24F-A1ED-7A5718386B14}"/>
              </a:ext>
            </a:extLst>
          </p:cNvPr>
          <p:cNvSpPr txBox="1">
            <a:spLocks noChangeArrowheads="1"/>
          </p:cNvSpPr>
          <p:nvPr/>
        </p:nvSpPr>
        <p:spPr bwMode="auto">
          <a:xfrm>
            <a:off x="2714625" y="1737122"/>
            <a:ext cx="91249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 </a:t>
            </a:r>
            <a:r>
              <a:rPr kumimoji="1" lang="zh-CN" altLang="en-US" sz="1350">
                <a:latin typeface="Arial" panose="020B0604020202020204" pitchFamily="34" charset="0"/>
                <a:ea typeface="宋体" panose="02010600030101010101" pitchFamily="2" charset="-122"/>
                <a:cs typeface="黑体" panose="02010609060101010101" pitchFamily="49" charset="-122"/>
              </a:rPr>
              <a:t>数据报</a:t>
            </a:r>
          </a:p>
        </p:txBody>
      </p:sp>
      <p:sp>
        <p:nvSpPr>
          <p:cNvPr id="220318" name="Text Box 158">
            <a:extLst>
              <a:ext uri="{FF2B5EF4-FFF2-40B4-BE49-F238E27FC236}">
                <a16:creationId xmlns:a16="http://schemas.microsoft.com/office/drawing/2014/main" id="{FF8B4D34-1AA2-9647-844F-D2540DFBB099}"/>
              </a:ext>
            </a:extLst>
          </p:cNvPr>
          <p:cNvSpPr txBox="1">
            <a:spLocks noChangeArrowheads="1"/>
          </p:cNvSpPr>
          <p:nvPr/>
        </p:nvSpPr>
        <p:spPr bwMode="auto">
          <a:xfrm>
            <a:off x="2303860" y="33338"/>
            <a:ext cx="4493538" cy="461665"/>
          </a:xfrm>
          <a:prstGeom prst="rect">
            <a:avLst/>
          </a:prstGeom>
          <a:solidFill>
            <a:srgbClr val="FFFF99"/>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400">
                <a:latin typeface="Tahoma" panose="020B0604030504040204" pitchFamily="34" charset="0"/>
                <a:ea typeface="宋体" panose="02010600030101010101" pitchFamily="2" charset="-122"/>
                <a:cs typeface="黑体" panose="02010609060101010101" pitchFamily="49" charset="-122"/>
              </a:rPr>
              <a:t>从协议栈的层次上看数据的流动</a:t>
            </a:r>
          </a:p>
        </p:txBody>
      </p:sp>
      <p:sp>
        <p:nvSpPr>
          <p:cNvPr id="220319" name="Line 159">
            <a:extLst>
              <a:ext uri="{FF2B5EF4-FFF2-40B4-BE49-F238E27FC236}">
                <a16:creationId xmlns:a16="http://schemas.microsoft.com/office/drawing/2014/main" id="{CD8B9840-C29D-DE4F-BCE0-35ACC1933198}"/>
              </a:ext>
            </a:extLst>
          </p:cNvPr>
          <p:cNvSpPr>
            <a:spLocks noChangeShapeType="1"/>
          </p:cNvSpPr>
          <p:nvPr/>
        </p:nvSpPr>
        <p:spPr bwMode="auto">
          <a:xfrm>
            <a:off x="1494235" y="2031207"/>
            <a:ext cx="0" cy="199906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0321" name="Line 161">
            <a:extLst>
              <a:ext uri="{FF2B5EF4-FFF2-40B4-BE49-F238E27FC236}">
                <a16:creationId xmlns:a16="http://schemas.microsoft.com/office/drawing/2014/main" id="{984BBE55-22DA-5D4C-A603-F40EDD6A2CC3}"/>
              </a:ext>
            </a:extLst>
          </p:cNvPr>
          <p:cNvSpPr>
            <a:spLocks noChangeShapeType="1"/>
          </p:cNvSpPr>
          <p:nvPr/>
        </p:nvSpPr>
        <p:spPr bwMode="auto">
          <a:xfrm>
            <a:off x="1494235" y="4083844"/>
            <a:ext cx="1403747" cy="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0323" name="Line 163">
            <a:extLst>
              <a:ext uri="{FF2B5EF4-FFF2-40B4-BE49-F238E27FC236}">
                <a16:creationId xmlns:a16="http://schemas.microsoft.com/office/drawing/2014/main" id="{FBDCA6CF-9436-4042-9922-AC84F6DD6758}"/>
              </a:ext>
            </a:extLst>
          </p:cNvPr>
          <p:cNvSpPr>
            <a:spLocks noChangeShapeType="1"/>
          </p:cNvSpPr>
          <p:nvPr/>
        </p:nvSpPr>
        <p:spPr bwMode="auto">
          <a:xfrm flipV="1">
            <a:off x="3275410" y="2625329"/>
            <a:ext cx="0" cy="1350169"/>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0324" name="Line 164">
            <a:extLst>
              <a:ext uri="{FF2B5EF4-FFF2-40B4-BE49-F238E27FC236}">
                <a16:creationId xmlns:a16="http://schemas.microsoft.com/office/drawing/2014/main" id="{76478553-E012-B347-8E5F-4177C9F53429}"/>
              </a:ext>
            </a:extLst>
          </p:cNvPr>
          <p:cNvSpPr>
            <a:spLocks noChangeShapeType="1"/>
          </p:cNvSpPr>
          <p:nvPr/>
        </p:nvSpPr>
        <p:spPr bwMode="auto">
          <a:xfrm>
            <a:off x="3437335" y="2625329"/>
            <a:ext cx="0" cy="1350169"/>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0325" name="Line 165">
            <a:extLst>
              <a:ext uri="{FF2B5EF4-FFF2-40B4-BE49-F238E27FC236}">
                <a16:creationId xmlns:a16="http://schemas.microsoft.com/office/drawing/2014/main" id="{AFD9741F-549D-8443-BA21-219BE7557772}"/>
              </a:ext>
            </a:extLst>
          </p:cNvPr>
          <p:cNvSpPr>
            <a:spLocks noChangeShapeType="1"/>
          </p:cNvSpPr>
          <p:nvPr/>
        </p:nvSpPr>
        <p:spPr bwMode="auto">
          <a:xfrm>
            <a:off x="3708797" y="4083844"/>
            <a:ext cx="1403747" cy="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0328" name="Line 168">
            <a:extLst>
              <a:ext uri="{FF2B5EF4-FFF2-40B4-BE49-F238E27FC236}">
                <a16:creationId xmlns:a16="http://schemas.microsoft.com/office/drawing/2014/main" id="{6EE27903-8F7D-1942-A820-4F1F905FC27A}"/>
              </a:ext>
            </a:extLst>
          </p:cNvPr>
          <p:cNvSpPr>
            <a:spLocks noChangeShapeType="1"/>
          </p:cNvSpPr>
          <p:nvPr/>
        </p:nvSpPr>
        <p:spPr bwMode="auto">
          <a:xfrm flipV="1">
            <a:off x="5274469" y="2625329"/>
            <a:ext cx="0" cy="1350169"/>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0329" name="Line 169">
            <a:extLst>
              <a:ext uri="{FF2B5EF4-FFF2-40B4-BE49-F238E27FC236}">
                <a16:creationId xmlns:a16="http://schemas.microsoft.com/office/drawing/2014/main" id="{AD67B0CD-6A08-D141-88D2-1403DB1594BD}"/>
              </a:ext>
            </a:extLst>
          </p:cNvPr>
          <p:cNvSpPr>
            <a:spLocks noChangeShapeType="1"/>
          </p:cNvSpPr>
          <p:nvPr/>
        </p:nvSpPr>
        <p:spPr bwMode="auto">
          <a:xfrm>
            <a:off x="5436394" y="2625329"/>
            <a:ext cx="0" cy="1350169"/>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0330" name="Line 170">
            <a:extLst>
              <a:ext uri="{FF2B5EF4-FFF2-40B4-BE49-F238E27FC236}">
                <a16:creationId xmlns:a16="http://schemas.microsoft.com/office/drawing/2014/main" id="{A53982B5-65D6-2748-89B7-7F82B348A2B7}"/>
              </a:ext>
            </a:extLst>
          </p:cNvPr>
          <p:cNvSpPr>
            <a:spLocks noChangeShapeType="1"/>
          </p:cNvSpPr>
          <p:nvPr/>
        </p:nvSpPr>
        <p:spPr bwMode="auto">
          <a:xfrm>
            <a:off x="5922169" y="4083844"/>
            <a:ext cx="1403747" cy="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0331" name="Line 171">
            <a:extLst>
              <a:ext uri="{FF2B5EF4-FFF2-40B4-BE49-F238E27FC236}">
                <a16:creationId xmlns:a16="http://schemas.microsoft.com/office/drawing/2014/main" id="{14A21DFD-F17C-A346-ADDC-3A77455BB3DF}"/>
              </a:ext>
            </a:extLst>
          </p:cNvPr>
          <p:cNvSpPr>
            <a:spLocks noChangeShapeType="1"/>
          </p:cNvSpPr>
          <p:nvPr/>
        </p:nvSpPr>
        <p:spPr bwMode="auto">
          <a:xfrm flipV="1">
            <a:off x="7434263" y="2084785"/>
            <a:ext cx="0" cy="1999059"/>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28090" name="幻灯片编号占位符 1">
            <a:extLst>
              <a:ext uri="{FF2B5EF4-FFF2-40B4-BE49-F238E27FC236}">
                <a16:creationId xmlns:a16="http://schemas.microsoft.com/office/drawing/2014/main" id="{0C3DBBF6-C82E-524B-B3AC-7EF194ED647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B2C1CD5-5F69-5A44-9EA4-95C6C02B427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12826855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220318"/>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22" presetClass="entr" presetSubtype="1" fill="hold" nodeType="afterEffect">
                                  <p:stCondLst>
                                    <p:cond delay="0"/>
                                  </p:stCondLst>
                                  <p:childTnLst>
                                    <p:set>
                                      <p:cBhvr>
                                        <p:cTn id="9" dur="1" fill="hold">
                                          <p:stCondLst>
                                            <p:cond delay="0"/>
                                          </p:stCondLst>
                                        </p:cTn>
                                        <p:tgtEl>
                                          <p:spTgt spid="220319"/>
                                        </p:tgtEl>
                                        <p:attrNameLst>
                                          <p:attrName>style.visibility</p:attrName>
                                        </p:attrNameLst>
                                      </p:cBhvr>
                                      <p:to>
                                        <p:strVal val="visible"/>
                                      </p:to>
                                    </p:set>
                                    <p:animEffect transition="in" filter="wipe(up)">
                                      <p:cBhvr>
                                        <p:cTn id="10" dur="1000"/>
                                        <p:tgtEl>
                                          <p:spTgt spid="220319"/>
                                        </p:tgtEl>
                                      </p:cBhvr>
                                    </p:animEffect>
                                  </p:childTnLst>
                                </p:cTn>
                              </p:par>
                            </p:childTnLst>
                          </p:cTn>
                        </p:par>
                        <p:par>
                          <p:cTn id="11" fill="hold" nodeType="afterGroup">
                            <p:stCondLst>
                              <p:cond delay="4000"/>
                            </p:stCondLst>
                            <p:childTnLst>
                              <p:par>
                                <p:cTn id="12" presetID="22" presetClass="entr" presetSubtype="8" fill="hold" nodeType="afterEffect">
                                  <p:stCondLst>
                                    <p:cond delay="0"/>
                                  </p:stCondLst>
                                  <p:childTnLst>
                                    <p:set>
                                      <p:cBhvr>
                                        <p:cTn id="13" dur="1" fill="hold">
                                          <p:stCondLst>
                                            <p:cond delay="0"/>
                                          </p:stCondLst>
                                        </p:cTn>
                                        <p:tgtEl>
                                          <p:spTgt spid="220321"/>
                                        </p:tgtEl>
                                        <p:attrNameLst>
                                          <p:attrName>style.visibility</p:attrName>
                                        </p:attrNameLst>
                                      </p:cBhvr>
                                      <p:to>
                                        <p:strVal val="visible"/>
                                      </p:to>
                                    </p:set>
                                    <p:animEffect transition="in" filter="wipe(left)">
                                      <p:cBhvr>
                                        <p:cTn id="14" dur="1000"/>
                                        <p:tgtEl>
                                          <p:spTgt spid="220321"/>
                                        </p:tgtEl>
                                      </p:cBhvr>
                                    </p:animEffect>
                                  </p:childTnLst>
                                </p:cTn>
                              </p:par>
                            </p:childTnLst>
                          </p:cTn>
                        </p:par>
                        <p:par>
                          <p:cTn id="15" fill="hold" nodeType="afterGroup">
                            <p:stCondLst>
                              <p:cond delay="5000"/>
                            </p:stCondLst>
                            <p:childTnLst>
                              <p:par>
                                <p:cTn id="16" presetID="22" presetClass="entr" presetSubtype="4" fill="hold" nodeType="afterEffect">
                                  <p:stCondLst>
                                    <p:cond delay="0"/>
                                  </p:stCondLst>
                                  <p:childTnLst>
                                    <p:set>
                                      <p:cBhvr>
                                        <p:cTn id="17" dur="1" fill="hold">
                                          <p:stCondLst>
                                            <p:cond delay="0"/>
                                          </p:stCondLst>
                                        </p:cTn>
                                        <p:tgtEl>
                                          <p:spTgt spid="220323"/>
                                        </p:tgtEl>
                                        <p:attrNameLst>
                                          <p:attrName>style.visibility</p:attrName>
                                        </p:attrNameLst>
                                      </p:cBhvr>
                                      <p:to>
                                        <p:strVal val="visible"/>
                                      </p:to>
                                    </p:set>
                                    <p:animEffect transition="in" filter="wipe(down)">
                                      <p:cBhvr>
                                        <p:cTn id="18" dur="1000"/>
                                        <p:tgtEl>
                                          <p:spTgt spid="220323"/>
                                        </p:tgtEl>
                                      </p:cBhvr>
                                    </p:animEffect>
                                  </p:childTnLst>
                                </p:cTn>
                              </p:par>
                            </p:childTnLst>
                          </p:cTn>
                        </p:par>
                        <p:par>
                          <p:cTn id="19" fill="hold" nodeType="afterGroup">
                            <p:stCondLst>
                              <p:cond delay="6000"/>
                            </p:stCondLst>
                            <p:childTnLst>
                              <p:par>
                                <p:cTn id="20" presetID="22" presetClass="entr" presetSubtype="1" fill="hold" nodeType="afterEffect">
                                  <p:stCondLst>
                                    <p:cond delay="0"/>
                                  </p:stCondLst>
                                  <p:childTnLst>
                                    <p:set>
                                      <p:cBhvr>
                                        <p:cTn id="21" dur="1" fill="hold">
                                          <p:stCondLst>
                                            <p:cond delay="0"/>
                                          </p:stCondLst>
                                        </p:cTn>
                                        <p:tgtEl>
                                          <p:spTgt spid="220324"/>
                                        </p:tgtEl>
                                        <p:attrNameLst>
                                          <p:attrName>style.visibility</p:attrName>
                                        </p:attrNameLst>
                                      </p:cBhvr>
                                      <p:to>
                                        <p:strVal val="visible"/>
                                      </p:to>
                                    </p:set>
                                    <p:animEffect transition="in" filter="wipe(up)">
                                      <p:cBhvr>
                                        <p:cTn id="22" dur="1000"/>
                                        <p:tgtEl>
                                          <p:spTgt spid="220324"/>
                                        </p:tgtEl>
                                      </p:cBhvr>
                                    </p:animEffect>
                                  </p:childTnLst>
                                </p:cTn>
                              </p:par>
                            </p:childTnLst>
                          </p:cTn>
                        </p:par>
                        <p:par>
                          <p:cTn id="23" fill="hold" nodeType="afterGroup">
                            <p:stCondLst>
                              <p:cond delay="7000"/>
                            </p:stCondLst>
                            <p:childTnLst>
                              <p:par>
                                <p:cTn id="24" presetID="22" presetClass="entr" presetSubtype="8" fill="hold" nodeType="afterEffect">
                                  <p:stCondLst>
                                    <p:cond delay="0"/>
                                  </p:stCondLst>
                                  <p:childTnLst>
                                    <p:set>
                                      <p:cBhvr>
                                        <p:cTn id="25" dur="1" fill="hold">
                                          <p:stCondLst>
                                            <p:cond delay="0"/>
                                          </p:stCondLst>
                                        </p:cTn>
                                        <p:tgtEl>
                                          <p:spTgt spid="220325"/>
                                        </p:tgtEl>
                                        <p:attrNameLst>
                                          <p:attrName>style.visibility</p:attrName>
                                        </p:attrNameLst>
                                      </p:cBhvr>
                                      <p:to>
                                        <p:strVal val="visible"/>
                                      </p:to>
                                    </p:set>
                                    <p:animEffect transition="in" filter="wipe(left)">
                                      <p:cBhvr>
                                        <p:cTn id="26" dur="1000"/>
                                        <p:tgtEl>
                                          <p:spTgt spid="220325"/>
                                        </p:tgtEl>
                                      </p:cBhvr>
                                    </p:animEffect>
                                  </p:childTnLst>
                                </p:cTn>
                              </p:par>
                            </p:childTnLst>
                          </p:cTn>
                        </p:par>
                        <p:par>
                          <p:cTn id="27" fill="hold" nodeType="afterGroup">
                            <p:stCondLst>
                              <p:cond delay="8000"/>
                            </p:stCondLst>
                            <p:childTnLst>
                              <p:par>
                                <p:cTn id="28" presetID="22" presetClass="entr" presetSubtype="4" fill="hold" nodeType="afterEffect">
                                  <p:stCondLst>
                                    <p:cond delay="0"/>
                                  </p:stCondLst>
                                  <p:childTnLst>
                                    <p:set>
                                      <p:cBhvr>
                                        <p:cTn id="29" dur="1" fill="hold">
                                          <p:stCondLst>
                                            <p:cond delay="0"/>
                                          </p:stCondLst>
                                        </p:cTn>
                                        <p:tgtEl>
                                          <p:spTgt spid="220328"/>
                                        </p:tgtEl>
                                        <p:attrNameLst>
                                          <p:attrName>style.visibility</p:attrName>
                                        </p:attrNameLst>
                                      </p:cBhvr>
                                      <p:to>
                                        <p:strVal val="visible"/>
                                      </p:to>
                                    </p:set>
                                    <p:animEffect transition="in" filter="wipe(down)">
                                      <p:cBhvr>
                                        <p:cTn id="30" dur="1000"/>
                                        <p:tgtEl>
                                          <p:spTgt spid="220328"/>
                                        </p:tgtEl>
                                      </p:cBhvr>
                                    </p:animEffect>
                                  </p:childTnLst>
                                </p:cTn>
                              </p:par>
                            </p:childTnLst>
                          </p:cTn>
                        </p:par>
                        <p:par>
                          <p:cTn id="31" fill="hold" nodeType="afterGroup">
                            <p:stCondLst>
                              <p:cond delay="9000"/>
                            </p:stCondLst>
                            <p:childTnLst>
                              <p:par>
                                <p:cTn id="32" presetID="22" presetClass="entr" presetSubtype="1" fill="hold" nodeType="afterEffect">
                                  <p:stCondLst>
                                    <p:cond delay="0"/>
                                  </p:stCondLst>
                                  <p:childTnLst>
                                    <p:set>
                                      <p:cBhvr>
                                        <p:cTn id="33" dur="1" fill="hold">
                                          <p:stCondLst>
                                            <p:cond delay="0"/>
                                          </p:stCondLst>
                                        </p:cTn>
                                        <p:tgtEl>
                                          <p:spTgt spid="220329"/>
                                        </p:tgtEl>
                                        <p:attrNameLst>
                                          <p:attrName>style.visibility</p:attrName>
                                        </p:attrNameLst>
                                      </p:cBhvr>
                                      <p:to>
                                        <p:strVal val="visible"/>
                                      </p:to>
                                    </p:set>
                                    <p:animEffect transition="in" filter="wipe(up)">
                                      <p:cBhvr>
                                        <p:cTn id="34" dur="1000"/>
                                        <p:tgtEl>
                                          <p:spTgt spid="220329"/>
                                        </p:tgtEl>
                                      </p:cBhvr>
                                    </p:animEffect>
                                  </p:childTnLst>
                                </p:cTn>
                              </p:par>
                            </p:childTnLst>
                          </p:cTn>
                        </p:par>
                        <p:par>
                          <p:cTn id="35" fill="hold" nodeType="afterGroup">
                            <p:stCondLst>
                              <p:cond delay="10000"/>
                            </p:stCondLst>
                            <p:childTnLst>
                              <p:par>
                                <p:cTn id="36" presetID="22" presetClass="entr" presetSubtype="8" fill="hold" nodeType="afterEffect">
                                  <p:stCondLst>
                                    <p:cond delay="0"/>
                                  </p:stCondLst>
                                  <p:childTnLst>
                                    <p:set>
                                      <p:cBhvr>
                                        <p:cTn id="37" dur="1" fill="hold">
                                          <p:stCondLst>
                                            <p:cond delay="0"/>
                                          </p:stCondLst>
                                        </p:cTn>
                                        <p:tgtEl>
                                          <p:spTgt spid="220330"/>
                                        </p:tgtEl>
                                        <p:attrNameLst>
                                          <p:attrName>style.visibility</p:attrName>
                                        </p:attrNameLst>
                                      </p:cBhvr>
                                      <p:to>
                                        <p:strVal val="visible"/>
                                      </p:to>
                                    </p:set>
                                    <p:animEffect transition="in" filter="wipe(left)">
                                      <p:cBhvr>
                                        <p:cTn id="38" dur="1000"/>
                                        <p:tgtEl>
                                          <p:spTgt spid="220330"/>
                                        </p:tgtEl>
                                      </p:cBhvr>
                                    </p:animEffect>
                                  </p:childTnLst>
                                </p:cTn>
                              </p:par>
                            </p:childTnLst>
                          </p:cTn>
                        </p:par>
                        <p:par>
                          <p:cTn id="39" fill="hold" nodeType="afterGroup">
                            <p:stCondLst>
                              <p:cond delay="11000"/>
                            </p:stCondLst>
                            <p:childTnLst>
                              <p:par>
                                <p:cTn id="40" presetID="22" presetClass="entr" presetSubtype="4" fill="hold" nodeType="afterEffect">
                                  <p:stCondLst>
                                    <p:cond delay="0"/>
                                  </p:stCondLst>
                                  <p:childTnLst>
                                    <p:set>
                                      <p:cBhvr>
                                        <p:cTn id="41" dur="1" fill="hold">
                                          <p:stCondLst>
                                            <p:cond delay="0"/>
                                          </p:stCondLst>
                                        </p:cTn>
                                        <p:tgtEl>
                                          <p:spTgt spid="220331"/>
                                        </p:tgtEl>
                                        <p:attrNameLst>
                                          <p:attrName>style.visibility</p:attrName>
                                        </p:attrNameLst>
                                      </p:cBhvr>
                                      <p:to>
                                        <p:strVal val="visible"/>
                                      </p:to>
                                    </p:set>
                                    <p:animEffect transition="in" filter="wipe(down)">
                                      <p:cBhvr>
                                        <p:cTn id="42" dur="1000"/>
                                        <p:tgtEl>
                                          <p:spTgt spid="2203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0318" grpId="0" animBg="1"/>
    </p:bldLst>
  </p:timing>
</p:sld>
</file>

<file path=ppt/slides/slide5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0049" name="Freeform 2">
            <a:extLst>
              <a:ext uri="{FF2B5EF4-FFF2-40B4-BE49-F238E27FC236}">
                <a16:creationId xmlns:a16="http://schemas.microsoft.com/office/drawing/2014/main" id="{37EB52AF-60FC-CA4A-BF6F-22DA61116765}"/>
              </a:ext>
            </a:extLst>
          </p:cNvPr>
          <p:cNvSpPr>
            <a:spLocks/>
          </p:cNvSpPr>
          <p:nvPr/>
        </p:nvSpPr>
        <p:spPr bwMode="auto">
          <a:xfrm>
            <a:off x="3082529" y="929879"/>
            <a:ext cx="186928" cy="400050"/>
          </a:xfrm>
          <a:custGeom>
            <a:avLst/>
            <a:gdLst>
              <a:gd name="T0" fmla="*/ 0 w 249"/>
              <a:gd name="T1" fmla="*/ 2147483646 h 176"/>
              <a:gd name="T2" fmla="*/ 100290666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0050" name="Freeform 3">
            <a:extLst>
              <a:ext uri="{FF2B5EF4-FFF2-40B4-BE49-F238E27FC236}">
                <a16:creationId xmlns:a16="http://schemas.microsoft.com/office/drawing/2014/main" id="{C227A540-F84C-2E48-9283-7F95B0BC7ADB}"/>
              </a:ext>
            </a:extLst>
          </p:cNvPr>
          <p:cNvSpPr>
            <a:spLocks/>
          </p:cNvSpPr>
          <p:nvPr/>
        </p:nvSpPr>
        <p:spPr bwMode="auto">
          <a:xfrm>
            <a:off x="5141119" y="929879"/>
            <a:ext cx="127397" cy="398859"/>
          </a:xfrm>
          <a:custGeom>
            <a:avLst/>
            <a:gdLst>
              <a:gd name="T0" fmla="*/ 0 w 249"/>
              <a:gd name="T1" fmla="*/ 2147483646 h 176"/>
              <a:gd name="T2" fmla="*/ 317382535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0051" name="Line 4">
            <a:extLst>
              <a:ext uri="{FF2B5EF4-FFF2-40B4-BE49-F238E27FC236}">
                <a16:creationId xmlns:a16="http://schemas.microsoft.com/office/drawing/2014/main" id="{C5238C20-CE2A-5943-ACB4-A6C3FCB3B0B5}"/>
              </a:ext>
            </a:extLst>
          </p:cNvPr>
          <p:cNvSpPr>
            <a:spLocks noChangeShapeType="1"/>
          </p:cNvSpPr>
          <p:nvPr/>
        </p:nvSpPr>
        <p:spPr bwMode="auto">
          <a:xfrm rot="16200000">
            <a:off x="7410451" y="1128713"/>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052" name="Line 5">
            <a:extLst>
              <a:ext uri="{FF2B5EF4-FFF2-40B4-BE49-F238E27FC236}">
                <a16:creationId xmlns:a16="http://schemas.microsoft.com/office/drawing/2014/main" id="{8A57797D-D87C-9740-85BC-259B0CB0E7BF}"/>
              </a:ext>
            </a:extLst>
          </p:cNvPr>
          <p:cNvSpPr>
            <a:spLocks noChangeShapeType="1"/>
          </p:cNvSpPr>
          <p:nvPr/>
        </p:nvSpPr>
        <p:spPr bwMode="auto">
          <a:xfrm rot="16200000">
            <a:off x="1295401" y="1128713"/>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053" name="Line 6">
            <a:extLst>
              <a:ext uri="{FF2B5EF4-FFF2-40B4-BE49-F238E27FC236}">
                <a16:creationId xmlns:a16="http://schemas.microsoft.com/office/drawing/2014/main" id="{CCF30CA5-CF60-9B44-8FBB-8390DF708723}"/>
              </a:ext>
            </a:extLst>
          </p:cNvPr>
          <p:cNvSpPr>
            <a:spLocks noChangeShapeType="1"/>
          </p:cNvSpPr>
          <p:nvPr/>
        </p:nvSpPr>
        <p:spPr bwMode="auto">
          <a:xfrm>
            <a:off x="1318023" y="1329929"/>
            <a:ext cx="1940719"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054" name="Text Box 7">
            <a:extLst>
              <a:ext uri="{FF2B5EF4-FFF2-40B4-BE49-F238E27FC236}">
                <a16:creationId xmlns:a16="http://schemas.microsoft.com/office/drawing/2014/main" id="{C6E81666-2E6B-844A-B7FD-09E8EA75E2CB}"/>
              </a:ext>
            </a:extLst>
          </p:cNvPr>
          <p:cNvSpPr txBox="1">
            <a:spLocks noChangeArrowheads="1"/>
          </p:cNvSpPr>
          <p:nvPr/>
        </p:nvSpPr>
        <p:spPr bwMode="auto">
          <a:xfrm>
            <a:off x="1509713"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55" name="Text Box 8">
            <a:extLst>
              <a:ext uri="{FF2B5EF4-FFF2-40B4-BE49-F238E27FC236}">
                <a16:creationId xmlns:a16="http://schemas.microsoft.com/office/drawing/2014/main" id="{CA38C97E-F4F2-F543-A095-71FF3C19209C}"/>
              </a:ext>
            </a:extLst>
          </p:cNvPr>
          <p:cNvSpPr txBox="1">
            <a:spLocks noChangeArrowheads="1"/>
          </p:cNvSpPr>
          <p:nvPr/>
        </p:nvSpPr>
        <p:spPr bwMode="auto">
          <a:xfrm>
            <a:off x="4729163"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56" name="Text Box 9">
            <a:extLst>
              <a:ext uri="{FF2B5EF4-FFF2-40B4-BE49-F238E27FC236}">
                <a16:creationId xmlns:a16="http://schemas.microsoft.com/office/drawing/2014/main" id="{1A9B57E6-49AE-B341-902B-2F8639F2AFA8}"/>
              </a:ext>
            </a:extLst>
          </p:cNvPr>
          <p:cNvSpPr txBox="1">
            <a:spLocks noChangeArrowheads="1"/>
          </p:cNvSpPr>
          <p:nvPr/>
        </p:nvSpPr>
        <p:spPr bwMode="auto">
          <a:xfrm>
            <a:off x="3779044"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57" name="Text Box 10">
            <a:extLst>
              <a:ext uri="{FF2B5EF4-FFF2-40B4-BE49-F238E27FC236}">
                <a16:creationId xmlns:a16="http://schemas.microsoft.com/office/drawing/2014/main" id="{7F12F52A-4EF8-6A49-BFA5-88EBDDBC0BD2}"/>
              </a:ext>
            </a:extLst>
          </p:cNvPr>
          <p:cNvSpPr txBox="1">
            <a:spLocks noChangeArrowheads="1"/>
          </p:cNvSpPr>
          <p:nvPr/>
        </p:nvSpPr>
        <p:spPr bwMode="auto">
          <a:xfrm>
            <a:off x="2670572"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58" name="Line 11">
            <a:extLst>
              <a:ext uri="{FF2B5EF4-FFF2-40B4-BE49-F238E27FC236}">
                <a16:creationId xmlns:a16="http://schemas.microsoft.com/office/drawing/2014/main" id="{D6F17C95-532D-B94B-B2ED-B5C5C7460F7B}"/>
              </a:ext>
            </a:extLst>
          </p:cNvPr>
          <p:cNvSpPr>
            <a:spLocks noChangeShapeType="1"/>
          </p:cNvSpPr>
          <p:nvPr/>
        </p:nvSpPr>
        <p:spPr bwMode="auto">
          <a:xfrm>
            <a:off x="5670947" y="1329929"/>
            <a:ext cx="2176463"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059" name="Text Box 12">
            <a:extLst>
              <a:ext uri="{FF2B5EF4-FFF2-40B4-BE49-F238E27FC236}">
                <a16:creationId xmlns:a16="http://schemas.microsoft.com/office/drawing/2014/main" id="{A92F7DA5-C498-CB4A-8EDF-96593EE6A946}"/>
              </a:ext>
            </a:extLst>
          </p:cNvPr>
          <p:cNvSpPr txBox="1">
            <a:spLocks noChangeArrowheads="1"/>
          </p:cNvSpPr>
          <p:nvPr/>
        </p:nvSpPr>
        <p:spPr bwMode="auto">
          <a:xfrm>
            <a:off x="5837635"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60" name="Text Box 13">
            <a:extLst>
              <a:ext uri="{FF2B5EF4-FFF2-40B4-BE49-F238E27FC236}">
                <a16:creationId xmlns:a16="http://schemas.microsoft.com/office/drawing/2014/main" id="{653AEAA3-7A90-4242-8400-C59CFD002425}"/>
              </a:ext>
            </a:extLst>
          </p:cNvPr>
          <p:cNvSpPr txBox="1">
            <a:spLocks noChangeArrowheads="1"/>
          </p:cNvSpPr>
          <p:nvPr/>
        </p:nvSpPr>
        <p:spPr bwMode="auto">
          <a:xfrm>
            <a:off x="1200151" y="136922"/>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61" name="Text Box 14">
            <a:extLst>
              <a:ext uri="{FF2B5EF4-FFF2-40B4-BE49-F238E27FC236}">
                <a16:creationId xmlns:a16="http://schemas.microsoft.com/office/drawing/2014/main" id="{E1C4CF61-5227-CD49-8210-3B5DF9134B31}"/>
              </a:ext>
            </a:extLst>
          </p:cNvPr>
          <p:cNvSpPr txBox="1">
            <a:spLocks noChangeArrowheads="1"/>
          </p:cNvSpPr>
          <p:nvPr/>
        </p:nvSpPr>
        <p:spPr bwMode="auto">
          <a:xfrm>
            <a:off x="7259242" y="117872"/>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62" name="Line 15">
            <a:extLst>
              <a:ext uri="{FF2B5EF4-FFF2-40B4-BE49-F238E27FC236}">
                <a16:creationId xmlns:a16="http://schemas.microsoft.com/office/drawing/2014/main" id="{D85A807B-392F-FC4E-83AF-E8883185B892}"/>
              </a:ext>
            </a:extLst>
          </p:cNvPr>
          <p:cNvSpPr>
            <a:spLocks noChangeShapeType="1"/>
          </p:cNvSpPr>
          <p:nvPr/>
        </p:nvSpPr>
        <p:spPr bwMode="auto">
          <a:xfrm>
            <a:off x="3612356" y="1329929"/>
            <a:ext cx="1704975"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063" name="Freeform 16">
            <a:extLst>
              <a:ext uri="{FF2B5EF4-FFF2-40B4-BE49-F238E27FC236}">
                <a16:creationId xmlns:a16="http://schemas.microsoft.com/office/drawing/2014/main" id="{F818F84C-BE42-1842-B18A-6F8D4409CF38}"/>
              </a:ext>
            </a:extLst>
          </p:cNvPr>
          <p:cNvSpPr>
            <a:spLocks/>
          </p:cNvSpPr>
          <p:nvPr/>
        </p:nvSpPr>
        <p:spPr bwMode="auto">
          <a:xfrm flipH="1">
            <a:off x="5670947" y="929879"/>
            <a:ext cx="176213" cy="400050"/>
          </a:xfrm>
          <a:custGeom>
            <a:avLst/>
            <a:gdLst>
              <a:gd name="T0" fmla="*/ 0 w 249"/>
              <a:gd name="T1" fmla="*/ 2147483646 h 176"/>
              <a:gd name="T2" fmla="*/ 840473708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0064" name="Freeform 17">
            <a:extLst>
              <a:ext uri="{FF2B5EF4-FFF2-40B4-BE49-F238E27FC236}">
                <a16:creationId xmlns:a16="http://schemas.microsoft.com/office/drawing/2014/main" id="{D1E3DBAF-BB12-DD4E-8C20-EA53EB798EB8}"/>
              </a:ext>
            </a:extLst>
          </p:cNvPr>
          <p:cNvSpPr>
            <a:spLocks/>
          </p:cNvSpPr>
          <p:nvPr/>
        </p:nvSpPr>
        <p:spPr bwMode="auto">
          <a:xfrm flipH="1">
            <a:off x="3659981" y="929879"/>
            <a:ext cx="128588" cy="401240"/>
          </a:xfrm>
          <a:custGeom>
            <a:avLst/>
            <a:gdLst>
              <a:gd name="T0" fmla="*/ 0 w 249"/>
              <a:gd name="T1" fmla="*/ 2147483646 h 176"/>
              <a:gd name="T2" fmla="*/ 326659760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0065" name="Text Box 18">
            <a:extLst>
              <a:ext uri="{FF2B5EF4-FFF2-40B4-BE49-F238E27FC236}">
                <a16:creationId xmlns:a16="http://schemas.microsoft.com/office/drawing/2014/main" id="{97E3BBCF-38B5-C34A-991A-907CB5DE81D6}"/>
              </a:ext>
            </a:extLst>
          </p:cNvPr>
          <p:cNvSpPr txBox="1">
            <a:spLocks noChangeArrowheads="1"/>
          </p:cNvSpPr>
          <p:nvPr/>
        </p:nvSpPr>
        <p:spPr bwMode="auto">
          <a:xfrm>
            <a:off x="3059907" y="50958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pic>
        <p:nvPicPr>
          <p:cNvPr id="130066" name="Picture 19">
            <a:extLst>
              <a:ext uri="{FF2B5EF4-FFF2-40B4-BE49-F238E27FC236}">
                <a16:creationId xmlns:a16="http://schemas.microsoft.com/office/drawing/2014/main" id="{9C1F27CD-1ED0-8145-A77C-B541EA260E4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15628" y="372666"/>
            <a:ext cx="641747" cy="62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067" name="Picture 20">
            <a:extLst>
              <a:ext uri="{FF2B5EF4-FFF2-40B4-BE49-F238E27FC236}">
                <a16:creationId xmlns:a16="http://schemas.microsoft.com/office/drawing/2014/main" id="{FFB83FC0-CDFD-064A-B9EA-1257E58EF734}"/>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99460" y="739379"/>
            <a:ext cx="578644" cy="326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068" name="Picture 21">
            <a:extLst>
              <a:ext uri="{FF2B5EF4-FFF2-40B4-BE49-F238E27FC236}">
                <a16:creationId xmlns:a16="http://schemas.microsoft.com/office/drawing/2014/main" id="{B44E0C29-B6B5-1940-9DF0-101B47D7E7B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65194" y="358379"/>
            <a:ext cx="640556" cy="62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069" name="Picture 22">
            <a:extLst>
              <a:ext uri="{FF2B5EF4-FFF2-40B4-BE49-F238E27FC236}">
                <a16:creationId xmlns:a16="http://schemas.microsoft.com/office/drawing/2014/main" id="{E8E80A39-5BB8-DE4C-9011-E8D01D49C557}"/>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51585" y="722710"/>
            <a:ext cx="577453" cy="326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0070" name="AutoShape 23">
            <a:extLst>
              <a:ext uri="{FF2B5EF4-FFF2-40B4-BE49-F238E27FC236}">
                <a16:creationId xmlns:a16="http://schemas.microsoft.com/office/drawing/2014/main" id="{DF6CA651-32EB-4C48-8EF4-578E5AC316D0}"/>
              </a:ext>
            </a:extLst>
          </p:cNvPr>
          <p:cNvSpPr>
            <a:spLocks noChangeArrowheads="1"/>
          </p:cNvSpPr>
          <p:nvPr/>
        </p:nvSpPr>
        <p:spPr bwMode="auto">
          <a:xfrm flipV="1">
            <a:off x="2225278" y="456010"/>
            <a:ext cx="766763" cy="245269"/>
          </a:xfrm>
          <a:prstGeom prst="wedgeRoundRectCallout">
            <a:avLst>
              <a:gd name="adj1" fmla="val -98759"/>
              <a:gd name="adj2" fmla="val -194176"/>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30071" name="Text Box 24">
            <a:extLst>
              <a:ext uri="{FF2B5EF4-FFF2-40B4-BE49-F238E27FC236}">
                <a16:creationId xmlns:a16="http://schemas.microsoft.com/office/drawing/2014/main" id="{86D1814A-5405-6A4D-B1FE-4D7D3F4ED231}"/>
              </a:ext>
            </a:extLst>
          </p:cNvPr>
          <p:cNvSpPr txBox="1">
            <a:spLocks noChangeArrowheads="1"/>
          </p:cNvSpPr>
          <p:nvPr/>
        </p:nvSpPr>
        <p:spPr bwMode="auto">
          <a:xfrm>
            <a:off x="2195513" y="415528"/>
            <a:ext cx="87716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硬件地址</a:t>
            </a:r>
          </a:p>
        </p:txBody>
      </p:sp>
      <p:sp>
        <p:nvSpPr>
          <p:cNvPr id="130072" name="Text Box 25">
            <a:extLst>
              <a:ext uri="{FF2B5EF4-FFF2-40B4-BE49-F238E27FC236}">
                <a16:creationId xmlns:a16="http://schemas.microsoft.com/office/drawing/2014/main" id="{72259EC5-2952-0B46-A674-8CBDCF365AE5}"/>
              </a:ext>
            </a:extLst>
          </p:cNvPr>
          <p:cNvSpPr txBox="1">
            <a:spLocks noChangeArrowheads="1"/>
          </p:cNvSpPr>
          <p:nvPr/>
        </p:nvSpPr>
        <p:spPr bwMode="auto">
          <a:xfrm>
            <a:off x="5070873" y="514350"/>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0073" name="Text Box 26">
            <a:extLst>
              <a:ext uri="{FF2B5EF4-FFF2-40B4-BE49-F238E27FC236}">
                <a16:creationId xmlns:a16="http://schemas.microsoft.com/office/drawing/2014/main" id="{78C5BF6A-A61A-8F4F-85C2-35E0496DEBBE}"/>
              </a:ext>
            </a:extLst>
          </p:cNvPr>
          <p:cNvSpPr txBox="1">
            <a:spLocks noChangeArrowheads="1"/>
          </p:cNvSpPr>
          <p:nvPr/>
        </p:nvSpPr>
        <p:spPr bwMode="auto">
          <a:xfrm>
            <a:off x="7184231"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74" name="Text Box 27">
            <a:extLst>
              <a:ext uri="{FF2B5EF4-FFF2-40B4-BE49-F238E27FC236}">
                <a16:creationId xmlns:a16="http://schemas.microsoft.com/office/drawing/2014/main" id="{312F3248-CAB8-F846-8572-BF102F61DE97}"/>
              </a:ext>
            </a:extLst>
          </p:cNvPr>
          <p:cNvSpPr txBox="1">
            <a:spLocks noChangeArrowheads="1"/>
          </p:cNvSpPr>
          <p:nvPr/>
        </p:nvSpPr>
        <p:spPr bwMode="auto">
          <a:xfrm>
            <a:off x="1353741" y="4202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75" name="Text Box 28">
            <a:extLst>
              <a:ext uri="{FF2B5EF4-FFF2-40B4-BE49-F238E27FC236}">
                <a16:creationId xmlns:a16="http://schemas.microsoft.com/office/drawing/2014/main" id="{CD88A112-5C2F-B94A-89DF-1835813AF405}"/>
              </a:ext>
            </a:extLst>
          </p:cNvPr>
          <p:cNvSpPr txBox="1">
            <a:spLocks noChangeArrowheads="1"/>
          </p:cNvSpPr>
          <p:nvPr/>
        </p:nvSpPr>
        <p:spPr bwMode="auto">
          <a:xfrm>
            <a:off x="7416404" y="408385"/>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76" name="Text Box 29">
            <a:extLst>
              <a:ext uri="{FF2B5EF4-FFF2-40B4-BE49-F238E27FC236}">
                <a16:creationId xmlns:a16="http://schemas.microsoft.com/office/drawing/2014/main" id="{2F10FC1F-8051-AE4F-B372-BEF8EAC247A2}"/>
              </a:ext>
            </a:extLst>
          </p:cNvPr>
          <p:cNvSpPr txBox="1">
            <a:spLocks noChangeArrowheads="1"/>
          </p:cNvSpPr>
          <p:nvPr/>
        </p:nvSpPr>
        <p:spPr bwMode="auto">
          <a:xfrm>
            <a:off x="2057401"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30077" name="Text Box 30">
            <a:extLst>
              <a:ext uri="{FF2B5EF4-FFF2-40B4-BE49-F238E27FC236}">
                <a16:creationId xmlns:a16="http://schemas.microsoft.com/office/drawing/2014/main" id="{4E357AF5-4DD7-F540-9E90-DCAE896676DD}"/>
              </a:ext>
            </a:extLst>
          </p:cNvPr>
          <p:cNvSpPr txBox="1">
            <a:spLocks noChangeArrowheads="1"/>
          </p:cNvSpPr>
          <p:nvPr/>
        </p:nvSpPr>
        <p:spPr bwMode="auto">
          <a:xfrm>
            <a:off x="4175523"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30078" name="Text Box 31">
            <a:extLst>
              <a:ext uri="{FF2B5EF4-FFF2-40B4-BE49-F238E27FC236}">
                <a16:creationId xmlns:a16="http://schemas.microsoft.com/office/drawing/2014/main" id="{8C373711-5336-E144-B64D-0AED4A22339A}"/>
              </a:ext>
            </a:extLst>
          </p:cNvPr>
          <p:cNvSpPr txBox="1">
            <a:spLocks noChangeArrowheads="1"/>
          </p:cNvSpPr>
          <p:nvPr/>
        </p:nvSpPr>
        <p:spPr bwMode="auto">
          <a:xfrm>
            <a:off x="6435329"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30079" name="Freeform 32">
            <a:extLst>
              <a:ext uri="{FF2B5EF4-FFF2-40B4-BE49-F238E27FC236}">
                <a16:creationId xmlns:a16="http://schemas.microsoft.com/office/drawing/2014/main" id="{F47EC37A-EC2F-0541-8CAF-579992C85E3F}"/>
              </a:ext>
            </a:extLst>
          </p:cNvPr>
          <p:cNvSpPr>
            <a:spLocks/>
          </p:cNvSpPr>
          <p:nvPr/>
        </p:nvSpPr>
        <p:spPr bwMode="auto">
          <a:xfrm>
            <a:off x="2914650" y="3870722"/>
            <a:ext cx="296466"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0080" name="Freeform 33">
            <a:extLst>
              <a:ext uri="{FF2B5EF4-FFF2-40B4-BE49-F238E27FC236}">
                <a16:creationId xmlns:a16="http://schemas.microsoft.com/office/drawing/2014/main" id="{F86EDE01-5F61-6942-A65E-08CFE9CF75C1}"/>
              </a:ext>
            </a:extLst>
          </p:cNvPr>
          <p:cNvSpPr>
            <a:spLocks/>
          </p:cNvSpPr>
          <p:nvPr/>
        </p:nvSpPr>
        <p:spPr bwMode="auto">
          <a:xfrm>
            <a:off x="4856560" y="3869531"/>
            <a:ext cx="296465"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0081" name="Line 34">
            <a:extLst>
              <a:ext uri="{FF2B5EF4-FFF2-40B4-BE49-F238E27FC236}">
                <a16:creationId xmlns:a16="http://schemas.microsoft.com/office/drawing/2014/main" id="{89BDA2D3-E849-FF43-9AB7-BF7D0BFA86BD}"/>
              </a:ext>
            </a:extLst>
          </p:cNvPr>
          <p:cNvSpPr>
            <a:spLocks noChangeShapeType="1"/>
          </p:cNvSpPr>
          <p:nvPr/>
        </p:nvSpPr>
        <p:spPr bwMode="auto">
          <a:xfrm rot="16200000">
            <a:off x="7228285"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082" name="Line 35">
            <a:extLst>
              <a:ext uri="{FF2B5EF4-FFF2-40B4-BE49-F238E27FC236}">
                <a16:creationId xmlns:a16="http://schemas.microsoft.com/office/drawing/2014/main" id="{AF204882-54F8-194D-A44D-04AAEEC6010B}"/>
              </a:ext>
            </a:extLst>
          </p:cNvPr>
          <p:cNvSpPr>
            <a:spLocks noChangeShapeType="1"/>
          </p:cNvSpPr>
          <p:nvPr/>
        </p:nvSpPr>
        <p:spPr bwMode="auto">
          <a:xfrm rot="16200000">
            <a:off x="1287066"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083" name="AutoShape 36">
            <a:extLst>
              <a:ext uri="{FF2B5EF4-FFF2-40B4-BE49-F238E27FC236}">
                <a16:creationId xmlns:a16="http://schemas.microsoft.com/office/drawing/2014/main" id="{85A5E779-79D8-314E-B0DF-11082E72FF10}"/>
              </a:ext>
            </a:extLst>
          </p:cNvPr>
          <p:cNvSpPr>
            <a:spLocks noChangeArrowheads="1"/>
          </p:cNvSpPr>
          <p:nvPr/>
        </p:nvSpPr>
        <p:spPr bwMode="auto">
          <a:xfrm>
            <a:off x="13144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0084" name="AutoShape 37">
            <a:extLst>
              <a:ext uri="{FF2B5EF4-FFF2-40B4-BE49-F238E27FC236}">
                <a16:creationId xmlns:a16="http://schemas.microsoft.com/office/drawing/2014/main" id="{C657C065-4550-6549-B533-C4A65CEEBF33}"/>
              </a:ext>
            </a:extLst>
          </p:cNvPr>
          <p:cNvSpPr>
            <a:spLocks noChangeArrowheads="1"/>
          </p:cNvSpPr>
          <p:nvPr/>
        </p:nvSpPr>
        <p:spPr bwMode="auto">
          <a:xfrm>
            <a:off x="3143250" y="2537222"/>
            <a:ext cx="514350" cy="142875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0085" name="AutoShape 38">
            <a:extLst>
              <a:ext uri="{FF2B5EF4-FFF2-40B4-BE49-F238E27FC236}">
                <a16:creationId xmlns:a16="http://schemas.microsoft.com/office/drawing/2014/main" id="{A43D075D-E50C-F149-BCE6-9A719D2F6E64}"/>
              </a:ext>
            </a:extLst>
          </p:cNvPr>
          <p:cNvSpPr>
            <a:spLocks noChangeArrowheads="1"/>
          </p:cNvSpPr>
          <p:nvPr/>
        </p:nvSpPr>
        <p:spPr bwMode="auto">
          <a:xfrm>
            <a:off x="72580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0086" name="AutoShape 39">
            <a:extLst>
              <a:ext uri="{FF2B5EF4-FFF2-40B4-BE49-F238E27FC236}">
                <a16:creationId xmlns:a16="http://schemas.microsoft.com/office/drawing/2014/main" id="{4B69AE3A-6648-8B49-A043-2D8846ED3921}"/>
              </a:ext>
            </a:extLst>
          </p:cNvPr>
          <p:cNvSpPr>
            <a:spLocks noChangeArrowheads="1"/>
          </p:cNvSpPr>
          <p:nvPr/>
        </p:nvSpPr>
        <p:spPr bwMode="auto">
          <a:xfrm>
            <a:off x="5142310" y="2708672"/>
            <a:ext cx="514350" cy="12573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130087" name="Group 40">
            <a:extLst>
              <a:ext uri="{FF2B5EF4-FFF2-40B4-BE49-F238E27FC236}">
                <a16:creationId xmlns:a16="http://schemas.microsoft.com/office/drawing/2014/main" id="{D2CC4C80-446F-9A4B-8C68-DB1CEFCB5137}"/>
              </a:ext>
            </a:extLst>
          </p:cNvPr>
          <p:cNvGrpSpPr>
            <a:grpSpLocks/>
          </p:cNvGrpSpPr>
          <p:nvPr/>
        </p:nvGrpSpPr>
        <p:grpSpPr bwMode="auto">
          <a:xfrm>
            <a:off x="1170385" y="1815704"/>
            <a:ext cx="6841331" cy="1828800"/>
            <a:chOff x="96" y="1056"/>
            <a:chExt cx="5472" cy="1536"/>
          </a:xfrm>
        </p:grpSpPr>
        <p:sp>
          <p:nvSpPr>
            <p:cNvPr id="130151" name="Oval 41">
              <a:extLst>
                <a:ext uri="{FF2B5EF4-FFF2-40B4-BE49-F238E27FC236}">
                  <a16:creationId xmlns:a16="http://schemas.microsoft.com/office/drawing/2014/main" id="{C54CB70D-0CD2-7A4F-BBC4-298931F73619}"/>
                </a:ext>
              </a:extLst>
            </p:cNvPr>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0152" name="Oval 42">
              <a:extLst>
                <a:ext uri="{FF2B5EF4-FFF2-40B4-BE49-F238E27FC236}">
                  <a16:creationId xmlns:a16="http://schemas.microsoft.com/office/drawing/2014/main" id="{E053AEBC-0302-D047-8ADE-8AEE9EC0013F}"/>
                </a:ext>
              </a:extLst>
            </p:cNvPr>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0153" name="Oval 43">
              <a:extLst>
                <a:ext uri="{FF2B5EF4-FFF2-40B4-BE49-F238E27FC236}">
                  <a16:creationId xmlns:a16="http://schemas.microsoft.com/office/drawing/2014/main" id="{07317952-5EEF-1E42-9512-3737D8C6C872}"/>
                </a:ext>
              </a:extLst>
            </p:cNvPr>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0154" name="Oval 44">
              <a:extLst>
                <a:ext uri="{FF2B5EF4-FFF2-40B4-BE49-F238E27FC236}">
                  <a16:creationId xmlns:a16="http://schemas.microsoft.com/office/drawing/2014/main" id="{9548F147-F8FB-AC45-B64D-A5808F0967B8}"/>
                </a:ext>
              </a:extLst>
            </p:cNvPr>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0155" name="Oval 45">
              <a:extLst>
                <a:ext uri="{FF2B5EF4-FFF2-40B4-BE49-F238E27FC236}">
                  <a16:creationId xmlns:a16="http://schemas.microsoft.com/office/drawing/2014/main" id="{7F574B51-D719-D94B-AF69-524E8552BA86}"/>
                </a:ext>
              </a:extLst>
            </p:cNvPr>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0156" name="Oval 46">
              <a:extLst>
                <a:ext uri="{FF2B5EF4-FFF2-40B4-BE49-F238E27FC236}">
                  <a16:creationId xmlns:a16="http://schemas.microsoft.com/office/drawing/2014/main" id="{431C0936-EBB7-104E-B5CE-6250B23FF5E7}"/>
                </a:ext>
              </a:extLst>
            </p:cNvPr>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0157" name="Oval 47">
              <a:extLst>
                <a:ext uri="{FF2B5EF4-FFF2-40B4-BE49-F238E27FC236}">
                  <a16:creationId xmlns:a16="http://schemas.microsoft.com/office/drawing/2014/main" id="{DA82B34E-4536-3646-93F9-65846DD9C1E4}"/>
                </a:ext>
              </a:extLst>
            </p:cNvPr>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0158" name="Oval 48">
              <a:extLst>
                <a:ext uri="{FF2B5EF4-FFF2-40B4-BE49-F238E27FC236}">
                  <a16:creationId xmlns:a16="http://schemas.microsoft.com/office/drawing/2014/main" id="{9EE66FBA-7B0F-A646-B912-CD825DD118F6}"/>
                </a:ext>
              </a:extLst>
            </p:cNvPr>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130088" name="Line 49">
            <a:extLst>
              <a:ext uri="{FF2B5EF4-FFF2-40B4-BE49-F238E27FC236}">
                <a16:creationId xmlns:a16="http://schemas.microsoft.com/office/drawing/2014/main" id="{B63B130C-55D9-2945-A91F-9FEE74EBDED4}"/>
              </a:ext>
            </a:extLst>
          </p:cNvPr>
          <p:cNvSpPr>
            <a:spLocks noChangeShapeType="1"/>
          </p:cNvSpPr>
          <p:nvPr/>
        </p:nvSpPr>
        <p:spPr bwMode="auto">
          <a:xfrm>
            <a:off x="1257300" y="4080272"/>
            <a:ext cx="194310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30089" name="Group 50">
            <a:extLst>
              <a:ext uri="{FF2B5EF4-FFF2-40B4-BE49-F238E27FC236}">
                <a16:creationId xmlns:a16="http://schemas.microsoft.com/office/drawing/2014/main" id="{4518B6F3-FD0A-824A-8800-7C22ABDDA9E1}"/>
              </a:ext>
            </a:extLst>
          </p:cNvPr>
          <p:cNvGrpSpPr>
            <a:grpSpLocks/>
          </p:cNvGrpSpPr>
          <p:nvPr/>
        </p:nvGrpSpPr>
        <p:grpSpPr bwMode="auto">
          <a:xfrm>
            <a:off x="1314450" y="1815704"/>
            <a:ext cx="514350" cy="1085850"/>
            <a:chOff x="672" y="528"/>
            <a:chExt cx="432" cy="912"/>
          </a:xfrm>
        </p:grpSpPr>
        <p:sp>
          <p:nvSpPr>
            <p:cNvPr id="130148" name="AutoShape 51">
              <a:extLst>
                <a:ext uri="{FF2B5EF4-FFF2-40B4-BE49-F238E27FC236}">
                  <a16:creationId xmlns:a16="http://schemas.microsoft.com/office/drawing/2014/main" id="{7F40C171-E0D7-F049-B38D-4837915BDA64}"/>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0149" name="AutoShape 52">
              <a:extLst>
                <a:ext uri="{FF2B5EF4-FFF2-40B4-BE49-F238E27FC236}">
                  <a16:creationId xmlns:a16="http://schemas.microsoft.com/office/drawing/2014/main" id="{967167F7-C0F9-7E48-BE3A-3A9E8F953015}"/>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0150" name="AutoShape 53">
              <a:extLst>
                <a:ext uri="{FF2B5EF4-FFF2-40B4-BE49-F238E27FC236}">
                  <a16:creationId xmlns:a16="http://schemas.microsoft.com/office/drawing/2014/main" id="{F2C37762-FAE3-4A4E-9BB7-E08740AD51FE}"/>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0090" name="Text Box 54">
            <a:extLst>
              <a:ext uri="{FF2B5EF4-FFF2-40B4-BE49-F238E27FC236}">
                <a16:creationId xmlns:a16="http://schemas.microsoft.com/office/drawing/2014/main" id="{9FFA139B-2101-9E4E-B8F4-C550D9EAE02D}"/>
              </a:ext>
            </a:extLst>
          </p:cNvPr>
          <p:cNvSpPr txBox="1">
            <a:spLocks noChangeArrowheads="1"/>
          </p:cNvSpPr>
          <p:nvPr/>
        </p:nvSpPr>
        <p:spPr bwMode="auto">
          <a:xfrm>
            <a:off x="1341835" y="257294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91" name="Text Box 55">
            <a:extLst>
              <a:ext uri="{FF2B5EF4-FFF2-40B4-BE49-F238E27FC236}">
                <a16:creationId xmlns:a16="http://schemas.microsoft.com/office/drawing/2014/main" id="{0A8F7433-793D-AE44-92FC-D494B524922C}"/>
              </a:ext>
            </a:extLst>
          </p:cNvPr>
          <p:cNvSpPr txBox="1">
            <a:spLocks noChangeArrowheads="1"/>
          </p:cNvSpPr>
          <p:nvPr/>
        </p:nvSpPr>
        <p:spPr bwMode="auto">
          <a:xfrm>
            <a:off x="1304925" y="36373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92" name="Text Box 56">
            <a:extLst>
              <a:ext uri="{FF2B5EF4-FFF2-40B4-BE49-F238E27FC236}">
                <a16:creationId xmlns:a16="http://schemas.microsoft.com/office/drawing/2014/main" id="{D66E65E5-769F-184D-8A00-8EEC2725A206}"/>
              </a:ext>
            </a:extLst>
          </p:cNvPr>
          <p:cNvSpPr txBox="1">
            <a:spLocks noChangeArrowheads="1"/>
          </p:cNvSpPr>
          <p:nvPr/>
        </p:nvSpPr>
        <p:spPr bwMode="auto">
          <a:xfrm>
            <a:off x="4761310" y="3608785"/>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93" name="Text Box 57">
            <a:extLst>
              <a:ext uri="{FF2B5EF4-FFF2-40B4-BE49-F238E27FC236}">
                <a16:creationId xmlns:a16="http://schemas.microsoft.com/office/drawing/2014/main" id="{9A0D17DD-0939-904F-BB12-7109FA16DAFD}"/>
              </a:ext>
            </a:extLst>
          </p:cNvPr>
          <p:cNvSpPr txBox="1">
            <a:spLocks noChangeArrowheads="1"/>
          </p:cNvSpPr>
          <p:nvPr/>
        </p:nvSpPr>
        <p:spPr bwMode="auto">
          <a:xfrm>
            <a:off x="363855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94" name="Text Box 58">
            <a:extLst>
              <a:ext uri="{FF2B5EF4-FFF2-40B4-BE49-F238E27FC236}">
                <a16:creationId xmlns:a16="http://schemas.microsoft.com/office/drawing/2014/main" id="{250D50DE-5694-DC48-9E1C-DCBAA142D9EF}"/>
              </a:ext>
            </a:extLst>
          </p:cNvPr>
          <p:cNvSpPr txBox="1">
            <a:spLocks noChangeArrowheads="1"/>
          </p:cNvSpPr>
          <p:nvPr/>
        </p:nvSpPr>
        <p:spPr bwMode="auto">
          <a:xfrm>
            <a:off x="274320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95" name="Line 59">
            <a:extLst>
              <a:ext uri="{FF2B5EF4-FFF2-40B4-BE49-F238E27FC236}">
                <a16:creationId xmlns:a16="http://schemas.microsoft.com/office/drawing/2014/main" id="{F114AC11-2E37-F341-B05A-2A9B4DB46BF1}"/>
              </a:ext>
            </a:extLst>
          </p:cNvPr>
          <p:cNvSpPr>
            <a:spLocks noChangeShapeType="1"/>
          </p:cNvSpPr>
          <p:nvPr/>
        </p:nvSpPr>
        <p:spPr bwMode="auto">
          <a:xfrm>
            <a:off x="1771650" y="2708672"/>
            <a:ext cx="14287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096" name="Line 60">
            <a:extLst>
              <a:ext uri="{FF2B5EF4-FFF2-40B4-BE49-F238E27FC236}">
                <a16:creationId xmlns:a16="http://schemas.microsoft.com/office/drawing/2014/main" id="{7B678AE1-0825-0649-A134-C73B5882E48F}"/>
              </a:ext>
            </a:extLst>
          </p:cNvPr>
          <p:cNvSpPr>
            <a:spLocks noChangeShapeType="1"/>
          </p:cNvSpPr>
          <p:nvPr/>
        </p:nvSpPr>
        <p:spPr bwMode="auto">
          <a:xfrm>
            <a:off x="5600700" y="4080272"/>
            <a:ext cx="22288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097" name="Text Box 61">
            <a:extLst>
              <a:ext uri="{FF2B5EF4-FFF2-40B4-BE49-F238E27FC236}">
                <a16:creationId xmlns:a16="http://schemas.microsoft.com/office/drawing/2014/main" id="{E21F1AC5-8FAB-734F-80A9-161628E2FC69}"/>
              </a:ext>
            </a:extLst>
          </p:cNvPr>
          <p:cNvSpPr txBox="1">
            <a:spLocks noChangeArrowheads="1"/>
          </p:cNvSpPr>
          <p:nvPr/>
        </p:nvSpPr>
        <p:spPr bwMode="auto">
          <a:xfrm>
            <a:off x="5648325" y="35992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98" name="Text Box 62">
            <a:extLst>
              <a:ext uri="{FF2B5EF4-FFF2-40B4-BE49-F238E27FC236}">
                <a16:creationId xmlns:a16="http://schemas.microsoft.com/office/drawing/2014/main" id="{0F7B4C21-1B85-A249-AB0C-30A8F8FA787D}"/>
              </a:ext>
            </a:extLst>
          </p:cNvPr>
          <p:cNvSpPr txBox="1">
            <a:spLocks noChangeArrowheads="1"/>
          </p:cNvSpPr>
          <p:nvPr/>
        </p:nvSpPr>
        <p:spPr bwMode="auto">
          <a:xfrm>
            <a:off x="7239000" y="3611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99" name="Text Box 63">
            <a:extLst>
              <a:ext uri="{FF2B5EF4-FFF2-40B4-BE49-F238E27FC236}">
                <a16:creationId xmlns:a16="http://schemas.microsoft.com/office/drawing/2014/main" id="{F227A4F9-4D5C-D541-8FC4-172A3202B906}"/>
              </a:ext>
            </a:extLst>
          </p:cNvPr>
          <p:cNvSpPr txBox="1">
            <a:spLocks noChangeArrowheads="1"/>
          </p:cNvSpPr>
          <p:nvPr/>
        </p:nvSpPr>
        <p:spPr bwMode="auto">
          <a:xfrm>
            <a:off x="5648325" y="27824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100" name="Text Box 64">
            <a:extLst>
              <a:ext uri="{FF2B5EF4-FFF2-40B4-BE49-F238E27FC236}">
                <a16:creationId xmlns:a16="http://schemas.microsoft.com/office/drawing/2014/main" id="{E9CCEC55-95CF-6C48-BD50-A69B271D6AB4}"/>
              </a:ext>
            </a:extLst>
          </p:cNvPr>
          <p:cNvSpPr txBox="1">
            <a:spLocks noChangeArrowheads="1"/>
          </p:cNvSpPr>
          <p:nvPr/>
        </p:nvSpPr>
        <p:spPr bwMode="auto">
          <a:xfrm>
            <a:off x="1223963" y="154543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101" name="Text Box 65">
            <a:extLst>
              <a:ext uri="{FF2B5EF4-FFF2-40B4-BE49-F238E27FC236}">
                <a16:creationId xmlns:a16="http://schemas.microsoft.com/office/drawing/2014/main" id="{439541C3-5499-CC40-A6CB-E40F1A80FCD1}"/>
              </a:ext>
            </a:extLst>
          </p:cNvPr>
          <p:cNvSpPr txBox="1">
            <a:spLocks noChangeArrowheads="1"/>
          </p:cNvSpPr>
          <p:nvPr/>
        </p:nvSpPr>
        <p:spPr bwMode="auto">
          <a:xfrm>
            <a:off x="7167563" y="152638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102" name="AutoShape 66">
            <a:extLst>
              <a:ext uri="{FF2B5EF4-FFF2-40B4-BE49-F238E27FC236}">
                <a16:creationId xmlns:a16="http://schemas.microsoft.com/office/drawing/2014/main" id="{71481FF2-D338-3349-AEC3-6D90BF5CB806}"/>
              </a:ext>
            </a:extLst>
          </p:cNvPr>
          <p:cNvSpPr>
            <a:spLocks noChangeArrowheads="1"/>
          </p:cNvSpPr>
          <p:nvPr/>
        </p:nvSpPr>
        <p:spPr bwMode="auto">
          <a:xfrm>
            <a:off x="3143250" y="2444354"/>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0103" name="Text Box 67">
            <a:extLst>
              <a:ext uri="{FF2B5EF4-FFF2-40B4-BE49-F238E27FC236}">
                <a16:creationId xmlns:a16="http://schemas.microsoft.com/office/drawing/2014/main" id="{AE596BC2-B91F-8F46-B4BD-4E3F7D5B0E96}"/>
              </a:ext>
            </a:extLst>
          </p:cNvPr>
          <p:cNvSpPr txBox="1">
            <a:spLocks noChangeArrowheads="1"/>
          </p:cNvSpPr>
          <p:nvPr/>
        </p:nvSpPr>
        <p:spPr bwMode="auto">
          <a:xfrm>
            <a:off x="3105151" y="216574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104" name="Text Box 68">
            <a:extLst>
              <a:ext uri="{FF2B5EF4-FFF2-40B4-BE49-F238E27FC236}">
                <a16:creationId xmlns:a16="http://schemas.microsoft.com/office/drawing/2014/main" id="{5D0428C5-899E-C246-A1E2-7CCD6BFF5DC5}"/>
              </a:ext>
            </a:extLst>
          </p:cNvPr>
          <p:cNvSpPr txBox="1">
            <a:spLocks noChangeArrowheads="1"/>
          </p:cNvSpPr>
          <p:nvPr/>
        </p:nvSpPr>
        <p:spPr bwMode="auto">
          <a:xfrm>
            <a:off x="4248150" y="3139679"/>
            <a:ext cx="1847622" cy="369332"/>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IP </a:t>
            </a:r>
            <a:r>
              <a:rPr kumimoji="1" lang="zh-CN" altLang="en-US" sz="1800">
                <a:latin typeface="Arial" panose="020B0604020202020204" pitchFamily="34" charset="0"/>
                <a:ea typeface="宋体" panose="02010600030101010101" pitchFamily="2" charset="-122"/>
                <a:cs typeface="黑体" panose="02010609060101010101" pitchFamily="49" charset="-122"/>
              </a:rPr>
              <a:t>层上的互联网</a:t>
            </a:r>
          </a:p>
        </p:txBody>
      </p:sp>
      <p:sp>
        <p:nvSpPr>
          <p:cNvPr id="130105" name="Text Box 69">
            <a:extLst>
              <a:ext uri="{FF2B5EF4-FFF2-40B4-BE49-F238E27FC236}">
                <a16:creationId xmlns:a16="http://schemas.microsoft.com/office/drawing/2014/main" id="{ED2F364E-865B-9349-994E-49C53798C61B}"/>
              </a:ext>
            </a:extLst>
          </p:cNvPr>
          <p:cNvSpPr txBox="1">
            <a:spLocks noChangeArrowheads="1"/>
          </p:cNvSpPr>
          <p:nvPr/>
        </p:nvSpPr>
        <p:spPr bwMode="auto">
          <a:xfrm>
            <a:off x="1885950" y="4461272"/>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grpSp>
        <p:nvGrpSpPr>
          <p:cNvPr id="130106" name="Group 70">
            <a:extLst>
              <a:ext uri="{FF2B5EF4-FFF2-40B4-BE49-F238E27FC236}">
                <a16:creationId xmlns:a16="http://schemas.microsoft.com/office/drawing/2014/main" id="{28B67E3B-380B-EF4C-A769-F9A2936B5B57}"/>
              </a:ext>
            </a:extLst>
          </p:cNvPr>
          <p:cNvGrpSpPr>
            <a:grpSpLocks/>
          </p:cNvGrpSpPr>
          <p:nvPr/>
        </p:nvGrpSpPr>
        <p:grpSpPr bwMode="auto">
          <a:xfrm>
            <a:off x="7258050" y="1815704"/>
            <a:ext cx="514350" cy="1085850"/>
            <a:chOff x="672" y="528"/>
            <a:chExt cx="432" cy="912"/>
          </a:xfrm>
        </p:grpSpPr>
        <p:sp>
          <p:nvSpPr>
            <p:cNvPr id="130145" name="AutoShape 71">
              <a:extLst>
                <a:ext uri="{FF2B5EF4-FFF2-40B4-BE49-F238E27FC236}">
                  <a16:creationId xmlns:a16="http://schemas.microsoft.com/office/drawing/2014/main" id="{5350E0AC-F7E6-E54B-BC55-5D7A8B30B5EB}"/>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0146" name="AutoShape 72">
              <a:extLst>
                <a:ext uri="{FF2B5EF4-FFF2-40B4-BE49-F238E27FC236}">
                  <a16:creationId xmlns:a16="http://schemas.microsoft.com/office/drawing/2014/main" id="{2143D69C-B945-B44C-A44B-6B1982447A32}"/>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0147" name="AutoShape 73">
              <a:extLst>
                <a:ext uri="{FF2B5EF4-FFF2-40B4-BE49-F238E27FC236}">
                  <a16:creationId xmlns:a16="http://schemas.microsoft.com/office/drawing/2014/main" id="{83EFDF4F-ABA5-C04E-969B-9E3BEEBEAD22}"/>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0107" name="Text Box 74">
            <a:extLst>
              <a:ext uri="{FF2B5EF4-FFF2-40B4-BE49-F238E27FC236}">
                <a16:creationId xmlns:a16="http://schemas.microsoft.com/office/drawing/2014/main" id="{E773FB9C-BE43-6D48-9497-B74A411AB8C2}"/>
              </a:ext>
            </a:extLst>
          </p:cNvPr>
          <p:cNvSpPr txBox="1">
            <a:spLocks noChangeArrowheads="1"/>
          </p:cNvSpPr>
          <p:nvPr/>
        </p:nvSpPr>
        <p:spPr bwMode="auto">
          <a:xfrm>
            <a:off x="7294960" y="2576512"/>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108" name="Text Box 75">
            <a:extLst>
              <a:ext uri="{FF2B5EF4-FFF2-40B4-BE49-F238E27FC236}">
                <a16:creationId xmlns:a16="http://schemas.microsoft.com/office/drawing/2014/main" id="{318DBB25-0BEA-CE40-A4F0-612277D58B0C}"/>
              </a:ext>
            </a:extLst>
          </p:cNvPr>
          <p:cNvSpPr txBox="1">
            <a:spLocks noChangeArrowheads="1"/>
          </p:cNvSpPr>
          <p:nvPr/>
        </p:nvSpPr>
        <p:spPr bwMode="auto">
          <a:xfrm>
            <a:off x="3633788"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109" name="Text Box 76">
            <a:extLst>
              <a:ext uri="{FF2B5EF4-FFF2-40B4-BE49-F238E27FC236}">
                <a16:creationId xmlns:a16="http://schemas.microsoft.com/office/drawing/2014/main" id="{E8C3B9F6-FB1A-8141-820E-345C1A24B586}"/>
              </a:ext>
            </a:extLst>
          </p:cNvPr>
          <p:cNvSpPr txBox="1">
            <a:spLocks noChangeArrowheads="1"/>
          </p:cNvSpPr>
          <p:nvPr/>
        </p:nvSpPr>
        <p:spPr bwMode="auto">
          <a:xfrm>
            <a:off x="285750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110" name="Line 77">
            <a:extLst>
              <a:ext uri="{FF2B5EF4-FFF2-40B4-BE49-F238E27FC236}">
                <a16:creationId xmlns:a16="http://schemas.microsoft.com/office/drawing/2014/main" id="{80B3F2B2-3C6F-CE41-9B03-0243364462F4}"/>
              </a:ext>
            </a:extLst>
          </p:cNvPr>
          <p:cNvSpPr>
            <a:spLocks noChangeShapeType="1"/>
          </p:cNvSpPr>
          <p:nvPr/>
        </p:nvSpPr>
        <p:spPr bwMode="auto">
          <a:xfrm>
            <a:off x="3600450" y="2708672"/>
            <a:ext cx="15430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111" name="AutoShape 78">
            <a:extLst>
              <a:ext uri="{FF2B5EF4-FFF2-40B4-BE49-F238E27FC236}">
                <a16:creationId xmlns:a16="http://schemas.microsoft.com/office/drawing/2014/main" id="{80A2CB0A-8AF7-1840-93B2-59BD20864828}"/>
              </a:ext>
            </a:extLst>
          </p:cNvPr>
          <p:cNvSpPr>
            <a:spLocks noChangeArrowheads="1"/>
          </p:cNvSpPr>
          <p:nvPr/>
        </p:nvSpPr>
        <p:spPr bwMode="auto">
          <a:xfrm>
            <a:off x="5142310" y="2422922"/>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0112" name="Line 79">
            <a:extLst>
              <a:ext uri="{FF2B5EF4-FFF2-40B4-BE49-F238E27FC236}">
                <a16:creationId xmlns:a16="http://schemas.microsoft.com/office/drawing/2014/main" id="{48980F1C-E152-2D4D-A1BB-224A79970D84}"/>
              </a:ext>
            </a:extLst>
          </p:cNvPr>
          <p:cNvSpPr>
            <a:spLocks noChangeShapeType="1"/>
          </p:cNvSpPr>
          <p:nvPr/>
        </p:nvSpPr>
        <p:spPr bwMode="auto">
          <a:xfrm>
            <a:off x="5600700" y="2708672"/>
            <a:ext cx="16573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113" name="Text Box 80">
            <a:extLst>
              <a:ext uri="{FF2B5EF4-FFF2-40B4-BE49-F238E27FC236}">
                <a16:creationId xmlns:a16="http://schemas.microsoft.com/office/drawing/2014/main" id="{4D76EE2C-A39A-784F-97CD-7E0F96B2EDC7}"/>
              </a:ext>
            </a:extLst>
          </p:cNvPr>
          <p:cNvSpPr txBox="1">
            <a:spLocks noChangeArrowheads="1"/>
          </p:cNvSpPr>
          <p:nvPr/>
        </p:nvSpPr>
        <p:spPr bwMode="auto">
          <a:xfrm>
            <a:off x="485775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114" name="Line 81">
            <a:extLst>
              <a:ext uri="{FF2B5EF4-FFF2-40B4-BE49-F238E27FC236}">
                <a16:creationId xmlns:a16="http://schemas.microsoft.com/office/drawing/2014/main" id="{20C26593-DB5B-E247-B35F-362E18903142}"/>
              </a:ext>
            </a:extLst>
          </p:cNvPr>
          <p:cNvSpPr>
            <a:spLocks noChangeShapeType="1"/>
          </p:cNvSpPr>
          <p:nvPr/>
        </p:nvSpPr>
        <p:spPr bwMode="auto">
          <a:xfrm>
            <a:off x="3657600" y="4080272"/>
            <a:ext cx="14287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115" name="Freeform 82">
            <a:extLst>
              <a:ext uri="{FF2B5EF4-FFF2-40B4-BE49-F238E27FC236}">
                <a16:creationId xmlns:a16="http://schemas.microsoft.com/office/drawing/2014/main" id="{E25A7639-3F4E-4840-9BB6-DA40396210DD}"/>
              </a:ext>
            </a:extLst>
          </p:cNvPr>
          <p:cNvSpPr>
            <a:spLocks/>
          </p:cNvSpPr>
          <p:nvPr/>
        </p:nvSpPr>
        <p:spPr bwMode="auto">
          <a:xfrm flipH="1">
            <a:off x="5584032" y="3867151"/>
            <a:ext cx="255985" cy="213122"/>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0116" name="Freeform 83">
            <a:extLst>
              <a:ext uri="{FF2B5EF4-FFF2-40B4-BE49-F238E27FC236}">
                <a16:creationId xmlns:a16="http://schemas.microsoft.com/office/drawing/2014/main" id="{F700738B-363D-2543-8800-BE4836460F31}"/>
              </a:ext>
            </a:extLst>
          </p:cNvPr>
          <p:cNvSpPr>
            <a:spLocks/>
          </p:cNvSpPr>
          <p:nvPr/>
        </p:nvSpPr>
        <p:spPr bwMode="auto">
          <a:xfrm flipH="1">
            <a:off x="3568303" y="3871913"/>
            <a:ext cx="317897"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0117" name="Text Box 84">
            <a:extLst>
              <a:ext uri="{FF2B5EF4-FFF2-40B4-BE49-F238E27FC236}">
                <a16:creationId xmlns:a16="http://schemas.microsoft.com/office/drawing/2014/main" id="{BA3F1881-20D4-974E-A305-677CB0C04228}"/>
              </a:ext>
            </a:extLst>
          </p:cNvPr>
          <p:cNvSpPr txBox="1">
            <a:spLocks noChangeArrowheads="1"/>
          </p:cNvSpPr>
          <p:nvPr/>
        </p:nvSpPr>
        <p:spPr bwMode="auto">
          <a:xfrm>
            <a:off x="5056585" y="214669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grpSp>
        <p:nvGrpSpPr>
          <p:cNvPr id="130118" name="Group 85">
            <a:extLst>
              <a:ext uri="{FF2B5EF4-FFF2-40B4-BE49-F238E27FC236}">
                <a16:creationId xmlns:a16="http://schemas.microsoft.com/office/drawing/2014/main" id="{FDF89FC3-A421-744F-BD6C-8D662ACDDF43}"/>
              </a:ext>
            </a:extLst>
          </p:cNvPr>
          <p:cNvGrpSpPr>
            <a:grpSpLocks/>
          </p:cNvGrpSpPr>
          <p:nvPr/>
        </p:nvGrpSpPr>
        <p:grpSpPr bwMode="auto">
          <a:xfrm>
            <a:off x="2000250" y="2365772"/>
            <a:ext cx="1085850" cy="285750"/>
            <a:chOff x="1632" y="2688"/>
            <a:chExt cx="912" cy="240"/>
          </a:xfrm>
        </p:grpSpPr>
        <p:sp>
          <p:nvSpPr>
            <p:cNvPr id="130143" name="Rectangle 86">
              <a:extLst>
                <a:ext uri="{FF2B5EF4-FFF2-40B4-BE49-F238E27FC236}">
                  <a16:creationId xmlns:a16="http://schemas.microsoft.com/office/drawing/2014/main" id="{988EF760-6970-A942-8CB7-17E407661533}"/>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0144" name="AutoShape 87">
              <a:extLst>
                <a:ext uri="{FF2B5EF4-FFF2-40B4-BE49-F238E27FC236}">
                  <a16:creationId xmlns:a16="http://schemas.microsoft.com/office/drawing/2014/main" id="{10435DD4-5B85-E544-A4A8-0EAFC9171AB3}"/>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0119" name="Group 88">
            <a:extLst>
              <a:ext uri="{FF2B5EF4-FFF2-40B4-BE49-F238E27FC236}">
                <a16:creationId xmlns:a16="http://schemas.microsoft.com/office/drawing/2014/main" id="{AF857134-88B7-894A-8377-72E559E286E4}"/>
              </a:ext>
            </a:extLst>
          </p:cNvPr>
          <p:cNvGrpSpPr>
            <a:grpSpLocks/>
          </p:cNvGrpSpPr>
          <p:nvPr/>
        </p:nvGrpSpPr>
        <p:grpSpPr bwMode="auto">
          <a:xfrm>
            <a:off x="3943350" y="2365772"/>
            <a:ext cx="1085850" cy="285750"/>
            <a:chOff x="1632" y="2688"/>
            <a:chExt cx="912" cy="240"/>
          </a:xfrm>
        </p:grpSpPr>
        <p:sp>
          <p:nvSpPr>
            <p:cNvPr id="130141" name="Rectangle 89">
              <a:extLst>
                <a:ext uri="{FF2B5EF4-FFF2-40B4-BE49-F238E27FC236}">
                  <a16:creationId xmlns:a16="http://schemas.microsoft.com/office/drawing/2014/main" id="{DC51456E-2406-0244-8899-963FCEA3C544}"/>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0142" name="AutoShape 90">
              <a:extLst>
                <a:ext uri="{FF2B5EF4-FFF2-40B4-BE49-F238E27FC236}">
                  <a16:creationId xmlns:a16="http://schemas.microsoft.com/office/drawing/2014/main" id="{7BE6B840-534C-C742-941E-37324C5AD529}"/>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0120" name="Group 91">
            <a:extLst>
              <a:ext uri="{FF2B5EF4-FFF2-40B4-BE49-F238E27FC236}">
                <a16:creationId xmlns:a16="http://schemas.microsoft.com/office/drawing/2014/main" id="{95B98D2C-52D5-A944-8E0A-B9656B4E3205}"/>
              </a:ext>
            </a:extLst>
          </p:cNvPr>
          <p:cNvGrpSpPr>
            <a:grpSpLocks/>
          </p:cNvGrpSpPr>
          <p:nvPr/>
        </p:nvGrpSpPr>
        <p:grpSpPr bwMode="auto">
          <a:xfrm>
            <a:off x="6000750" y="2365772"/>
            <a:ext cx="1085850" cy="285750"/>
            <a:chOff x="1632" y="2688"/>
            <a:chExt cx="912" cy="240"/>
          </a:xfrm>
        </p:grpSpPr>
        <p:sp>
          <p:nvSpPr>
            <p:cNvPr id="130139" name="Rectangle 92">
              <a:extLst>
                <a:ext uri="{FF2B5EF4-FFF2-40B4-BE49-F238E27FC236}">
                  <a16:creationId xmlns:a16="http://schemas.microsoft.com/office/drawing/2014/main" id="{9CFC3739-695F-094D-8205-6F51BAE5E4D5}"/>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0140" name="AutoShape 93">
              <a:extLst>
                <a:ext uri="{FF2B5EF4-FFF2-40B4-BE49-F238E27FC236}">
                  <a16:creationId xmlns:a16="http://schemas.microsoft.com/office/drawing/2014/main" id="{BE90072C-5E3B-504A-BE2B-A37B8B50A673}"/>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0121" name="Group 94">
            <a:extLst>
              <a:ext uri="{FF2B5EF4-FFF2-40B4-BE49-F238E27FC236}">
                <a16:creationId xmlns:a16="http://schemas.microsoft.com/office/drawing/2014/main" id="{3028DFB1-6B1F-8048-B897-120EC48B09A8}"/>
              </a:ext>
            </a:extLst>
          </p:cNvPr>
          <p:cNvGrpSpPr>
            <a:grpSpLocks/>
          </p:cNvGrpSpPr>
          <p:nvPr/>
        </p:nvGrpSpPr>
        <p:grpSpPr bwMode="auto">
          <a:xfrm>
            <a:off x="1600200" y="4194572"/>
            <a:ext cx="1485900" cy="285750"/>
            <a:chOff x="480" y="3120"/>
            <a:chExt cx="1248" cy="240"/>
          </a:xfrm>
        </p:grpSpPr>
        <p:sp>
          <p:nvSpPr>
            <p:cNvPr id="130137" name="Rectangle 95">
              <a:extLst>
                <a:ext uri="{FF2B5EF4-FFF2-40B4-BE49-F238E27FC236}">
                  <a16:creationId xmlns:a16="http://schemas.microsoft.com/office/drawing/2014/main" id="{D2F704FC-58C0-8D45-8490-539DB0F14E56}"/>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130138" name="AutoShape 96">
              <a:extLst>
                <a:ext uri="{FF2B5EF4-FFF2-40B4-BE49-F238E27FC236}">
                  <a16:creationId xmlns:a16="http://schemas.microsoft.com/office/drawing/2014/main" id="{0C578687-3735-0D48-86A4-74C92D79F41E}"/>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0122" name="Group 97">
            <a:extLst>
              <a:ext uri="{FF2B5EF4-FFF2-40B4-BE49-F238E27FC236}">
                <a16:creationId xmlns:a16="http://schemas.microsoft.com/office/drawing/2014/main" id="{577A5555-C594-9545-8102-4141CFECE862}"/>
              </a:ext>
            </a:extLst>
          </p:cNvPr>
          <p:cNvGrpSpPr>
            <a:grpSpLocks/>
          </p:cNvGrpSpPr>
          <p:nvPr/>
        </p:nvGrpSpPr>
        <p:grpSpPr bwMode="auto">
          <a:xfrm>
            <a:off x="3771900" y="4194572"/>
            <a:ext cx="1485900" cy="285750"/>
            <a:chOff x="480" y="3120"/>
            <a:chExt cx="1248" cy="240"/>
          </a:xfrm>
        </p:grpSpPr>
        <p:sp>
          <p:nvSpPr>
            <p:cNvPr id="130135" name="Rectangle 98">
              <a:extLst>
                <a:ext uri="{FF2B5EF4-FFF2-40B4-BE49-F238E27FC236}">
                  <a16:creationId xmlns:a16="http://schemas.microsoft.com/office/drawing/2014/main" id="{07478806-13DF-954C-9741-B0BA17D85777}"/>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p>
          </p:txBody>
        </p:sp>
        <p:sp>
          <p:nvSpPr>
            <p:cNvPr id="130136" name="AutoShape 99">
              <a:extLst>
                <a:ext uri="{FF2B5EF4-FFF2-40B4-BE49-F238E27FC236}">
                  <a16:creationId xmlns:a16="http://schemas.microsoft.com/office/drawing/2014/main" id="{DA4439C5-3261-044A-A348-273E7302A31C}"/>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0123" name="Group 100">
            <a:extLst>
              <a:ext uri="{FF2B5EF4-FFF2-40B4-BE49-F238E27FC236}">
                <a16:creationId xmlns:a16="http://schemas.microsoft.com/office/drawing/2014/main" id="{273FB1F0-99D3-AA41-9E0D-9B4A9436029C}"/>
              </a:ext>
            </a:extLst>
          </p:cNvPr>
          <p:cNvGrpSpPr>
            <a:grpSpLocks/>
          </p:cNvGrpSpPr>
          <p:nvPr/>
        </p:nvGrpSpPr>
        <p:grpSpPr bwMode="auto">
          <a:xfrm>
            <a:off x="5943600" y="4194572"/>
            <a:ext cx="1485900" cy="285750"/>
            <a:chOff x="480" y="3120"/>
            <a:chExt cx="1248" cy="240"/>
          </a:xfrm>
        </p:grpSpPr>
        <p:sp>
          <p:nvSpPr>
            <p:cNvPr id="130133" name="Rectangle 101">
              <a:extLst>
                <a:ext uri="{FF2B5EF4-FFF2-40B4-BE49-F238E27FC236}">
                  <a16:creationId xmlns:a16="http://schemas.microsoft.com/office/drawing/2014/main" id="{217B405E-470C-094D-9332-284A26D23CB1}"/>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0134" name="AutoShape 102">
              <a:extLst>
                <a:ext uri="{FF2B5EF4-FFF2-40B4-BE49-F238E27FC236}">
                  <a16:creationId xmlns:a16="http://schemas.microsoft.com/office/drawing/2014/main" id="{289E6960-D92D-BF4C-A515-6395F6AF856E}"/>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0124" name="Text Box 103">
            <a:extLst>
              <a:ext uri="{FF2B5EF4-FFF2-40B4-BE49-F238E27FC236}">
                <a16:creationId xmlns:a16="http://schemas.microsoft.com/office/drawing/2014/main" id="{478B0018-5C3B-CF47-A9E4-FB07554F61B6}"/>
              </a:ext>
            </a:extLst>
          </p:cNvPr>
          <p:cNvSpPr txBox="1">
            <a:spLocks noChangeArrowheads="1"/>
          </p:cNvSpPr>
          <p:nvPr/>
        </p:nvSpPr>
        <p:spPr bwMode="auto">
          <a:xfrm>
            <a:off x="6286500"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30125" name="Text Box 104">
            <a:extLst>
              <a:ext uri="{FF2B5EF4-FFF2-40B4-BE49-F238E27FC236}">
                <a16:creationId xmlns:a16="http://schemas.microsoft.com/office/drawing/2014/main" id="{BB9DD9E5-C85E-3C47-82FB-C801C1023CDF}"/>
              </a:ext>
            </a:extLst>
          </p:cNvPr>
          <p:cNvSpPr txBox="1">
            <a:spLocks noChangeArrowheads="1"/>
          </p:cNvSpPr>
          <p:nvPr/>
        </p:nvSpPr>
        <p:spPr bwMode="auto">
          <a:xfrm>
            <a:off x="4125516"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30126" name="AutoShape 105">
            <a:extLst>
              <a:ext uri="{FF2B5EF4-FFF2-40B4-BE49-F238E27FC236}">
                <a16:creationId xmlns:a16="http://schemas.microsoft.com/office/drawing/2014/main" id="{D89E42D9-3A08-CF4C-BD93-0DEFD1B9DE7B}"/>
              </a:ext>
            </a:extLst>
          </p:cNvPr>
          <p:cNvSpPr>
            <a:spLocks noChangeArrowheads="1"/>
          </p:cNvSpPr>
          <p:nvPr/>
        </p:nvSpPr>
        <p:spPr bwMode="auto">
          <a:xfrm flipV="1">
            <a:off x="2686050" y="1719263"/>
            <a:ext cx="914400" cy="283369"/>
          </a:xfrm>
          <a:prstGeom prst="wedgeRoundRectCallout">
            <a:avLst>
              <a:gd name="adj1" fmla="val -75782"/>
              <a:gd name="adj2" fmla="val -203782"/>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30127" name="Text Box 106">
            <a:extLst>
              <a:ext uri="{FF2B5EF4-FFF2-40B4-BE49-F238E27FC236}">
                <a16:creationId xmlns:a16="http://schemas.microsoft.com/office/drawing/2014/main" id="{056EED02-5782-B742-BF3C-99AAF2FB97A7}"/>
              </a:ext>
            </a:extLst>
          </p:cNvPr>
          <p:cNvSpPr txBox="1">
            <a:spLocks noChangeArrowheads="1"/>
          </p:cNvSpPr>
          <p:nvPr/>
        </p:nvSpPr>
        <p:spPr bwMode="auto">
          <a:xfrm>
            <a:off x="2714625" y="1737122"/>
            <a:ext cx="91249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 </a:t>
            </a:r>
            <a:r>
              <a:rPr kumimoji="1" lang="zh-CN" altLang="en-US" sz="1350">
                <a:latin typeface="Arial" panose="020B0604020202020204" pitchFamily="34" charset="0"/>
                <a:ea typeface="宋体" panose="02010600030101010101" pitchFamily="2" charset="-122"/>
                <a:cs typeface="黑体" panose="02010609060101010101" pitchFamily="49" charset="-122"/>
              </a:rPr>
              <a:t>数据报</a:t>
            </a:r>
          </a:p>
        </p:txBody>
      </p:sp>
      <p:sp>
        <p:nvSpPr>
          <p:cNvPr id="455787" name="Text Box 107">
            <a:extLst>
              <a:ext uri="{FF2B5EF4-FFF2-40B4-BE49-F238E27FC236}">
                <a16:creationId xmlns:a16="http://schemas.microsoft.com/office/drawing/2014/main" id="{D678C2CD-4064-394C-8D25-F5097F9A1048}"/>
              </a:ext>
            </a:extLst>
          </p:cNvPr>
          <p:cNvSpPr txBox="1">
            <a:spLocks noChangeArrowheads="1"/>
          </p:cNvSpPr>
          <p:nvPr/>
        </p:nvSpPr>
        <p:spPr bwMode="auto">
          <a:xfrm>
            <a:off x="1980010" y="33338"/>
            <a:ext cx="5111528" cy="461665"/>
          </a:xfrm>
          <a:prstGeom prst="rect">
            <a:avLst/>
          </a:prstGeom>
          <a:solidFill>
            <a:srgbClr val="FFFF99"/>
          </a:solidFill>
          <a:ln w="19050">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400">
                <a:latin typeface="Tahoma" panose="020B0604030504040204" pitchFamily="34" charset="0"/>
                <a:ea typeface="宋体" panose="02010600030101010101" pitchFamily="2" charset="-122"/>
                <a:cs typeface="黑体" panose="02010609060101010101" pitchFamily="49" charset="-122"/>
              </a:rPr>
              <a:t>从虚拟的</a:t>
            </a:r>
            <a:r>
              <a:rPr lang="zh-CN" altLang="en-US" sz="2400">
                <a:latin typeface="Arial" panose="020B0604020202020204" pitchFamily="34" charset="0"/>
                <a:ea typeface="宋体" panose="02010600030101010101" pitchFamily="2" charset="-122"/>
                <a:cs typeface="黑体" panose="02010609060101010101" pitchFamily="49" charset="-122"/>
              </a:rPr>
              <a:t> </a:t>
            </a:r>
            <a:r>
              <a:rPr lang="en-US" altLang="zh-CN" sz="2400">
                <a:latin typeface="Arial" panose="020B0604020202020204" pitchFamily="34" charset="0"/>
                <a:ea typeface="宋体" panose="02010600030101010101" pitchFamily="2" charset="-122"/>
                <a:cs typeface="黑体" panose="02010609060101010101" pitchFamily="49" charset="-122"/>
              </a:rPr>
              <a:t>IP</a:t>
            </a:r>
            <a:r>
              <a:rPr lang="en-US" altLang="zh-CN" sz="2400">
                <a:latin typeface="Tahoma" panose="020B0604030504040204" pitchFamily="34" charset="0"/>
                <a:ea typeface="宋体" panose="02010600030101010101" pitchFamily="2" charset="-122"/>
                <a:cs typeface="黑体" panose="02010609060101010101" pitchFamily="49" charset="-122"/>
              </a:rPr>
              <a:t> </a:t>
            </a:r>
            <a:r>
              <a:rPr lang="zh-CN" altLang="en-US" sz="2400">
                <a:latin typeface="Tahoma" panose="020B0604030504040204" pitchFamily="34" charset="0"/>
                <a:ea typeface="宋体" panose="02010600030101010101" pitchFamily="2" charset="-122"/>
                <a:cs typeface="黑体" panose="02010609060101010101" pitchFamily="49" charset="-122"/>
              </a:rPr>
              <a:t>层上看</a:t>
            </a:r>
            <a:r>
              <a:rPr lang="zh-CN" altLang="en-US" sz="2400">
                <a:latin typeface="Arial" panose="020B0604020202020204" pitchFamily="34" charset="0"/>
                <a:ea typeface="宋体" panose="02010600030101010101" pitchFamily="2" charset="-122"/>
                <a:cs typeface="黑体" panose="02010609060101010101" pitchFamily="49" charset="-122"/>
              </a:rPr>
              <a:t> </a:t>
            </a:r>
            <a:r>
              <a:rPr lang="en-US" altLang="zh-CN" sz="2400">
                <a:latin typeface="Arial" panose="020B0604020202020204" pitchFamily="34" charset="0"/>
                <a:ea typeface="宋体" panose="02010600030101010101" pitchFamily="2" charset="-122"/>
                <a:cs typeface="黑体" panose="02010609060101010101" pitchFamily="49" charset="-122"/>
              </a:rPr>
              <a:t>IP </a:t>
            </a:r>
            <a:r>
              <a:rPr lang="zh-CN" altLang="en-US" sz="2400">
                <a:latin typeface="Tahoma" panose="020B0604030504040204" pitchFamily="34" charset="0"/>
                <a:ea typeface="宋体" panose="02010600030101010101" pitchFamily="2" charset="-122"/>
                <a:cs typeface="黑体" panose="02010609060101010101" pitchFamily="49" charset="-122"/>
              </a:rPr>
              <a:t>数据报的流动</a:t>
            </a:r>
          </a:p>
        </p:txBody>
      </p:sp>
      <p:sp>
        <p:nvSpPr>
          <p:cNvPr id="455797" name="Line 117">
            <a:extLst>
              <a:ext uri="{FF2B5EF4-FFF2-40B4-BE49-F238E27FC236}">
                <a16:creationId xmlns:a16="http://schemas.microsoft.com/office/drawing/2014/main" id="{8F3AEA5B-D4A6-534B-8ED8-F55F58E6B1B9}"/>
              </a:ext>
            </a:extLst>
          </p:cNvPr>
          <p:cNvSpPr>
            <a:spLocks noChangeShapeType="1"/>
          </p:cNvSpPr>
          <p:nvPr/>
        </p:nvSpPr>
        <p:spPr bwMode="auto">
          <a:xfrm>
            <a:off x="1601392" y="2625329"/>
            <a:ext cx="1782365" cy="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55798" name="Line 118">
            <a:extLst>
              <a:ext uri="{FF2B5EF4-FFF2-40B4-BE49-F238E27FC236}">
                <a16:creationId xmlns:a16="http://schemas.microsoft.com/office/drawing/2014/main" id="{FD1E0AE7-4620-1E43-8DDA-6D5191A3E6A6}"/>
              </a:ext>
            </a:extLst>
          </p:cNvPr>
          <p:cNvSpPr>
            <a:spLocks noChangeShapeType="1"/>
          </p:cNvSpPr>
          <p:nvPr/>
        </p:nvSpPr>
        <p:spPr bwMode="auto">
          <a:xfrm>
            <a:off x="3545681" y="2625329"/>
            <a:ext cx="1782366" cy="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55799" name="Line 119">
            <a:extLst>
              <a:ext uri="{FF2B5EF4-FFF2-40B4-BE49-F238E27FC236}">
                <a16:creationId xmlns:a16="http://schemas.microsoft.com/office/drawing/2014/main" id="{520CF5CF-5A34-D74D-929D-49C884BB8F4C}"/>
              </a:ext>
            </a:extLst>
          </p:cNvPr>
          <p:cNvSpPr>
            <a:spLocks noChangeShapeType="1"/>
          </p:cNvSpPr>
          <p:nvPr/>
        </p:nvSpPr>
        <p:spPr bwMode="auto">
          <a:xfrm>
            <a:off x="5598319" y="2625329"/>
            <a:ext cx="1782366" cy="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30132" name="幻灯片编号占位符 1">
            <a:extLst>
              <a:ext uri="{FF2B5EF4-FFF2-40B4-BE49-F238E27FC236}">
                <a16:creationId xmlns:a16="http://schemas.microsoft.com/office/drawing/2014/main" id="{959CBCBE-E86E-0A4B-8786-547B1029B55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4AEC0AB-8E75-0E42-AABE-06348A80761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47751469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455787"/>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22" presetClass="entr" presetSubtype="8" fill="hold" nodeType="afterEffect">
                                  <p:stCondLst>
                                    <p:cond delay="0"/>
                                  </p:stCondLst>
                                  <p:childTnLst>
                                    <p:set>
                                      <p:cBhvr>
                                        <p:cTn id="9" dur="1" fill="hold">
                                          <p:stCondLst>
                                            <p:cond delay="0"/>
                                          </p:stCondLst>
                                        </p:cTn>
                                        <p:tgtEl>
                                          <p:spTgt spid="455797"/>
                                        </p:tgtEl>
                                        <p:attrNameLst>
                                          <p:attrName>style.visibility</p:attrName>
                                        </p:attrNameLst>
                                      </p:cBhvr>
                                      <p:to>
                                        <p:strVal val="visible"/>
                                      </p:to>
                                    </p:set>
                                    <p:animEffect transition="in" filter="wipe(left)">
                                      <p:cBhvr>
                                        <p:cTn id="10" dur="1000"/>
                                        <p:tgtEl>
                                          <p:spTgt spid="455797"/>
                                        </p:tgtEl>
                                      </p:cBhvr>
                                    </p:animEffect>
                                  </p:childTnLst>
                                </p:cTn>
                              </p:par>
                            </p:childTnLst>
                          </p:cTn>
                        </p:par>
                        <p:par>
                          <p:cTn id="11" fill="hold" nodeType="afterGroup">
                            <p:stCondLst>
                              <p:cond delay="4000"/>
                            </p:stCondLst>
                            <p:childTnLst>
                              <p:par>
                                <p:cTn id="12" presetID="22" presetClass="entr" presetSubtype="8" fill="hold" nodeType="afterEffect">
                                  <p:stCondLst>
                                    <p:cond delay="500"/>
                                  </p:stCondLst>
                                  <p:childTnLst>
                                    <p:set>
                                      <p:cBhvr>
                                        <p:cTn id="13" dur="1" fill="hold">
                                          <p:stCondLst>
                                            <p:cond delay="0"/>
                                          </p:stCondLst>
                                        </p:cTn>
                                        <p:tgtEl>
                                          <p:spTgt spid="455798"/>
                                        </p:tgtEl>
                                        <p:attrNameLst>
                                          <p:attrName>style.visibility</p:attrName>
                                        </p:attrNameLst>
                                      </p:cBhvr>
                                      <p:to>
                                        <p:strVal val="visible"/>
                                      </p:to>
                                    </p:set>
                                    <p:animEffect transition="in" filter="wipe(left)">
                                      <p:cBhvr>
                                        <p:cTn id="14" dur="1000"/>
                                        <p:tgtEl>
                                          <p:spTgt spid="455798"/>
                                        </p:tgtEl>
                                      </p:cBhvr>
                                    </p:animEffect>
                                  </p:childTnLst>
                                </p:cTn>
                              </p:par>
                            </p:childTnLst>
                          </p:cTn>
                        </p:par>
                        <p:par>
                          <p:cTn id="15" fill="hold" nodeType="afterGroup">
                            <p:stCondLst>
                              <p:cond delay="5500"/>
                            </p:stCondLst>
                            <p:childTnLst>
                              <p:par>
                                <p:cTn id="16" presetID="22" presetClass="entr" presetSubtype="8" fill="hold" nodeType="afterEffect">
                                  <p:stCondLst>
                                    <p:cond delay="500"/>
                                  </p:stCondLst>
                                  <p:childTnLst>
                                    <p:set>
                                      <p:cBhvr>
                                        <p:cTn id="17" dur="1" fill="hold">
                                          <p:stCondLst>
                                            <p:cond delay="0"/>
                                          </p:stCondLst>
                                        </p:cTn>
                                        <p:tgtEl>
                                          <p:spTgt spid="455799"/>
                                        </p:tgtEl>
                                        <p:attrNameLst>
                                          <p:attrName>style.visibility</p:attrName>
                                        </p:attrNameLst>
                                      </p:cBhvr>
                                      <p:to>
                                        <p:strVal val="visible"/>
                                      </p:to>
                                    </p:set>
                                    <p:animEffect transition="in" filter="wipe(left)">
                                      <p:cBhvr>
                                        <p:cTn id="18" dur="1000"/>
                                        <p:tgtEl>
                                          <p:spTgt spid="4557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5787" grpId="0" animBg="1"/>
    </p:bldLst>
  </p:timing>
</p:sld>
</file>

<file path=ppt/slides/slide5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2097" name="Freeform 2">
            <a:extLst>
              <a:ext uri="{FF2B5EF4-FFF2-40B4-BE49-F238E27FC236}">
                <a16:creationId xmlns:a16="http://schemas.microsoft.com/office/drawing/2014/main" id="{4D4971DD-BB64-D841-A113-B712247FA7A2}"/>
              </a:ext>
            </a:extLst>
          </p:cNvPr>
          <p:cNvSpPr>
            <a:spLocks/>
          </p:cNvSpPr>
          <p:nvPr/>
        </p:nvSpPr>
        <p:spPr bwMode="auto">
          <a:xfrm>
            <a:off x="3082529" y="929879"/>
            <a:ext cx="186928" cy="400050"/>
          </a:xfrm>
          <a:custGeom>
            <a:avLst/>
            <a:gdLst>
              <a:gd name="T0" fmla="*/ 0 w 249"/>
              <a:gd name="T1" fmla="*/ 2147483646 h 176"/>
              <a:gd name="T2" fmla="*/ 100290666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2098" name="Freeform 3">
            <a:extLst>
              <a:ext uri="{FF2B5EF4-FFF2-40B4-BE49-F238E27FC236}">
                <a16:creationId xmlns:a16="http://schemas.microsoft.com/office/drawing/2014/main" id="{DB48BE77-CB33-C240-B015-1971F230F4F9}"/>
              </a:ext>
            </a:extLst>
          </p:cNvPr>
          <p:cNvSpPr>
            <a:spLocks/>
          </p:cNvSpPr>
          <p:nvPr/>
        </p:nvSpPr>
        <p:spPr bwMode="auto">
          <a:xfrm>
            <a:off x="5141119" y="929879"/>
            <a:ext cx="127397" cy="398859"/>
          </a:xfrm>
          <a:custGeom>
            <a:avLst/>
            <a:gdLst>
              <a:gd name="T0" fmla="*/ 0 w 249"/>
              <a:gd name="T1" fmla="*/ 2147483646 h 176"/>
              <a:gd name="T2" fmla="*/ 317382535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2099" name="Line 4">
            <a:extLst>
              <a:ext uri="{FF2B5EF4-FFF2-40B4-BE49-F238E27FC236}">
                <a16:creationId xmlns:a16="http://schemas.microsoft.com/office/drawing/2014/main" id="{52CBC8E2-EFB3-3946-88DB-1542D1F20469}"/>
              </a:ext>
            </a:extLst>
          </p:cNvPr>
          <p:cNvSpPr>
            <a:spLocks noChangeShapeType="1"/>
          </p:cNvSpPr>
          <p:nvPr/>
        </p:nvSpPr>
        <p:spPr bwMode="auto">
          <a:xfrm rot="16200000">
            <a:off x="7410451" y="1128713"/>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00" name="Line 5">
            <a:extLst>
              <a:ext uri="{FF2B5EF4-FFF2-40B4-BE49-F238E27FC236}">
                <a16:creationId xmlns:a16="http://schemas.microsoft.com/office/drawing/2014/main" id="{0CC72C16-19E2-9B45-8B13-0B1C88C305ED}"/>
              </a:ext>
            </a:extLst>
          </p:cNvPr>
          <p:cNvSpPr>
            <a:spLocks noChangeShapeType="1"/>
          </p:cNvSpPr>
          <p:nvPr/>
        </p:nvSpPr>
        <p:spPr bwMode="auto">
          <a:xfrm rot="16200000">
            <a:off x="1295401" y="1128713"/>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01" name="Line 6">
            <a:extLst>
              <a:ext uri="{FF2B5EF4-FFF2-40B4-BE49-F238E27FC236}">
                <a16:creationId xmlns:a16="http://schemas.microsoft.com/office/drawing/2014/main" id="{C20F3644-B5BF-AD40-A4F3-C434C6BC1708}"/>
              </a:ext>
            </a:extLst>
          </p:cNvPr>
          <p:cNvSpPr>
            <a:spLocks noChangeShapeType="1"/>
          </p:cNvSpPr>
          <p:nvPr/>
        </p:nvSpPr>
        <p:spPr bwMode="auto">
          <a:xfrm>
            <a:off x="1318023" y="1329929"/>
            <a:ext cx="1940719"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02" name="Text Box 7">
            <a:extLst>
              <a:ext uri="{FF2B5EF4-FFF2-40B4-BE49-F238E27FC236}">
                <a16:creationId xmlns:a16="http://schemas.microsoft.com/office/drawing/2014/main" id="{71533667-1AB2-1642-88FE-E9C2FF60463E}"/>
              </a:ext>
            </a:extLst>
          </p:cNvPr>
          <p:cNvSpPr txBox="1">
            <a:spLocks noChangeArrowheads="1"/>
          </p:cNvSpPr>
          <p:nvPr/>
        </p:nvSpPr>
        <p:spPr bwMode="auto">
          <a:xfrm>
            <a:off x="1509713"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03" name="Text Box 8">
            <a:extLst>
              <a:ext uri="{FF2B5EF4-FFF2-40B4-BE49-F238E27FC236}">
                <a16:creationId xmlns:a16="http://schemas.microsoft.com/office/drawing/2014/main" id="{FB85FCAD-AD53-954C-BC2D-AFB5F16CBB98}"/>
              </a:ext>
            </a:extLst>
          </p:cNvPr>
          <p:cNvSpPr txBox="1">
            <a:spLocks noChangeArrowheads="1"/>
          </p:cNvSpPr>
          <p:nvPr/>
        </p:nvSpPr>
        <p:spPr bwMode="auto">
          <a:xfrm>
            <a:off x="4729163"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04" name="Text Box 9">
            <a:extLst>
              <a:ext uri="{FF2B5EF4-FFF2-40B4-BE49-F238E27FC236}">
                <a16:creationId xmlns:a16="http://schemas.microsoft.com/office/drawing/2014/main" id="{A9550066-DD56-9947-9C2C-DA333E81D980}"/>
              </a:ext>
            </a:extLst>
          </p:cNvPr>
          <p:cNvSpPr txBox="1">
            <a:spLocks noChangeArrowheads="1"/>
          </p:cNvSpPr>
          <p:nvPr/>
        </p:nvSpPr>
        <p:spPr bwMode="auto">
          <a:xfrm>
            <a:off x="3779044"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05" name="Text Box 10">
            <a:extLst>
              <a:ext uri="{FF2B5EF4-FFF2-40B4-BE49-F238E27FC236}">
                <a16:creationId xmlns:a16="http://schemas.microsoft.com/office/drawing/2014/main" id="{DBF44695-627C-E242-B284-1B593FB75F8E}"/>
              </a:ext>
            </a:extLst>
          </p:cNvPr>
          <p:cNvSpPr txBox="1">
            <a:spLocks noChangeArrowheads="1"/>
          </p:cNvSpPr>
          <p:nvPr/>
        </p:nvSpPr>
        <p:spPr bwMode="auto">
          <a:xfrm>
            <a:off x="2670572"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06" name="Line 11">
            <a:extLst>
              <a:ext uri="{FF2B5EF4-FFF2-40B4-BE49-F238E27FC236}">
                <a16:creationId xmlns:a16="http://schemas.microsoft.com/office/drawing/2014/main" id="{B9961F5E-3204-3D42-A67B-E0B0B35D97CF}"/>
              </a:ext>
            </a:extLst>
          </p:cNvPr>
          <p:cNvSpPr>
            <a:spLocks noChangeShapeType="1"/>
          </p:cNvSpPr>
          <p:nvPr/>
        </p:nvSpPr>
        <p:spPr bwMode="auto">
          <a:xfrm>
            <a:off x="5670947" y="1329929"/>
            <a:ext cx="2176463"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07" name="Text Box 12">
            <a:extLst>
              <a:ext uri="{FF2B5EF4-FFF2-40B4-BE49-F238E27FC236}">
                <a16:creationId xmlns:a16="http://schemas.microsoft.com/office/drawing/2014/main" id="{C007656E-D38F-8F47-8E26-FE48AC84D086}"/>
              </a:ext>
            </a:extLst>
          </p:cNvPr>
          <p:cNvSpPr txBox="1">
            <a:spLocks noChangeArrowheads="1"/>
          </p:cNvSpPr>
          <p:nvPr/>
        </p:nvSpPr>
        <p:spPr bwMode="auto">
          <a:xfrm>
            <a:off x="5837635"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08" name="Text Box 13">
            <a:extLst>
              <a:ext uri="{FF2B5EF4-FFF2-40B4-BE49-F238E27FC236}">
                <a16:creationId xmlns:a16="http://schemas.microsoft.com/office/drawing/2014/main" id="{ADE35B27-653D-DE4A-82F8-31E2C0AB7C59}"/>
              </a:ext>
            </a:extLst>
          </p:cNvPr>
          <p:cNvSpPr txBox="1">
            <a:spLocks noChangeArrowheads="1"/>
          </p:cNvSpPr>
          <p:nvPr/>
        </p:nvSpPr>
        <p:spPr bwMode="auto">
          <a:xfrm>
            <a:off x="1200151" y="136922"/>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09" name="Text Box 14">
            <a:extLst>
              <a:ext uri="{FF2B5EF4-FFF2-40B4-BE49-F238E27FC236}">
                <a16:creationId xmlns:a16="http://schemas.microsoft.com/office/drawing/2014/main" id="{272A246A-6BA7-5048-B2E9-CF184425D863}"/>
              </a:ext>
            </a:extLst>
          </p:cNvPr>
          <p:cNvSpPr txBox="1">
            <a:spLocks noChangeArrowheads="1"/>
          </p:cNvSpPr>
          <p:nvPr/>
        </p:nvSpPr>
        <p:spPr bwMode="auto">
          <a:xfrm>
            <a:off x="7259242" y="117872"/>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10" name="Line 15">
            <a:extLst>
              <a:ext uri="{FF2B5EF4-FFF2-40B4-BE49-F238E27FC236}">
                <a16:creationId xmlns:a16="http://schemas.microsoft.com/office/drawing/2014/main" id="{7F5CC616-BC14-CE48-A660-D9B6CB212422}"/>
              </a:ext>
            </a:extLst>
          </p:cNvPr>
          <p:cNvSpPr>
            <a:spLocks noChangeShapeType="1"/>
          </p:cNvSpPr>
          <p:nvPr/>
        </p:nvSpPr>
        <p:spPr bwMode="auto">
          <a:xfrm>
            <a:off x="3612356" y="1329929"/>
            <a:ext cx="1704975"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11" name="Freeform 16">
            <a:extLst>
              <a:ext uri="{FF2B5EF4-FFF2-40B4-BE49-F238E27FC236}">
                <a16:creationId xmlns:a16="http://schemas.microsoft.com/office/drawing/2014/main" id="{4E2CEF74-C767-964E-A3F7-1D67FBA1D6E3}"/>
              </a:ext>
            </a:extLst>
          </p:cNvPr>
          <p:cNvSpPr>
            <a:spLocks/>
          </p:cNvSpPr>
          <p:nvPr/>
        </p:nvSpPr>
        <p:spPr bwMode="auto">
          <a:xfrm flipH="1">
            <a:off x="5670947" y="929879"/>
            <a:ext cx="176213" cy="400050"/>
          </a:xfrm>
          <a:custGeom>
            <a:avLst/>
            <a:gdLst>
              <a:gd name="T0" fmla="*/ 0 w 249"/>
              <a:gd name="T1" fmla="*/ 2147483646 h 176"/>
              <a:gd name="T2" fmla="*/ 840473708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2112" name="Freeform 17">
            <a:extLst>
              <a:ext uri="{FF2B5EF4-FFF2-40B4-BE49-F238E27FC236}">
                <a16:creationId xmlns:a16="http://schemas.microsoft.com/office/drawing/2014/main" id="{4674E411-7429-CE41-A8CD-9813438590E7}"/>
              </a:ext>
            </a:extLst>
          </p:cNvPr>
          <p:cNvSpPr>
            <a:spLocks/>
          </p:cNvSpPr>
          <p:nvPr/>
        </p:nvSpPr>
        <p:spPr bwMode="auto">
          <a:xfrm flipH="1">
            <a:off x="3659981" y="929879"/>
            <a:ext cx="128588" cy="401240"/>
          </a:xfrm>
          <a:custGeom>
            <a:avLst/>
            <a:gdLst>
              <a:gd name="T0" fmla="*/ 0 w 249"/>
              <a:gd name="T1" fmla="*/ 2147483646 h 176"/>
              <a:gd name="T2" fmla="*/ 326659760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2113" name="Text Box 18">
            <a:extLst>
              <a:ext uri="{FF2B5EF4-FFF2-40B4-BE49-F238E27FC236}">
                <a16:creationId xmlns:a16="http://schemas.microsoft.com/office/drawing/2014/main" id="{8CD5484C-3774-F049-B87C-E1155C890245}"/>
              </a:ext>
            </a:extLst>
          </p:cNvPr>
          <p:cNvSpPr txBox="1">
            <a:spLocks noChangeArrowheads="1"/>
          </p:cNvSpPr>
          <p:nvPr/>
        </p:nvSpPr>
        <p:spPr bwMode="auto">
          <a:xfrm>
            <a:off x="3059907" y="50958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pic>
        <p:nvPicPr>
          <p:cNvPr id="132114" name="Picture 19">
            <a:extLst>
              <a:ext uri="{FF2B5EF4-FFF2-40B4-BE49-F238E27FC236}">
                <a16:creationId xmlns:a16="http://schemas.microsoft.com/office/drawing/2014/main" id="{2C39737A-B83D-5C49-9B5E-AFB928A2C04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15628" y="372666"/>
            <a:ext cx="641747" cy="62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115" name="Picture 20">
            <a:extLst>
              <a:ext uri="{FF2B5EF4-FFF2-40B4-BE49-F238E27FC236}">
                <a16:creationId xmlns:a16="http://schemas.microsoft.com/office/drawing/2014/main" id="{079B05DE-0C23-544A-B7EF-F2318B620ED2}"/>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99460" y="739379"/>
            <a:ext cx="578644" cy="326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116" name="Picture 21">
            <a:extLst>
              <a:ext uri="{FF2B5EF4-FFF2-40B4-BE49-F238E27FC236}">
                <a16:creationId xmlns:a16="http://schemas.microsoft.com/office/drawing/2014/main" id="{71CAC483-4CB2-E34B-86D7-63C7F52E947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65194" y="358379"/>
            <a:ext cx="640556" cy="62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117" name="Picture 22">
            <a:extLst>
              <a:ext uri="{FF2B5EF4-FFF2-40B4-BE49-F238E27FC236}">
                <a16:creationId xmlns:a16="http://schemas.microsoft.com/office/drawing/2014/main" id="{6AF86F6D-DC51-904B-86F8-A56B45C694B9}"/>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51585" y="722710"/>
            <a:ext cx="577453" cy="326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18" name="AutoShape 23">
            <a:extLst>
              <a:ext uri="{FF2B5EF4-FFF2-40B4-BE49-F238E27FC236}">
                <a16:creationId xmlns:a16="http://schemas.microsoft.com/office/drawing/2014/main" id="{132FA9D0-FC70-8142-9DD7-13D9E9F02024}"/>
              </a:ext>
            </a:extLst>
          </p:cNvPr>
          <p:cNvSpPr>
            <a:spLocks noChangeArrowheads="1"/>
          </p:cNvSpPr>
          <p:nvPr/>
        </p:nvSpPr>
        <p:spPr bwMode="auto">
          <a:xfrm flipV="1">
            <a:off x="2225278" y="456010"/>
            <a:ext cx="766763" cy="245269"/>
          </a:xfrm>
          <a:prstGeom prst="wedgeRoundRectCallout">
            <a:avLst>
              <a:gd name="adj1" fmla="val -98759"/>
              <a:gd name="adj2" fmla="val -194176"/>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32119" name="Text Box 24">
            <a:extLst>
              <a:ext uri="{FF2B5EF4-FFF2-40B4-BE49-F238E27FC236}">
                <a16:creationId xmlns:a16="http://schemas.microsoft.com/office/drawing/2014/main" id="{19779930-B031-A645-8BB3-073E9FE82221}"/>
              </a:ext>
            </a:extLst>
          </p:cNvPr>
          <p:cNvSpPr txBox="1">
            <a:spLocks noChangeArrowheads="1"/>
          </p:cNvSpPr>
          <p:nvPr/>
        </p:nvSpPr>
        <p:spPr bwMode="auto">
          <a:xfrm>
            <a:off x="2195513" y="415528"/>
            <a:ext cx="87716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硬件地址</a:t>
            </a:r>
          </a:p>
        </p:txBody>
      </p:sp>
      <p:sp>
        <p:nvSpPr>
          <p:cNvPr id="132120" name="Text Box 25">
            <a:extLst>
              <a:ext uri="{FF2B5EF4-FFF2-40B4-BE49-F238E27FC236}">
                <a16:creationId xmlns:a16="http://schemas.microsoft.com/office/drawing/2014/main" id="{0705E954-C805-814B-9EDF-1C62F42E64D3}"/>
              </a:ext>
            </a:extLst>
          </p:cNvPr>
          <p:cNvSpPr txBox="1">
            <a:spLocks noChangeArrowheads="1"/>
          </p:cNvSpPr>
          <p:nvPr/>
        </p:nvSpPr>
        <p:spPr bwMode="auto">
          <a:xfrm>
            <a:off x="5070873" y="514350"/>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2121" name="Text Box 26">
            <a:extLst>
              <a:ext uri="{FF2B5EF4-FFF2-40B4-BE49-F238E27FC236}">
                <a16:creationId xmlns:a16="http://schemas.microsoft.com/office/drawing/2014/main" id="{19AFAC23-6C4A-FE4A-BC1D-D9F376F586BB}"/>
              </a:ext>
            </a:extLst>
          </p:cNvPr>
          <p:cNvSpPr txBox="1">
            <a:spLocks noChangeArrowheads="1"/>
          </p:cNvSpPr>
          <p:nvPr/>
        </p:nvSpPr>
        <p:spPr bwMode="auto">
          <a:xfrm>
            <a:off x="7184231"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22" name="Text Box 27">
            <a:extLst>
              <a:ext uri="{FF2B5EF4-FFF2-40B4-BE49-F238E27FC236}">
                <a16:creationId xmlns:a16="http://schemas.microsoft.com/office/drawing/2014/main" id="{5303EDBF-1019-AE43-9410-FBD5385299C3}"/>
              </a:ext>
            </a:extLst>
          </p:cNvPr>
          <p:cNvSpPr txBox="1">
            <a:spLocks noChangeArrowheads="1"/>
          </p:cNvSpPr>
          <p:nvPr/>
        </p:nvSpPr>
        <p:spPr bwMode="auto">
          <a:xfrm>
            <a:off x="1353741" y="4202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23" name="Text Box 28">
            <a:extLst>
              <a:ext uri="{FF2B5EF4-FFF2-40B4-BE49-F238E27FC236}">
                <a16:creationId xmlns:a16="http://schemas.microsoft.com/office/drawing/2014/main" id="{E11ADC1E-C837-E644-8270-7AF6C10D7E55}"/>
              </a:ext>
            </a:extLst>
          </p:cNvPr>
          <p:cNvSpPr txBox="1">
            <a:spLocks noChangeArrowheads="1"/>
          </p:cNvSpPr>
          <p:nvPr/>
        </p:nvSpPr>
        <p:spPr bwMode="auto">
          <a:xfrm>
            <a:off x="7416404" y="408385"/>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24" name="Text Box 29">
            <a:extLst>
              <a:ext uri="{FF2B5EF4-FFF2-40B4-BE49-F238E27FC236}">
                <a16:creationId xmlns:a16="http://schemas.microsoft.com/office/drawing/2014/main" id="{F5D4CF94-F47B-9B4B-A2E3-E7BA4B9DFB5A}"/>
              </a:ext>
            </a:extLst>
          </p:cNvPr>
          <p:cNvSpPr txBox="1">
            <a:spLocks noChangeArrowheads="1"/>
          </p:cNvSpPr>
          <p:nvPr/>
        </p:nvSpPr>
        <p:spPr bwMode="auto">
          <a:xfrm>
            <a:off x="2057401"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32125" name="Text Box 30">
            <a:extLst>
              <a:ext uri="{FF2B5EF4-FFF2-40B4-BE49-F238E27FC236}">
                <a16:creationId xmlns:a16="http://schemas.microsoft.com/office/drawing/2014/main" id="{46FAFB12-0AAE-C54E-8F89-D101544BE51B}"/>
              </a:ext>
            </a:extLst>
          </p:cNvPr>
          <p:cNvSpPr txBox="1">
            <a:spLocks noChangeArrowheads="1"/>
          </p:cNvSpPr>
          <p:nvPr/>
        </p:nvSpPr>
        <p:spPr bwMode="auto">
          <a:xfrm>
            <a:off x="4175523"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32126" name="Text Box 31">
            <a:extLst>
              <a:ext uri="{FF2B5EF4-FFF2-40B4-BE49-F238E27FC236}">
                <a16:creationId xmlns:a16="http://schemas.microsoft.com/office/drawing/2014/main" id="{BA2B2001-F6BD-CB4D-9077-52F295D7B019}"/>
              </a:ext>
            </a:extLst>
          </p:cNvPr>
          <p:cNvSpPr txBox="1">
            <a:spLocks noChangeArrowheads="1"/>
          </p:cNvSpPr>
          <p:nvPr/>
        </p:nvSpPr>
        <p:spPr bwMode="auto">
          <a:xfrm>
            <a:off x="6435329"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32127" name="Freeform 32">
            <a:extLst>
              <a:ext uri="{FF2B5EF4-FFF2-40B4-BE49-F238E27FC236}">
                <a16:creationId xmlns:a16="http://schemas.microsoft.com/office/drawing/2014/main" id="{AFB2E909-454D-4A4B-B999-8BA3530008CD}"/>
              </a:ext>
            </a:extLst>
          </p:cNvPr>
          <p:cNvSpPr>
            <a:spLocks/>
          </p:cNvSpPr>
          <p:nvPr/>
        </p:nvSpPr>
        <p:spPr bwMode="auto">
          <a:xfrm>
            <a:off x="2914650" y="3870722"/>
            <a:ext cx="296466"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2128" name="Freeform 33">
            <a:extLst>
              <a:ext uri="{FF2B5EF4-FFF2-40B4-BE49-F238E27FC236}">
                <a16:creationId xmlns:a16="http://schemas.microsoft.com/office/drawing/2014/main" id="{A29969D7-BD30-C54E-BDC2-3E344C07DEDB}"/>
              </a:ext>
            </a:extLst>
          </p:cNvPr>
          <p:cNvSpPr>
            <a:spLocks/>
          </p:cNvSpPr>
          <p:nvPr/>
        </p:nvSpPr>
        <p:spPr bwMode="auto">
          <a:xfrm>
            <a:off x="4856560" y="3869531"/>
            <a:ext cx="296465"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2129" name="Line 34">
            <a:extLst>
              <a:ext uri="{FF2B5EF4-FFF2-40B4-BE49-F238E27FC236}">
                <a16:creationId xmlns:a16="http://schemas.microsoft.com/office/drawing/2014/main" id="{3DECC4E4-50C8-9241-9DF4-E97B16045B3E}"/>
              </a:ext>
            </a:extLst>
          </p:cNvPr>
          <p:cNvSpPr>
            <a:spLocks noChangeShapeType="1"/>
          </p:cNvSpPr>
          <p:nvPr/>
        </p:nvSpPr>
        <p:spPr bwMode="auto">
          <a:xfrm rot="16200000">
            <a:off x="7228285"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30" name="Line 35">
            <a:extLst>
              <a:ext uri="{FF2B5EF4-FFF2-40B4-BE49-F238E27FC236}">
                <a16:creationId xmlns:a16="http://schemas.microsoft.com/office/drawing/2014/main" id="{FE171AD6-C5E1-BA42-9C80-54114AC1CEEC}"/>
              </a:ext>
            </a:extLst>
          </p:cNvPr>
          <p:cNvSpPr>
            <a:spLocks noChangeShapeType="1"/>
          </p:cNvSpPr>
          <p:nvPr/>
        </p:nvSpPr>
        <p:spPr bwMode="auto">
          <a:xfrm rot="16200000">
            <a:off x="1287066"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31" name="AutoShape 36">
            <a:extLst>
              <a:ext uri="{FF2B5EF4-FFF2-40B4-BE49-F238E27FC236}">
                <a16:creationId xmlns:a16="http://schemas.microsoft.com/office/drawing/2014/main" id="{29D2480E-BCE9-4646-9FFF-DD5E697A6C43}"/>
              </a:ext>
            </a:extLst>
          </p:cNvPr>
          <p:cNvSpPr>
            <a:spLocks noChangeArrowheads="1"/>
          </p:cNvSpPr>
          <p:nvPr/>
        </p:nvSpPr>
        <p:spPr bwMode="auto">
          <a:xfrm>
            <a:off x="13144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2132" name="AutoShape 37">
            <a:extLst>
              <a:ext uri="{FF2B5EF4-FFF2-40B4-BE49-F238E27FC236}">
                <a16:creationId xmlns:a16="http://schemas.microsoft.com/office/drawing/2014/main" id="{29536EB9-6A34-EC48-B41B-DDAF37D394A3}"/>
              </a:ext>
            </a:extLst>
          </p:cNvPr>
          <p:cNvSpPr>
            <a:spLocks noChangeArrowheads="1"/>
          </p:cNvSpPr>
          <p:nvPr/>
        </p:nvSpPr>
        <p:spPr bwMode="auto">
          <a:xfrm>
            <a:off x="3143250" y="2537222"/>
            <a:ext cx="514350" cy="142875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2133" name="AutoShape 38">
            <a:extLst>
              <a:ext uri="{FF2B5EF4-FFF2-40B4-BE49-F238E27FC236}">
                <a16:creationId xmlns:a16="http://schemas.microsoft.com/office/drawing/2014/main" id="{8E3B7D80-C560-7F41-B73D-8A0861F35578}"/>
              </a:ext>
            </a:extLst>
          </p:cNvPr>
          <p:cNvSpPr>
            <a:spLocks noChangeArrowheads="1"/>
          </p:cNvSpPr>
          <p:nvPr/>
        </p:nvSpPr>
        <p:spPr bwMode="auto">
          <a:xfrm>
            <a:off x="72580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2134" name="AutoShape 39">
            <a:extLst>
              <a:ext uri="{FF2B5EF4-FFF2-40B4-BE49-F238E27FC236}">
                <a16:creationId xmlns:a16="http://schemas.microsoft.com/office/drawing/2014/main" id="{33E82A24-3EC8-1E42-A34D-5623EC57063D}"/>
              </a:ext>
            </a:extLst>
          </p:cNvPr>
          <p:cNvSpPr>
            <a:spLocks noChangeArrowheads="1"/>
          </p:cNvSpPr>
          <p:nvPr/>
        </p:nvSpPr>
        <p:spPr bwMode="auto">
          <a:xfrm>
            <a:off x="5142310" y="2708672"/>
            <a:ext cx="514350" cy="12573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132135" name="Group 40">
            <a:extLst>
              <a:ext uri="{FF2B5EF4-FFF2-40B4-BE49-F238E27FC236}">
                <a16:creationId xmlns:a16="http://schemas.microsoft.com/office/drawing/2014/main" id="{D7C81EE6-0AED-864A-A44D-A9A2F39F65A2}"/>
              </a:ext>
            </a:extLst>
          </p:cNvPr>
          <p:cNvGrpSpPr>
            <a:grpSpLocks/>
          </p:cNvGrpSpPr>
          <p:nvPr/>
        </p:nvGrpSpPr>
        <p:grpSpPr bwMode="auto">
          <a:xfrm>
            <a:off x="1170385" y="1815704"/>
            <a:ext cx="6841331" cy="1828800"/>
            <a:chOff x="96" y="1056"/>
            <a:chExt cx="5472" cy="1536"/>
          </a:xfrm>
        </p:grpSpPr>
        <p:sp>
          <p:nvSpPr>
            <p:cNvPr id="132199" name="Oval 41">
              <a:extLst>
                <a:ext uri="{FF2B5EF4-FFF2-40B4-BE49-F238E27FC236}">
                  <a16:creationId xmlns:a16="http://schemas.microsoft.com/office/drawing/2014/main" id="{73F299D7-CCFD-9F40-85F1-BFEF4EB1E8BD}"/>
                </a:ext>
              </a:extLst>
            </p:cNvPr>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2200" name="Oval 42">
              <a:extLst>
                <a:ext uri="{FF2B5EF4-FFF2-40B4-BE49-F238E27FC236}">
                  <a16:creationId xmlns:a16="http://schemas.microsoft.com/office/drawing/2014/main" id="{5226D94F-998C-914F-82CB-BB83591EA215}"/>
                </a:ext>
              </a:extLst>
            </p:cNvPr>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2201" name="Oval 43">
              <a:extLst>
                <a:ext uri="{FF2B5EF4-FFF2-40B4-BE49-F238E27FC236}">
                  <a16:creationId xmlns:a16="http://schemas.microsoft.com/office/drawing/2014/main" id="{1C3BD233-A9E2-324F-9899-466C8D688B14}"/>
                </a:ext>
              </a:extLst>
            </p:cNvPr>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2202" name="Oval 44">
              <a:extLst>
                <a:ext uri="{FF2B5EF4-FFF2-40B4-BE49-F238E27FC236}">
                  <a16:creationId xmlns:a16="http://schemas.microsoft.com/office/drawing/2014/main" id="{1F0587C6-B9CE-314B-B26C-FC6146473DA8}"/>
                </a:ext>
              </a:extLst>
            </p:cNvPr>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2203" name="Oval 45">
              <a:extLst>
                <a:ext uri="{FF2B5EF4-FFF2-40B4-BE49-F238E27FC236}">
                  <a16:creationId xmlns:a16="http://schemas.microsoft.com/office/drawing/2014/main" id="{038E628C-9368-DB4F-AE63-9FDEEB1C0BD8}"/>
                </a:ext>
              </a:extLst>
            </p:cNvPr>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2204" name="Oval 46">
              <a:extLst>
                <a:ext uri="{FF2B5EF4-FFF2-40B4-BE49-F238E27FC236}">
                  <a16:creationId xmlns:a16="http://schemas.microsoft.com/office/drawing/2014/main" id="{B5F0077B-D063-1B40-BBCD-E83EBAD12F9C}"/>
                </a:ext>
              </a:extLst>
            </p:cNvPr>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2205" name="Oval 47">
              <a:extLst>
                <a:ext uri="{FF2B5EF4-FFF2-40B4-BE49-F238E27FC236}">
                  <a16:creationId xmlns:a16="http://schemas.microsoft.com/office/drawing/2014/main" id="{1ECE046C-0B83-CE4A-9651-C636C914E38B}"/>
                </a:ext>
              </a:extLst>
            </p:cNvPr>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2206" name="Oval 48">
              <a:extLst>
                <a:ext uri="{FF2B5EF4-FFF2-40B4-BE49-F238E27FC236}">
                  <a16:creationId xmlns:a16="http://schemas.microsoft.com/office/drawing/2014/main" id="{265AF6C6-3AC8-874A-869A-859B809647D5}"/>
                </a:ext>
              </a:extLst>
            </p:cNvPr>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132136" name="Line 49">
            <a:extLst>
              <a:ext uri="{FF2B5EF4-FFF2-40B4-BE49-F238E27FC236}">
                <a16:creationId xmlns:a16="http://schemas.microsoft.com/office/drawing/2014/main" id="{0A05F772-F809-224C-B3C7-706EB30FB6D0}"/>
              </a:ext>
            </a:extLst>
          </p:cNvPr>
          <p:cNvSpPr>
            <a:spLocks noChangeShapeType="1"/>
          </p:cNvSpPr>
          <p:nvPr/>
        </p:nvSpPr>
        <p:spPr bwMode="auto">
          <a:xfrm>
            <a:off x="1257300" y="4080272"/>
            <a:ext cx="194310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32137" name="Group 50">
            <a:extLst>
              <a:ext uri="{FF2B5EF4-FFF2-40B4-BE49-F238E27FC236}">
                <a16:creationId xmlns:a16="http://schemas.microsoft.com/office/drawing/2014/main" id="{D3787D15-F7F3-154E-AF68-6AF0AA7EEE63}"/>
              </a:ext>
            </a:extLst>
          </p:cNvPr>
          <p:cNvGrpSpPr>
            <a:grpSpLocks/>
          </p:cNvGrpSpPr>
          <p:nvPr/>
        </p:nvGrpSpPr>
        <p:grpSpPr bwMode="auto">
          <a:xfrm>
            <a:off x="1314450" y="1815704"/>
            <a:ext cx="514350" cy="1085850"/>
            <a:chOff x="672" y="528"/>
            <a:chExt cx="432" cy="912"/>
          </a:xfrm>
        </p:grpSpPr>
        <p:sp>
          <p:nvSpPr>
            <p:cNvPr id="132196" name="AutoShape 51">
              <a:extLst>
                <a:ext uri="{FF2B5EF4-FFF2-40B4-BE49-F238E27FC236}">
                  <a16:creationId xmlns:a16="http://schemas.microsoft.com/office/drawing/2014/main" id="{8F6E9953-0E75-E843-9283-94CA2C17E611}"/>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2197" name="AutoShape 52">
              <a:extLst>
                <a:ext uri="{FF2B5EF4-FFF2-40B4-BE49-F238E27FC236}">
                  <a16:creationId xmlns:a16="http://schemas.microsoft.com/office/drawing/2014/main" id="{FE12FBBF-C444-5947-9706-57B36D4FE66E}"/>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2198" name="AutoShape 53">
              <a:extLst>
                <a:ext uri="{FF2B5EF4-FFF2-40B4-BE49-F238E27FC236}">
                  <a16:creationId xmlns:a16="http://schemas.microsoft.com/office/drawing/2014/main" id="{0897DE31-E298-3F48-BB96-2B01C802394D}"/>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2138" name="Text Box 54">
            <a:extLst>
              <a:ext uri="{FF2B5EF4-FFF2-40B4-BE49-F238E27FC236}">
                <a16:creationId xmlns:a16="http://schemas.microsoft.com/office/drawing/2014/main" id="{1C6B7BE9-D1BC-9D4B-AF28-0F9ED66FD509}"/>
              </a:ext>
            </a:extLst>
          </p:cNvPr>
          <p:cNvSpPr txBox="1">
            <a:spLocks noChangeArrowheads="1"/>
          </p:cNvSpPr>
          <p:nvPr/>
        </p:nvSpPr>
        <p:spPr bwMode="auto">
          <a:xfrm>
            <a:off x="1341835" y="257294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39" name="Text Box 55">
            <a:extLst>
              <a:ext uri="{FF2B5EF4-FFF2-40B4-BE49-F238E27FC236}">
                <a16:creationId xmlns:a16="http://schemas.microsoft.com/office/drawing/2014/main" id="{B923C07C-F6A1-4142-8329-D87F56C15D43}"/>
              </a:ext>
            </a:extLst>
          </p:cNvPr>
          <p:cNvSpPr txBox="1">
            <a:spLocks noChangeArrowheads="1"/>
          </p:cNvSpPr>
          <p:nvPr/>
        </p:nvSpPr>
        <p:spPr bwMode="auto">
          <a:xfrm>
            <a:off x="1304925" y="36373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40" name="Text Box 56">
            <a:extLst>
              <a:ext uri="{FF2B5EF4-FFF2-40B4-BE49-F238E27FC236}">
                <a16:creationId xmlns:a16="http://schemas.microsoft.com/office/drawing/2014/main" id="{270994CB-A01A-3B4D-8CFD-ECB75455A5F5}"/>
              </a:ext>
            </a:extLst>
          </p:cNvPr>
          <p:cNvSpPr txBox="1">
            <a:spLocks noChangeArrowheads="1"/>
          </p:cNvSpPr>
          <p:nvPr/>
        </p:nvSpPr>
        <p:spPr bwMode="auto">
          <a:xfrm>
            <a:off x="4761310" y="3608785"/>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41" name="Text Box 57">
            <a:extLst>
              <a:ext uri="{FF2B5EF4-FFF2-40B4-BE49-F238E27FC236}">
                <a16:creationId xmlns:a16="http://schemas.microsoft.com/office/drawing/2014/main" id="{D21BEEAB-6CD4-A040-BEA5-80C87106C081}"/>
              </a:ext>
            </a:extLst>
          </p:cNvPr>
          <p:cNvSpPr txBox="1">
            <a:spLocks noChangeArrowheads="1"/>
          </p:cNvSpPr>
          <p:nvPr/>
        </p:nvSpPr>
        <p:spPr bwMode="auto">
          <a:xfrm>
            <a:off x="363855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42" name="Text Box 58">
            <a:extLst>
              <a:ext uri="{FF2B5EF4-FFF2-40B4-BE49-F238E27FC236}">
                <a16:creationId xmlns:a16="http://schemas.microsoft.com/office/drawing/2014/main" id="{819599A6-1D06-7742-8BA5-009D967DF1FA}"/>
              </a:ext>
            </a:extLst>
          </p:cNvPr>
          <p:cNvSpPr txBox="1">
            <a:spLocks noChangeArrowheads="1"/>
          </p:cNvSpPr>
          <p:nvPr/>
        </p:nvSpPr>
        <p:spPr bwMode="auto">
          <a:xfrm>
            <a:off x="274320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43" name="Line 59">
            <a:extLst>
              <a:ext uri="{FF2B5EF4-FFF2-40B4-BE49-F238E27FC236}">
                <a16:creationId xmlns:a16="http://schemas.microsoft.com/office/drawing/2014/main" id="{E7C39F25-05A9-5548-8E45-0B506C7F0BCE}"/>
              </a:ext>
            </a:extLst>
          </p:cNvPr>
          <p:cNvSpPr>
            <a:spLocks noChangeShapeType="1"/>
          </p:cNvSpPr>
          <p:nvPr/>
        </p:nvSpPr>
        <p:spPr bwMode="auto">
          <a:xfrm>
            <a:off x="1771650" y="2708672"/>
            <a:ext cx="14287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44" name="Line 60">
            <a:extLst>
              <a:ext uri="{FF2B5EF4-FFF2-40B4-BE49-F238E27FC236}">
                <a16:creationId xmlns:a16="http://schemas.microsoft.com/office/drawing/2014/main" id="{CB19ED19-C2EA-7F4F-BC3B-B5A56072C646}"/>
              </a:ext>
            </a:extLst>
          </p:cNvPr>
          <p:cNvSpPr>
            <a:spLocks noChangeShapeType="1"/>
          </p:cNvSpPr>
          <p:nvPr/>
        </p:nvSpPr>
        <p:spPr bwMode="auto">
          <a:xfrm>
            <a:off x="5600700" y="4080272"/>
            <a:ext cx="22288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45" name="Text Box 61">
            <a:extLst>
              <a:ext uri="{FF2B5EF4-FFF2-40B4-BE49-F238E27FC236}">
                <a16:creationId xmlns:a16="http://schemas.microsoft.com/office/drawing/2014/main" id="{D695EC9B-7185-0440-AA0E-A1E817FE6BC3}"/>
              </a:ext>
            </a:extLst>
          </p:cNvPr>
          <p:cNvSpPr txBox="1">
            <a:spLocks noChangeArrowheads="1"/>
          </p:cNvSpPr>
          <p:nvPr/>
        </p:nvSpPr>
        <p:spPr bwMode="auto">
          <a:xfrm>
            <a:off x="5648325" y="35992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46" name="Text Box 62">
            <a:extLst>
              <a:ext uri="{FF2B5EF4-FFF2-40B4-BE49-F238E27FC236}">
                <a16:creationId xmlns:a16="http://schemas.microsoft.com/office/drawing/2014/main" id="{16C69E6B-FB09-5B4A-ACE9-F3078ADF1519}"/>
              </a:ext>
            </a:extLst>
          </p:cNvPr>
          <p:cNvSpPr txBox="1">
            <a:spLocks noChangeArrowheads="1"/>
          </p:cNvSpPr>
          <p:nvPr/>
        </p:nvSpPr>
        <p:spPr bwMode="auto">
          <a:xfrm>
            <a:off x="7239000" y="3611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47" name="Text Box 63">
            <a:extLst>
              <a:ext uri="{FF2B5EF4-FFF2-40B4-BE49-F238E27FC236}">
                <a16:creationId xmlns:a16="http://schemas.microsoft.com/office/drawing/2014/main" id="{8E6C4A6C-AE83-9E4A-9B44-BC83BFF11BFE}"/>
              </a:ext>
            </a:extLst>
          </p:cNvPr>
          <p:cNvSpPr txBox="1">
            <a:spLocks noChangeArrowheads="1"/>
          </p:cNvSpPr>
          <p:nvPr/>
        </p:nvSpPr>
        <p:spPr bwMode="auto">
          <a:xfrm>
            <a:off x="5648325" y="27824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48" name="Text Box 64">
            <a:extLst>
              <a:ext uri="{FF2B5EF4-FFF2-40B4-BE49-F238E27FC236}">
                <a16:creationId xmlns:a16="http://schemas.microsoft.com/office/drawing/2014/main" id="{952FACFD-3085-8243-9F17-AC0FF3079FD0}"/>
              </a:ext>
            </a:extLst>
          </p:cNvPr>
          <p:cNvSpPr txBox="1">
            <a:spLocks noChangeArrowheads="1"/>
          </p:cNvSpPr>
          <p:nvPr/>
        </p:nvSpPr>
        <p:spPr bwMode="auto">
          <a:xfrm>
            <a:off x="1223963" y="154543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49" name="Text Box 65">
            <a:extLst>
              <a:ext uri="{FF2B5EF4-FFF2-40B4-BE49-F238E27FC236}">
                <a16:creationId xmlns:a16="http://schemas.microsoft.com/office/drawing/2014/main" id="{AB05445E-B3DF-B547-B036-6147C67EC9E9}"/>
              </a:ext>
            </a:extLst>
          </p:cNvPr>
          <p:cNvSpPr txBox="1">
            <a:spLocks noChangeArrowheads="1"/>
          </p:cNvSpPr>
          <p:nvPr/>
        </p:nvSpPr>
        <p:spPr bwMode="auto">
          <a:xfrm>
            <a:off x="7167563" y="152638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50" name="AutoShape 66">
            <a:extLst>
              <a:ext uri="{FF2B5EF4-FFF2-40B4-BE49-F238E27FC236}">
                <a16:creationId xmlns:a16="http://schemas.microsoft.com/office/drawing/2014/main" id="{DBE997A0-B6C3-6A41-8BB7-D6F050861455}"/>
              </a:ext>
            </a:extLst>
          </p:cNvPr>
          <p:cNvSpPr>
            <a:spLocks noChangeArrowheads="1"/>
          </p:cNvSpPr>
          <p:nvPr/>
        </p:nvSpPr>
        <p:spPr bwMode="auto">
          <a:xfrm>
            <a:off x="3143250" y="2444354"/>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2151" name="Text Box 67">
            <a:extLst>
              <a:ext uri="{FF2B5EF4-FFF2-40B4-BE49-F238E27FC236}">
                <a16:creationId xmlns:a16="http://schemas.microsoft.com/office/drawing/2014/main" id="{35AF4353-17DA-094B-A7E8-5B8AE1C3183F}"/>
              </a:ext>
            </a:extLst>
          </p:cNvPr>
          <p:cNvSpPr txBox="1">
            <a:spLocks noChangeArrowheads="1"/>
          </p:cNvSpPr>
          <p:nvPr/>
        </p:nvSpPr>
        <p:spPr bwMode="auto">
          <a:xfrm>
            <a:off x="3105151" y="216574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52" name="Text Box 68">
            <a:extLst>
              <a:ext uri="{FF2B5EF4-FFF2-40B4-BE49-F238E27FC236}">
                <a16:creationId xmlns:a16="http://schemas.microsoft.com/office/drawing/2014/main" id="{50834DBA-C366-5740-AC7D-9484E8590F33}"/>
              </a:ext>
            </a:extLst>
          </p:cNvPr>
          <p:cNvSpPr txBox="1">
            <a:spLocks noChangeArrowheads="1"/>
          </p:cNvSpPr>
          <p:nvPr/>
        </p:nvSpPr>
        <p:spPr bwMode="auto">
          <a:xfrm>
            <a:off x="4248150" y="3139679"/>
            <a:ext cx="1847622" cy="369332"/>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IP </a:t>
            </a:r>
            <a:r>
              <a:rPr kumimoji="1" lang="zh-CN" altLang="en-US" sz="1800">
                <a:latin typeface="Arial" panose="020B0604020202020204" pitchFamily="34" charset="0"/>
                <a:ea typeface="宋体" panose="02010600030101010101" pitchFamily="2" charset="-122"/>
                <a:cs typeface="黑体" panose="02010609060101010101" pitchFamily="49" charset="-122"/>
              </a:rPr>
              <a:t>层上的互联网</a:t>
            </a:r>
          </a:p>
        </p:txBody>
      </p:sp>
      <p:sp>
        <p:nvSpPr>
          <p:cNvPr id="132153" name="Text Box 69">
            <a:extLst>
              <a:ext uri="{FF2B5EF4-FFF2-40B4-BE49-F238E27FC236}">
                <a16:creationId xmlns:a16="http://schemas.microsoft.com/office/drawing/2014/main" id="{0A596534-965F-AD41-9C8C-2934B86A5508}"/>
              </a:ext>
            </a:extLst>
          </p:cNvPr>
          <p:cNvSpPr txBox="1">
            <a:spLocks noChangeArrowheads="1"/>
          </p:cNvSpPr>
          <p:nvPr/>
        </p:nvSpPr>
        <p:spPr bwMode="auto">
          <a:xfrm>
            <a:off x="1885950" y="4461272"/>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grpSp>
        <p:nvGrpSpPr>
          <p:cNvPr id="132154" name="Group 70">
            <a:extLst>
              <a:ext uri="{FF2B5EF4-FFF2-40B4-BE49-F238E27FC236}">
                <a16:creationId xmlns:a16="http://schemas.microsoft.com/office/drawing/2014/main" id="{91BBB8C6-F841-FA4C-BA17-5EE749A27443}"/>
              </a:ext>
            </a:extLst>
          </p:cNvPr>
          <p:cNvGrpSpPr>
            <a:grpSpLocks/>
          </p:cNvGrpSpPr>
          <p:nvPr/>
        </p:nvGrpSpPr>
        <p:grpSpPr bwMode="auto">
          <a:xfrm>
            <a:off x="7258050" y="1815704"/>
            <a:ext cx="514350" cy="1085850"/>
            <a:chOff x="672" y="528"/>
            <a:chExt cx="432" cy="912"/>
          </a:xfrm>
        </p:grpSpPr>
        <p:sp>
          <p:nvSpPr>
            <p:cNvPr id="132193" name="AutoShape 71">
              <a:extLst>
                <a:ext uri="{FF2B5EF4-FFF2-40B4-BE49-F238E27FC236}">
                  <a16:creationId xmlns:a16="http://schemas.microsoft.com/office/drawing/2014/main" id="{BC8DE6D9-2301-9D48-BCC5-E0FF89F9C293}"/>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2194" name="AutoShape 72">
              <a:extLst>
                <a:ext uri="{FF2B5EF4-FFF2-40B4-BE49-F238E27FC236}">
                  <a16:creationId xmlns:a16="http://schemas.microsoft.com/office/drawing/2014/main" id="{469B0818-9189-A142-87C8-32127E873BED}"/>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2195" name="AutoShape 73">
              <a:extLst>
                <a:ext uri="{FF2B5EF4-FFF2-40B4-BE49-F238E27FC236}">
                  <a16:creationId xmlns:a16="http://schemas.microsoft.com/office/drawing/2014/main" id="{86E3A784-9B75-4C40-840D-BEB9EA5934E0}"/>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2155" name="Text Box 74">
            <a:extLst>
              <a:ext uri="{FF2B5EF4-FFF2-40B4-BE49-F238E27FC236}">
                <a16:creationId xmlns:a16="http://schemas.microsoft.com/office/drawing/2014/main" id="{E20F0AC3-651D-B344-BC48-3A29BDF27EC1}"/>
              </a:ext>
            </a:extLst>
          </p:cNvPr>
          <p:cNvSpPr txBox="1">
            <a:spLocks noChangeArrowheads="1"/>
          </p:cNvSpPr>
          <p:nvPr/>
        </p:nvSpPr>
        <p:spPr bwMode="auto">
          <a:xfrm>
            <a:off x="7294960" y="2576512"/>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56" name="Text Box 75">
            <a:extLst>
              <a:ext uri="{FF2B5EF4-FFF2-40B4-BE49-F238E27FC236}">
                <a16:creationId xmlns:a16="http://schemas.microsoft.com/office/drawing/2014/main" id="{1C353ED9-228E-1241-93D6-10962D703E08}"/>
              </a:ext>
            </a:extLst>
          </p:cNvPr>
          <p:cNvSpPr txBox="1">
            <a:spLocks noChangeArrowheads="1"/>
          </p:cNvSpPr>
          <p:nvPr/>
        </p:nvSpPr>
        <p:spPr bwMode="auto">
          <a:xfrm>
            <a:off x="3633788"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57" name="Text Box 76">
            <a:extLst>
              <a:ext uri="{FF2B5EF4-FFF2-40B4-BE49-F238E27FC236}">
                <a16:creationId xmlns:a16="http://schemas.microsoft.com/office/drawing/2014/main" id="{F1E1F1AF-3CA4-5A43-8B4E-40B14468B9D4}"/>
              </a:ext>
            </a:extLst>
          </p:cNvPr>
          <p:cNvSpPr txBox="1">
            <a:spLocks noChangeArrowheads="1"/>
          </p:cNvSpPr>
          <p:nvPr/>
        </p:nvSpPr>
        <p:spPr bwMode="auto">
          <a:xfrm>
            <a:off x="285750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58" name="Line 77">
            <a:extLst>
              <a:ext uri="{FF2B5EF4-FFF2-40B4-BE49-F238E27FC236}">
                <a16:creationId xmlns:a16="http://schemas.microsoft.com/office/drawing/2014/main" id="{21731628-4D22-524F-ABC8-91FD17B4C200}"/>
              </a:ext>
            </a:extLst>
          </p:cNvPr>
          <p:cNvSpPr>
            <a:spLocks noChangeShapeType="1"/>
          </p:cNvSpPr>
          <p:nvPr/>
        </p:nvSpPr>
        <p:spPr bwMode="auto">
          <a:xfrm>
            <a:off x="3600450" y="2708672"/>
            <a:ext cx="15430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59" name="AutoShape 78">
            <a:extLst>
              <a:ext uri="{FF2B5EF4-FFF2-40B4-BE49-F238E27FC236}">
                <a16:creationId xmlns:a16="http://schemas.microsoft.com/office/drawing/2014/main" id="{37AA706D-0D9D-8040-9E1C-E26A6A4E1558}"/>
              </a:ext>
            </a:extLst>
          </p:cNvPr>
          <p:cNvSpPr>
            <a:spLocks noChangeArrowheads="1"/>
          </p:cNvSpPr>
          <p:nvPr/>
        </p:nvSpPr>
        <p:spPr bwMode="auto">
          <a:xfrm>
            <a:off x="5142310" y="2422922"/>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2160" name="Line 79">
            <a:extLst>
              <a:ext uri="{FF2B5EF4-FFF2-40B4-BE49-F238E27FC236}">
                <a16:creationId xmlns:a16="http://schemas.microsoft.com/office/drawing/2014/main" id="{25A20868-26B5-A04E-BAC5-0199C2317EBB}"/>
              </a:ext>
            </a:extLst>
          </p:cNvPr>
          <p:cNvSpPr>
            <a:spLocks noChangeShapeType="1"/>
          </p:cNvSpPr>
          <p:nvPr/>
        </p:nvSpPr>
        <p:spPr bwMode="auto">
          <a:xfrm>
            <a:off x="5600700" y="2708672"/>
            <a:ext cx="16573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61" name="Text Box 80">
            <a:extLst>
              <a:ext uri="{FF2B5EF4-FFF2-40B4-BE49-F238E27FC236}">
                <a16:creationId xmlns:a16="http://schemas.microsoft.com/office/drawing/2014/main" id="{78430301-EAAD-504B-B6B2-594D1FB82034}"/>
              </a:ext>
            </a:extLst>
          </p:cNvPr>
          <p:cNvSpPr txBox="1">
            <a:spLocks noChangeArrowheads="1"/>
          </p:cNvSpPr>
          <p:nvPr/>
        </p:nvSpPr>
        <p:spPr bwMode="auto">
          <a:xfrm>
            <a:off x="485775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62" name="Line 81">
            <a:extLst>
              <a:ext uri="{FF2B5EF4-FFF2-40B4-BE49-F238E27FC236}">
                <a16:creationId xmlns:a16="http://schemas.microsoft.com/office/drawing/2014/main" id="{17202C04-6C67-4648-889C-D1299DE33C35}"/>
              </a:ext>
            </a:extLst>
          </p:cNvPr>
          <p:cNvSpPr>
            <a:spLocks noChangeShapeType="1"/>
          </p:cNvSpPr>
          <p:nvPr/>
        </p:nvSpPr>
        <p:spPr bwMode="auto">
          <a:xfrm>
            <a:off x="3657600" y="4080272"/>
            <a:ext cx="14287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63" name="Freeform 82">
            <a:extLst>
              <a:ext uri="{FF2B5EF4-FFF2-40B4-BE49-F238E27FC236}">
                <a16:creationId xmlns:a16="http://schemas.microsoft.com/office/drawing/2014/main" id="{65C61445-CF9A-4441-9350-97BA63CC9D5F}"/>
              </a:ext>
            </a:extLst>
          </p:cNvPr>
          <p:cNvSpPr>
            <a:spLocks/>
          </p:cNvSpPr>
          <p:nvPr/>
        </p:nvSpPr>
        <p:spPr bwMode="auto">
          <a:xfrm flipH="1">
            <a:off x="5584032" y="3867151"/>
            <a:ext cx="255985" cy="213122"/>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2164" name="Freeform 83">
            <a:extLst>
              <a:ext uri="{FF2B5EF4-FFF2-40B4-BE49-F238E27FC236}">
                <a16:creationId xmlns:a16="http://schemas.microsoft.com/office/drawing/2014/main" id="{D68F3BC6-13FA-9A48-8E23-A2F45D97DCC9}"/>
              </a:ext>
            </a:extLst>
          </p:cNvPr>
          <p:cNvSpPr>
            <a:spLocks/>
          </p:cNvSpPr>
          <p:nvPr/>
        </p:nvSpPr>
        <p:spPr bwMode="auto">
          <a:xfrm flipH="1">
            <a:off x="3568303" y="3871913"/>
            <a:ext cx="317897"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2165" name="Text Box 84">
            <a:extLst>
              <a:ext uri="{FF2B5EF4-FFF2-40B4-BE49-F238E27FC236}">
                <a16:creationId xmlns:a16="http://schemas.microsoft.com/office/drawing/2014/main" id="{E9CD0B15-70A6-1541-AC31-18968E1BA020}"/>
              </a:ext>
            </a:extLst>
          </p:cNvPr>
          <p:cNvSpPr txBox="1">
            <a:spLocks noChangeArrowheads="1"/>
          </p:cNvSpPr>
          <p:nvPr/>
        </p:nvSpPr>
        <p:spPr bwMode="auto">
          <a:xfrm>
            <a:off x="5056585" y="214669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grpSp>
        <p:nvGrpSpPr>
          <p:cNvPr id="132166" name="Group 85">
            <a:extLst>
              <a:ext uri="{FF2B5EF4-FFF2-40B4-BE49-F238E27FC236}">
                <a16:creationId xmlns:a16="http://schemas.microsoft.com/office/drawing/2014/main" id="{C91333F3-F3B6-8446-B70D-4A2684224D68}"/>
              </a:ext>
            </a:extLst>
          </p:cNvPr>
          <p:cNvGrpSpPr>
            <a:grpSpLocks/>
          </p:cNvGrpSpPr>
          <p:nvPr/>
        </p:nvGrpSpPr>
        <p:grpSpPr bwMode="auto">
          <a:xfrm>
            <a:off x="2000250" y="2365772"/>
            <a:ext cx="1085850" cy="285750"/>
            <a:chOff x="1632" y="2688"/>
            <a:chExt cx="912" cy="240"/>
          </a:xfrm>
        </p:grpSpPr>
        <p:sp>
          <p:nvSpPr>
            <p:cNvPr id="132191" name="Rectangle 86">
              <a:extLst>
                <a:ext uri="{FF2B5EF4-FFF2-40B4-BE49-F238E27FC236}">
                  <a16:creationId xmlns:a16="http://schemas.microsoft.com/office/drawing/2014/main" id="{929D214B-4A0C-5049-AADF-F30A73421C98}"/>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2192" name="AutoShape 87">
              <a:extLst>
                <a:ext uri="{FF2B5EF4-FFF2-40B4-BE49-F238E27FC236}">
                  <a16:creationId xmlns:a16="http://schemas.microsoft.com/office/drawing/2014/main" id="{AB1A1C9B-1E2C-6F40-A27D-4C9AFEEFD030}"/>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2167" name="Group 88">
            <a:extLst>
              <a:ext uri="{FF2B5EF4-FFF2-40B4-BE49-F238E27FC236}">
                <a16:creationId xmlns:a16="http://schemas.microsoft.com/office/drawing/2014/main" id="{D1B797DD-9F04-4540-AFE4-E12AAFDDD498}"/>
              </a:ext>
            </a:extLst>
          </p:cNvPr>
          <p:cNvGrpSpPr>
            <a:grpSpLocks/>
          </p:cNvGrpSpPr>
          <p:nvPr/>
        </p:nvGrpSpPr>
        <p:grpSpPr bwMode="auto">
          <a:xfrm>
            <a:off x="3943350" y="2365772"/>
            <a:ext cx="1085850" cy="285750"/>
            <a:chOff x="1632" y="2688"/>
            <a:chExt cx="912" cy="240"/>
          </a:xfrm>
        </p:grpSpPr>
        <p:sp>
          <p:nvSpPr>
            <p:cNvPr id="132189" name="Rectangle 89">
              <a:extLst>
                <a:ext uri="{FF2B5EF4-FFF2-40B4-BE49-F238E27FC236}">
                  <a16:creationId xmlns:a16="http://schemas.microsoft.com/office/drawing/2014/main" id="{933837E9-25C0-A64D-8155-78D059086F82}"/>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2190" name="AutoShape 90">
              <a:extLst>
                <a:ext uri="{FF2B5EF4-FFF2-40B4-BE49-F238E27FC236}">
                  <a16:creationId xmlns:a16="http://schemas.microsoft.com/office/drawing/2014/main" id="{89AC269F-B1D9-484F-A47B-AFB8349322A3}"/>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2168" name="Group 91">
            <a:extLst>
              <a:ext uri="{FF2B5EF4-FFF2-40B4-BE49-F238E27FC236}">
                <a16:creationId xmlns:a16="http://schemas.microsoft.com/office/drawing/2014/main" id="{54355A40-A5BF-FB42-9F59-FEE0DF6741DF}"/>
              </a:ext>
            </a:extLst>
          </p:cNvPr>
          <p:cNvGrpSpPr>
            <a:grpSpLocks/>
          </p:cNvGrpSpPr>
          <p:nvPr/>
        </p:nvGrpSpPr>
        <p:grpSpPr bwMode="auto">
          <a:xfrm>
            <a:off x="6000750" y="2365772"/>
            <a:ext cx="1085850" cy="285750"/>
            <a:chOff x="1632" y="2688"/>
            <a:chExt cx="912" cy="240"/>
          </a:xfrm>
        </p:grpSpPr>
        <p:sp>
          <p:nvSpPr>
            <p:cNvPr id="132187" name="Rectangle 92">
              <a:extLst>
                <a:ext uri="{FF2B5EF4-FFF2-40B4-BE49-F238E27FC236}">
                  <a16:creationId xmlns:a16="http://schemas.microsoft.com/office/drawing/2014/main" id="{C882DFD4-4A29-0245-8AF8-31CD771187F0}"/>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2188" name="AutoShape 93">
              <a:extLst>
                <a:ext uri="{FF2B5EF4-FFF2-40B4-BE49-F238E27FC236}">
                  <a16:creationId xmlns:a16="http://schemas.microsoft.com/office/drawing/2014/main" id="{24B15BB4-18B3-C849-933A-0FA81900671A}"/>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2169" name="Group 94">
            <a:extLst>
              <a:ext uri="{FF2B5EF4-FFF2-40B4-BE49-F238E27FC236}">
                <a16:creationId xmlns:a16="http://schemas.microsoft.com/office/drawing/2014/main" id="{0FE57020-2FD5-7F48-930C-5FBEA1966592}"/>
              </a:ext>
            </a:extLst>
          </p:cNvPr>
          <p:cNvGrpSpPr>
            <a:grpSpLocks/>
          </p:cNvGrpSpPr>
          <p:nvPr/>
        </p:nvGrpSpPr>
        <p:grpSpPr bwMode="auto">
          <a:xfrm>
            <a:off x="1600200" y="4194572"/>
            <a:ext cx="1485900" cy="285750"/>
            <a:chOff x="480" y="3120"/>
            <a:chExt cx="1248" cy="240"/>
          </a:xfrm>
        </p:grpSpPr>
        <p:sp>
          <p:nvSpPr>
            <p:cNvPr id="132185" name="Rectangle 95">
              <a:extLst>
                <a:ext uri="{FF2B5EF4-FFF2-40B4-BE49-F238E27FC236}">
                  <a16:creationId xmlns:a16="http://schemas.microsoft.com/office/drawing/2014/main" id="{EA153536-0CD6-4943-8C75-00AA1799D4C4}"/>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132186" name="AutoShape 96">
              <a:extLst>
                <a:ext uri="{FF2B5EF4-FFF2-40B4-BE49-F238E27FC236}">
                  <a16:creationId xmlns:a16="http://schemas.microsoft.com/office/drawing/2014/main" id="{940A137E-B6EC-124E-A014-E079C54579A9}"/>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2170" name="Group 97">
            <a:extLst>
              <a:ext uri="{FF2B5EF4-FFF2-40B4-BE49-F238E27FC236}">
                <a16:creationId xmlns:a16="http://schemas.microsoft.com/office/drawing/2014/main" id="{EDE90BFD-E87F-3443-BF73-B146BD088621}"/>
              </a:ext>
            </a:extLst>
          </p:cNvPr>
          <p:cNvGrpSpPr>
            <a:grpSpLocks/>
          </p:cNvGrpSpPr>
          <p:nvPr/>
        </p:nvGrpSpPr>
        <p:grpSpPr bwMode="auto">
          <a:xfrm>
            <a:off x="3771900" y="4194572"/>
            <a:ext cx="1485900" cy="285750"/>
            <a:chOff x="480" y="3120"/>
            <a:chExt cx="1248" cy="240"/>
          </a:xfrm>
        </p:grpSpPr>
        <p:sp>
          <p:nvSpPr>
            <p:cNvPr id="132183" name="Rectangle 98">
              <a:extLst>
                <a:ext uri="{FF2B5EF4-FFF2-40B4-BE49-F238E27FC236}">
                  <a16:creationId xmlns:a16="http://schemas.microsoft.com/office/drawing/2014/main" id="{BA52046C-BC3A-9B40-A222-1284F8D50ED4}"/>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p>
          </p:txBody>
        </p:sp>
        <p:sp>
          <p:nvSpPr>
            <p:cNvPr id="132184" name="AutoShape 99">
              <a:extLst>
                <a:ext uri="{FF2B5EF4-FFF2-40B4-BE49-F238E27FC236}">
                  <a16:creationId xmlns:a16="http://schemas.microsoft.com/office/drawing/2014/main" id="{D9E951E7-8EDF-9546-BA73-FAAF18FAA699}"/>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2171" name="Group 100">
            <a:extLst>
              <a:ext uri="{FF2B5EF4-FFF2-40B4-BE49-F238E27FC236}">
                <a16:creationId xmlns:a16="http://schemas.microsoft.com/office/drawing/2014/main" id="{B65D82A1-BF13-5A47-8B2B-19A1342FC4CE}"/>
              </a:ext>
            </a:extLst>
          </p:cNvPr>
          <p:cNvGrpSpPr>
            <a:grpSpLocks/>
          </p:cNvGrpSpPr>
          <p:nvPr/>
        </p:nvGrpSpPr>
        <p:grpSpPr bwMode="auto">
          <a:xfrm>
            <a:off x="5943600" y="4194572"/>
            <a:ext cx="1485900" cy="285750"/>
            <a:chOff x="480" y="3120"/>
            <a:chExt cx="1248" cy="240"/>
          </a:xfrm>
        </p:grpSpPr>
        <p:sp>
          <p:nvSpPr>
            <p:cNvPr id="132181" name="Rectangle 101">
              <a:extLst>
                <a:ext uri="{FF2B5EF4-FFF2-40B4-BE49-F238E27FC236}">
                  <a16:creationId xmlns:a16="http://schemas.microsoft.com/office/drawing/2014/main" id="{C6E4E9A9-6FE5-2C44-B6BA-B456C21A23B5}"/>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2182" name="AutoShape 102">
              <a:extLst>
                <a:ext uri="{FF2B5EF4-FFF2-40B4-BE49-F238E27FC236}">
                  <a16:creationId xmlns:a16="http://schemas.microsoft.com/office/drawing/2014/main" id="{7DF9209C-760C-A747-9C3E-3066E66182BB}"/>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2172" name="Text Box 103">
            <a:extLst>
              <a:ext uri="{FF2B5EF4-FFF2-40B4-BE49-F238E27FC236}">
                <a16:creationId xmlns:a16="http://schemas.microsoft.com/office/drawing/2014/main" id="{0C8B0D17-29DE-CE4A-BA3B-7FD1D2FFBF92}"/>
              </a:ext>
            </a:extLst>
          </p:cNvPr>
          <p:cNvSpPr txBox="1">
            <a:spLocks noChangeArrowheads="1"/>
          </p:cNvSpPr>
          <p:nvPr/>
        </p:nvSpPr>
        <p:spPr bwMode="auto">
          <a:xfrm>
            <a:off x="6286500"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32173" name="Text Box 104">
            <a:extLst>
              <a:ext uri="{FF2B5EF4-FFF2-40B4-BE49-F238E27FC236}">
                <a16:creationId xmlns:a16="http://schemas.microsoft.com/office/drawing/2014/main" id="{37A12BDE-ABE1-9245-B589-6BDCDCAFFC2A}"/>
              </a:ext>
            </a:extLst>
          </p:cNvPr>
          <p:cNvSpPr txBox="1">
            <a:spLocks noChangeArrowheads="1"/>
          </p:cNvSpPr>
          <p:nvPr/>
        </p:nvSpPr>
        <p:spPr bwMode="auto">
          <a:xfrm>
            <a:off x="4125516"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32174" name="AutoShape 105">
            <a:extLst>
              <a:ext uri="{FF2B5EF4-FFF2-40B4-BE49-F238E27FC236}">
                <a16:creationId xmlns:a16="http://schemas.microsoft.com/office/drawing/2014/main" id="{C4E17C7B-F83D-A246-9B7A-51FF3CAFE54C}"/>
              </a:ext>
            </a:extLst>
          </p:cNvPr>
          <p:cNvSpPr>
            <a:spLocks noChangeArrowheads="1"/>
          </p:cNvSpPr>
          <p:nvPr/>
        </p:nvSpPr>
        <p:spPr bwMode="auto">
          <a:xfrm flipV="1">
            <a:off x="2686050" y="1719263"/>
            <a:ext cx="914400" cy="283369"/>
          </a:xfrm>
          <a:prstGeom prst="wedgeRoundRectCallout">
            <a:avLst>
              <a:gd name="adj1" fmla="val -75782"/>
              <a:gd name="adj2" fmla="val -203782"/>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32175" name="Text Box 106">
            <a:extLst>
              <a:ext uri="{FF2B5EF4-FFF2-40B4-BE49-F238E27FC236}">
                <a16:creationId xmlns:a16="http://schemas.microsoft.com/office/drawing/2014/main" id="{2479772C-377D-774E-B3A1-A048DB08D0AE}"/>
              </a:ext>
            </a:extLst>
          </p:cNvPr>
          <p:cNvSpPr txBox="1">
            <a:spLocks noChangeArrowheads="1"/>
          </p:cNvSpPr>
          <p:nvPr/>
        </p:nvSpPr>
        <p:spPr bwMode="auto">
          <a:xfrm>
            <a:off x="2714625" y="1737122"/>
            <a:ext cx="91249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 </a:t>
            </a:r>
            <a:r>
              <a:rPr kumimoji="1" lang="zh-CN" altLang="en-US" sz="1350">
                <a:latin typeface="Arial" panose="020B0604020202020204" pitchFamily="34" charset="0"/>
                <a:ea typeface="宋体" panose="02010600030101010101" pitchFamily="2" charset="-122"/>
                <a:cs typeface="黑体" panose="02010609060101010101" pitchFamily="49" charset="-122"/>
              </a:rPr>
              <a:t>数据报</a:t>
            </a:r>
          </a:p>
        </p:txBody>
      </p:sp>
      <p:sp>
        <p:nvSpPr>
          <p:cNvPr id="457835" name="Text Box 107">
            <a:extLst>
              <a:ext uri="{FF2B5EF4-FFF2-40B4-BE49-F238E27FC236}">
                <a16:creationId xmlns:a16="http://schemas.microsoft.com/office/drawing/2014/main" id="{8B8F3595-3AF5-E943-9188-BCEF7B19B70E}"/>
              </a:ext>
            </a:extLst>
          </p:cNvPr>
          <p:cNvSpPr txBox="1">
            <a:spLocks noChangeArrowheads="1"/>
          </p:cNvSpPr>
          <p:nvPr/>
        </p:nvSpPr>
        <p:spPr bwMode="auto">
          <a:xfrm>
            <a:off x="2591991" y="39291"/>
            <a:ext cx="3809056" cy="461665"/>
          </a:xfrm>
          <a:prstGeom prst="rect">
            <a:avLst/>
          </a:prstGeom>
          <a:solidFill>
            <a:srgbClr val="FFFF99"/>
          </a:solidFill>
          <a:ln w="19050">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400">
                <a:latin typeface="Tahoma" panose="020B0604030504040204" pitchFamily="34" charset="0"/>
                <a:ea typeface="宋体" panose="02010600030101010101" pitchFamily="2" charset="-122"/>
                <a:cs typeface="黑体" panose="02010609060101010101" pitchFamily="49" charset="-122"/>
              </a:rPr>
              <a:t>在链路上看</a:t>
            </a:r>
            <a:r>
              <a:rPr lang="zh-CN" altLang="en-US" sz="2400">
                <a:latin typeface="Arial" panose="020B0604020202020204" pitchFamily="34" charset="0"/>
                <a:ea typeface="宋体" panose="02010600030101010101" pitchFamily="2" charset="-122"/>
                <a:cs typeface="黑体" panose="02010609060101010101" pitchFamily="49" charset="-122"/>
              </a:rPr>
              <a:t> </a:t>
            </a:r>
            <a:r>
              <a:rPr lang="en-US" altLang="zh-CN" sz="2400">
                <a:latin typeface="Arial" panose="020B0604020202020204" pitchFamily="34" charset="0"/>
                <a:ea typeface="宋体" panose="02010600030101010101" pitchFamily="2" charset="-122"/>
                <a:cs typeface="黑体" panose="02010609060101010101" pitchFamily="49" charset="-122"/>
              </a:rPr>
              <a:t>MAC </a:t>
            </a:r>
            <a:r>
              <a:rPr lang="zh-CN" altLang="en-US" sz="2400">
                <a:latin typeface="Tahoma" panose="020B0604030504040204" pitchFamily="34" charset="0"/>
                <a:ea typeface="宋体" panose="02010600030101010101" pitchFamily="2" charset="-122"/>
                <a:cs typeface="黑体" panose="02010609060101010101" pitchFamily="49" charset="-122"/>
              </a:rPr>
              <a:t>帧的流动</a:t>
            </a:r>
          </a:p>
        </p:txBody>
      </p:sp>
      <p:sp>
        <p:nvSpPr>
          <p:cNvPr id="457836" name="Line 108">
            <a:extLst>
              <a:ext uri="{FF2B5EF4-FFF2-40B4-BE49-F238E27FC236}">
                <a16:creationId xmlns:a16="http://schemas.microsoft.com/office/drawing/2014/main" id="{6CA16A48-223B-B84D-A9C3-1D057C447A63}"/>
              </a:ext>
            </a:extLst>
          </p:cNvPr>
          <p:cNvSpPr>
            <a:spLocks noChangeShapeType="1"/>
          </p:cNvSpPr>
          <p:nvPr/>
        </p:nvSpPr>
        <p:spPr bwMode="auto">
          <a:xfrm>
            <a:off x="1493044" y="4083844"/>
            <a:ext cx="1351360" cy="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57837" name="Line 109">
            <a:extLst>
              <a:ext uri="{FF2B5EF4-FFF2-40B4-BE49-F238E27FC236}">
                <a16:creationId xmlns:a16="http://schemas.microsoft.com/office/drawing/2014/main" id="{BA94A9F5-7C5D-074E-8856-D3891BC1B9CD}"/>
              </a:ext>
            </a:extLst>
          </p:cNvPr>
          <p:cNvSpPr>
            <a:spLocks noChangeShapeType="1"/>
          </p:cNvSpPr>
          <p:nvPr/>
        </p:nvSpPr>
        <p:spPr bwMode="auto">
          <a:xfrm>
            <a:off x="3869531" y="4083844"/>
            <a:ext cx="972741" cy="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57838" name="Line 110">
            <a:extLst>
              <a:ext uri="{FF2B5EF4-FFF2-40B4-BE49-F238E27FC236}">
                <a16:creationId xmlns:a16="http://schemas.microsoft.com/office/drawing/2014/main" id="{4B4370ED-B3DB-884E-A435-2C643B726ABA}"/>
              </a:ext>
            </a:extLst>
          </p:cNvPr>
          <p:cNvSpPr>
            <a:spLocks noChangeShapeType="1"/>
          </p:cNvSpPr>
          <p:nvPr/>
        </p:nvSpPr>
        <p:spPr bwMode="auto">
          <a:xfrm>
            <a:off x="5813823" y="4083844"/>
            <a:ext cx="1620440" cy="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32180" name="幻灯片编号占位符 1">
            <a:extLst>
              <a:ext uri="{FF2B5EF4-FFF2-40B4-BE49-F238E27FC236}">
                <a16:creationId xmlns:a16="http://schemas.microsoft.com/office/drawing/2014/main" id="{EDC56245-0401-324B-BCA4-06CB35947EC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4636AC5A-1B8C-FC4A-94D8-3502DFEA1C28}"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7642462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457835"/>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22" presetClass="entr" presetSubtype="8" fill="hold" nodeType="afterEffect">
                                  <p:stCondLst>
                                    <p:cond delay="0"/>
                                  </p:stCondLst>
                                  <p:childTnLst>
                                    <p:set>
                                      <p:cBhvr>
                                        <p:cTn id="9" dur="1" fill="hold">
                                          <p:stCondLst>
                                            <p:cond delay="0"/>
                                          </p:stCondLst>
                                        </p:cTn>
                                        <p:tgtEl>
                                          <p:spTgt spid="457836"/>
                                        </p:tgtEl>
                                        <p:attrNameLst>
                                          <p:attrName>style.visibility</p:attrName>
                                        </p:attrNameLst>
                                      </p:cBhvr>
                                      <p:to>
                                        <p:strVal val="visible"/>
                                      </p:to>
                                    </p:set>
                                    <p:animEffect transition="in" filter="wipe(left)">
                                      <p:cBhvr>
                                        <p:cTn id="10" dur="1000"/>
                                        <p:tgtEl>
                                          <p:spTgt spid="457836"/>
                                        </p:tgtEl>
                                      </p:cBhvr>
                                    </p:animEffect>
                                  </p:childTnLst>
                                </p:cTn>
                              </p:par>
                            </p:childTnLst>
                          </p:cTn>
                        </p:par>
                        <p:par>
                          <p:cTn id="11" fill="hold" nodeType="afterGroup">
                            <p:stCondLst>
                              <p:cond delay="4000"/>
                            </p:stCondLst>
                            <p:childTnLst>
                              <p:par>
                                <p:cTn id="12" presetID="22" presetClass="entr" presetSubtype="8" fill="hold" nodeType="afterEffect">
                                  <p:stCondLst>
                                    <p:cond delay="500"/>
                                  </p:stCondLst>
                                  <p:childTnLst>
                                    <p:set>
                                      <p:cBhvr>
                                        <p:cTn id="13" dur="1" fill="hold">
                                          <p:stCondLst>
                                            <p:cond delay="0"/>
                                          </p:stCondLst>
                                        </p:cTn>
                                        <p:tgtEl>
                                          <p:spTgt spid="457837"/>
                                        </p:tgtEl>
                                        <p:attrNameLst>
                                          <p:attrName>style.visibility</p:attrName>
                                        </p:attrNameLst>
                                      </p:cBhvr>
                                      <p:to>
                                        <p:strVal val="visible"/>
                                      </p:to>
                                    </p:set>
                                    <p:animEffect transition="in" filter="wipe(left)">
                                      <p:cBhvr>
                                        <p:cTn id="14" dur="1000"/>
                                        <p:tgtEl>
                                          <p:spTgt spid="457837"/>
                                        </p:tgtEl>
                                      </p:cBhvr>
                                    </p:animEffect>
                                  </p:childTnLst>
                                </p:cTn>
                              </p:par>
                            </p:childTnLst>
                          </p:cTn>
                        </p:par>
                        <p:par>
                          <p:cTn id="15" fill="hold" nodeType="afterGroup">
                            <p:stCondLst>
                              <p:cond delay="5500"/>
                            </p:stCondLst>
                            <p:childTnLst>
                              <p:par>
                                <p:cTn id="16" presetID="22" presetClass="entr" presetSubtype="8" fill="hold" nodeType="afterEffect">
                                  <p:stCondLst>
                                    <p:cond delay="500"/>
                                  </p:stCondLst>
                                  <p:childTnLst>
                                    <p:set>
                                      <p:cBhvr>
                                        <p:cTn id="17" dur="1" fill="hold">
                                          <p:stCondLst>
                                            <p:cond delay="0"/>
                                          </p:stCondLst>
                                        </p:cTn>
                                        <p:tgtEl>
                                          <p:spTgt spid="457838"/>
                                        </p:tgtEl>
                                        <p:attrNameLst>
                                          <p:attrName>style.visibility</p:attrName>
                                        </p:attrNameLst>
                                      </p:cBhvr>
                                      <p:to>
                                        <p:strVal val="visible"/>
                                      </p:to>
                                    </p:set>
                                    <p:animEffect transition="in" filter="wipe(left)">
                                      <p:cBhvr>
                                        <p:cTn id="18" dur="1000"/>
                                        <p:tgtEl>
                                          <p:spTgt spid="4578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7835" grpId="0" animBg="1"/>
    </p:bldLst>
  </p:timing>
</p:sld>
</file>

<file path=ppt/slides/slide5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4145" name="Freeform 32">
            <a:extLst>
              <a:ext uri="{FF2B5EF4-FFF2-40B4-BE49-F238E27FC236}">
                <a16:creationId xmlns:a16="http://schemas.microsoft.com/office/drawing/2014/main" id="{BA68DCEF-FA3E-7542-B276-BB15F0700D27}"/>
              </a:ext>
            </a:extLst>
          </p:cNvPr>
          <p:cNvSpPr>
            <a:spLocks/>
          </p:cNvSpPr>
          <p:nvPr/>
        </p:nvSpPr>
        <p:spPr bwMode="auto">
          <a:xfrm>
            <a:off x="2914650" y="3870722"/>
            <a:ext cx="296466"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4146" name="Freeform 33">
            <a:extLst>
              <a:ext uri="{FF2B5EF4-FFF2-40B4-BE49-F238E27FC236}">
                <a16:creationId xmlns:a16="http://schemas.microsoft.com/office/drawing/2014/main" id="{71487D8F-7B63-DC42-9503-25639D858D9F}"/>
              </a:ext>
            </a:extLst>
          </p:cNvPr>
          <p:cNvSpPr>
            <a:spLocks/>
          </p:cNvSpPr>
          <p:nvPr/>
        </p:nvSpPr>
        <p:spPr bwMode="auto">
          <a:xfrm>
            <a:off x="4856560" y="3869531"/>
            <a:ext cx="296465"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4147" name="Line 34">
            <a:extLst>
              <a:ext uri="{FF2B5EF4-FFF2-40B4-BE49-F238E27FC236}">
                <a16:creationId xmlns:a16="http://schemas.microsoft.com/office/drawing/2014/main" id="{92E90BC9-32D6-0D40-971A-27DDEEE9F495}"/>
              </a:ext>
            </a:extLst>
          </p:cNvPr>
          <p:cNvSpPr>
            <a:spLocks noChangeShapeType="1"/>
          </p:cNvSpPr>
          <p:nvPr/>
        </p:nvSpPr>
        <p:spPr bwMode="auto">
          <a:xfrm rot="16200000">
            <a:off x="7228285"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4148" name="Line 35">
            <a:extLst>
              <a:ext uri="{FF2B5EF4-FFF2-40B4-BE49-F238E27FC236}">
                <a16:creationId xmlns:a16="http://schemas.microsoft.com/office/drawing/2014/main" id="{C9ED1C2A-AA77-D74C-9701-32C5D36EA1FA}"/>
              </a:ext>
            </a:extLst>
          </p:cNvPr>
          <p:cNvSpPr>
            <a:spLocks noChangeShapeType="1"/>
          </p:cNvSpPr>
          <p:nvPr/>
        </p:nvSpPr>
        <p:spPr bwMode="auto">
          <a:xfrm rot="16200000">
            <a:off x="1287066"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4149" name="AutoShape 36">
            <a:extLst>
              <a:ext uri="{FF2B5EF4-FFF2-40B4-BE49-F238E27FC236}">
                <a16:creationId xmlns:a16="http://schemas.microsoft.com/office/drawing/2014/main" id="{91D58D6C-CAA8-9A4A-87E2-507976CE2E7B}"/>
              </a:ext>
            </a:extLst>
          </p:cNvPr>
          <p:cNvSpPr>
            <a:spLocks noChangeArrowheads="1"/>
          </p:cNvSpPr>
          <p:nvPr/>
        </p:nvSpPr>
        <p:spPr bwMode="auto">
          <a:xfrm>
            <a:off x="13144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150" name="AutoShape 37">
            <a:extLst>
              <a:ext uri="{FF2B5EF4-FFF2-40B4-BE49-F238E27FC236}">
                <a16:creationId xmlns:a16="http://schemas.microsoft.com/office/drawing/2014/main" id="{12ACD973-D1CF-6141-97F2-EB9CB9EAB329}"/>
              </a:ext>
            </a:extLst>
          </p:cNvPr>
          <p:cNvSpPr>
            <a:spLocks noChangeArrowheads="1"/>
          </p:cNvSpPr>
          <p:nvPr/>
        </p:nvSpPr>
        <p:spPr bwMode="auto">
          <a:xfrm>
            <a:off x="3143250" y="2537222"/>
            <a:ext cx="514350" cy="142875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151" name="AutoShape 38">
            <a:extLst>
              <a:ext uri="{FF2B5EF4-FFF2-40B4-BE49-F238E27FC236}">
                <a16:creationId xmlns:a16="http://schemas.microsoft.com/office/drawing/2014/main" id="{5822C8AC-841D-A048-B863-7EBFF2F8C3F3}"/>
              </a:ext>
            </a:extLst>
          </p:cNvPr>
          <p:cNvSpPr>
            <a:spLocks noChangeArrowheads="1"/>
          </p:cNvSpPr>
          <p:nvPr/>
        </p:nvSpPr>
        <p:spPr bwMode="auto">
          <a:xfrm>
            <a:off x="72580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152" name="AutoShape 39">
            <a:extLst>
              <a:ext uri="{FF2B5EF4-FFF2-40B4-BE49-F238E27FC236}">
                <a16:creationId xmlns:a16="http://schemas.microsoft.com/office/drawing/2014/main" id="{E5D89AFE-6BB5-2043-835A-2D0341CD0E8B}"/>
              </a:ext>
            </a:extLst>
          </p:cNvPr>
          <p:cNvSpPr>
            <a:spLocks noChangeArrowheads="1"/>
          </p:cNvSpPr>
          <p:nvPr/>
        </p:nvSpPr>
        <p:spPr bwMode="auto">
          <a:xfrm>
            <a:off x="5142310" y="2708672"/>
            <a:ext cx="514350" cy="12573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134153" name="Group 40">
            <a:extLst>
              <a:ext uri="{FF2B5EF4-FFF2-40B4-BE49-F238E27FC236}">
                <a16:creationId xmlns:a16="http://schemas.microsoft.com/office/drawing/2014/main" id="{BBE0E7F2-4916-684A-A8C4-1481630D839C}"/>
              </a:ext>
            </a:extLst>
          </p:cNvPr>
          <p:cNvGrpSpPr>
            <a:grpSpLocks/>
          </p:cNvGrpSpPr>
          <p:nvPr/>
        </p:nvGrpSpPr>
        <p:grpSpPr bwMode="auto">
          <a:xfrm>
            <a:off x="1170385" y="1815704"/>
            <a:ext cx="6841331" cy="1828800"/>
            <a:chOff x="96" y="1056"/>
            <a:chExt cx="5472" cy="1536"/>
          </a:xfrm>
        </p:grpSpPr>
        <p:sp>
          <p:nvSpPr>
            <p:cNvPr id="134216" name="Oval 41">
              <a:extLst>
                <a:ext uri="{FF2B5EF4-FFF2-40B4-BE49-F238E27FC236}">
                  <a16:creationId xmlns:a16="http://schemas.microsoft.com/office/drawing/2014/main" id="{4B318563-2AEB-0B47-8423-FA823C3E6034}"/>
                </a:ext>
              </a:extLst>
            </p:cNvPr>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4217" name="Oval 42">
              <a:extLst>
                <a:ext uri="{FF2B5EF4-FFF2-40B4-BE49-F238E27FC236}">
                  <a16:creationId xmlns:a16="http://schemas.microsoft.com/office/drawing/2014/main" id="{46B649F0-C1F6-BB48-9252-17240897FB60}"/>
                </a:ext>
              </a:extLst>
            </p:cNvPr>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4218" name="Oval 43">
              <a:extLst>
                <a:ext uri="{FF2B5EF4-FFF2-40B4-BE49-F238E27FC236}">
                  <a16:creationId xmlns:a16="http://schemas.microsoft.com/office/drawing/2014/main" id="{04C5092D-D082-814A-BE2B-DAC4EA1077A3}"/>
                </a:ext>
              </a:extLst>
            </p:cNvPr>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4219" name="Oval 44">
              <a:extLst>
                <a:ext uri="{FF2B5EF4-FFF2-40B4-BE49-F238E27FC236}">
                  <a16:creationId xmlns:a16="http://schemas.microsoft.com/office/drawing/2014/main" id="{166B0505-861F-5744-B729-72FD315716B0}"/>
                </a:ext>
              </a:extLst>
            </p:cNvPr>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4220" name="Oval 45">
              <a:extLst>
                <a:ext uri="{FF2B5EF4-FFF2-40B4-BE49-F238E27FC236}">
                  <a16:creationId xmlns:a16="http://schemas.microsoft.com/office/drawing/2014/main" id="{84120608-5FC5-094F-BDEC-3E5B4EE353B1}"/>
                </a:ext>
              </a:extLst>
            </p:cNvPr>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4221" name="Oval 46">
              <a:extLst>
                <a:ext uri="{FF2B5EF4-FFF2-40B4-BE49-F238E27FC236}">
                  <a16:creationId xmlns:a16="http://schemas.microsoft.com/office/drawing/2014/main" id="{176A47DD-5947-A841-A065-6A60A92A4AA5}"/>
                </a:ext>
              </a:extLst>
            </p:cNvPr>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4222" name="Oval 47">
              <a:extLst>
                <a:ext uri="{FF2B5EF4-FFF2-40B4-BE49-F238E27FC236}">
                  <a16:creationId xmlns:a16="http://schemas.microsoft.com/office/drawing/2014/main" id="{26880038-6DFB-E543-B622-ACBFB5BEA8AD}"/>
                </a:ext>
              </a:extLst>
            </p:cNvPr>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4223" name="Oval 48">
              <a:extLst>
                <a:ext uri="{FF2B5EF4-FFF2-40B4-BE49-F238E27FC236}">
                  <a16:creationId xmlns:a16="http://schemas.microsoft.com/office/drawing/2014/main" id="{C875457C-A811-D34B-ADBF-8E4E13A03C93}"/>
                </a:ext>
              </a:extLst>
            </p:cNvPr>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134154" name="Line 49">
            <a:extLst>
              <a:ext uri="{FF2B5EF4-FFF2-40B4-BE49-F238E27FC236}">
                <a16:creationId xmlns:a16="http://schemas.microsoft.com/office/drawing/2014/main" id="{A83B2C7C-14EE-5942-BDBC-4668C953CDE3}"/>
              </a:ext>
            </a:extLst>
          </p:cNvPr>
          <p:cNvSpPr>
            <a:spLocks noChangeShapeType="1"/>
          </p:cNvSpPr>
          <p:nvPr/>
        </p:nvSpPr>
        <p:spPr bwMode="auto">
          <a:xfrm>
            <a:off x="1257300" y="4080272"/>
            <a:ext cx="194310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34155" name="Group 50">
            <a:extLst>
              <a:ext uri="{FF2B5EF4-FFF2-40B4-BE49-F238E27FC236}">
                <a16:creationId xmlns:a16="http://schemas.microsoft.com/office/drawing/2014/main" id="{2E890E5D-A2AD-824F-82D0-1E6696376B17}"/>
              </a:ext>
            </a:extLst>
          </p:cNvPr>
          <p:cNvGrpSpPr>
            <a:grpSpLocks/>
          </p:cNvGrpSpPr>
          <p:nvPr/>
        </p:nvGrpSpPr>
        <p:grpSpPr bwMode="auto">
          <a:xfrm>
            <a:off x="1314450" y="1815704"/>
            <a:ext cx="514350" cy="1085850"/>
            <a:chOff x="672" y="528"/>
            <a:chExt cx="432" cy="912"/>
          </a:xfrm>
        </p:grpSpPr>
        <p:sp>
          <p:nvSpPr>
            <p:cNvPr id="134213" name="AutoShape 51">
              <a:extLst>
                <a:ext uri="{FF2B5EF4-FFF2-40B4-BE49-F238E27FC236}">
                  <a16:creationId xmlns:a16="http://schemas.microsoft.com/office/drawing/2014/main" id="{064D690B-E4EE-C748-B5BF-FF204B6D5B0B}"/>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214" name="AutoShape 52">
              <a:extLst>
                <a:ext uri="{FF2B5EF4-FFF2-40B4-BE49-F238E27FC236}">
                  <a16:creationId xmlns:a16="http://schemas.microsoft.com/office/drawing/2014/main" id="{9D66588C-981F-6441-BF6B-29B63CB43AE8}"/>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215" name="AutoShape 53">
              <a:extLst>
                <a:ext uri="{FF2B5EF4-FFF2-40B4-BE49-F238E27FC236}">
                  <a16:creationId xmlns:a16="http://schemas.microsoft.com/office/drawing/2014/main" id="{461E57FB-FC35-5945-93C5-498731498F2D}"/>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4156" name="Text Box 54">
            <a:extLst>
              <a:ext uri="{FF2B5EF4-FFF2-40B4-BE49-F238E27FC236}">
                <a16:creationId xmlns:a16="http://schemas.microsoft.com/office/drawing/2014/main" id="{04FF6692-2587-FD4A-8BB7-5B50ADC5D14C}"/>
              </a:ext>
            </a:extLst>
          </p:cNvPr>
          <p:cNvSpPr txBox="1">
            <a:spLocks noChangeArrowheads="1"/>
          </p:cNvSpPr>
          <p:nvPr/>
        </p:nvSpPr>
        <p:spPr bwMode="auto">
          <a:xfrm>
            <a:off x="1341835" y="257294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57" name="Text Box 55">
            <a:extLst>
              <a:ext uri="{FF2B5EF4-FFF2-40B4-BE49-F238E27FC236}">
                <a16:creationId xmlns:a16="http://schemas.microsoft.com/office/drawing/2014/main" id="{CC0298CB-1671-2249-BFF7-926FFEAA95D9}"/>
              </a:ext>
            </a:extLst>
          </p:cNvPr>
          <p:cNvSpPr txBox="1">
            <a:spLocks noChangeArrowheads="1"/>
          </p:cNvSpPr>
          <p:nvPr/>
        </p:nvSpPr>
        <p:spPr bwMode="auto">
          <a:xfrm>
            <a:off x="1304925" y="36373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58" name="Text Box 56">
            <a:extLst>
              <a:ext uri="{FF2B5EF4-FFF2-40B4-BE49-F238E27FC236}">
                <a16:creationId xmlns:a16="http://schemas.microsoft.com/office/drawing/2014/main" id="{A1F399D6-AA8E-2F4B-A984-98C8C146C828}"/>
              </a:ext>
            </a:extLst>
          </p:cNvPr>
          <p:cNvSpPr txBox="1">
            <a:spLocks noChangeArrowheads="1"/>
          </p:cNvSpPr>
          <p:nvPr/>
        </p:nvSpPr>
        <p:spPr bwMode="auto">
          <a:xfrm>
            <a:off x="4761310" y="3608785"/>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59" name="Text Box 57">
            <a:extLst>
              <a:ext uri="{FF2B5EF4-FFF2-40B4-BE49-F238E27FC236}">
                <a16:creationId xmlns:a16="http://schemas.microsoft.com/office/drawing/2014/main" id="{D51C2923-CFE2-6945-BD36-F613DADE3B22}"/>
              </a:ext>
            </a:extLst>
          </p:cNvPr>
          <p:cNvSpPr txBox="1">
            <a:spLocks noChangeArrowheads="1"/>
          </p:cNvSpPr>
          <p:nvPr/>
        </p:nvSpPr>
        <p:spPr bwMode="auto">
          <a:xfrm>
            <a:off x="363855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60" name="Text Box 58">
            <a:extLst>
              <a:ext uri="{FF2B5EF4-FFF2-40B4-BE49-F238E27FC236}">
                <a16:creationId xmlns:a16="http://schemas.microsoft.com/office/drawing/2014/main" id="{6F1E4EB4-B0F9-2441-B964-03DF8277831A}"/>
              </a:ext>
            </a:extLst>
          </p:cNvPr>
          <p:cNvSpPr txBox="1">
            <a:spLocks noChangeArrowheads="1"/>
          </p:cNvSpPr>
          <p:nvPr/>
        </p:nvSpPr>
        <p:spPr bwMode="auto">
          <a:xfrm>
            <a:off x="274320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61" name="Line 59">
            <a:extLst>
              <a:ext uri="{FF2B5EF4-FFF2-40B4-BE49-F238E27FC236}">
                <a16:creationId xmlns:a16="http://schemas.microsoft.com/office/drawing/2014/main" id="{B5F5E9ED-93A3-CA4B-B7B1-C5B4121793F9}"/>
              </a:ext>
            </a:extLst>
          </p:cNvPr>
          <p:cNvSpPr>
            <a:spLocks noChangeShapeType="1"/>
          </p:cNvSpPr>
          <p:nvPr/>
        </p:nvSpPr>
        <p:spPr bwMode="auto">
          <a:xfrm>
            <a:off x="1771650" y="2708672"/>
            <a:ext cx="14287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4162" name="Line 60">
            <a:extLst>
              <a:ext uri="{FF2B5EF4-FFF2-40B4-BE49-F238E27FC236}">
                <a16:creationId xmlns:a16="http://schemas.microsoft.com/office/drawing/2014/main" id="{81BC564E-B2CE-D94B-AB4C-55C188F38449}"/>
              </a:ext>
            </a:extLst>
          </p:cNvPr>
          <p:cNvSpPr>
            <a:spLocks noChangeShapeType="1"/>
          </p:cNvSpPr>
          <p:nvPr/>
        </p:nvSpPr>
        <p:spPr bwMode="auto">
          <a:xfrm>
            <a:off x="5600700" y="4080272"/>
            <a:ext cx="22288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4163" name="Text Box 61">
            <a:extLst>
              <a:ext uri="{FF2B5EF4-FFF2-40B4-BE49-F238E27FC236}">
                <a16:creationId xmlns:a16="http://schemas.microsoft.com/office/drawing/2014/main" id="{AC571CD4-049E-EB4E-96E6-32485C0C3C2C}"/>
              </a:ext>
            </a:extLst>
          </p:cNvPr>
          <p:cNvSpPr txBox="1">
            <a:spLocks noChangeArrowheads="1"/>
          </p:cNvSpPr>
          <p:nvPr/>
        </p:nvSpPr>
        <p:spPr bwMode="auto">
          <a:xfrm>
            <a:off x="5648325" y="35992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64" name="Text Box 62">
            <a:extLst>
              <a:ext uri="{FF2B5EF4-FFF2-40B4-BE49-F238E27FC236}">
                <a16:creationId xmlns:a16="http://schemas.microsoft.com/office/drawing/2014/main" id="{75D7F2EB-1C55-1A4D-8CDC-F25A59725D08}"/>
              </a:ext>
            </a:extLst>
          </p:cNvPr>
          <p:cNvSpPr txBox="1">
            <a:spLocks noChangeArrowheads="1"/>
          </p:cNvSpPr>
          <p:nvPr/>
        </p:nvSpPr>
        <p:spPr bwMode="auto">
          <a:xfrm>
            <a:off x="7239000" y="3611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65" name="Text Box 63">
            <a:extLst>
              <a:ext uri="{FF2B5EF4-FFF2-40B4-BE49-F238E27FC236}">
                <a16:creationId xmlns:a16="http://schemas.microsoft.com/office/drawing/2014/main" id="{27B1AF1B-580B-E14C-9546-AA391E5EA8D0}"/>
              </a:ext>
            </a:extLst>
          </p:cNvPr>
          <p:cNvSpPr txBox="1">
            <a:spLocks noChangeArrowheads="1"/>
          </p:cNvSpPr>
          <p:nvPr/>
        </p:nvSpPr>
        <p:spPr bwMode="auto">
          <a:xfrm>
            <a:off x="5648325" y="27824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66" name="Text Box 64">
            <a:extLst>
              <a:ext uri="{FF2B5EF4-FFF2-40B4-BE49-F238E27FC236}">
                <a16:creationId xmlns:a16="http://schemas.microsoft.com/office/drawing/2014/main" id="{8E5D1F41-BC51-7A49-8AC3-5774C928AF67}"/>
              </a:ext>
            </a:extLst>
          </p:cNvPr>
          <p:cNvSpPr txBox="1">
            <a:spLocks noChangeArrowheads="1"/>
          </p:cNvSpPr>
          <p:nvPr/>
        </p:nvSpPr>
        <p:spPr bwMode="auto">
          <a:xfrm>
            <a:off x="1223963" y="154543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67" name="Text Box 65">
            <a:extLst>
              <a:ext uri="{FF2B5EF4-FFF2-40B4-BE49-F238E27FC236}">
                <a16:creationId xmlns:a16="http://schemas.microsoft.com/office/drawing/2014/main" id="{F231361D-1643-6B4E-A51E-C6DDCF152536}"/>
              </a:ext>
            </a:extLst>
          </p:cNvPr>
          <p:cNvSpPr txBox="1">
            <a:spLocks noChangeArrowheads="1"/>
          </p:cNvSpPr>
          <p:nvPr/>
        </p:nvSpPr>
        <p:spPr bwMode="auto">
          <a:xfrm>
            <a:off x="7167563" y="152638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68" name="AutoShape 66">
            <a:extLst>
              <a:ext uri="{FF2B5EF4-FFF2-40B4-BE49-F238E27FC236}">
                <a16:creationId xmlns:a16="http://schemas.microsoft.com/office/drawing/2014/main" id="{43F2D383-9F5C-4045-8FBB-86ED6C3C635A}"/>
              </a:ext>
            </a:extLst>
          </p:cNvPr>
          <p:cNvSpPr>
            <a:spLocks noChangeArrowheads="1"/>
          </p:cNvSpPr>
          <p:nvPr/>
        </p:nvSpPr>
        <p:spPr bwMode="auto">
          <a:xfrm>
            <a:off x="3143250" y="2444354"/>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169" name="Text Box 67">
            <a:extLst>
              <a:ext uri="{FF2B5EF4-FFF2-40B4-BE49-F238E27FC236}">
                <a16:creationId xmlns:a16="http://schemas.microsoft.com/office/drawing/2014/main" id="{D4EA0DB6-0042-5641-9BB9-E8E40A8575E1}"/>
              </a:ext>
            </a:extLst>
          </p:cNvPr>
          <p:cNvSpPr txBox="1">
            <a:spLocks noChangeArrowheads="1"/>
          </p:cNvSpPr>
          <p:nvPr/>
        </p:nvSpPr>
        <p:spPr bwMode="auto">
          <a:xfrm>
            <a:off x="3105151" y="216574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70" name="Text Box 68">
            <a:extLst>
              <a:ext uri="{FF2B5EF4-FFF2-40B4-BE49-F238E27FC236}">
                <a16:creationId xmlns:a16="http://schemas.microsoft.com/office/drawing/2014/main" id="{674F5E8B-3DC1-0D41-910A-039E61D1C37F}"/>
              </a:ext>
            </a:extLst>
          </p:cNvPr>
          <p:cNvSpPr txBox="1">
            <a:spLocks noChangeArrowheads="1"/>
          </p:cNvSpPr>
          <p:nvPr/>
        </p:nvSpPr>
        <p:spPr bwMode="auto">
          <a:xfrm>
            <a:off x="4248150" y="3139679"/>
            <a:ext cx="1847622" cy="369332"/>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IP </a:t>
            </a:r>
            <a:r>
              <a:rPr kumimoji="1" lang="zh-CN" altLang="en-US" sz="1800">
                <a:latin typeface="Arial" panose="020B0604020202020204" pitchFamily="34" charset="0"/>
                <a:ea typeface="宋体" panose="02010600030101010101" pitchFamily="2" charset="-122"/>
                <a:cs typeface="黑体" panose="02010609060101010101" pitchFamily="49" charset="-122"/>
              </a:rPr>
              <a:t>层上的互联网</a:t>
            </a:r>
          </a:p>
        </p:txBody>
      </p:sp>
      <p:sp>
        <p:nvSpPr>
          <p:cNvPr id="134171" name="Text Box 69">
            <a:extLst>
              <a:ext uri="{FF2B5EF4-FFF2-40B4-BE49-F238E27FC236}">
                <a16:creationId xmlns:a16="http://schemas.microsoft.com/office/drawing/2014/main" id="{D77475AE-21E9-6241-9952-706F9CCDED82}"/>
              </a:ext>
            </a:extLst>
          </p:cNvPr>
          <p:cNvSpPr txBox="1">
            <a:spLocks noChangeArrowheads="1"/>
          </p:cNvSpPr>
          <p:nvPr/>
        </p:nvSpPr>
        <p:spPr bwMode="auto">
          <a:xfrm>
            <a:off x="1885950" y="4461272"/>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grpSp>
        <p:nvGrpSpPr>
          <p:cNvPr id="134172" name="Group 70">
            <a:extLst>
              <a:ext uri="{FF2B5EF4-FFF2-40B4-BE49-F238E27FC236}">
                <a16:creationId xmlns:a16="http://schemas.microsoft.com/office/drawing/2014/main" id="{E8A3BDEA-D58A-A941-9C3C-0AA7303E0B22}"/>
              </a:ext>
            </a:extLst>
          </p:cNvPr>
          <p:cNvGrpSpPr>
            <a:grpSpLocks/>
          </p:cNvGrpSpPr>
          <p:nvPr/>
        </p:nvGrpSpPr>
        <p:grpSpPr bwMode="auto">
          <a:xfrm>
            <a:off x="7258050" y="1815704"/>
            <a:ext cx="514350" cy="1085850"/>
            <a:chOff x="672" y="528"/>
            <a:chExt cx="432" cy="912"/>
          </a:xfrm>
        </p:grpSpPr>
        <p:sp>
          <p:nvSpPr>
            <p:cNvPr id="134210" name="AutoShape 71">
              <a:extLst>
                <a:ext uri="{FF2B5EF4-FFF2-40B4-BE49-F238E27FC236}">
                  <a16:creationId xmlns:a16="http://schemas.microsoft.com/office/drawing/2014/main" id="{03608303-32B5-6D4B-8377-A9FB98CAF363}"/>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211" name="AutoShape 72">
              <a:extLst>
                <a:ext uri="{FF2B5EF4-FFF2-40B4-BE49-F238E27FC236}">
                  <a16:creationId xmlns:a16="http://schemas.microsoft.com/office/drawing/2014/main" id="{95989CC7-ECEE-AC43-9C92-EBE3DDE3F487}"/>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212" name="AutoShape 73">
              <a:extLst>
                <a:ext uri="{FF2B5EF4-FFF2-40B4-BE49-F238E27FC236}">
                  <a16:creationId xmlns:a16="http://schemas.microsoft.com/office/drawing/2014/main" id="{80FCF38E-0713-4B44-A387-F536DBF84A0E}"/>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4173" name="Text Box 74">
            <a:extLst>
              <a:ext uri="{FF2B5EF4-FFF2-40B4-BE49-F238E27FC236}">
                <a16:creationId xmlns:a16="http://schemas.microsoft.com/office/drawing/2014/main" id="{0BA5F618-A3A2-714B-9624-534B7042A60E}"/>
              </a:ext>
            </a:extLst>
          </p:cNvPr>
          <p:cNvSpPr txBox="1">
            <a:spLocks noChangeArrowheads="1"/>
          </p:cNvSpPr>
          <p:nvPr/>
        </p:nvSpPr>
        <p:spPr bwMode="auto">
          <a:xfrm>
            <a:off x="7294960" y="2576512"/>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74" name="Text Box 75">
            <a:extLst>
              <a:ext uri="{FF2B5EF4-FFF2-40B4-BE49-F238E27FC236}">
                <a16:creationId xmlns:a16="http://schemas.microsoft.com/office/drawing/2014/main" id="{1282829F-7AA6-7A4E-BE94-37CA401AC5A3}"/>
              </a:ext>
            </a:extLst>
          </p:cNvPr>
          <p:cNvSpPr txBox="1">
            <a:spLocks noChangeArrowheads="1"/>
          </p:cNvSpPr>
          <p:nvPr/>
        </p:nvSpPr>
        <p:spPr bwMode="auto">
          <a:xfrm>
            <a:off x="3633788"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75" name="Text Box 76">
            <a:extLst>
              <a:ext uri="{FF2B5EF4-FFF2-40B4-BE49-F238E27FC236}">
                <a16:creationId xmlns:a16="http://schemas.microsoft.com/office/drawing/2014/main" id="{0CE7F15E-7635-F249-8F9B-4209FCBD12DF}"/>
              </a:ext>
            </a:extLst>
          </p:cNvPr>
          <p:cNvSpPr txBox="1">
            <a:spLocks noChangeArrowheads="1"/>
          </p:cNvSpPr>
          <p:nvPr/>
        </p:nvSpPr>
        <p:spPr bwMode="auto">
          <a:xfrm>
            <a:off x="285750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76" name="Line 77">
            <a:extLst>
              <a:ext uri="{FF2B5EF4-FFF2-40B4-BE49-F238E27FC236}">
                <a16:creationId xmlns:a16="http://schemas.microsoft.com/office/drawing/2014/main" id="{073A31BC-6BA2-5145-9A36-F706D2D179E6}"/>
              </a:ext>
            </a:extLst>
          </p:cNvPr>
          <p:cNvSpPr>
            <a:spLocks noChangeShapeType="1"/>
          </p:cNvSpPr>
          <p:nvPr/>
        </p:nvSpPr>
        <p:spPr bwMode="auto">
          <a:xfrm>
            <a:off x="3600450" y="2708672"/>
            <a:ext cx="15430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4177" name="AutoShape 78">
            <a:extLst>
              <a:ext uri="{FF2B5EF4-FFF2-40B4-BE49-F238E27FC236}">
                <a16:creationId xmlns:a16="http://schemas.microsoft.com/office/drawing/2014/main" id="{F7B27773-ACB3-0043-8537-430A332BBDA6}"/>
              </a:ext>
            </a:extLst>
          </p:cNvPr>
          <p:cNvSpPr>
            <a:spLocks noChangeArrowheads="1"/>
          </p:cNvSpPr>
          <p:nvPr/>
        </p:nvSpPr>
        <p:spPr bwMode="auto">
          <a:xfrm>
            <a:off x="5142310" y="2422922"/>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178" name="Line 79">
            <a:extLst>
              <a:ext uri="{FF2B5EF4-FFF2-40B4-BE49-F238E27FC236}">
                <a16:creationId xmlns:a16="http://schemas.microsoft.com/office/drawing/2014/main" id="{AAD7FD25-F8CB-544F-805D-AF036ABCA86E}"/>
              </a:ext>
            </a:extLst>
          </p:cNvPr>
          <p:cNvSpPr>
            <a:spLocks noChangeShapeType="1"/>
          </p:cNvSpPr>
          <p:nvPr/>
        </p:nvSpPr>
        <p:spPr bwMode="auto">
          <a:xfrm>
            <a:off x="5600700" y="2708672"/>
            <a:ext cx="16573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4179" name="Text Box 80">
            <a:extLst>
              <a:ext uri="{FF2B5EF4-FFF2-40B4-BE49-F238E27FC236}">
                <a16:creationId xmlns:a16="http://schemas.microsoft.com/office/drawing/2014/main" id="{A0D03B74-6CD9-4C45-8F9C-ED038AECCCAF}"/>
              </a:ext>
            </a:extLst>
          </p:cNvPr>
          <p:cNvSpPr txBox="1">
            <a:spLocks noChangeArrowheads="1"/>
          </p:cNvSpPr>
          <p:nvPr/>
        </p:nvSpPr>
        <p:spPr bwMode="auto">
          <a:xfrm>
            <a:off x="485775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80" name="Line 81">
            <a:extLst>
              <a:ext uri="{FF2B5EF4-FFF2-40B4-BE49-F238E27FC236}">
                <a16:creationId xmlns:a16="http://schemas.microsoft.com/office/drawing/2014/main" id="{F7B9C95E-D0C9-8B40-A8FD-536D56484C56}"/>
              </a:ext>
            </a:extLst>
          </p:cNvPr>
          <p:cNvSpPr>
            <a:spLocks noChangeShapeType="1"/>
          </p:cNvSpPr>
          <p:nvPr/>
        </p:nvSpPr>
        <p:spPr bwMode="auto">
          <a:xfrm>
            <a:off x="3657600" y="4080272"/>
            <a:ext cx="14287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4181" name="Freeform 82">
            <a:extLst>
              <a:ext uri="{FF2B5EF4-FFF2-40B4-BE49-F238E27FC236}">
                <a16:creationId xmlns:a16="http://schemas.microsoft.com/office/drawing/2014/main" id="{0BB42794-332A-3A4F-8E11-21046F20EED5}"/>
              </a:ext>
            </a:extLst>
          </p:cNvPr>
          <p:cNvSpPr>
            <a:spLocks/>
          </p:cNvSpPr>
          <p:nvPr/>
        </p:nvSpPr>
        <p:spPr bwMode="auto">
          <a:xfrm flipH="1">
            <a:off x="5584032" y="3867151"/>
            <a:ext cx="255985" cy="213122"/>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4182" name="Freeform 83">
            <a:extLst>
              <a:ext uri="{FF2B5EF4-FFF2-40B4-BE49-F238E27FC236}">
                <a16:creationId xmlns:a16="http://schemas.microsoft.com/office/drawing/2014/main" id="{4A962190-94BD-DD4E-B6C4-01401276CF11}"/>
              </a:ext>
            </a:extLst>
          </p:cNvPr>
          <p:cNvSpPr>
            <a:spLocks/>
          </p:cNvSpPr>
          <p:nvPr/>
        </p:nvSpPr>
        <p:spPr bwMode="auto">
          <a:xfrm flipH="1">
            <a:off x="3568303" y="3871913"/>
            <a:ext cx="317897"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4183" name="Text Box 84">
            <a:extLst>
              <a:ext uri="{FF2B5EF4-FFF2-40B4-BE49-F238E27FC236}">
                <a16:creationId xmlns:a16="http://schemas.microsoft.com/office/drawing/2014/main" id="{31C097B7-A2CA-514D-B1A2-3BA7B5903B1C}"/>
              </a:ext>
            </a:extLst>
          </p:cNvPr>
          <p:cNvSpPr txBox="1">
            <a:spLocks noChangeArrowheads="1"/>
          </p:cNvSpPr>
          <p:nvPr/>
        </p:nvSpPr>
        <p:spPr bwMode="auto">
          <a:xfrm>
            <a:off x="5056585" y="214669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grpSp>
        <p:nvGrpSpPr>
          <p:cNvPr id="456818" name="Group 114">
            <a:extLst>
              <a:ext uri="{FF2B5EF4-FFF2-40B4-BE49-F238E27FC236}">
                <a16:creationId xmlns:a16="http://schemas.microsoft.com/office/drawing/2014/main" id="{30092D5B-6CAA-7242-9629-822C0EA00A3A}"/>
              </a:ext>
            </a:extLst>
          </p:cNvPr>
          <p:cNvGrpSpPr>
            <a:grpSpLocks/>
          </p:cNvGrpSpPr>
          <p:nvPr/>
        </p:nvGrpSpPr>
        <p:grpSpPr bwMode="auto">
          <a:xfrm>
            <a:off x="2000250" y="2365772"/>
            <a:ext cx="5086350" cy="285750"/>
            <a:chOff x="720" y="1987"/>
            <a:chExt cx="4272" cy="240"/>
          </a:xfrm>
        </p:grpSpPr>
        <p:grpSp>
          <p:nvGrpSpPr>
            <p:cNvPr id="134201" name="Group 85">
              <a:extLst>
                <a:ext uri="{FF2B5EF4-FFF2-40B4-BE49-F238E27FC236}">
                  <a16:creationId xmlns:a16="http://schemas.microsoft.com/office/drawing/2014/main" id="{3D755CE7-4ED0-4D41-9FB4-94DC4EBECE36}"/>
                </a:ext>
              </a:extLst>
            </p:cNvPr>
            <p:cNvGrpSpPr>
              <a:grpSpLocks/>
            </p:cNvGrpSpPr>
            <p:nvPr/>
          </p:nvGrpSpPr>
          <p:grpSpPr bwMode="auto">
            <a:xfrm>
              <a:off x="720" y="1987"/>
              <a:ext cx="912" cy="240"/>
              <a:chOff x="1632" y="2688"/>
              <a:chExt cx="912" cy="240"/>
            </a:xfrm>
          </p:grpSpPr>
          <p:sp>
            <p:nvSpPr>
              <p:cNvPr id="134208" name="Rectangle 86">
                <a:extLst>
                  <a:ext uri="{FF2B5EF4-FFF2-40B4-BE49-F238E27FC236}">
                    <a16:creationId xmlns:a16="http://schemas.microsoft.com/office/drawing/2014/main" id="{322C91F3-0B01-DD45-B860-E6DD6725164D}"/>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4209" name="AutoShape 87">
                <a:extLst>
                  <a:ext uri="{FF2B5EF4-FFF2-40B4-BE49-F238E27FC236}">
                    <a16:creationId xmlns:a16="http://schemas.microsoft.com/office/drawing/2014/main" id="{81DF6472-67E5-374A-BF07-6E327C27045B}"/>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4202" name="Group 88">
              <a:extLst>
                <a:ext uri="{FF2B5EF4-FFF2-40B4-BE49-F238E27FC236}">
                  <a16:creationId xmlns:a16="http://schemas.microsoft.com/office/drawing/2014/main" id="{7D3F25E6-384C-C04F-AE57-66888A319787}"/>
                </a:ext>
              </a:extLst>
            </p:cNvPr>
            <p:cNvGrpSpPr>
              <a:grpSpLocks/>
            </p:cNvGrpSpPr>
            <p:nvPr/>
          </p:nvGrpSpPr>
          <p:grpSpPr bwMode="auto">
            <a:xfrm>
              <a:off x="2352" y="1987"/>
              <a:ext cx="912" cy="240"/>
              <a:chOff x="1632" y="2688"/>
              <a:chExt cx="912" cy="240"/>
            </a:xfrm>
          </p:grpSpPr>
          <p:sp>
            <p:nvSpPr>
              <p:cNvPr id="134206" name="Rectangle 89">
                <a:extLst>
                  <a:ext uri="{FF2B5EF4-FFF2-40B4-BE49-F238E27FC236}">
                    <a16:creationId xmlns:a16="http://schemas.microsoft.com/office/drawing/2014/main" id="{D78DA821-9901-524B-8AD5-58FAD287E3C3}"/>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4207" name="AutoShape 90">
                <a:extLst>
                  <a:ext uri="{FF2B5EF4-FFF2-40B4-BE49-F238E27FC236}">
                    <a16:creationId xmlns:a16="http://schemas.microsoft.com/office/drawing/2014/main" id="{DB0D2B26-10BB-FD4A-98D6-98554C0120AB}"/>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4203" name="Group 91">
              <a:extLst>
                <a:ext uri="{FF2B5EF4-FFF2-40B4-BE49-F238E27FC236}">
                  <a16:creationId xmlns:a16="http://schemas.microsoft.com/office/drawing/2014/main" id="{3A62B349-BA33-A847-878F-CEE0EA26B2E5}"/>
                </a:ext>
              </a:extLst>
            </p:cNvPr>
            <p:cNvGrpSpPr>
              <a:grpSpLocks/>
            </p:cNvGrpSpPr>
            <p:nvPr/>
          </p:nvGrpSpPr>
          <p:grpSpPr bwMode="auto">
            <a:xfrm>
              <a:off x="4080" y="1987"/>
              <a:ext cx="912" cy="240"/>
              <a:chOff x="1632" y="2688"/>
              <a:chExt cx="912" cy="240"/>
            </a:xfrm>
          </p:grpSpPr>
          <p:sp>
            <p:nvSpPr>
              <p:cNvPr id="134204" name="Rectangle 92">
                <a:extLst>
                  <a:ext uri="{FF2B5EF4-FFF2-40B4-BE49-F238E27FC236}">
                    <a16:creationId xmlns:a16="http://schemas.microsoft.com/office/drawing/2014/main" id="{14514885-C934-6F45-9FF5-F474C7A56E34}"/>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4205" name="AutoShape 93">
                <a:extLst>
                  <a:ext uri="{FF2B5EF4-FFF2-40B4-BE49-F238E27FC236}">
                    <a16:creationId xmlns:a16="http://schemas.microsoft.com/office/drawing/2014/main" id="{6EA388C4-E56F-8C47-AE2E-8DC85DD92CC0}"/>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grpSp>
        <p:nvGrpSpPr>
          <p:cNvPr id="134185" name="Group 94">
            <a:extLst>
              <a:ext uri="{FF2B5EF4-FFF2-40B4-BE49-F238E27FC236}">
                <a16:creationId xmlns:a16="http://schemas.microsoft.com/office/drawing/2014/main" id="{011F472C-B84C-7542-BB9E-F616FE0303F2}"/>
              </a:ext>
            </a:extLst>
          </p:cNvPr>
          <p:cNvGrpSpPr>
            <a:grpSpLocks/>
          </p:cNvGrpSpPr>
          <p:nvPr/>
        </p:nvGrpSpPr>
        <p:grpSpPr bwMode="auto">
          <a:xfrm>
            <a:off x="1600200" y="4194572"/>
            <a:ext cx="1485900" cy="285750"/>
            <a:chOff x="480" y="3120"/>
            <a:chExt cx="1248" cy="240"/>
          </a:xfrm>
        </p:grpSpPr>
        <p:sp>
          <p:nvSpPr>
            <p:cNvPr id="134199" name="Rectangle 95">
              <a:extLst>
                <a:ext uri="{FF2B5EF4-FFF2-40B4-BE49-F238E27FC236}">
                  <a16:creationId xmlns:a16="http://schemas.microsoft.com/office/drawing/2014/main" id="{FF12C90C-1CC4-FC49-9508-574D30FF89C4}"/>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134200" name="AutoShape 96">
              <a:extLst>
                <a:ext uri="{FF2B5EF4-FFF2-40B4-BE49-F238E27FC236}">
                  <a16:creationId xmlns:a16="http://schemas.microsoft.com/office/drawing/2014/main" id="{817A0E3B-68DF-5348-BADF-8B3389F7C47F}"/>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4186" name="Group 97">
            <a:extLst>
              <a:ext uri="{FF2B5EF4-FFF2-40B4-BE49-F238E27FC236}">
                <a16:creationId xmlns:a16="http://schemas.microsoft.com/office/drawing/2014/main" id="{B0906B19-FD9B-2949-AAE0-020EFF7F2883}"/>
              </a:ext>
            </a:extLst>
          </p:cNvPr>
          <p:cNvGrpSpPr>
            <a:grpSpLocks/>
          </p:cNvGrpSpPr>
          <p:nvPr/>
        </p:nvGrpSpPr>
        <p:grpSpPr bwMode="auto">
          <a:xfrm>
            <a:off x="3771900" y="4194572"/>
            <a:ext cx="1485900" cy="285750"/>
            <a:chOff x="480" y="3120"/>
            <a:chExt cx="1248" cy="240"/>
          </a:xfrm>
        </p:grpSpPr>
        <p:sp>
          <p:nvSpPr>
            <p:cNvPr id="134197" name="Rectangle 98">
              <a:extLst>
                <a:ext uri="{FF2B5EF4-FFF2-40B4-BE49-F238E27FC236}">
                  <a16:creationId xmlns:a16="http://schemas.microsoft.com/office/drawing/2014/main" id="{FAF7EF40-B9CC-4543-BD7D-1383CDB72EDE}"/>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p>
          </p:txBody>
        </p:sp>
        <p:sp>
          <p:nvSpPr>
            <p:cNvPr id="134198" name="AutoShape 99">
              <a:extLst>
                <a:ext uri="{FF2B5EF4-FFF2-40B4-BE49-F238E27FC236}">
                  <a16:creationId xmlns:a16="http://schemas.microsoft.com/office/drawing/2014/main" id="{28EFB4B8-5D07-EC44-8D9D-EFE677FF4981}"/>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4187" name="Group 100">
            <a:extLst>
              <a:ext uri="{FF2B5EF4-FFF2-40B4-BE49-F238E27FC236}">
                <a16:creationId xmlns:a16="http://schemas.microsoft.com/office/drawing/2014/main" id="{C79FF7AC-5439-3844-A9F0-1CF9FCD7BDEA}"/>
              </a:ext>
            </a:extLst>
          </p:cNvPr>
          <p:cNvGrpSpPr>
            <a:grpSpLocks/>
          </p:cNvGrpSpPr>
          <p:nvPr/>
        </p:nvGrpSpPr>
        <p:grpSpPr bwMode="auto">
          <a:xfrm>
            <a:off x="5943600" y="4194572"/>
            <a:ext cx="1485900" cy="285750"/>
            <a:chOff x="480" y="3120"/>
            <a:chExt cx="1248" cy="240"/>
          </a:xfrm>
        </p:grpSpPr>
        <p:sp>
          <p:nvSpPr>
            <p:cNvPr id="134195" name="Rectangle 101">
              <a:extLst>
                <a:ext uri="{FF2B5EF4-FFF2-40B4-BE49-F238E27FC236}">
                  <a16:creationId xmlns:a16="http://schemas.microsoft.com/office/drawing/2014/main" id="{26640F3E-5067-6645-B609-831D50AC8333}"/>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4196" name="AutoShape 102">
              <a:extLst>
                <a:ext uri="{FF2B5EF4-FFF2-40B4-BE49-F238E27FC236}">
                  <a16:creationId xmlns:a16="http://schemas.microsoft.com/office/drawing/2014/main" id="{281F3C13-8E13-2B44-ADB6-D87A620997BE}"/>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4188" name="Text Box 103">
            <a:extLst>
              <a:ext uri="{FF2B5EF4-FFF2-40B4-BE49-F238E27FC236}">
                <a16:creationId xmlns:a16="http://schemas.microsoft.com/office/drawing/2014/main" id="{4542E946-1AB7-244C-B2D4-03B53FD842AF}"/>
              </a:ext>
            </a:extLst>
          </p:cNvPr>
          <p:cNvSpPr txBox="1">
            <a:spLocks noChangeArrowheads="1"/>
          </p:cNvSpPr>
          <p:nvPr/>
        </p:nvSpPr>
        <p:spPr bwMode="auto">
          <a:xfrm>
            <a:off x="6286500"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34189" name="Text Box 104">
            <a:extLst>
              <a:ext uri="{FF2B5EF4-FFF2-40B4-BE49-F238E27FC236}">
                <a16:creationId xmlns:a16="http://schemas.microsoft.com/office/drawing/2014/main" id="{C10FE966-06CB-1B48-9561-FDA2D3FAB4CB}"/>
              </a:ext>
            </a:extLst>
          </p:cNvPr>
          <p:cNvSpPr txBox="1">
            <a:spLocks noChangeArrowheads="1"/>
          </p:cNvSpPr>
          <p:nvPr/>
        </p:nvSpPr>
        <p:spPr bwMode="auto">
          <a:xfrm>
            <a:off x="4125516"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34190" name="AutoShape 105">
            <a:extLst>
              <a:ext uri="{FF2B5EF4-FFF2-40B4-BE49-F238E27FC236}">
                <a16:creationId xmlns:a16="http://schemas.microsoft.com/office/drawing/2014/main" id="{E312CE35-6CFE-8F45-B6AD-F6D7896E7BA3}"/>
              </a:ext>
            </a:extLst>
          </p:cNvPr>
          <p:cNvSpPr>
            <a:spLocks noChangeArrowheads="1"/>
          </p:cNvSpPr>
          <p:nvPr/>
        </p:nvSpPr>
        <p:spPr bwMode="auto">
          <a:xfrm flipV="1">
            <a:off x="2686050" y="1719263"/>
            <a:ext cx="914400" cy="283369"/>
          </a:xfrm>
          <a:prstGeom prst="wedgeRoundRectCallout">
            <a:avLst>
              <a:gd name="adj1" fmla="val -75782"/>
              <a:gd name="adj2" fmla="val -203782"/>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34191" name="Text Box 106">
            <a:extLst>
              <a:ext uri="{FF2B5EF4-FFF2-40B4-BE49-F238E27FC236}">
                <a16:creationId xmlns:a16="http://schemas.microsoft.com/office/drawing/2014/main" id="{40A95F65-8D51-5F46-9AF5-3E5735334949}"/>
              </a:ext>
            </a:extLst>
          </p:cNvPr>
          <p:cNvSpPr txBox="1">
            <a:spLocks noChangeArrowheads="1"/>
          </p:cNvSpPr>
          <p:nvPr/>
        </p:nvSpPr>
        <p:spPr bwMode="auto">
          <a:xfrm>
            <a:off x="2714625" y="1737122"/>
            <a:ext cx="91249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 </a:t>
            </a:r>
            <a:r>
              <a:rPr kumimoji="1" lang="zh-CN" altLang="en-US" sz="1350">
                <a:latin typeface="Arial" panose="020B0604020202020204" pitchFamily="34" charset="0"/>
                <a:ea typeface="宋体" panose="02010600030101010101" pitchFamily="2" charset="-122"/>
                <a:cs typeface="黑体" panose="02010609060101010101" pitchFamily="49" charset="-122"/>
              </a:rPr>
              <a:t>数据报</a:t>
            </a:r>
          </a:p>
        </p:txBody>
      </p:sp>
      <p:sp>
        <p:nvSpPr>
          <p:cNvPr id="134192" name="Rectangle 111">
            <a:extLst>
              <a:ext uri="{FF2B5EF4-FFF2-40B4-BE49-F238E27FC236}">
                <a16:creationId xmlns:a16="http://schemas.microsoft.com/office/drawing/2014/main" id="{010BCD7E-A237-2344-8C64-0A5744549FF9}"/>
              </a:ext>
            </a:extLst>
          </p:cNvPr>
          <p:cNvSpPr>
            <a:spLocks noChangeArrowheads="1"/>
          </p:cNvSpPr>
          <p:nvPr/>
        </p:nvSpPr>
        <p:spPr bwMode="auto">
          <a:xfrm>
            <a:off x="1143000" y="0"/>
            <a:ext cx="6858000" cy="1491854"/>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193" name="Text Box 112">
            <a:extLst>
              <a:ext uri="{FF2B5EF4-FFF2-40B4-BE49-F238E27FC236}">
                <a16:creationId xmlns:a16="http://schemas.microsoft.com/office/drawing/2014/main" id="{49C15488-2720-8348-ACED-F5D8C43D737F}"/>
              </a:ext>
            </a:extLst>
          </p:cNvPr>
          <p:cNvSpPr txBox="1">
            <a:spLocks noChangeArrowheads="1"/>
          </p:cNvSpPr>
          <p:nvPr/>
        </p:nvSpPr>
        <p:spPr bwMode="auto">
          <a:xfrm>
            <a:off x="1362553" y="129779"/>
            <a:ext cx="6447471" cy="1217193"/>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2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在 </a:t>
            </a: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层抽象的互联网上只能看到 </a:t>
            </a: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数据报</a:t>
            </a:r>
          </a:p>
          <a:p>
            <a:pPr algn="ctr" eaLnBrk="1" hangingPunct="1">
              <a:lnSpc>
                <a:spcPct val="12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图中的  </a:t>
            </a:r>
            <a:r>
              <a:rPr lang="en-US" altLang="zh-CN" sz="2100">
                <a:latin typeface="Arial" panose="020B0604020202020204" pitchFamily="34" charset="0"/>
                <a:ea typeface="宋体" panose="02010600030101010101" pitchFamily="2" charset="-122"/>
                <a:cs typeface="黑体" panose="02010609060101010101" pitchFamily="49" charset="-122"/>
              </a:rPr>
              <a:t>IP</a:t>
            </a:r>
            <a:r>
              <a:rPr lang="en-US" altLang="zh-CN" sz="2100" baseline="-25000">
                <a:latin typeface="Arial" panose="020B0604020202020204" pitchFamily="34" charset="0"/>
                <a:ea typeface="宋体" panose="02010600030101010101" pitchFamily="2" charset="-122"/>
                <a:cs typeface="黑体" panose="02010609060101010101" pitchFamily="49" charset="-122"/>
              </a:rPr>
              <a:t>1</a:t>
            </a:r>
            <a:r>
              <a:rPr lang="en-US" altLang="zh-CN" sz="2100" b="1">
                <a:latin typeface="Arial" panose="020B0604020202020204" pitchFamily="34" charset="0"/>
                <a:ea typeface="宋体" panose="02010600030101010101" pitchFamily="2" charset="-122"/>
                <a:cs typeface="黑体" panose="02010609060101010101" pitchFamily="49" charset="-122"/>
              </a:rPr>
              <a:t>→</a:t>
            </a:r>
            <a:r>
              <a:rPr lang="en-US" altLang="zh-CN" sz="2100">
                <a:latin typeface="Arial" panose="020B0604020202020204" pitchFamily="34" charset="0"/>
                <a:ea typeface="宋体" panose="02010600030101010101" pitchFamily="2" charset="-122"/>
                <a:cs typeface="黑体" panose="02010609060101010101" pitchFamily="49" charset="-122"/>
              </a:rPr>
              <a:t>IP</a:t>
            </a:r>
            <a:r>
              <a:rPr lang="en-US" altLang="zh-CN" sz="2100" baseline="-25000">
                <a:latin typeface="Arial" panose="020B0604020202020204" pitchFamily="34" charset="0"/>
                <a:ea typeface="宋体" panose="02010600030101010101" pitchFamily="2" charset="-122"/>
                <a:cs typeface="黑体" panose="02010609060101010101" pitchFamily="49" charset="-122"/>
              </a:rPr>
              <a:t>2</a:t>
            </a:r>
            <a:r>
              <a:rPr lang="en-US" altLang="zh-CN" sz="210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表示从源地址 </a:t>
            </a:r>
            <a:r>
              <a:rPr lang="en-US" altLang="zh-CN" sz="2100">
                <a:latin typeface="Arial" panose="020B0604020202020204" pitchFamily="34" charset="0"/>
                <a:ea typeface="宋体" panose="02010600030101010101" pitchFamily="2" charset="-122"/>
                <a:cs typeface="黑体" panose="02010609060101010101" pitchFamily="49" charset="-122"/>
              </a:rPr>
              <a:t>IP</a:t>
            </a:r>
            <a:r>
              <a:rPr lang="en-US" altLang="zh-CN" sz="2100" baseline="-25000">
                <a:latin typeface="Arial" panose="020B0604020202020204" pitchFamily="34" charset="0"/>
                <a:ea typeface="宋体" panose="02010600030101010101" pitchFamily="2" charset="-122"/>
                <a:cs typeface="黑体" panose="02010609060101010101" pitchFamily="49" charset="-122"/>
              </a:rPr>
              <a:t>1</a:t>
            </a:r>
            <a:r>
              <a:rPr lang="en-US" altLang="zh-CN" sz="210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到目的地址 </a:t>
            </a:r>
            <a:r>
              <a:rPr lang="en-US" altLang="zh-CN" sz="2100">
                <a:latin typeface="Arial" panose="020B0604020202020204" pitchFamily="34" charset="0"/>
                <a:ea typeface="宋体" panose="02010600030101010101" pitchFamily="2" charset="-122"/>
                <a:cs typeface="黑体" panose="02010609060101010101" pitchFamily="49" charset="-122"/>
              </a:rPr>
              <a:t>IP</a:t>
            </a:r>
            <a:r>
              <a:rPr lang="en-US" altLang="zh-CN" sz="2100" baseline="-25000">
                <a:latin typeface="Arial" panose="020B0604020202020204" pitchFamily="34" charset="0"/>
                <a:ea typeface="宋体" panose="02010600030101010101" pitchFamily="2" charset="-122"/>
                <a:cs typeface="黑体" panose="02010609060101010101" pitchFamily="49" charset="-122"/>
              </a:rPr>
              <a:t>2</a:t>
            </a:r>
            <a:r>
              <a:rPr lang="en-US" altLang="zh-CN" sz="2100">
                <a:latin typeface="Arial" panose="020B0604020202020204" pitchFamily="34" charset="0"/>
                <a:ea typeface="宋体" panose="02010600030101010101" pitchFamily="2" charset="-122"/>
                <a:cs typeface="黑体" panose="02010609060101010101" pitchFamily="49" charset="-122"/>
              </a:rPr>
              <a:t> </a:t>
            </a:r>
          </a:p>
          <a:p>
            <a:pPr algn="ctr" eaLnBrk="1" hangingPunct="1">
              <a:lnSpc>
                <a:spcPct val="12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两个路由器的 </a:t>
            </a: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地址并不出现在 </a:t>
            </a: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数据报的首部中 </a:t>
            </a:r>
          </a:p>
        </p:txBody>
      </p:sp>
      <p:sp>
        <p:nvSpPr>
          <p:cNvPr id="134194" name="幻灯片编号占位符 1">
            <a:extLst>
              <a:ext uri="{FF2B5EF4-FFF2-40B4-BE49-F238E27FC236}">
                <a16:creationId xmlns:a16="http://schemas.microsoft.com/office/drawing/2014/main" id="{3FCEBD5C-C7DA-174C-8861-374009420E5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B864DBC-B9F9-1849-8B1B-FEEBBE83557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35701239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nodeType="afterEffect">
                                  <p:stCondLst>
                                    <p:cond delay="0"/>
                                  </p:stCondLst>
                                  <p:childTnLst>
                                    <p:anim calcmode="discrete" valueType="str">
                                      <p:cBhvr>
                                        <p:cTn id="6" dur="1000" fill="hold"/>
                                        <p:tgtEl>
                                          <p:spTgt spid="45681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6193" name="Freeform 2">
            <a:extLst>
              <a:ext uri="{FF2B5EF4-FFF2-40B4-BE49-F238E27FC236}">
                <a16:creationId xmlns:a16="http://schemas.microsoft.com/office/drawing/2014/main" id="{BE40AC3C-851F-AE44-9DA6-756BC2841529}"/>
              </a:ext>
            </a:extLst>
          </p:cNvPr>
          <p:cNvSpPr>
            <a:spLocks/>
          </p:cNvSpPr>
          <p:nvPr/>
        </p:nvSpPr>
        <p:spPr bwMode="auto">
          <a:xfrm>
            <a:off x="2914650" y="3870722"/>
            <a:ext cx="296466"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6194" name="Freeform 3">
            <a:extLst>
              <a:ext uri="{FF2B5EF4-FFF2-40B4-BE49-F238E27FC236}">
                <a16:creationId xmlns:a16="http://schemas.microsoft.com/office/drawing/2014/main" id="{5A76EBAC-93B1-2147-9B8F-F52D46EA8ABF}"/>
              </a:ext>
            </a:extLst>
          </p:cNvPr>
          <p:cNvSpPr>
            <a:spLocks/>
          </p:cNvSpPr>
          <p:nvPr/>
        </p:nvSpPr>
        <p:spPr bwMode="auto">
          <a:xfrm>
            <a:off x="4856560" y="3869531"/>
            <a:ext cx="296465"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6195" name="Line 4">
            <a:extLst>
              <a:ext uri="{FF2B5EF4-FFF2-40B4-BE49-F238E27FC236}">
                <a16:creationId xmlns:a16="http://schemas.microsoft.com/office/drawing/2014/main" id="{32E760C2-4FF9-E34D-B62F-07C5202D3745}"/>
              </a:ext>
            </a:extLst>
          </p:cNvPr>
          <p:cNvSpPr>
            <a:spLocks noChangeShapeType="1"/>
          </p:cNvSpPr>
          <p:nvPr/>
        </p:nvSpPr>
        <p:spPr bwMode="auto">
          <a:xfrm rot="16200000">
            <a:off x="7228285"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6196" name="Line 5">
            <a:extLst>
              <a:ext uri="{FF2B5EF4-FFF2-40B4-BE49-F238E27FC236}">
                <a16:creationId xmlns:a16="http://schemas.microsoft.com/office/drawing/2014/main" id="{52ED4673-16DF-2E4A-85B8-A78A653ED67F}"/>
              </a:ext>
            </a:extLst>
          </p:cNvPr>
          <p:cNvSpPr>
            <a:spLocks noChangeShapeType="1"/>
          </p:cNvSpPr>
          <p:nvPr/>
        </p:nvSpPr>
        <p:spPr bwMode="auto">
          <a:xfrm rot="16200000">
            <a:off x="1287066"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6197" name="AutoShape 6">
            <a:extLst>
              <a:ext uri="{FF2B5EF4-FFF2-40B4-BE49-F238E27FC236}">
                <a16:creationId xmlns:a16="http://schemas.microsoft.com/office/drawing/2014/main" id="{9D1AF435-1586-D545-91B1-B78BEEFEBD22}"/>
              </a:ext>
            </a:extLst>
          </p:cNvPr>
          <p:cNvSpPr>
            <a:spLocks noChangeArrowheads="1"/>
          </p:cNvSpPr>
          <p:nvPr/>
        </p:nvSpPr>
        <p:spPr bwMode="auto">
          <a:xfrm>
            <a:off x="13144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198" name="AutoShape 7">
            <a:extLst>
              <a:ext uri="{FF2B5EF4-FFF2-40B4-BE49-F238E27FC236}">
                <a16:creationId xmlns:a16="http://schemas.microsoft.com/office/drawing/2014/main" id="{8A857779-71B1-FF4F-8A79-74E2E82AD843}"/>
              </a:ext>
            </a:extLst>
          </p:cNvPr>
          <p:cNvSpPr>
            <a:spLocks noChangeArrowheads="1"/>
          </p:cNvSpPr>
          <p:nvPr/>
        </p:nvSpPr>
        <p:spPr bwMode="auto">
          <a:xfrm>
            <a:off x="3143250" y="2537222"/>
            <a:ext cx="514350" cy="142875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199" name="AutoShape 8">
            <a:extLst>
              <a:ext uri="{FF2B5EF4-FFF2-40B4-BE49-F238E27FC236}">
                <a16:creationId xmlns:a16="http://schemas.microsoft.com/office/drawing/2014/main" id="{E818CD2A-8D5E-7242-ACB1-7FAF86C5E2F6}"/>
              </a:ext>
            </a:extLst>
          </p:cNvPr>
          <p:cNvSpPr>
            <a:spLocks noChangeArrowheads="1"/>
          </p:cNvSpPr>
          <p:nvPr/>
        </p:nvSpPr>
        <p:spPr bwMode="auto">
          <a:xfrm>
            <a:off x="72580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200" name="AutoShape 9">
            <a:extLst>
              <a:ext uri="{FF2B5EF4-FFF2-40B4-BE49-F238E27FC236}">
                <a16:creationId xmlns:a16="http://schemas.microsoft.com/office/drawing/2014/main" id="{614D6A4A-2677-7243-A85F-001409A1587C}"/>
              </a:ext>
            </a:extLst>
          </p:cNvPr>
          <p:cNvSpPr>
            <a:spLocks noChangeArrowheads="1"/>
          </p:cNvSpPr>
          <p:nvPr/>
        </p:nvSpPr>
        <p:spPr bwMode="auto">
          <a:xfrm>
            <a:off x="5142310" y="2708672"/>
            <a:ext cx="514350" cy="12573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136201" name="Group 10">
            <a:extLst>
              <a:ext uri="{FF2B5EF4-FFF2-40B4-BE49-F238E27FC236}">
                <a16:creationId xmlns:a16="http://schemas.microsoft.com/office/drawing/2014/main" id="{A851164F-3AFC-FE4B-A868-EB0A19BC106E}"/>
              </a:ext>
            </a:extLst>
          </p:cNvPr>
          <p:cNvGrpSpPr>
            <a:grpSpLocks/>
          </p:cNvGrpSpPr>
          <p:nvPr/>
        </p:nvGrpSpPr>
        <p:grpSpPr bwMode="auto">
          <a:xfrm>
            <a:off x="1170385" y="1815704"/>
            <a:ext cx="6841331" cy="1828800"/>
            <a:chOff x="96" y="1056"/>
            <a:chExt cx="5472" cy="1536"/>
          </a:xfrm>
        </p:grpSpPr>
        <p:sp>
          <p:nvSpPr>
            <p:cNvPr id="136263" name="Oval 11">
              <a:extLst>
                <a:ext uri="{FF2B5EF4-FFF2-40B4-BE49-F238E27FC236}">
                  <a16:creationId xmlns:a16="http://schemas.microsoft.com/office/drawing/2014/main" id="{6DF42415-4B15-844E-B63A-B97B98C23BC9}"/>
                </a:ext>
              </a:extLst>
            </p:cNvPr>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6264" name="Oval 12">
              <a:extLst>
                <a:ext uri="{FF2B5EF4-FFF2-40B4-BE49-F238E27FC236}">
                  <a16:creationId xmlns:a16="http://schemas.microsoft.com/office/drawing/2014/main" id="{D81392A3-34F0-5E40-AA39-D8FAD5D69747}"/>
                </a:ext>
              </a:extLst>
            </p:cNvPr>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6265" name="Oval 13">
              <a:extLst>
                <a:ext uri="{FF2B5EF4-FFF2-40B4-BE49-F238E27FC236}">
                  <a16:creationId xmlns:a16="http://schemas.microsoft.com/office/drawing/2014/main" id="{F3557E32-9DA2-6946-8FE4-A1CE813384C4}"/>
                </a:ext>
              </a:extLst>
            </p:cNvPr>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6266" name="Oval 14">
              <a:extLst>
                <a:ext uri="{FF2B5EF4-FFF2-40B4-BE49-F238E27FC236}">
                  <a16:creationId xmlns:a16="http://schemas.microsoft.com/office/drawing/2014/main" id="{3E39732E-2C51-0A44-95C0-6E15D76920B9}"/>
                </a:ext>
              </a:extLst>
            </p:cNvPr>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6267" name="Oval 15">
              <a:extLst>
                <a:ext uri="{FF2B5EF4-FFF2-40B4-BE49-F238E27FC236}">
                  <a16:creationId xmlns:a16="http://schemas.microsoft.com/office/drawing/2014/main" id="{7B4B165F-E8FD-0E4A-B1AF-3370ACBF475B}"/>
                </a:ext>
              </a:extLst>
            </p:cNvPr>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6268" name="Oval 16">
              <a:extLst>
                <a:ext uri="{FF2B5EF4-FFF2-40B4-BE49-F238E27FC236}">
                  <a16:creationId xmlns:a16="http://schemas.microsoft.com/office/drawing/2014/main" id="{8DDEAB52-EC15-6045-97B1-0B830B312911}"/>
                </a:ext>
              </a:extLst>
            </p:cNvPr>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6269" name="Oval 17">
              <a:extLst>
                <a:ext uri="{FF2B5EF4-FFF2-40B4-BE49-F238E27FC236}">
                  <a16:creationId xmlns:a16="http://schemas.microsoft.com/office/drawing/2014/main" id="{32BC1035-8476-1648-A4E7-6121872D6C33}"/>
                </a:ext>
              </a:extLst>
            </p:cNvPr>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6270" name="Oval 18">
              <a:extLst>
                <a:ext uri="{FF2B5EF4-FFF2-40B4-BE49-F238E27FC236}">
                  <a16:creationId xmlns:a16="http://schemas.microsoft.com/office/drawing/2014/main" id="{55168859-FFC7-2547-B130-F9EE75039D77}"/>
                </a:ext>
              </a:extLst>
            </p:cNvPr>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136202" name="Line 19">
            <a:extLst>
              <a:ext uri="{FF2B5EF4-FFF2-40B4-BE49-F238E27FC236}">
                <a16:creationId xmlns:a16="http://schemas.microsoft.com/office/drawing/2014/main" id="{8ED34841-3A6F-F04E-A92B-8A1B20D51418}"/>
              </a:ext>
            </a:extLst>
          </p:cNvPr>
          <p:cNvSpPr>
            <a:spLocks noChangeShapeType="1"/>
          </p:cNvSpPr>
          <p:nvPr/>
        </p:nvSpPr>
        <p:spPr bwMode="auto">
          <a:xfrm>
            <a:off x="1257300" y="4080272"/>
            <a:ext cx="194310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36203" name="Group 20">
            <a:extLst>
              <a:ext uri="{FF2B5EF4-FFF2-40B4-BE49-F238E27FC236}">
                <a16:creationId xmlns:a16="http://schemas.microsoft.com/office/drawing/2014/main" id="{C78F0773-C340-BB48-81D8-FA14B4725247}"/>
              </a:ext>
            </a:extLst>
          </p:cNvPr>
          <p:cNvGrpSpPr>
            <a:grpSpLocks/>
          </p:cNvGrpSpPr>
          <p:nvPr/>
        </p:nvGrpSpPr>
        <p:grpSpPr bwMode="auto">
          <a:xfrm>
            <a:off x="1314450" y="1815704"/>
            <a:ext cx="514350" cy="1085850"/>
            <a:chOff x="672" y="528"/>
            <a:chExt cx="432" cy="912"/>
          </a:xfrm>
        </p:grpSpPr>
        <p:sp>
          <p:nvSpPr>
            <p:cNvPr id="136260" name="AutoShape 21">
              <a:extLst>
                <a:ext uri="{FF2B5EF4-FFF2-40B4-BE49-F238E27FC236}">
                  <a16:creationId xmlns:a16="http://schemas.microsoft.com/office/drawing/2014/main" id="{2F1605EE-645A-B548-8343-8AD68BFCF6BF}"/>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261" name="AutoShape 22">
              <a:extLst>
                <a:ext uri="{FF2B5EF4-FFF2-40B4-BE49-F238E27FC236}">
                  <a16:creationId xmlns:a16="http://schemas.microsoft.com/office/drawing/2014/main" id="{65412C94-E95A-904E-82CC-98F7A5A1F8CC}"/>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262" name="AutoShape 23">
              <a:extLst>
                <a:ext uri="{FF2B5EF4-FFF2-40B4-BE49-F238E27FC236}">
                  <a16:creationId xmlns:a16="http://schemas.microsoft.com/office/drawing/2014/main" id="{1E507B97-49BF-F341-975A-B1E27D71DCDD}"/>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6204" name="Text Box 24">
            <a:extLst>
              <a:ext uri="{FF2B5EF4-FFF2-40B4-BE49-F238E27FC236}">
                <a16:creationId xmlns:a16="http://schemas.microsoft.com/office/drawing/2014/main" id="{A9840099-E148-AF49-BA69-9B87624214C2}"/>
              </a:ext>
            </a:extLst>
          </p:cNvPr>
          <p:cNvSpPr txBox="1">
            <a:spLocks noChangeArrowheads="1"/>
          </p:cNvSpPr>
          <p:nvPr/>
        </p:nvSpPr>
        <p:spPr bwMode="auto">
          <a:xfrm>
            <a:off x="1341835" y="257294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05" name="Text Box 25">
            <a:extLst>
              <a:ext uri="{FF2B5EF4-FFF2-40B4-BE49-F238E27FC236}">
                <a16:creationId xmlns:a16="http://schemas.microsoft.com/office/drawing/2014/main" id="{1C53EC04-897D-AA46-A469-A117F9159D55}"/>
              </a:ext>
            </a:extLst>
          </p:cNvPr>
          <p:cNvSpPr txBox="1">
            <a:spLocks noChangeArrowheads="1"/>
          </p:cNvSpPr>
          <p:nvPr/>
        </p:nvSpPr>
        <p:spPr bwMode="auto">
          <a:xfrm>
            <a:off x="1304925" y="36373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06" name="Text Box 26">
            <a:extLst>
              <a:ext uri="{FF2B5EF4-FFF2-40B4-BE49-F238E27FC236}">
                <a16:creationId xmlns:a16="http://schemas.microsoft.com/office/drawing/2014/main" id="{18DF6495-17CA-1442-A02E-7FDD3D8D2CF4}"/>
              </a:ext>
            </a:extLst>
          </p:cNvPr>
          <p:cNvSpPr txBox="1">
            <a:spLocks noChangeArrowheads="1"/>
          </p:cNvSpPr>
          <p:nvPr/>
        </p:nvSpPr>
        <p:spPr bwMode="auto">
          <a:xfrm>
            <a:off x="4761310" y="3608785"/>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07" name="Text Box 27">
            <a:extLst>
              <a:ext uri="{FF2B5EF4-FFF2-40B4-BE49-F238E27FC236}">
                <a16:creationId xmlns:a16="http://schemas.microsoft.com/office/drawing/2014/main" id="{283AFAF8-A69B-E24A-BDBB-72AF8D4D607C}"/>
              </a:ext>
            </a:extLst>
          </p:cNvPr>
          <p:cNvSpPr txBox="1">
            <a:spLocks noChangeArrowheads="1"/>
          </p:cNvSpPr>
          <p:nvPr/>
        </p:nvSpPr>
        <p:spPr bwMode="auto">
          <a:xfrm>
            <a:off x="363855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08" name="Text Box 28">
            <a:extLst>
              <a:ext uri="{FF2B5EF4-FFF2-40B4-BE49-F238E27FC236}">
                <a16:creationId xmlns:a16="http://schemas.microsoft.com/office/drawing/2014/main" id="{17389B65-0B94-5645-80EB-A78978D23D1B}"/>
              </a:ext>
            </a:extLst>
          </p:cNvPr>
          <p:cNvSpPr txBox="1">
            <a:spLocks noChangeArrowheads="1"/>
          </p:cNvSpPr>
          <p:nvPr/>
        </p:nvSpPr>
        <p:spPr bwMode="auto">
          <a:xfrm>
            <a:off x="274320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09" name="Line 29">
            <a:extLst>
              <a:ext uri="{FF2B5EF4-FFF2-40B4-BE49-F238E27FC236}">
                <a16:creationId xmlns:a16="http://schemas.microsoft.com/office/drawing/2014/main" id="{A14AE674-9ECB-2043-8FFE-A6792E73C92F}"/>
              </a:ext>
            </a:extLst>
          </p:cNvPr>
          <p:cNvSpPr>
            <a:spLocks noChangeShapeType="1"/>
          </p:cNvSpPr>
          <p:nvPr/>
        </p:nvSpPr>
        <p:spPr bwMode="auto">
          <a:xfrm>
            <a:off x="1771650" y="2708672"/>
            <a:ext cx="14287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6210" name="Line 30">
            <a:extLst>
              <a:ext uri="{FF2B5EF4-FFF2-40B4-BE49-F238E27FC236}">
                <a16:creationId xmlns:a16="http://schemas.microsoft.com/office/drawing/2014/main" id="{E8BC2CB9-A1AE-3142-994A-B7C1DD9A87F3}"/>
              </a:ext>
            </a:extLst>
          </p:cNvPr>
          <p:cNvSpPr>
            <a:spLocks noChangeShapeType="1"/>
          </p:cNvSpPr>
          <p:nvPr/>
        </p:nvSpPr>
        <p:spPr bwMode="auto">
          <a:xfrm>
            <a:off x="5600700" y="4080272"/>
            <a:ext cx="22288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6211" name="Text Box 31">
            <a:extLst>
              <a:ext uri="{FF2B5EF4-FFF2-40B4-BE49-F238E27FC236}">
                <a16:creationId xmlns:a16="http://schemas.microsoft.com/office/drawing/2014/main" id="{089262E0-7D7C-AD47-8133-940B43540B94}"/>
              </a:ext>
            </a:extLst>
          </p:cNvPr>
          <p:cNvSpPr txBox="1">
            <a:spLocks noChangeArrowheads="1"/>
          </p:cNvSpPr>
          <p:nvPr/>
        </p:nvSpPr>
        <p:spPr bwMode="auto">
          <a:xfrm>
            <a:off x="5648325" y="35992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12" name="Text Box 32">
            <a:extLst>
              <a:ext uri="{FF2B5EF4-FFF2-40B4-BE49-F238E27FC236}">
                <a16:creationId xmlns:a16="http://schemas.microsoft.com/office/drawing/2014/main" id="{3524B3C0-B66D-544B-BF9E-670179BC8113}"/>
              </a:ext>
            </a:extLst>
          </p:cNvPr>
          <p:cNvSpPr txBox="1">
            <a:spLocks noChangeArrowheads="1"/>
          </p:cNvSpPr>
          <p:nvPr/>
        </p:nvSpPr>
        <p:spPr bwMode="auto">
          <a:xfrm>
            <a:off x="7239000" y="3611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13" name="Text Box 33">
            <a:extLst>
              <a:ext uri="{FF2B5EF4-FFF2-40B4-BE49-F238E27FC236}">
                <a16:creationId xmlns:a16="http://schemas.microsoft.com/office/drawing/2014/main" id="{1C249CBF-D0CD-5F4F-AFAC-2A2AD2DF5734}"/>
              </a:ext>
            </a:extLst>
          </p:cNvPr>
          <p:cNvSpPr txBox="1">
            <a:spLocks noChangeArrowheads="1"/>
          </p:cNvSpPr>
          <p:nvPr/>
        </p:nvSpPr>
        <p:spPr bwMode="auto">
          <a:xfrm>
            <a:off x="5648325" y="27824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14" name="Text Box 34">
            <a:extLst>
              <a:ext uri="{FF2B5EF4-FFF2-40B4-BE49-F238E27FC236}">
                <a16:creationId xmlns:a16="http://schemas.microsoft.com/office/drawing/2014/main" id="{76EA0DDC-2073-EE4F-B2C8-02CE24FECE92}"/>
              </a:ext>
            </a:extLst>
          </p:cNvPr>
          <p:cNvSpPr txBox="1">
            <a:spLocks noChangeArrowheads="1"/>
          </p:cNvSpPr>
          <p:nvPr/>
        </p:nvSpPr>
        <p:spPr bwMode="auto">
          <a:xfrm>
            <a:off x="1223963" y="154543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15" name="Text Box 35">
            <a:extLst>
              <a:ext uri="{FF2B5EF4-FFF2-40B4-BE49-F238E27FC236}">
                <a16:creationId xmlns:a16="http://schemas.microsoft.com/office/drawing/2014/main" id="{B576FC9C-8EFE-BB43-B631-FA669B0C6BAF}"/>
              </a:ext>
            </a:extLst>
          </p:cNvPr>
          <p:cNvSpPr txBox="1">
            <a:spLocks noChangeArrowheads="1"/>
          </p:cNvSpPr>
          <p:nvPr/>
        </p:nvSpPr>
        <p:spPr bwMode="auto">
          <a:xfrm>
            <a:off x="7167563" y="152638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16" name="AutoShape 36">
            <a:extLst>
              <a:ext uri="{FF2B5EF4-FFF2-40B4-BE49-F238E27FC236}">
                <a16:creationId xmlns:a16="http://schemas.microsoft.com/office/drawing/2014/main" id="{94DA4676-38C1-F549-B7A2-D41D0B6747EB}"/>
              </a:ext>
            </a:extLst>
          </p:cNvPr>
          <p:cNvSpPr>
            <a:spLocks noChangeArrowheads="1"/>
          </p:cNvSpPr>
          <p:nvPr/>
        </p:nvSpPr>
        <p:spPr bwMode="auto">
          <a:xfrm>
            <a:off x="3143250" y="2444354"/>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217" name="Text Box 37">
            <a:extLst>
              <a:ext uri="{FF2B5EF4-FFF2-40B4-BE49-F238E27FC236}">
                <a16:creationId xmlns:a16="http://schemas.microsoft.com/office/drawing/2014/main" id="{F83052D5-CFCF-5C44-B78B-01F5CE1F0BA3}"/>
              </a:ext>
            </a:extLst>
          </p:cNvPr>
          <p:cNvSpPr txBox="1">
            <a:spLocks noChangeArrowheads="1"/>
          </p:cNvSpPr>
          <p:nvPr/>
        </p:nvSpPr>
        <p:spPr bwMode="auto">
          <a:xfrm>
            <a:off x="3105151" y="216574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18" name="Text Box 38">
            <a:extLst>
              <a:ext uri="{FF2B5EF4-FFF2-40B4-BE49-F238E27FC236}">
                <a16:creationId xmlns:a16="http://schemas.microsoft.com/office/drawing/2014/main" id="{7FB21647-C69C-3344-82AD-1863BCA96E4E}"/>
              </a:ext>
            </a:extLst>
          </p:cNvPr>
          <p:cNvSpPr txBox="1">
            <a:spLocks noChangeArrowheads="1"/>
          </p:cNvSpPr>
          <p:nvPr/>
        </p:nvSpPr>
        <p:spPr bwMode="auto">
          <a:xfrm>
            <a:off x="4248150" y="3139679"/>
            <a:ext cx="1847622" cy="369332"/>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IP </a:t>
            </a:r>
            <a:r>
              <a:rPr kumimoji="1" lang="zh-CN" altLang="en-US" sz="1800">
                <a:latin typeface="Arial" panose="020B0604020202020204" pitchFamily="34" charset="0"/>
                <a:ea typeface="宋体" panose="02010600030101010101" pitchFamily="2" charset="-122"/>
                <a:cs typeface="黑体" panose="02010609060101010101" pitchFamily="49" charset="-122"/>
              </a:rPr>
              <a:t>层上的互联网</a:t>
            </a:r>
          </a:p>
        </p:txBody>
      </p:sp>
      <p:sp>
        <p:nvSpPr>
          <p:cNvPr id="136219" name="Text Box 39">
            <a:extLst>
              <a:ext uri="{FF2B5EF4-FFF2-40B4-BE49-F238E27FC236}">
                <a16:creationId xmlns:a16="http://schemas.microsoft.com/office/drawing/2014/main" id="{B59E18E2-8CEB-E74B-9339-D023FEDEDB09}"/>
              </a:ext>
            </a:extLst>
          </p:cNvPr>
          <p:cNvSpPr txBox="1">
            <a:spLocks noChangeArrowheads="1"/>
          </p:cNvSpPr>
          <p:nvPr/>
        </p:nvSpPr>
        <p:spPr bwMode="auto">
          <a:xfrm>
            <a:off x="1885950" y="4461272"/>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grpSp>
        <p:nvGrpSpPr>
          <p:cNvPr id="136220" name="Group 40">
            <a:extLst>
              <a:ext uri="{FF2B5EF4-FFF2-40B4-BE49-F238E27FC236}">
                <a16:creationId xmlns:a16="http://schemas.microsoft.com/office/drawing/2014/main" id="{3D880B0A-1279-B347-890B-9912CED927B6}"/>
              </a:ext>
            </a:extLst>
          </p:cNvPr>
          <p:cNvGrpSpPr>
            <a:grpSpLocks/>
          </p:cNvGrpSpPr>
          <p:nvPr/>
        </p:nvGrpSpPr>
        <p:grpSpPr bwMode="auto">
          <a:xfrm>
            <a:off x="7258050" y="1815704"/>
            <a:ext cx="514350" cy="1085850"/>
            <a:chOff x="672" y="528"/>
            <a:chExt cx="432" cy="912"/>
          </a:xfrm>
        </p:grpSpPr>
        <p:sp>
          <p:nvSpPr>
            <p:cNvPr id="136257" name="AutoShape 41">
              <a:extLst>
                <a:ext uri="{FF2B5EF4-FFF2-40B4-BE49-F238E27FC236}">
                  <a16:creationId xmlns:a16="http://schemas.microsoft.com/office/drawing/2014/main" id="{162D4107-3E5E-5343-8133-2F474BA8A6F9}"/>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258" name="AutoShape 42">
              <a:extLst>
                <a:ext uri="{FF2B5EF4-FFF2-40B4-BE49-F238E27FC236}">
                  <a16:creationId xmlns:a16="http://schemas.microsoft.com/office/drawing/2014/main" id="{9E292406-9C02-744D-AD67-1026AD873DD2}"/>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259" name="AutoShape 43">
              <a:extLst>
                <a:ext uri="{FF2B5EF4-FFF2-40B4-BE49-F238E27FC236}">
                  <a16:creationId xmlns:a16="http://schemas.microsoft.com/office/drawing/2014/main" id="{D44B85F9-BA35-B748-A364-4AE021C24E2F}"/>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6221" name="Text Box 44">
            <a:extLst>
              <a:ext uri="{FF2B5EF4-FFF2-40B4-BE49-F238E27FC236}">
                <a16:creationId xmlns:a16="http://schemas.microsoft.com/office/drawing/2014/main" id="{7B04139C-F73F-144F-B49B-4CA588D9EE1E}"/>
              </a:ext>
            </a:extLst>
          </p:cNvPr>
          <p:cNvSpPr txBox="1">
            <a:spLocks noChangeArrowheads="1"/>
          </p:cNvSpPr>
          <p:nvPr/>
        </p:nvSpPr>
        <p:spPr bwMode="auto">
          <a:xfrm>
            <a:off x="7294960" y="2576512"/>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22" name="Text Box 45">
            <a:extLst>
              <a:ext uri="{FF2B5EF4-FFF2-40B4-BE49-F238E27FC236}">
                <a16:creationId xmlns:a16="http://schemas.microsoft.com/office/drawing/2014/main" id="{71DC98A3-D715-764D-BF7B-78061BDE0730}"/>
              </a:ext>
            </a:extLst>
          </p:cNvPr>
          <p:cNvSpPr txBox="1">
            <a:spLocks noChangeArrowheads="1"/>
          </p:cNvSpPr>
          <p:nvPr/>
        </p:nvSpPr>
        <p:spPr bwMode="auto">
          <a:xfrm>
            <a:off x="3633788"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23" name="Text Box 46">
            <a:extLst>
              <a:ext uri="{FF2B5EF4-FFF2-40B4-BE49-F238E27FC236}">
                <a16:creationId xmlns:a16="http://schemas.microsoft.com/office/drawing/2014/main" id="{881E57A7-D93F-CE4C-9069-41677664E4D5}"/>
              </a:ext>
            </a:extLst>
          </p:cNvPr>
          <p:cNvSpPr txBox="1">
            <a:spLocks noChangeArrowheads="1"/>
          </p:cNvSpPr>
          <p:nvPr/>
        </p:nvSpPr>
        <p:spPr bwMode="auto">
          <a:xfrm>
            <a:off x="285750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24" name="Line 47">
            <a:extLst>
              <a:ext uri="{FF2B5EF4-FFF2-40B4-BE49-F238E27FC236}">
                <a16:creationId xmlns:a16="http://schemas.microsoft.com/office/drawing/2014/main" id="{7F6C2B32-AF66-CD4C-BEC4-243AF3B9652E}"/>
              </a:ext>
            </a:extLst>
          </p:cNvPr>
          <p:cNvSpPr>
            <a:spLocks noChangeShapeType="1"/>
          </p:cNvSpPr>
          <p:nvPr/>
        </p:nvSpPr>
        <p:spPr bwMode="auto">
          <a:xfrm>
            <a:off x="3600450" y="2708672"/>
            <a:ext cx="15430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6225" name="AutoShape 48">
            <a:extLst>
              <a:ext uri="{FF2B5EF4-FFF2-40B4-BE49-F238E27FC236}">
                <a16:creationId xmlns:a16="http://schemas.microsoft.com/office/drawing/2014/main" id="{521C9055-FEA0-E44A-ACC9-B3399ECD59A8}"/>
              </a:ext>
            </a:extLst>
          </p:cNvPr>
          <p:cNvSpPr>
            <a:spLocks noChangeArrowheads="1"/>
          </p:cNvSpPr>
          <p:nvPr/>
        </p:nvSpPr>
        <p:spPr bwMode="auto">
          <a:xfrm>
            <a:off x="5142310" y="2422922"/>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226" name="Line 49">
            <a:extLst>
              <a:ext uri="{FF2B5EF4-FFF2-40B4-BE49-F238E27FC236}">
                <a16:creationId xmlns:a16="http://schemas.microsoft.com/office/drawing/2014/main" id="{E510EB61-6251-2348-9365-531B3D68265C}"/>
              </a:ext>
            </a:extLst>
          </p:cNvPr>
          <p:cNvSpPr>
            <a:spLocks noChangeShapeType="1"/>
          </p:cNvSpPr>
          <p:nvPr/>
        </p:nvSpPr>
        <p:spPr bwMode="auto">
          <a:xfrm>
            <a:off x="5600700" y="2708672"/>
            <a:ext cx="16573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6227" name="Text Box 50">
            <a:extLst>
              <a:ext uri="{FF2B5EF4-FFF2-40B4-BE49-F238E27FC236}">
                <a16:creationId xmlns:a16="http://schemas.microsoft.com/office/drawing/2014/main" id="{4DC2ACB6-A07C-9D47-97C6-385B2F3DDD12}"/>
              </a:ext>
            </a:extLst>
          </p:cNvPr>
          <p:cNvSpPr txBox="1">
            <a:spLocks noChangeArrowheads="1"/>
          </p:cNvSpPr>
          <p:nvPr/>
        </p:nvSpPr>
        <p:spPr bwMode="auto">
          <a:xfrm>
            <a:off x="485775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28" name="Line 51">
            <a:extLst>
              <a:ext uri="{FF2B5EF4-FFF2-40B4-BE49-F238E27FC236}">
                <a16:creationId xmlns:a16="http://schemas.microsoft.com/office/drawing/2014/main" id="{975CF9D6-FC0E-2040-A46B-5F78FE173CCE}"/>
              </a:ext>
            </a:extLst>
          </p:cNvPr>
          <p:cNvSpPr>
            <a:spLocks noChangeShapeType="1"/>
          </p:cNvSpPr>
          <p:nvPr/>
        </p:nvSpPr>
        <p:spPr bwMode="auto">
          <a:xfrm>
            <a:off x="3657600" y="4080272"/>
            <a:ext cx="14287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6229" name="Freeform 52">
            <a:extLst>
              <a:ext uri="{FF2B5EF4-FFF2-40B4-BE49-F238E27FC236}">
                <a16:creationId xmlns:a16="http://schemas.microsoft.com/office/drawing/2014/main" id="{1DAC6D56-912B-5B45-8214-9551A664A93E}"/>
              </a:ext>
            </a:extLst>
          </p:cNvPr>
          <p:cNvSpPr>
            <a:spLocks/>
          </p:cNvSpPr>
          <p:nvPr/>
        </p:nvSpPr>
        <p:spPr bwMode="auto">
          <a:xfrm flipH="1">
            <a:off x="5584032" y="3867151"/>
            <a:ext cx="255985" cy="213122"/>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6230" name="Freeform 53">
            <a:extLst>
              <a:ext uri="{FF2B5EF4-FFF2-40B4-BE49-F238E27FC236}">
                <a16:creationId xmlns:a16="http://schemas.microsoft.com/office/drawing/2014/main" id="{5149E19E-54D4-264C-A460-25D5EB681ACB}"/>
              </a:ext>
            </a:extLst>
          </p:cNvPr>
          <p:cNvSpPr>
            <a:spLocks/>
          </p:cNvSpPr>
          <p:nvPr/>
        </p:nvSpPr>
        <p:spPr bwMode="auto">
          <a:xfrm flipH="1">
            <a:off x="3568303" y="3871913"/>
            <a:ext cx="317897"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6231" name="Text Box 54">
            <a:extLst>
              <a:ext uri="{FF2B5EF4-FFF2-40B4-BE49-F238E27FC236}">
                <a16:creationId xmlns:a16="http://schemas.microsoft.com/office/drawing/2014/main" id="{3DB12036-E60B-8443-AFF2-4BC26BA8820C}"/>
              </a:ext>
            </a:extLst>
          </p:cNvPr>
          <p:cNvSpPr txBox="1">
            <a:spLocks noChangeArrowheads="1"/>
          </p:cNvSpPr>
          <p:nvPr/>
        </p:nvSpPr>
        <p:spPr bwMode="auto">
          <a:xfrm>
            <a:off x="5056585" y="214669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grpSp>
        <p:nvGrpSpPr>
          <p:cNvPr id="136232" name="Group 55">
            <a:extLst>
              <a:ext uri="{FF2B5EF4-FFF2-40B4-BE49-F238E27FC236}">
                <a16:creationId xmlns:a16="http://schemas.microsoft.com/office/drawing/2014/main" id="{050A3A65-C605-604D-91DD-AA3205D6B9F1}"/>
              </a:ext>
            </a:extLst>
          </p:cNvPr>
          <p:cNvGrpSpPr>
            <a:grpSpLocks/>
          </p:cNvGrpSpPr>
          <p:nvPr/>
        </p:nvGrpSpPr>
        <p:grpSpPr bwMode="auto">
          <a:xfrm>
            <a:off x="2000250" y="2365772"/>
            <a:ext cx="1085850" cy="285750"/>
            <a:chOff x="1632" y="2688"/>
            <a:chExt cx="912" cy="240"/>
          </a:xfrm>
        </p:grpSpPr>
        <p:sp>
          <p:nvSpPr>
            <p:cNvPr id="136255" name="Rectangle 56">
              <a:extLst>
                <a:ext uri="{FF2B5EF4-FFF2-40B4-BE49-F238E27FC236}">
                  <a16:creationId xmlns:a16="http://schemas.microsoft.com/office/drawing/2014/main" id="{5EC2CD87-A5D8-3943-8221-DCBB079DA2BD}"/>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6256" name="AutoShape 57">
              <a:extLst>
                <a:ext uri="{FF2B5EF4-FFF2-40B4-BE49-F238E27FC236}">
                  <a16:creationId xmlns:a16="http://schemas.microsoft.com/office/drawing/2014/main" id="{C14207C0-818B-9645-AD3C-CCF6910E1087}"/>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6233" name="Group 58">
            <a:extLst>
              <a:ext uri="{FF2B5EF4-FFF2-40B4-BE49-F238E27FC236}">
                <a16:creationId xmlns:a16="http://schemas.microsoft.com/office/drawing/2014/main" id="{4ABB56B3-ECA6-A94D-BF6E-CCBB3C41CEBE}"/>
              </a:ext>
            </a:extLst>
          </p:cNvPr>
          <p:cNvGrpSpPr>
            <a:grpSpLocks/>
          </p:cNvGrpSpPr>
          <p:nvPr/>
        </p:nvGrpSpPr>
        <p:grpSpPr bwMode="auto">
          <a:xfrm>
            <a:off x="3943350" y="2365772"/>
            <a:ext cx="1085850" cy="285750"/>
            <a:chOff x="1632" y="2688"/>
            <a:chExt cx="912" cy="240"/>
          </a:xfrm>
        </p:grpSpPr>
        <p:sp>
          <p:nvSpPr>
            <p:cNvPr id="136253" name="Rectangle 59">
              <a:extLst>
                <a:ext uri="{FF2B5EF4-FFF2-40B4-BE49-F238E27FC236}">
                  <a16:creationId xmlns:a16="http://schemas.microsoft.com/office/drawing/2014/main" id="{6BE3021C-A19E-8B47-9F74-4032E42BCB50}"/>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6254" name="AutoShape 60">
              <a:extLst>
                <a:ext uri="{FF2B5EF4-FFF2-40B4-BE49-F238E27FC236}">
                  <a16:creationId xmlns:a16="http://schemas.microsoft.com/office/drawing/2014/main" id="{65779E72-B1F5-5A41-81C9-D13C390CF5DE}"/>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6234" name="Group 61">
            <a:extLst>
              <a:ext uri="{FF2B5EF4-FFF2-40B4-BE49-F238E27FC236}">
                <a16:creationId xmlns:a16="http://schemas.microsoft.com/office/drawing/2014/main" id="{D413F877-0243-794A-9AB1-38B33020F1AB}"/>
              </a:ext>
            </a:extLst>
          </p:cNvPr>
          <p:cNvGrpSpPr>
            <a:grpSpLocks/>
          </p:cNvGrpSpPr>
          <p:nvPr/>
        </p:nvGrpSpPr>
        <p:grpSpPr bwMode="auto">
          <a:xfrm>
            <a:off x="6000750" y="2365772"/>
            <a:ext cx="1085850" cy="285750"/>
            <a:chOff x="1632" y="2688"/>
            <a:chExt cx="912" cy="240"/>
          </a:xfrm>
        </p:grpSpPr>
        <p:sp>
          <p:nvSpPr>
            <p:cNvPr id="136251" name="Rectangle 62">
              <a:extLst>
                <a:ext uri="{FF2B5EF4-FFF2-40B4-BE49-F238E27FC236}">
                  <a16:creationId xmlns:a16="http://schemas.microsoft.com/office/drawing/2014/main" id="{FD06B93E-BC35-E14E-8252-2362DD1CE4EA}"/>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6252" name="AutoShape 63">
              <a:extLst>
                <a:ext uri="{FF2B5EF4-FFF2-40B4-BE49-F238E27FC236}">
                  <a16:creationId xmlns:a16="http://schemas.microsoft.com/office/drawing/2014/main" id="{AE370607-1BF3-B248-8912-781DAFB054D3}"/>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6235" name="Group 64">
            <a:extLst>
              <a:ext uri="{FF2B5EF4-FFF2-40B4-BE49-F238E27FC236}">
                <a16:creationId xmlns:a16="http://schemas.microsoft.com/office/drawing/2014/main" id="{95C8C1AD-CDC3-A249-9B38-C316A8302592}"/>
              </a:ext>
            </a:extLst>
          </p:cNvPr>
          <p:cNvGrpSpPr>
            <a:grpSpLocks/>
          </p:cNvGrpSpPr>
          <p:nvPr/>
        </p:nvGrpSpPr>
        <p:grpSpPr bwMode="auto">
          <a:xfrm>
            <a:off x="1600200" y="4194572"/>
            <a:ext cx="1485900" cy="285750"/>
            <a:chOff x="480" y="3120"/>
            <a:chExt cx="1248" cy="240"/>
          </a:xfrm>
        </p:grpSpPr>
        <p:sp>
          <p:nvSpPr>
            <p:cNvPr id="136249" name="Rectangle 65">
              <a:extLst>
                <a:ext uri="{FF2B5EF4-FFF2-40B4-BE49-F238E27FC236}">
                  <a16:creationId xmlns:a16="http://schemas.microsoft.com/office/drawing/2014/main" id="{E8C26020-BEB0-2746-9CCD-138DF2C6AD82}"/>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136250" name="AutoShape 66">
              <a:extLst>
                <a:ext uri="{FF2B5EF4-FFF2-40B4-BE49-F238E27FC236}">
                  <a16:creationId xmlns:a16="http://schemas.microsoft.com/office/drawing/2014/main" id="{852B22B7-5522-A24A-B1FF-5DD1DAD4CC58}"/>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6236" name="Group 67">
            <a:extLst>
              <a:ext uri="{FF2B5EF4-FFF2-40B4-BE49-F238E27FC236}">
                <a16:creationId xmlns:a16="http://schemas.microsoft.com/office/drawing/2014/main" id="{04B534C5-57BB-D942-ADBD-29FC36DFB627}"/>
              </a:ext>
            </a:extLst>
          </p:cNvPr>
          <p:cNvGrpSpPr>
            <a:grpSpLocks/>
          </p:cNvGrpSpPr>
          <p:nvPr/>
        </p:nvGrpSpPr>
        <p:grpSpPr bwMode="auto">
          <a:xfrm>
            <a:off x="3771900" y="4194572"/>
            <a:ext cx="1485900" cy="285750"/>
            <a:chOff x="480" y="3120"/>
            <a:chExt cx="1248" cy="240"/>
          </a:xfrm>
        </p:grpSpPr>
        <p:sp>
          <p:nvSpPr>
            <p:cNvPr id="136247" name="Rectangle 68">
              <a:extLst>
                <a:ext uri="{FF2B5EF4-FFF2-40B4-BE49-F238E27FC236}">
                  <a16:creationId xmlns:a16="http://schemas.microsoft.com/office/drawing/2014/main" id="{8897E1D1-0720-CA4A-90E5-4BE22F7DA065}"/>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p>
          </p:txBody>
        </p:sp>
        <p:sp>
          <p:nvSpPr>
            <p:cNvPr id="136248" name="AutoShape 69">
              <a:extLst>
                <a:ext uri="{FF2B5EF4-FFF2-40B4-BE49-F238E27FC236}">
                  <a16:creationId xmlns:a16="http://schemas.microsoft.com/office/drawing/2014/main" id="{1E9760B5-9A91-DB45-8B30-0FEDD05503ED}"/>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6237" name="Group 70">
            <a:extLst>
              <a:ext uri="{FF2B5EF4-FFF2-40B4-BE49-F238E27FC236}">
                <a16:creationId xmlns:a16="http://schemas.microsoft.com/office/drawing/2014/main" id="{087E6F97-82AD-644F-84AD-3CB8FA828651}"/>
              </a:ext>
            </a:extLst>
          </p:cNvPr>
          <p:cNvGrpSpPr>
            <a:grpSpLocks/>
          </p:cNvGrpSpPr>
          <p:nvPr/>
        </p:nvGrpSpPr>
        <p:grpSpPr bwMode="auto">
          <a:xfrm>
            <a:off x="5943600" y="4194572"/>
            <a:ext cx="1485900" cy="285750"/>
            <a:chOff x="480" y="3120"/>
            <a:chExt cx="1248" cy="240"/>
          </a:xfrm>
        </p:grpSpPr>
        <p:sp>
          <p:nvSpPr>
            <p:cNvPr id="136245" name="Rectangle 71">
              <a:extLst>
                <a:ext uri="{FF2B5EF4-FFF2-40B4-BE49-F238E27FC236}">
                  <a16:creationId xmlns:a16="http://schemas.microsoft.com/office/drawing/2014/main" id="{5B7B88A7-211E-8D48-868C-7699120764A3}"/>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6246" name="AutoShape 72">
              <a:extLst>
                <a:ext uri="{FF2B5EF4-FFF2-40B4-BE49-F238E27FC236}">
                  <a16:creationId xmlns:a16="http://schemas.microsoft.com/office/drawing/2014/main" id="{4439982E-7C39-7A4D-8340-6B441F209DFF}"/>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6238" name="Text Box 73">
            <a:extLst>
              <a:ext uri="{FF2B5EF4-FFF2-40B4-BE49-F238E27FC236}">
                <a16:creationId xmlns:a16="http://schemas.microsoft.com/office/drawing/2014/main" id="{66F52A31-61D3-7A42-88FC-5A2011F87C76}"/>
              </a:ext>
            </a:extLst>
          </p:cNvPr>
          <p:cNvSpPr txBox="1">
            <a:spLocks noChangeArrowheads="1"/>
          </p:cNvSpPr>
          <p:nvPr/>
        </p:nvSpPr>
        <p:spPr bwMode="auto">
          <a:xfrm>
            <a:off x="6286500"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36239" name="Text Box 74">
            <a:extLst>
              <a:ext uri="{FF2B5EF4-FFF2-40B4-BE49-F238E27FC236}">
                <a16:creationId xmlns:a16="http://schemas.microsoft.com/office/drawing/2014/main" id="{ED3F3A17-59C6-C047-B6CB-64D43702BD96}"/>
              </a:ext>
            </a:extLst>
          </p:cNvPr>
          <p:cNvSpPr txBox="1">
            <a:spLocks noChangeArrowheads="1"/>
          </p:cNvSpPr>
          <p:nvPr/>
        </p:nvSpPr>
        <p:spPr bwMode="auto">
          <a:xfrm>
            <a:off x="4125516"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36240" name="AutoShape 75">
            <a:extLst>
              <a:ext uri="{FF2B5EF4-FFF2-40B4-BE49-F238E27FC236}">
                <a16:creationId xmlns:a16="http://schemas.microsoft.com/office/drawing/2014/main" id="{7642FE81-B370-A841-AFE1-3280999D54DF}"/>
              </a:ext>
            </a:extLst>
          </p:cNvPr>
          <p:cNvSpPr>
            <a:spLocks noChangeArrowheads="1"/>
          </p:cNvSpPr>
          <p:nvPr/>
        </p:nvSpPr>
        <p:spPr bwMode="auto">
          <a:xfrm flipV="1">
            <a:off x="2686050" y="1719263"/>
            <a:ext cx="914400" cy="283369"/>
          </a:xfrm>
          <a:prstGeom prst="wedgeRoundRectCallout">
            <a:avLst>
              <a:gd name="adj1" fmla="val -75782"/>
              <a:gd name="adj2" fmla="val -203782"/>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36241" name="Text Box 76">
            <a:extLst>
              <a:ext uri="{FF2B5EF4-FFF2-40B4-BE49-F238E27FC236}">
                <a16:creationId xmlns:a16="http://schemas.microsoft.com/office/drawing/2014/main" id="{89CABEBA-9CD3-0D4F-A9CE-D1296EEF6D99}"/>
              </a:ext>
            </a:extLst>
          </p:cNvPr>
          <p:cNvSpPr txBox="1">
            <a:spLocks noChangeArrowheads="1"/>
          </p:cNvSpPr>
          <p:nvPr/>
        </p:nvSpPr>
        <p:spPr bwMode="auto">
          <a:xfrm>
            <a:off x="2714625" y="1737122"/>
            <a:ext cx="91249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 </a:t>
            </a:r>
            <a:r>
              <a:rPr kumimoji="1" lang="zh-CN" altLang="en-US" sz="1350">
                <a:latin typeface="Arial" panose="020B0604020202020204" pitchFamily="34" charset="0"/>
                <a:ea typeface="宋体" panose="02010600030101010101" pitchFamily="2" charset="-122"/>
                <a:cs typeface="黑体" panose="02010609060101010101" pitchFamily="49" charset="-122"/>
              </a:rPr>
              <a:t>数据报</a:t>
            </a:r>
          </a:p>
        </p:txBody>
      </p:sp>
      <p:sp>
        <p:nvSpPr>
          <p:cNvPr id="136242" name="Rectangle 80">
            <a:extLst>
              <a:ext uri="{FF2B5EF4-FFF2-40B4-BE49-F238E27FC236}">
                <a16:creationId xmlns:a16="http://schemas.microsoft.com/office/drawing/2014/main" id="{8A024ACB-EED4-0A48-9A0E-79FAF05FF35D}"/>
              </a:ext>
            </a:extLst>
          </p:cNvPr>
          <p:cNvSpPr>
            <a:spLocks noChangeArrowheads="1"/>
          </p:cNvSpPr>
          <p:nvPr/>
        </p:nvSpPr>
        <p:spPr bwMode="auto">
          <a:xfrm>
            <a:off x="1143000" y="0"/>
            <a:ext cx="6858000" cy="1491854"/>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243" name="Text Box 81">
            <a:extLst>
              <a:ext uri="{FF2B5EF4-FFF2-40B4-BE49-F238E27FC236}">
                <a16:creationId xmlns:a16="http://schemas.microsoft.com/office/drawing/2014/main" id="{232AD85B-AFCE-D74B-B134-F03777FECFFD}"/>
              </a:ext>
            </a:extLst>
          </p:cNvPr>
          <p:cNvSpPr txBox="1">
            <a:spLocks noChangeArrowheads="1"/>
          </p:cNvSpPr>
          <p:nvPr/>
        </p:nvSpPr>
        <p:spPr bwMode="auto">
          <a:xfrm>
            <a:off x="1294187" y="519113"/>
            <a:ext cx="6585393" cy="441596"/>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2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路由器只根据目的站的 </a:t>
            </a: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地址的网络号进行路由选择 </a:t>
            </a:r>
          </a:p>
        </p:txBody>
      </p:sp>
      <p:sp>
        <p:nvSpPr>
          <p:cNvPr id="136244" name="幻灯片编号占位符 1">
            <a:extLst>
              <a:ext uri="{FF2B5EF4-FFF2-40B4-BE49-F238E27FC236}">
                <a16:creationId xmlns:a16="http://schemas.microsoft.com/office/drawing/2014/main" id="{D776075D-DA16-044D-8394-93772D56733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E63C827-44CC-7C4E-AD72-0BEFCFD5A49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319303710"/>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8241" name="Freeform 2">
            <a:extLst>
              <a:ext uri="{FF2B5EF4-FFF2-40B4-BE49-F238E27FC236}">
                <a16:creationId xmlns:a16="http://schemas.microsoft.com/office/drawing/2014/main" id="{7E760FFF-1413-2146-B3FA-6E7EB0022C36}"/>
              </a:ext>
            </a:extLst>
          </p:cNvPr>
          <p:cNvSpPr>
            <a:spLocks/>
          </p:cNvSpPr>
          <p:nvPr/>
        </p:nvSpPr>
        <p:spPr bwMode="auto">
          <a:xfrm>
            <a:off x="2914650" y="3870722"/>
            <a:ext cx="296466"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8242" name="Freeform 3">
            <a:extLst>
              <a:ext uri="{FF2B5EF4-FFF2-40B4-BE49-F238E27FC236}">
                <a16:creationId xmlns:a16="http://schemas.microsoft.com/office/drawing/2014/main" id="{B6D0D6BD-7C73-2144-95A4-F1FB845BE58F}"/>
              </a:ext>
            </a:extLst>
          </p:cNvPr>
          <p:cNvSpPr>
            <a:spLocks/>
          </p:cNvSpPr>
          <p:nvPr/>
        </p:nvSpPr>
        <p:spPr bwMode="auto">
          <a:xfrm>
            <a:off x="4856560" y="3869531"/>
            <a:ext cx="296465"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8243" name="Line 4">
            <a:extLst>
              <a:ext uri="{FF2B5EF4-FFF2-40B4-BE49-F238E27FC236}">
                <a16:creationId xmlns:a16="http://schemas.microsoft.com/office/drawing/2014/main" id="{4A39B362-8276-0944-B372-8FB5C13DEA2B}"/>
              </a:ext>
            </a:extLst>
          </p:cNvPr>
          <p:cNvSpPr>
            <a:spLocks noChangeShapeType="1"/>
          </p:cNvSpPr>
          <p:nvPr/>
        </p:nvSpPr>
        <p:spPr bwMode="auto">
          <a:xfrm rot="16200000">
            <a:off x="7228285"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8244" name="Line 5">
            <a:extLst>
              <a:ext uri="{FF2B5EF4-FFF2-40B4-BE49-F238E27FC236}">
                <a16:creationId xmlns:a16="http://schemas.microsoft.com/office/drawing/2014/main" id="{8736DBD7-A396-8B4C-B06F-7EEC3144777E}"/>
              </a:ext>
            </a:extLst>
          </p:cNvPr>
          <p:cNvSpPr>
            <a:spLocks noChangeShapeType="1"/>
          </p:cNvSpPr>
          <p:nvPr/>
        </p:nvSpPr>
        <p:spPr bwMode="auto">
          <a:xfrm rot="16200000">
            <a:off x="1287066"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8245" name="AutoShape 6">
            <a:extLst>
              <a:ext uri="{FF2B5EF4-FFF2-40B4-BE49-F238E27FC236}">
                <a16:creationId xmlns:a16="http://schemas.microsoft.com/office/drawing/2014/main" id="{4629FC69-43D4-C54F-8594-EA8A2F90194C}"/>
              </a:ext>
            </a:extLst>
          </p:cNvPr>
          <p:cNvSpPr>
            <a:spLocks noChangeArrowheads="1"/>
          </p:cNvSpPr>
          <p:nvPr/>
        </p:nvSpPr>
        <p:spPr bwMode="auto">
          <a:xfrm>
            <a:off x="13144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246" name="AutoShape 7">
            <a:extLst>
              <a:ext uri="{FF2B5EF4-FFF2-40B4-BE49-F238E27FC236}">
                <a16:creationId xmlns:a16="http://schemas.microsoft.com/office/drawing/2014/main" id="{4C6482B7-6114-364D-8F7A-893C9899FCEF}"/>
              </a:ext>
            </a:extLst>
          </p:cNvPr>
          <p:cNvSpPr>
            <a:spLocks noChangeArrowheads="1"/>
          </p:cNvSpPr>
          <p:nvPr/>
        </p:nvSpPr>
        <p:spPr bwMode="auto">
          <a:xfrm>
            <a:off x="3143250" y="2537222"/>
            <a:ext cx="514350" cy="142875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247" name="AutoShape 8">
            <a:extLst>
              <a:ext uri="{FF2B5EF4-FFF2-40B4-BE49-F238E27FC236}">
                <a16:creationId xmlns:a16="http://schemas.microsoft.com/office/drawing/2014/main" id="{13575E5B-17B6-B647-8783-B778079C324F}"/>
              </a:ext>
            </a:extLst>
          </p:cNvPr>
          <p:cNvSpPr>
            <a:spLocks noChangeArrowheads="1"/>
          </p:cNvSpPr>
          <p:nvPr/>
        </p:nvSpPr>
        <p:spPr bwMode="auto">
          <a:xfrm>
            <a:off x="72580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248" name="AutoShape 9">
            <a:extLst>
              <a:ext uri="{FF2B5EF4-FFF2-40B4-BE49-F238E27FC236}">
                <a16:creationId xmlns:a16="http://schemas.microsoft.com/office/drawing/2014/main" id="{501C48CA-6A2D-F04E-9D02-831DC76ED58E}"/>
              </a:ext>
            </a:extLst>
          </p:cNvPr>
          <p:cNvSpPr>
            <a:spLocks noChangeArrowheads="1"/>
          </p:cNvSpPr>
          <p:nvPr/>
        </p:nvSpPr>
        <p:spPr bwMode="auto">
          <a:xfrm>
            <a:off x="5142310" y="2708672"/>
            <a:ext cx="514350" cy="12573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138249" name="Group 10">
            <a:extLst>
              <a:ext uri="{FF2B5EF4-FFF2-40B4-BE49-F238E27FC236}">
                <a16:creationId xmlns:a16="http://schemas.microsoft.com/office/drawing/2014/main" id="{E709F7A7-8267-5549-952F-33D47AF32857}"/>
              </a:ext>
            </a:extLst>
          </p:cNvPr>
          <p:cNvGrpSpPr>
            <a:grpSpLocks/>
          </p:cNvGrpSpPr>
          <p:nvPr/>
        </p:nvGrpSpPr>
        <p:grpSpPr bwMode="auto">
          <a:xfrm>
            <a:off x="1170385" y="1815704"/>
            <a:ext cx="6841331" cy="1828800"/>
            <a:chOff x="96" y="1056"/>
            <a:chExt cx="5472" cy="1536"/>
          </a:xfrm>
        </p:grpSpPr>
        <p:sp>
          <p:nvSpPr>
            <p:cNvPr id="138312" name="Oval 11">
              <a:extLst>
                <a:ext uri="{FF2B5EF4-FFF2-40B4-BE49-F238E27FC236}">
                  <a16:creationId xmlns:a16="http://schemas.microsoft.com/office/drawing/2014/main" id="{AE5BD100-591B-DF46-9719-DD787BF6B531}"/>
                </a:ext>
              </a:extLst>
            </p:cNvPr>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8313" name="Oval 12">
              <a:extLst>
                <a:ext uri="{FF2B5EF4-FFF2-40B4-BE49-F238E27FC236}">
                  <a16:creationId xmlns:a16="http://schemas.microsoft.com/office/drawing/2014/main" id="{6D54EE93-327D-CA4E-9764-A8FF3EDDA579}"/>
                </a:ext>
              </a:extLst>
            </p:cNvPr>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8314" name="Oval 13">
              <a:extLst>
                <a:ext uri="{FF2B5EF4-FFF2-40B4-BE49-F238E27FC236}">
                  <a16:creationId xmlns:a16="http://schemas.microsoft.com/office/drawing/2014/main" id="{EEAACA96-3640-7F49-B08E-35A4AFFD2528}"/>
                </a:ext>
              </a:extLst>
            </p:cNvPr>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8315" name="Oval 14">
              <a:extLst>
                <a:ext uri="{FF2B5EF4-FFF2-40B4-BE49-F238E27FC236}">
                  <a16:creationId xmlns:a16="http://schemas.microsoft.com/office/drawing/2014/main" id="{832B0457-EE42-F54B-8639-4C8088B064F1}"/>
                </a:ext>
              </a:extLst>
            </p:cNvPr>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8316" name="Oval 15">
              <a:extLst>
                <a:ext uri="{FF2B5EF4-FFF2-40B4-BE49-F238E27FC236}">
                  <a16:creationId xmlns:a16="http://schemas.microsoft.com/office/drawing/2014/main" id="{0D51A170-F22B-8844-8A07-79F66C628371}"/>
                </a:ext>
              </a:extLst>
            </p:cNvPr>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8317" name="Oval 16">
              <a:extLst>
                <a:ext uri="{FF2B5EF4-FFF2-40B4-BE49-F238E27FC236}">
                  <a16:creationId xmlns:a16="http://schemas.microsoft.com/office/drawing/2014/main" id="{907A8E1F-156C-074A-A0BD-3FEC2C76DD86}"/>
                </a:ext>
              </a:extLst>
            </p:cNvPr>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8318" name="Oval 17">
              <a:extLst>
                <a:ext uri="{FF2B5EF4-FFF2-40B4-BE49-F238E27FC236}">
                  <a16:creationId xmlns:a16="http://schemas.microsoft.com/office/drawing/2014/main" id="{9FCE99AE-F489-6742-9DB9-B42B6DAF3662}"/>
                </a:ext>
              </a:extLst>
            </p:cNvPr>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8319" name="Oval 18">
              <a:extLst>
                <a:ext uri="{FF2B5EF4-FFF2-40B4-BE49-F238E27FC236}">
                  <a16:creationId xmlns:a16="http://schemas.microsoft.com/office/drawing/2014/main" id="{1CCCBBE3-F4D1-F045-8C26-B6A22D683ABB}"/>
                </a:ext>
              </a:extLst>
            </p:cNvPr>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138250" name="Line 19">
            <a:extLst>
              <a:ext uri="{FF2B5EF4-FFF2-40B4-BE49-F238E27FC236}">
                <a16:creationId xmlns:a16="http://schemas.microsoft.com/office/drawing/2014/main" id="{61865EF2-9766-E24E-986A-9D26817DAE53}"/>
              </a:ext>
            </a:extLst>
          </p:cNvPr>
          <p:cNvSpPr>
            <a:spLocks noChangeShapeType="1"/>
          </p:cNvSpPr>
          <p:nvPr/>
        </p:nvSpPr>
        <p:spPr bwMode="auto">
          <a:xfrm>
            <a:off x="1257300" y="4080272"/>
            <a:ext cx="194310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38251" name="Group 20">
            <a:extLst>
              <a:ext uri="{FF2B5EF4-FFF2-40B4-BE49-F238E27FC236}">
                <a16:creationId xmlns:a16="http://schemas.microsoft.com/office/drawing/2014/main" id="{1C464F10-52F4-B646-92E7-6890B170EC8E}"/>
              </a:ext>
            </a:extLst>
          </p:cNvPr>
          <p:cNvGrpSpPr>
            <a:grpSpLocks/>
          </p:cNvGrpSpPr>
          <p:nvPr/>
        </p:nvGrpSpPr>
        <p:grpSpPr bwMode="auto">
          <a:xfrm>
            <a:off x="1314450" y="1815704"/>
            <a:ext cx="514350" cy="1085850"/>
            <a:chOff x="672" y="528"/>
            <a:chExt cx="432" cy="912"/>
          </a:xfrm>
        </p:grpSpPr>
        <p:sp>
          <p:nvSpPr>
            <p:cNvPr id="138309" name="AutoShape 21">
              <a:extLst>
                <a:ext uri="{FF2B5EF4-FFF2-40B4-BE49-F238E27FC236}">
                  <a16:creationId xmlns:a16="http://schemas.microsoft.com/office/drawing/2014/main" id="{47F0D75C-AE53-1F44-A4A1-AF2FAB486DD2}"/>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310" name="AutoShape 22">
              <a:extLst>
                <a:ext uri="{FF2B5EF4-FFF2-40B4-BE49-F238E27FC236}">
                  <a16:creationId xmlns:a16="http://schemas.microsoft.com/office/drawing/2014/main" id="{7E13F9DA-057E-114D-8451-BB40A6067207}"/>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311" name="AutoShape 23">
              <a:extLst>
                <a:ext uri="{FF2B5EF4-FFF2-40B4-BE49-F238E27FC236}">
                  <a16:creationId xmlns:a16="http://schemas.microsoft.com/office/drawing/2014/main" id="{4C7E6AC2-6DDC-B945-93C1-497F23DA8F07}"/>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8252" name="Text Box 24">
            <a:extLst>
              <a:ext uri="{FF2B5EF4-FFF2-40B4-BE49-F238E27FC236}">
                <a16:creationId xmlns:a16="http://schemas.microsoft.com/office/drawing/2014/main" id="{19F71F19-AD32-9744-B098-04779DA45942}"/>
              </a:ext>
            </a:extLst>
          </p:cNvPr>
          <p:cNvSpPr txBox="1">
            <a:spLocks noChangeArrowheads="1"/>
          </p:cNvSpPr>
          <p:nvPr/>
        </p:nvSpPr>
        <p:spPr bwMode="auto">
          <a:xfrm>
            <a:off x="1341835" y="257294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53" name="Text Box 25">
            <a:extLst>
              <a:ext uri="{FF2B5EF4-FFF2-40B4-BE49-F238E27FC236}">
                <a16:creationId xmlns:a16="http://schemas.microsoft.com/office/drawing/2014/main" id="{23C79D18-9749-0243-8F1A-CC9BB522E7B8}"/>
              </a:ext>
            </a:extLst>
          </p:cNvPr>
          <p:cNvSpPr txBox="1">
            <a:spLocks noChangeArrowheads="1"/>
          </p:cNvSpPr>
          <p:nvPr/>
        </p:nvSpPr>
        <p:spPr bwMode="auto">
          <a:xfrm>
            <a:off x="1304925" y="36373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54" name="Text Box 26">
            <a:extLst>
              <a:ext uri="{FF2B5EF4-FFF2-40B4-BE49-F238E27FC236}">
                <a16:creationId xmlns:a16="http://schemas.microsoft.com/office/drawing/2014/main" id="{A8D9E06D-F64B-F54F-B5B4-53AE2F59637D}"/>
              </a:ext>
            </a:extLst>
          </p:cNvPr>
          <p:cNvSpPr txBox="1">
            <a:spLocks noChangeArrowheads="1"/>
          </p:cNvSpPr>
          <p:nvPr/>
        </p:nvSpPr>
        <p:spPr bwMode="auto">
          <a:xfrm>
            <a:off x="4761310" y="3608785"/>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55" name="Text Box 27">
            <a:extLst>
              <a:ext uri="{FF2B5EF4-FFF2-40B4-BE49-F238E27FC236}">
                <a16:creationId xmlns:a16="http://schemas.microsoft.com/office/drawing/2014/main" id="{2FC5B643-E028-F845-84D3-4766E43C4893}"/>
              </a:ext>
            </a:extLst>
          </p:cNvPr>
          <p:cNvSpPr txBox="1">
            <a:spLocks noChangeArrowheads="1"/>
          </p:cNvSpPr>
          <p:nvPr/>
        </p:nvSpPr>
        <p:spPr bwMode="auto">
          <a:xfrm>
            <a:off x="363855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56" name="Text Box 28">
            <a:extLst>
              <a:ext uri="{FF2B5EF4-FFF2-40B4-BE49-F238E27FC236}">
                <a16:creationId xmlns:a16="http://schemas.microsoft.com/office/drawing/2014/main" id="{340AFC89-2735-2C47-BBDC-5217D8969FF6}"/>
              </a:ext>
            </a:extLst>
          </p:cNvPr>
          <p:cNvSpPr txBox="1">
            <a:spLocks noChangeArrowheads="1"/>
          </p:cNvSpPr>
          <p:nvPr/>
        </p:nvSpPr>
        <p:spPr bwMode="auto">
          <a:xfrm>
            <a:off x="274320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57" name="Line 29">
            <a:extLst>
              <a:ext uri="{FF2B5EF4-FFF2-40B4-BE49-F238E27FC236}">
                <a16:creationId xmlns:a16="http://schemas.microsoft.com/office/drawing/2014/main" id="{DAF0A642-3157-A841-8363-45DC02B4CF05}"/>
              </a:ext>
            </a:extLst>
          </p:cNvPr>
          <p:cNvSpPr>
            <a:spLocks noChangeShapeType="1"/>
          </p:cNvSpPr>
          <p:nvPr/>
        </p:nvSpPr>
        <p:spPr bwMode="auto">
          <a:xfrm>
            <a:off x="1771650" y="2708672"/>
            <a:ext cx="14287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8258" name="Line 30">
            <a:extLst>
              <a:ext uri="{FF2B5EF4-FFF2-40B4-BE49-F238E27FC236}">
                <a16:creationId xmlns:a16="http://schemas.microsoft.com/office/drawing/2014/main" id="{BF15BB04-BAF9-A142-ADBB-4EA653A5E5DC}"/>
              </a:ext>
            </a:extLst>
          </p:cNvPr>
          <p:cNvSpPr>
            <a:spLocks noChangeShapeType="1"/>
          </p:cNvSpPr>
          <p:nvPr/>
        </p:nvSpPr>
        <p:spPr bwMode="auto">
          <a:xfrm>
            <a:off x="5600700" y="4080272"/>
            <a:ext cx="22288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8259" name="Text Box 31">
            <a:extLst>
              <a:ext uri="{FF2B5EF4-FFF2-40B4-BE49-F238E27FC236}">
                <a16:creationId xmlns:a16="http://schemas.microsoft.com/office/drawing/2014/main" id="{2E20D280-917A-9541-BAA7-0847C6D82F2B}"/>
              </a:ext>
            </a:extLst>
          </p:cNvPr>
          <p:cNvSpPr txBox="1">
            <a:spLocks noChangeArrowheads="1"/>
          </p:cNvSpPr>
          <p:nvPr/>
        </p:nvSpPr>
        <p:spPr bwMode="auto">
          <a:xfrm>
            <a:off x="5648325" y="35992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60" name="Text Box 32">
            <a:extLst>
              <a:ext uri="{FF2B5EF4-FFF2-40B4-BE49-F238E27FC236}">
                <a16:creationId xmlns:a16="http://schemas.microsoft.com/office/drawing/2014/main" id="{99D9D0B5-A858-A548-9E18-315C10410257}"/>
              </a:ext>
            </a:extLst>
          </p:cNvPr>
          <p:cNvSpPr txBox="1">
            <a:spLocks noChangeArrowheads="1"/>
          </p:cNvSpPr>
          <p:nvPr/>
        </p:nvSpPr>
        <p:spPr bwMode="auto">
          <a:xfrm>
            <a:off x="7239000" y="3611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61" name="Text Box 33">
            <a:extLst>
              <a:ext uri="{FF2B5EF4-FFF2-40B4-BE49-F238E27FC236}">
                <a16:creationId xmlns:a16="http://schemas.microsoft.com/office/drawing/2014/main" id="{FD9DE545-8FED-AB41-AFBF-06201BC83F00}"/>
              </a:ext>
            </a:extLst>
          </p:cNvPr>
          <p:cNvSpPr txBox="1">
            <a:spLocks noChangeArrowheads="1"/>
          </p:cNvSpPr>
          <p:nvPr/>
        </p:nvSpPr>
        <p:spPr bwMode="auto">
          <a:xfrm>
            <a:off x="5648325" y="27824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62" name="Text Box 34">
            <a:extLst>
              <a:ext uri="{FF2B5EF4-FFF2-40B4-BE49-F238E27FC236}">
                <a16:creationId xmlns:a16="http://schemas.microsoft.com/office/drawing/2014/main" id="{128487D7-6D30-C548-A8D7-64868DA48F66}"/>
              </a:ext>
            </a:extLst>
          </p:cNvPr>
          <p:cNvSpPr txBox="1">
            <a:spLocks noChangeArrowheads="1"/>
          </p:cNvSpPr>
          <p:nvPr/>
        </p:nvSpPr>
        <p:spPr bwMode="auto">
          <a:xfrm>
            <a:off x="1223963" y="154543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63" name="Text Box 35">
            <a:extLst>
              <a:ext uri="{FF2B5EF4-FFF2-40B4-BE49-F238E27FC236}">
                <a16:creationId xmlns:a16="http://schemas.microsoft.com/office/drawing/2014/main" id="{3043A5D2-067C-B942-8516-796D186BA22D}"/>
              </a:ext>
            </a:extLst>
          </p:cNvPr>
          <p:cNvSpPr txBox="1">
            <a:spLocks noChangeArrowheads="1"/>
          </p:cNvSpPr>
          <p:nvPr/>
        </p:nvSpPr>
        <p:spPr bwMode="auto">
          <a:xfrm>
            <a:off x="7167563" y="152638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64" name="AutoShape 36">
            <a:extLst>
              <a:ext uri="{FF2B5EF4-FFF2-40B4-BE49-F238E27FC236}">
                <a16:creationId xmlns:a16="http://schemas.microsoft.com/office/drawing/2014/main" id="{F00418C5-B45E-0D49-9BFE-363AB873CD26}"/>
              </a:ext>
            </a:extLst>
          </p:cNvPr>
          <p:cNvSpPr>
            <a:spLocks noChangeArrowheads="1"/>
          </p:cNvSpPr>
          <p:nvPr/>
        </p:nvSpPr>
        <p:spPr bwMode="auto">
          <a:xfrm>
            <a:off x="3143250" y="2444354"/>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265" name="Text Box 37">
            <a:extLst>
              <a:ext uri="{FF2B5EF4-FFF2-40B4-BE49-F238E27FC236}">
                <a16:creationId xmlns:a16="http://schemas.microsoft.com/office/drawing/2014/main" id="{C43977DF-29C1-9D46-B24A-9D842149749C}"/>
              </a:ext>
            </a:extLst>
          </p:cNvPr>
          <p:cNvSpPr txBox="1">
            <a:spLocks noChangeArrowheads="1"/>
          </p:cNvSpPr>
          <p:nvPr/>
        </p:nvSpPr>
        <p:spPr bwMode="auto">
          <a:xfrm>
            <a:off x="3105151" y="216574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66" name="Text Box 38">
            <a:extLst>
              <a:ext uri="{FF2B5EF4-FFF2-40B4-BE49-F238E27FC236}">
                <a16:creationId xmlns:a16="http://schemas.microsoft.com/office/drawing/2014/main" id="{B6BDB7D1-47E5-B140-9E12-588033D0C1A5}"/>
              </a:ext>
            </a:extLst>
          </p:cNvPr>
          <p:cNvSpPr txBox="1">
            <a:spLocks noChangeArrowheads="1"/>
          </p:cNvSpPr>
          <p:nvPr/>
        </p:nvSpPr>
        <p:spPr bwMode="auto">
          <a:xfrm>
            <a:off x="4248150" y="3139679"/>
            <a:ext cx="1847622" cy="369332"/>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IP </a:t>
            </a:r>
            <a:r>
              <a:rPr kumimoji="1" lang="zh-CN" altLang="en-US" sz="1800">
                <a:latin typeface="Arial" panose="020B0604020202020204" pitchFamily="34" charset="0"/>
                <a:ea typeface="宋体" panose="02010600030101010101" pitchFamily="2" charset="-122"/>
                <a:cs typeface="黑体" panose="02010609060101010101" pitchFamily="49" charset="-122"/>
              </a:rPr>
              <a:t>层上的互联网</a:t>
            </a:r>
          </a:p>
        </p:txBody>
      </p:sp>
      <p:grpSp>
        <p:nvGrpSpPr>
          <p:cNvPr id="138267" name="Group 39">
            <a:extLst>
              <a:ext uri="{FF2B5EF4-FFF2-40B4-BE49-F238E27FC236}">
                <a16:creationId xmlns:a16="http://schemas.microsoft.com/office/drawing/2014/main" id="{97D05268-C8D6-414A-81E4-70733AA63174}"/>
              </a:ext>
            </a:extLst>
          </p:cNvPr>
          <p:cNvGrpSpPr>
            <a:grpSpLocks/>
          </p:cNvGrpSpPr>
          <p:nvPr/>
        </p:nvGrpSpPr>
        <p:grpSpPr bwMode="auto">
          <a:xfrm>
            <a:off x="7258050" y="1815704"/>
            <a:ext cx="514350" cy="1085850"/>
            <a:chOff x="672" y="528"/>
            <a:chExt cx="432" cy="912"/>
          </a:xfrm>
        </p:grpSpPr>
        <p:sp>
          <p:nvSpPr>
            <p:cNvPr id="138306" name="AutoShape 40">
              <a:extLst>
                <a:ext uri="{FF2B5EF4-FFF2-40B4-BE49-F238E27FC236}">
                  <a16:creationId xmlns:a16="http://schemas.microsoft.com/office/drawing/2014/main" id="{F9A5E8F3-2C07-EC43-9497-3EB79875C5B4}"/>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307" name="AutoShape 41">
              <a:extLst>
                <a:ext uri="{FF2B5EF4-FFF2-40B4-BE49-F238E27FC236}">
                  <a16:creationId xmlns:a16="http://schemas.microsoft.com/office/drawing/2014/main" id="{9F7AA876-5A56-3449-99D8-609909A15F82}"/>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308" name="AutoShape 42">
              <a:extLst>
                <a:ext uri="{FF2B5EF4-FFF2-40B4-BE49-F238E27FC236}">
                  <a16:creationId xmlns:a16="http://schemas.microsoft.com/office/drawing/2014/main" id="{8E5EC755-CB72-E049-A8B7-07D73E309CC8}"/>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8268" name="Text Box 43">
            <a:extLst>
              <a:ext uri="{FF2B5EF4-FFF2-40B4-BE49-F238E27FC236}">
                <a16:creationId xmlns:a16="http://schemas.microsoft.com/office/drawing/2014/main" id="{81DBF749-6BBD-3C4F-B5CB-67CAC06247DE}"/>
              </a:ext>
            </a:extLst>
          </p:cNvPr>
          <p:cNvSpPr txBox="1">
            <a:spLocks noChangeArrowheads="1"/>
          </p:cNvSpPr>
          <p:nvPr/>
        </p:nvSpPr>
        <p:spPr bwMode="auto">
          <a:xfrm>
            <a:off x="7294960" y="2576512"/>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69" name="Text Box 44">
            <a:extLst>
              <a:ext uri="{FF2B5EF4-FFF2-40B4-BE49-F238E27FC236}">
                <a16:creationId xmlns:a16="http://schemas.microsoft.com/office/drawing/2014/main" id="{57087453-CE00-C44C-B32E-D8DFE10133B3}"/>
              </a:ext>
            </a:extLst>
          </p:cNvPr>
          <p:cNvSpPr txBox="1">
            <a:spLocks noChangeArrowheads="1"/>
          </p:cNvSpPr>
          <p:nvPr/>
        </p:nvSpPr>
        <p:spPr bwMode="auto">
          <a:xfrm>
            <a:off x="3633788"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70" name="Text Box 45">
            <a:extLst>
              <a:ext uri="{FF2B5EF4-FFF2-40B4-BE49-F238E27FC236}">
                <a16:creationId xmlns:a16="http://schemas.microsoft.com/office/drawing/2014/main" id="{E4ABC4D1-C67E-A64C-8D3B-1CA2A36A2F36}"/>
              </a:ext>
            </a:extLst>
          </p:cNvPr>
          <p:cNvSpPr txBox="1">
            <a:spLocks noChangeArrowheads="1"/>
          </p:cNvSpPr>
          <p:nvPr/>
        </p:nvSpPr>
        <p:spPr bwMode="auto">
          <a:xfrm>
            <a:off x="285750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71" name="Line 46">
            <a:extLst>
              <a:ext uri="{FF2B5EF4-FFF2-40B4-BE49-F238E27FC236}">
                <a16:creationId xmlns:a16="http://schemas.microsoft.com/office/drawing/2014/main" id="{6C04EF05-4396-FA4A-B53B-49179CCC7751}"/>
              </a:ext>
            </a:extLst>
          </p:cNvPr>
          <p:cNvSpPr>
            <a:spLocks noChangeShapeType="1"/>
          </p:cNvSpPr>
          <p:nvPr/>
        </p:nvSpPr>
        <p:spPr bwMode="auto">
          <a:xfrm>
            <a:off x="3600450" y="2708672"/>
            <a:ext cx="15430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8272" name="AutoShape 47">
            <a:extLst>
              <a:ext uri="{FF2B5EF4-FFF2-40B4-BE49-F238E27FC236}">
                <a16:creationId xmlns:a16="http://schemas.microsoft.com/office/drawing/2014/main" id="{B3545E09-B6FF-2548-94EA-4911C3F9185F}"/>
              </a:ext>
            </a:extLst>
          </p:cNvPr>
          <p:cNvSpPr>
            <a:spLocks noChangeArrowheads="1"/>
          </p:cNvSpPr>
          <p:nvPr/>
        </p:nvSpPr>
        <p:spPr bwMode="auto">
          <a:xfrm>
            <a:off x="5142310" y="2422922"/>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273" name="Line 48">
            <a:extLst>
              <a:ext uri="{FF2B5EF4-FFF2-40B4-BE49-F238E27FC236}">
                <a16:creationId xmlns:a16="http://schemas.microsoft.com/office/drawing/2014/main" id="{BEA9B651-F963-314E-805A-F6EBA0C998E0}"/>
              </a:ext>
            </a:extLst>
          </p:cNvPr>
          <p:cNvSpPr>
            <a:spLocks noChangeShapeType="1"/>
          </p:cNvSpPr>
          <p:nvPr/>
        </p:nvSpPr>
        <p:spPr bwMode="auto">
          <a:xfrm>
            <a:off x="5600700" y="2708672"/>
            <a:ext cx="16573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8274" name="Text Box 49">
            <a:extLst>
              <a:ext uri="{FF2B5EF4-FFF2-40B4-BE49-F238E27FC236}">
                <a16:creationId xmlns:a16="http://schemas.microsoft.com/office/drawing/2014/main" id="{210A2DC2-55B5-BA4C-8378-A0E705F5662B}"/>
              </a:ext>
            </a:extLst>
          </p:cNvPr>
          <p:cNvSpPr txBox="1">
            <a:spLocks noChangeArrowheads="1"/>
          </p:cNvSpPr>
          <p:nvPr/>
        </p:nvSpPr>
        <p:spPr bwMode="auto">
          <a:xfrm>
            <a:off x="485775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75" name="Line 50">
            <a:extLst>
              <a:ext uri="{FF2B5EF4-FFF2-40B4-BE49-F238E27FC236}">
                <a16:creationId xmlns:a16="http://schemas.microsoft.com/office/drawing/2014/main" id="{D52B750A-8C04-894F-9036-17C45232F872}"/>
              </a:ext>
            </a:extLst>
          </p:cNvPr>
          <p:cNvSpPr>
            <a:spLocks noChangeShapeType="1"/>
          </p:cNvSpPr>
          <p:nvPr/>
        </p:nvSpPr>
        <p:spPr bwMode="auto">
          <a:xfrm>
            <a:off x="3657600" y="4080272"/>
            <a:ext cx="14287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8276" name="Freeform 51">
            <a:extLst>
              <a:ext uri="{FF2B5EF4-FFF2-40B4-BE49-F238E27FC236}">
                <a16:creationId xmlns:a16="http://schemas.microsoft.com/office/drawing/2014/main" id="{4273F466-917B-E64C-8A2F-1E43F52245AD}"/>
              </a:ext>
            </a:extLst>
          </p:cNvPr>
          <p:cNvSpPr>
            <a:spLocks/>
          </p:cNvSpPr>
          <p:nvPr/>
        </p:nvSpPr>
        <p:spPr bwMode="auto">
          <a:xfrm flipH="1">
            <a:off x="5584032" y="3867151"/>
            <a:ext cx="255985" cy="213122"/>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8277" name="Freeform 52">
            <a:extLst>
              <a:ext uri="{FF2B5EF4-FFF2-40B4-BE49-F238E27FC236}">
                <a16:creationId xmlns:a16="http://schemas.microsoft.com/office/drawing/2014/main" id="{34DCFC30-B6E5-B748-9EC3-39E04CB124DF}"/>
              </a:ext>
            </a:extLst>
          </p:cNvPr>
          <p:cNvSpPr>
            <a:spLocks/>
          </p:cNvSpPr>
          <p:nvPr/>
        </p:nvSpPr>
        <p:spPr bwMode="auto">
          <a:xfrm flipH="1">
            <a:off x="3568303" y="3871913"/>
            <a:ext cx="317897"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8278" name="Text Box 53">
            <a:extLst>
              <a:ext uri="{FF2B5EF4-FFF2-40B4-BE49-F238E27FC236}">
                <a16:creationId xmlns:a16="http://schemas.microsoft.com/office/drawing/2014/main" id="{FFD389E3-A945-B54E-8AC8-BC0BBA411B59}"/>
              </a:ext>
            </a:extLst>
          </p:cNvPr>
          <p:cNvSpPr txBox="1">
            <a:spLocks noChangeArrowheads="1"/>
          </p:cNvSpPr>
          <p:nvPr/>
        </p:nvSpPr>
        <p:spPr bwMode="auto">
          <a:xfrm>
            <a:off x="5056585" y="214669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grpSp>
        <p:nvGrpSpPr>
          <p:cNvPr id="138279" name="Group 54">
            <a:extLst>
              <a:ext uri="{FF2B5EF4-FFF2-40B4-BE49-F238E27FC236}">
                <a16:creationId xmlns:a16="http://schemas.microsoft.com/office/drawing/2014/main" id="{B6BAAED6-DBE5-574F-BC2A-4771BDF5C304}"/>
              </a:ext>
            </a:extLst>
          </p:cNvPr>
          <p:cNvGrpSpPr>
            <a:grpSpLocks/>
          </p:cNvGrpSpPr>
          <p:nvPr/>
        </p:nvGrpSpPr>
        <p:grpSpPr bwMode="auto">
          <a:xfrm>
            <a:off x="2000250" y="2365772"/>
            <a:ext cx="1085850" cy="285750"/>
            <a:chOff x="1632" y="2688"/>
            <a:chExt cx="912" cy="240"/>
          </a:xfrm>
        </p:grpSpPr>
        <p:sp>
          <p:nvSpPr>
            <p:cNvPr id="138304" name="Rectangle 55">
              <a:extLst>
                <a:ext uri="{FF2B5EF4-FFF2-40B4-BE49-F238E27FC236}">
                  <a16:creationId xmlns:a16="http://schemas.microsoft.com/office/drawing/2014/main" id="{BD580AFB-1252-7749-BBFC-F4C92EC26737}"/>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8305" name="AutoShape 56">
              <a:extLst>
                <a:ext uri="{FF2B5EF4-FFF2-40B4-BE49-F238E27FC236}">
                  <a16:creationId xmlns:a16="http://schemas.microsoft.com/office/drawing/2014/main" id="{CEF2F066-1406-A54F-902C-80E3ACF21D90}"/>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8280" name="Group 57">
            <a:extLst>
              <a:ext uri="{FF2B5EF4-FFF2-40B4-BE49-F238E27FC236}">
                <a16:creationId xmlns:a16="http://schemas.microsoft.com/office/drawing/2014/main" id="{13C2C30A-DE8E-6048-AEEE-B66AA6B9B0AF}"/>
              </a:ext>
            </a:extLst>
          </p:cNvPr>
          <p:cNvGrpSpPr>
            <a:grpSpLocks/>
          </p:cNvGrpSpPr>
          <p:nvPr/>
        </p:nvGrpSpPr>
        <p:grpSpPr bwMode="auto">
          <a:xfrm>
            <a:off x="3943350" y="2365772"/>
            <a:ext cx="1085850" cy="285750"/>
            <a:chOff x="1632" y="2688"/>
            <a:chExt cx="912" cy="240"/>
          </a:xfrm>
        </p:grpSpPr>
        <p:sp>
          <p:nvSpPr>
            <p:cNvPr id="138302" name="Rectangle 58">
              <a:extLst>
                <a:ext uri="{FF2B5EF4-FFF2-40B4-BE49-F238E27FC236}">
                  <a16:creationId xmlns:a16="http://schemas.microsoft.com/office/drawing/2014/main" id="{252452F7-3F95-D54E-A840-9B1B5554E4B5}"/>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8303" name="AutoShape 59">
              <a:extLst>
                <a:ext uri="{FF2B5EF4-FFF2-40B4-BE49-F238E27FC236}">
                  <a16:creationId xmlns:a16="http://schemas.microsoft.com/office/drawing/2014/main" id="{B154DFD8-AD1B-CA4F-82B6-8EB2DE7E53C9}"/>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8281" name="Group 60">
            <a:extLst>
              <a:ext uri="{FF2B5EF4-FFF2-40B4-BE49-F238E27FC236}">
                <a16:creationId xmlns:a16="http://schemas.microsoft.com/office/drawing/2014/main" id="{23F873F9-93B7-3143-9E7A-CA68193267B7}"/>
              </a:ext>
            </a:extLst>
          </p:cNvPr>
          <p:cNvGrpSpPr>
            <a:grpSpLocks/>
          </p:cNvGrpSpPr>
          <p:nvPr/>
        </p:nvGrpSpPr>
        <p:grpSpPr bwMode="auto">
          <a:xfrm>
            <a:off x="6000750" y="2365772"/>
            <a:ext cx="1085850" cy="285750"/>
            <a:chOff x="1632" y="2688"/>
            <a:chExt cx="912" cy="240"/>
          </a:xfrm>
        </p:grpSpPr>
        <p:sp>
          <p:nvSpPr>
            <p:cNvPr id="138300" name="Rectangle 61">
              <a:extLst>
                <a:ext uri="{FF2B5EF4-FFF2-40B4-BE49-F238E27FC236}">
                  <a16:creationId xmlns:a16="http://schemas.microsoft.com/office/drawing/2014/main" id="{EA9C8E57-AC44-DF43-AEC7-7AEADB69132D}"/>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8301" name="AutoShape 62">
              <a:extLst>
                <a:ext uri="{FF2B5EF4-FFF2-40B4-BE49-F238E27FC236}">
                  <a16:creationId xmlns:a16="http://schemas.microsoft.com/office/drawing/2014/main" id="{9CDFB87F-3A7B-AF4C-8E7F-B7D643D04831}"/>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462911" name="Group 63">
            <a:extLst>
              <a:ext uri="{FF2B5EF4-FFF2-40B4-BE49-F238E27FC236}">
                <a16:creationId xmlns:a16="http://schemas.microsoft.com/office/drawing/2014/main" id="{B5A02B62-98D8-B747-8024-1A9A0C6B26E9}"/>
              </a:ext>
            </a:extLst>
          </p:cNvPr>
          <p:cNvGrpSpPr>
            <a:grpSpLocks/>
          </p:cNvGrpSpPr>
          <p:nvPr/>
        </p:nvGrpSpPr>
        <p:grpSpPr bwMode="auto">
          <a:xfrm>
            <a:off x="1600200" y="4194571"/>
            <a:ext cx="5829300" cy="619124"/>
            <a:chOff x="384" y="3523"/>
            <a:chExt cx="4896" cy="520"/>
          </a:xfrm>
        </p:grpSpPr>
        <p:sp>
          <p:nvSpPr>
            <p:cNvPr id="138288" name="Text Box 64">
              <a:extLst>
                <a:ext uri="{FF2B5EF4-FFF2-40B4-BE49-F238E27FC236}">
                  <a16:creationId xmlns:a16="http://schemas.microsoft.com/office/drawing/2014/main" id="{35FD2F6C-2726-C041-8BB0-5F46CDAE9F8E}"/>
                </a:ext>
              </a:extLst>
            </p:cNvPr>
            <p:cNvSpPr txBox="1">
              <a:spLocks noChangeArrowheads="1"/>
            </p:cNvSpPr>
            <p:nvPr/>
          </p:nvSpPr>
          <p:spPr bwMode="auto">
            <a:xfrm>
              <a:off x="624" y="3747"/>
              <a:ext cx="66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grpSp>
          <p:nvGrpSpPr>
            <p:cNvPr id="138289" name="Group 65">
              <a:extLst>
                <a:ext uri="{FF2B5EF4-FFF2-40B4-BE49-F238E27FC236}">
                  <a16:creationId xmlns:a16="http://schemas.microsoft.com/office/drawing/2014/main" id="{28903069-1B96-4045-8143-8A7C33501648}"/>
                </a:ext>
              </a:extLst>
            </p:cNvPr>
            <p:cNvGrpSpPr>
              <a:grpSpLocks/>
            </p:cNvGrpSpPr>
            <p:nvPr/>
          </p:nvGrpSpPr>
          <p:grpSpPr bwMode="auto">
            <a:xfrm>
              <a:off x="384" y="3523"/>
              <a:ext cx="1248" cy="240"/>
              <a:chOff x="480" y="3120"/>
              <a:chExt cx="1248" cy="240"/>
            </a:xfrm>
          </p:grpSpPr>
          <p:sp>
            <p:nvSpPr>
              <p:cNvPr id="138298" name="Rectangle 66">
                <a:extLst>
                  <a:ext uri="{FF2B5EF4-FFF2-40B4-BE49-F238E27FC236}">
                    <a16:creationId xmlns:a16="http://schemas.microsoft.com/office/drawing/2014/main" id="{9DD39996-E5E1-1D4A-A27E-4CB0B226A5E2}"/>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138299" name="AutoShape 67">
                <a:extLst>
                  <a:ext uri="{FF2B5EF4-FFF2-40B4-BE49-F238E27FC236}">
                    <a16:creationId xmlns:a16="http://schemas.microsoft.com/office/drawing/2014/main" id="{969BA445-D9D6-1C44-A4D6-CD6ECE419D1D}"/>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8290" name="Group 68">
              <a:extLst>
                <a:ext uri="{FF2B5EF4-FFF2-40B4-BE49-F238E27FC236}">
                  <a16:creationId xmlns:a16="http://schemas.microsoft.com/office/drawing/2014/main" id="{580C3CF7-1CE2-D045-9010-33E3098F96E1}"/>
                </a:ext>
              </a:extLst>
            </p:cNvPr>
            <p:cNvGrpSpPr>
              <a:grpSpLocks/>
            </p:cNvGrpSpPr>
            <p:nvPr/>
          </p:nvGrpSpPr>
          <p:grpSpPr bwMode="auto">
            <a:xfrm>
              <a:off x="2208" y="3523"/>
              <a:ext cx="1248" cy="240"/>
              <a:chOff x="480" y="3120"/>
              <a:chExt cx="1248" cy="240"/>
            </a:xfrm>
          </p:grpSpPr>
          <p:sp>
            <p:nvSpPr>
              <p:cNvPr id="138296" name="Rectangle 69">
                <a:extLst>
                  <a:ext uri="{FF2B5EF4-FFF2-40B4-BE49-F238E27FC236}">
                    <a16:creationId xmlns:a16="http://schemas.microsoft.com/office/drawing/2014/main" id="{42B82354-7759-9848-9989-C2453D708B69}"/>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p>
            </p:txBody>
          </p:sp>
          <p:sp>
            <p:nvSpPr>
              <p:cNvPr id="138297" name="AutoShape 70">
                <a:extLst>
                  <a:ext uri="{FF2B5EF4-FFF2-40B4-BE49-F238E27FC236}">
                    <a16:creationId xmlns:a16="http://schemas.microsoft.com/office/drawing/2014/main" id="{4EC9C936-2AF5-5347-B295-E157F692B35F}"/>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8291" name="Group 71">
              <a:extLst>
                <a:ext uri="{FF2B5EF4-FFF2-40B4-BE49-F238E27FC236}">
                  <a16:creationId xmlns:a16="http://schemas.microsoft.com/office/drawing/2014/main" id="{4A66E49D-0BE7-3346-84CD-7282FA6608F1}"/>
                </a:ext>
              </a:extLst>
            </p:cNvPr>
            <p:cNvGrpSpPr>
              <a:grpSpLocks/>
            </p:cNvGrpSpPr>
            <p:nvPr/>
          </p:nvGrpSpPr>
          <p:grpSpPr bwMode="auto">
            <a:xfrm>
              <a:off x="4032" y="3523"/>
              <a:ext cx="1248" cy="240"/>
              <a:chOff x="480" y="3120"/>
              <a:chExt cx="1248" cy="240"/>
            </a:xfrm>
          </p:grpSpPr>
          <p:sp>
            <p:nvSpPr>
              <p:cNvPr id="138294" name="Rectangle 72">
                <a:extLst>
                  <a:ext uri="{FF2B5EF4-FFF2-40B4-BE49-F238E27FC236}">
                    <a16:creationId xmlns:a16="http://schemas.microsoft.com/office/drawing/2014/main" id="{22FB9592-BB01-4C46-9667-53C25F5025EE}"/>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8295" name="AutoShape 73">
                <a:extLst>
                  <a:ext uri="{FF2B5EF4-FFF2-40B4-BE49-F238E27FC236}">
                    <a16:creationId xmlns:a16="http://schemas.microsoft.com/office/drawing/2014/main" id="{E390A5BD-4D82-B647-90BC-51BDB7DF4A87}"/>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8292" name="Text Box 74">
              <a:extLst>
                <a:ext uri="{FF2B5EF4-FFF2-40B4-BE49-F238E27FC236}">
                  <a16:creationId xmlns:a16="http://schemas.microsoft.com/office/drawing/2014/main" id="{1ABC8236-A9BE-A54F-A93F-767A3EA028EF}"/>
                </a:ext>
              </a:extLst>
            </p:cNvPr>
            <p:cNvSpPr txBox="1">
              <a:spLocks noChangeArrowheads="1"/>
            </p:cNvSpPr>
            <p:nvPr/>
          </p:nvSpPr>
          <p:spPr bwMode="auto">
            <a:xfrm>
              <a:off x="4320" y="3791"/>
              <a:ext cx="66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38293" name="Text Box 75">
              <a:extLst>
                <a:ext uri="{FF2B5EF4-FFF2-40B4-BE49-F238E27FC236}">
                  <a16:creationId xmlns:a16="http://schemas.microsoft.com/office/drawing/2014/main" id="{2C4A46CE-FA32-1248-B3BF-5635120F15EC}"/>
                </a:ext>
              </a:extLst>
            </p:cNvPr>
            <p:cNvSpPr txBox="1">
              <a:spLocks noChangeArrowheads="1"/>
            </p:cNvSpPr>
            <p:nvPr/>
          </p:nvSpPr>
          <p:spPr bwMode="auto">
            <a:xfrm>
              <a:off x="2505" y="3791"/>
              <a:ext cx="66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grpSp>
      <p:sp>
        <p:nvSpPr>
          <p:cNvPr id="138283" name="AutoShape 76">
            <a:extLst>
              <a:ext uri="{FF2B5EF4-FFF2-40B4-BE49-F238E27FC236}">
                <a16:creationId xmlns:a16="http://schemas.microsoft.com/office/drawing/2014/main" id="{30BC906B-B693-3D41-893A-C66F45349C52}"/>
              </a:ext>
            </a:extLst>
          </p:cNvPr>
          <p:cNvSpPr>
            <a:spLocks noChangeArrowheads="1"/>
          </p:cNvSpPr>
          <p:nvPr/>
        </p:nvSpPr>
        <p:spPr bwMode="auto">
          <a:xfrm flipV="1">
            <a:off x="2686050" y="1719263"/>
            <a:ext cx="914400" cy="283369"/>
          </a:xfrm>
          <a:prstGeom prst="wedgeRoundRectCallout">
            <a:avLst>
              <a:gd name="adj1" fmla="val -75782"/>
              <a:gd name="adj2" fmla="val -203782"/>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38284" name="Text Box 77">
            <a:extLst>
              <a:ext uri="{FF2B5EF4-FFF2-40B4-BE49-F238E27FC236}">
                <a16:creationId xmlns:a16="http://schemas.microsoft.com/office/drawing/2014/main" id="{D01A1D5F-A233-2144-9C96-C3667D0512B1}"/>
              </a:ext>
            </a:extLst>
          </p:cNvPr>
          <p:cNvSpPr txBox="1">
            <a:spLocks noChangeArrowheads="1"/>
          </p:cNvSpPr>
          <p:nvPr/>
        </p:nvSpPr>
        <p:spPr bwMode="auto">
          <a:xfrm>
            <a:off x="2714625" y="1737122"/>
            <a:ext cx="91249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 </a:t>
            </a:r>
            <a:r>
              <a:rPr kumimoji="1" lang="zh-CN" altLang="en-US" sz="1350">
                <a:latin typeface="Arial" panose="020B0604020202020204" pitchFamily="34" charset="0"/>
                <a:ea typeface="宋体" panose="02010600030101010101" pitchFamily="2" charset="-122"/>
                <a:cs typeface="黑体" panose="02010609060101010101" pitchFamily="49" charset="-122"/>
              </a:rPr>
              <a:t>数据报</a:t>
            </a:r>
          </a:p>
        </p:txBody>
      </p:sp>
      <p:sp>
        <p:nvSpPr>
          <p:cNvPr id="138285" name="Rectangle 78">
            <a:extLst>
              <a:ext uri="{FF2B5EF4-FFF2-40B4-BE49-F238E27FC236}">
                <a16:creationId xmlns:a16="http://schemas.microsoft.com/office/drawing/2014/main" id="{1E6531F5-9063-C840-A7DA-0E3843172436}"/>
              </a:ext>
            </a:extLst>
          </p:cNvPr>
          <p:cNvSpPr>
            <a:spLocks noChangeArrowheads="1"/>
          </p:cNvSpPr>
          <p:nvPr/>
        </p:nvSpPr>
        <p:spPr bwMode="auto">
          <a:xfrm>
            <a:off x="1143000" y="0"/>
            <a:ext cx="6858000" cy="1491854"/>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286" name="Text Box 79">
            <a:extLst>
              <a:ext uri="{FF2B5EF4-FFF2-40B4-BE49-F238E27FC236}">
                <a16:creationId xmlns:a16="http://schemas.microsoft.com/office/drawing/2014/main" id="{4D25A031-21CF-E44A-9EDD-A128DE974796}"/>
              </a:ext>
            </a:extLst>
          </p:cNvPr>
          <p:cNvSpPr txBox="1">
            <a:spLocks noChangeArrowheads="1"/>
          </p:cNvSpPr>
          <p:nvPr/>
        </p:nvSpPr>
        <p:spPr bwMode="auto">
          <a:xfrm>
            <a:off x="2266408" y="303610"/>
            <a:ext cx="4640950" cy="829394"/>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2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在具体的物理网络的链路层</a:t>
            </a:r>
          </a:p>
          <a:p>
            <a:pPr algn="ctr" eaLnBrk="1" hangingPunct="1">
              <a:lnSpc>
                <a:spcPct val="12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只能看见 </a:t>
            </a:r>
            <a:r>
              <a:rPr lang="en-US" altLang="zh-CN" sz="2100">
                <a:latin typeface="Arial" panose="020B0604020202020204" pitchFamily="34" charset="0"/>
                <a:ea typeface="宋体" panose="02010600030101010101" pitchFamily="2" charset="-122"/>
                <a:cs typeface="黑体" panose="02010609060101010101" pitchFamily="49" charset="-122"/>
              </a:rPr>
              <a:t>MAC </a:t>
            </a:r>
            <a:r>
              <a:rPr lang="zh-CN" altLang="en-US" sz="2100">
                <a:latin typeface="Arial" panose="020B0604020202020204" pitchFamily="34" charset="0"/>
                <a:ea typeface="宋体" panose="02010600030101010101" pitchFamily="2" charset="-122"/>
                <a:cs typeface="黑体" panose="02010609060101010101" pitchFamily="49" charset="-122"/>
              </a:rPr>
              <a:t>帧而看不见 </a:t>
            </a: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数据报 </a:t>
            </a:r>
          </a:p>
        </p:txBody>
      </p:sp>
      <p:sp>
        <p:nvSpPr>
          <p:cNvPr id="138287" name="幻灯片编号占位符 1">
            <a:extLst>
              <a:ext uri="{FF2B5EF4-FFF2-40B4-BE49-F238E27FC236}">
                <a16:creationId xmlns:a16="http://schemas.microsoft.com/office/drawing/2014/main" id="{002841EE-EBCB-BC41-892A-F481A903770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E008A0AE-33B1-DE42-92C4-ED077064220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35194492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nodeType="afterEffect">
                                  <p:stCondLst>
                                    <p:cond delay="0"/>
                                  </p:stCondLst>
                                  <p:childTnLst>
                                    <p:anim calcmode="discrete" valueType="str">
                                      <p:cBhvr>
                                        <p:cTn id="6" dur="1000" fill="hold"/>
                                        <p:tgtEl>
                                          <p:spTgt spid="46291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40289" name="Freeform 2">
            <a:extLst>
              <a:ext uri="{FF2B5EF4-FFF2-40B4-BE49-F238E27FC236}">
                <a16:creationId xmlns:a16="http://schemas.microsoft.com/office/drawing/2014/main" id="{C2057AD2-4650-D142-AF30-E5CE32E669EB}"/>
              </a:ext>
            </a:extLst>
          </p:cNvPr>
          <p:cNvSpPr>
            <a:spLocks/>
          </p:cNvSpPr>
          <p:nvPr/>
        </p:nvSpPr>
        <p:spPr bwMode="auto">
          <a:xfrm>
            <a:off x="2914650" y="3870722"/>
            <a:ext cx="296466"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40290" name="Freeform 3">
            <a:extLst>
              <a:ext uri="{FF2B5EF4-FFF2-40B4-BE49-F238E27FC236}">
                <a16:creationId xmlns:a16="http://schemas.microsoft.com/office/drawing/2014/main" id="{031FAF99-8B64-564E-9F8D-0BBE1BB72484}"/>
              </a:ext>
            </a:extLst>
          </p:cNvPr>
          <p:cNvSpPr>
            <a:spLocks/>
          </p:cNvSpPr>
          <p:nvPr/>
        </p:nvSpPr>
        <p:spPr bwMode="auto">
          <a:xfrm>
            <a:off x="4856560" y="3869531"/>
            <a:ext cx="296465"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40291" name="Line 4">
            <a:extLst>
              <a:ext uri="{FF2B5EF4-FFF2-40B4-BE49-F238E27FC236}">
                <a16:creationId xmlns:a16="http://schemas.microsoft.com/office/drawing/2014/main" id="{7559BAD9-D9E0-DF45-87E2-0431742A2263}"/>
              </a:ext>
            </a:extLst>
          </p:cNvPr>
          <p:cNvSpPr>
            <a:spLocks noChangeShapeType="1"/>
          </p:cNvSpPr>
          <p:nvPr/>
        </p:nvSpPr>
        <p:spPr bwMode="auto">
          <a:xfrm rot="16200000">
            <a:off x="7228285"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0292" name="Line 5">
            <a:extLst>
              <a:ext uri="{FF2B5EF4-FFF2-40B4-BE49-F238E27FC236}">
                <a16:creationId xmlns:a16="http://schemas.microsoft.com/office/drawing/2014/main" id="{36BD1BE8-6A80-4643-9AE8-1133963C4885}"/>
              </a:ext>
            </a:extLst>
          </p:cNvPr>
          <p:cNvSpPr>
            <a:spLocks noChangeShapeType="1"/>
          </p:cNvSpPr>
          <p:nvPr/>
        </p:nvSpPr>
        <p:spPr bwMode="auto">
          <a:xfrm rot="16200000">
            <a:off x="1287066"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0293" name="AutoShape 6">
            <a:extLst>
              <a:ext uri="{FF2B5EF4-FFF2-40B4-BE49-F238E27FC236}">
                <a16:creationId xmlns:a16="http://schemas.microsoft.com/office/drawing/2014/main" id="{D0DE3854-9728-E44F-BEA0-559A4D242A22}"/>
              </a:ext>
            </a:extLst>
          </p:cNvPr>
          <p:cNvSpPr>
            <a:spLocks noChangeArrowheads="1"/>
          </p:cNvSpPr>
          <p:nvPr/>
        </p:nvSpPr>
        <p:spPr bwMode="auto">
          <a:xfrm>
            <a:off x="13144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294" name="AutoShape 7">
            <a:extLst>
              <a:ext uri="{FF2B5EF4-FFF2-40B4-BE49-F238E27FC236}">
                <a16:creationId xmlns:a16="http://schemas.microsoft.com/office/drawing/2014/main" id="{C3D63269-9E27-9847-9414-214F8171236D}"/>
              </a:ext>
            </a:extLst>
          </p:cNvPr>
          <p:cNvSpPr>
            <a:spLocks noChangeArrowheads="1"/>
          </p:cNvSpPr>
          <p:nvPr/>
        </p:nvSpPr>
        <p:spPr bwMode="auto">
          <a:xfrm>
            <a:off x="3143250" y="2537222"/>
            <a:ext cx="514350" cy="142875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295" name="AutoShape 8">
            <a:extLst>
              <a:ext uri="{FF2B5EF4-FFF2-40B4-BE49-F238E27FC236}">
                <a16:creationId xmlns:a16="http://schemas.microsoft.com/office/drawing/2014/main" id="{1E732383-763D-4940-9F30-3F16A878305F}"/>
              </a:ext>
            </a:extLst>
          </p:cNvPr>
          <p:cNvSpPr>
            <a:spLocks noChangeArrowheads="1"/>
          </p:cNvSpPr>
          <p:nvPr/>
        </p:nvSpPr>
        <p:spPr bwMode="auto">
          <a:xfrm>
            <a:off x="72580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296" name="AutoShape 9">
            <a:extLst>
              <a:ext uri="{FF2B5EF4-FFF2-40B4-BE49-F238E27FC236}">
                <a16:creationId xmlns:a16="http://schemas.microsoft.com/office/drawing/2014/main" id="{FF5E50C4-EE65-4D40-875D-D184D7A5A133}"/>
              </a:ext>
            </a:extLst>
          </p:cNvPr>
          <p:cNvSpPr>
            <a:spLocks noChangeArrowheads="1"/>
          </p:cNvSpPr>
          <p:nvPr/>
        </p:nvSpPr>
        <p:spPr bwMode="auto">
          <a:xfrm>
            <a:off x="5142310" y="2708672"/>
            <a:ext cx="514350" cy="12573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140297" name="Group 10">
            <a:extLst>
              <a:ext uri="{FF2B5EF4-FFF2-40B4-BE49-F238E27FC236}">
                <a16:creationId xmlns:a16="http://schemas.microsoft.com/office/drawing/2014/main" id="{59704DD6-51CA-4249-A78F-8626A9132462}"/>
              </a:ext>
            </a:extLst>
          </p:cNvPr>
          <p:cNvGrpSpPr>
            <a:grpSpLocks/>
          </p:cNvGrpSpPr>
          <p:nvPr/>
        </p:nvGrpSpPr>
        <p:grpSpPr bwMode="auto">
          <a:xfrm>
            <a:off x="1170385" y="1815704"/>
            <a:ext cx="6841331" cy="1828800"/>
            <a:chOff x="96" y="1056"/>
            <a:chExt cx="5472" cy="1536"/>
          </a:xfrm>
        </p:grpSpPr>
        <p:sp>
          <p:nvSpPr>
            <p:cNvPr id="140360" name="Oval 11">
              <a:extLst>
                <a:ext uri="{FF2B5EF4-FFF2-40B4-BE49-F238E27FC236}">
                  <a16:creationId xmlns:a16="http://schemas.microsoft.com/office/drawing/2014/main" id="{3EE3EF62-2201-7E46-AB9E-14926DADB64B}"/>
                </a:ext>
              </a:extLst>
            </p:cNvPr>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40361" name="Oval 12">
              <a:extLst>
                <a:ext uri="{FF2B5EF4-FFF2-40B4-BE49-F238E27FC236}">
                  <a16:creationId xmlns:a16="http://schemas.microsoft.com/office/drawing/2014/main" id="{F5638919-A63C-294E-B07D-87615F550E4F}"/>
                </a:ext>
              </a:extLst>
            </p:cNvPr>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40362" name="Oval 13">
              <a:extLst>
                <a:ext uri="{FF2B5EF4-FFF2-40B4-BE49-F238E27FC236}">
                  <a16:creationId xmlns:a16="http://schemas.microsoft.com/office/drawing/2014/main" id="{0DE3C5EA-88E4-3940-BE6C-20D20E40783A}"/>
                </a:ext>
              </a:extLst>
            </p:cNvPr>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40363" name="Oval 14">
              <a:extLst>
                <a:ext uri="{FF2B5EF4-FFF2-40B4-BE49-F238E27FC236}">
                  <a16:creationId xmlns:a16="http://schemas.microsoft.com/office/drawing/2014/main" id="{7820C7A7-5A49-6E48-85AE-2FE3054508BE}"/>
                </a:ext>
              </a:extLst>
            </p:cNvPr>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40364" name="Oval 15">
              <a:extLst>
                <a:ext uri="{FF2B5EF4-FFF2-40B4-BE49-F238E27FC236}">
                  <a16:creationId xmlns:a16="http://schemas.microsoft.com/office/drawing/2014/main" id="{16BE4B04-CFD5-6E4B-9168-DB663F29B83D}"/>
                </a:ext>
              </a:extLst>
            </p:cNvPr>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40365" name="Oval 16">
              <a:extLst>
                <a:ext uri="{FF2B5EF4-FFF2-40B4-BE49-F238E27FC236}">
                  <a16:creationId xmlns:a16="http://schemas.microsoft.com/office/drawing/2014/main" id="{63CBBF7B-0133-D647-A7AB-9F19B350DC51}"/>
                </a:ext>
              </a:extLst>
            </p:cNvPr>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40366" name="Oval 17">
              <a:extLst>
                <a:ext uri="{FF2B5EF4-FFF2-40B4-BE49-F238E27FC236}">
                  <a16:creationId xmlns:a16="http://schemas.microsoft.com/office/drawing/2014/main" id="{F853A437-D1A3-1249-B763-6E19272BD146}"/>
                </a:ext>
              </a:extLst>
            </p:cNvPr>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40367" name="Oval 18">
              <a:extLst>
                <a:ext uri="{FF2B5EF4-FFF2-40B4-BE49-F238E27FC236}">
                  <a16:creationId xmlns:a16="http://schemas.microsoft.com/office/drawing/2014/main" id="{147813EB-FA28-F343-A828-504EAFD606AA}"/>
                </a:ext>
              </a:extLst>
            </p:cNvPr>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140298" name="Line 19">
            <a:extLst>
              <a:ext uri="{FF2B5EF4-FFF2-40B4-BE49-F238E27FC236}">
                <a16:creationId xmlns:a16="http://schemas.microsoft.com/office/drawing/2014/main" id="{6716BEF8-3982-4347-B9A9-6097A55AA705}"/>
              </a:ext>
            </a:extLst>
          </p:cNvPr>
          <p:cNvSpPr>
            <a:spLocks noChangeShapeType="1"/>
          </p:cNvSpPr>
          <p:nvPr/>
        </p:nvSpPr>
        <p:spPr bwMode="auto">
          <a:xfrm>
            <a:off x="1257300" y="4080272"/>
            <a:ext cx="194310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40299" name="Group 20">
            <a:extLst>
              <a:ext uri="{FF2B5EF4-FFF2-40B4-BE49-F238E27FC236}">
                <a16:creationId xmlns:a16="http://schemas.microsoft.com/office/drawing/2014/main" id="{0D5E6A1A-84DD-D347-A6CE-555580EDDE7C}"/>
              </a:ext>
            </a:extLst>
          </p:cNvPr>
          <p:cNvGrpSpPr>
            <a:grpSpLocks/>
          </p:cNvGrpSpPr>
          <p:nvPr/>
        </p:nvGrpSpPr>
        <p:grpSpPr bwMode="auto">
          <a:xfrm>
            <a:off x="1314450" y="1815704"/>
            <a:ext cx="514350" cy="1085850"/>
            <a:chOff x="672" y="528"/>
            <a:chExt cx="432" cy="912"/>
          </a:xfrm>
        </p:grpSpPr>
        <p:sp>
          <p:nvSpPr>
            <p:cNvPr id="140357" name="AutoShape 21">
              <a:extLst>
                <a:ext uri="{FF2B5EF4-FFF2-40B4-BE49-F238E27FC236}">
                  <a16:creationId xmlns:a16="http://schemas.microsoft.com/office/drawing/2014/main" id="{09E360B1-8E8C-284E-8070-A69BCC0B0290}"/>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358" name="AutoShape 22">
              <a:extLst>
                <a:ext uri="{FF2B5EF4-FFF2-40B4-BE49-F238E27FC236}">
                  <a16:creationId xmlns:a16="http://schemas.microsoft.com/office/drawing/2014/main" id="{9636EC60-FD28-0346-B5E7-BFED1E60E318}"/>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359" name="AutoShape 23">
              <a:extLst>
                <a:ext uri="{FF2B5EF4-FFF2-40B4-BE49-F238E27FC236}">
                  <a16:creationId xmlns:a16="http://schemas.microsoft.com/office/drawing/2014/main" id="{4BBFECD6-FB87-F64A-A5BC-ADE3345392FE}"/>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40300" name="Text Box 24">
            <a:extLst>
              <a:ext uri="{FF2B5EF4-FFF2-40B4-BE49-F238E27FC236}">
                <a16:creationId xmlns:a16="http://schemas.microsoft.com/office/drawing/2014/main" id="{D08FBC7A-D926-CF4C-A9AE-DBE85898BC34}"/>
              </a:ext>
            </a:extLst>
          </p:cNvPr>
          <p:cNvSpPr txBox="1">
            <a:spLocks noChangeArrowheads="1"/>
          </p:cNvSpPr>
          <p:nvPr/>
        </p:nvSpPr>
        <p:spPr bwMode="auto">
          <a:xfrm>
            <a:off x="1341835" y="257294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01" name="Text Box 25">
            <a:extLst>
              <a:ext uri="{FF2B5EF4-FFF2-40B4-BE49-F238E27FC236}">
                <a16:creationId xmlns:a16="http://schemas.microsoft.com/office/drawing/2014/main" id="{D1DC13E7-03EF-684A-A780-06BA2E67045C}"/>
              </a:ext>
            </a:extLst>
          </p:cNvPr>
          <p:cNvSpPr txBox="1">
            <a:spLocks noChangeArrowheads="1"/>
          </p:cNvSpPr>
          <p:nvPr/>
        </p:nvSpPr>
        <p:spPr bwMode="auto">
          <a:xfrm>
            <a:off x="1304925" y="36373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02" name="Text Box 26">
            <a:extLst>
              <a:ext uri="{FF2B5EF4-FFF2-40B4-BE49-F238E27FC236}">
                <a16:creationId xmlns:a16="http://schemas.microsoft.com/office/drawing/2014/main" id="{BDE7BDC0-D6F5-3B4A-9E7D-0F2E424282C0}"/>
              </a:ext>
            </a:extLst>
          </p:cNvPr>
          <p:cNvSpPr txBox="1">
            <a:spLocks noChangeArrowheads="1"/>
          </p:cNvSpPr>
          <p:nvPr/>
        </p:nvSpPr>
        <p:spPr bwMode="auto">
          <a:xfrm>
            <a:off x="4761310" y="3608785"/>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03" name="Text Box 27">
            <a:extLst>
              <a:ext uri="{FF2B5EF4-FFF2-40B4-BE49-F238E27FC236}">
                <a16:creationId xmlns:a16="http://schemas.microsoft.com/office/drawing/2014/main" id="{B5DFB2FF-58A4-9845-83CE-92C4D24D1EB3}"/>
              </a:ext>
            </a:extLst>
          </p:cNvPr>
          <p:cNvSpPr txBox="1">
            <a:spLocks noChangeArrowheads="1"/>
          </p:cNvSpPr>
          <p:nvPr/>
        </p:nvSpPr>
        <p:spPr bwMode="auto">
          <a:xfrm>
            <a:off x="363855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04" name="Text Box 28">
            <a:extLst>
              <a:ext uri="{FF2B5EF4-FFF2-40B4-BE49-F238E27FC236}">
                <a16:creationId xmlns:a16="http://schemas.microsoft.com/office/drawing/2014/main" id="{A55967E7-8547-C44D-89BE-53736A01184C}"/>
              </a:ext>
            </a:extLst>
          </p:cNvPr>
          <p:cNvSpPr txBox="1">
            <a:spLocks noChangeArrowheads="1"/>
          </p:cNvSpPr>
          <p:nvPr/>
        </p:nvSpPr>
        <p:spPr bwMode="auto">
          <a:xfrm>
            <a:off x="274320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05" name="Line 29">
            <a:extLst>
              <a:ext uri="{FF2B5EF4-FFF2-40B4-BE49-F238E27FC236}">
                <a16:creationId xmlns:a16="http://schemas.microsoft.com/office/drawing/2014/main" id="{A8509746-12EA-6E48-A2E1-534FEF682024}"/>
              </a:ext>
            </a:extLst>
          </p:cNvPr>
          <p:cNvSpPr>
            <a:spLocks noChangeShapeType="1"/>
          </p:cNvSpPr>
          <p:nvPr/>
        </p:nvSpPr>
        <p:spPr bwMode="auto">
          <a:xfrm>
            <a:off x="1771650" y="2708672"/>
            <a:ext cx="14287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0306" name="Line 30">
            <a:extLst>
              <a:ext uri="{FF2B5EF4-FFF2-40B4-BE49-F238E27FC236}">
                <a16:creationId xmlns:a16="http://schemas.microsoft.com/office/drawing/2014/main" id="{874B8FA2-7BFC-8A45-9C39-11E1BC4ACD0C}"/>
              </a:ext>
            </a:extLst>
          </p:cNvPr>
          <p:cNvSpPr>
            <a:spLocks noChangeShapeType="1"/>
          </p:cNvSpPr>
          <p:nvPr/>
        </p:nvSpPr>
        <p:spPr bwMode="auto">
          <a:xfrm>
            <a:off x="5600700" y="4080272"/>
            <a:ext cx="22288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0307" name="Text Box 31">
            <a:extLst>
              <a:ext uri="{FF2B5EF4-FFF2-40B4-BE49-F238E27FC236}">
                <a16:creationId xmlns:a16="http://schemas.microsoft.com/office/drawing/2014/main" id="{04781E7C-0FCB-C547-969C-0312BAAD84A4}"/>
              </a:ext>
            </a:extLst>
          </p:cNvPr>
          <p:cNvSpPr txBox="1">
            <a:spLocks noChangeArrowheads="1"/>
          </p:cNvSpPr>
          <p:nvPr/>
        </p:nvSpPr>
        <p:spPr bwMode="auto">
          <a:xfrm>
            <a:off x="5648325" y="35992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08" name="Text Box 32">
            <a:extLst>
              <a:ext uri="{FF2B5EF4-FFF2-40B4-BE49-F238E27FC236}">
                <a16:creationId xmlns:a16="http://schemas.microsoft.com/office/drawing/2014/main" id="{C46DDF46-299B-D745-9941-5C505EDCD3AA}"/>
              </a:ext>
            </a:extLst>
          </p:cNvPr>
          <p:cNvSpPr txBox="1">
            <a:spLocks noChangeArrowheads="1"/>
          </p:cNvSpPr>
          <p:nvPr/>
        </p:nvSpPr>
        <p:spPr bwMode="auto">
          <a:xfrm>
            <a:off x="7239000" y="3611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09" name="Text Box 33">
            <a:extLst>
              <a:ext uri="{FF2B5EF4-FFF2-40B4-BE49-F238E27FC236}">
                <a16:creationId xmlns:a16="http://schemas.microsoft.com/office/drawing/2014/main" id="{22758770-3490-0D46-8C02-CF1B3C431295}"/>
              </a:ext>
            </a:extLst>
          </p:cNvPr>
          <p:cNvSpPr txBox="1">
            <a:spLocks noChangeArrowheads="1"/>
          </p:cNvSpPr>
          <p:nvPr/>
        </p:nvSpPr>
        <p:spPr bwMode="auto">
          <a:xfrm>
            <a:off x="5648325" y="27824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10" name="Text Box 34">
            <a:extLst>
              <a:ext uri="{FF2B5EF4-FFF2-40B4-BE49-F238E27FC236}">
                <a16:creationId xmlns:a16="http://schemas.microsoft.com/office/drawing/2014/main" id="{0BB3D934-8F6F-5B48-B9D3-831AE6AE38E8}"/>
              </a:ext>
            </a:extLst>
          </p:cNvPr>
          <p:cNvSpPr txBox="1">
            <a:spLocks noChangeArrowheads="1"/>
          </p:cNvSpPr>
          <p:nvPr/>
        </p:nvSpPr>
        <p:spPr bwMode="auto">
          <a:xfrm>
            <a:off x="1223963" y="154543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11" name="Text Box 35">
            <a:extLst>
              <a:ext uri="{FF2B5EF4-FFF2-40B4-BE49-F238E27FC236}">
                <a16:creationId xmlns:a16="http://schemas.microsoft.com/office/drawing/2014/main" id="{0066326E-1B77-5647-A1CC-95FE885ED231}"/>
              </a:ext>
            </a:extLst>
          </p:cNvPr>
          <p:cNvSpPr txBox="1">
            <a:spLocks noChangeArrowheads="1"/>
          </p:cNvSpPr>
          <p:nvPr/>
        </p:nvSpPr>
        <p:spPr bwMode="auto">
          <a:xfrm>
            <a:off x="7167563" y="152638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12" name="AutoShape 36">
            <a:extLst>
              <a:ext uri="{FF2B5EF4-FFF2-40B4-BE49-F238E27FC236}">
                <a16:creationId xmlns:a16="http://schemas.microsoft.com/office/drawing/2014/main" id="{057AA303-AEE1-D942-9913-185D618CDC46}"/>
              </a:ext>
            </a:extLst>
          </p:cNvPr>
          <p:cNvSpPr>
            <a:spLocks noChangeArrowheads="1"/>
          </p:cNvSpPr>
          <p:nvPr/>
        </p:nvSpPr>
        <p:spPr bwMode="auto">
          <a:xfrm>
            <a:off x="3143250" y="2444354"/>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313" name="Text Box 37">
            <a:extLst>
              <a:ext uri="{FF2B5EF4-FFF2-40B4-BE49-F238E27FC236}">
                <a16:creationId xmlns:a16="http://schemas.microsoft.com/office/drawing/2014/main" id="{9B45386D-F05C-9E4C-BE6E-0BC7C74E5197}"/>
              </a:ext>
            </a:extLst>
          </p:cNvPr>
          <p:cNvSpPr txBox="1">
            <a:spLocks noChangeArrowheads="1"/>
          </p:cNvSpPr>
          <p:nvPr/>
        </p:nvSpPr>
        <p:spPr bwMode="auto">
          <a:xfrm>
            <a:off x="3105151" y="216574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14" name="Text Box 38">
            <a:extLst>
              <a:ext uri="{FF2B5EF4-FFF2-40B4-BE49-F238E27FC236}">
                <a16:creationId xmlns:a16="http://schemas.microsoft.com/office/drawing/2014/main" id="{C2BACC01-0A92-A64D-95F4-CE9BA035D2A1}"/>
              </a:ext>
            </a:extLst>
          </p:cNvPr>
          <p:cNvSpPr txBox="1">
            <a:spLocks noChangeArrowheads="1"/>
          </p:cNvSpPr>
          <p:nvPr/>
        </p:nvSpPr>
        <p:spPr bwMode="auto">
          <a:xfrm>
            <a:off x="4248150" y="3139679"/>
            <a:ext cx="1847622" cy="369332"/>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IP </a:t>
            </a:r>
            <a:r>
              <a:rPr kumimoji="1" lang="zh-CN" altLang="en-US" sz="1800">
                <a:latin typeface="Arial" panose="020B0604020202020204" pitchFamily="34" charset="0"/>
                <a:ea typeface="宋体" panose="02010600030101010101" pitchFamily="2" charset="-122"/>
                <a:cs typeface="黑体" panose="02010609060101010101" pitchFamily="49" charset="-122"/>
              </a:rPr>
              <a:t>层上的互联网</a:t>
            </a:r>
          </a:p>
        </p:txBody>
      </p:sp>
      <p:grpSp>
        <p:nvGrpSpPr>
          <p:cNvPr id="140315" name="Group 40">
            <a:extLst>
              <a:ext uri="{FF2B5EF4-FFF2-40B4-BE49-F238E27FC236}">
                <a16:creationId xmlns:a16="http://schemas.microsoft.com/office/drawing/2014/main" id="{535D50C3-12AC-4342-A1EF-2A501C376A96}"/>
              </a:ext>
            </a:extLst>
          </p:cNvPr>
          <p:cNvGrpSpPr>
            <a:grpSpLocks/>
          </p:cNvGrpSpPr>
          <p:nvPr/>
        </p:nvGrpSpPr>
        <p:grpSpPr bwMode="auto">
          <a:xfrm>
            <a:off x="7258050" y="1815704"/>
            <a:ext cx="514350" cy="1085850"/>
            <a:chOff x="672" y="528"/>
            <a:chExt cx="432" cy="912"/>
          </a:xfrm>
        </p:grpSpPr>
        <p:sp>
          <p:nvSpPr>
            <p:cNvPr id="140354" name="AutoShape 41">
              <a:extLst>
                <a:ext uri="{FF2B5EF4-FFF2-40B4-BE49-F238E27FC236}">
                  <a16:creationId xmlns:a16="http://schemas.microsoft.com/office/drawing/2014/main" id="{BCA4043E-B0FB-F84B-AB26-548B84EFE757}"/>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355" name="AutoShape 42">
              <a:extLst>
                <a:ext uri="{FF2B5EF4-FFF2-40B4-BE49-F238E27FC236}">
                  <a16:creationId xmlns:a16="http://schemas.microsoft.com/office/drawing/2014/main" id="{98B3A3A9-2ACF-9D4C-8415-66A0FCEC7B5C}"/>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356" name="AutoShape 43">
              <a:extLst>
                <a:ext uri="{FF2B5EF4-FFF2-40B4-BE49-F238E27FC236}">
                  <a16:creationId xmlns:a16="http://schemas.microsoft.com/office/drawing/2014/main" id="{267BB679-F4AC-F74E-B7CD-D8B95531FCD1}"/>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40316" name="Text Box 44">
            <a:extLst>
              <a:ext uri="{FF2B5EF4-FFF2-40B4-BE49-F238E27FC236}">
                <a16:creationId xmlns:a16="http://schemas.microsoft.com/office/drawing/2014/main" id="{2C7123FE-DCA8-414E-A739-E07A431350EE}"/>
              </a:ext>
            </a:extLst>
          </p:cNvPr>
          <p:cNvSpPr txBox="1">
            <a:spLocks noChangeArrowheads="1"/>
          </p:cNvSpPr>
          <p:nvPr/>
        </p:nvSpPr>
        <p:spPr bwMode="auto">
          <a:xfrm>
            <a:off x="7294960" y="2576512"/>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17" name="Text Box 45">
            <a:extLst>
              <a:ext uri="{FF2B5EF4-FFF2-40B4-BE49-F238E27FC236}">
                <a16:creationId xmlns:a16="http://schemas.microsoft.com/office/drawing/2014/main" id="{6AAF9E28-6060-8D45-9CD2-A7B7993AE7C6}"/>
              </a:ext>
            </a:extLst>
          </p:cNvPr>
          <p:cNvSpPr txBox="1">
            <a:spLocks noChangeArrowheads="1"/>
          </p:cNvSpPr>
          <p:nvPr/>
        </p:nvSpPr>
        <p:spPr bwMode="auto">
          <a:xfrm>
            <a:off x="3633788"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18" name="Text Box 46">
            <a:extLst>
              <a:ext uri="{FF2B5EF4-FFF2-40B4-BE49-F238E27FC236}">
                <a16:creationId xmlns:a16="http://schemas.microsoft.com/office/drawing/2014/main" id="{43D9E9BE-4D9A-8448-AD06-287ED9228FD4}"/>
              </a:ext>
            </a:extLst>
          </p:cNvPr>
          <p:cNvSpPr txBox="1">
            <a:spLocks noChangeArrowheads="1"/>
          </p:cNvSpPr>
          <p:nvPr/>
        </p:nvSpPr>
        <p:spPr bwMode="auto">
          <a:xfrm>
            <a:off x="285750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19" name="Line 47">
            <a:extLst>
              <a:ext uri="{FF2B5EF4-FFF2-40B4-BE49-F238E27FC236}">
                <a16:creationId xmlns:a16="http://schemas.microsoft.com/office/drawing/2014/main" id="{B5096D20-282D-C646-9998-5F2D4A0D600A}"/>
              </a:ext>
            </a:extLst>
          </p:cNvPr>
          <p:cNvSpPr>
            <a:spLocks noChangeShapeType="1"/>
          </p:cNvSpPr>
          <p:nvPr/>
        </p:nvSpPr>
        <p:spPr bwMode="auto">
          <a:xfrm>
            <a:off x="3600450" y="2708672"/>
            <a:ext cx="15430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0320" name="AutoShape 48">
            <a:extLst>
              <a:ext uri="{FF2B5EF4-FFF2-40B4-BE49-F238E27FC236}">
                <a16:creationId xmlns:a16="http://schemas.microsoft.com/office/drawing/2014/main" id="{3B5325E7-9B08-7B46-876B-B1C7C26BB91A}"/>
              </a:ext>
            </a:extLst>
          </p:cNvPr>
          <p:cNvSpPr>
            <a:spLocks noChangeArrowheads="1"/>
          </p:cNvSpPr>
          <p:nvPr/>
        </p:nvSpPr>
        <p:spPr bwMode="auto">
          <a:xfrm>
            <a:off x="5142310" y="2422922"/>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321" name="Line 49">
            <a:extLst>
              <a:ext uri="{FF2B5EF4-FFF2-40B4-BE49-F238E27FC236}">
                <a16:creationId xmlns:a16="http://schemas.microsoft.com/office/drawing/2014/main" id="{FCCBE764-4A6D-084E-A52D-B674324F92E5}"/>
              </a:ext>
            </a:extLst>
          </p:cNvPr>
          <p:cNvSpPr>
            <a:spLocks noChangeShapeType="1"/>
          </p:cNvSpPr>
          <p:nvPr/>
        </p:nvSpPr>
        <p:spPr bwMode="auto">
          <a:xfrm>
            <a:off x="5600700" y="2708672"/>
            <a:ext cx="16573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0322" name="Text Box 50">
            <a:extLst>
              <a:ext uri="{FF2B5EF4-FFF2-40B4-BE49-F238E27FC236}">
                <a16:creationId xmlns:a16="http://schemas.microsoft.com/office/drawing/2014/main" id="{19F94889-AF7F-DD4E-BC6C-713735702B1B}"/>
              </a:ext>
            </a:extLst>
          </p:cNvPr>
          <p:cNvSpPr txBox="1">
            <a:spLocks noChangeArrowheads="1"/>
          </p:cNvSpPr>
          <p:nvPr/>
        </p:nvSpPr>
        <p:spPr bwMode="auto">
          <a:xfrm>
            <a:off x="485775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23" name="Line 51">
            <a:extLst>
              <a:ext uri="{FF2B5EF4-FFF2-40B4-BE49-F238E27FC236}">
                <a16:creationId xmlns:a16="http://schemas.microsoft.com/office/drawing/2014/main" id="{C343E7FD-01CA-E54C-AC6C-63C731E72115}"/>
              </a:ext>
            </a:extLst>
          </p:cNvPr>
          <p:cNvSpPr>
            <a:spLocks noChangeShapeType="1"/>
          </p:cNvSpPr>
          <p:nvPr/>
        </p:nvSpPr>
        <p:spPr bwMode="auto">
          <a:xfrm>
            <a:off x="3657600" y="4080272"/>
            <a:ext cx="14287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0324" name="Freeform 52">
            <a:extLst>
              <a:ext uri="{FF2B5EF4-FFF2-40B4-BE49-F238E27FC236}">
                <a16:creationId xmlns:a16="http://schemas.microsoft.com/office/drawing/2014/main" id="{D361A25C-7BB7-F54A-981B-FEC683695521}"/>
              </a:ext>
            </a:extLst>
          </p:cNvPr>
          <p:cNvSpPr>
            <a:spLocks/>
          </p:cNvSpPr>
          <p:nvPr/>
        </p:nvSpPr>
        <p:spPr bwMode="auto">
          <a:xfrm flipH="1">
            <a:off x="5584032" y="3867151"/>
            <a:ext cx="255985" cy="213122"/>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40325" name="Freeform 53">
            <a:extLst>
              <a:ext uri="{FF2B5EF4-FFF2-40B4-BE49-F238E27FC236}">
                <a16:creationId xmlns:a16="http://schemas.microsoft.com/office/drawing/2014/main" id="{C45604B6-6E00-0348-A7D2-4451DCD63CA4}"/>
              </a:ext>
            </a:extLst>
          </p:cNvPr>
          <p:cNvSpPr>
            <a:spLocks/>
          </p:cNvSpPr>
          <p:nvPr/>
        </p:nvSpPr>
        <p:spPr bwMode="auto">
          <a:xfrm flipH="1">
            <a:off x="3568303" y="3871913"/>
            <a:ext cx="317897"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40326" name="Text Box 54">
            <a:extLst>
              <a:ext uri="{FF2B5EF4-FFF2-40B4-BE49-F238E27FC236}">
                <a16:creationId xmlns:a16="http://schemas.microsoft.com/office/drawing/2014/main" id="{934B3016-8E02-204D-A5FE-7D491AC09E26}"/>
              </a:ext>
            </a:extLst>
          </p:cNvPr>
          <p:cNvSpPr txBox="1">
            <a:spLocks noChangeArrowheads="1"/>
          </p:cNvSpPr>
          <p:nvPr/>
        </p:nvSpPr>
        <p:spPr bwMode="auto">
          <a:xfrm>
            <a:off x="5056585" y="214669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grpSp>
        <p:nvGrpSpPr>
          <p:cNvPr id="140327" name="Group 55">
            <a:extLst>
              <a:ext uri="{FF2B5EF4-FFF2-40B4-BE49-F238E27FC236}">
                <a16:creationId xmlns:a16="http://schemas.microsoft.com/office/drawing/2014/main" id="{2FBF797F-FF0E-9B42-9DB3-844006A2FEAF}"/>
              </a:ext>
            </a:extLst>
          </p:cNvPr>
          <p:cNvGrpSpPr>
            <a:grpSpLocks/>
          </p:cNvGrpSpPr>
          <p:nvPr/>
        </p:nvGrpSpPr>
        <p:grpSpPr bwMode="auto">
          <a:xfrm>
            <a:off x="2000250" y="2365772"/>
            <a:ext cx="1085850" cy="285750"/>
            <a:chOff x="1632" y="2688"/>
            <a:chExt cx="912" cy="240"/>
          </a:xfrm>
        </p:grpSpPr>
        <p:sp>
          <p:nvSpPr>
            <p:cNvPr id="140352" name="Rectangle 56">
              <a:extLst>
                <a:ext uri="{FF2B5EF4-FFF2-40B4-BE49-F238E27FC236}">
                  <a16:creationId xmlns:a16="http://schemas.microsoft.com/office/drawing/2014/main" id="{5EC59CDB-2963-2044-9B4F-05E3685449E2}"/>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40353" name="AutoShape 57">
              <a:extLst>
                <a:ext uri="{FF2B5EF4-FFF2-40B4-BE49-F238E27FC236}">
                  <a16:creationId xmlns:a16="http://schemas.microsoft.com/office/drawing/2014/main" id="{AB5E3011-45AF-5047-AA14-1AFCC13DA4CA}"/>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40328" name="Group 58">
            <a:extLst>
              <a:ext uri="{FF2B5EF4-FFF2-40B4-BE49-F238E27FC236}">
                <a16:creationId xmlns:a16="http://schemas.microsoft.com/office/drawing/2014/main" id="{D2D2FC0F-E759-574B-BD2E-B1ECBA1472E7}"/>
              </a:ext>
            </a:extLst>
          </p:cNvPr>
          <p:cNvGrpSpPr>
            <a:grpSpLocks/>
          </p:cNvGrpSpPr>
          <p:nvPr/>
        </p:nvGrpSpPr>
        <p:grpSpPr bwMode="auto">
          <a:xfrm>
            <a:off x="3943350" y="2365772"/>
            <a:ext cx="1085850" cy="285750"/>
            <a:chOff x="1632" y="2688"/>
            <a:chExt cx="912" cy="240"/>
          </a:xfrm>
        </p:grpSpPr>
        <p:sp>
          <p:nvSpPr>
            <p:cNvPr id="140350" name="Rectangle 59">
              <a:extLst>
                <a:ext uri="{FF2B5EF4-FFF2-40B4-BE49-F238E27FC236}">
                  <a16:creationId xmlns:a16="http://schemas.microsoft.com/office/drawing/2014/main" id="{6AA3E9A0-83F3-AE40-8868-0CD1968DD4FD}"/>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40351" name="AutoShape 60">
              <a:extLst>
                <a:ext uri="{FF2B5EF4-FFF2-40B4-BE49-F238E27FC236}">
                  <a16:creationId xmlns:a16="http://schemas.microsoft.com/office/drawing/2014/main" id="{A105F68C-708F-804A-B5CB-3C50395BB343}"/>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40329" name="Group 61">
            <a:extLst>
              <a:ext uri="{FF2B5EF4-FFF2-40B4-BE49-F238E27FC236}">
                <a16:creationId xmlns:a16="http://schemas.microsoft.com/office/drawing/2014/main" id="{6CD9F87E-9417-BC46-A284-23626742EA63}"/>
              </a:ext>
            </a:extLst>
          </p:cNvPr>
          <p:cNvGrpSpPr>
            <a:grpSpLocks/>
          </p:cNvGrpSpPr>
          <p:nvPr/>
        </p:nvGrpSpPr>
        <p:grpSpPr bwMode="auto">
          <a:xfrm>
            <a:off x="6000750" y="2365772"/>
            <a:ext cx="1085850" cy="285750"/>
            <a:chOff x="1632" y="2688"/>
            <a:chExt cx="912" cy="240"/>
          </a:xfrm>
        </p:grpSpPr>
        <p:sp>
          <p:nvSpPr>
            <p:cNvPr id="140348" name="Rectangle 62">
              <a:extLst>
                <a:ext uri="{FF2B5EF4-FFF2-40B4-BE49-F238E27FC236}">
                  <a16:creationId xmlns:a16="http://schemas.microsoft.com/office/drawing/2014/main" id="{2B95AC0F-6526-5F4C-B290-62D256F41590}"/>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40349" name="AutoShape 63">
              <a:extLst>
                <a:ext uri="{FF2B5EF4-FFF2-40B4-BE49-F238E27FC236}">
                  <a16:creationId xmlns:a16="http://schemas.microsoft.com/office/drawing/2014/main" id="{727BF901-8251-B64F-881F-704E9B576457}"/>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40330" name="Group 82">
            <a:extLst>
              <a:ext uri="{FF2B5EF4-FFF2-40B4-BE49-F238E27FC236}">
                <a16:creationId xmlns:a16="http://schemas.microsoft.com/office/drawing/2014/main" id="{8431D44A-FADD-814E-9C17-5504F4C810FB}"/>
              </a:ext>
            </a:extLst>
          </p:cNvPr>
          <p:cNvGrpSpPr>
            <a:grpSpLocks/>
          </p:cNvGrpSpPr>
          <p:nvPr/>
        </p:nvGrpSpPr>
        <p:grpSpPr bwMode="auto">
          <a:xfrm>
            <a:off x="1600200" y="4194571"/>
            <a:ext cx="5829300" cy="619124"/>
            <a:chOff x="384" y="3523"/>
            <a:chExt cx="4896" cy="520"/>
          </a:xfrm>
        </p:grpSpPr>
        <p:sp>
          <p:nvSpPr>
            <p:cNvPr id="140336" name="Text Box 39">
              <a:extLst>
                <a:ext uri="{FF2B5EF4-FFF2-40B4-BE49-F238E27FC236}">
                  <a16:creationId xmlns:a16="http://schemas.microsoft.com/office/drawing/2014/main" id="{B292D0A7-A1FA-B84A-8F29-8B827088BB4A}"/>
                </a:ext>
              </a:extLst>
            </p:cNvPr>
            <p:cNvSpPr txBox="1">
              <a:spLocks noChangeArrowheads="1"/>
            </p:cNvSpPr>
            <p:nvPr/>
          </p:nvSpPr>
          <p:spPr bwMode="auto">
            <a:xfrm>
              <a:off x="624" y="3747"/>
              <a:ext cx="66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grpSp>
          <p:nvGrpSpPr>
            <p:cNvPr id="140337" name="Group 64">
              <a:extLst>
                <a:ext uri="{FF2B5EF4-FFF2-40B4-BE49-F238E27FC236}">
                  <a16:creationId xmlns:a16="http://schemas.microsoft.com/office/drawing/2014/main" id="{AE0F3834-02AB-C640-B132-150290CE98D7}"/>
                </a:ext>
              </a:extLst>
            </p:cNvPr>
            <p:cNvGrpSpPr>
              <a:grpSpLocks/>
            </p:cNvGrpSpPr>
            <p:nvPr/>
          </p:nvGrpSpPr>
          <p:grpSpPr bwMode="auto">
            <a:xfrm>
              <a:off x="384" y="3523"/>
              <a:ext cx="1248" cy="240"/>
              <a:chOff x="480" y="3120"/>
              <a:chExt cx="1248" cy="240"/>
            </a:xfrm>
          </p:grpSpPr>
          <p:sp>
            <p:nvSpPr>
              <p:cNvPr id="140346" name="Rectangle 65">
                <a:extLst>
                  <a:ext uri="{FF2B5EF4-FFF2-40B4-BE49-F238E27FC236}">
                    <a16:creationId xmlns:a16="http://schemas.microsoft.com/office/drawing/2014/main" id="{AC345BDB-81C9-D842-BE48-C41DBBF48515}"/>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140347" name="AutoShape 66">
                <a:extLst>
                  <a:ext uri="{FF2B5EF4-FFF2-40B4-BE49-F238E27FC236}">
                    <a16:creationId xmlns:a16="http://schemas.microsoft.com/office/drawing/2014/main" id="{A2480B53-82FA-D44B-A222-5B80F7392100}"/>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40338" name="Group 67">
              <a:extLst>
                <a:ext uri="{FF2B5EF4-FFF2-40B4-BE49-F238E27FC236}">
                  <a16:creationId xmlns:a16="http://schemas.microsoft.com/office/drawing/2014/main" id="{4C3D3CDA-AE54-F143-97C8-005B1363F3E4}"/>
                </a:ext>
              </a:extLst>
            </p:cNvPr>
            <p:cNvGrpSpPr>
              <a:grpSpLocks/>
            </p:cNvGrpSpPr>
            <p:nvPr/>
          </p:nvGrpSpPr>
          <p:grpSpPr bwMode="auto">
            <a:xfrm>
              <a:off x="2208" y="3523"/>
              <a:ext cx="1248" cy="240"/>
              <a:chOff x="480" y="3120"/>
              <a:chExt cx="1248" cy="240"/>
            </a:xfrm>
          </p:grpSpPr>
          <p:sp>
            <p:nvSpPr>
              <p:cNvPr id="140344" name="Rectangle 68">
                <a:extLst>
                  <a:ext uri="{FF2B5EF4-FFF2-40B4-BE49-F238E27FC236}">
                    <a16:creationId xmlns:a16="http://schemas.microsoft.com/office/drawing/2014/main" id="{C120F0F8-B27D-D74B-93D8-4406E416B949}"/>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p>
            </p:txBody>
          </p:sp>
          <p:sp>
            <p:nvSpPr>
              <p:cNvPr id="140345" name="AutoShape 69">
                <a:extLst>
                  <a:ext uri="{FF2B5EF4-FFF2-40B4-BE49-F238E27FC236}">
                    <a16:creationId xmlns:a16="http://schemas.microsoft.com/office/drawing/2014/main" id="{461DEC50-B947-D844-A921-119C0B4578E9}"/>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40339" name="Group 70">
              <a:extLst>
                <a:ext uri="{FF2B5EF4-FFF2-40B4-BE49-F238E27FC236}">
                  <a16:creationId xmlns:a16="http://schemas.microsoft.com/office/drawing/2014/main" id="{D02073AF-D899-134C-ABFF-F2FA024CEA80}"/>
                </a:ext>
              </a:extLst>
            </p:cNvPr>
            <p:cNvGrpSpPr>
              <a:grpSpLocks/>
            </p:cNvGrpSpPr>
            <p:nvPr/>
          </p:nvGrpSpPr>
          <p:grpSpPr bwMode="auto">
            <a:xfrm>
              <a:off x="4032" y="3523"/>
              <a:ext cx="1248" cy="240"/>
              <a:chOff x="480" y="3120"/>
              <a:chExt cx="1248" cy="240"/>
            </a:xfrm>
          </p:grpSpPr>
          <p:sp>
            <p:nvSpPr>
              <p:cNvPr id="140342" name="Rectangle 71">
                <a:extLst>
                  <a:ext uri="{FF2B5EF4-FFF2-40B4-BE49-F238E27FC236}">
                    <a16:creationId xmlns:a16="http://schemas.microsoft.com/office/drawing/2014/main" id="{DC307D50-7994-3440-8428-A9B03DB08A98}"/>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40343" name="AutoShape 72">
                <a:extLst>
                  <a:ext uri="{FF2B5EF4-FFF2-40B4-BE49-F238E27FC236}">
                    <a16:creationId xmlns:a16="http://schemas.microsoft.com/office/drawing/2014/main" id="{9366EA50-5FC5-DD4F-B579-B770BF8A3A34}"/>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40340" name="Text Box 73">
              <a:extLst>
                <a:ext uri="{FF2B5EF4-FFF2-40B4-BE49-F238E27FC236}">
                  <a16:creationId xmlns:a16="http://schemas.microsoft.com/office/drawing/2014/main" id="{84E4F895-9BAE-734E-9BD3-75A69B9F13A8}"/>
                </a:ext>
              </a:extLst>
            </p:cNvPr>
            <p:cNvSpPr txBox="1">
              <a:spLocks noChangeArrowheads="1"/>
            </p:cNvSpPr>
            <p:nvPr/>
          </p:nvSpPr>
          <p:spPr bwMode="auto">
            <a:xfrm>
              <a:off x="4320" y="3791"/>
              <a:ext cx="66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40341" name="Text Box 74">
              <a:extLst>
                <a:ext uri="{FF2B5EF4-FFF2-40B4-BE49-F238E27FC236}">
                  <a16:creationId xmlns:a16="http://schemas.microsoft.com/office/drawing/2014/main" id="{F0075C65-D170-DA40-9784-A2B21D1664FE}"/>
                </a:ext>
              </a:extLst>
            </p:cNvPr>
            <p:cNvSpPr txBox="1">
              <a:spLocks noChangeArrowheads="1"/>
            </p:cNvSpPr>
            <p:nvPr/>
          </p:nvSpPr>
          <p:spPr bwMode="auto">
            <a:xfrm>
              <a:off x="2505" y="3791"/>
              <a:ext cx="66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grpSp>
      <p:sp>
        <p:nvSpPr>
          <p:cNvPr id="140331" name="AutoShape 75">
            <a:extLst>
              <a:ext uri="{FF2B5EF4-FFF2-40B4-BE49-F238E27FC236}">
                <a16:creationId xmlns:a16="http://schemas.microsoft.com/office/drawing/2014/main" id="{AF35C821-320B-E04E-AB19-0120D6488112}"/>
              </a:ext>
            </a:extLst>
          </p:cNvPr>
          <p:cNvSpPr>
            <a:spLocks noChangeArrowheads="1"/>
          </p:cNvSpPr>
          <p:nvPr/>
        </p:nvSpPr>
        <p:spPr bwMode="auto">
          <a:xfrm flipV="1">
            <a:off x="2686050" y="1719263"/>
            <a:ext cx="914400" cy="283369"/>
          </a:xfrm>
          <a:prstGeom prst="wedgeRoundRectCallout">
            <a:avLst>
              <a:gd name="adj1" fmla="val -75782"/>
              <a:gd name="adj2" fmla="val -203782"/>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40332" name="Text Box 76">
            <a:extLst>
              <a:ext uri="{FF2B5EF4-FFF2-40B4-BE49-F238E27FC236}">
                <a16:creationId xmlns:a16="http://schemas.microsoft.com/office/drawing/2014/main" id="{023D6776-E469-8A4F-9CBF-C31A0FB7270E}"/>
              </a:ext>
            </a:extLst>
          </p:cNvPr>
          <p:cNvSpPr txBox="1">
            <a:spLocks noChangeArrowheads="1"/>
          </p:cNvSpPr>
          <p:nvPr/>
        </p:nvSpPr>
        <p:spPr bwMode="auto">
          <a:xfrm>
            <a:off x="2714625" y="1737122"/>
            <a:ext cx="91249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 </a:t>
            </a:r>
            <a:r>
              <a:rPr kumimoji="1" lang="zh-CN" altLang="en-US" sz="1350">
                <a:latin typeface="Arial" panose="020B0604020202020204" pitchFamily="34" charset="0"/>
                <a:ea typeface="宋体" panose="02010600030101010101" pitchFamily="2" charset="-122"/>
                <a:cs typeface="黑体" panose="02010609060101010101" pitchFamily="49" charset="-122"/>
              </a:rPr>
              <a:t>数据报</a:t>
            </a:r>
          </a:p>
        </p:txBody>
      </p:sp>
      <p:sp>
        <p:nvSpPr>
          <p:cNvPr id="140333" name="Rectangle 80">
            <a:extLst>
              <a:ext uri="{FF2B5EF4-FFF2-40B4-BE49-F238E27FC236}">
                <a16:creationId xmlns:a16="http://schemas.microsoft.com/office/drawing/2014/main" id="{662F0511-0A32-3B4A-88BD-ECEF4D43B800}"/>
              </a:ext>
            </a:extLst>
          </p:cNvPr>
          <p:cNvSpPr>
            <a:spLocks noChangeArrowheads="1"/>
          </p:cNvSpPr>
          <p:nvPr/>
        </p:nvSpPr>
        <p:spPr bwMode="auto">
          <a:xfrm>
            <a:off x="1143000" y="0"/>
            <a:ext cx="6858000" cy="1491854"/>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334" name="Text Box 81">
            <a:extLst>
              <a:ext uri="{FF2B5EF4-FFF2-40B4-BE49-F238E27FC236}">
                <a16:creationId xmlns:a16="http://schemas.microsoft.com/office/drawing/2014/main" id="{32FDFAE5-93C5-2640-A8E3-10970051B737}"/>
              </a:ext>
            </a:extLst>
          </p:cNvPr>
          <p:cNvSpPr txBox="1">
            <a:spLocks noChangeArrowheads="1"/>
          </p:cNvSpPr>
          <p:nvPr/>
        </p:nvSpPr>
        <p:spPr bwMode="auto">
          <a:xfrm>
            <a:off x="1897891" y="-20241"/>
            <a:ext cx="5376793" cy="1483804"/>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10000"/>
              </a:lnSpc>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IP</a:t>
            </a:r>
            <a:r>
              <a:rPr lang="zh-CN" altLang="en-US" sz="2100">
                <a:latin typeface="Arial" panose="020B0604020202020204" pitchFamily="34" charset="0"/>
                <a:ea typeface="宋体" panose="02010600030101010101" pitchFamily="2" charset="-122"/>
                <a:cs typeface="黑体" panose="02010609060101010101" pitchFamily="49" charset="-122"/>
              </a:rPr>
              <a:t>层抽象的互联网屏蔽了下层很复杂的细节</a:t>
            </a:r>
          </a:p>
          <a:p>
            <a:pPr algn="ctr" eaLnBrk="1" hangingPunct="1">
              <a:lnSpc>
                <a:spcPct val="11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在抽象的网络层上讨论问题，就能够使用</a:t>
            </a:r>
          </a:p>
          <a:p>
            <a:pPr algn="ctr" eaLnBrk="1" hangingPunct="1">
              <a:lnSpc>
                <a:spcPct val="11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统一的、抽象的 </a:t>
            </a: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地址</a:t>
            </a:r>
          </a:p>
          <a:p>
            <a:pPr algn="ctr" eaLnBrk="1" hangingPunct="1">
              <a:lnSpc>
                <a:spcPct val="11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研究主机和主机或主机和路由器之间的通信 </a:t>
            </a:r>
          </a:p>
        </p:txBody>
      </p:sp>
      <p:sp>
        <p:nvSpPr>
          <p:cNvPr id="140335" name="幻灯片编号占位符 1">
            <a:extLst>
              <a:ext uri="{FF2B5EF4-FFF2-40B4-BE49-F238E27FC236}">
                <a16:creationId xmlns:a16="http://schemas.microsoft.com/office/drawing/2014/main" id="{9EDD043E-1CB1-1C47-98D6-D2E9100ED74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5EC79D6-05BB-3A46-9C4E-DF6D0F34300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21277000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7" name="Rectangle 2">
            <a:extLst>
              <a:ext uri="{FF2B5EF4-FFF2-40B4-BE49-F238E27FC236}">
                <a16:creationId xmlns:a16="http://schemas.microsoft.com/office/drawing/2014/main" id="{57136302-FA1B-5F47-93D2-089106E79C40}"/>
              </a:ext>
            </a:extLst>
          </p:cNvPr>
          <p:cNvSpPr>
            <a:spLocks noGrp="1" noChangeArrowheads="1"/>
          </p:cNvSpPr>
          <p:nvPr>
            <p:ph type="title"/>
          </p:nvPr>
        </p:nvSpPr>
        <p:spPr>
          <a:xfrm>
            <a:off x="160022" y="273844"/>
            <a:ext cx="6967060" cy="683419"/>
          </a:xfrm>
        </p:spPr>
        <p:txBody>
          <a:bodyPr/>
          <a:lstStyle/>
          <a:p>
            <a:pPr eaLnBrk="1" hangingPunct="1"/>
            <a:r>
              <a:rPr lang="en-US" altLang="zh-CN" dirty="0">
                <a:latin typeface="Times New Roman" panose="02020603050405020304" pitchFamily="18" charset="0"/>
                <a:ea typeface="宋体" panose="02010600030101010101" pitchFamily="2" charset="-122"/>
              </a:rPr>
              <a:t>4.2.4  </a:t>
            </a:r>
            <a:r>
              <a:rPr lang="zh-CN" altLang="en-US" dirty="0">
                <a:latin typeface="Times New Roman" panose="02020603050405020304" pitchFamily="18" charset="0"/>
                <a:ea typeface="宋体" panose="02010600030101010101" pitchFamily="2" charset="-122"/>
              </a:rPr>
              <a:t>地址解析协议 </a:t>
            </a:r>
            <a:r>
              <a:rPr lang="en-US" altLang="zh-CN" dirty="0">
                <a:latin typeface="Times New Roman" panose="02020603050405020304" pitchFamily="18" charset="0"/>
                <a:ea typeface="宋体" panose="02010600030101010101" pitchFamily="2" charset="-122"/>
              </a:rPr>
              <a:t>ARP</a:t>
            </a:r>
          </a:p>
        </p:txBody>
      </p:sp>
      <p:sp>
        <p:nvSpPr>
          <p:cNvPr id="142338" name="Line 16">
            <a:extLst>
              <a:ext uri="{FF2B5EF4-FFF2-40B4-BE49-F238E27FC236}">
                <a16:creationId xmlns:a16="http://schemas.microsoft.com/office/drawing/2014/main" id="{982EDF65-8E16-414C-8FEB-442110273217}"/>
              </a:ext>
            </a:extLst>
          </p:cNvPr>
          <p:cNvSpPr>
            <a:spLocks noChangeShapeType="1"/>
          </p:cNvSpPr>
          <p:nvPr/>
        </p:nvSpPr>
        <p:spPr bwMode="auto">
          <a:xfrm>
            <a:off x="2141935" y="1707357"/>
            <a:ext cx="0" cy="1674019"/>
          </a:xfrm>
          <a:prstGeom prst="line">
            <a:avLst/>
          </a:prstGeom>
          <a:noFill/>
          <a:ln w="19050">
            <a:solidFill>
              <a:srgbClr val="0000CC"/>
            </a:solidFill>
            <a:round/>
            <a:headEnd type="triangle" w="sm" len="lg"/>
            <a:tailEnd type="triangle" w="sm" len="lg"/>
          </a:ln>
          <a:extLst>
            <a:ext uri="{909E8E84-426E-40DD-AFC4-6F175D3DCCD1}">
              <a14:hiddenFill xmlns:a14="http://schemas.microsoft.com/office/drawing/2010/main">
                <a:noFill/>
              </a14:hiddenFill>
            </a:ext>
          </a:extLst>
        </p:spPr>
        <p:txBody>
          <a:bodyPr/>
          <a:lstStyle/>
          <a:p>
            <a:endParaRPr lang="zh-CN" altLang="en-US"/>
          </a:p>
        </p:txBody>
      </p:sp>
      <p:sp>
        <p:nvSpPr>
          <p:cNvPr id="142339" name="Text Box 17">
            <a:extLst>
              <a:ext uri="{FF2B5EF4-FFF2-40B4-BE49-F238E27FC236}">
                <a16:creationId xmlns:a16="http://schemas.microsoft.com/office/drawing/2014/main" id="{CFB78A11-5BD4-EE48-9BC1-F2FA44A8A3F3}"/>
              </a:ext>
            </a:extLst>
          </p:cNvPr>
          <p:cNvSpPr txBox="1">
            <a:spLocks noChangeArrowheads="1"/>
          </p:cNvSpPr>
          <p:nvPr/>
        </p:nvSpPr>
        <p:spPr bwMode="auto">
          <a:xfrm>
            <a:off x="1656160" y="2309812"/>
            <a:ext cx="992579" cy="41549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solidFill>
                  <a:srgbClr val="0000CC"/>
                </a:solidFill>
                <a:ea typeface="宋体" panose="02010600030101010101" pitchFamily="2" charset="-122"/>
                <a:cs typeface="黑体" panose="02010609060101010101" pitchFamily="49" charset="-122"/>
              </a:rPr>
              <a:t>网络层</a:t>
            </a:r>
          </a:p>
        </p:txBody>
      </p:sp>
      <p:sp>
        <p:nvSpPr>
          <p:cNvPr id="142340" name="Rectangle 18">
            <a:extLst>
              <a:ext uri="{FF2B5EF4-FFF2-40B4-BE49-F238E27FC236}">
                <a16:creationId xmlns:a16="http://schemas.microsoft.com/office/drawing/2014/main" id="{F8B69F89-98E4-E248-AC1C-A437A797F657}"/>
              </a:ext>
            </a:extLst>
          </p:cNvPr>
          <p:cNvSpPr>
            <a:spLocks noChangeArrowheads="1"/>
          </p:cNvSpPr>
          <p:nvPr/>
        </p:nvSpPr>
        <p:spPr bwMode="auto">
          <a:xfrm>
            <a:off x="2574132" y="1707357"/>
            <a:ext cx="4536281" cy="1674019"/>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2100">
                <a:solidFill>
                  <a:srgbClr val="0000CC"/>
                </a:solidFill>
                <a:latin typeface="Tahoma" panose="020B0604030504040204" pitchFamily="34" charset="0"/>
                <a:ea typeface="宋体" panose="02010600030101010101" pitchFamily="2" charset="-122"/>
                <a:cs typeface="黑体" panose="02010609060101010101" pitchFamily="49" charset="-122"/>
              </a:rPr>
              <a:t>ARP</a:t>
            </a:r>
          </a:p>
          <a:p>
            <a:pPr algn="ctr" eaLnBrk="1" hangingPunct="1">
              <a:spcBef>
                <a:spcPct val="0"/>
              </a:spcBef>
              <a:buClrTx/>
              <a:buSzTx/>
              <a:buFontTx/>
              <a:buNone/>
            </a:pPr>
            <a:endParaRPr lang="en-US" altLang="zh-CN"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2341" name="Text Box 19">
            <a:extLst>
              <a:ext uri="{FF2B5EF4-FFF2-40B4-BE49-F238E27FC236}">
                <a16:creationId xmlns:a16="http://schemas.microsoft.com/office/drawing/2014/main" id="{FEAFF10C-3AF8-9E42-9BD4-1D0F14CD4E91}"/>
              </a:ext>
            </a:extLst>
          </p:cNvPr>
          <p:cNvSpPr txBox="1">
            <a:spLocks noChangeArrowheads="1"/>
          </p:cNvSpPr>
          <p:nvPr/>
        </p:nvSpPr>
        <p:spPr bwMode="auto">
          <a:xfrm>
            <a:off x="6092429" y="2099072"/>
            <a:ext cx="978153" cy="415498"/>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solidFill>
                  <a:srgbClr val="0000CC"/>
                </a:solidFill>
                <a:latin typeface="Arial" panose="020B0604020202020204" pitchFamily="34" charset="0"/>
                <a:ea typeface="宋体" panose="02010600030101010101" pitchFamily="2" charset="-122"/>
                <a:cs typeface="黑体" panose="02010609060101010101" pitchFamily="49" charset="-122"/>
              </a:rPr>
              <a:t>IP</a:t>
            </a:r>
            <a:r>
              <a:rPr lang="zh-CN" altLang="en-US" sz="2100">
                <a:solidFill>
                  <a:srgbClr val="0000CC"/>
                </a:solidFill>
                <a:latin typeface="Arial" panose="020B0604020202020204" pitchFamily="34" charset="0"/>
                <a:ea typeface="宋体" panose="02010600030101010101" pitchFamily="2" charset="-122"/>
                <a:cs typeface="黑体" panose="02010609060101010101" pitchFamily="49" charset="-122"/>
              </a:rPr>
              <a:t>地址</a:t>
            </a:r>
          </a:p>
        </p:txBody>
      </p:sp>
      <p:sp>
        <p:nvSpPr>
          <p:cNvPr id="142342" name="Text Box 20">
            <a:extLst>
              <a:ext uri="{FF2B5EF4-FFF2-40B4-BE49-F238E27FC236}">
                <a16:creationId xmlns:a16="http://schemas.microsoft.com/office/drawing/2014/main" id="{FC8FB8AA-E230-CA48-933D-AD39D44EB9FE}"/>
              </a:ext>
            </a:extLst>
          </p:cNvPr>
          <p:cNvSpPr txBox="1">
            <a:spLocks noChangeArrowheads="1"/>
          </p:cNvSpPr>
          <p:nvPr/>
        </p:nvSpPr>
        <p:spPr bwMode="auto">
          <a:xfrm>
            <a:off x="5922169" y="3856435"/>
            <a:ext cx="1261884"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solidFill>
                  <a:srgbClr val="0000CC"/>
                </a:solidFill>
                <a:ea typeface="宋体" panose="02010600030101010101" pitchFamily="2" charset="-122"/>
                <a:cs typeface="黑体" panose="02010609060101010101" pitchFamily="49" charset="-122"/>
              </a:rPr>
              <a:t>硬件地址</a:t>
            </a:r>
          </a:p>
        </p:txBody>
      </p:sp>
      <p:sp>
        <p:nvSpPr>
          <p:cNvPr id="377878" name="Rectangle 22">
            <a:extLst>
              <a:ext uri="{FF2B5EF4-FFF2-40B4-BE49-F238E27FC236}">
                <a16:creationId xmlns:a16="http://schemas.microsoft.com/office/drawing/2014/main" id="{938BB019-D866-264D-8ADC-812DF6B0FB05}"/>
              </a:ext>
            </a:extLst>
          </p:cNvPr>
          <p:cNvSpPr>
            <a:spLocks noChangeArrowheads="1"/>
          </p:cNvSpPr>
          <p:nvPr/>
        </p:nvSpPr>
        <p:spPr bwMode="auto">
          <a:xfrm>
            <a:off x="3977879" y="2085975"/>
            <a:ext cx="1835944" cy="846535"/>
          </a:xfrm>
          <a:prstGeom prst="rect">
            <a:avLst/>
          </a:prstGeom>
          <a:solidFill>
            <a:srgbClr val="CCECFF"/>
          </a:solidFill>
          <a:ln w="9525">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lang="en-US" altLang="zh-CN">
                <a:solidFill>
                  <a:srgbClr val="0000CC"/>
                </a:solidFill>
                <a:latin typeface="Arial" charset="0"/>
                <a:ea typeface="宋体" charset="-122"/>
                <a:cs typeface="+mn-cs"/>
              </a:rPr>
              <a:t>IP</a:t>
            </a:r>
          </a:p>
        </p:txBody>
      </p:sp>
      <p:sp>
        <p:nvSpPr>
          <p:cNvPr id="377880" name="Rectangle 24">
            <a:extLst>
              <a:ext uri="{FF2B5EF4-FFF2-40B4-BE49-F238E27FC236}">
                <a16:creationId xmlns:a16="http://schemas.microsoft.com/office/drawing/2014/main" id="{FDCFCE9B-37E6-BD40-9DC7-EAFD84611BF6}"/>
              </a:ext>
            </a:extLst>
          </p:cNvPr>
          <p:cNvSpPr>
            <a:spLocks noChangeArrowheads="1"/>
          </p:cNvSpPr>
          <p:nvPr/>
        </p:nvSpPr>
        <p:spPr bwMode="auto">
          <a:xfrm>
            <a:off x="3331369" y="1762126"/>
            <a:ext cx="539354" cy="232172"/>
          </a:xfrm>
          <a:prstGeom prst="rect">
            <a:avLst/>
          </a:prstGeom>
          <a:solidFill>
            <a:srgbClr val="CCECFF"/>
          </a:solidFill>
          <a:ln w="9525">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lang="en-US" altLang="zh-CN" sz="1350">
                <a:solidFill>
                  <a:srgbClr val="0000CC"/>
                </a:solidFill>
                <a:latin typeface="Arial" charset="0"/>
                <a:ea typeface="宋体" charset="-122"/>
              </a:rPr>
              <a:t>IGMP</a:t>
            </a:r>
          </a:p>
        </p:txBody>
      </p:sp>
      <p:sp>
        <p:nvSpPr>
          <p:cNvPr id="142345" name="Freeform 25">
            <a:extLst>
              <a:ext uri="{FF2B5EF4-FFF2-40B4-BE49-F238E27FC236}">
                <a16:creationId xmlns:a16="http://schemas.microsoft.com/office/drawing/2014/main" id="{874E58C1-20DB-4B4A-BD7D-D66CC3E6EC69}"/>
              </a:ext>
            </a:extLst>
          </p:cNvPr>
          <p:cNvSpPr>
            <a:spLocks/>
          </p:cNvSpPr>
          <p:nvPr/>
        </p:nvSpPr>
        <p:spPr bwMode="auto">
          <a:xfrm>
            <a:off x="5815012" y="2518172"/>
            <a:ext cx="701279" cy="594122"/>
          </a:xfrm>
          <a:custGeom>
            <a:avLst/>
            <a:gdLst>
              <a:gd name="T0" fmla="*/ 0 w 500"/>
              <a:gd name="T1" fmla="*/ 0 h 203"/>
              <a:gd name="T2" fmla="*/ 2147483646 w 500"/>
              <a:gd name="T3" fmla="*/ 0 h 203"/>
              <a:gd name="T4" fmla="*/ 2147483646 w 500"/>
              <a:gd name="T5" fmla="*/ 2147483646 h 203"/>
              <a:gd name="T6" fmla="*/ 0 60000 65536"/>
              <a:gd name="T7" fmla="*/ 0 60000 65536"/>
              <a:gd name="T8" fmla="*/ 0 60000 65536"/>
            </a:gdLst>
            <a:ahLst/>
            <a:cxnLst>
              <a:cxn ang="T6">
                <a:pos x="T0" y="T1"/>
              </a:cxn>
              <a:cxn ang="T7">
                <a:pos x="T2" y="T3"/>
              </a:cxn>
              <a:cxn ang="T8">
                <a:pos x="T4" y="T5"/>
              </a:cxn>
            </a:cxnLst>
            <a:rect l="0" t="0" r="r" b="b"/>
            <a:pathLst>
              <a:path w="500" h="203">
                <a:moveTo>
                  <a:pt x="0" y="0"/>
                </a:moveTo>
                <a:lnTo>
                  <a:pt x="497" y="0"/>
                </a:lnTo>
                <a:lnTo>
                  <a:pt x="500" y="203"/>
                </a:lnTo>
              </a:path>
            </a:pathLst>
          </a:custGeom>
          <a:solidFill>
            <a:srgbClr val="FFFF99"/>
          </a:solidFill>
          <a:ln w="57150" cmpd="sng">
            <a:solidFill>
              <a:schemeClr val="hlink"/>
            </a:solidFill>
            <a:round/>
            <a:headEnd type="none" w="med" len="med"/>
            <a:tailEnd type="triangle" w="med" len="med"/>
          </a:ln>
        </p:spPr>
        <p:txBody>
          <a:bodyPr/>
          <a:lstStyle/>
          <a:p>
            <a:endParaRPr lang="zh-CN" altLang="en-US"/>
          </a:p>
        </p:txBody>
      </p:sp>
      <p:sp>
        <p:nvSpPr>
          <p:cNvPr id="142346" name="Line 26">
            <a:extLst>
              <a:ext uri="{FF2B5EF4-FFF2-40B4-BE49-F238E27FC236}">
                <a16:creationId xmlns:a16="http://schemas.microsoft.com/office/drawing/2014/main" id="{0EB71857-7C14-F142-8CC0-FAF109BC9015}"/>
              </a:ext>
            </a:extLst>
          </p:cNvPr>
          <p:cNvSpPr>
            <a:spLocks noChangeShapeType="1"/>
          </p:cNvSpPr>
          <p:nvPr/>
        </p:nvSpPr>
        <p:spPr bwMode="auto">
          <a:xfrm>
            <a:off x="6516291" y="3327797"/>
            <a:ext cx="0" cy="594122"/>
          </a:xfrm>
          <a:prstGeom prst="line">
            <a:avLst/>
          </a:prstGeom>
          <a:noFill/>
          <a:ln w="57150">
            <a:solidFill>
              <a:schemeClr val="hlink"/>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377885" name="Rectangle 29">
            <a:extLst>
              <a:ext uri="{FF2B5EF4-FFF2-40B4-BE49-F238E27FC236}">
                <a16:creationId xmlns:a16="http://schemas.microsoft.com/office/drawing/2014/main" id="{3F36293A-0E80-BE40-B7D3-D7957C798BAA}"/>
              </a:ext>
            </a:extLst>
          </p:cNvPr>
          <p:cNvSpPr>
            <a:spLocks noChangeArrowheads="1"/>
          </p:cNvSpPr>
          <p:nvPr/>
        </p:nvSpPr>
        <p:spPr bwMode="auto">
          <a:xfrm>
            <a:off x="2736056" y="1762126"/>
            <a:ext cx="539354" cy="232172"/>
          </a:xfrm>
          <a:prstGeom prst="rect">
            <a:avLst/>
          </a:prstGeom>
          <a:solidFill>
            <a:srgbClr val="CCECFF"/>
          </a:solidFill>
          <a:ln w="9525">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lang="en-US" altLang="zh-CN" sz="1350">
                <a:solidFill>
                  <a:srgbClr val="0000CC"/>
                </a:solidFill>
                <a:latin typeface="Arial" charset="0"/>
                <a:ea typeface="宋体" charset="-122"/>
              </a:rPr>
              <a:t>ICMP</a:t>
            </a:r>
          </a:p>
        </p:txBody>
      </p:sp>
      <p:sp>
        <p:nvSpPr>
          <p:cNvPr id="377886" name="Rectangle 30">
            <a:extLst>
              <a:ext uri="{FF2B5EF4-FFF2-40B4-BE49-F238E27FC236}">
                <a16:creationId xmlns:a16="http://schemas.microsoft.com/office/drawing/2014/main" id="{F6D693CC-948E-0E4E-874B-038E9BC138B2}"/>
              </a:ext>
            </a:extLst>
          </p:cNvPr>
          <p:cNvSpPr>
            <a:spLocks noChangeArrowheads="1"/>
          </p:cNvSpPr>
          <p:nvPr/>
        </p:nvSpPr>
        <p:spPr bwMode="auto">
          <a:xfrm>
            <a:off x="6246019" y="3112294"/>
            <a:ext cx="539354" cy="232172"/>
          </a:xfrm>
          <a:prstGeom prst="rect">
            <a:avLst/>
          </a:prstGeom>
          <a:solidFill>
            <a:srgbClr val="CCECFF"/>
          </a:solidFill>
          <a:ln w="9525">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lang="en-US" altLang="zh-CN" sz="1350">
                <a:solidFill>
                  <a:srgbClr val="0000CC"/>
                </a:solidFill>
                <a:latin typeface="Arial" charset="0"/>
                <a:ea typeface="宋体" charset="-122"/>
              </a:rPr>
              <a:t>ARP</a:t>
            </a:r>
          </a:p>
        </p:txBody>
      </p:sp>
      <p:sp>
        <p:nvSpPr>
          <p:cNvPr id="142349" name="幻灯片编号占位符 1">
            <a:extLst>
              <a:ext uri="{FF2B5EF4-FFF2-40B4-BE49-F238E27FC236}">
                <a16:creationId xmlns:a16="http://schemas.microsoft.com/office/drawing/2014/main" id="{4D314902-FC9E-3248-ACFE-AC0BD472E5B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ABAC723-C179-EB43-80ED-268C0FB36D5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55404009"/>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5" name="Rectangle 2">
            <a:extLst>
              <a:ext uri="{FF2B5EF4-FFF2-40B4-BE49-F238E27FC236}">
                <a16:creationId xmlns:a16="http://schemas.microsoft.com/office/drawing/2014/main" id="{10C2F488-FB90-6848-B7B0-46EEE89669D1}"/>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地址解析协议 </a:t>
            </a:r>
            <a:r>
              <a:rPr lang="en-US" altLang="zh-CN" dirty="0">
                <a:latin typeface="Times New Roman" panose="02020603050405020304" pitchFamily="18" charset="0"/>
                <a:ea typeface="宋体" panose="02010600030101010101" pitchFamily="2" charset="-122"/>
              </a:rPr>
              <a:t>ARP</a:t>
            </a:r>
          </a:p>
        </p:txBody>
      </p:sp>
      <p:sp>
        <p:nvSpPr>
          <p:cNvPr id="974851" name="Rectangle 3">
            <a:extLst>
              <a:ext uri="{FF2B5EF4-FFF2-40B4-BE49-F238E27FC236}">
                <a16:creationId xmlns:a16="http://schemas.microsoft.com/office/drawing/2014/main" id="{65C74BF0-5DB4-0C43-9085-283CC717C19C}"/>
              </a:ext>
            </a:extLst>
          </p:cNvPr>
          <p:cNvSpPr>
            <a:spLocks noGrp="1" noChangeArrowheads="1"/>
          </p:cNvSpPr>
          <p:nvPr>
            <p:ph type="body" idx="1"/>
          </p:nvPr>
        </p:nvSpPr>
        <p:spPr>
          <a:xfrm>
            <a:off x="133563" y="1113235"/>
            <a:ext cx="8804953" cy="3564731"/>
          </a:xfrm>
        </p:spPr>
        <p:txBody>
          <a:bodyPr/>
          <a:lstStyle/>
          <a:p>
            <a:pPr eaLnBrk="1" hangingPunct="1">
              <a:lnSpc>
                <a:spcPct val="90000"/>
              </a:lnSpc>
            </a:pPr>
            <a:r>
              <a:rPr lang="zh-CN" altLang="en-US" sz="2100" dirty="0">
                <a:ea typeface="宋体" panose="02010600030101010101" pitchFamily="2" charset="-122"/>
              </a:rPr>
              <a:t>不管网络层使用的是什么协议，在实际网络的链路上传送数据帧时，</a:t>
            </a:r>
            <a:r>
              <a:rPr lang="zh-CN" altLang="en-US" sz="2100" dirty="0">
                <a:solidFill>
                  <a:srgbClr val="FF0000"/>
                </a:solidFill>
                <a:ea typeface="宋体" panose="02010600030101010101" pitchFamily="2" charset="-122"/>
              </a:rPr>
              <a:t>最终</a:t>
            </a:r>
            <a:r>
              <a:rPr lang="zh-CN" altLang="en-US" sz="2100" dirty="0">
                <a:ea typeface="宋体" panose="02010600030101010101" pitchFamily="2" charset="-122"/>
              </a:rPr>
              <a:t>还是必须</a:t>
            </a:r>
            <a:r>
              <a:rPr lang="zh-CN" altLang="en-US" sz="2100" dirty="0">
                <a:solidFill>
                  <a:srgbClr val="FF0000"/>
                </a:solidFill>
                <a:ea typeface="宋体" panose="02010600030101010101" pitchFamily="2" charset="-122"/>
              </a:rPr>
              <a:t>使用硬件地址</a:t>
            </a:r>
            <a:r>
              <a:rPr lang="zh-CN" altLang="en-US" sz="2100" dirty="0">
                <a:ea typeface="宋体" panose="02010600030101010101" pitchFamily="2" charset="-122"/>
              </a:rPr>
              <a:t>。 </a:t>
            </a:r>
          </a:p>
          <a:p>
            <a:pPr eaLnBrk="1" hangingPunct="1">
              <a:lnSpc>
                <a:spcPct val="90000"/>
              </a:lnSpc>
            </a:pPr>
            <a:r>
              <a:rPr lang="zh-CN" altLang="en-US" sz="2100" dirty="0">
                <a:ea typeface="宋体" panose="02010600030101010101" pitchFamily="2" charset="-122"/>
              </a:rPr>
              <a:t>每一个主机都设有一个 </a:t>
            </a:r>
            <a:r>
              <a:rPr lang="en-US" altLang="zh-CN" sz="2100" dirty="0">
                <a:ea typeface="宋体" panose="02010600030101010101" pitchFamily="2" charset="-122"/>
              </a:rPr>
              <a:t>ARP </a:t>
            </a:r>
            <a:r>
              <a:rPr lang="zh-CN" altLang="en-US" sz="2100" dirty="0">
                <a:ea typeface="宋体" panose="02010600030101010101" pitchFamily="2" charset="-122"/>
              </a:rPr>
              <a:t>高速缓存</a:t>
            </a:r>
            <a:r>
              <a:rPr lang="en-US" altLang="zh-CN" sz="2100" dirty="0">
                <a:ea typeface="宋体" panose="02010600030101010101" pitchFamily="2" charset="-122"/>
              </a:rPr>
              <a:t>(ARP cache)</a:t>
            </a:r>
            <a:r>
              <a:rPr lang="zh-CN" altLang="en-US" sz="2100" dirty="0">
                <a:ea typeface="宋体" panose="02010600030101010101" pitchFamily="2" charset="-122"/>
              </a:rPr>
              <a:t>，里面有所在的局域网上的各主机和路由器</a:t>
            </a:r>
            <a:r>
              <a:rPr lang="zh-CN" altLang="en-US" sz="2100" dirty="0">
                <a:solidFill>
                  <a:srgbClr val="FF0000"/>
                </a:solidFill>
                <a:ea typeface="宋体" panose="02010600030101010101" pitchFamily="2" charset="-122"/>
              </a:rPr>
              <a:t>的 </a:t>
            </a:r>
            <a:r>
              <a:rPr lang="en-US" altLang="zh-CN" sz="2100" dirty="0">
                <a:solidFill>
                  <a:srgbClr val="FF0000"/>
                </a:solidFill>
                <a:ea typeface="宋体" panose="02010600030101010101" pitchFamily="2" charset="-122"/>
              </a:rPr>
              <a:t>IP </a:t>
            </a:r>
            <a:r>
              <a:rPr lang="zh-CN" altLang="en-US" sz="2100" dirty="0">
                <a:solidFill>
                  <a:srgbClr val="FF0000"/>
                </a:solidFill>
                <a:ea typeface="宋体" panose="02010600030101010101" pitchFamily="2" charset="-122"/>
              </a:rPr>
              <a:t>地址到硬件地址的映射表</a:t>
            </a:r>
            <a:r>
              <a:rPr lang="zh-CN" altLang="en-US" sz="2100" dirty="0">
                <a:ea typeface="宋体" panose="02010600030101010101" pitchFamily="2" charset="-122"/>
              </a:rPr>
              <a:t>。</a:t>
            </a:r>
          </a:p>
          <a:p>
            <a:pPr eaLnBrk="1" hangingPunct="1">
              <a:lnSpc>
                <a:spcPct val="90000"/>
              </a:lnSpc>
            </a:pPr>
            <a:r>
              <a:rPr lang="zh-CN" altLang="en-US" sz="2100" dirty="0">
                <a:ea typeface="宋体" panose="02010600030101010101" pitchFamily="2" charset="-122"/>
              </a:rPr>
              <a:t>当主机 </a:t>
            </a:r>
            <a:r>
              <a:rPr lang="en-US" altLang="zh-CN" sz="2100" dirty="0">
                <a:ea typeface="宋体" panose="02010600030101010101" pitchFamily="2" charset="-122"/>
              </a:rPr>
              <a:t>A </a:t>
            </a:r>
            <a:r>
              <a:rPr lang="zh-CN" altLang="en-US" sz="2100" dirty="0">
                <a:ea typeface="宋体" panose="02010600030101010101" pitchFamily="2" charset="-122"/>
              </a:rPr>
              <a:t>欲向本局域网上的某个主机 </a:t>
            </a:r>
            <a:r>
              <a:rPr lang="en-US" altLang="zh-CN" sz="2100" dirty="0">
                <a:ea typeface="宋体" panose="02010600030101010101" pitchFamily="2" charset="-122"/>
              </a:rPr>
              <a:t>B </a:t>
            </a:r>
            <a:r>
              <a:rPr lang="zh-CN" altLang="en-US" sz="2100" dirty="0">
                <a:ea typeface="宋体" panose="02010600030101010101" pitchFamily="2" charset="-122"/>
              </a:rPr>
              <a:t>发送 </a:t>
            </a:r>
            <a:r>
              <a:rPr lang="en-US" altLang="zh-CN" sz="2100" dirty="0">
                <a:ea typeface="宋体" panose="02010600030101010101" pitchFamily="2" charset="-122"/>
              </a:rPr>
              <a:t>IP </a:t>
            </a:r>
            <a:r>
              <a:rPr lang="zh-CN" altLang="en-US" sz="2100" dirty="0">
                <a:ea typeface="宋体" panose="02010600030101010101" pitchFamily="2" charset="-122"/>
              </a:rPr>
              <a:t>数据报时，就先在其 </a:t>
            </a:r>
            <a:r>
              <a:rPr lang="en-US" altLang="zh-CN" sz="2100" dirty="0">
                <a:ea typeface="宋体" panose="02010600030101010101" pitchFamily="2" charset="-122"/>
              </a:rPr>
              <a:t>ARP </a:t>
            </a:r>
            <a:r>
              <a:rPr lang="zh-CN" altLang="en-US" sz="2100" dirty="0">
                <a:ea typeface="宋体" panose="02010600030101010101" pitchFamily="2" charset="-122"/>
              </a:rPr>
              <a:t>高速缓存中查看有无主机 </a:t>
            </a:r>
            <a:r>
              <a:rPr lang="en-US" altLang="zh-CN" sz="2100" dirty="0">
                <a:ea typeface="宋体" panose="02010600030101010101" pitchFamily="2" charset="-122"/>
              </a:rPr>
              <a:t>B </a:t>
            </a:r>
            <a:r>
              <a:rPr lang="zh-CN" altLang="en-US" sz="2100" dirty="0">
                <a:ea typeface="宋体" panose="02010600030101010101" pitchFamily="2" charset="-122"/>
              </a:rPr>
              <a:t>的 </a:t>
            </a:r>
            <a:r>
              <a:rPr lang="en-US" altLang="zh-CN" sz="2100" dirty="0">
                <a:ea typeface="宋体" panose="02010600030101010101" pitchFamily="2" charset="-122"/>
              </a:rPr>
              <a:t>IP </a:t>
            </a:r>
            <a:r>
              <a:rPr lang="zh-CN" altLang="en-US" sz="2100" dirty="0">
                <a:ea typeface="宋体" panose="02010600030101010101" pitchFamily="2" charset="-122"/>
              </a:rPr>
              <a:t>地址。如有，就可查出其对应的硬件地址，再将此硬件地址写入 </a:t>
            </a:r>
            <a:r>
              <a:rPr lang="en-US" altLang="zh-CN" sz="2100" dirty="0">
                <a:ea typeface="宋体" panose="02010600030101010101" pitchFamily="2" charset="-122"/>
              </a:rPr>
              <a:t>MAC </a:t>
            </a:r>
            <a:r>
              <a:rPr lang="zh-CN" altLang="en-US" sz="2100" dirty="0">
                <a:ea typeface="宋体" panose="02010600030101010101" pitchFamily="2" charset="-122"/>
              </a:rPr>
              <a:t>帧，然后通过局域网将该 </a:t>
            </a:r>
            <a:r>
              <a:rPr lang="en-US" altLang="zh-CN" sz="2100" dirty="0">
                <a:ea typeface="宋体" panose="02010600030101010101" pitchFamily="2" charset="-122"/>
              </a:rPr>
              <a:t>MAC </a:t>
            </a:r>
            <a:r>
              <a:rPr lang="zh-CN" altLang="en-US" sz="2100" dirty="0">
                <a:ea typeface="宋体" panose="02010600030101010101" pitchFamily="2" charset="-122"/>
              </a:rPr>
              <a:t>帧发往此硬件地址。 </a:t>
            </a:r>
            <a:endParaRPr lang="en-US" altLang="zh-CN" sz="2100" dirty="0">
              <a:ea typeface="宋体" panose="02010600030101010101" pitchFamily="2" charset="-122"/>
            </a:endParaRPr>
          </a:p>
          <a:p>
            <a:pPr eaLnBrk="1" hangingPunct="1">
              <a:lnSpc>
                <a:spcPct val="90000"/>
              </a:lnSpc>
            </a:pPr>
            <a:r>
              <a:rPr lang="zh-CN" altLang="en-US" sz="2100" dirty="0">
                <a:ea typeface="宋体" panose="02010600030101010101" pitchFamily="2" charset="-122"/>
              </a:rPr>
              <a:t>如果</a:t>
            </a:r>
            <a:r>
              <a:rPr lang="en-US" altLang="zh-CN" sz="2100" dirty="0">
                <a:ea typeface="宋体" panose="02010600030101010101" pitchFamily="2" charset="-122"/>
              </a:rPr>
              <a:t>ARP</a:t>
            </a:r>
            <a:r>
              <a:rPr lang="zh-CN" altLang="en-US" sz="2100" dirty="0">
                <a:ea typeface="宋体" panose="02010600030101010101" pitchFamily="2" charset="-122"/>
              </a:rPr>
              <a:t>缓存中没有目的主机的</a:t>
            </a:r>
            <a:r>
              <a:rPr lang="en-US" altLang="zh-CN" sz="2100" dirty="0">
                <a:ea typeface="宋体" panose="02010600030101010101" pitchFamily="2" charset="-122"/>
              </a:rPr>
              <a:t>MAC</a:t>
            </a:r>
            <a:r>
              <a:rPr lang="zh-CN" altLang="en-US" sz="2100" dirty="0">
                <a:ea typeface="宋体" panose="02010600030101010101" pitchFamily="2" charset="-122"/>
              </a:rPr>
              <a:t>地址怎么办？ </a:t>
            </a:r>
          </a:p>
        </p:txBody>
      </p:sp>
      <p:sp>
        <p:nvSpPr>
          <p:cNvPr id="144387" name="幻灯片编号占位符 1">
            <a:extLst>
              <a:ext uri="{FF2B5EF4-FFF2-40B4-BE49-F238E27FC236}">
                <a16:creationId xmlns:a16="http://schemas.microsoft.com/office/drawing/2014/main" id="{8ADA883C-B735-7E48-A3E6-2729A8091505}"/>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4C70237-F90F-5841-A104-46473AEF9731}"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36454628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7485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74851">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74851">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4851" grpId="0" build="p"/>
    </p:bldLst>
  </p:timing>
</p:sld>
</file>

<file path=ppt/slides/slide6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46433" name="Rectangle 105">
            <a:extLst>
              <a:ext uri="{FF2B5EF4-FFF2-40B4-BE49-F238E27FC236}">
                <a16:creationId xmlns:a16="http://schemas.microsoft.com/office/drawing/2014/main" id="{159D4835-74F9-8840-8D80-D7770CED57CF}"/>
              </a:ext>
            </a:extLst>
          </p:cNvPr>
          <p:cNvSpPr>
            <a:spLocks noChangeArrowheads="1"/>
          </p:cNvSpPr>
          <p:nvPr/>
        </p:nvSpPr>
        <p:spPr bwMode="auto">
          <a:xfrm>
            <a:off x="1143000" y="0"/>
            <a:ext cx="6858000" cy="2625329"/>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146434" name="Group 94">
            <a:extLst>
              <a:ext uri="{FF2B5EF4-FFF2-40B4-BE49-F238E27FC236}">
                <a16:creationId xmlns:a16="http://schemas.microsoft.com/office/drawing/2014/main" id="{CB8280C3-5B8C-7142-B050-89A3DFDFC2BE}"/>
              </a:ext>
            </a:extLst>
          </p:cNvPr>
          <p:cNvGrpSpPr>
            <a:grpSpLocks/>
          </p:cNvGrpSpPr>
          <p:nvPr/>
        </p:nvGrpSpPr>
        <p:grpSpPr bwMode="auto">
          <a:xfrm>
            <a:off x="3920729" y="3595687"/>
            <a:ext cx="1193006" cy="322660"/>
            <a:chOff x="249" y="663"/>
            <a:chExt cx="1002" cy="271"/>
          </a:xfrm>
        </p:grpSpPr>
        <p:sp>
          <p:nvSpPr>
            <p:cNvPr id="146495" name="AutoShape 95">
              <a:extLst>
                <a:ext uri="{FF2B5EF4-FFF2-40B4-BE49-F238E27FC236}">
                  <a16:creationId xmlns:a16="http://schemas.microsoft.com/office/drawing/2014/main" id="{ABE62B40-2524-2449-BE87-B24BEA85CD4D}"/>
                </a:ext>
              </a:extLst>
            </p:cNvPr>
            <p:cNvSpPr>
              <a:spLocks noChangeArrowheads="1"/>
            </p:cNvSpPr>
            <p:nvPr/>
          </p:nvSpPr>
          <p:spPr bwMode="auto">
            <a:xfrm flipH="1">
              <a:off x="249" y="709"/>
              <a:ext cx="138" cy="139"/>
            </a:xfrm>
            <a:prstGeom prst="rightArrow">
              <a:avLst>
                <a:gd name="adj1" fmla="val 50000"/>
                <a:gd name="adj2" fmla="val 25000"/>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19232" name="Text Box 96">
              <a:extLst>
                <a:ext uri="{FF2B5EF4-FFF2-40B4-BE49-F238E27FC236}">
                  <a16:creationId xmlns:a16="http://schemas.microsoft.com/office/drawing/2014/main" id="{4BCA0A4D-FF7F-CD43-B1BF-F097F25C6B65}"/>
                </a:ext>
              </a:extLst>
            </p:cNvPr>
            <p:cNvSpPr txBox="1">
              <a:spLocks noChangeArrowheads="1"/>
            </p:cNvSpPr>
            <p:nvPr/>
          </p:nvSpPr>
          <p:spPr bwMode="auto">
            <a:xfrm flipH="1">
              <a:off x="386" y="663"/>
              <a:ext cx="865" cy="271"/>
            </a:xfrm>
            <a:prstGeom prst="rect">
              <a:avLst/>
            </a:prstGeom>
            <a:solidFill>
              <a:srgbClr val="FFCCFF"/>
            </a:solidFill>
            <a:ln w="12700">
              <a:solidFill>
                <a:schemeClr val="tx1"/>
              </a:solidFill>
              <a:miter lim="800000"/>
              <a:headEnd/>
              <a:tailEnd/>
            </a:ln>
            <a:effectLst>
              <a:outerShdw blurRad="63500" dist="38099" dir="2700000" algn="ctr" rotWithShape="0">
                <a:schemeClr val="bg2">
                  <a:alpha val="74997"/>
                </a:schemeClr>
              </a:outerShdw>
            </a:effectLst>
          </p:spPr>
          <p:txBody>
            <a:bodyPr>
              <a:spAutoFit/>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r>
                <a:rPr kumimoji="1" lang="en-US" altLang="zh-CN" sz="1500">
                  <a:solidFill>
                    <a:srgbClr val="333399"/>
                  </a:solidFill>
                  <a:latin typeface="Arial" panose="020B0604020202020204" pitchFamily="34" charset="0"/>
                  <a:ea typeface="宋体" panose="02010600030101010101" pitchFamily="2" charset="-122"/>
                </a:rPr>
                <a:t>ARP </a:t>
              </a:r>
              <a:r>
                <a:rPr kumimoji="1" lang="zh-CN" altLang="en-US" sz="1500">
                  <a:solidFill>
                    <a:srgbClr val="333399"/>
                  </a:solidFill>
                  <a:latin typeface="Arial" panose="020B0604020202020204" pitchFamily="34" charset="0"/>
                  <a:ea typeface="宋体" panose="02010600030101010101" pitchFamily="2" charset="-122"/>
                </a:rPr>
                <a:t>响应</a:t>
              </a:r>
            </a:p>
          </p:txBody>
        </p:sp>
      </p:grpSp>
      <p:sp>
        <p:nvSpPr>
          <p:cNvPr id="146435" name="Line 7">
            <a:extLst>
              <a:ext uri="{FF2B5EF4-FFF2-40B4-BE49-F238E27FC236}">
                <a16:creationId xmlns:a16="http://schemas.microsoft.com/office/drawing/2014/main" id="{60666A1E-3CEF-CB4F-ACB8-3DCF347F3A5E}"/>
              </a:ext>
            </a:extLst>
          </p:cNvPr>
          <p:cNvSpPr>
            <a:spLocks noChangeShapeType="1"/>
          </p:cNvSpPr>
          <p:nvPr/>
        </p:nvSpPr>
        <p:spPr bwMode="auto">
          <a:xfrm rot="5400000">
            <a:off x="2475310" y="1733551"/>
            <a:ext cx="440531"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36" name="Line 8">
            <a:extLst>
              <a:ext uri="{FF2B5EF4-FFF2-40B4-BE49-F238E27FC236}">
                <a16:creationId xmlns:a16="http://schemas.microsoft.com/office/drawing/2014/main" id="{4185FC15-CB7E-F542-9EF2-61F76D85FFA4}"/>
              </a:ext>
            </a:extLst>
          </p:cNvPr>
          <p:cNvSpPr>
            <a:spLocks noChangeShapeType="1"/>
          </p:cNvSpPr>
          <p:nvPr/>
        </p:nvSpPr>
        <p:spPr bwMode="auto">
          <a:xfrm rot="5400000">
            <a:off x="3986808" y="1727002"/>
            <a:ext cx="441722"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37" name="Line 9">
            <a:extLst>
              <a:ext uri="{FF2B5EF4-FFF2-40B4-BE49-F238E27FC236}">
                <a16:creationId xmlns:a16="http://schemas.microsoft.com/office/drawing/2014/main" id="{C2415C59-CD49-0848-BF25-7D25EE4973BF}"/>
              </a:ext>
            </a:extLst>
          </p:cNvPr>
          <p:cNvSpPr>
            <a:spLocks noChangeShapeType="1"/>
          </p:cNvSpPr>
          <p:nvPr/>
        </p:nvSpPr>
        <p:spPr bwMode="auto">
          <a:xfrm rot="5400000">
            <a:off x="5286376" y="1733551"/>
            <a:ext cx="440531"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38" name="Line 10">
            <a:extLst>
              <a:ext uri="{FF2B5EF4-FFF2-40B4-BE49-F238E27FC236}">
                <a16:creationId xmlns:a16="http://schemas.microsoft.com/office/drawing/2014/main" id="{3FC2DE06-BA85-4C4B-87A5-2ADC1AEA0236}"/>
              </a:ext>
            </a:extLst>
          </p:cNvPr>
          <p:cNvSpPr>
            <a:spLocks noChangeShapeType="1"/>
          </p:cNvSpPr>
          <p:nvPr/>
        </p:nvSpPr>
        <p:spPr bwMode="auto">
          <a:xfrm rot="5400000">
            <a:off x="6818710" y="1733551"/>
            <a:ext cx="440531"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39" name="Line 11">
            <a:extLst>
              <a:ext uri="{FF2B5EF4-FFF2-40B4-BE49-F238E27FC236}">
                <a16:creationId xmlns:a16="http://schemas.microsoft.com/office/drawing/2014/main" id="{6A0BF76C-F478-6245-995D-374CD48A9C4D}"/>
              </a:ext>
            </a:extLst>
          </p:cNvPr>
          <p:cNvSpPr>
            <a:spLocks noChangeShapeType="1"/>
          </p:cNvSpPr>
          <p:nvPr/>
        </p:nvSpPr>
        <p:spPr bwMode="auto">
          <a:xfrm rot="5400000">
            <a:off x="1494235" y="1733551"/>
            <a:ext cx="440531"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146440" name="Picture 12">
            <a:extLst>
              <a:ext uri="{FF2B5EF4-FFF2-40B4-BE49-F238E27FC236}">
                <a16:creationId xmlns:a16="http://schemas.microsoft.com/office/drawing/2014/main" id="{08A08BB8-28A8-304A-B2FF-F58AFFFE280D}"/>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1844278"/>
            <a:ext cx="377429"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441" name="Picture 13">
            <a:extLst>
              <a:ext uri="{FF2B5EF4-FFF2-40B4-BE49-F238E27FC236}">
                <a16:creationId xmlns:a16="http://schemas.microsoft.com/office/drawing/2014/main" id="{287088CD-25E3-C84D-86DC-74F22CAE1A3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26694" y="1844278"/>
            <a:ext cx="376238"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442" name="Picture 14">
            <a:extLst>
              <a:ext uri="{FF2B5EF4-FFF2-40B4-BE49-F238E27FC236}">
                <a16:creationId xmlns:a16="http://schemas.microsoft.com/office/drawing/2014/main" id="{1F03D260-6435-4746-97AA-2CF61A6A21A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16141" y="1844278"/>
            <a:ext cx="377428"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443" name="Picture 15">
            <a:extLst>
              <a:ext uri="{FF2B5EF4-FFF2-40B4-BE49-F238E27FC236}">
                <a16:creationId xmlns:a16="http://schemas.microsoft.com/office/drawing/2014/main" id="{DB2D22DE-97AB-3340-B692-CCED631591C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59191" y="1844278"/>
            <a:ext cx="377428"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44" name="Line 16">
            <a:extLst>
              <a:ext uri="{FF2B5EF4-FFF2-40B4-BE49-F238E27FC236}">
                <a16:creationId xmlns:a16="http://schemas.microsoft.com/office/drawing/2014/main" id="{FF2DB3C4-81CC-524A-88A7-3B465ECD5AE4}"/>
              </a:ext>
            </a:extLst>
          </p:cNvPr>
          <p:cNvSpPr>
            <a:spLocks noChangeShapeType="1"/>
          </p:cNvSpPr>
          <p:nvPr/>
        </p:nvSpPr>
        <p:spPr bwMode="auto">
          <a:xfrm>
            <a:off x="1143000" y="1513285"/>
            <a:ext cx="6437710" cy="15478"/>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45" name="Text Box 17">
            <a:extLst>
              <a:ext uri="{FF2B5EF4-FFF2-40B4-BE49-F238E27FC236}">
                <a16:creationId xmlns:a16="http://schemas.microsoft.com/office/drawing/2014/main" id="{2CD18A4F-FBE2-BF49-AAE0-BF8D71BBE571}"/>
              </a:ext>
            </a:extLst>
          </p:cNvPr>
          <p:cNvSpPr txBox="1">
            <a:spLocks noChangeArrowheads="1"/>
          </p:cNvSpPr>
          <p:nvPr/>
        </p:nvSpPr>
        <p:spPr bwMode="auto">
          <a:xfrm>
            <a:off x="2844403" y="1896666"/>
            <a:ext cx="31290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a:t>
            </a:r>
          </a:p>
        </p:txBody>
      </p:sp>
      <p:sp>
        <p:nvSpPr>
          <p:cNvPr id="146446" name="Text Box 18">
            <a:extLst>
              <a:ext uri="{FF2B5EF4-FFF2-40B4-BE49-F238E27FC236}">
                <a16:creationId xmlns:a16="http://schemas.microsoft.com/office/drawing/2014/main" id="{DE4AD1C9-0761-F848-BF4F-6F7A474076D4}"/>
              </a:ext>
            </a:extLst>
          </p:cNvPr>
          <p:cNvSpPr txBox="1">
            <a:spLocks noChangeArrowheads="1"/>
          </p:cNvSpPr>
          <p:nvPr/>
        </p:nvSpPr>
        <p:spPr bwMode="auto">
          <a:xfrm>
            <a:off x="4336256" y="1803798"/>
            <a:ext cx="31290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Y</a:t>
            </a:r>
          </a:p>
        </p:txBody>
      </p:sp>
      <p:sp>
        <p:nvSpPr>
          <p:cNvPr id="146447" name="Text Box 19">
            <a:extLst>
              <a:ext uri="{FF2B5EF4-FFF2-40B4-BE49-F238E27FC236}">
                <a16:creationId xmlns:a16="http://schemas.microsoft.com/office/drawing/2014/main" id="{64642F59-C28E-8C4D-8A11-82DEDD9B35C4}"/>
              </a:ext>
            </a:extLst>
          </p:cNvPr>
          <p:cNvSpPr txBox="1">
            <a:spLocks noChangeArrowheads="1"/>
          </p:cNvSpPr>
          <p:nvPr/>
        </p:nvSpPr>
        <p:spPr bwMode="auto">
          <a:xfrm>
            <a:off x="1849041" y="1803798"/>
            <a:ext cx="31290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X</a:t>
            </a:r>
          </a:p>
        </p:txBody>
      </p:sp>
      <p:sp>
        <p:nvSpPr>
          <p:cNvPr id="146448" name="Text Box 20">
            <a:extLst>
              <a:ext uri="{FF2B5EF4-FFF2-40B4-BE49-F238E27FC236}">
                <a16:creationId xmlns:a16="http://schemas.microsoft.com/office/drawing/2014/main" id="{5E8F9BA1-FC56-9440-B65C-EDD0BF1B92E5}"/>
              </a:ext>
            </a:extLst>
          </p:cNvPr>
          <p:cNvSpPr txBox="1">
            <a:spLocks noChangeArrowheads="1"/>
          </p:cNvSpPr>
          <p:nvPr/>
        </p:nvSpPr>
        <p:spPr bwMode="auto">
          <a:xfrm>
            <a:off x="5641181" y="1896666"/>
            <a:ext cx="31290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a:t>
            </a:r>
          </a:p>
        </p:txBody>
      </p:sp>
      <p:sp>
        <p:nvSpPr>
          <p:cNvPr id="146449" name="Text Box 21">
            <a:extLst>
              <a:ext uri="{FF2B5EF4-FFF2-40B4-BE49-F238E27FC236}">
                <a16:creationId xmlns:a16="http://schemas.microsoft.com/office/drawing/2014/main" id="{34572DDD-CD49-D546-90B8-11CF4CEB0758}"/>
              </a:ext>
            </a:extLst>
          </p:cNvPr>
          <p:cNvSpPr txBox="1">
            <a:spLocks noChangeArrowheads="1"/>
          </p:cNvSpPr>
          <p:nvPr/>
        </p:nvSpPr>
        <p:spPr bwMode="auto">
          <a:xfrm>
            <a:off x="7178278" y="1803798"/>
            <a:ext cx="30168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Z</a:t>
            </a:r>
          </a:p>
        </p:txBody>
      </p:sp>
      <p:sp>
        <p:nvSpPr>
          <p:cNvPr id="219181" name="Text Box 45">
            <a:extLst>
              <a:ext uri="{FF2B5EF4-FFF2-40B4-BE49-F238E27FC236}">
                <a16:creationId xmlns:a16="http://schemas.microsoft.com/office/drawing/2014/main" id="{717254A6-5EC5-E441-8AC5-E4774C11AEDE}"/>
              </a:ext>
            </a:extLst>
          </p:cNvPr>
          <p:cNvSpPr txBox="1">
            <a:spLocks noChangeArrowheads="1"/>
          </p:cNvSpPr>
          <p:nvPr/>
        </p:nvSpPr>
        <p:spPr bwMode="auto">
          <a:xfrm>
            <a:off x="1743696" y="2842023"/>
            <a:ext cx="1877566" cy="590931"/>
          </a:xfrm>
          <a:prstGeom prst="rect">
            <a:avLst/>
          </a:prstGeom>
          <a:solidFill>
            <a:srgbClr val="CCECFF"/>
          </a:solidFill>
          <a:ln w="9525">
            <a:solidFill>
              <a:schemeClr val="tx2"/>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800">
                <a:latin typeface="Arial" panose="020B0604020202020204" pitchFamily="34" charset="0"/>
                <a:ea typeface="宋体" panose="02010600030101010101" pitchFamily="2" charset="-122"/>
                <a:cs typeface="黑体" panose="02010609060101010101" pitchFamily="49" charset="-122"/>
              </a:rPr>
              <a:t>主机 </a:t>
            </a:r>
            <a:r>
              <a:rPr kumimoji="1" lang="en-US" altLang="zh-CN" sz="1800">
                <a:latin typeface="Arial" panose="020B0604020202020204" pitchFamily="34" charset="0"/>
                <a:ea typeface="宋体" panose="02010600030101010101" pitchFamily="2" charset="-122"/>
                <a:cs typeface="黑体" panose="02010609060101010101" pitchFamily="49" charset="-122"/>
              </a:rPr>
              <a:t>B </a:t>
            </a:r>
            <a:r>
              <a:rPr kumimoji="1" lang="zh-CN" altLang="en-US" sz="1800">
                <a:latin typeface="Arial" panose="020B0604020202020204" pitchFamily="34" charset="0"/>
                <a:ea typeface="宋体" panose="02010600030101010101" pitchFamily="2" charset="-122"/>
                <a:cs typeface="黑体" panose="02010609060101010101" pitchFamily="49" charset="-122"/>
              </a:rPr>
              <a:t>向 </a:t>
            </a:r>
            <a:r>
              <a:rPr kumimoji="1" lang="en-US" altLang="zh-CN" sz="1800">
                <a:latin typeface="Arial" panose="020B0604020202020204" pitchFamily="34" charset="0"/>
                <a:ea typeface="宋体" panose="02010600030101010101" pitchFamily="2" charset="-122"/>
                <a:cs typeface="黑体" panose="02010609060101010101" pitchFamily="49" charset="-122"/>
              </a:rPr>
              <a:t>A </a:t>
            </a:r>
            <a:r>
              <a:rPr kumimoji="1" lang="zh-CN" altLang="en-US" sz="1800">
                <a:latin typeface="Arial" panose="020B0604020202020204" pitchFamily="34" charset="0"/>
                <a:ea typeface="宋体" panose="02010600030101010101" pitchFamily="2" charset="-122"/>
                <a:cs typeface="黑体" panose="02010609060101010101" pitchFamily="49" charset="-122"/>
              </a:rPr>
              <a:t>发送</a:t>
            </a:r>
          </a:p>
          <a:p>
            <a:pPr algn="ctr" eaLnBrk="1" hangingPunct="1">
              <a:lnSpc>
                <a:spcPct val="90000"/>
              </a:lnSpc>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ARP </a:t>
            </a:r>
            <a:r>
              <a:rPr kumimoji="1" lang="zh-CN" altLang="en-US" sz="1800">
                <a:latin typeface="Arial" panose="020B0604020202020204" pitchFamily="34" charset="0"/>
                <a:ea typeface="宋体" panose="02010600030101010101" pitchFamily="2" charset="-122"/>
                <a:cs typeface="黑体" panose="02010609060101010101" pitchFamily="49" charset="-122"/>
              </a:rPr>
              <a:t>响应分组 </a:t>
            </a:r>
          </a:p>
        </p:txBody>
      </p:sp>
      <p:sp>
        <p:nvSpPr>
          <p:cNvPr id="219182" name="Text Box 46">
            <a:extLst>
              <a:ext uri="{FF2B5EF4-FFF2-40B4-BE49-F238E27FC236}">
                <a16:creationId xmlns:a16="http://schemas.microsoft.com/office/drawing/2014/main" id="{00593FE8-98DF-5742-B875-5BCE49EFB676}"/>
              </a:ext>
            </a:extLst>
          </p:cNvPr>
          <p:cNvSpPr txBox="1">
            <a:spLocks noChangeArrowheads="1"/>
          </p:cNvSpPr>
          <p:nvPr/>
        </p:nvSpPr>
        <p:spPr bwMode="auto">
          <a:xfrm>
            <a:off x="1297856" y="164307"/>
            <a:ext cx="1826270" cy="590931"/>
          </a:xfrm>
          <a:prstGeom prst="rect">
            <a:avLst/>
          </a:prstGeom>
          <a:solidFill>
            <a:srgbClr val="CCECFF"/>
          </a:solidFill>
          <a:ln w="9525">
            <a:solidFill>
              <a:schemeClr val="tx2"/>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800">
                <a:latin typeface="Arial" panose="020B0604020202020204" pitchFamily="34" charset="0"/>
                <a:ea typeface="宋体" panose="02010600030101010101" pitchFamily="2" charset="-122"/>
                <a:cs typeface="黑体" panose="02010609060101010101" pitchFamily="49" charset="-122"/>
              </a:rPr>
              <a:t>主机 </a:t>
            </a:r>
            <a:r>
              <a:rPr kumimoji="1" lang="en-US" altLang="zh-CN" sz="1800">
                <a:latin typeface="Arial" panose="020B0604020202020204" pitchFamily="34" charset="0"/>
                <a:ea typeface="宋体" panose="02010600030101010101" pitchFamily="2" charset="-122"/>
                <a:cs typeface="黑体" panose="02010609060101010101" pitchFamily="49" charset="-122"/>
              </a:rPr>
              <a:t>A </a:t>
            </a:r>
            <a:r>
              <a:rPr kumimoji="1" lang="zh-CN" altLang="en-US" sz="1800">
                <a:latin typeface="Arial" panose="020B0604020202020204" pitchFamily="34" charset="0"/>
                <a:ea typeface="宋体" panose="02010600030101010101" pitchFamily="2" charset="-122"/>
                <a:cs typeface="黑体" panose="02010609060101010101" pitchFamily="49" charset="-122"/>
              </a:rPr>
              <a:t>广播发送</a:t>
            </a:r>
          </a:p>
          <a:p>
            <a:pPr algn="ctr" eaLnBrk="1" hangingPunct="1">
              <a:lnSpc>
                <a:spcPct val="90000"/>
              </a:lnSpc>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ARP </a:t>
            </a:r>
            <a:r>
              <a:rPr kumimoji="1" lang="zh-CN" altLang="en-US" sz="1800">
                <a:latin typeface="Arial" panose="020B0604020202020204" pitchFamily="34" charset="0"/>
                <a:ea typeface="宋体" panose="02010600030101010101" pitchFamily="2" charset="-122"/>
                <a:cs typeface="黑体" panose="02010609060101010101" pitchFamily="49" charset="-122"/>
              </a:rPr>
              <a:t>请求分组 </a:t>
            </a:r>
          </a:p>
        </p:txBody>
      </p:sp>
      <p:sp>
        <p:nvSpPr>
          <p:cNvPr id="219184" name="Text Box 48">
            <a:extLst>
              <a:ext uri="{FF2B5EF4-FFF2-40B4-BE49-F238E27FC236}">
                <a16:creationId xmlns:a16="http://schemas.microsoft.com/office/drawing/2014/main" id="{B72EC74F-D2CC-0C4B-8B96-14F4A2722F40}"/>
              </a:ext>
            </a:extLst>
          </p:cNvPr>
          <p:cNvSpPr txBox="1">
            <a:spLocks noChangeArrowheads="1"/>
          </p:cNvSpPr>
          <p:nvPr/>
        </p:nvSpPr>
        <p:spPr bwMode="auto">
          <a:xfrm>
            <a:off x="3048000" y="1104900"/>
            <a:ext cx="1014765" cy="323165"/>
          </a:xfrm>
          <a:prstGeom prst="rect">
            <a:avLst/>
          </a:prstGeom>
          <a:solidFill>
            <a:srgbClr val="FFCCFF"/>
          </a:solidFill>
          <a:ln w="12700">
            <a:solidFill>
              <a:schemeClr val="tx1"/>
            </a:solidFill>
            <a:miter lim="800000"/>
            <a:headEnd/>
            <a:tailEnd/>
          </a:ln>
          <a:effectLst>
            <a:outerShdw blurRad="63500" dist="38099" dir="2700000" algn="ctr" rotWithShape="0">
              <a:schemeClr val="bg2">
                <a:alpha val="74997"/>
              </a:schemeClr>
            </a:outerShdw>
          </a:effectLst>
        </p:spPr>
        <p:txBody>
          <a:bodyPr wrap="none">
            <a:spAutoFit/>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r>
              <a:rPr kumimoji="1" lang="en-US" altLang="zh-CN" sz="1500">
                <a:solidFill>
                  <a:srgbClr val="333399"/>
                </a:solidFill>
                <a:latin typeface="Arial" panose="020B0604020202020204" pitchFamily="34" charset="0"/>
                <a:ea typeface="宋体" panose="02010600030101010101" pitchFamily="2" charset="-122"/>
              </a:rPr>
              <a:t>ARP </a:t>
            </a:r>
            <a:r>
              <a:rPr kumimoji="1" lang="zh-CN" altLang="en-US" sz="1500">
                <a:solidFill>
                  <a:srgbClr val="333399"/>
                </a:solidFill>
                <a:latin typeface="Arial" panose="020B0604020202020204" pitchFamily="34" charset="0"/>
                <a:ea typeface="宋体" panose="02010600030101010101" pitchFamily="2" charset="-122"/>
              </a:rPr>
              <a:t>请求</a:t>
            </a:r>
          </a:p>
        </p:txBody>
      </p:sp>
      <p:sp>
        <p:nvSpPr>
          <p:cNvPr id="146453" name="AutoShape 49">
            <a:extLst>
              <a:ext uri="{FF2B5EF4-FFF2-40B4-BE49-F238E27FC236}">
                <a16:creationId xmlns:a16="http://schemas.microsoft.com/office/drawing/2014/main" id="{926B06F8-55F5-4447-88AD-D4ED8CB99514}"/>
              </a:ext>
            </a:extLst>
          </p:cNvPr>
          <p:cNvSpPr>
            <a:spLocks noChangeArrowheads="1"/>
          </p:cNvSpPr>
          <p:nvPr/>
        </p:nvSpPr>
        <p:spPr bwMode="auto">
          <a:xfrm>
            <a:off x="4030267" y="1177529"/>
            <a:ext cx="163115" cy="153590"/>
          </a:xfrm>
          <a:prstGeom prst="rightArrow">
            <a:avLst>
              <a:gd name="adj1" fmla="val 50000"/>
              <a:gd name="adj2" fmla="val 26550"/>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19186" name="Text Box 50">
            <a:extLst>
              <a:ext uri="{FF2B5EF4-FFF2-40B4-BE49-F238E27FC236}">
                <a16:creationId xmlns:a16="http://schemas.microsoft.com/office/drawing/2014/main" id="{AAF3F907-8877-4D4A-9D03-64B79A8C983D}"/>
              </a:ext>
            </a:extLst>
          </p:cNvPr>
          <p:cNvSpPr txBox="1">
            <a:spLocks noChangeArrowheads="1"/>
          </p:cNvSpPr>
          <p:nvPr/>
        </p:nvSpPr>
        <p:spPr bwMode="auto">
          <a:xfrm>
            <a:off x="4491038" y="1104900"/>
            <a:ext cx="1014765" cy="323165"/>
          </a:xfrm>
          <a:prstGeom prst="rect">
            <a:avLst/>
          </a:prstGeom>
          <a:solidFill>
            <a:srgbClr val="FFCCFF"/>
          </a:solidFill>
          <a:ln w="12700">
            <a:solidFill>
              <a:schemeClr val="tx1"/>
            </a:solidFill>
            <a:miter lim="800000"/>
            <a:headEnd/>
            <a:tailEnd/>
          </a:ln>
          <a:effectLst>
            <a:outerShdw blurRad="63500" dist="38099" dir="2700000" algn="ctr" rotWithShape="0">
              <a:schemeClr val="bg2">
                <a:alpha val="74997"/>
              </a:schemeClr>
            </a:outerShdw>
          </a:effectLst>
        </p:spPr>
        <p:txBody>
          <a:bodyPr wrap="none">
            <a:spAutoFit/>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r>
              <a:rPr kumimoji="1" lang="en-US" altLang="zh-CN" sz="1500">
                <a:solidFill>
                  <a:srgbClr val="333399"/>
                </a:solidFill>
                <a:latin typeface="Arial" panose="020B0604020202020204" pitchFamily="34" charset="0"/>
                <a:ea typeface="宋体" panose="02010600030101010101" pitchFamily="2" charset="-122"/>
              </a:rPr>
              <a:t>ARP </a:t>
            </a:r>
            <a:r>
              <a:rPr kumimoji="1" lang="zh-CN" altLang="en-US" sz="1500">
                <a:solidFill>
                  <a:srgbClr val="333399"/>
                </a:solidFill>
                <a:latin typeface="Arial" panose="020B0604020202020204" pitchFamily="34" charset="0"/>
                <a:ea typeface="宋体" panose="02010600030101010101" pitchFamily="2" charset="-122"/>
              </a:rPr>
              <a:t>请求</a:t>
            </a:r>
          </a:p>
        </p:txBody>
      </p:sp>
      <p:sp>
        <p:nvSpPr>
          <p:cNvPr id="146455" name="AutoShape 51">
            <a:extLst>
              <a:ext uri="{FF2B5EF4-FFF2-40B4-BE49-F238E27FC236}">
                <a16:creationId xmlns:a16="http://schemas.microsoft.com/office/drawing/2014/main" id="{77C1EAD3-B2ED-6D48-A51F-EA7DA0F04AA6}"/>
              </a:ext>
            </a:extLst>
          </p:cNvPr>
          <p:cNvSpPr>
            <a:spLocks noChangeArrowheads="1"/>
          </p:cNvSpPr>
          <p:nvPr/>
        </p:nvSpPr>
        <p:spPr bwMode="auto">
          <a:xfrm>
            <a:off x="5450681" y="1196578"/>
            <a:ext cx="163116" cy="165497"/>
          </a:xfrm>
          <a:prstGeom prst="rightArrow">
            <a:avLst>
              <a:gd name="adj1" fmla="val 50000"/>
              <a:gd name="adj2" fmla="val 25000"/>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6456" name="Text Box 52">
            <a:extLst>
              <a:ext uri="{FF2B5EF4-FFF2-40B4-BE49-F238E27FC236}">
                <a16:creationId xmlns:a16="http://schemas.microsoft.com/office/drawing/2014/main" id="{DDE65B9D-8BCD-7A4B-8716-7C6ED0F7F22C}"/>
              </a:ext>
            </a:extLst>
          </p:cNvPr>
          <p:cNvSpPr txBox="1">
            <a:spLocks noChangeArrowheads="1"/>
          </p:cNvSpPr>
          <p:nvPr/>
        </p:nvSpPr>
        <p:spPr bwMode="auto">
          <a:xfrm>
            <a:off x="5905500" y="1104900"/>
            <a:ext cx="1014765" cy="323165"/>
          </a:xfrm>
          <a:prstGeom prst="rect">
            <a:avLst/>
          </a:prstGeom>
          <a:solidFill>
            <a:srgbClr val="FFCCFF"/>
          </a:solidFill>
          <a:ln w="12700">
            <a:solidFill>
              <a:schemeClr val="tx1"/>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ARP </a:t>
            </a:r>
            <a:r>
              <a:rPr kumimoji="1" lang="zh-CN" altLang="en-US" sz="1500">
                <a:latin typeface="Arial" panose="020B0604020202020204" pitchFamily="34" charset="0"/>
                <a:ea typeface="宋体" panose="02010600030101010101" pitchFamily="2" charset="-122"/>
                <a:cs typeface="黑体" panose="02010609060101010101" pitchFamily="49" charset="-122"/>
              </a:rPr>
              <a:t>请求</a:t>
            </a:r>
          </a:p>
        </p:txBody>
      </p:sp>
      <p:sp>
        <p:nvSpPr>
          <p:cNvPr id="146457" name="AutoShape 53">
            <a:extLst>
              <a:ext uri="{FF2B5EF4-FFF2-40B4-BE49-F238E27FC236}">
                <a16:creationId xmlns:a16="http://schemas.microsoft.com/office/drawing/2014/main" id="{1510276C-0FEB-FA45-B361-04D2D62588A9}"/>
              </a:ext>
            </a:extLst>
          </p:cNvPr>
          <p:cNvSpPr>
            <a:spLocks noChangeArrowheads="1"/>
          </p:cNvSpPr>
          <p:nvPr/>
        </p:nvSpPr>
        <p:spPr bwMode="auto">
          <a:xfrm>
            <a:off x="6880623" y="1169194"/>
            <a:ext cx="163115" cy="165497"/>
          </a:xfrm>
          <a:prstGeom prst="rightArrow">
            <a:avLst>
              <a:gd name="adj1" fmla="val 50000"/>
              <a:gd name="adj2" fmla="val 25000"/>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146458" name="Group 93">
            <a:extLst>
              <a:ext uri="{FF2B5EF4-FFF2-40B4-BE49-F238E27FC236}">
                <a16:creationId xmlns:a16="http://schemas.microsoft.com/office/drawing/2014/main" id="{ABF80C54-DCF0-594A-9A4D-09B3B12CA1DA}"/>
              </a:ext>
            </a:extLst>
          </p:cNvPr>
          <p:cNvGrpSpPr>
            <a:grpSpLocks/>
          </p:cNvGrpSpPr>
          <p:nvPr/>
        </p:nvGrpSpPr>
        <p:grpSpPr bwMode="auto">
          <a:xfrm>
            <a:off x="1439467" y="1114425"/>
            <a:ext cx="1193006" cy="322660"/>
            <a:chOff x="249" y="663"/>
            <a:chExt cx="1002" cy="271"/>
          </a:xfrm>
        </p:grpSpPr>
        <p:sp>
          <p:nvSpPr>
            <p:cNvPr id="146493" name="AutoShape 5">
              <a:extLst>
                <a:ext uri="{FF2B5EF4-FFF2-40B4-BE49-F238E27FC236}">
                  <a16:creationId xmlns:a16="http://schemas.microsoft.com/office/drawing/2014/main" id="{FB1BE37A-BBC5-C840-B399-D3E73161AD93}"/>
                </a:ext>
              </a:extLst>
            </p:cNvPr>
            <p:cNvSpPr>
              <a:spLocks noChangeArrowheads="1"/>
            </p:cNvSpPr>
            <p:nvPr/>
          </p:nvSpPr>
          <p:spPr bwMode="auto">
            <a:xfrm flipH="1">
              <a:off x="249" y="709"/>
              <a:ext cx="138" cy="139"/>
            </a:xfrm>
            <a:prstGeom prst="rightArrow">
              <a:avLst>
                <a:gd name="adj1" fmla="val 50000"/>
                <a:gd name="adj2" fmla="val 25000"/>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6494" name="Text Box 54">
              <a:extLst>
                <a:ext uri="{FF2B5EF4-FFF2-40B4-BE49-F238E27FC236}">
                  <a16:creationId xmlns:a16="http://schemas.microsoft.com/office/drawing/2014/main" id="{B8BFB3C6-74CE-D949-AEFE-720154837E1C}"/>
                </a:ext>
              </a:extLst>
            </p:cNvPr>
            <p:cNvSpPr txBox="1">
              <a:spLocks noChangeArrowheads="1"/>
            </p:cNvSpPr>
            <p:nvPr/>
          </p:nvSpPr>
          <p:spPr bwMode="auto">
            <a:xfrm flipH="1">
              <a:off x="386" y="663"/>
              <a:ext cx="865" cy="271"/>
            </a:xfrm>
            <a:prstGeom prst="rect">
              <a:avLst/>
            </a:prstGeom>
            <a:solidFill>
              <a:srgbClr val="FFCCFF"/>
            </a:solidFill>
            <a:ln w="12700">
              <a:solidFill>
                <a:schemeClr val="tx1"/>
              </a:solidFill>
              <a:miter lim="800000"/>
              <a:headEnd/>
              <a:tailEnd/>
            </a:ln>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ARP </a:t>
              </a:r>
              <a:r>
                <a:rPr kumimoji="1" lang="zh-CN" altLang="en-US" sz="1500">
                  <a:latin typeface="Arial" panose="020B0604020202020204" pitchFamily="34" charset="0"/>
                  <a:ea typeface="宋体" panose="02010600030101010101" pitchFamily="2" charset="-122"/>
                  <a:cs typeface="黑体" panose="02010609060101010101" pitchFamily="49" charset="-122"/>
                </a:rPr>
                <a:t>请求</a:t>
              </a:r>
            </a:p>
          </p:txBody>
        </p:sp>
      </p:grpSp>
      <p:sp>
        <p:nvSpPr>
          <p:cNvPr id="146459" name="Text Box 55">
            <a:extLst>
              <a:ext uri="{FF2B5EF4-FFF2-40B4-BE49-F238E27FC236}">
                <a16:creationId xmlns:a16="http://schemas.microsoft.com/office/drawing/2014/main" id="{FF879FBC-C319-C042-B762-6428BB29AA23}"/>
              </a:ext>
            </a:extLst>
          </p:cNvPr>
          <p:cNvSpPr txBox="1">
            <a:spLocks noChangeArrowheads="1"/>
          </p:cNvSpPr>
          <p:nvPr/>
        </p:nvSpPr>
        <p:spPr bwMode="auto">
          <a:xfrm>
            <a:off x="2722960" y="1681163"/>
            <a:ext cx="987771"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209.0.0.5</a:t>
            </a:r>
          </a:p>
        </p:txBody>
      </p:sp>
      <p:sp>
        <p:nvSpPr>
          <p:cNvPr id="146460" name="Text Box 56">
            <a:extLst>
              <a:ext uri="{FF2B5EF4-FFF2-40B4-BE49-F238E27FC236}">
                <a16:creationId xmlns:a16="http://schemas.microsoft.com/office/drawing/2014/main" id="{76FF4A5A-929F-C345-9195-F50EE70446ED}"/>
              </a:ext>
            </a:extLst>
          </p:cNvPr>
          <p:cNvSpPr txBox="1">
            <a:spLocks noChangeArrowheads="1"/>
          </p:cNvSpPr>
          <p:nvPr/>
        </p:nvSpPr>
        <p:spPr bwMode="auto">
          <a:xfrm>
            <a:off x="5476876" y="1601391"/>
            <a:ext cx="987771"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209.0.0.6</a:t>
            </a:r>
          </a:p>
        </p:txBody>
      </p:sp>
      <p:sp>
        <p:nvSpPr>
          <p:cNvPr id="146461" name="Text Box 57">
            <a:extLst>
              <a:ext uri="{FF2B5EF4-FFF2-40B4-BE49-F238E27FC236}">
                <a16:creationId xmlns:a16="http://schemas.microsoft.com/office/drawing/2014/main" id="{F04021D2-829A-FE43-BC67-BEE78F2595FB}"/>
              </a:ext>
            </a:extLst>
          </p:cNvPr>
          <p:cNvSpPr txBox="1">
            <a:spLocks noChangeArrowheads="1"/>
          </p:cNvSpPr>
          <p:nvPr/>
        </p:nvSpPr>
        <p:spPr bwMode="auto">
          <a:xfrm>
            <a:off x="1871663" y="2220516"/>
            <a:ext cx="1879041"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00-00-C0-15-AD-18</a:t>
            </a:r>
          </a:p>
        </p:txBody>
      </p:sp>
      <p:sp>
        <p:nvSpPr>
          <p:cNvPr id="219194" name="Text Box 58">
            <a:extLst>
              <a:ext uri="{FF2B5EF4-FFF2-40B4-BE49-F238E27FC236}">
                <a16:creationId xmlns:a16="http://schemas.microsoft.com/office/drawing/2014/main" id="{1D980050-CB19-1B48-82FC-99CE53508EFA}"/>
              </a:ext>
            </a:extLst>
          </p:cNvPr>
          <p:cNvSpPr txBox="1">
            <a:spLocks noChangeArrowheads="1"/>
          </p:cNvSpPr>
          <p:nvPr/>
        </p:nvSpPr>
        <p:spPr bwMode="auto">
          <a:xfrm>
            <a:off x="4680348" y="4677966"/>
            <a:ext cx="187743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08-00-2B-00-EE-0A</a:t>
            </a:r>
          </a:p>
        </p:txBody>
      </p:sp>
      <p:sp>
        <p:nvSpPr>
          <p:cNvPr id="146463" name="AutoShape 59">
            <a:extLst>
              <a:ext uri="{FF2B5EF4-FFF2-40B4-BE49-F238E27FC236}">
                <a16:creationId xmlns:a16="http://schemas.microsoft.com/office/drawing/2014/main" id="{75488EA0-A995-E145-9DC9-BF77394F1806}"/>
              </a:ext>
            </a:extLst>
          </p:cNvPr>
          <p:cNvSpPr>
            <a:spLocks noChangeArrowheads="1"/>
          </p:cNvSpPr>
          <p:nvPr/>
        </p:nvSpPr>
        <p:spPr bwMode="auto">
          <a:xfrm>
            <a:off x="3430192" y="444104"/>
            <a:ext cx="4441031" cy="496490"/>
          </a:xfrm>
          <a:prstGeom prst="wedgeRoundRectCallout">
            <a:avLst>
              <a:gd name="adj1" fmla="val -51181"/>
              <a:gd name="adj2" fmla="val 85972"/>
              <a:gd name="adj3" fmla="val 16667"/>
            </a:avLst>
          </a:prstGeom>
          <a:solidFill>
            <a:srgbClr val="FFCCFF"/>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500">
              <a:latin typeface="Arial" panose="020B0604020202020204" pitchFamily="34" charset="0"/>
              <a:ea typeface="黑体" panose="02010609060101010101" pitchFamily="49" charset="-122"/>
              <a:cs typeface="黑体" panose="02010609060101010101" pitchFamily="49" charset="-122"/>
            </a:endParaRPr>
          </a:p>
        </p:txBody>
      </p:sp>
      <p:sp>
        <p:nvSpPr>
          <p:cNvPr id="146464" name="Text Box 60">
            <a:extLst>
              <a:ext uri="{FF2B5EF4-FFF2-40B4-BE49-F238E27FC236}">
                <a16:creationId xmlns:a16="http://schemas.microsoft.com/office/drawing/2014/main" id="{D67B9F69-AB8A-5446-BD66-C749CBDC1893}"/>
              </a:ext>
            </a:extLst>
          </p:cNvPr>
          <p:cNvSpPr txBox="1">
            <a:spLocks noChangeArrowheads="1"/>
          </p:cNvSpPr>
          <p:nvPr/>
        </p:nvSpPr>
        <p:spPr bwMode="auto">
          <a:xfrm>
            <a:off x="3483769" y="419100"/>
            <a:ext cx="4326826"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我是 </a:t>
            </a:r>
            <a:r>
              <a:rPr kumimoji="1" lang="en-US" altLang="zh-CN" sz="1500">
                <a:latin typeface="Arial" panose="020B0604020202020204" pitchFamily="34" charset="0"/>
                <a:ea typeface="宋体" panose="02010600030101010101" pitchFamily="2" charset="-122"/>
                <a:cs typeface="黑体" panose="02010609060101010101" pitchFamily="49" charset="-122"/>
              </a:rPr>
              <a:t>209.0.0.5</a:t>
            </a:r>
            <a:r>
              <a:rPr kumimoji="1" lang="zh-CN" altLang="en-US" sz="1500">
                <a:latin typeface="Arial" panose="020B0604020202020204" pitchFamily="34" charset="0"/>
                <a:ea typeface="宋体" panose="02010600030101010101" pitchFamily="2" charset="-122"/>
                <a:cs typeface="黑体" panose="02010609060101010101" pitchFamily="49" charset="-122"/>
              </a:rPr>
              <a:t>，硬件地址是 </a:t>
            </a:r>
            <a:r>
              <a:rPr kumimoji="1" lang="en-US" altLang="zh-CN" sz="1500">
                <a:latin typeface="Arial" panose="020B0604020202020204" pitchFamily="34" charset="0"/>
                <a:ea typeface="宋体" panose="02010600030101010101" pitchFamily="2" charset="-122"/>
                <a:cs typeface="黑体" panose="02010609060101010101" pitchFamily="49" charset="-122"/>
              </a:rPr>
              <a:t>00-00-C0-15-AD-18</a:t>
            </a:r>
          </a:p>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我想知道主机 </a:t>
            </a:r>
            <a:r>
              <a:rPr kumimoji="1" lang="en-US" altLang="zh-CN" sz="1500">
                <a:latin typeface="Arial" panose="020B0604020202020204" pitchFamily="34" charset="0"/>
                <a:ea typeface="宋体" panose="02010600030101010101" pitchFamily="2" charset="-122"/>
                <a:cs typeface="黑体" panose="02010609060101010101" pitchFamily="49" charset="-122"/>
              </a:rPr>
              <a:t>209.0.0.6 </a:t>
            </a:r>
            <a:r>
              <a:rPr kumimoji="1" lang="zh-CN" altLang="en-US" sz="1500">
                <a:latin typeface="Arial" panose="020B0604020202020204" pitchFamily="34" charset="0"/>
                <a:ea typeface="宋体" panose="02010600030101010101" pitchFamily="2" charset="-122"/>
                <a:cs typeface="黑体" panose="02010609060101010101" pitchFamily="49" charset="-122"/>
              </a:rPr>
              <a:t>的硬件地址</a:t>
            </a:r>
          </a:p>
        </p:txBody>
      </p:sp>
      <p:sp>
        <p:nvSpPr>
          <p:cNvPr id="146465" name="AutoShape 61">
            <a:extLst>
              <a:ext uri="{FF2B5EF4-FFF2-40B4-BE49-F238E27FC236}">
                <a16:creationId xmlns:a16="http://schemas.microsoft.com/office/drawing/2014/main" id="{995BD85E-29E1-6143-8838-F3E0DFB74AD9}"/>
              </a:ext>
            </a:extLst>
          </p:cNvPr>
          <p:cNvSpPr>
            <a:spLocks noChangeArrowheads="1"/>
          </p:cNvSpPr>
          <p:nvPr/>
        </p:nvSpPr>
        <p:spPr bwMode="auto">
          <a:xfrm>
            <a:off x="4787503" y="2950369"/>
            <a:ext cx="2919413" cy="545306"/>
          </a:xfrm>
          <a:prstGeom prst="wedgeRoundRectCallout">
            <a:avLst>
              <a:gd name="adj1" fmla="val -44574"/>
              <a:gd name="adj2" fmla="val 81657"/>
              <a:gd name="adj3" fmla="val 16667"/>
            </a:avLst>
          </a:prstGeom>
          <a:solidFill>
            <a:srgbClr val="FFCCFF"/>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500" b="1">
              <a:latin typeface="Arial" panose="020B0604020202020204" pitchFamily="34" charset="0"/>
              <a:ea typeface="黑体" panose="02010609060101010101" pitchFamily="49" charset="-122"/>
              <a:cs typeface="黑体" panose="02010609060101010101" pitchFamily="49" charset="-122"/>
            </a:endParaRPr>
          </a:p>
        </p:txBody>
      </p:sp>
      <p:sp>
        <p:nvSpPr>
          <p:cNvPr id="146466" name="Text Box 62">
            <a:extLst>
              <a:ext uri="{FF2B5EF4-FFF2-40B4-BE49-F238E27FC236}">
                <a16:creationId xmlns:a16="http://schemas.microsoft.com/office/drawing/2014/main" id="{F069C115-449D-B041-96A9-A8B3FC32F662}"/>
              </a:ext>
            </a:extLst>
          </p:cNvPr>
          <p:cNvSpPr txBox="1">
            <a:spLocks noChangeArrowheads="1"/>
          </p:cNvSpPr>
          <p:nvPr/>
        </p:nvSpPr>
        <p:spPr bwMode="auto">
          <a:xfrm>
            <a:off x="4835129" y="2950369"/>
            <a:ext cx="292298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我是 </a:t>
            </a:r>
            <a:r>
              <a:rPr kumimoji="1" lang="en-US" altLang="zh-CN" sz="1500">
                <a:latin typeface="Arial" panose="020B0604020202020204" pitchFamily="34" charset="0"/>
                <a:ea typeface="宋体" panose="02010600030101010101" pitchFamily="2" charset="-122"/>
                <a:cs typeface="黑体" panose="02010609060101010101" pitchFamily="49" charset="-122"/>
              </a:rPr>
              <a:t>209.0.0.6</a:t>
            </a:r>
          </a:p>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硬件地址是 </a:t>
            </a:r>
            <a:r>
              <a:rPr kumimoji="1" lang="en-US" altLang="zh-CN" sz="1500">
                <a:latin typeface="Arial" panose="020B0604020202020204" pitchFamily="34" charset="0"/>
                <a:ea typeface="宋体" panose="02010600030101010101" pitchFamily="2" charset="-122"/>
                <a:cs typeface="黑体" panose="02010609060101010101" pitchFamily="49" charset="-122"/>
              </a:rPr>
              <a:t>08-00-2B-00-EE-0A</a:t>
            </a:r>
          </a:p>
        </p:txBody>
      </p:sp>
      <p:pic>
        <p:nvPicPr>
          <p:cNvPr id="146467" name="Picture 63">
            <a:extLst>
              <a:ext uri="{FF2B5EF4-FFF2-40B4-BE49-F238E27FC236}">
                <a16:creationId xmlns:a16="http://schemas.microsoft.com/office/drawing/2014/main" id="{FE1E38CB-3919-994F-B5C9-09769134070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08648" y="1844278"/>
            <a:ext cx="377428"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68" name="Line 74">
            <a:extLst>
              <a:ext uri="{FF2B5EF4-FFF2-40B4-BE49-F238E27FC236}">
                <a16:creationId xmlns:a16="http://schemas.microsoft.com/office/drawing/2014/main" id="{085F4818-830C-9540-A342-DF7943266D6F}"/>
              </a:ext>
            </a:extLst>
          </p:cNvPr>
          <p:cNvSpPr>
            <a:spLocks noChangeShapeType="1"/>
          </p:cNvSpPr>
          <p:nvPr/>
        </p:nvSpPr>
        <p:spPr bwMode="auto">
          <a:xfrm rot="5400000">
            <a:off x="2490788" y="4216004"/>
            <a:ext cx="440531"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69" name="Line 75">
            <a:extLst>
              <a:ext uri="{FF2B5EF4-FFF2-40B4-BE49-F238E27FC236}">
                <a16:creationId xmlns:a16="http://schemas.microsoft.com/office/drawing/2014/main" id="{42E10C89-18D7-A442-8947-BE72087C6A3B}"/>
              </a:ext>
            </a:extLst>
          </p:cNvPr>
          <p:cNvSpPr>
            <a:spLocks noChangeShapeType="1"/>
          </p:cNvSpPr>
          <p:nvPr/>
        </p:nvSpPr>
        <p:spPr bwMode="auto">
          <a:xfrm rot="5400000">
            <a:off x="4002286" y="4209455"/>
            <a:ext cx="441722"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70" name="Line 76">
            <a:extLst>
              <a:ext uri="{FF2B5EF4-FFF2-40B4-BE49-F238E27FC236}">
                <a16:creationId xmlns:a16="http://schemas.microsoft.com/office/drawing/2014/main" id="{89D90825-F7E6-AF43-B98A-0DC87EACEEE4}"/>
              </a:ext>
            </a:extLst>
          </p:cNvPr>
          <p:cNvSpPr>
            <a:spLocks noChangeShapeType="1"/>
          </p:cNvSpPr>
          <p:nvPr/>
        </p:nvSpPr>
        <p:spPr bwMode="auto">
          <a:xfrm rot="5400000">
            <a:off x="5301853" y="4216004"/>
            <a:ext cx="440531"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71" name="Line 77">
            <a:extLst>
              <a:ext uri="{FF2B5EF4-FFF2-40B4-BE49-F238E27FC236}">
                <a16:creationId xmlns:a16="http://schemas.microsoft.com/office/drawing/2014/main" id="{D726C35A-CDC2-354C-9891-9A4BD6D34B7D}"/>
              </a:ext>
            </a:extLst>
          </p:cNvPr>
          <p:cNvSpPr>
            <a:spLocks noChangeShapeType="1"/>
          </p:cNvSpPr>
          <p:nvPr/>
        </p:nvSpPr>
        <p:spPr bwMode="auto">
          <a:xfrm rot="5400000">
            <a:off x="6834188" y="4216004"/>
            <a:ext cx="440531"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72" name="Line 78">
            <a:extLst>
              <a:ext uri="{FF2B5EF4-FFF2-40B4-BE49-F238E27FC236}">
                <a16:creationId xmlns:a16="http://schemas.microsoft.com/office/drawing/2014/main" id="{6CF8576F-521C-5940-B717-F8679896ACC4}"/>
              </a:ext>
            </a:extLst>
          </p:cNvPr>
          <p:cNvSpPr>
            <a:spLocks noChangeShapeType="1"/>
          </p:cNvSpPr>
          <p:nvPr/>
        </p:nvSpPr>
        <p:spPr bwMode="auto">
          <a:xfrm rot="5400000">
            <a:off x="1509713" y="4216004"/>
            <a:ext cx="440531"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146473" name="Picture 79">
            <a:extLst>
              <a:ext uri="{FF2B5EF4-FFF2-40B4-BE49-F238E27FC236}">
                <a16:creationId xmlns:a16="http://schemas.microsoft.com/office/drawing/2014/main" id="{781981FF-6D5B-FB4F-A950-3BB20B356EE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39479" y="4326731"/>
            <a:ext cx="377428"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474" name="Picture 80">
            <a:extLst>
              <a:ext uri="{FF2B5EF4-FFF2-40B4-BE49-F238E27FC236}">
                <a16:creationId xmlns:a16="http://schemas.microsoft.com/office/drawing/2014/main" id="{9BCE3DCA-4B5A-B141-9DE6-B20CE8D7667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42172" y="4326731"/>
            <a:ext cx="376238"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475" name="Picture 81">
            <a:extLst>
              <a:ext uri="{FF2B5EF4-FFF2-40B4-BE49-F238E27FC236}">
                <a16:creationId xmlns:a16="http://schemas.microsoft.com/office/drawing/2014/main" id="{A4707180-EF77-B442-B92C-CBC490C8E84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31619" y="4326731"/>
            <a:ext cx="377429"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476" name="Picture 82">
            <a:extLst>
              <a:ext uri="{FF2B5EF4-FFF2-40B4-BE49-F238E27FC236}">
                <a16:creationId xmlns:a16="http://schemas.microsoft.com/office/drawing/2014/main" id="{78252644-4051-9B47-8264-C3ADCEE880C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74669" y="4326731"/>
            <a:ext cx="377429"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77" name="Line 83">
            <a:extLst>
              <a:ext uri="{FF2B5EF4-FFF2-40B4-BE49-F238E27FC236}">
                <a16:creationId xmlns:a16="http://schemas.microsoft.com/office/drawing/2014/main" id="{AD772471-861C-8F41-B4B9-785310290526}"/>
              </a:ext>
            </a:extLst>
          </p:cNvPr>
          <p:cNvSpPr>
            <a:spLocks noChangeShapeType="1"/>
          </p:cNvSpPr>
          <p:nvPr/>
        </p:nvSpPr>
        <p:spPr bwMode="auto">
          <a:xfrm>
            <a:off x="1158479" y="3995737"/>
            <a:ext cx="6437709" cy="15479"/>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78" name="Text Box 84">
            <a:extLst>
              <a:ext uri="{FF2B5EF4-FFF2-40B4-BE49-F238E27FC236}">
                <a16:creationId xmlns:a16="http://schemas.microsoft.com/office/drawing/2014/main" id="{A0AFBFAD-876F-7644-877C-8E2012B3A477}"/>
              </a:ext>
            </a:extLst>
          </p:cNvPr>
          <p:cNvSpPr txBox="1">
            <a:spLocks noChangeArrowheads="1"/>
          </p:cNvSpPr>
          <p:nvPr/>
        </p:nvSpPr>
        <p:spPr bwMode="auto">
          <a:xfrm>
            <a:off x="2859881" y="4379119"/>
            <a:ext cx="31290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a:t>
            </a:r>
          </a:p>
        </p:txBody>
      </p:sp>
      <p:sp>
        <p:nvSpPr>
          <p:cNvPr id="146479" name="Text Box 85">
            <a:extLst>
              <a:ext uri="{FF2B5EF4-FFF2-40B4-BE49-F238E27FC236}">
                <a16:creationId xmlns:a16="http://schemas.microsoft.com/office/drawing/2014/main" id="{58F165B1-66B3-E84E-95F6-59F2F277382B}"/>
              </a:ext>
            </a:extLst>
          </p:cNvPr>
          <p:cNvSpPr txBox="1">
            <a:spLocks noChangeArrowheads="1"/>
          </p:cNvSpPr>
          <p:nvPr/>
        </p:nvSpPr>
        <p:spPr bwMode="auto">
          <a:xfrm>
            <a:off x="4351735" y="4286250"/>
            <a:ext cx="31290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Y</a:t>
            </a:r>
          </a:p>
        </p:txBody>
      </p:sp>
      <p:sp>
        <p:nvSpPr>
          <p:cNvPr id="146480" name="Text Box 86">
            <a:extLst>
              <a:ext uri="{FF2B5EF4-FFF2-40B4-BE49-F238E27FC236}">
                <a16:creationId xmlns:a16="http://schemas.microsoft.com/office/drawing/2014/main" id="{921B4C3C-447F-9C44-BDE4-AF306F4C0555}"/>
              </a:ext>
            </a:extLst>
          </p:cNvPr>
          <p:cNvSpPr txBox="1">
            <a:spLocks noChangeArrowheads="1"/>
          </p:cNvSpPr>
          <p:nvPr/>
        </p:nvSpPr>
        <p:spPr bwMode="auto">
          <a:xfrm>
            <a:off x="1864519" y="4286250"/>
            <a:ext cx="31290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X</a:t>
            </a:r>
          </a:p>
        </p:txBody>
      </p:sp>
      <p:sp>
        <p:nvSpPr>
          <p:cNvPr id="146481" name="Text Box 87">
            <a:extLst>
              <a:ext uri="{FF2B5EF4-FFF2-40B4-BE49-F238E27FC236}">
                <a16:creationId xmlns:a16="http://schemas.microsoft.com/office/drawing/2014/main" id="{BA67B9BD-B9EB-BA4A-B113-271F847CA879}"/>
              </a:ext>
            </a:extLst>
          </p:cNvPr>
          <p:cNvSpPr txBox="1">
            <a:spLocks noChangeArrowheads="1"/>
          </p:cNvSpPr>
          <p:nvPr/>
        </p:nvSpPr>
        <p:spPr bwMode="auto">
          <a:xfrm>
            <a:off x="5656660" y="4379119"/>
            <a:ext cx="31290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a:t>
            </a:r>
          </a:p>
        </p:txBody>
      </p:sp>
      <p:sp>
        <p:nvSpPr>
          <p:cNvPr id="146482" name="Text Box 88">
            <a:extLst>
              <a:ext uri="{FF2B5EF4-FFF2-40B4-BE49-F238E27FC236}">
                <a16:creationId xmlns:a16="http://schemas.microsoft.com/office/drawing/2014/main" id="{93D49539-5643-CD48-A57B-8D0CD63EFA2A}"/>
              </a:ext>
            </a:extLst>
          </p:cNvPr>
          <p:cNvSpPr txBox="1">
            <a:spLocks noChangeArrowheads="1"/>
          </p:cNvSpPr>
          <p:nvPr/>
        </p:nvSpPr>
        <p:spPr bwMode="auto">
          <a:xfrm>
            <a:off x="7193756" y="4286250"/>
            <a:ext cx="30168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Z</a:t>
            </a:r>
          </a:p>
        </p:txBody>
      </p:sp>
      <p:sp>
        <p:nvSpPr>
          <p:cNvPr id="146483" name="Text Box 89">
            <a:extLst>
              <a:ext uri="{FF2B5EF4-FFF2-40B4-BE49-F238E27FC236}">
                <a16:creationId xmlns:a16="http://schemas.microsoft.com/office/drawing/2014/main" id="{BFE14EB8-852D-B046-984C-AAAA2DC741D2}"/>
              </a:ext>
            </a:extLst>
          </p:cNvPr>
          <p:cNvSpPr txBox="1">
            <a:spLocks noChangeArrowheads="1"/>
          </p:cNvSpPr>
          <p:nvPr/>
        </p:nvSpPr>
        <p:spPr bwMode="auto">
          <a:xfrm>
            <a:off x="2738438" y="4163616"/>
            <a:ext cx="987771"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209.0.0.5</a:t>
            </a:r>
          </a:p>
        </p:txBody>
      </p:sp>
      <p:sp>
        <p:nvSpPr>
          <p:cNvPr id="146484" name="Text Box 90">
            <a:extLst>
              <a:ext uri="{FF2B5EF4-FFF2-40B4-BE49-F238E27FC236}">
                <a16:creationId xmlns:a16="http://schemas.microsoft.com/office/drawing/2014/main" id="{8C12C3B4-31C7-DA40-B282-967258153C5B}"/>
              </a:ext>
            </a:extLst>
          </p:cNvPr>
          <p:cNvSpPr txBox="1">
            <a:spLocks noChangeArrowheads="1"/>
          </p:cNvSpPr>
          <p:nvPr/>
        </p:nvSpPr>
        <p:spPr bwMode="auto">
          <a:xfrm>
            <a:off x="5492354" y="4083844"/>
            <a:ext cx="987771"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209.0.0.6</a:t>
            </a:r>
          </a:p>
        </p:txBody>
      </p:sp>
      <p:sp>
        <p:nvSpPr>
          <p:cNvPr id="146485" name="Text Box 91">
            <a:extLst>
              <a:ext uri="{FF2B5EF4-FFF2-40B4-BE49-F238E27FC236}">
                <a16:creationId xmlns:a16="http://schemas.microsoft.com/office/drawing/2014/main" id="{DCDD2A28-65B5-0A46-A844-0740845DF58F}"/>
              </a:ext>
            </a:extLst>
          </p:cNvPr>
          <p:cNvSpPr txBox="1">
            <a:spLocks noChangeArrowheads="1"/>
          </p:cNvSpPr>
          <p:nvPr/>
        </p:nvSpPr>
        <p:spPr bwMode="auto">
          <a:xfrm>
            <a:off x="2030016" y="4702969"/>
            <a:ext cx="1879041"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00-00-C0-15-AD-18</a:t>
            </a:r>
          </a:p>
        </p:txBody>
      </p:sp>
      <p:pic>
        <p:nvPicPr>
          <p:cNvPr id="146486" name="Picture 92">
            <a:extLst>
              <a:ext uri="{FF2B5EF4-FFF2-40B4-BE49-F238E27FC236}">
                <a16:creationId xmlns:a16="http://schemas.microsoft.com/office/drawing/2014/main" id="{D2D5194B-51A8-8242-BD5E-9E5FB5ECE3E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24125" y="4326731"/>
            <a:ext cx="377429"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9233" name="Freeform 97">
            <a:extLst>
              <a:ext uri="{FF2B5EF4-FFF2-40B4-BE49-F238E27FC236}">
                <a16:creationId xmlns:a16="http://schemas.microsoft.com/office/drawing/2014/main" id="{94F879E0-BCAD-1C48-8653-9767BD4B1EA1}"/>
              </a:ext>
            </a:extLst>
          </p:cNvPr>
          <p:cNvSpPr>
            <a:spLocks/>
          </p:cNvSpPr>
          <p:nvPr/>
        </p:nvSpPr>
        <p:spPr bwMode="auto">
          <a:xfrm>
            <a:off x="2682479" y="1571625"/>
            <a:ext cx="1457325" cy="515541"/>
          </a:xfrm>
          <a:custGeom>
            <a:avLst/>
            <a:gdLst>
              <a:gd name="T0" fmla="*/ 2147483646 w 1224"/>
              <a:gd name="T1" fmla="*/ 2147483646 h 433"/>
              <a:gd name="T2" fmla="*/ 2147483646 w 1224"/>
              <a:gd name="T3" fmla="*/ 2147483646 h 433"/>
              <a:gd name="T4" fmla="*/ 2147483646 w 1224"/>
              <a:gd name="T5" fmla="*/ 2147483646 h 433"/>
              <a:gd name="T6" fmla="*/ 2147483646 w 1224"/>
              <a:gd name="T7" fmla="*/ 2147483646 h 433"/>
              <a:gd name="T8" fmla="*/ 2147483646 w 1224"/>
              <a:gd name="T9" fmla="*/ 2147483646 h 433"/>
              <a:gd name="T10" fmla="*/ 2147483646 w 1224"/>
              <a:gd name="T11" fmla="*/ 2147483646 h 433"/>
              <a:gd name="T12" fmla="*/ 2147483646 w 1224"/>
              <a:gd name="T13" fmla="*/ 2147483646 h 433"/>
              <a:gd name="T14" fmla="*/ 2147483646 w 1224"/>
              <a:gd name="T15" fmla="*/ 2147483646 h 433"/>
              <a:gd name="T16" fmla="*/ 2147483646 w 1224"/>
              <a:gd name="T17" fmla="*/ 2147483646 h 4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chemeClr val="hlink"/>
            </a:solidFill>
            <a:round/>
            <a:headEnd type="none" w="med" len="med"/>
            <a:tailEnd type="triangle" w="med" len="lg"/>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9234" name="Freeform 98">
            <a:extLst>
              <a:ext uri="{FF2B5EF4-FFF2-40B4-BE49-F238E27FC236}">
                <a16:creationId xmlns:a16="http://schemas.microsoft.com/office/drawing/2014/main" id="{CA601C6D-8571-1742-9001-6F077D88380C}"/>
              </a:ext>
            </a:extLst>
          </p:cNvPr>
          <p:cNvSpPr>
            <a:spLocks/>
          </p:cNvSpPr>
          <p:nvPr/>
        </p:nvSpPr>
        <p:spPr bwMode="auto">
          <a:xfrm>
            <a:off x="2681288" y="1571625"/>
            <a:ext cx="2755106" cy="515541"/>
          </a:xfrm>
          <a:custGeom>
            <a:avLst/>
            <a:gdLst>
              <a:gd name="T0" fmla="*/ 2147483646 w 1224"/>
              <a:gd name="T1" fmla="*/ 2147483646 h 433"/>
              <a:gd name="T2" fmla="*/ 2147483646 w 1224"/>
              <a:gd name="T3" fmla="*/ 2147483646 h 433"/>
              <a:gd name="T4" fmla="*/ 2147483646 w 1224"/>
              <a:gd name="T5" fmla="*/ 2147483646 h 433"/>
              <a:gd name="T6" fmla="*/ 2147483646 w 1224"/>
              <a:gd name="T7" fmla="*/ 2147483646 h 433"/>
              <a:gd name="T8" fmla="*/ 2147483646 w 1224"/>
              <a:gd name="T9" fmla="*/ 2147483646 h 433"/>
              <a:gd name="T10" fmla="*/ 2147483646 w 1224"/>
              <a:gd name="T11" fmla="*/ 2147483646 h 433"/>
              <a:gd name="T12" fmla="*/ 2147483646 w 1224"/>
              <a:gd name="T13" fmla="*/ 2147483646 h 433"/>
              <a:gd name="T14" fmla="*/ 2147483646 w 1224"/>
              <a:gd name="T15" fmla="*/ 2147483646 h 433"/>
              <a:gd name="T16" fmla="*/ 2147483646 w 1224"/>
              <a:gd name="T17" fmla="*/ 2147483646 h 4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chemeClr val="hlink"/>
            </a:solidFill>
            <a:round/>
            <a:headEnd type="none" w="med" len="med"/>
            <a:tailEnd type="triangle" w="med" len="lg"/>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9237" name="Freeform 101">
            <a:extLst>
              <a:ext uri="{FF2B5EF4-FFF2-40B4-BE49-F238E27FC236}">
                <a16:creationId xmlns:a16="http://schemas.microsoft.com/office/drawing/2014/main" id="{02E4F61A-C7A5-DC4B-A4FB-EA64353D1CC2}"/>
              </a:ext>
            </a:extLst>
          </p:cNvPr>
          <p:cNvSpPr>
            <a:spLocks/>
          </p:cNvSpPr>
          <p:nvPr/>
        </p:nvSpPr>
        <p:spPr bwMode="auto">
          <a:xfrm>
            <a:off x="2681288" y="1571625"/>
            <a:ext cx="4375547" cy="515541"/>
          </a:xfrm>
          <a:custGeom>
            <a:avLst/>
            <a:gdLst>
              <a:gd name="T0" fmla="*/ 2147483646 w 1224"/>
              <a:gd name="T1" fmla="*/ 2147483646 h 433"/>
              <a:gd name="T2" fmla="*/ 2147483646 w 1224"/>
              <a:gd name="T3" fmla="*/ 2147483646 h 433"/>
              <a:gd name="T4" fmla="*/ 2147483646 w 1224"/>
              <a:gd name="T5" fmla="*/ 2147483646 h 433"/>
              <a:gd name="T6" fmla="*/ 2147483646 w 1224"/>
              <a:gd name="T7" fmla="*/ 2147483646 h 433"/>
              <a:gd name="T8" fmla="*/ 2147483646 w 1224"/>
              <a:gd name="T9" fmla="*/ 2147483646 h 433"/>
              <a:gd name="T10" fmla="*/ 2147483646 w 1224"/>
              <a:gd name="T11" fmla="*/ 2147483646 h 433"/>
              <a:gd name="T12" fmla="*/ 2147483646 w 1224"/>
              <a:gd name="T13" fmla="*/ 2147483646 h 433"/>
              <a:gd name="T14" fmla="*/ 2147483646 w 1224"/>
              <a:gd name="T15" fmla="*/ 2147483646 h 433"/>
              <a:gd name="T16" fmla="*/ 2147483646 w 1224"/>
              <a:gd name="T17" fmla="*/ 2147483646 h 4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chemeClr val="hlink"/>
            </a:solidFill>
            <a:round/>
            <a:headEnd type="none" w="med" len="med"/>
            <a:tailEnd type="triangle" w="med" len="lg"/>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9238" name="Freeform 102">
            <a:extLst>
              <a:ext uri="{FF2B5EF4-FFF2-40B4-BE49-F238E27FC236}">
                <a16:creationId xmlns:a16="http://schemas.microsoft.com/office/drawing/2014/main" id="{BF356A5C-F3FB-8A47-9054-8F303D4DD927}"/>
              </a:ext>
            </a:extLst>
          </p:cNvPr>
          <p:cNvSpPr>
            <a:spLocks/>
          </p:cNvSpPr>
          <p:nvPr/>
        </p:nvSpPr>
        <p:spPr bwMode="auto">
          <a:xfrm flipH="1">
            <a:off x="1656160" y="1571625"/>
            <a:ext cx="1025128" cy="515541"/>
          </a:xfrm>
          <a:custGeom>
            <a:avLst/>
            <a:gdLst>
              <a:gd name="T0" fmla="*/ 2147483646 w 1224"/>
              <a:gd name="T1" fmla="*/ 2147483646 h 433"/>
              <a:gd name="T2" fmla="*/ 2147483646 w 1224"/>
              <a:gd name="T3" fmla="*/ 2147483646 h 433"/>
              <a:gd name="T4" fmla="*/ 2147483646 w 1224"/>
              <a:gd name="T5" fmla="*/ 2147483646 h 433"/>
              <a:gd name="T6" fmla="*/ 2147483646 w 1224"/>
              <a:gd name="T7" fmla="*/ 2147483646 h 433"/>
              <a:gd name="T8" fmla="*/ 2147483646 w 1224"/>
              <a:gd name="T9" fmla="*/ 2147483646 h 433"/>
              <a:gd name="T10" fmla="*/ 2147483646 w 1224"/>
              <a:gd name="T11" fmla="*/ 2147483646 h 433"/>
              <a:gd name="T12" fmla="*/ 2147483646 w 1224"/>
              <a:gd name="T13" fmla="*/ 2147483646 h 433"/>
              <a:gd name="T14" fmla="*/ 2147483646 w 1224"/>
              <a:gd name="T15" fmla="*/ 2147483646 h 433"/>
              <a:gd name="T16" fmla="*/ 2147483646 w 1224"/>
              <a:gd name="T17" fmla="*/ 2147483646 h 4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chemeClr val="hlink"/>
            </a:solidFill>
            <a:round/>
            <a:headEnd type="none" w="med" len="med"/>
            <a:tailEnd type="triangle" w="med" len="lg"/>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9239" name="Freeform 103">
            <a:extLst>
              <a:ext uri="{FF2B5EF4-FFF2-40B4-BE49-F238E27FC236}">
                <a16:creationId xmlns:a16="http://schemas.microsoft.com/office/drawing/2014/main" id="{5E3BA892-18B4-4646-A6CB-B78C541A3D6A}"/>
              </a:ext>
            </a:extLst>
          </p:cNvPr>
          <p:cNvSpPr>
            <a:spLocks/>
          </p:cNvSpPr>
          <p:nvPr/>
        </p:nvSpPr>
        <p:spPr bwMode="auto">
          <a:xfrm flipH="1">
            <a:off x="2681288" y="4055269"/>
            <a:ext cx="2755106" cy="515541"/>
          </a:xfrm>
          <a:custGeom>
            <a:avLst/>
            <a:gdLst>
              <a:gd name="T0" fmla="*/ 2147483646 w 1224"/>
              <a:gd name="T1" fmla="*/ 2147483646 h 433"/>
              <a:gd name="T2" fmla="*/ 2147483646 w 1224"/>
              <a:gd name="T3" fmla="*/ 2147483646 h 433"/>
              <a:gd name="T4" fmla="*/ 2147483646 w 1224"/>
              <a:gd name="T5" fmla="*/ 2147483646 h 433"/>
              <a:gd name="T6" fmla="*/ 2147483646 w 1224"/>
              <a:gd name="T7" fmla="*/ 2147483646 h 433"/>
              <a:gd name="T8" fmla="*/ 2147483646 w 1224"/>
              <a:gd name="T9" fmla="*/ 2147483646 h 433"/>
              <a:gd name="T10" fmla="*/ 2147483646 w 1224"/>
              <a:gd name="T11" fmla="*/ 2147483646 h 433"/>
              <a:gd name="T12" fmla="*/ 2147483646 w 1224"/>
              <a:gd name="T13" fmla="*/ 2147483646 h 433"/>
              <a:gd name="T14" fmla="*/ 2147483646 w 1224"/>
              <a:gd name="T15" fmla="*/ 2147483646 h 433"/>
              <a:gd name="T16" fmla="*/ 2147483646 w 1224"/>
              <a:gd name="T17" fmla="*/ 2147483646 h 4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chemeClr val="hlink"/>
            </a:solidFill>
            <a:round/>
            <a:headEnd type="none" w="med" len="med"/>
            <a:tailEnd type="triangle" w="med" len="lg"/>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6492" name="幻灯片编号占位符 1">
            <a:extLst>
              <a:ext uri="{FF2B5EF4-FFF2-40B4-BE49-F238E27FC236}">
                <a16:creationId xmlns:a16="http://schemas.microsoft.com/office/drawing/2014/main" id="{2A5E0665-3FB4-FA43-A5D9-F31FE9E34C46}"/>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80FAA51-037D-E440-B398-55281AF6B00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44003195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219182"/>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22" presetClass="entr" presetSubtype="8" fill="hold" nodeType="afterEffect">
                                  <p:stCondLst>
                                    <p:cond delay="0"/>
                                  </p:stCondLst>
                                  <p:childTnLst>
                                    <p:set>
                                      <p:cBhvr>
                                        <p:cTn id="9" dur="1" fill="hold">
                                          <p:stCondLst>
                                            <p:cond delay="0"/>
                                          </p:stCondLst>
                                        </p:cTn>
                                        <p:tgtEl>
                                          <p:spTgt spid="219233"/>
                                        </p:tgtEl>
                                        <p:attrNameLst>
                                          <p:attrName>style.visibility</p:attrName>
                                        </p:attrNameLst>
                                      </p:cBhvr>
                                      <p:to>
                                        <p:strVal val="visible"/>
                                      </p:to>
                                    </p:set>
                                    <p:animEffect transition="in" filter="wipe(left)">
                                      <p:cBhvr>
                                        <p:cTn id="10" dur="1000"/>
                                        <p:tgtEl>
                                          <p:spTgt spid="219233"/>
                                        </p:tgtEl>
                                      </p:cBhvr>
                                    </p:animEffect>
                                  </p:childTnLst>
                                </p:cTn>
                              </p:par>
                              <p:par>
                                <p:cTn id="11" presetID="22" presetClass="entr" presetSubtype="8" fill="hold" nodeType="withEffect">
                                  <p:stCondLst>
                                    <p:cond delay="0"/>
                                  </p:stCondLst>
                                  <p:childTnLst>
                                    <p:set>
                                      <p:cBhvr>
                                        <p:cTn id="12" dur="1" fill="hold">
                                          <p:stCondLst>
                                            <p:cond delay="0"/>
                                          </p:stCondLst>
                                        </p:cTn>
                                        <p:tgtEl>
                                          <p:spTgt spid="219237"/>
                                        </p:tgtEl>
                                        <p:attrNameLst>
                                          <p:attrName>style.visibility</p:attrName>
                                        </p:attrNameLst>
                                      </p:cBhvr>
                                      <p:to>
                                        <p:strVal val="visible"/>
                                      </p:to>
                                    </p:set>
                                    <p:animEffect transition="in" filter="wipe(left)">
                                      <p:cBhvr>
                                        <p:cTn id="13" dur="1000"/>
                                        <p:tgtEl>
                                          <p:spTgt spid="219237"/>
                                        </p:tgtEl>
                                      </p:cBhvr>
                                    </p:animEffect>
                                  </p:childTnLst>
                                </p:cTn>
                              </p:par>
                              <p:par>
                                <p:cTn id="14" presetID="22" presetClass="entr" presetSubtype="2" fill="hold" nodeType="withEffect">
                                  <p:stCondLst>
                                    <p:cond delay="0"/>
                                  </p:stCondLst>
                                  <p:childTnLst>
                                    <p:set>
                                      <p:cBhvr>
                                        <p:cTn id="15" dur="1" fill="hold">
                                          <p:stCondLst>
                                            <p:cond delay="0"/>
                                          </p:stCondLst>
                                        </p:cTn>
                                        <p:tgtEl>
                                          <p:spTgt spid="219238"/>
                                        </p:tgtEl>
                                        <p:attrNameLst>
                                          <p:attrName>style.visibility</p:attrName>
                                        </p:attrNameLst>
                                      </p:cBhvr>
                                      <p:to>
                                        <p:strVal val="visible"/>
                                      </p:to>
                                    </p:set>
                                    <p:animEffect transition="in" filter="wipe(right)">
                                      <p:cBhvr>
                                        <p:cTn id="16" dur="1000"/>
                                        <p:tgtEl>
                                          <p:spTgt spid="219238"/>
                                        </p:tgtEl>
                                      </p:cBhvr>
                                    </p:animEffect>
                                  </p:childTnLst>
                                </p:cTn>
                              </p:par>
                              <p:par>
                                <p:cTn id="17" presetID="22" presetClass="entr" presetSubtype="8" fill="hold" nodeType="withEffect">
                                  <p:stCondLst>
                                    <p:cond delay="0"/>
                                  </p:stCondLst>
                                  <p:childTnLst>
                                    <p:set>
                                      <p:cBhvr>
                                        <p:cTn id="18" dur="1" fill="hold">
                                          <p:stCondLst>
                                            <p:cond delay="0"/>
                                          </p:stCondLst>
                                        </p:cTn>
                                        <p:tgtEl>
                                          <p:spTgt spid="219234"/>
                                        </p:tgtEl>
                                        <p:attrNameLst>
                                          <p:attrName>style.visibility</p:attrName>
                                        </p:attrNameLst>
                                      </p:cBhvr>
                                      <p:to>
                                        <p:strVal val="visible"/>
                                      </p:to>
                                    </p:set>
                                    <p:animEffect transition="in" filter="wipe(left)">
                                      <p:cBhvr>
                                        <p:cTn id="19" dur="1000"/>
                                        <p:tgtEl>
                                          <p:spTgt spid="219234"/>
                                        </p:tgtEl>
                                      </p:cBhvr>
                                    </p:animEffect>
                                  </p:childTnLst>
                                </p:cTn>
                              </p:par>
                            </p:childTnLst>
                          </p:cTn>
                        </p:par>
                        <p:par>
                          <p:cTn id="20" fill="hold" nodeType="afterGroup">
                            <p:stCondLst>
                              <p:cond delay="4000"/>
                            </p:stCondLst>
                            <p:childTnLst>
                              <p:par>
                                <p:cTn id="21" presetID="35" presetClass="emph" presetSubtype="0" repeatCount="3000" fill="hold" grpId="0" nodeType="afterEffect">
                                  <p:stCondLst>
                                    <p:cond delay="500"/>
                                  </p:stCondLst>
                                  <p:childTnLst>
                                    <p:anim calcmode="discrete" valueType="str">
                                      <p:cBhvr>
                                        <p:cTn id="22" dur="1000" fill="hold"/>
                                        <p:tgtEl>
                                          <p:spTgt spid="219181"/>
                                        </p:tgtEl>
                                        <p:attrNameLst>
                                          <p:attrName>style.visibility</p:attrName>
                                        </p:attrNameLst>
                                      </p:cBhvr>
                                      <p:tavLst>
                                        <p:tav tm="0">
                                          <p:val>
                                            <p:strVal val="hidden"/>
                                          </p:val>
                                        </p:tav>
                                        <p:tav tm="50000">
                                          <p:val>
                                            <p:strVal val="visible"/>
                                          </p:val>
                                        </p:tav>
                                      </p:tavLst>
                                    </p:anim>
                                  </p:childTnLst>
                                </p:cTn>
                              </p:par>
                            </p:childTnLst>
                          </p:cTn>
                        </p:par>
                        <p:par>
                          <p:cTn id="23" fill="hold" nodeType="afterGroup">
                            <p:stCondLst>
                              <p:cond delay="7500"/>
                            </p:stCondLst>
                            <p:childTnLst>
                              <p:par>
                                <p:cTn id="24" presetID="22" presetClass="entr" presetSubtype="2" fill="hold" nodeType="afterEffect">
                                  <p:stCondLst>
                                    <p:cond delay="0"/>
                                  </p:stCondLst>
                                  <p:childTnLst>
                                    <p:set>
                                      <p:cBhvr>
                                        <p:cTn id="25" dur="1" fill="hold">
                                          <p:stCondLst>
                                            <p:cond delay="0"/>
                                          </p:stCondLst>
                                        </p:cTn>
                                        <p:tgtEl>
                                          <p:spTgt spid="219239"/>
                                        </p:tgtEl>
                                        <p:attrNameLst>
                                          <p:attrName>style.visibility</p:attrName>
                                        </p:attrNameLst>
                                      </p:cBhvr>
                                      <p:to>
                                        <p:strVal val="visible"/>
                                      </p:to>
                                    </p:set>
                                    <p:animEffect transition="in" filter="wipe(right)">
                                      <p:cBhvr>
                                        <p:cTn id="26" dur="1000"/>
                                        <p:tgtEl>
                                          <p:spTgt spid="219239"/>
                                        </p:tgtEl>
                                      </p:cBhvr>
                                    </p:animEffect>
                                  </p:childTnLst>
                                </p:cTn>
                              </p:par>
                            </p:childTnLst>
                          </p:cTn>
                        </p:par>
                        <p:par>
                          <p:cTn id="27" fill="hold" nodeType="afterGroup">
                            <p:stCondLst>
                              <p:cond delay="8500"/>
                            </p:stCondLst>
                            <p:childTnLst>
                              <p:par>
                                <p:cTn id="28" presetID="35" presetClass="emph" presetSubtype="0" repeatCount="3000" fill="hold" grpId="0" nodeType="afterEffect">
                                  <p:stCondLst>
                                    <p:cond delay="0"/>
                                  </p:stCondLst>
                                  <p:childTnLst>
                                    <p:anim calcmode="discrete" valueType="str">
                                      <p:cBhvr>
                                        <p:cTn id="29" dur="1000" fill="hold"/>
                                        <p:tgtEl>
                                          <p:spTgt spid="21919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9181" grpId="0" animBg="1"/>
      <p:bldP spid="219182" grpId="0" animBg="1"/>
      <p:bldP spid="219194"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1" name="Rectangle 2">
            <a:extLst>
              <a:ext uri="{FF2B5EF4-FFF2-40B4-BE49-F238E27FC236}">
                <a16:creationId xmlns:a16="http://schemas.microsoft.com/office/drawing/2014/main" id="{8A9B0DF3-7FF8-9540-B354-97EB3A52F646}"/>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ARP </a:t>
            </a:r>
            <a:r>
              <a:rPr lang="zh-CN" altLang="en-US" dirty="0">
                <a:latin typeface="Times New Roman" panose="02020603050405020304" pitchFamily="18" charset="0"/>
                <a:ea typeface="宋体" panose="02010600030101010101" pitchFamily="2" charset="-122"/>
              </a:rPr>
              <a:t>高速缓存的作用</a:t>
            </a:r>
          </a:p>
        </p:txBody>
      </p:sp>
      <p:sp>
        <p:nvSpPr>
          <p:cNvPr id="221187" name="Rectangle 3">
            <a:extLst>
              <a:ext uri="{FF2B5EF4-FFF2-40B4-BE49-F238E27FC236}">
                <a16:creationId xmlns:a16="http://schemas.microsoft.com/office/drawing/2014/main" id="{6D85B81E-FDE2-8640-8D71-799C7980FC43}"/>
              </a:ext>
            </a:extLst>
          </p:cNvPr>
          <p:cNvSpPr>
            <a:spLocks noGrp="1" noChangeArrowheads="1"/>
          </p:cNvSpPr>
          <p:nvPr>
            <p:ph type="body" idx="1"/>
          </p:nvPr>
        </p:nvSpPr>
        <p:spPr>
          <a:xfrm>
            <a:off x="217170" y="1059657"/>
            <a:ext cx="8606789" cy="3618310"/>
          </a:xfrm>
        </p:spPr>
        <p:txBody>
          <a:bodyPr/>
          <a:lstStyle/>
          <a:p>
            <a:pPr algn="just" eaLnBrk="1" hangingPunct="1"/>
            <a:r>
              <a:rPr lang="zh-CN" altLang="en-US" dirty="0">
                <a:latin typeface="Times New Roman" panose="02020603050405020304" pitchFamily="18" charset="0"/>
                <a:ea typeface="宋体" panose="02010600030101010101" pitchFamily="2" charset="-122"/>
              </a:rPr>
              <a:t>为了减少网络上的通信量，主机 </a:t>
            </a:r>
            <a:r>
              <a:rPr lang="en-US" altLang="zh-CN" dirty="0">
                <a:latin typeface="Times New Roman" panose="02020603050405020304" pitchFamily="18" charset="0"/>
                <a:ea typeface="宋体" panose="02010600030101010101" pitchFamily="2" charset="-122"/>
              </a:rPr>
              <a:t>A </a:t>
            </a:r>
            <a:r>
              <a:rPr lang="zh-CN" altLang="en-US" dirty="0">
                <a:latin typeface="Times New Roman" panose="02020603050405020304" pitchFamily="18" charset="0"/>
                <a:ea typeface="宋体" panose="02010600030101010101" pitchFamily="2" charset="-122"/>
              </a:rPr>
              <a:t>在发送其 </a:t>
            </a:r>
            <a:r>
              <a:rPr lang="en-US" altLang="zh-CN" dirty="0">
                <a:latin typeface="Times New Roman" panose="02020603050405020304" pitchFamily="18" charset="0"/>
                <a:ea typeface="宋体" panose="02010600030101010101" pitchFamily="2" charset="-122"/>
              </a:rPr>
              <a:t>ARP </a:t>
            </a:r>
            <a:r>
              <a:rPr lang="zh-CN" altLang="en-US" dirty="0">
                <a:latin typeface="Times New Roman" panose="02020603050405020304" pitchFamily="18" charset="0"/>
                <a:ea typeface="宋体" panose="02010600030101010101" pitchFamily="2" charset="-122"/>
              </a:rPr>
              <a:t>请求分组时，就将自己的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地址到硬件地址的映射写入 </a:t>
            </a:r>
            <a:r>
              <a:rPr lang="en-US" altLang="zh-CN" dirty="0">
                <a:latin typeface="Times New Roman" panose="02020603050405020304" pitchFamily="18" charset="0"/>
                <a:ea typeface="宋体" panose="02010600030101010101" pitchFamily="2" charset="-122"/>
              </a:rPr>
              <a:t>ARP </a:t>
            </a:r>
            <a:r>
              <a:rPr lang="zh-CN" altLang="en-US" dirty="0">
                <a:latin typeface="Times New Roman" panose="02020603050405020304" pitchFamily="18" charset="0"/>
                <a:ea typeface="宋体" panose="02010600030101010101" pitchFamily="2" charset="-122"/>
              </a:rPr>
              <a:t>请求分组。</a:t>
            </a:r>
          </a:p>
          <a:p>
            <a:pPr algn="just" eaLnBrk="1" hangingPunct="1"/>
            <a:r>
              <a:rPr lang="zh-CN" altLang="en-US" dirty="0">
                <a:latin typeface="Times New Roman" panose="02020603050405020304" pitchFamily="18" charset="0"/>
                <a:ea typeface="宋体" panose="02010600030101010101" pitchFamily="2" charset="-122"/>
              </a:rPr>
              <a:t>当主机 </a:t>
            </a:r>
            <a:r>
              <a:rPr lang="en-US" altLang="zh-CN" dirty="0">
                <a:latin typeface="Times New Roman" panose="02020603050405020304" pitchFamily="18" charset="0"/>
                <a:ea typeface="宋体" panose="02010600030101010101" pitchFamily="2" charset="-122"/>
              </a:rPr>
              <a:t>B </a:t>
            </a:r>
            <a:r>
              <a:rPr lang="zh-CN" altLang="en-US" dirty="0">
                <a:latin typeface="Times New Roman" panose="02020603050405020304" pitchFamily="18" charset="0"/>
                <a:ea typeface="宋体" panose="02010600030101010101" pitchFamily="2" charset="-122"/>
              </a:rPr>
              <a:t>收到 </a:t>
            </a:r>
            <a:r>
              <a:rPr lang="en-US" altLang="zh-CN" dirty="0">
                <a:latin typeface="Times New Roman" panose="02020603050405020304" pitchFamily="18" charset="0"/>
                <a:ea typeface="宋体" panose="02010600030101010101" pitchFamily="2" charset="-122"/>
              </a:rPr>
              <a:t>A </a:t>
            </a:r>
            <a:r>
              <a:rPr lang="zh-CN" altLang="en-US" dirty="0">
                <a:latin typeface="Times New Roman" panose="02020603050405020304" pitchFamily="18" charset="0"/>
                <a:ea typeface="宋体" panose="02010600030101010101" pitchFamily="2" charset="-122"/>
              </a:rPr>
              <a:t>的 </a:t>
            </a:r>
            <a:r>
              <a:rPr lang="en-US" altLang="zh-CN" dirty="0">
                <a:latin typeface="Times New Roman" panose="02020603050405020304" pitchFamily="18" charset="0"/>
                <a:ea typeface="宋体" panose="02010600030101010101" pitchFamily="2" charset="-122"/>
              </a:rPr>
              <a:t>ARP </a:t>
            </a:r>
            <a:r>
              <a:rPr lang="zh-CN" altLang="en-US" dirty="0">
                <a:latin typeface="Times New Roman" panose="02020603050405020304" pitchFamily="18" charset="0"/>
                <a:ea typeface="宋体" panose="02010600030101010101" pitchFamily="2" charset="-122"/>
              </a:rPr>
              <a:t>请求分组时，就将主机 </a:t>
            </a:r>
            <a:r>
              <a:rPr lang="en-US" altLang="zh-CN" dirty="0">
                <a:latin typeface="Times New Roman" panose="02020603050405020304" pitchFamily="18" charset="0"/>
                <a:ea typeface="宋体" panose="02010600030101010101" pitchFamily="2" charset="-122"/>
              </a:rPr>
              <a:t>A </a:t>
            </a:r>
            <a:r>
              <a:rPr lang="zh-CN" altLang="en-US" dirty="0">
                <a:latin typeface="Times New Roman" panose="02020603050405020304" pitchFamily="18" charset="0"/>
                <a:ea typeface="宋体" panose="02010600030101010101" pitchFamily="2" charset="-122"/>
              </a:rPr>
              <a:t>的这一地址映射写入主机 </a:t>
            </a:r>
            <a:r>
              <a:rPr lang="en-US" altLang="zh-CN" dirty="0">
                <a:latin typeface="Times New Roman" panose="02020603050405020304" pitchFamily="18" charset="0"/>
                <a:ea typeface="宋体" panose="02010600030101010101" pitchFamily="2" charset="-122"/>
              </a:rPr>
              <a:t>B </a:t>
            </a:r>
            <a:r>
              <a:rPr lang="zh-CN" altLang="en-US" dirty="0">
                <a:latin typeface="Times New Roman" panose="02020603050405020304" pitchFamily="18" charset="0"/>
                <a:ea typeface="宋体" panose="02010600030101010101" pitchFamily="2" charset="-122"/>
              </a:rPr>
              <a:t>自己的 </a:t>
            </a:r>
            <a:r>
              <a:rPr lang="en-US" altLang="zh-CN" dirty="0">
                <a:latin typeface="Times New Roman" panose="02020603050405020304" pitchFamily="18" charset="0"/>
                <a:ea typeface="宋体" panose="02010600030101010101" pitchFamily="2" charset="-122"/>
              </a:rPr>
              <a:t>ARP </a:t>
            </a:r>
            <a:r>
              <a:rPr lang="zh-CN" altLang="en-US" dirty="0">
                <a:latin typeface="Times New Roman" panose="02020603050405020304" pitchFamily="18" charset="0"/>
                <a:ea typeface="宋体" panose="02010600030101010101" pitchFamily="2" charset="-122"/>
              </a:rPr>
              <a:t>高速缓存中。这样，以后主机 </a:t>
            </a:r>
            <a:r>
              <a:rPr lang="en-US" altLang="zh-CN" dirty="0">
                <a:latin typeface="Times New Roman" panose="02020603050405020304" pitchFamily="18" charset="0"/>
                <a:ea typeface="宋体" panose="02010600030101010101" pitchFamily="2" charset="-122"/>
              </a:rPr>
              <a:t>B </a:t>
            </a:r>
            <a:r>
              <a:rPr lang="zh-CN" altLang="en-US" dirty="0">
                <a:latin typeface="Times New Roman" panose="02020603050405020304" pitchFamily="18" charset="0"/>
                <a:ea typeface="宋体" panose="02010600030101010101" pitchFamily="2" charset="-122"/>
              </a:rPr>
              <a:t>向 </a:t>
            </a:r>
            <a:r>
              <a:rPr lang="en-US" altLang="zh-CN" dirty="0">
                <a:latin typeface="Times New Roman" panose="02020603050405020304" pitchFamily="18" charset="0"/>
                <a:ea typeface="宋体" panose="02010600030101010101" pitchFamily="2" charset="-122"/>
              </a:rPr>
              <a:t>A </a:t>
            </a:r>
            <a:r>
              <a:rPr lang="zh-CN" altLang="en-US" dirty="0">
                <a:latin typeface="Times New Roman" panose="02020603050405020304" pitchFamily="18" charset="0"/>
                <a:ea typeface="宋体" panose="02010600030101010101" pitchFamily="2" charset="-122"/>
              </a:rPr>
              <a:t>发送数据报时就直接使用该缓存中的记录，不必每次都要发送查询请求了。 </a:t>
            </a:r>
          </a:p>
        </p:txBody>
      </p:sp>
      <p:sp>
        <p:nvSpPr>
          <p:cNvPr id="148483" name="幻灯片编号占位符 1">
            <a:extLst>
              <a:ext uri="{FF2B5EF4-FFF2-40B4-BE49-F238E27FC236}">
                <a16:creationId xmlns:a16="http://schemas.microsoft.com/office/drawing/2014/main" id="{F81E95F4-2738-CE44-957C-F5298477737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A2659DA-B431-D442-92F9-6FF761F67EC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57862165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21187">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Rectangle 2">
            <a:extLst>
              <a:ext uri="{FF2B5EF4-FFF2-40B4-BE49-F238E27FC236}">
                <a16:creationId xmlns:a16="http://schemas.microsoft.com/office/drawing/2014/main" id="{7AF0EBB3-484E-C145-820A-B2A27792A457}"/>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应当注意的问题</a:t>
            </a:r>
            <a:endParaRPr lang="zh-CN" altLang="en-US" sz="2700" dirty="0">
              <a:ea typeface="宋体" panose="02010600030101010101" pitchFamily="2" charset="-122"/>
            </a:endParaRPr>
          </a:p>
        </p:txBody>
      </p:sp>
      <p:sp>
        <p:nvSpPr>
          <p:cNvPr id="224259" name="Rectangle 3">
            <a:extLst>
              <a:ext uri="{FF2B5EF4-FFF2-40B4-BE49-F238E27FC236}">
                <a16:creationId xmlns:a16="http://schemas.microsoft.com/office/drawing/2014/main" id="{A2F2A501-D88B-5F40-95E6-8DE4EBA21387}"/>
              </a:ext>
            </a:extLst>
          </p:cNvPr>
          <p:cNvSpPr>
            <a:spLocks noGrp="1" noChangeArrowheads="1"/>
          </p:cNvSpPr>
          <p:nvPr>
            <p:ph type="body" idx="1"/>
          </p:nvPr>
        </p:nvSpPr>
        <p:spPr>
          <a:xfrm>
            <a:off x="240030" y="1113235"/>
            <a:ext cx="8698485" cy="3564731"/>
          </a:xfrm>
        </p:spPr>
        <p:txBody>
          <a:bodyPr/>
          <a:lstStyle/>
          <a:p>
            <a:pPr algn="just" eaLnBrk="1" hangingPunct="1"/>
            <a:r>
              <a:rPr lang="en-US" altLang="zh-CN" dirty="0">
                <a:latin typeface="Times New Roman" panose="02020603050405020304" pitchFamily="18" charset="0"/>
                <a:ea typeface="宋体" panose="02010600030101010101" pitchFamily="2" charset="-122"/>
              </a:rPr>
              <a:t>ARP </a:t>
            </a:r>
            <a:r>
              <a:rPr lang="zh-CN" altLang="en-US" dirty="0">
                <a:latin typeface="Times New Roman" panose="02020603050405020304" pitchFamily="18" charset="0"/>
                <a:ea typeface="宋体" panose="02010600030101010101" pitchFamily="2" charset="-122"/>
              </a:rPr>
              <a:t>是解决</a:t>
            </a:r>
            <a:r>
              <a:rPr lang="zh-CN" altLang="en-US" dirty="0">
                <a:solidFill>
                  <a:srgbClr val="FF0000"/>
                </a:solidFill>
                <a:latin typeface="Times New Roman" panose="02020603050405020304" pitchFamily="18" charset="0"/>
                <a:ea typeface="宋体" panose="02010600030101010101" pitchFamily="2" charset="-122"/>
              </a:rPr>
              <a:t>同一个局域网上</a:t>
            </a:r>
            <a:r>
              <a:rPr lang="zh-CN" altLang="en-US" dirty="0">
                <a:latin typeface="Times New Roman" panose="02020603050405020304" pitchFamily="18" charset="0"/>
                <a:ea typeface="宋体" panose="02010600030101010101" pitchFamily="2" charset="-122"/>
              </a:rPr>
              <a:t>的主机或路由器的 </a:t>
            </a:r>
            <a:r>
              <a:rPr lang="en-US" altLang="zh-CN" dirty="0">
                <a:solidFill>
                  <a:srgbClr val="FF0000"/>
                </a:solidFill>
                <a:latin typeface="Times New Roman" panose="02020603050405020304" pitchFamily="18" charset="0"/>
                <a:ea typeface="宋体" panose="02010600030101010101" pitchFamily="2" charset="-122"/>
              </a:rPr>
              <a:t>IP </a:t>
            </a:r>
            <a:r>
              <a:rPr lang="zh-CN" altLang="en-US" dirty="0">
                <a:solidFill>
                  <a:srgbClr val="FF0000"/>
                </a:solidFill>
                <a:latin typeface="Times New Roman" panose="02020603050405020304" pitchFamily="18" charset="0"/>
                <a:ea typeface="宋体" panose="02010600030101010101" pitchFamily="2" charset="-122"/>
              </a:rPr>
              <a:t>地址和硬件地址的映射</a:t>
            </a:r>
            <a:r>
              <a:rPr lang="zh-CN" altLang="en-US" dirty="0">
                <a:latin typeface="Times New Roman" panose="02020603050405020304" pitchFamily="18" charset="0"/>
                <a:ea typeface="宋体" panose="02010600030101010101" pitchFamily="2" charset="-122"/>
              </a:rPr>
              <a:t>问题。</a:t>
            </a:r>
          </a:p>
          <a:p>
            <a:pPr algn="just" eaLnBrk="1" hangingPunct="1"/>
            <a:r>
              <a:rPr lang="zh-CN" altLang="en-US" dirty="0">
                <a:latin typeface="Times New Roman" panose="02020603050405020304" pitchFamily="18" charset="0"/>
                <a:ea typeface="宋体" panose="02010600030101010101" pitchFamily="2" charset="-122"/>
              </a:rPr>
              <a:t>如果所要找的主机和源主机</a:t>
            </a:r>
            <a:r>
              <a:rPr lang="zh-CN" altLang="en-US" dirty="0">
                <a:solidFill>
                  <a:srgbClr val="FF0000"/>
                </a:solidFill>
                <a:latin typeface="Times New Roman" panose="02020603050405020304" pitchFamily="18" charset="0"/>
                <a:ea typeface="宋体" panose="02010600030101010101" pitchFamily="2" charset="-122"/>
              </a:rPr>
              <a:t>不在同一个局域网上</a:t>
            </a:r>
            <a:r>
              <a:rPr lang="zh-CN" altLang="en-US" dirty="0">
                <a:latin typeface="Times New Roman" panose="02020603050405020304" pitchFamily="18" charset="0"/>
                <a:ea typeface="宋体" panose="02010600030101010101" pitchFamily="2" charset="-122"/>
              </a:rPr>
              <a:t>，那么就要通过</a:t>
            </a:r>
            <a:r>
              <a:rPr lang="zh-CN" altLang="en-US" sz="1500" dirty="0">
                <a:ea typeface="宋体" panose="02010600030101010101" pitchFamily="2" charset="-122"/>
              </a:rPr>
              <a:t> </a:t>
            </a:r>
            <a:r>
              <a:rPr lang="en-US" altLang="zh-CN" dirty="0">
                <a:latin typeface="Times New Roman" panose="02020603050405020304" pitchFamily="18" charset="0"/>
                <a:ea typeface="宋体" panose="02010600030101010101" pitchFamily="2" charset="-122"/>
              </a:rPr>
              <a:t>ARP</a:t>
            </a:r>
            <a:r>
              <a:rPr lang="en-US" altLang="zh-CN" sz="1500" dirty="0">
                <a:ea typeface="宋体" panose="02010600030101010101" pitchFamily="2" charset="-122"/>
              </a:rPr>
              <a:t> </a:t>
            </a:r>
            <a:r>
              <a:rPr lang="zh-CN" altLang="en-US" dirty="0">
                <a:latin typeface="Times New Roman" panose="02020603050405020304" pitchFamily="18" charset="0"/>
                <a:ea typeface="宋体" panose="02010600030101010101" pitchFamily="2" charset="-122"/>
              </a:rPr>
              <a:t>找到一个位于本局域网上的某个路由器的硬件地址，然后把分组</a:t>
            </a:r>
            <a:r>
              <a:rPr lang="zh-CN" altLang="en-US" dirty="0">
                <a:solidFill>
                  <a:srgbClr val="FF0000"/>
                </a:solidFill>
                <a:latin typeface="Times New Roman" panose="02020603050405020304" pitchFamily="18" charset="0"/>
                <a:ea typeface="宋体" panose="02010600030101010101" pitchFamily="2" charset="-122"/>
              </a:rPr>
              <a:t>发送给这个路由器</a:t>
            </a:r>
            <a:r>
              <a:rPr lang="zh-CN" altLang="en-US" dirty="0">
                <a:latin typeface="Times New Roman" panose="02020603050405020304" pitchFamily="18" charset="0"/>
                <a:ea typeface="宋体" panose="02010600030101010101" pitchFamily="2" charset="-122"/>
              </a:rPr>
              <a:t>，让这个路由器把分组转发给下一个网络。剩下的工作就交由下一个网络来做。</a:t>
            </a:r>
          </a:p>
        </p:txBody>
      </p:sp>
      <p:sp>
        <p:nvSpPr>
          <p:cNvPr id="150531" name="幻灯片编号占位符 1">
            <a:extLst>
              <a:ext uri="{FF2B5EF4-FFF2-40B4-BE49-F238E27FC236}">
                <a16:creationId xmlns:a16="http://schemas.microsoft.com/office/drawing/2014/main" id="{38CCCAE2-242D-E74E-9447-C911E610B07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F5467F8-8886-D343-ABA6-601EBF933754}"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35186601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4259">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259" grpId="0" build="p"/>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7" name="Rectangle 2">
            <a:extLst>
              <a:ext uri="{FF2B5EF4-FFF2-40B4-BE49-F238E27FC236}">
                <a16:creationId xmlns:a16="http://schemas.microsoft.com/office/drawing/2014/main" id="{7D9C5F2F-7B08-DE43-B4A7-4D5F5CAE49FB}"/>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应当注意的问题（续）</a:t>
            </a:r>
            <a:endParaRPr lang="zh-CN" altLang="en-US" sz="2700" dirty="0">
              <a:ea typeface="宋体" panose="02010600030101010101" pitchFamily="2" charset="-122"/>
            </a:endParaRPr>
          </a:p>
        </p:txBody>
      </p:sp>
      <p:sp>
        <p:nvSpPr>
          <p:cNvPr id="463875" name="Rectangle 3">
            <a:extLst>
              <a:ext uri="{FF2B5EF4-FFF2-40B4-BE49-F238E27FC236}">
                <a16:creationId xmlns:a16="http://schemas.microsoft.com/office/drawing/2014/main" id="{986D1B89-03F7-5641-9ABD-288CB6F9C3C4}"/>
              </a:ext>
            </a:extLst>
          </p:cNvPr>
          <p:cNvSpPr>
            <a:spLocks noGrp="1" noChangeArrowheads="1"/>
          </p:cNvSpPr>
          <p:nvPr>
            <p:ph type="body" idx="1"/>
          </p:nvPr>
        </p:nvSpPr>
        <p:spPr>
          <a:xfrm>
            <a:off x="228600" y="1059657"/>
            <a:ext cx="8709915" cy="3618310"/>
          </a:xfrm>
        </p:spPr>
        <p:txBody>
          <a:bodyPr/>
          <a:lstStyle/>
          <a:p>
            <a:pPr algn="just" eaLnBrk="1" hangingPunct="1"/>
            <a:r>
              <a:rPr lang="zh-CN" altLang="en-US" dirty="0">
                <a:latin typeface="Times New Roman" panose="02020603050405020304" pitchFamily="18" charset="0"/>
                <a:ea typeface="宋体" panose="02010600030101010101" pitchFamily="2" charset="-122"/>
              </a:rPr>
              <a:t>从</a:t>
            </a:r>
            <a:r>
              <a:rPr lang="en-US" altLang="zh-CN" dirty="0">
                <a:latin typeface="Times New Roman" panose="02020603050405020304" pitchFamily="18" charset="0"/>
                <a:ea typeface="宋体" panose="02010600030101010101" pitchFamily="2" charset="-122"/>
              </a:rPr>
              <a:t>IP</a:t>
            </a:r>
            <a:r>
              <a:rPr lang="zh-CN" altLang="en-US" dirty="0">
                <a:latin typeface="Times New Roman" panose="02020603050405020304" pitchFamily="18" charset="0"/>
                <a:ea typeface="宋体" panose="02010600030101010101" pitchFamily="2" charset="-122"/>
              </a:rPr>
              <a:t>地址到硬件地址的解析是</a:t>
            </a:r>
            <a:r>
              <a:rPr lang="zh-CN" altLang="en-US" dirty="0">
                <a:solidFill>
                  <a:srgbClr val="FF0000"/>
                </a:solidFill>
                <a:latin typeface="Times New Roman" panose="02020603050405020304" pitchFamily="18" charset="0"/>
                <a:ea typeface="宋体" panose="02010600030101010101" pitchFamily="2" charset="-122"/>
              </a:rPr>
              <a:t>自动进行</a:t>
            </a:r>
            <a:r>
              <a:rPr lang="zh-CN" altLang="en-US" dirty="0">
                <a:latin typeface="Times New Roman" panose="02020603050405020304" pitchFamily="18" charset="0"/>
                <a:ea typeface="宋体" panose="02010600030101010101" pitchFamily="2" charset="-122"/>
              </a:rPr>
              <a:t>的，主机的用户对这种地址解析过程是不知道的。</a:t>
            </a:r>
          </a:p>
          <a:p>
            <a:pPr algn="just" eaLnBrk="1" hangingPunct="1"/>
            <a:r>
              <a:rPr lang="zh-CN" altLang="en-US" dirty="0">
                <a:latin typeface="Times New Roman" panose="02020603050405020304" pitchFamily="18" charset="0"/>
                <a:ea typeface="宋体" panose="02010600030101010101" pitchFamily="2" charset="-122"/>
              </a:rPr>
              <a:t>只要主机或路由器要和本网络上的另一个已知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地址的主机或路由器进行通信，</a:t>
            </a:r>
            <a:r>
              <a:rPr lang="en-US" altLang="zh-CN" dirty="0">
                <a:latin typeface="Times New Roman" panose="02020603050405020304" pitchFamily="18" charset="0"/>
                <a:ea typeface="宋体" panose="02010600030101010101" pitchFamily="2" charset="-122"/>
              </a:rPr>
              <a:t>ARP </a:t>
            </a:r>
            <a:r>
              <a:rPr lang="zh-CN" altLang="en-US" dirty="0">
                <a:latin typeface="Times New Roman" panose="02020603050405020304" pitchFamily="18" charset="0"/>
                <a:ea typeface="宋体" panose="02010600030101010101" pitchFamily="2" charset="-122"/>
              </a:rPr>
              <a:t>协议就会自动地将该</a:t>
            </a:r>
            <a:r>
              <a:rPr lang="zh-CN" altLang="en-US" sz="1500" dirty="0">
                <a:ea typeface="宋体" panose="02010600030101010101" pitchFamily="2" charset="-122"/>
              </a:rPr>
              <a:t> </a:t>
            </a:r>
            <a:r>
              <a:rPr lang="en-US" altLang="zh-CN" dirty="0">
                <a:latin typeface="Times New Roman" panose="02020603050405020304" pitchFamily="18" charset="0"/>
                <a:ea typeface="宋体" panose="02010600030101010101" pitchFamily="2" charset="-122"/>
              </a:rPr>
              <a:t>IP</a:t>
            </a:r>
            <a:r>
              <a:rPr lang="en-US" altLang="zh-CN" sz="1500" dirty="0">
                <a:ea typeface="宋体" panose="02010600030101010101" pitchFamily="2" charset="-122"/>
              </a:rPr>
              <a:t> </a:t>
            </a:r>
            <a:r>
              <a:rPr lang="zh-CN" altLang="en-US" dirty="0">
                <a:latin typeface="Times New Roman" panose="02020603050405020304" pitchFamily="18" charset="0"/>
                <a:ea typeface="宋体" panose="02010600030101010101" pitchFamily="2" charset="-122"/>
              </a:rPr>
              <a:t>地址解析为链路层所需要的硬件地址。  </a:t>
            </a:r>
          </a:p>
        </p:txBody>
      </p:sp>
      <p:sp>
        <p:nvSpPr>
          <p:cNvPr id="152579" name="幻灯片编号占位符 1">
            <a:extLst>
              <a:ext uri="{FF2B5EF4-FFF2-40B4-BE49-F238E27FC236}">
                <a16:creationId xmlns:a16="http://schemas.microsoft.com/office/drawing/2014/main" id="{548A773F-ECCE-224B-A01D-231D3D4A06D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72E47B3-2060-CF49-8B9C-D67002BE9B9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65076245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6387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3875" grpId="0" build="p"/>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3" name="Rectangle 2">
            <a:extLst>
              <a:ext uri="{FF2B5EF4-FFF2-40B4-BE49-F238E27FC236}">
                <a16:creationId xmlns:a16="http://schemas.microsoft.com/office/drawing/2014/main" id="{2CD83F0A-D23A-B94D-B2EC-C878DE7C975D}"/>
              </a:ext>
            </a:extLst>
          </p:cNvPr>
          <p:cNvSpPr>
            <a:spLocks noGrp="1" noChangeArrowheads="1"/>
          </p:cNvSpPr>
          <p:nvPr>
            <p:ph type="title"/>
          </p:nvPr>
        </p:nvSpPr>
        <p:spPr>
          <a:xfrm>
            <a:off x="148590" y="86916"/>
            <a:ext cx="7780973" cy="796528"/>
          </a:xfrm>
        </p:spPr>
        <p:txBody>
          <a:bodyPr/>
          <a:lstStyle/>
          <a:p>
            <a:pPr eaLnBrk="1" hangingPunct="1"/>
            <a:r>
              <a:rPr lang="zh-CN" altLang="en-US" dirty="0">
                <a:ea typeface="宋体" panose="02010600030101010101" pitchFamily="2" charset="-122"/>
              </a:rPr>
              <a:t>为什么我们不直接使用硬件地址进行通信？</a:t>
            </a:r>
          </a:p>
        </p:txBody>
      </p:sp>
      <p:sp>
        <p:nvSpPr>
          <p:cNvPr id="376835" name="Rectangle 3">
            <a:extLst>
              <a:ext uri="{FF2B5EF4-FFF2-40B4-BE49-F238E27FC236}">
                <a16:creationId xmlns:a16="http://schemas.microsoft.com/office/drawing/2014/main" id="{F5E48A23-F05F-2A4A-8E31-6646919B947E}"/>
              </a:ext>
            </a:extLst>
          </p:cNvPr>
          <p:cNvSpPr>
            <a:spLocks noGrp="1" noChangeArrowheads="1"/>
          </p:cNvSpPr>
          <p:nvPr>
            <p:ph type="body" idx="1"/>
          </p:nvPr>
        </p:nvSpPr>
        <p:spPr>
          <a:xfrm>
            <a:off x="148590" y="1113235"/>
            <a:ext cx="8698229" cy="3564731"/>
          </a:xfrm>
        </p:spPr>
        <p:txBody>
          <a:bodyPr/>
          <a:lstStyle/>
          <a:p>
            <a:pPr eaLnBrk="1" hangingPunct="1"/>
            <a:r>
              <a:rPr lang="zh-CN" altLang="en-US" dirty="0">
                <a:ea typeface="宋体" panose="02010600030101010101" pitchFamily="2" charset="-122"/>
              </a:rPr>
              <a:t>由于全世界存在着各式各样的网络，它们</a:t>
            </a:r>
            <a:r>
              <a:rPr lang="zh-CN" altLang="en-US" dirty="0">
                <a:solidFill>
                  <a:srgbClr val="FF0000"/>
                </a:solidFill>
                <a:ea typeface="宋体" panose="02010600030101010101" pitchFamily="2" charset="-122"/>
              </a:rPr>
              <a:t>使用不同的硬件地址</a:t>
            </a:r>
            <a:r>
              <a:rPr lang="zh-CN" altLang="en-US" dirty="0">
                <a:ea typeface="宋体" panose="02010600030101010101" pitchFamily="2" charset="-122"/>
              </a:rPr>
              <a:t>。要使这些异构网络能够互相通信就必须进行非常复杂的</a:t>
            </a:r>
            <a:r>
              <a:rPr lang="zh-CN" altLang="en-US" dirty="0">
                <a:solidFill>
                  <a:srgbClr val="FF0000"/>
                </a:solidFill>
                <a:ea typeface="宋体" panose="02010600030101010101" pitchFamily="2" charset="-122"/>
              </a:rPr>
              <a:t>硬件地址转换工作</a:t>
            </a:r>
            <a:r>
              <a:rPr lang="zh-CN" altLang="en-US" dirty="0">
                <a:ea typeface="宋体" panose="02010600030101010101" pitchFamily="2" charset="-122"/>
              </a:rPr>
              <a:t>，这几乎是不可能的事。</a:t>
            </a:r>
          </a:p>
          <a:p>
            <a:pPr eaLnBrk="1" hangingPunct="1"/>
            <a:r>
              <a:rPr lang="zh-CN" altLang="en-US" dirty="0">
                <a:ea typeface="宋体" panose="02010600030101010101" pitchFamily="2" charset="-122"/>
              </a:rPr>
              <a:t>连接到因特网的主机都</a:t>
            </a:r>
            <a:r>
              <a:rPr lang="zh-CN" altLang="en-US" dirty="0">
                <a:solidFill>
                  <a:srgbClr val="FF0000"/>
                </a:solidFill>
                <a:ea typeface="宋体" panose="02010600030101010101" pitchFamily="2" charset="-122"/>
              </a:rPr>
              <a:t>拥有统一的 </a:t>
            </a:r>
            <a:r>
              <a:rPr lang="en-US" altLang="zh-CN" dirty="0">
                <a:solidFill>
                  <a:srgbClr val="FF0000"/>
                </a:solidFill>
                <a:ea typeface="宋体" panose="02010600030101010101" pitchFamily="2" charset="-122"/>
              </a:rPr>
              <a:t>IP </a:t>
            </a:r>
            <a:r>
              <a:rPr lang="zh-CN" altLang="en-US" dirty="0">
                <a:solidFill>
                  <a:srgbClr val="FF0000"/>
                </a:solidFill>
                <a:ea typeface="宋体" panose="02010600030101010101" pitchFamily="2" charset="-122"/>
              </a:rPr>
              <a:t>地址</a:t>
            </a:r>
            <a:r>
              <a:rPr lang="zh-CN" altLang="en-US" dirty="0">
                <a:ea typeface="宋体" panose="02010600030101010101" pitchFamily="2" charset="-122"/>
              </a:rPr>
              <a:t>，它们之间的通信就像连接在同一个网络上那样简单方便，因为调用 </a:t>
            </a:r>
            <a:r>
              <a:rPr lang="en-US" altLang="zh-CN" dirty="0">
                <a:ea typeface="宋体" panose="02010600030101010101" pitchFamily="2" charset="-122"/>
              </a:rPr>
              <a:t>ARP </a:t>
            </a:r>
            <a:r>
              <a:rPr lang="zh-CN" altLang="en-US" dirty="0">
                <a:ea typeface="宋体" panose="02010600030101010101" pitchFamily="2" charset="-122"/>
              </a:rPr>
              <a:t>来寻找某个路由器或主机的硬件地址都是由计算机软件</a:t>
            </a:r>
            <a:r>
              <a:rPr lang="zh-CN" altLang="en-US" dirty="0">
                <a:solidFill>
                  <a:srgbClr val="FF0000"/>
                </a:solidFill>
                <a:ea typeface="宋体" panose="02010600030101010101" pitchFamily="2" charset="-122"/>
              </a:rPr>
              <a:t>自动进行</a:t>
            </a:r>
            <a:r>
              <a:rPr lang="zh-CN" altLang="en-US" dirty="0">
                <a:ea typeface="宋体" panose="02010600030101010101" pitchFamily="2" charset="-122"/>
              </a:rPr>
              <a:t>的，对用户来说是看不见这种调用过程的。  </a:t>
            </a:r>
          </a:p>
        </p:txBody>
      </p:sp>
      <p:sp>
        <p:nvSpPr>
          <p:cNvPr id="156675" name="幻灯片编号占位符 1">
            <a:extLst>
              <a:ext uri="{FF2B5EF4-FFF2-40B4-BE49-F238E27FC236}">
                <a16:creationId xmlns:a16="http://schemas.microsoft.com/office/drawing/2014/main" id="{211E808B-D462-7C48-A016-896F43E9EB9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E651D34-BE89-4D4B-AEF6-EBC8F3F0AD8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7780244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7683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6835" grpId="0" build="p"/>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721" name="Rectangle 2">
            <a:extLst>
              <a:ext uri="{FF2B5EF4-FFF2-40B4-BE49-F238E27FC236}">
                <a16:creationId xmlns:a16="http://schemas.microsoft.com/office/drawing/2014/main" id="{C809D5EA-9DC5-8A43-9347-7872F6C47573}"/>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4.2.5  IP </a:t>
            </a:r>
            <a:r>
              <a:rPr lang="zh-CN" altLang="en-US" dirty="0">
                <a:latin typeface="Times New Roman" panose="02020603050405020304" pitchFamily="18" charset="0"/>
                <a:ea typeface="宋体" panose="02010600030101010101" pitchFamily="2" charset="-122"/>
              </a:rPr>
              <a:t>数据报的格式 </a:t>
            </a:r>
          </a:p>
        </p:txBody>
      </p:sp>
      <p:sp>
        <p:nvSpPr>
          <p:cNvPr id="158722" name="Rectangle 4">
            <a:extLst>
              <a:ext uri="{FF2B5EF4-FFF2-40B4-BE49-F238E27FC236}">
                <a16:creationId xmlns:a16="http://schemas.microsoft.com/office/drawing/2014/main" id="{22BD7E27-517A-4446-9BDB-D83C48D4F090}"/>
              </a:ext>
            </a:extLst>
          </p:cNvPr>
          <p:cNvSpPr>
            <a:spLocks noGrp="1" noChangeArrowheads="1"/>
          </p:cNvSpPr>
          <p:nvPr>
            <p:ph type="body" idx="1"/>
          </p:nvPr>
        </p:nvSpPr>
        <p:spPr>
          <a:xfrm>
            <a:off x="217170" y="1113235"/>
            <a:ext cx="8721345" cy="3726656"/>
          </a:xfrm>
        </p:spPr>
        <p:txBody>
          <a:bodyPr/>
          <a:lstStyle/>
          <a:p>
            <a:pPr eaLnBrk="1" hangingPunct="1"/>
            <a:r>
              <a:rPr lang="zh-CN" altLang="en-US" dirty="0">
                <a:latin typeface="Times New Roman" panose="02020603050405020304" pitchFamily="18" charset="0"/>
                <a:ea typeface="宋体" panose="02010600030101010101" pitchFamily="2" charset="-122"/>
              </a:rPr>
              <a:t>一个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数据报由首部和数据两部分组成。</a:t>
            </a:r>
          </a:p>
          <a:p>
            <a:pPr eaLnBrk="1" hangingPunct="1"/>
            <a:r>
              <a:rPr lang="zh-CN" altLang="en-US" dirty="0">
                <a:latin typeface="Times New Roman" panose="02020603050405020304" pitchFamily="18" charset="0"/>
                <a:ea typeface="宋体" panose="02010600030101010101" pitchFamily="2" charset="-122"/>
              </a:rPr>
              <a:t>首部的前一部分是固定长度，共 </a:t>
            </a:r>
            <a:r>
              <a:rPr lang="en-US" altLang="zh-CN" dirty="0">
                <a:latin typeface="Times New Roman" panose="02020603050405020304" pitchFamily="18" charset="0"/>
                <a:ea typeface="宋体" panose="02010600030101010101" pitchFamily="2" charset="-122"/>
              </a:rPr>
              <a:t>20 </a:t>
            </a:r>
            <a:r>
              <a:rPr lang="zh-CN" altLang="en-US" dirty="0">
                <a:latin typeface="Times New Roman" panose="02020603050405020304" pitchFamily="18" charset="0"/>
                <a:ea typeface="宋体" panose="02010600030101010101" pitchFamily="2" charset="-122"/>
              </a:rPr>
              <a:t>字节，是所有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数据报必须具有的。</a:t>
            </a:r>
          </a:p>
          <a:p>
            <a:pPr eaLnBrk="1" hangingPunct="1"/>
            <a:r>
              <a:rPr lang="zh-CN" altLang="en-US" dirty="0">
                <a:latin typeface="Times New Roman" panose="02020603050405020304" pitchFamily="18" charset="0"/>
                <a:ea typeface="宋体" panose="02010600030101010101" pitchFamily="2" charset="-122"/>
              </a:rPr>
              <a:t>在首部的固定部分的后面是一些可选字段，其长度是可变的。 </a:t>
            </a:r>
          </a:p>
        </p:txBody>
      </p:sp>
      <p:sp>
        <p:nvSpPr>
          <p:cNvPr id="158723" name="幻灯片编号占位符 1">
            <a:extLst>
              <a:ext uri="{FF2B5EF4-FFF2-40B4-BE49-F238E27FC236}">
                <a16:creationId xmlns:a16="http://schemas.microsoft.com/office/drawing/2014/main" id="{2ED6C107-B5C1-5742-983C-C42B803D42A5}"/>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4552C8C-2361-DC47-9971-8157FDBC1943}"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747087789"/>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0769" name="Rectangle 45">
            <a:extLst>
              <a:ext uri="{FF2B5EF4-FFF2-40B4-BE49-F238E27FC236}">
                <a16:creationId xmlns:a16="http://schemas.microsoft.com/office/drawing/2014/main" id="{9F6E5214-A59B-0F45-B01C-82164868427E}"/>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60770" name="Rectangle 54">
            <a:extLst>
              <a:ext uri="{FF2B5EF4-FFF2-40B4-BE49-F238E27FC236}">
                <a16:creationId xmlns:a16="http://schemas.microsoft.com/office/drawing/2014/main" id="{A5FF0E80-D9A5-154B-A0FE-FA89CF7BDBBE}"/>
              </a:ext>
            </a:extLst>
          </p:cNvPr>
          <p:cNvSpPr>
            <a:spLocks noChangeArrowheads="1"/>
          </p:cNvSpPr>
          <p:nvPr/>
        </p:nvSpPr>
        <p:spPr bwMode="auto">
          <a:xfrm>
            <a:off x="1494235" y="2571750"/>
            <a:ext cx="521778" cy="52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sp>
        <p:nvSpPr>
          <p:cNvPr id="160771" name="Line 6">
            <a:extLst>
              <a:ext uri="{FF2B5EF4-FFF2-40B4-BE49-F238E27FC236}">
                <a16:creationId xmlns:a16="http://schemas.microsoft.com/office/drawing/2014/main" id="{D439B432-E744-C146-A18E-92D9C25C1F02}"/>
              </a:ext>
            </a:extLst>
          </p:cNvPr>
          <p:cNvSpPr>
            <a:spLocks noChangeShapeType="1"/>
          </p:cNvSpPr>
          <p:nvPr/>
        </p:nvSpPr>
        <p:spPr bwMode="auto">
          <a:xfrm>
            <a:off x="2867025" y="4264819"/>
            <a:ext cx="406479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60772" name="Rectangle 8">
            <a:extLst>
              <a:ext uri="{FF2B5EF4-FFF2-40B4-BE49-F238E27FC236}">
                <a16:creationId xmlns:a16="http://schemas.microsoft.com/office/drawing/2014/main" id="{19D86290-211A-7640-AF6A-D23B89126DF9}"/>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0773" name="Rectangle 90">
            <a:extLst>
              <a:ext uri="{FF2B5EF4-FFF2-40B4-BE49-F238E27FC236}">
                <a16:creationId xmlns:a16="http://schemas.microsoft.com/office/drawing/2014/main" id="{9026C69D-A5AD-F04E-A951-A59D6B708526}"/>
              </a:ext>
            </a:extLst>
          </p:cNvPr>
          <p:cNvSpPr>
            <a:spLocks noChangeArrowheads="1"/>
          </p:cNvSpPr>
          <p:nvPr/>
        </p:nvSpPr>
        <p:spPr bwMode="auto">
          <a:xfrm>
            <a:off x="2844403" y="3746897"/>
            <a:ext cx="1079897" cy="336947"/>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0774" name="Rectangle 10">
            <a:extLst>
              <a:ext uri="{FF2B5EF4-FFF2-40B4-BE49-F238E27FC236}">
                <a16:creationId xmlns:a16="http://schemas.microsoft.com/office/drawing/2014/main" id="{12C1BD05-D17B-BF4C-B6D5-5F4028720E38}"/>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0775" name="Rectangle 11">
            <a:extLst>
              <a:ext uri="{FF2B5EF4-FFF2-40B4-BE49-F238E27FC236}">
                <a16:creationId xmlns:a16="http://schemas.microsoft.com/office/drawing/2014/main" id="{0115D65A-CC3C-8843-8FC3-324E755D6582}"/>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0776" name="Line 12">
            <a:extLst>
              <a:ext uri="{FF2B5EF4-FFF2-40B4-BE49-F238E27FC236}">
                <a16:creationId xmlns:a16="http://schemas.microsoft.com/office/drawing/2014/main" id="{13F1CE91-8E8A-0F45-B676-12FE9CFFF7AC}"/>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77" name="Line 13">
            <a:extLst>
              <a:ext uri="{FF2B5EF4-FFF2-40B4-BE49-F238E27FC236}">
                <a16:creationId xmlns:a16="http://schemas.microsoft.com/office/drawing/2014/main" id="{59FD3977-073C-1E49-B3BC-5A88FE85602A}"/>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78" name="Line 14">
            <a:extLst>
              <a:ext uri="{FF2B5EF4-FFF2-40B4-BE49-F238E27FC236}">
                <a16:creationId xmlns:a16="http://schemas.microsoft.com/office/drawing/2014/main" id="{B3C4746E-D9D6-D441-96EB-8B4F484868E4}"/>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79" name="Line 15">
            <a:extLst>
              <a:ext uri="{FF2B5EF4-FFF2-40B4-BE49-F238E27FC236}">
                <a16:creationId xmlns:a16="http://schemas.microsoft.com/office/drawing/2014/main" id="{B7061258-640A-A949-A144-3D66B4709519}"/>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80" name="Line 16">
            <a:extLst>
              <a:ext uri="{FF2B5EF4-FFF2-40B4-BE49-F238E27FC236}">
                <a16:creationId xmlns:a16="http://schemas.microsoft.com/office/drawing/2014/main" id="{56702ADE-4D19-4343-BC6D-3D166B2BD881}"/>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81" name="Line 17">
            <a:extLst>
              <a:ext uri="{FF2B5EF4-FFF2-40B4-BE49-F238E27FC236}">
                <a16:creationId xmlns:a16="http://schemas.microsoft.com/office/drawing/2014/main" id="{A579900E-B425-E043-93DD-C8AEB5D868D2}"/>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82" name="Line 18">
            <a:extLst>
              <a:ext uri="{FF2B5EF4-FFF2-40B4-BE49-F238E27FC236}">
                <a16:creationId xmlns:a16="http://schemas.microsoft.com/office/drawing/2014/main" id="{72CB04A1-0487-0647-9A0A-881EE600CEBC}"/>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83" name="Line 19">
            <a:extLst>
              <a:ext uri="{FF2B5EF4-FFF2-40B4-BE49-F238E27FC236}">
                <a16:creationId xmlns:a16="http://schemas.microsoft.com/office/drawing/2014/main" id="{F05D8B66-B29F-3C4D-A354-4EAA0471E9A5}"/>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84" name="Line 20">
            <a:extLst>
              <a:ext uri="{FF2B5EF4-FFF2-40B4-BE49-F238E27FC236}">
                <a16:creationId xmlns:a16="http://schemas.microsoft.com/office/drawing/2014/main" id="{88CA63B5-1CF9-104D-AC6D-363790EF70B7}"/>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85" name="Line 21">
            <a:extLst>
              <a:ext uri="{FF2B5EF4-FFF2-40B4-BE49-F238E27FC236}">
                <a16:creationId xmlns:a16="http://schemas.microsoft.com/office/drawing/2014/main" id="{841A77B4-4A3A-6D46-946B-2207A2E664E0}"/>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86" name="Line 22">
            <a:extLst>
              <a:ext uri="{FF2B5EF4-FFF2-40B4-BE49-F238E27FC236}">
                <a16:creationId xmlns:a16="http://schemas.microsoft.com/office/drawing/2014/main" id="{45ACF1D2-6E8A-4447-97EA-940A06268C47}"/>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87" name="Rectangle 23">
            <a:extLst>
              <a:ext uri="{FF2B5EF4-FFF2-40B4-BE49-F238E27FC236}">
                <a16:creationId xmlns:a16="http://schemas.microsoft.com/office/drawing/2014/main" id="{821BA359-CDBE-2646-8134-F6259E14CEDC}"/>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60788" name="Rectangle 24">
            <a:extLst>
              <a:ext uri="{FF2B5EF4-FFF2-40B4-BE49-F238E27FC236}">
                <a16:creationId xmlns:a16="http://schemas.microsoft.com/office/drawing/2014/main" id="{D46144AE-E093-CD4E-A1F7-CF00D962983E}"/>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60789" name="Rectangle 25">
            <a:extLst>
              <a:ext uri="{FF2B5EF4-FFF2-40B4-BE49-F238E27FC236}">
                <a16:creationId xmlns:a16="http://schemas.microsoft.com/office/drawing/2014/main" id="{6F8D9B85-31EA-264E-AFC7-868B44A23AAE}"/>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60790" name="Rectangle 26">
            <a:extLst>
              <a:ext uri="{FF2B5EF4-FFF2-40B4-BE49-F238E27FC236}">
                <a16:creationId xmlns:a16="http://schemas.microsoft.com/office/drawing/2014/main" id="{3E81358E-A9E2-CE43-A3D8-982310295114}"/>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60791" name="Rectangle 27">
            <a:extLst>
              <a:ext uri="{FF2B5EF4-FFF2-40B4-BE49-F238E27FC236}">
                <a16:creationId xmlns:a16="http://schemas.microsoft.com/office/drawing/2014/main" id="{5C642E1A-3D09-094B-AD6C-3518C5273CBC}"/>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60792" name="Rectangle 28">
            <a:extLst>
              <a:ext uri="{FF2B5EF4-FFF2-40B4-BE49-F238E27FC236}">
                <a16:creationId xmlns:a16="http://schemas.microsoft.com/office/drawing/2014/main" id="{32EA7DDC-E651-1546-80B1-E54C8D8A1679}"/>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60793" name="Rectangle 29">
            <a:extLst>
              <a:ext uri="{FF2B5EF4-FFF2-40B4-BE49-F238E27FC236}">
                <a16:creationId xmlns:a16="http://schemas.microsoft.com/office/drawing/2014/main" id="{E969E0F3-79D8-634F-BB42-71FEE7AA4FE2}"/>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60794" name="Rectangle 30">
            <a:extLst>
              <a:ext uri="{FF2B5EF4-FFF2-40B4-BE49-F238E27FC236}">
                <a16:creationId xmlns:a16="http://schemas.microsoft.com/office/drawing/2014/main" id="{16A4775B-3B3C-2E4D-A678-46E7BC04034E}"/>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60795" name="Rectangle 31">
            <a:extLst>
              <a:ext uri="{FF2B5EF4-FFF2-40B4-BE49-F238E27FC236}">
                <a16:creationId xmlns:a16="http://schemas.microsoft.com/office/drawing/2014/main" id="{1E07F3A3-4192-594D-AE1E-56C6A6C1C803}"/>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60796" name="Rectangle 32">
            <a:extLst>
              <a:ext uri="{FF2B5EF4-FFF2-40B4-BE49-F238E27FC236}">
                <a16:creationId xmlns:a16="http://schemas.microsoft.com/office/drawing/2014/main" id="{A04E0E97-5C27-FE46-BFFF-E129BFAE9F6A}"/>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60797" name="Rectangle 33">
            <a:extLst>
              <a:ext uri="{FF2B5EF4-FFF2-40B4-BE49-F238E27FC236}">
                <a16:creationId xmlns:a16="http://schemas.microsoft.com/office/drawing/2014/main" id="{7AC2E561-C308-CE49-91B9-32CD6A64F58F}"/>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60798" name="Rectangle 34">
            <a:extLst>
              <a:ext uri="{FF2B5EF4-FFF2-40B4-BE49-F238E27FC236}">
                <a16:creationId xmlns:a16="http://schemas.microsoft.com/office/drawing/2014/main" id="{44F919BC-60AD-5842-9C97-09318CEE6C1B}"/>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60799" name="Rectangle 35">
            <a:extLst>
              <a:ext uri="{FF2B5EF4-FFF2-40B4-BE49-F238E27FC236}">
                <a16:creationId xmlns:a16="http://schemas.microsoft.com/office/drawing/2014/main" id="{749FC1E9-A51F-8D49-AEB2-754F8858524F}"/>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60800" name="Rectangle 36">
            <a:extLst>
              <a:ext uri="{FF2B5EF4-FFF2-40B4-BE49-F238E27FC236}">
                <a16:creationId xmlns:a16="http://schemas.microsoft.com/office/drawing/2014/main" id="{2913AF58-C908-DC4C-AA00-C4231DB59C60}"/>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60801" name="Rectangle 37">
            <a:extLst>
              <a:ext uri="{FF2B5EF4-FFF2-40B4-BE49-F238E27FC236}">
                <a16:creationId xmlns:a16="http://schemas.microsoft.com/office/drawing/2014/main" id="{D56DA673-6680-E84E-AB7C-07C81972DA90}"/>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60802" name="Rectangle 38">
            <a:extLst>
              <a:ext uri="{FF2B5EF4-FFF2-40B4-BE49-F238E27FC236}">
                <a16:creationId xmlns:a16="http://schemas.microsoft.com/office/drawing/2014/main" id="{73BD2502-2612-7047-A363-CC783C8CC3A9}"/>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60803" name="Rectangle 39">
            <a:extLst>
              <a:ext uri="{FF2B5EF4-FFF2-40B4-BE49-F238E27FC236}">
                <a16:creationId xmlns:a16="http://schemas.microsoft.com/office/drawing/2014/main" id="{7EFDD9AE-7DE1-6D45-AFF6-EB069A1BC71A}"/>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60804" name="Rectangle 40">
            <a:extLst>
              <a:ext uri="{FF2B5EF4-FFF2-40B4-BE49-F238E27FC236}">
                <a16:creationId xmlns:a16="http://schemas.microsoft.com/office/drawing/2014/main" id="{863782F8-3759-8746-8BF7-43A1BA17C024}"/>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60805" name="Rectangle 41">
            <a:extLst>
              <a:ext uri="{FF2B5EF4-FFF2-40B4-BE49-F238E27FC236}">
                <a16:creationId xmlns:a16="http://schemas.microsoft.com/office/drawing/2014/main" id="{7587686B-CDED-F646-A15C-B2C7F6F24054}"/>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60806" name="Rectangle 42">
            <a:extLst>
              <a:ext uri="{FF2B5EF4-FFF2-40B4-BE49-F238E27FC236}">
                <a16:creationId xmlns:a16="http://schemas.microsoft.com/office/drawing/2014/main" id="{C0D103EC-E058-2842-AB2F-BC9B1A331B32}"/>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60807" name="Rectangle 43">
            <a:extLst>
              <a:ext uri="{FF2B5EF4-FFF2-40B4-BE49-F238E27FC236}">
                <a16:creationId xmlns:a16="http://schemas.microsoft.com/office/drawing/2014/main" id="{1ABA8A50-25C9-1E4D-929B-EDDDFCB03127}"/>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60808" name="Rectangle 44">
            <a:extLst>
              <a:ext uri="{FF2B5EF4-FFF2-40B4-BE49-F238E27FC236}">
                <a16:creationId xmlns:a16="http://schemas.microsoft.com/office/drawing/2014/main" id="{C4226C7B-B181-984C-9226-59654C48788D}"/>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60809" name="Group 46">
            <a:extLst>
              <a:ext uri="{FF2B5EF4-FFF2-40B4-BE49-F238E27FC236}">
                <a16:creationId xmlns:a16="http://schemas.microsoft.com/office/drawing/2014/main" id="{84C62C5F-81AA-E14F-A46D-D2BB46FB21F9}"/>
              </a:ext>
            </a:extLst>
          </p:cNvPr>
          <p:cNvGrpSpPr>
            <a:grpSpLocks/>
          </p:cNvGrpSpPr>
          <p:nvPr/>
        </p:nvGrpSpPr>
        <p:grpSpPr bwMode="auto">
          <a:xfrm>
            <a:off x="1945482" y="2811066"/>
            <a:ext cx="98822" cy="52388"/>
            <a:chOff x="833" y="3024"/>
            <a:chExt cx="78" cy="51"/>
          </a:xfrm>
        </p:grpSpPr>
        <p:sp>
          <p:nvSpPr>
            <p:cNvPr id="160830" name="Rectangle 47">
              <a:extLst>
                <a:ext uri="{FF2B5EF4-FFF2-40B4-BE49-F238E27FC236}">
                  <a16:creationId xmlns:a16="http://schemas.microsoft.com/office/drawing/2014/main" id="{ACDC0072-C0A5-5948-A28B-D1F386AE4AF1}"/>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0831" name="Line 48">
              <a:extLst>
                <a:ext uri="{FF2B5EF4-FFF2-40B4-BE49-F238E27FC236}">
                  <a16:creationId xmlns:a16="http://schemas.microsoft.com/office/drawing/2014/main" id="{C8A4EC26-3CEE-3244-A9A0-93CD672E997B}"/>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832" name="Line 49">
              <a:extLst>
                <a:ext uri="{FF2B5EF4-FFF2-40B4-BE49-F238E27FC236}">
                  <a16:creationId xmlns:a16="http://schemas.microsoft.com/office/drawing/2014/main" id="{B88DAB7E-A50A-4E4F-AB5C-5FA5D37074F3}"/>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60810" name="Group 50">
            <a:extLst>
              <a:ext uri="{FF2B5EF4-FFF2-40B4-BE49-F238E27FC236}">
                <a16:creationId xmlns:a16="http://schemas.microsoft.com/office/drawing/2014/main" id="{9B941F2D-957E-A54F-85AF-10153EF7A77A}"/>
              </a:ext>
            </a:extLst>
          </p:cNvPr>
          <p:cNvGrpSpPr>
            <a:grpSpLocks/>
          </p:cNvGrpSpPr>
          <p:nvPr/>
        </p:nvGrpSpPr>
        <p:grpSpPr bwMode="auto">
          <a:xfrm>
            <a:off x="7846219" y="2818210"/>
            <a:ext cx="98822" cy="50006"/>
            <a:chOff x="5432" y="3030"/>
            <a:chExt cx="78" cy="51"/>
          </a:xfrm>
        </p:grpSpPr>
        <p:sp>
          <p:nvSpPr>
            <p:cNvPr id="160827" name="Rectangle 51">
              <a:extLst>
                <a:ext uri="{FF2B5EF4-FFF2-40B4-BE49-F238E27FC236}">
                  <a16:creationId xmlns:a16="http://schemas.microsoft.com/office/drawing/2014/main" id="{E164EBDB-6FE1-C94A-85FA-B6C30612E4E6}"/>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0828" name="Line 52">
              <a:extLst>
                <a:ext uri="{FF2B5EF4-FFF2-40B4-BE49-F238E27FC236}">
                  <a16:creationId xmlns:a16="http://schemas.microsoft.com/office/drawing/2014/main" id="{29CD7916-8604-C044-8777-901506A1CC14}"/>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829" name="Line 53">
              <a:extLst>
                <a:ext uri="{FF2B5EF4-FFF2-40B4-BE49-F238E27FC236}">
                  <a16:creationId xmlns:a16="http://schemas.microsoft.com/office/drawing/2014/main" id="{C4C93C93-844F-724E-AA30-98FCBC09AA7D}"/>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0811" name="Rectangle 75">
            <a:extLst>
              <a:ext uri="{FF2B5EF4-FFF2-40B4-BE49-F238E27FC236}">
                <a16:creationId xmlns:a16="http://schemas.microsoft.com/office/drawing/2014/main" id="{0E10263A-A518-6F40-9016-8287AE5822F3}"/>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60812" name="Rectangle 80">
            <a:extLst>
              <a:ext uri="{FF2B5EF4-FFF2-40B4-BE49-F238E27FC236}">
                <a16:creationId xmlns:a16="http://schemas.microsoft.com/office/drawing/2014/main" id="{49B0CE2B-5C93-2F4B-8C74-FFDB4B648FF8}"/>
              </a:ext>
            </a:extLst>
          </p:cNvPr>
          <p:cNvSpPr>
            <a:spLocks noChangeArrowheads="1"/>
          </p:cNvSpPr>
          <p:nvPr/>
        </p:nvSpPr>
        <p:spPr bwMode="auto">
          <a:xfrm>
            <a:off x="3924300" y="3746897"/>
            <a:ext cx="2987279" cy="336947"/>
          </a:xfrm>
          <a:prstGeom prst="rect">
            <a:avLst/>
          </a:prstGeom>
          <a:solidFill>
            <a:srgbClr val="FFFF99"/>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0813" name="Rectangle 82">
            <a:extLst>
              <a:ext uri="{FF2B5EF4-FFF2-40B4-BE49-F238E27FC236}">
                <a16:creationId xmlns:a16="http://schemas.microsoft.com/office/drawing/2014/main" id="{DD890A68-D9E9-D14C-B7D1-6992B0C2E8B1}"/>
              </a:ext>
            </a:extLst>
          </p:cNvPr>
          <p:cNvSpPr>
            <a:spLocks noChangeArrowheads="1"/>
          </p:cNvSpPr>
          <p:nvPr/>
        </p:nvSpPr>
        <p:spPr bwMode="auto">
          <a:xfrm>
            <a:off x="4351735" y="3759994"/>
            <a:ext cx="232171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60814" name="Rectangle 83">
            <a:extLst>
              <a:ext uri="{FF2B5EF4-FFF2-40B4-BE49-F238E27FC236}">
                <a16:creationId xmlns:a16="http://schemas.microsoft.com/office/drawing/2014/main" id="{C7C82B1E-6B12-2B48-9A1E-CAF4FB6B1106}"/>
              </a:ext>
            </a:extLst>
          </p:cNvPr>
          <p:cNvSpPr>
            <a:spLocks noChangeArrowheads="1"/>
          </p:cNvSpPr>
          <p:nvPr/>
        </p:nvSpPr>
        <p:spPr bwMode="auto">
          <a:xfrm>
            <a:off x="3006329" y="3759994"/>
            <a:ext cx="69490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a:t>
            </a:r>
          </a:p>
        </p:txBody>
      </p:sp>
      <p:sp>
        <p:nvSpPr>
          <p:cNvPr id="160815" name="Rectangle 85">
            <a:extLst>
              <a:ext uri="{FF2B5EF4-FFF2-40B4-BE49-F238E27FC236}">
                <a16:creationId xmlns:a16="http://schemas.microsoft.com/office/drawing/2014/main" id="{A2205E54-A7FE-504E-BCFB-D749D417C7F0}"/>
              </a:ext>
            </a:extLst>
          </p:cNvPr>
          <p:cNvSpPr>
            <a:spLocks noChangeArrowheads="1"/>
          </p:cNvSpPr>
          <p:nvPr/>
        </p:nvSpPr>
        <p:spPr bwMode="auto">
          <a:xfrm>
            <a:off x="4352925" y="4111229"/>
            <a:ext cx="944971" cy="29816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IP </a:t>
            </a:r>
            <a:r>
              <a:rPr kumimoji="1" lang="zh-CN" altLang="en-US" sz="1500">
                <a:latin typeface="微软雅黑" panose="020B0503020204020204" pitchFamily="34" charset="-122"/>
                <a:ea typeface="宋体" panose="02010600030101010101" pitchFamily="2" charset="-122"/>
              </a:rPr>
              <a:t>数据报</a:t>
            </a:r>
          </a:p>
        </p:txBody>
      </p:sp>
      <p:grpSp>
        <p:nvGrpSpPr>
          <p:cNvPr id="379998" name="Group 94">
            <a:extLst>
              <a:ext uri="{FF2B5EF4-FFF2-40B4-BE49-F238E27FC236}">
                <a16:creationId xmlns:a16="http://schemas.microsoft.com/office/drawing/2014/main" id="{A61D5D1C-C704-BE4F-A147-688688AD0A75}"/>
              </a:ext>
            </a:extLst>
          </p:cNvPr>
          <p:cNvGrpSpPr>
            <a:grpSpLocks/>
          </p:cNvGrpSpPr>
          <p:nvPr/>
        </p:nvGrpSpPr>
        <p:grpSpPr bwMode="auto">
          <a:xfrm>
            <a:off x="1275160" y="1006079"/>
            <a:ext cx="329804" cy="1997869"/>
            <a:chOff x="111" y="845"/>
            <a:chExt cx="277" cy="1678"/>
          </a:xfrm>
        </p:grpSpPr>
        <p:sp>
          <p:nvSpPr>
            <p:cNvPr id="160825" name="Line 89">
              <a:extLst>
                <a:ext uri="{FF2B5EF4-FFF2-40B4-BE49-F238E27FC236}">
                  <a16:creationId xmlns:a16="http://schemas.microsoft.com/office/drawing/2014/main" id="{2889C6D6-4ABE-CC40-A1F0-243697EE178E}"/>
                </a:ext>
              </a:extLst>
            </p:cNvPr>
            <p:cNvSpPr>
              <a:spLocks noChangeShapeType="1"/>
            </p:cNvSpPr>
            <p:nvPr/>
          </p:nvSpPr>
          <p:spPr bwMode="auto">
            <a:xfrm>
              <a:off x="249" y="845"/>
              <a:ext cx="0" cy="1678"/>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60826" name="Rectangle 78">
              <a:extLst>
                <a:ext uri="{FF2B5EF4-FFF2-40B4-BE49-F238E27FC236}">
                  <a16:creationId xmlns:a16="http://schemas.microsoft.com/office/drawing/2014/main" id="{0E73F54D-F5B0-5648-A223-DC0C3E530E19}"/>
                </a:ext>
              </a:extLst>
            </p:cNvPr>
            <p:cNvSpPr>
              <a:spLocks noChangeArrowheads="1"/>
            </p:cNvSpPr>
            <p:nvPr/>
          </p:nvSpPr>
          <p:spPr bwMode="auto">
            <a:xfrm>
              <a:off x="111" y="1389"/>
              <a:ext cx="277" cy="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grpSp>
      <p:grpSp>
        <p:nvGrpSpPr>
          <p:cNvPr id="379997" name="Group 93">
            <a:extLst>
              <a:ext uri="{FF2B5EF4-FFF2-40B4-BE49-F238E27FC236}">
                <a16:creationId xmlns:a16="http://schemas.microsoft.com/office/drawing/2014/main" id="{4726F0C7-F913-B14B-A3A5-2D1B0A32DF61}"/>
              </a:ext>
            </a:extLst>
          </p:cNvPr>
          <p:cNvGrpSpPr>
            <a:grpSpLocks/>
          </p:cNvGrpSpPr>
          <p:nvPr/>
        </p:nvGrpSpPr>
        <p:grpSpPr bwMode="auto">
          <a:xfrm>
            <a:off x="1980010" y="1006079"/>
            <a:ext cx="5922169" cy="3076575"/>
            <a:chOff x="703" y="845"/>
            <a:chExt cx="4974" cy="2584"/>
          </a:xfrm>
        </p:grpSpPr>
        <p:sp>
          <p:nvSpPr>
            <p:cNvPr id="160823" name="Rectangle 91">
              <a:extLst>
                <a:ext uri="{FF2B5EF4-FFF2-40B4-BE49-F238E27FC236}">
                  <a16:creationId xmlns:a16="http://schemas.microsoft.com/office/drawing/2014/main" id="{6102E9D7-C36B-074C-BCCE-35B0051337E5}"/>
                </a:ext>
              </a:extLst>
            </p:cNvPr>
            <p:cNvSpPr>
              <a:spLocks noChangeArrowheads="1"/>
            </p:cNvSpPr>
            <p:nvPr/>
          </p:nvSpPr>
          <p:spPr bwMode="auto">
            <a:xfrm>
              <a:off x="703" y="845"/>
              <a:ext cx="4974" cy="1678"/>
            </a:xfrm>
            <a:prstGeom prst="rect">
              <a:avLst/>
            </a:prstGeom>
            <a:noFill/>
            <a:ln w="5715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0824" name="Rectangle 92">
              <a:extLst>
                <a:ext uri="{FF2B5EF4-FFF2-40B4-BE49-F238E27FC236}">
                  <a16:creationId xmlns:a16="http://schemas.microsoft.com/office/drawing/2014/main" id="{575E7B57-823D-3A46-B386-2802A476F417}"/>
                </a:ext>
              </a:extLst>
            </p:cNvPr>
            <p:cNvSpPr>
              <a:spLocks noChangeArrowheads="1"/>
            </p:cNvSpPr>
            <p:nvPr/>
          </p:nvSpPr>
          <p:spPr bwMode="auto">
            <a:xfrm>
              <a:off x="1426" y="3145"/>
              <a:ext cx="915" cy="284"/>
            </a:xfrm>
            <a:prstGeom prst="rect">
              <a:avLst/>
            </a:prstGeom>
            <a:noFill/>
            <a:ln w="381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60818" name="AutoShape 97">
            <a:extLst>
              <a:ext uri="{FF2B5EF4-FFF2-40B4-BE49-F238E27FC236}">
                <a16:creationId xmlns:a16="http://schemas.microsoft.com/office/drawing/2014/main" id="{C3172B77-8422-C44A-A301-607238A802FC}"/>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nvGrpSpPr>
          <p:cNvPr id="160819" name="Group 100">
            <a:extLst>
              <a:ext uri="{FF2B5EF4-FFF2-40B4-BE49-F238E27FC236}">
                <a16:creationId xmlns:a16="http://schemas.microsoft.com/office/drawing/2014/main" id="{BB336F33-8468-1D40-8FC4-0BDA0FFE8751}"/>
              </a:ext>
            </a:extLst>
          </p:cNvPr>
          <p:cNvGrpSpPr>
            <a:grpSpLocks/>
          </p:cNvGrpSpPr>
          <p:nvPr/>
        </p:nvGrpSpPr>
        <p:grpSpPr bwMode="auto">
          <a:xfrm>
            <a:off x="2377680" y="4137422"/>
            <a:ext cx="906066" cy="641747"/>
            <a:chOff x="1037" y="3475"/>
            <a:chExt cx="761" cy="539"/>
          </a:xfrm>
        </p:grpSpPr>
        <p:sp>
          <p:nvSpPr>
            <p:cNvPr id="160821" name="Line 98">
              <a:extLst>
                <a:ext uri="{FF2B5EF4-FFF2-40B4-BE49-F238E27FC236}">
                  <a16:creationId xmlns:a16="http://schemas.microsoft.com/office/drawing/2014/main" id="{D9CE4AE6-8C0B-B34C-BBC8-5FE2C1C9A411}"/>
                </a:ext>
              </a:extLst>
            </p:cNvPr>
            <p:cNvSpPr>
              <a:spLocks noChangeShapeType="1"/>
            </p:cNvSpPr>
            <p:nvPr/>
          </p:nvSpPr>
          <p:spPr bwMode="auto">
            <a:xfrm flipV="1">
              <a:off x="1428" y="3475"/>
              <a:ext cx="0" cy="317"/>
            </a:xfrm>
            <a:prstGeom prst="line">
              <a:avLst/>
            </a:prstGeom>
            <a:noFill/>
            <a:ln w="5715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60822" name="Rectangle 99">
              <a:extLst>
                <a:ext uri="{FF2B5EF4-FFF2-40B4-BE49-F238E27FC236}">
                  <a16:creationId xmlns:a16="http://schemas.microsoft.com/office/drawing/2014/main" id="{9CE4084F-B482-C44A-B531-2ED74B109F14}"/>
                </a:ext>
              </a:extLst>
            </p:cNvPr>
            <p:cNvSpPr>
              <a:spLocks noChangeArrowheads="1"/>
            </p:cNvSpPr>
            <p:nvPr/>
          </p:nvSpPr>
          <p:spPr bwMode="auto">
            <a:xfrm>
              <a:off x="1037" y="3764"/>
              <a:ext cx="76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solidFill>
                    <a:schemeClr val="folHlink"/>
                  </a:solidFill>
                  <a:latin typeface="微软雅黑" panose="020B0503020204020204" pitchFamily="34" charset="-122"/>
                  <a:ea typeface="宋体" panose="02010600030101010101" pitchFamily="2" charset="-122"/>
                </a:rPr>
                <a:t>发送在前</a:t>
              </a:r>
            </a:p>
          </p:txBody>
        </p:sp>
      </p:grpSp>
      <p:sp>
        <p:nvSpPr>
          <p:cNvPr id="160820" name="幻灯片编号占位符 1">
            <a:extLst>
              <a:ext uri="{FF2B5EF4-FFF2-40B4-BE49-F238E27FC236}">
                <a16:creationId xmlns:a16="http://schemas.microsoft.com/office/drawing/2014/main" id="{099994AC-C609-FD48-A74B-9F3B2EA4CFA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8EC6471-9AD1-C54A-8EDA-88A02C5315A4}"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51028394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79997"/>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2000" fill="hold" nodeType="afterEffect">
                                  <p:stCondLst>
                                    <p:cond delay="500"/>
                                  </p:stCondLst>
                                  <p:childTnLst>
                                    <p:anim calcmode="discrete" valueType="str">
                                      <p:cBhvr>
                                        <p:cTn id="9" dur="1000" fill="hold"/>
                                        <p:tgtEl>
                                          <p:spTgt spid="379997"/>
                                        </p:tgtEl>
                                        <p:attrNameLst>
                                          <p:attrName>style.visibility</p:attrName>
                                        </p:attrNameLst>
                                      </p:cBhvr>
                                      <p:tavLst>
                                        <p:tav tm="0">
                                          <p:val>
                                            <p:strVal val="hidden"/>
                                          </p:val>
                                        </p:tav>
                                        <p:tav tm="50000">
                                          <p:val>
                                            <p:strVal val="visible"/>
                                          </p:val>
                                        </p:tav>
                                      </p:tavLst>
                                    </p:anim>
                                  </p:childTnLst>
                                </p:cTn>
                              </p:par>
                              <p:par>
                                <p:cTn id="10" presetID="35" presetClass="emph" presetSubtype="0" repeatCount="2000" fill="hold" nodeType="withEffect">
                                  <p:stCondLst>
                                    <p:cond delay="500"/>
                                  </p:stCondLst>
                                  <p:childTnLst>
                                    <p:anim calcmode="discrete" valueType="str">
                                      <p:cBhvr>
                                        <p:cTn id="11" dur="1000" fill="hold"/>
                                        <p:tgtEl>
                                          <p:spTgt spid="37999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2817" name="Rectangle 2">
            <a:extLst>
              <a:ext uri="{FF2B5EF4-FFF2-40B4-BE49-F238E27FC236}">
                <a16:creationId xmlns:a16="http://schemas.microsoft.com/office/drawing/2014/main" id="{0CC34ED2-248B-464E-85D5-13A28E7BA987}"/>
              </a:ext>
            </a:extLst>
          </p:cNvPr>
          <p:cNvSpPr>
            <a:spLocks noChangeArrowheads="1"/>
          </p:cNvSpPr>
          <p:nvPr/>
        </p:nvSpPr>
        <p:spPr bwMode="auto">
          <a:xfrm>
            <a:off x="2844403" y="3746897"/>
            <a:ext cx="1079897" cy="336947"/>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2818" name="Line 3">
            <a:extLst>
              <a:ext uri="{FF2B5EF4-FFF2-40B4-BE49-F238E27FC236}">
                <a16:creationId xmlns:a16="http://schemas.microsoft.com/office/drawing/2014/main" id="{675A9EFE-AB8F-6043-93A6-3771DC5B92A4}"/>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62819" name="Rectangle 5">
            <a:extLst>
              <a:ext uri="{FF2B5EF4-FFF2-40B4-BE49-F238E27FC236}">
                <a16:creationId xmlns:a16="http://schemas.microsoft.com/office/drawing/2014/main" id="{C59F812A-D8F0-C94A-B68C-DB7935CF750E}"/>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sp>
        <p:nvSpPr>
          <p:cNvPr id="162820" name="Rectangle 6">
            <a:extLst>
              <a:ext uri="{FF2B5EF4-FFF2-40B4-BE49-F238E27FC236}">
                <a16:creationId xmlns:a16="http://schemas.microsoft.com/office/drawing/2014/main" id="{898C5706-2C2F-2643-95E1-60A979D59394}"/>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62821" name="Line 7">
            <a:extLst>
              <a:ext uri="{FF2B5EF4-FFF2-40B4-BE49-F238E27FC236}">
                <a16:creationId xmlns:a16="http://schemas.microsoft.com/office/drawing/2014/main" id="{0B67AAA7-2B83-1244-A52A-AF34F84164A7}"/>
              </a:ext>
            </a:extLst>
          </p:cNvPr>
          <p:cNvSpPr>
            <a:spLocks noChangeShapeType="1"/>
          </p:cNvSpPr>
          <p:nvPr/>
        </p:nvSpPr>
        <p:spPr bwMode="auto">
          <a:xfrm>
            <a:off x="2867025" y="4264819"/>
            <a:ext cx="406479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62822" name="Rectangle 9">
            <a:extLst>
              <a:ext uri="{FF2B5EF4-FFF2-40B4-BE49-F238E27FC236}">
                <a16:creationId xmlns:a16="http://schemas.microsoft.com/office/drawing/2014/main" id="{BF5DFC39-D0A1-0242-BBF4-2FFC2A22A461}"/>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2823" name="Rectangle 11">
            <a:extLst>
              <a:ext uri="{FF2B5EF4-FFF2-40B4-BE49-F238E27FC236}">
                <a16:creationId xmlns:a16="http://schemas.microsoft.com/office/drawing/2014/main" id="{9959E3AF-2B87-4D47-A2E4-C2B51BA8CC61}"/>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2824" name="Rectangle 12">
            <a:extLst>
              <a:ext uri="{FF2B5EF4-FFF2-40B4-BE49-F238E27FC236}">
                <a16:creationId xmlns:a16="http://schemas.microsoft.com/office/drawing/2014/main" id="{8821807A-2550-224F-99F3-CB44F5355116}"/>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2825" name="Line 13">
            <a:extLst>
              <a:ext uri="{FF2B5EF4-FFF2-40B4-BE49-F238E27FC236}">
                <a16:creationId xmlns:a16="http://schemas.microsoft.com/office/drawing/2014/main" id="{8A3AFA41-48AC-764B-8D49-5C8809B71299}"/>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26" name="Line 14">
            <a:extLst>
              <a:ext uri="{FF2B5EF4-FFF2-40B4-BE49-F238E27FC236}">
                <a16:creationId xmlns:a16="http://schemas.microsoft.com/office/drawing/2014/main" id="{B858D480-B5ED-D54E-85E9-561C0A418568}"/>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27" name="Line 15">
            <a:extLst>
              <a:ext uri="{FF2B5EF4-FFF2-40B4-BE49-F238E27FC236}">
                <a16:creationId xmlns:a16="http://schemas.microsoft.com/office/drawing/2014/main" id="{F0E502ED-3E13-5243-82EE-82CE3D11FD9F}"/>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28" name="Line 16">
            <a:extLst>
              <a:ext uri="{FF2B5EF4-FFF2-40B4-BE49-F238E27FC236}">
                <a16:creationId xmlns:a16="http://schemas.microsoft.com/office/drawing/2014/main" id="{6D972337-A737-1044-9A76-9A16A47028D2}"/>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29" name="Line 17">
            <a:extLst>
              <a:ext uri="{FF2B5EF4-FFF2-40B4-BE49-F238E27FC236}">
                <a16:creationId xmlns:a16="http://schemas.microsoft.com/office/drawing/2014/main" id="{0AD4D94D-6863-6A48-8A96-72B4FB1F0AC8}"/>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30" name="Line 18">
            <a:extLst>
              <a:ext uri="{FF2B5EF4-FFF2-40B4-BE49-F238E27FC236}">
                <a16:creationId xmlns:a16="http://schemas.microsoft.com/office/drawing/2014/main" id="{A94AA1A6-FF0A-D342-A517-2A196486140B}"/>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31" name="Line 19">
            <a:extLst>
              <a:ext uri="{FF2B5EF4-FFF2-40B4-BE49-F238E27FC236}">
                <a16:creationId xmlns:a16="http://schemas.microsoft.com/office/drawing/2014/main" id="{6410D350-2717-6648-BE5E-18149D91CB9E}"/>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32" name="Line 20">
            <a:extLst>
              <a:ext uri="{FF2B5EF4-FFF2-40B4-BE49-F238E27FC236}">
                <a16:creationId xmlns:a16="http://schemas.microsoft.com/office/drawing/2014/main" id="{4E82EB40-2D95-0143-8E23-877624ACDDB4}"/>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33" name="Line 21">
            <a:extLst>
              <a:ext uri="{FF2B5EF4-FFF2-40B4-BE49-F238E27FC236}">
                <a16:creationId xmlns:a16="http://schemas.microsoft.com/office/drawing/2014/main" id="{4D2AB8D0-365F-3D49-8A5E-3B4B8CEBB920}"/>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34" name="Line 22">
            <a:extLst>
              <a:ext uri="{FF2B5EF4-FFF2-40B4-BE49-F238E27FC236}">
                <a16:creationId xmlns:a16="http://schemas.microsoft.com/office/drawing/2014/main" id="{FEEB982C-C636-D64A-8B64-677672302418}"/>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35" name="Line 23">
            <a:extLst>
              <a:ext uri="{FF2B5EF4-FFF2-40B4-BE49-F238E27FC236}">
                <a16:creationId xmlns:a16="http://schemas.microsoft.com/office/drawing/2014/main" id="{B68DE90F-67A4-A446-9738-5AC3C7F0C969}"/>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36" name="Rectangle 24">
            <a:extLst>
              <a:ext uri="{FF2B5EF4-FFF2-40B4-BE49-F238E27FC236}">
                <a16:creationId xmlns:a16="http://schemas.microsoft.com/office/drawing/2014/main" id="{2A576AAB-659D-6D49-B857-A426750DB1F6}"/>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62837" name="Rectangle 25">
            <a:extLst>
              <a:ext uri="{FF2B5EF4-FFF2-40B4-BE49-F238E27FC236}">
                <a16:creationId xmlns:a16="http://schemas.microsoft.com/office/drawing/2014/main" id="{51B5D354-EA08-DE43-A037-CC4F20E37715}"/>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62838" name="Rectangle 26">
            <a:extLst>
              <a:ext uri="{FF2B5EF4-FFF2-40B4-BE49-F238E27FC236}">
                <a16:creationId xmlns:a16="http://schemas.microsoft.com/office/drawing/2014/main" id="{DF3C840E-7A2C-D24C-B367-DFCC00D80CD5}"/>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62839" name="Rectangle 27">
            <a:extLst>
              <a:ext uri="{FF2B5EF4-FFF2-40B4-BE49-F238E27FC236}">
                <a16:creationId xmlns:a16="http://schemas.microsoft.com/office/drawing/2014/main" id="{2F79ACF7-CE27-2B46-92DD-1C458B25983B}"/>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62840" name="Rectangle 28">
            <a:extLst>
              <a:ext uri="{FF2B5EF4-FFF2-40B4-BE49-F238E27FC236}">
                <a16:creationId xmlns:a16="http://schemas.microsoft.com/office/drawing/2014/main" id="{36209240-695B-8C4D-AE5A-A6C9A8EBD9B8}"/>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62841" name="Rectangle 29">
            <a:extLst>
              <a:ext uri="{FF2B5EF4-FFF2-40B4-BE49-F238E27FC236}">
                <a16:creationId xmlns:a16="http://schemas.microsoft.com/office/drawing/2014/main" id="{CAA7825A-13B1-4B44-8403-FACFF1263547}"/>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62842" name="Rectangle 30">
            <a:extLst>
              <a:ext uri="{FF2B5EF4-FFF2-40B4-BE49-F238E27FC236}">
                <a16:creationId xmlns:a16="http://schemas.microsoft.com/office/drawing/2014/main" id="{42B6ACCE-0AF3-CC45-874E-2FAB39E26E9D}"/>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62843" name="Rectangle 31">
            <a:extLst>
              <a:ext uri="{FF2B5EF4-FFF2-40B4-BE49-F238E27FC236}">
                <a16:creationId xmlns:a16="http://schemas.microsoft.com/office/drawing/2014/main" id="{0FB120DF-5C7B-1441-B011-56180C4C4D44}"/>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62844" name="Rectangle 32">
            <a:extLst>
              <a:ext uri="{FF2B5EF4-FFF2-40B4-BE49-F238E27FC236}">
                <a16:creationId xmlns:a16="http://schemas.microsoft.com/office/drawing/2014/main" id="{E2C2B803-5B15-4942-8CC5-0C913D470DB5}"/>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62845" name="Rectangle 33">
            <a:extLst>
              <a:ext uri="{FF2B5EF4-FFF2-40B4-BE49-F238E27FC236}">
                <a16:creationId xmlns:a16="http://schemas.microsoft.com/office/drawing/2014/main" id="{E5BA588B-B9EA-7A48-9545-E894CC90177A}"/>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62846" name="Rectangle 34">
            <a:extLst>
              <a:ext uri="{FF2B5EF4-FFF2-40B4-BE49-F238E27FC236}">
                <a16:creationId xmlns:a16="http://schemas.microsoft.com/office/drawing/2014/main" id="{66B582A1-49CB-EB4E-A8AC-354FEA85DC50}"/>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62847" name="Rectangle 35">
            <a:extLst>
              <a:ext uri="{FF2B5EF4-FFF2-40B4-BE49-F238E27FC236}">
                <a16:creationId xmlns:a16="http://schemas.microsoft.com/office/drawing/2014/main" id="{F677455A-3934-AF40-91EF-AAFE4B99C69F}"/>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62848" name="Rectangle 36">
            <a:extLst>
              <a:ext uri="{FF2B5EF4-FFF2-40B4-BE49-F238E27FC236}">
                <a16:creationId xmlns:a16="http://schemas.microsoft.com/office/drawing/2014/main" id="{9FF4308E-7880-BC4F-ADC2-CD4BE6F0092F}"/>
              </a:ext>
            </a:extLst>
          </p:cNvPr>
          <p:cNvSpPr>
            <a:spLocks noChangeArrowheads="1"/>
          </p:cNvSpPr>
          <p:nvPr/>
        </p:nvSpPr>
        <p:spPr bwMode="auto">
          <a:xfrm>
            <a:off x="3620691"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62849" name="Rectangle 37">
            <a:extLst>
              <a:ext uri="{FF2B5EF4-FFF2-40B4-BE49-F238E27FC236}">
                <a16:creationId xmlns:a16="http://schemas.microsoft.com/office/drawing/2014/main" id="{84DC5A0A-EE7F-C746-9027-E02722DD2707}"/>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62850" name="Rectangle 38">
            <a:extLst>
              <a:ext uri="{FF2B5EF4-FFF2-40B4-BE49-F238E27FC236}">
                <a16:creationId xmlns:a16="http://schemas.microsoft.com/office/drawing/2014/main" id="{A3FC0641-7C4F-9E4E-87C6-7D3ABE7ED512}"/>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62851" name="Rectangle 39">
            <a:extLst>
              <a:ext uri="{FF2B5EF4-FFF2-40B4-BE49-F238E27FC236}">
                <a16:creationId xmlns:a16="http://schemas.microsoft.com/office/drawing/2014/main" id="{0CEC9E1A-38CD-DA44-9653-24A7FC945AB1}"/>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62852" name="Rectangle 40">
            <a:extLst>
              <a:ext uri="{FF2B5EF4-FFF2-40B4-BE49-F238E27FC236}">
                <a16:creationId xmlns:a16="http://schemas.microsoft.com/office/drawing/2014/main" id="{F99ECEFC-79F9-5141-A763-9A321DCF2FA0}"/>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62853" name="Rectangle 41">
            <a:extLst>
              <a:ext uri="{FF2B5EF4-FFF2-40B4-BE49-F238E27FC236}">
                <a16:creationId xmlns:a16="http://schemas.microsoft.com/office/drawing/2014/main" id="{40ADE6FF-5707-B841-8BC6-A3490EC93586}"/>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62854" name="Rectangle 42">
            <a:extLst>
              <a:ext uri="{FF2B5EF4-FFF2-40B4-BE49-F238E27FC236}">
                <a16:creationId xmlns:a16="http://schemas.microsoft.com/office/drawing/2014/main" id="{8F1D7292-202E-4646-94E3-215B2CFA205C}"/>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62855" name="Rectangle 43">
            <a:extLst>
              <a:ext uri="{FF2B5EF4-FFF2-40B4-BE49-F238E27FC236}">
                <a16:creationId xmlns:a16="http://schemas.microsoft.com/office/drawing/2014/main" id="{090A6E49-693F-BD4C-BB92-04651FB68465}"/>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62856" name="Rectangle 44">
            <a:extLst>
              <a:ext uri="{FF2B5EF4-FFF2-40B4-BE49-F238E27FC236}">
                <a16:creationId xmlns:a16="http://schemas.microsoft.com/office/drawing/2014/main" id="{22E4A0B4-0281-144A-B1AE-CBC4CAE470A0}"/>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62857" name="Rectangle 45">
            <a:extLst>
              <a:ext uri="{FF2B5EF4-FFF2-40B4-BE49-F238E27FC236}">
                <a16:creationId xmlns:a16="http://schemas.microsoft.com/office/drawing/2014/main" id="{07220C6E-E36F-A946-9E16-06DBB526424C}"/>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62858" name="Group 46">
            <a:extLst>
              <a:ext uri="{FF2B5EF4-FFF2-40B4-BE49-F238E27FC236}">
                <a16:creationId xmlns:a16="http://schemas.microsoft.com/office/drawing/2014/main" id="{0C1EDA2D-9D73-5E4C-AB1D-8018E45BDF0F}"/>
              </a:ext>
            </a:extLst>
          </p:cNvPr>
          <p:cNvGrpSpPr>
            <a:grpSpLocks/>
          </p:cNvGrpSpPr>
          <p:nvPr/>
        </p:nvGrpSpPr>
        <p:grpSpPr bwMode="auto">
          <a:xfrm>
            <a:off x="1945482" y="2811066"/>
            <a:ext cx="98822" cy="52388"/>
            <a:chOff x="833" y="3024"/>
            <a:chExt cx="78" cy="51"/>
          </a:xfrm>
        </p:grpSpPr>
        <p:sp>
          <p:nvSpPr>
            <p:cNvPr id="162877" name="Rectangle 47">
              <a:extLst>
                <a:ext uri="{FF2B5EF4-FFF2-40B4-BE49-F238E27FC236}">
                  <a16:creationId xmlns:a16="http://schemas.microsoft.com/office/drawing/2014/main" id="{FAF25C48-8144-5B48-8694-56F8A5CDC7ED}"/>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2878" name="Line 48">
              <a:extLst>
                <a:ext uri="{FF2B5EF4-FFF2-40B4-BE49-F238E27FC236}">
                  <a16:creationId xmlns:a16="http://schemas.microsoft.com/office/drawing/2014/main" id="{E3A29B89-BD23-884D-AD4F-E90A57133248}"/>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79" name="Line 49">
              <a:extLst>
                <a:ext uri="{FF2B5EF4-FFF2-40B4-BE49-F238E27FC236}">
                  <a16:creationId xmlns:a16="http://schemas.microsoft.com/office/drawing/2014/main" id="{62F8FC9F-1025-4F43-937F-3DC89794ED48}"/>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62859" name="Group 50">
            <a:extLst>
              <a:ext uri="{FF2B5EF4-FFF2-40B4-BE49-F238E27FC236}">
                <a16:creationId xmlns:a16="http://schemas.microsoft.com/office/drawing/2014/main" id="{EB7C73F7-7911-0045-911C-C58C8B29CD96}"/>
              </a:ext>
            </a:extLst>
          </p:cNvPr>
          <p:cNvGrpSpPr>
            <a:grpSpLocks/>
          </p:cNvGrpSpPr>
          <p:nvPr/>
        </p:nvGrpSpPr>
        <p:grpSpPr bwMode="auto">
          <a:xfrm>
            <a:off x="7846219" y="2818210"/>
            <a:ext cx="98822" cy="50006"/>
            <a:chOff x="5432" y="3030"/>
            <a:chExt cx="78" cy="51"/>
          </a:xfrm>
        </p:grpSpPr>
        <p:sp>
          <p:nvSpPr>
            <p:cNvPr id="162874" name="Rectangle 51">
              <a:extLst>
                <a:ext uri="{FF2B5EF4-FFF2-40B4-BE49-F238E27FC236}">
                  <a16:creationId xmlns:a16="http://schemas.microsoft.com/office/drawing/2014/main" id="{6205B444-ADF4-2940-9253-CD1B50FA2FA5}"/>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2875" name="Line 52">
              <a:extLst>
                <a:ext uri="{FF2B5EF4-FFF2-40B4-BE49-F238E27FC236}">
                  <a16:creationId xmlns:a16="http://schemas.microsoft.com/office/drawing/2014/main" id="{CD71B271-45C1-394B-AC07-E8265774A20F}"/>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76" name="Line 53">
              <a:extLst>
                <a:ext uri="{FF2B5EF4-FFF2-40B4-BE49-F238E27FC236}">
                  <a16:creationId xmlns:a16="http://schemas.microsoft.com/office/drawing/2014/main" id="{9747AC8B-5C62-E646-8649-4E1F8EAAA2AE}"/>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2860" name="Rectangle 74">
            <a:extLst>
              <a:ext uri="{FF2B5EF4-FFF2-40B4-BE49-F238E27FC236}">
                <a16:creationId xmlns:a16="http://schemas.microsoft.com/office/drawing/2014/main" id="{751710F7-E3B8-CE41-9313-57FCBA883E08}"/>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62861" name="Rectangle 76">
            <a:extLst>
              <a:ext uri="{FF2B5EF4-FFF2-40B4-BE49-F238E27FC236}">
                <a16:creationId xmlns:a16="http://schemas.microsoft.com/office/drawing/2014/main" id="{C2803E8C-5276-A746-9256-3CDD6A1E04E8}"/>
              </a:ext>
            </a:extLst>
          </p:cNvPr>
          <p:cNvSpPr>
            <a:spLocks noChangeArrowheads="1"/>
          </p:cNvSpPr>
          <p:nvPr/>
        </p:nvSpPr>
        <p:spPr bwMode="auto">
          <a:xfrm>
            <a:off x="3924300" y="3746897"/>
            <a:ext cx="2987279" cy="336947"/>
          </a:xfrm>
          <a:prstGeom prst="rect">
            <a:avLst/>
          </a:prstGeom>
          <a:solidFill>
            <a:srgbClr val="FFFF99"/>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2862" name="Rectangle 77">
            <a:extLst>
              <a:ext uri="{FF2B5EF4-FFF2-40B4-BE49-F238E27FC236}">
                <a16:creationId xmlns:a16="http://schemas.microsoft.com/office/drawing/2014/main" id="{93926DE7-B8B4-664D-B245-B993DAAAC619}"/>
              </a:ext>
            </a:extLst>
          </p:cNvPr>
          <p:cNvSpPr>
            <a:spLocks noChangeArrowheads="1"/>
          </p:cNvSpPr>
          <p:nvPr/>
        </p:nvSpPr>
        <p:spPr bwMode="auto">
          <a:xfrm>
            <a:off x="4351735" y="3759994"/>
            <a:ext cx="232171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62863" name="Rectangle 78">
            <a:extLst>
              <a:ext uri="{FF2B5EF4-FFF2-40B4-BE49-F238E27FC236}">
                <a16:creationId xmlns:a16="http://schemas.microsoft.com/office/drawing/2014/main" id="{053CCD42-85CF-F343-9BBE-D519852E3C42}"/>
              </a:ext>
            </a:extLst>
          </p:cNvPr>
          <p:cNvSpPr>
            <a:spLocks noChangeArrowheads="1"/>
          </p:cNvSpPr>
          <p:nvPr/>
        </p:nvSpPr>
        <p:spPr bwMode="auto">
          <a:xfrm>
            <a:off x="3006329" y="3759994"/>
            <a:ext cx="69490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a:t>
            </a:r>
          </a:p>
        </p:txBody>
      </p:sp>
      <p:sp>
        <p:nvSpPr>
          <p:cNvPr id="162864" name="Rectangle 80">
            <a:extLst>
              <a:ext uri="{FF2B5EF4-FFF2-40B4-BE49-F238E27FC236}">
                <a16:creationId xmlns:a16="http://schemas.microsoft.com/office/drawing/2014/main" id="{1CB15617-42D1-E740-97C5-13A8E76CFAEA}"/>
              </a:ext>
            </a:extLst>
          </p:cNvPr>
          <p:cNvSpPr>
            <a:spLocks noChangeArrowheads="1"/>
          </p:cNvSpPr>
          <p:nvPr/>
        </p:nvSpPr>
        <p:spPr bwMode="auto">
          <a:xfrm>
            <a:off x="4352925" y="4111229"/>
            <a:ext cx="944971" cy="29816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IP </a:t>
            </a:r>
            <a:r>
              <a:rPr kumimoji="1" lang="zh-CN" altLang="en-US" sz="1500">
                <a:latin typeface="微软雅黑" panose="020B0503020204020204" pitchFamily="34" charset="-122"/>
                <a:ea typeface="宋体" panose="02010600030101010101" pitchFamily="2" charset="-122"/>
              </a:rPr>
              <a:t>数据报</a:t>
            </a:r>
          </a:p>
        </p:txBody>
      </p:sp>
      <p:grpSp>
        <p:nvGrpSpPr>
          <p:cNvPr id="464982" name="Group 86">
            <a:extLst>
              <a:ext uri="{FF2B5EF4-FFF2-40B4-BE49-F238E27FC236}">
                <a16:creationId xmlns:a16="http://schemas.microsoft.com/office/drawing/2014/main" id="{A6A9C72F-E6F0-3E45-9EFA-F6FF3BCFE70C}"/>
              </a:ext>
            </a:extLst>
          </p:cNvPr>
          <p:cNvGrpSpPr>
            <a:grpSpLocks/>
          </p:cNvGrpSpPr>
          <p:nvPr/>
        </p:nvGrpSpPr>
        <p:grpSpPr bwMode="auto">
          <a:xfrm>
            <a:off x="1601391" y="1006079"/>
            <a:ext cx="6300788" cy="1674019"/>
            <a:chOff x="385" y="845"/>
            <a:chExt cx="5292" cy="1406"/>
          </a:xfrm>
        </p:grpSpPr>
        <p:grpSp>
          <p:nvGrpSpPr>
            <p:cNvPr id="162870" name="Group 84">
              <a:extLst>
                <a:ext uri="{FF2B5EF4-FFF2-40B4-BE49-F238E27FC236}">
                  <a16:creationId xmlns:a16="http://schemas.microsoft.com/office/drawing/2014/main" id="{6A2A24BF-E4E1-D04D-9847-7B0A58AC3C75}"/>
                </a:ext>
              </a:extLst>
            </p:cNvPr>
            <p:cNvGrpSpPr>
              <a:grpSpLocks/>
            </p:cNvGrpSpPr>
            <p:nvPr/>
          </p:nvGrpSpPr>
          <p:grpSpPr bwMode="auto">
            <a:xfrm>
              <a:off x="385" y="845"/>
              <a:ext cx="5292" cy="1406"/>
              <a:chOff x="385" y="845"/>
              <a:chExt cx="5292" cy="1406"/>
            </a:xfrm>
          </p:grpSpPr>
          <p:sp>
            <p:nvSpPr>
              <p:cNvPr id="162872" name="Rectangle 4">
                <a:extLst>
                  <a:ext uri="{FF2B5EF4-FFF2-40B4-BE49-F238E27FC236}">
                    <a16:creationId xmlns:a16="http://schemas.microsoft.com/office/drawing/2014/main" id="{202EC0F2-2A50-0847-8FDC-1D06273D2A15}"/>
                  </a:ext>
                </a:extLst>
              </p:cNvPr>
              <p:cNvSpPr>
                <a:spLocks noChangeArrowheads="1"/>
              </p:cNvSpPr>
              <p:nvPr/>
            </p:nvSpPr>
            <p:spPr bwMode="auto">
              <a:xfrm>
                <a:off x="385" y="1117"/>
                <a:ext cx="277" cy="7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62873" name="Rectangle 82">
                <a:extLst>
                  <a:ext uri="{FF2B5EF4-FFF2-40B4-BE49-F238E27FC236}">
                    <a16:creationId xmlns:a16="http://schemas.microsoft.com/office/drawing/2014/main" id="{51DEDF69-3869-924F-A7CA-5DBF9229FB03}"/>
                  </a:ext>
                </a:extLst>
              </p:cNvPr>
              <p:cNvSpPr>
                <a:spLocks noChangeArrowheads="1"/>
              </p:cNvSpPr>
              <p:nvPr/>
            </p:nvSpPr>
            <p:spPr bwMode="auto">
              <a:xfrm>
                <a:off x="703" y="845"/>
                <a:ext cx="4974" cy="1406"/>
              </a:xfrm>
              <a:prstGeom prst="rect">
                <a:avLst/>
              </a:prstGeom>
              <a:noFill/>
              <a:ln w="5715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62871" name="AutoShape 85">
              <a:extLst>
                <a:ext uri="{FF2B5EF4-FFF2-40B4-BE49-F238E27FC236}">
                  <a16:creationId xmlns:a16="http://schemas.microsoft.com/office/drawing/2014/main" id="{E65CCEF3-FEA0-1142-8F77-4D3A272B810B}"/>
                </a:ext>
              </a:extLst>
            </p:cNvPr>
            <p:cNvSpPr>
              <a:spLocks/>
            </p:cNvSpPr>
            <p:nvPr/>
          </p:nvSpPr>
          <p:spPr bwMode="auto">
            <a:xfrm>
              <a:off x="598" y="890"/>
              <a:ext cx="105" cy="136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grpSp>
        <p:nvGrpSpPr>
          <p:cNvPr id="162866" name="Group 88">
            <a:extLst>
              <a:ext uri="{FF2B5EF4-FFF2-40B4-BE49-F238E27FC236}">
                <a16:creationId xmlns:a16="http://schemas.microsoft.com/office/drawing/2014/main" id="{6A7D0E82-0EF9-7643-A3EA-D9611E7C6C11}"/>
              </a:ext>
            </a:extLst>
          </p:cNvPr>
          <p:cNvGrpSpPr>
            <a:grpSpLocks/>
          </p:cNvGrpSpPr>
          <p:nvPr/>
        </p:nvGrpSpPr>
        <p:grpSpPr bwMode="auto">
          <a:xfrm>
            <a:off x="2377680" y="4137422"/>
            <a:ext cx="906066" cy="641747"/>
            <a:chOff x="1037" y="3475"/>
            <a:chExt cx="761" cy="539"/>
          </a:xfrm>
        </p:grpSpPr>
        <p:sp>
          <p:nvSpPr>
            <p:cNvPr id="162868" name="Line 89">
              <a:extLst>
                <a:ext uri="{FF2B5EF4-FFF2-40B4-BE49-F238E27FC236}">
                  <a16:creationId xmlns:a16="http://schemas.microsoft.com/office/drawing/2014/main" id="{7ED44115-AADA-1146-B74F-2CC5901A7C96}"/>
                </a:ext>
              </a:extLst>
            </p:cNvPr>
            <p:cNvSpPr>
              <a:spLocks noChangeShapeType="1"/>
            </p:cNvSpPr>
            <p:nvPr/>
          </p:nvSpPr>
          <p:spPr bwMode="auto">
            <a:xfrm flipV="1">
              <a:off x="1428" y="3475"/>
              <a:ext cx="0" cy="317"/>
            </a:xfrm>
            <a:prstGeom prst="line">
              <a:avLst/>
            </a:prstGeom>
            <a:noFill/>
            <a:ln w="5715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62869" name="Rectangle 90">
              <a:extLst>
                <a:ext uri="{FF2B5EF4-FFF2-40B4-BE49-F238E27FC236}">
                  <a16:creationId xmlns:a16="http://schemas.microsoft.com/office/drawing/2014/main" id="{B1C02926-AB99-834A-A315-7C49515ABDE4}"/>
                </a:ext>
              </a:extLst>
            </p:cNvPr>
            <p:cNvSpPr>
              <a:spLocks noChangeArrowheads="1"/>
            </p:cNvSpPr>
            <p:nvPr/>
          </p:nvSpPr>
          <p:spPr bwMode="auto">
            <a:xfrm>
              <a:off x="1037" y="3764"/>
              <a:ext cx="76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solidFill>
                    <a:schemeClr val="folHlink"/>
                  </a:solidFill>
                  <a:latin typeface="微软雅黑" panose="020B0503020204020204" pitchFamily="34" charset="-122"/>
                  <a:ea typeface="宋体" panose="02010600030101010101" pitchFamily="2" charset="-122"/>
                </a:rPr>
                <a:t>发送在前</a:t>
              </a:r>
            </a:p>
          </p:txBody>
        </p:sp>
      </p:grpSp>
      <p:sp>
        <p:nvSpPr>
          <p:cNvPr id="162867" name="幻灯片编号占位符 1">
            <a:extLst>
              <a:ext uri="{FF2B5EF4-FFF2-40B4-BE49-F238E27FC236}">
                <a16:creationId xmlns:a16="http://schemas.microsoft.com/office/drawing/2014/main" id="{F4482CBC-3DA1-D347-8035-1B83DDF4516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4D7AFBF-B9CE-DA40-A242-17B23CE29C1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17631167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0"/>
                                  </p:stCondLst>
                                  <p:childTnLst>
                                    <p:anim calcmode="discrete" valueType="str">
                                      <p:cBhvr>
                                        <p:cTn id="6" dur="1000" fill="hold"/>
                                        <p:tgtEl>
                                          <p:spTgt spid="46498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4865" name="Rectangle 2">
            <a:extLst>
              <a:ext uri="{FF2B5EF4-FFF2-40B4-BE49-F238E27FC236}">
                <a16:creationId xmlns:a16="http://schemas.microsoft.com/office/drawing/2014/main" id="{6DD3897F-27A0-A642-9F3A-1E2FBAE9FD29}"/>
              </a:ext>
            </a:extLst>
          </p:cNvPr>
          <p:cNvSpPr>
            <a:spLocks noChangeArrowheads="1"/>
          </p:cNvSpPr>
          <p:nvPr/>
        </p:nvSpPr>
        <p:spPr bwMode="auto">
          <a:xfrm>
            <a:off x="2844403" y="3746897"/>
            <a:ext cx="1079897" cy="336947"/>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64866" name="Line 3">
            <a:extLst>
              <a:ext uri="{FF2B5EF4-FFF2-40B4-BE49-F238E27FC236}">
                <a16:creationId xmlns:a16="http://schemas.microsoft.com/office/drawing/2014/main" id="{C3B04B0F-78FB-724A-96B8-126B7E89D80D}"/>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64867" name="Rectangle 4">
            <a:extLst>
              <a:ext uri="{FF2B5EF4-FFF2-40B4-BE49-F238E27FC236}">
                <a16:creationId xmlns:a16="http://schemas.microsoft.com/office/drawing/2014/main" id="{B0068DF9-C65C-F74A-B4FE-76C8E884DD29}"/>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a:t>
            </a:r>
          </a:p>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a:t>
            </a:r>
          </a:p>
        </p:txBody>
      </p:sp>
      <p:sp>
        <p:nvSpPr>
          <p:cNvPr id="164868" name="Line 5">
            <a:extLst>
              <a:ext uri="{FF2B5EF4-FFF2-40B4-BE49-F238E27FC236}">
                <a16:creationId xmlns:a16="http://schemas.microsoft.com/office/drawing/2014/main" id="{A0D91AAC-49B6-9C4A-B61A-6A3099179D1D}"/>
              </a:ext>
            </a:extLst>
          </p:cNvPr>
          <p:cNvSpPr>
            <a:spLocks noChangeShapeType="1"/>
          </p:cNvSpPr>
          <p:nvPr/>
        </p:nvSpPr>
        <p:spPr bwMode="auto">
          <a:xfrm>
            <a:off x="2867025" y="4264819"/>
            <a:ext cx="406479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64869" name="Rectangle 7">
            <a:extLst>
              <a:ext uri="{FF2B5EF4-FFF2-40B4-BE49-F238E27FC236}">
                <a16:creationId xmlns:a16="http://schemas.microsoft.com/office/drawing/2014/main" id="{F3A05661-2A46-8042-859E-ACB68E7E47C4}"/>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64870" name="Rectangle 9">
            <a:extLst>
              <a:ext uri="{FF2B5EF4-FFF2-40B4-BE49-F238E27FC236}">
                <a16:creationId xmlns:a16="http://schemas.microsoft.com/office/drawing/2014/main" id="{3220DD61-9763-694F-B3DD-00AD1BD87978}"/>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64871" name="Rectangle 10">
            <a:extLst>
              <a:ext uri="{FF2B5EF4-FFF2-40B4-BE49-F238E27FC236}">
                <a16:creationId xmlns:a16="http://schemas.microsoft.com/office/drawing/2014/main" id="{F919D4F5-51CC-9B45-9740-3A99F0ACBBF4}"/>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64872" name="Line 11">
            <a:extLst>
              <a:ext uri="{FF2B5EF4-FFF2-40B4-BE49-F238E27FC236}">
                <a16:creationId xmlns:a16="http://schemas.microsoft.com/office/drawing/2014/main" id="{98EC178B-9911-5E4F-9CC0-CC7620768BAB}"/>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73" name="Line 12">
            <a:extLst>
              <a:ext uri="{FF2B5EF4-FFF2-40B4-BE49-F238E27FC236}">
                <a16:creationId xmlns:a16="http://schemas.microsoft.com/office/drawing/2014/main" id="{9BB8C220-12ED-A741-94E6-7B02F274EFCA}"/>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74" name="Line 13">
            <a:extLst>
              <a:ext uri="{FF2B5EF4-FFF2-40B4-BE49-F238E27FC236}">
                <a16:creationId xmlns:a16="http://schemas.microsoft.com/office/drawing/2014/main" id="{60F2C080-015B-2A4F-BBC8-5D35C6B30225}"/>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75" name="Line 14">
            <a:extLst>
              <a:ext uri="{FF2B5EF4-FFF2-40B4-BE49-F238E27FC236}">
                <a16:creationId xmlns:a16="http://schemas.microsoft.com/office/drawing/2014/main" id="{CE7AC0A1-DB61-C84A-B95A-0019E968F600}"/>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76" name="Line 15">
            <a:extLst>
              <a:ext uri="{FF2B5EF4-FFF2-40B4-BE49-F238E27FC236}">
                <a16:creationId xmlns:a16="http://schemas.microsoft.com/office/drawing/2014/main" id="{9122C597-6BEA-444A-8A2A-9207DE4C16AB}"/>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77" name="Line 16">
            <a:extLst>
              <a:ext uri="{FF2B5EF4-FFF2-40B4-BE49-F238E27FC236}">
                <a16:creationId xmlns:a16="http://schemas.microsoft.com/office/drawing/2014/main" id="{D0054B78-8D8F-4544-847B-E3C2676A8E2C}"/>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78" name="Line 17">
            <a:extLst>
              <a:ext uri="{FF2B5EF4-FFF2-40B4-BE49-F238E27FC236}">
                <a16:creationId xmlns:a16="http://schemas.microsoft.com/office/drawing/2014/main" id="{E30A7B83-DECE-E642-A186-3C883E9CEF5C}"/>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79" name="Line 18">
            <a:extLst>
              <a:ext uri="{FF2B5EF4-FFF2-40B4-BE49-F238E27FC236}">
                <a16:creationId xmlns:a16="http://schemas.microsoft.com/office/drawing/2014/main" id="{92FF46EB-561D-714A-89D3-1114C2574FBC}"/>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80" name="Line 19">
            <a:extLst>
              <a:ext uri="{FF2B5EF4-FFF2-40B4-BE49-F238E27FC236}">
                <a16:creationId xmlns:a16="http://schemas.microsoft.com/office/drawing/2014/main" id="{5023534C-7C90-5C41-9356-CAC7E17CA683}"/>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81" name="Line 20">
            <a:extLst>
              <a:ext uri="{FF2B5EF4-FFF2-40B4-BE49-F238E27FC236}">
                <a16:creationId xmlns:a16="http://schemas.microsoft.com/office/drawing/2014/main" id="{CD971FEA-250F-DE44-85CC-DAED8ABB7105}"/>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82" name="Line 21">
            <a:extLst>
              <a:ext uri="{FF2B5EF4-FFF2-40B4-BE49-F238E27FC236}">
                <a16:creationId xmlns:a16="http://schemas.microsoft.com/office/drawing/2014/main" id="{CB757C89-9C59-044E-A937-8A89A3AD3D54}"/>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83" name="Rectangle 22">
            <a:extLst>
              <a:ext uri="{FF2B5EF4-FFF2-40B4-BE49-F238E27FC236}">
                <a16:creationId xmlns:a16="http://schemas.microsoft.com/office/drawing/2014/main" id="{EE271F72-7172-7343-94E0-E4FAB82EA922}"/>
              </a:ext>
            </a:extLst>
          </p:cNvPr>
          <p:cNvSpPr>
            <a:spLocks noChangeArrowheads="1"/>
          </p:cNvSpPr>
          <p:nvPr/>
        </p:nvSpPr>
        <p:spPr bwMode="auto">
          <a:xfrm>
            <a:off x="1952625" y="73699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164884" name="Rectangle 23">
            <a:extLst>
              <a:ext uri="{FF2B5EF4-FFF2-40B4-BE49-F238E27FC236}">
                <a16:creationId xmlns:a16="http://schemas.microsoft.com/office/drawing/2014/main" id="{F0216DF1-9FB9-A040-9487-34501EAF892D}"/>
              </a:ext>
            </a:extLst>
          </p:cNvPr>
          <p:cNvSpPr>
            <a:spLocks noChangeArrowheads="1"/>
          </p:cNvSpPr>
          <p:nvPr/>
        </p:nvSpPr>
        <p:spPr bwMode="auto">
          <a:xfrm>
            <a:off x="2653904" y="73699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4</a:t>
            </a:r>
          </a:p>
        </p:txBody>
      </p:sp>
      <p:sp>
        <p:nvSpPr>
          <p:cNvPr id="164885" name="Rectangle 24">
            <a:extLst>
              <a:ext uri="{FF2B5EF4-FFF2-40B4-BE49-F238E27FC236}">
                <a16:creationId xmlns:a16="http://schemas.microsoft.com/office/drawing/2014/main" id="{304A03FE-5072-DC4B-ADCE-28BEBA5D2007}"/>
              </a:ext>
            </a:extLst>
          </p:cNvPr>
          <p:cNvSpPr>
            <a:spLocks noChangeArrowheads="1"/>
          </p:cNvSpPr>
          <p:nvPr/>
        </p:nvSpPr>
        <p:spPr bwMode="auto">
          <a:xfrm>
            <a:off x="3400425" y="73699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a:t>
            </a:r>
          </a:p>
        </p:txBody>
      </p:sp>
      <p:sp>
        <p:nvSpPr>
          <p:cNvPr id="164886" name="Rectangle 25">
            <a:extLst>
              <a:ext uri="{FF2B5EF4-FFF2-40B4-BE49-F238E27FC236}">
                <a16:creationId xmlns:a16="http://schemas.microsoft.com/office/drawing/2014/main" id="{EB12D9D1-BD33-B742-97CA-76C38257235B}"/>
              </a:ext>
            </a:extLst>
          </p:cNvPr>
          <p:cNvSpPr>
            <a:spLocks noChangeArrowheads="1"/>
          </p:cNvSpPr>
          <p:nvPr/>
        </p:nvSpPr>
        <p:spPr bwMode="auto">
          <a:xfrm>
            <a:off x="4863703" y="736998"/>
            <a:ext cx="35186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a:t>
            </a:r>
          </a:p>
        </p:txBody>
      </p:sp>
      <p:sp>
        <p:nvSpPr>
          <p:cNvPr id="164887" name="Rectangle 26">
            <a:extLst>
              <a:ext uri="{FF2B5EF4-FFF2-40B4-BE49-F238E27FC236}">
                <a16:creationId xmlns:a16="http://schemas.microsoft.com/office/drawing/2014/main" id="{8BCEB3E5-4FF6-3848-8305-748427D3962A}"/>
              </a:ext>
            </a:extLst>
          </p:cNvPr>
          <p:cNvSpPr>
            <a:spLocks noChangeArrowheads="1"/>
          </p:cNvSpPr>
          <p:nvPr/>
        </p:nvSpPr>
        <p:spPr bwMode="auto">
          <a:xfrm>
            <a:off x="5461397" y="736998"/>
            <a:ext cx="35186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19</a:t>
            </a:r>
          </a:p>
        </p:txBody>
      </p:sp>
      <p:sp>
        <p:nvSpPr>
          <p:cNvPr id="164888" name="Rectangle 27">
            <a:extLst>
              <a:ext uri="{FF2B5EF4-FFF2-40B4-BE49-F238E27FC236}">
                <a16:creationId xmlns:a16="http://schemas.microsoft.com/office/drawing/2014/main" id="{91DD4691-E102-864F-A27B-6A54C93A842B}"/>
              </a:ext>
            </a:extLst>
          </p:cNvPr>
          <p:cNvSpPr>
            <a:spLocks noChangeArrowheads="1"/>
          </p:cNvSpPr>
          <p:nvPr/>
        </p:nvSpPr>
        <p:spPr bwMode="auto">
          <a:xfrm>
            <a:off x="6342460" y="736998"/>
            <a:ext cx="35186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a:t>
            </a:r>
          </a:p>
        </p:txBody>
      </p:sp>
      <p:sp>
        <p:nvSpPr>
          <p:cNvPr id="164889" name="Rectangle 28">
            <a:extLst>
              <a:ext uri="{FF2B5EF4-FFF2-40B4-BE49-F238E27FC236}">
                <a16:creationId xmlns:a16="http://schemas.microsoft.com/office/drawing/2014/main" id="{64AD8000-85EC-2947-B5E7-F82E3AEBF04A}"/>
              </a:ext>
            </a:extLst>
          </p:cNvPr>
          <p:cNvSpPr>
            <a:spLocks noChangeArrowheads="1"/>
          </p:cNvSpPr>
          <p:nvPr/>
        </p:nvSpPr>
        <p:spPr bwMode="auto">
          <a:xfrm>
            <a:off x="7627144" y="736998"/>
            <a:ext cx="35186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31</a:t>
            </a:r>
          </a:p>
        </p:txBody>
      </p:sp>
      <p:sp>
        <p:nvSpPr>
          <p:cNvPr id="164890" name="Rectangle 29">
            <a:extLst>
              <a:ext uri="{FF2B5EF4-FFF2-40B4-BE49-F238E27FC236}">
                <a16:creationId xmlns:a16="http://schemas.microsoft.com/office/drawing/2014/main" id="{B76BA79B-45AC-5C4A-8636-28DE99D0EE08}"/>
              </a:ext>
            </a:extLst>
          </p:cNvPr>
          <p:cNvSpPr>
            <a:spLocks noChangeArrowheads="1"/>
          </p:cNvSpPr>
          <p:nvPr/>
        </p:nvSpPr>
        <p:spPr bwMode="auto">
          <a:xfrm>
            <a:off x="2064544" y="1047750"/>
            <a:ext cx="5746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版 本</a:t>
            </a:r>
          </a:p>
        </p:txBody>
      </p:sp>
      <p:sp>
        <p:nvSpPr>
          <p:cNvPr id="164891" name="Rectangle 30">
            <a:extLst>
              <a:ext uri="{FF2B5EF4-FFF2-40B4-BE49-F238E27FC236}">
                <a16:creationId xmlns:a16="http://schemas.microsoft.com/office/drawing/2014/main" id="{5C878DA0-2B17-5A42-90EB-F4B5BD686160}"/>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标志</a:t>
            </a:r>
          </a:p>
        </p:txBody>
      </p:sp>
      <p:sp>
        <p:nvSpPr>
          <p:cNvPr id="164892" name="Rectangle 31">
            <a:extLst>
              <a:ext uri="{FF2B5EF4-FFF2-40B4-BE49-F238E27FC236}">
                <a16:creationId xmlns:a16="http://schemas.microsoft.com/office/drawing/2014/main" id="{A5048F4D-1EAA-D447-A3DD-03DD9B006597}"/>
              </a:ext>
            </a:extLst>
          </p:cNvPr>
          <p:cNvSpPr>
            <a:spLocks noChangeArrowheads="1"/>
          </p:cNvSpPr>
          <p:nvPr/>
        </p:nvSpPr>
        <p:spPr bwMode="auto">
          <a:xfrm>
            <a:off x="2212182" y="1708548"/>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生 存 时 间</a:t>
            </a:r>
          </a:p>
        </p:txBody>
      </p:sp>
      <p:sp>
        <p:nvSpPr>
          <p:cNvPr id="164893" name="Rectangle 32">
            <a:extLst>
              <a:ext uri="{FF2B5EF4-FFF2-40B4-BE49-F238E27FC236}">
                <a16:creationId xmlns:a16="http://schemas.microsoft.com/office/drawing/2014/main" id="{FA4172B2-74CA-7F40-8662-D1559D6927ED}"/>
              </a:ext>
            </a:extLst>
          </p:cNvPr>
          <p:cNvSpPr>
            <a:spLocks noChangeArrowheads="1"/>
          </p:cNvSpPr>
          <p:nvPr/>
        </p:nvSpPr>
        <p:spPr bwMode="auto">
          <a:xfrm>
            <a:off x="3810000" y="1708548"/>
            <a:ext cx="7333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协    议</a:t>
            </a:r>
          </a:p>
        </p:txBody>
      </p:sp>
      <p:sp>
        <p:nvSpPr>
          <p:cNvPr id="164894" name="Rectangle 33">
            <a:extLst>
              <a:ext uri="{FF2B5EF4-FFF2-40B4-BE49-F238E27FC236}">
                <a16:creationId xmlns:a16="http://schemas.microsoft.com/office/drawing/2014/main" id="{70F5D7ED-10F1-684F-9B5A-E67B7239374F}"/>
              </a:ext>
            </a:extLst>
          </p:cNvPr>
          <p:cNvSpPr>
            <a:spLocks noChangeArrowheads="1"/>
          </p:cNvSpPr>
          <p:nvPr/>
        </p:nvSpPr>
        <p:spPr bwMode="auto">
          <a:xfrm>
            <a:off x="3070622" y="1404938"/>
            <a:ext cx="7333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标    识</a:t>
            </a:r>
          </a:p>
        </p:txBody>
      </p:sp>
      <p:sp>
        <p:nvSpPr>
          <p:cNvPr id="164895" name="Rectangle 35">
            <a:extLst>
              <a:ext uri="{FF2B5EF4-FFF2-40B4-BE49-F238E27FC236}">
                <a16:creationId xmlns:a16="http://schemas.microsoft.com/office/drawing/2014/main" id="{EE40A3D8-1CD7-B74B-B4B7-1FA4DA9934AF}"/>
              </a:ext>
            </a:extLst>
          </p:cNvPr>
          <p:cNvSpPr>
            <a:spLocks noChangeArrowheads="1"/>
          </p:cNvSpPr>
          <p:nvPr/>
        </p:nvSpPr>
        <p:spPr bwMode="auto">
          <a:xfrm>
            <a:off x="6023373" y="1047750"/>
            <a:ext cx="103153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总   长   度</a:t>
            </a:r>
          </a:p>
        </p:txBody>
      </p:sp>
      <p:sp>
        <p:nvSpPr>
          <p:cNvPr id="164896" name="Rectangle 36">
            <a:extLst>
              <a:ext uri="{FF2B5EF4-FFF2-40B4-BE49-F238E27FC236}">
                <a16:creationId xmlns:a16="http://schemas.microsoft.com/office/drawing/2014/main" id="{1920C7FE-7962-C049-8C16-E67F3FAAA172}"/>
              </a:ext>
            </a:extLst>
          </p:cNvPr>
          <p:cNvSpPr>
            <a:spLocks noChangeArrowheads="1"/>
          </p:cNvSpPr>
          <p:nvPr/>
        </p:nvSpPr>
        <p:spPr bwMode="auto">
          <a:xfrm>
            <a:off x="6226969" y="1404938"/>
            <a:ext cx="103153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片   偏   移</a:t>
            </a:r>
          </a:p>
        </p:txBody>
      </p:sp>
      <p:sp>
        <p:nvSpPr>
          <p:cNvPr id="164897" name="Rectangle 37">
            <a:extLst>
              <a:ext uri="{FF2B5EF4-FFF2-40B4-BE49-F238E27FC236}">
                <a16:creationId xmlns:a16="http://schemas.microsoft.com/office/drawing/2014/main" id="{6471EC10-5C76-EB43-A18A-1FDFD609A4EC}"/>
              </a:ext>
            </a:extLst>
          </p:cNvPr>
          <p:cNvSpPr>
            <a:spLocks noChangeArrowheads="1"/>
          </p:cNvSpPr>
          <p:nvPr/>
        </p:nvSpPr>
        <p:spPr bwMode="auto">
          <a:xfrm>
            <a:off x="6769894" y="2705100"/>
            <a:ext cx="7333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填    充</a:t>
            </a:r>
          </a:p>
        </p:txBody>
      </p:sp>
      <p:sp>
        <p:nvSpPr>
          <p:cNvPr id="164898" name="Rectangle 38">
            <a:extLst>
              <a:ext uri="{FF2B5EF4-FFF2-40B4-BE49-F238E27FC236}">
                <a16:creationId xmlns:a16="http://schemas.microsoft.com/office/drawing/2014/main" id="{D0A19691-174E-BB44-80A5-4C9B4CF393CD}"/>
              </a:ext>
            </a:extLst>
          </p:cNvPr>
          <p:cNvSpPr>
            <a:spLocks noChangeArrowheads="1"/>
          </p:cNvSpPr>
          <p:nvPr/>
        </p:nvSpPr>
        <p:spPr bwMode="auto">
          <a:xfrm>
            <a:off x="5587603" y="1708548"/>
            <a:ext cx="173364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   部   检   验   和</a:t>
            </a:r>
          </a:p>
        </p:txBody>
      </p:sp>
      <p:sp>
        <p:nvSpPr>
          <p:cNvPr id="164899" name="Rectangle 39">
            <a:extLst>
              <a:ext uri="{FF2B5EF4-FFF2-40B4-BE49-F238E27FC236}">
                <a16:creationId xmlns:a16="http://schemas.microsoft.com/office/drawing/2014/main" id="{69188267-0FE9-6E43-8E17-DA2B29AD726F}"/>
              </a:ext>
            </a:extLst>
          </p:cNvPr>
          <p:cNvSpPr>
            <a:spLocks noChangeArrowheads="1"/>
          </p:cNvSpPr>
          <p:nvPr/>
        </p:nvSpPr>
        <p:spPr bwMode="auto">
          <a:xfrm>
            <a:off x="4455319" y="2052638"/>
            <a:ext cx="103153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源   地   址</a:t>
            </a:r>
          </a:p>
        </p:txBody>
      </p:sp>
      <p:sp>
        <p:nvSpPr>
          <p:cNvPr id="164900" name="Rectangle 40">
            <a:extLst>
              <a:ext uri="{FF2B5EF4-FFF2-40B4-BE49-F238E27FC236}">
                <a16:creationId xmlns:a16="http://schemas.microsoft.com/office/drawing/2014/main" id="{836FD9C1-E1C4-A94F-B75C-ACB39DD7E97C}"/>
              </a:ext>
            </a:extLst>
          </p:cNvPr>
          <p:cNvSpPr>
            <a:spLocks noChangeArrowheads="1"/>
          </p:cNvSpPr>
          <p:nvPr/>
        </p:nvSpPr>
        <p:spPr bwMode="auto">
          <a:xfrm>
            <a:off x="4263629" y="2383632"/>
            <a:ext cx="138259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目   的   地   址</a:t>
            </a:r>
          </a:p>
        </p:txBody>
      </p:sp>
      <p:sp>
        <p:nvSpPr>
          <p:cNvPr id="164901" name="Rectangle 41">
            <a:extLst>
              <a:ext uri="{FF2B5EF4-FFF2-40B4-BE49-F238E27FC236}">
                <a16:creationId xmlns:a16="http://schemas.microsoft.com/office/drawing/2014/main" id="{E52E2EC4-66E4-ED45-A9AC-6A40A2D31CB5}"/>
              </a:ext>
            </a:extLst>
          </p:cNvPr>
          <p:cNvSpPr>
            <a:spLocks noChangeArrowheads="1"/>
          </p:cNvSpPr>
          <p:nvPr/>
        </p:nvSpPr>
        <p:spPr bwMode="auto">
          <a:xfrm>
            <a:off x="2814638" y="2705100"/>
            <a:ext cx="311864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可   选   字   段  （长   度   可   变）</a:t>
            </a:r>
          </a:p>
        </p:txBody>
      </p:sp>
      <p:sp>
        <p:nvSpPr>
          <p:cNvPr id="164902" name="Rectangle 42">
            <a:extLst>
              <a:ext uri="{FF2B5EF4-FFF2-40B4-BE49-F238E27FC236}">
                <a16:creationId xmlns:a16="http://schemas.microsoft.com/office/drawing/2014/main" id="{40465CA3-E023-BC47-8114-0C918C5DAE13}"/>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164903" name="Rectangle 43">
            <a:extLst>
              <a:ext uri="{FF2B5EF4-FFF2-40B4-BE49-F238E27FC236}">
                <a16:creationId xmlns:a16="http://schemas.microsoft.com/office/drawing/2014/main" id="{D9DD9883-DD55-3040-B902-12F681604D91}"/>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首部长度</a:t>
            </a:r>
          </a:p>
        </p:txBody>
      </p:sp>
      <p:grpSp>
        <p:nvGrpSpPr>
          <p:cNvPr id="164904" name="Group 44">
            <a:extLst>
              <a:ext uri="{FF2B5EF4-FFF2-40B4-BE49-F238E27FC236}">
                <a16:creationId xmlns:a16="http://schemas.microsoft.com/office/drawing/2014/main" id="{12EDC8AC-ADFA-EF4E-8C34-3EBA8935C327}"/>
              </a:ext>
            </a:extLst>
          </p:cNvPr>
          <p:cNvGrpSpPr>
            <a:grpSpLocks/>
          </p:cNvGrpSpPr>
          <p:nvPr/>
        </p:nvGrpSpPr>
        <p:grpSpPr bwMode="auto">
          <a:xfrm>
            <a:off x="1945482" y="2811066"/>
            <a:ext cx="98822" cy="52388"/>
            <a:chOff x="833" y="3024"/>
            <a:chExt cx="78" cy="51"/>
          </a:xfrm>
        </p:grpSpPr>
        <p:sp>
          <p:nvSpPr>
            <p:cNvPr id="164924" name="Rectangle 45">
              <a:extLst>
                <a:ext uri="{FF2B5EF4-FFF2-40B4-BE49-F238E27FC236}">
                  <a16:creationId xmlns:a16="http://schemas.microsoft.com/office/drawing/2014/main" id="{DB13404E-6EA5-BB4C-9AF6-9A66075FED73}"/>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64925" name="Line 46">
              <a:extLst>
                <a:ext uri="{FF2B5EF4-FFF2-40B4-BE49-F238E27FC236}">
                  <a16:creationId xmlns:a16="http://schemas.microsoft.com/office/drawing/2014/main" id="{1C4DBF42-FC86-E845-B48D-5B2399F8A72A}"/>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926" name="Line 47">
              <a:extLst>
                <a:ext uri="{FF2B5EF4-FFF2-40B4-BE49-F238E27FC236}">
                  <a16:creationId xmlns:a16="http://schemas.microsoft.com/office/drawing/2014/main" id="{AEB69D2A-264A-A040-8644-ED023AA139C3}"/>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64905" name="Group 48">
            <a:extLst>
              <a:ext uri="{FF2B5EF4-FFF2-40B4-BE49-F238E27FC236}">
                <a16:creationId xmlns:a16="http://schemas.microsoft.com/office/drawing/2014/main" id="{467E1E5C-AC4F-FD40-85ED-FBF0CC864D0A}"/>
              </a:ext>
            </a:extLst>
          </p:cNvPr>
          <p:cNvGrpSpPr>
            <a:grpSpLocks/>
          </p:cNvGrpSpPr>
          <p:nvPr/>
        </p:nvGrpSpPr>
        <p:grpSpPr bwMode="auto">
          <a:xfrm>
            <a:off x="7846219" y="2818210"/>
            <a:ext cx="98822" cy="50006"/>
            <a:chOff x="5432" y="3030"/>
            <a:chExt cx="78" cy="51"/>
          </a:xfrm>
        </p:grpSpPr>
        <p:sp>
          <p:nvSpPr>
            <p:cNvPr id="164921" name="Rectangle 49">
              <a:extLst>
                <a:ext uri="{FF2B5EF4-FFF2-40B4-BE49-F238E27FC236}">
                  <a16:creationId xmlns:a16="http://schemas.microsoft.com/office/drawing/2014/main" id="{2751B48E-23E7-CC4C-9B85-51380E873E82}"/>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64922" name="Line 50">
              <a:extLst>
                <a:ext uri="{FF2B5EF4-FFF2-40B4-BE49-F238E27FC236}">
                  <a16:creationId xmlns:a16="http://schemas.microsoft.com/office/drawing/2014/main" id="{11A4B6A9-5A43-CB42-BB9F-B4E04C8E0711}"/>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923" name="Line 51">
              <a:extLst>
                <a:ext uri="{FF2B5EF4-FFF2-40B4-BE49-F238E27FC236}">
                  <a16:creationId xmlns:a16="http://schemas.microsoft.com/office/drawing/2014/main" id="{81BF28CE-5089-184C-BAD0-02D8EC7C43AE}"/>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4906" name="Rectangle 72">
            <a:extLst>
              <a:ext uri="{FF2B5EF4-FFF2-40B4-BE49-F238E27FC236}">
                <a16:creationId xmlns:a16="http://schemas.microsoft.com/office/drawing/2014/main" id="{F723D75E-574E-EB44-B438-4DBC62D9F59E}"/>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数       据       部       分</a:t>
            </a:r>
          </a:p>
        </p:txBody>
      </p:sp>
      <p:sp>
        <p:nvSpPr>
          <p:cNvPr id="164907" name="Rectangle 74">
            <a:extLst>
              <a:ext uri="{FF2B5EF4-FFF2-40B4-BE49-F238E27FC236}">
                <a16:creationId xmlns:a16="http://schemas.microsoft.com/office/drawing/2014/main" id="{C2741A21-3E20-F044-9DA8-3E99F5653D57}"/>
              </a:ext>
            </a:extLst>
          </p:cNvPr>
          <p:cNvSpPr>
            <a:spLocks noChangeArrowheads="1"/>
          </p:cNvSpPr>
          <p:nvPr/>
        </p:nvSpPr>
        <p:spPr bwMode="auto">
          <a:xfrm>
            <a:off x="3924300" y="3746897"/>
            <a:ext cx="2987279" cy="336947"/>
          </a:xfrm>
          <a:prstGeom prst="rect">
            <a:avLst/>
          </a:prstGeom>
          <a:solidFill>
            <a:srgbClr val="FFFF99"/>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64908" name="Rectangle 75">
            <a:extLst>
              <a:ext uri="{FF2B5EF4-FFF2-40B4-BE49-F238E27FC236}">
                <a16:creationId xmlns:a16="http://schemas.microsoft.com/office/drawing/2014/main" id="{18A10A24-EF8D-A64B-88ED-2884FB71E55C}"/>
              </a:ext>
            </a:extLst>
          </p:cNvPr>
          <p:cNvSpPr>
            <a:spLocks noChangeArrowheads="1"/>
          </p:cNvSpPr>
          <p:nvPr/>
        </p:nvSpPr>
        <p:spPr bwMode="auto">
          <a:xfrm>
            <a:off x="4351735" y="3759994"/>
            <a:ext cx="232171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数       据       部       分</a:t>
            </a:r>
          </a:p>
        </p:txBody>
      </p:sp>
      <p:sp>
        <p:nvSpPr>
          <p:cNvPr id="164909" name="Rectangle 76">
            <a:extLst>
              <a:ext uri="{FF2B5EF4-FFF2-40B4-BE49-F238E27FC236}">
                <a16:creationId xmlns:a16="http://schemas.microsoft.com/office/drawing/2014/main" id="{CAEDA9FE-E76C-3B42-94D5-DD924BF44FA9}"/>
              </a:ext>
            </a:extLst>
          </p:cNvPr>
          <p:cNvSpPr>
            <a:spLocks noChangeArrowheads="1"/>
          </p:cNvSpPr>
          <p:nvPr/>
        </p:nvSpPr>
        <p:spPr bwMode="auto">
          <a:xfrm>
            <a:off x="3006328" y="3759994"/>
            <a:ext cx="68047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   部</a:t>
            </a:r>
          </a:p>
        </p:txBody>
      </p:sp>
      <p:sp>
        <p:nvSpPr>
          <p:cNvPr id="164910" name="Rectangle 78">
            <a:extLst>
              <a:ext uri="{FF2B5EF4-FFF2-40B4-BE49-F238E27FC236}">
                <a16:creationId xmlns:a16="http://schemas.microsoft.com/office/drawing/2014/main" id="{A38D0C79-D8E9-8842-87EE-ED03BA78B39A}"/>
              </a:ext>
            </a:extLst>
          </p:cNvPr>
          <p:cNvSpPr>
            <a:spLocks noChangeArrowheads="1"/>
          </p:cNvSpPr>
          <p:nvPr/>
        </p:nvSpPr>
        <p:spPr bwMode="auto">
          <a:xfrm>
            <a:off x="4352925" y="4111229"/>
            <a:ext cx="944715" cy="29816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IP </a:t>
            </a:r>
            <a:r>
              <a:rPr kumimoji="1" lang="zh-CN" altLang="en-US" sz="1500">
                <a:latin typeface="Arial" panose="020B0604020202020204" pitchFamily="34" charset="0"/>
                <a:ea typeface="宋体" panose="02010600030101010101" pitchFamily="2" charset="-122"/>
                <a:cs typeface="黑体" panose="02010609060101010101" pitchFamily="49" charset="-122"/>
              </a:rPr>
              <a:t>数据报</a:t>
            </a:r>
          </a:p>
        </p:txBody>
      </p:sp>
      <p:sp>
        <p:nvSpPr>
          <p:cNvPr id="164911" name="Rectangle 79">
            <a:extLst>
              <a:ext uri="{FF2B5EF4-FFF2-40B4-BE49-F238E27FC236}">
                <a16:creationId xmlns:a16="http://schemas.microsoft.com/office/drawing/2014/main" id="{3272C2F4-C22D-ED40-8567-E18D910C1865}"/>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固</a:t>
            </a:r>
          </a:p>
          <a:p>
            <a:pPr>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定</a:t>
            </a:r>
          </a:p>
          <a:p>
            <a:pPr>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a:t>
            </a:r>
          </a:p>
          <a:p>
            <a:pPr>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分</a:t>
            </a:r>
          </a:p>
        </p:txBody>
      </p:sp>
      <p:grpSp>
        <p:nvGrpSpPr>
          <p:cNvPr id="467024" name="Group 80">
            <a:extLst>
              <a:ext uri="{FF2B5EF4-FFF2-40B4-BE49-F238E27FC236}">
                <a16:creationId xmlns:a16="http://schemas.microsoft.com/office/drawing/2014/main" id="{3268D5ED-7D70-114A-B79B-83A32A10EA3D}"/>
              </a:ext>
            </a:extLst>
          </p:cNvPr>
          <p:cNvGrpSpPr>
            <a:grpSpLocks/>
          </p:cNvGrpSpPr>
          <p:nvPr/>
        </p:nvGrpSpPr>
        <p:grpSpPr bwMode="auto">
          <a:xfrm>
            <a:off x="1494235" y="2625329"/>
            <a:ext cx="6407944" cy="483394"/>
            <a:chOff x="295" y="2205"/>
            <a:chExt cx="5382" cy="406"/>
          </a:xfrm>
        </p:grpSpPr>
        <p:sp>
          <p:nvSpPr>
            <p:cNvPr id="164919" name="Rectangle 81">
              <a:extLst>
                <a:ext uri="{FF2B5EF4-FFF2-40B4-BE49-F238E27FC236}">
                  <a16:creationId xmlns:a16="http://schemas.microsoft.com/office/drawing/2014/main" id="{8FC93A66-021C-EC45-B09A-D7D726F55DDA}"/>
                </a:ext>
              </a:extLst>
            </p:cNvPr>
            <p:cNvSpPr>
              <a:spLocks noChangeArrowheads="1"/>
            </p:cNvSpPr>
            <p:nvPr/>
          </p:nvSpPr>
          <p:spPr bwMode="auto">
            <a:xfrm>
              <a:off x="295" y="2205"/>
              <a:ext cx="438" cy="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可变</a:t>
              </a:r>
            </a:p>
            <a:p>
              <a:pPr>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部分</a:t>
              </a:r>
            </a:p>
          </p:txBody>
        </p:sp>
        <p:sp>
          <p:nvSpPr>
            <p:cNvPr id="164920" name="Rectangle 82">
              <a:extLst>
                <a:ext uri="{FF2B5EF4-FFF2-40B4-BE49-F238E27FC236}">
                  <a16:creationId xmlns:a16="http://schemas.microsoft.com/office/drawing/2014/main" id="{C3463B6D-A8EF-C14C-9A7D-9074E50A0750}"/>
                </a:ext>
              </a:extLst>
            </p:cNvPr>
            <p:cNvSpPr>
              <a:spLocks noChangeArrowheads="1"/>
            </p:cNvSpPr>
            <p:nvPr/>
          </p:nvSpPr>
          <p:spPr bwMode="auto">
            <a:xfrm>
              <a:off x="703" y="2236"/>
              <a:ext cx="4974" cy="287"/>
            </a:xfrm>
            <a:prstGeom prst="rect">
              <a:avLst/>
            </a:prstGeom>
            <a:noFill/>
            <a:ln w="5715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64913" name="AutoShape 83">
            <a:extLst>
              <a:ext uri="{FF2B5EF4-FFF2-40B4-BE49-F238E27FC236}">
                <a16:creationId xmlns:a16="http://schemas.microsoft.com/office/drawing/2014/main" id="{2B6D3ABE-E510-A94D-94A1-CADFFD4C38F2}"/>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64914" name="Rectangle 84">
            <a:extLst>
              <a:ext uri="{FF2B5EF4-FFF2-40B4-BE49-F238E27FC236}">
                <a16:creationId xmlns:a16="http://schemas.microsoft.com/office/drawing/2014/main" id="{214A4F3A-5658-4943-A80B-D3DFF06983E5}"/>
              </a:ext>
            </a:extLst>
          </p:cNvPr>
          <p:cNvSpPr>
            <a:spLocks noChangeArrowheads="1"/>
          </p:cNvSpPr>
          <p:nvPr/>
        </p:nvSpPr>
        <p:spPr bwMode="auto">
          <a:xfrm>
            <a:off x="3679032" y="104775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区 分 服 务</a:t>
            </a:r>
          </a:p>
        </p:txBody>
      </p:sp>
      <p:grpSp>
        <p:nvGrpSpPr>
          <p:cNvPr id="164915" name="Group 85">
            <a:extLst>
              <a:ext uri="{FF2B5EF4-FFF2-40B4-BE49-F238E27FC236}">
                <a16:creationId xmlns:a16="http://schemas.microsoft.com/office/drawing/2014/main" id="{1F4CA539-19B2-A54D-B291-C7716EF8CAC6}"/>
              </a:ext>
            </a:extLst>
          </p:cNvPr>
          <p:cNvGrpSpPr>
            <a:grpSpLocks/>
          </p:cNvGrpSpPr>
          <p:nvPr/>
        </p:nvGrpSpPr>
        <p:grpSpPr bwMode="auto">
          <a:xfrm>
            <a:off x="2377680" y="4137422"/>
            <a:ext cx="906066" cy="641747"/>
            <a:chOff x="1037" y="3475"/>
            <a:chExt cx="761" cy="539"/>
          </a:xfrm>
        </p:grpSpPr>
        <p:sp>
          <p:nvSpPr>
            <p:cNvPr id="164917" name="Line 86">
              <a:extLst>
                <a:ext uri="{FF2B5EF4-FFF2-40B4-BE49-F238E27FC236}">
                  <a16:creationId xmlns:a16="http://schemas.microsoft.com/office/drawing/2014/main" id="{D008E2D3-DEC3-B64A-B5DC-CB52737BD523}"/>
                </a:ext>
              </a:extLst>
            </p:cNvPr>
            <p:cNvSpPr>
              <a:spLocks noChangeShapeType="1"/>
            </p:cNvSpPr>
            <p:nvPr/>
          </p:nvSpPr>
          <p:spPr bwMode="auto">
            <a:xfrm flipV="1">
              <a:off x="1428" y="3475"/>
              <a:ext cx="0" cy="317"/>
            </a:xfrm>
            <a:prstGeom prst="line">
              <a:avLst/>
            </a:prstGeom>
            <a:noFill/>
            <a:ln w="5715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64918" name="Rectangle 87">
              <a:extLst>
                <a:ext uri="{FF2B5EF4-FFF2-40B4-BE49-F238E27FC236}">
                  <a16:creationId xmlns:a16="http://schemas.microsoft.com/office/drawing/2014/main" id="{8282F8BB-202F-E340-A71C-248E156C236C}"/>
                </a:ext>
              </a:extLst>
            </p:cNvPr>
            <p:cNvSpPr>
              <a:spLocks noChangeArrowheads="1"/>
            </p:cNvSpPr>
            <p:nvPr/>
          </p:nvSpPr>
          <p:spPr bwMode="auto">
            <a:xfrm>
              <a:off x="1037" y="3764"/>
              <a:ext cx="76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solidFill>
                    <a:schemeClr val="folHlink"/>
                  </a:solidFill>
                  <a:ea typeface="宋体" panose="02010600030101010101" pitchFamily="2" charset="-122"/>
                  <a:cs typeface="黑体" panose="02010609060101010101" pitchFamily="49" charset="-122"/>
                </a:rPr>
                <a:t>发送在前</a:t>
              </a:r>
            </a:p>
          </p:txBody>
        </p:sp>
      </p:grpSp>
      <p:sp>
        <p:nvSpPr>
          <p:cNvPr id="164916" name="幻灯片编号占位符 1">
            <a:extLst>
              <a:ext uri="{FF2B5EF4-FFF2-40B4-BE49-F238E27FC236}">
                <a16:creationId xmlns:a16="http://schemas.microsoft.com/office/drawing/2014/main" id="{861657F7-E31D-B948-843D-6E88F717131D}"/>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CCD4634-E78E-A04E-BD4C-81F93A4A1B6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21772178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500"/>
                                  </p:stCondLst>
                                  <p:childTnLst>
                                    <p:anim calcmode="discrete" valueType="str">
                                      <p:cBhvr>
                                        <p:cTn id="6" dur="1000" fill="hold"/>
                                        <p:tgtEl>
                                          <p:spTgt spid="46702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6913" name="Line 3">
            <a:extLst>
              <a:ext uri="{FF2B5EF4-FFF2-40B4-BE49-F238E27FC236}">
                <a16:creationId xmlns:a16="http://schemas.microsoft.com/office/drawing/2014/main" id="{8E1A0514-9E3B-7B46-90F7-BB445AA0155F}"/>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66914" name="Rectangle 5">
            <a:extLst>
              <a:ext uri="{FF2B5EF4-FFF2-40B4-BE49-F238E27FC236}">
                <a16:creationId xmlns:a16="http://schemas.microsoft.com/office/drawing/2014/main" id="{BB20595D-C0F3-9D4A-A845-3B41FA4A4551}"/>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66915" name="Rectangle 8">
            <a:extLst>
              <a:ext uri="{FF2B5EF4-FFF2-40B4-BE49-F238E27FC236}">
                <a16:creationId xmlns:a16="http://schemas.microsoft.com/office/drawing/2014/main" id="{408E1DD3-6D8B-1241-B875-F59F5A886A8A}"/>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6916" name="Rectangle 10">
            <a:extLst>
              <a:ext uri="{FF2B5EF4-FFF2-40B4-BE49-F238E27FC236}">
                <a16:creationId xmlns:a16="http://schemas.microsoft.com/office/drawing/2014/main" id="{3BF820FE-483A-A84F-81A4-119FA20C42C9}"/>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6917" name="Rectangle 11">
            <a:extLst>
              <a:ext uri="{FF2B5EF4-FFF2-40B4-BE49-F238E27FC236}">
                <a16:creationId xmlns:a16="http://schemas.microsoft.com/office/drawing/2014/main" id="{32E0B46B-659E-3949-9798-5CDD09BAA27C}"/>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6918" name="Line 12">
            <a:extLst>
              <a:ext uri="{FF2B5EF4-FFF2-40B4-BE49-F238E27FC236}">
                <a16:creationId xmlns:a16="http://schemas.microsoft.com/office/drawing/2014/main" id="{303F30DE-867D-374C-9365-ACE2BD09E619}"/>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19" name="Line 13">
            <a:extLst>
              <a:ext uri="{FF2B5EF4-FFF2-40B4-BE49-F238E27FC236}">
                <a16:creationId xmlns:a16="http://schemas.microsoft.com/office/drawing/2014/main" id="{F2FC94C9-88F9-2346-BADA-0EF7398CB878}"/>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0" name="Line 14">
            <a:extLst>
              <a:ext uri="{FF2B5EF4-FFF2-40B4-BE49-F238E27FC236}">
                <a16:creationId xmlns:a16="http://schemas.microsoft.com/office/drawing/2014/main" id="{49B09727-E202-1F4B-8121-A917867E5EAF}"/>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1" name="Line 15">
            <a:extLst>
              <a:ext uri="{FF2B5EF4-FFF2-40B4-BE49-F238E27FC236}">
                <a16:creationId xmlns:a16="http://schemas.microsoft.com/office/drawing/2014/main" id="{9AD6E7B0-9806-7F41-B101-6D2EDB191703}"/>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2" name="Line 16">
            <a:extLst>
              <a:ext uri="{FF2B5EF4-FFF2-40B4-BE49-F238E27FC236}">
                <a16:creationId xmlns:a16="http://schemas.microsoft.com/office/drawing/2014/main" id="{A26B9B95-8873-394F-BBF0-DB43CCB78AD9}"/>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3" name="Line 17">
            <a:extLst>
              <a:ext uri="{FF2B5EF4-FFF2-40B4-BE49-F238E27FC236}">
                <a16:creationId xmlns:a16="http://schemas.microsoft.com/office/drawing/2014/main" id="{5FABAA70-CB21-834E-B7F2-A74B28153820}"/>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4" name="Line 18">
            <a:extLst>
              <a:ext uri="{FF2B5EF4-FFF2-40B4-BE49-F238E27FC236}">
                <a16:creationId xmlns:a16="http://schemas.microsoft.com/office/drawing/2014/main" id="{888DEA61-E8D9-694C-A1D4-44C7240AE412}"/>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5" name="Line 19">
            <a:extLst>
              <a:ext uri="{FF2B5EF4-FFF2-40B4-BE49-F238E27FC236}">
                <a16:creationId xmlns:a16="http://schemas.microsoft.com/office/drawing/2014/main" id="{AC73179A-9B9F-274D-A5DA-DC825FBDE094}"/>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6" name="Line 20">
            <a:extLst>
              <a:ext uri="{FF2B5EF4-FFF2-40B4-BE49-F238E27FC236}">
                <a16:creationId xmlns:a16="http://schemas.microsoft.com/office/drawing/2014/main" id="{7936E54F-B6B7-8040-9AC2-4338F72D9C0B}"/>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7" name="Line 21">
            <a:extLst>
              <a:ext uri="{FF2B5EF4-FFF2-40B4-BE49-F238E27FC236}">
                <a16:creationId xmlns:a16="http://schemas.microsoft.com/office/drawing/2014/main" id="{8ABE4413-C73E-134C-AEC6-93C976117677}"/>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8" name="Line 22">
            <a:extLst>
              <a:ext uri="{FF2B5EF4-FFF2-40B4-BE49-F238E27FC236}">
                <a16:creationId xmlns:a16="http://schemas.microsoft.com/office/drawing/2014/main" id="{4D708321-0E51-814C-82C7-6782B282456A}"/>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9" name="Rectangle 23">
            <a:extLst>
              <a:ext uri="{FF2B5EF4-FFF2-40B4-BE49-F238E27FC236}">
                <a16:creationId xmlns:a16="http://schemas.microsoft.com/office/drawing/2014/main" id="{229B518A-A2AB-2548-A560-1C242DC65D4E}"/>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66930" name="Rectangle 24">
            <a:extLst>
              <a:ext uri="{FF2B5EF4-FFF2-40B4-BE49-F238E27FC236}">
                <a16:creationId xmlns:a16="http://schemas.microsoft.com/office/drawing/2014/main" id="{BAB1453B-04EA-4840-8266-A165948F04BE}"/>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66931" name="Rectangle 25">
            <a:extLst>
              <a:ext uri="{FF2B5EF4-FFF2-40B4-BE49-F238E27FC236}">
                <a16:creationId xmlns:a16="http://schemas.microsoft.com/office/drawing/2014/main" id="{47A70C53-580B-FA45-95B8-D37F2FEE1A33}"/>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66932" name="Rectangle 26">
            <a:extLst>
              <a:ext uri="{FF2B5EF4-FFF2-40B4-BE49-F238E27FC236}">
                <a16:creationId xmlns:a16="http://schemas.microsoft.com/office/drawing/2014/main" id="{5A8C6CB6-F85A-744D-A223-0C75FD9B2C67}"/>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66933" name="Rectangle 27">
            <a:extLst>
              <a:ext uri="{FF2B5EF4-FFF2-40B4-BE49-F238E27FC236}">
                <a16:creationId xmlns:a16="http://schemas.microsoft.com/office/drawing/2014/main" id="{89F0DF14-D3FE-724C-9339-36F0C94022E5}"/>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66934" name="Rectangle 28">
            <a:extLst>
              <a:ext uri="{FF2B5EF4-FFF2-40B4-BE49-F238E27FC236}">
                <a16:creationId xmlns:a16="http://schemas.microsoft.com/office/drawing/2014/main" id="{C2130762-F2A7-884B-9EEE-C372E1AA87BB}"/>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66935" name="Rectangle 29">
            <a:extLst>
              <a:ext uri="{FF2B5EF4-FFF2-40B4-BE49-F238E27FC236}">
                <a16:creationId xmlns:a16="http://schemas.microsoft.com/office/drawing/2014/main" id="{9413F446-18B6-8845-8737-7190680F8F98}"/>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66936" name="Rectangle 30">
            <a:extLst>
              <a:ext uri="{FF2B5EF4-FFF2-40B4-BE49-F238E27FC236}">
                <a16:creationId xmlns:a16="http://schemas.microsoft.com/office/drawing/2014/main" id="{63515C2B-FFCC-394D-B477-08434619A607}"/>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66937" name="Rectangle 31">
            <a:extLst>
              <a:ext uri="{FF2B5EF4-FFF2-40B4-BE49-F238E27FC236}">
                <a16:creationId xmlns:a16="http://schemas.microsoft.com/office/drawing/2014/main" id="{1449ACF6-6832-9141-B517-4FB232B05473}"/>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66938" name="Rectangle 32">
            <a:extLst>
              <a:ext uri="{FF2B5EF4-FFF2-40B4-BE49-F238E27FC236}">
                <a16:creationId xmlns:a16="http://schemas.microsoft.com/office/drawing/2014/main" id="{1B16CEE2-27F7-0A4F-BE1F-FACCA0340E46}"/>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66939" name="Rectangle 33">
            <a:extLst>
              <a:ext uri="{FF2B5EF4-FFF2-40B4-BE49-F238E27FC236}">
                <a16:creationId xmlns:a16="http://schemas.microsoft.com/office/drawing/2014/main" id="{007B7A04-8F64-DB44-96CC-00968A80F2CC}"/>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66940" name="Rectangle 34">
            <a:extLst>
              <a:ext uri="{FF2B5EF4-FFF2-40B4-BE49-F238E27FC236}">
                <a16:creationId xmlns:a16="http://schemas.microsoft.com/office/drawing/2014/main" id="{07A11002-4AC3-BE4B-ACAB-C628C6F55E3F}"/>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66941" name="Rectangle 36">
            <a:extLst>
              <a:ext uri="{FF2B5EF4-FFF2-40B4-BE49-F238E27FC236}">
                <a16:creationId xmlns:a16="http://schemas.microsoft.com/office/drawing/2014/main" id="{3863CBA7-C181-CF4C-8C5E-BF40A6ACBFDB}"/>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66942" name="Rectangle 37">
            <a:extLst>
              <a:ext uri="{FF2B5EF4-FFF2-40B4-BE49-F238E27FC236}">
                <a16:creationId xmlns:a16="http://schemas.microsoft.com/office/drawing/2014/main" id="{F32BDC9E-E846-2E49-8DF8-AEB52DC4D107}"/>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66943" name="Rectangle 38">
            <a:extLst>
              <a:ext uri="{FF2B5EF4-FFF2-40B4-BE49-F238E27FC236}">
                <a16:creationId xmlns:a16="http://schemas.microsoft.com/office/drawing/2014/main" id="{DB17201A-03BE-F944-9954-E88559B134B4}"/>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66944" name="Rectangle 39">
            <a:extLst>
              <a:ext uri="{FF2B5EF4-FFF2-40B4-BE49-F238E27FC236}">
                <a16:creationId xmlns:a16="http://schemas.microsoft.com/office/drawing/2014/main" id="{994F98E7-4E18-8045-99CC-679281B9CD9E}"/>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66945" name="Rectangle 40">
            <a:extLst>
              <a:ext uri="{FF2B5EF4-FFF2-40B4-BE49-F238E27FC236}">
                <a16:creationId xmlns:a16="http://schemas.microsoft.com/office/drawing/2014/main" id="{80254BB2-2605-CD4A-A0F7-C5B86255308B}"/>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66946" name="Rectangle 41">
            <a:extLst>
              <a:ext uri="{FF2B5EF4-FFF2-40B4-BE49-F238E27FC236}">
                <a16:creationId xmlns:a16="http://schemas.microsoft.com/office/drawing/2014/main" id="{D6083A0A-2E45-3642-8E48-4571E43F01E5}"/>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66947" name="Rectangle 42">
            <a:extLst>
              <a:ext uri="{FF2B5EF4-FFF2-40B4-BE49-F238E27FC236}">
                <a16:creationId xmlns:a16="http://schemas.microsoft.com/office/drawing/2014/main" id="{DF6970DA-A246-184F-8D71-33E64B2C89FA}"/>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66948" name="Rectangle 43">
            <a:extLst>
              <a:ext uri="{FF2B5EF4-FFF2-40B4-BE49-F238E27FC236}">
                <a16:creationId xmlns:a16="http://schemas.microsoft.com/office/drawing/2014/main" id="{FD65B269-5C52-F842-8316-4624CE46EC1C}"/>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66949" name="Rectangle 44">
            <a:extLst>
              <a:ext uri="{FF2B5EF4-FFF2-40B4-BE49-F238E27FC236}">
                <a16:creationId xmlns:a16="http://schemas.microsoft.com/office/drawing/2014/main" id="{64C5EFE6-B0A6-4449-B867-9C8E79DE5969}"/>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66950" name="Group 45">
            <a:extLst>
              <a:ext uri="{FF2B5EF4-FFF2-40B4-BE49-F238E27FC236}">
                <a16:creationId xmlns:a16="http://schemas.microsoft.com/office/drawing/2014/main" id="{C6B70096-0EFD-B24C-8E19-E2D35E0AFC0D}"/>
              </a:ext>
            </a:extLst>
          </p:cNvPr>
          <p:cNvGrpSpPr>
            <a:grpSpLocks/>
          </p:cNvGrpSpPr>
          <p:nvPr/>
        </p:nvGrpSpPr>
        <p:grpSpPr bwMode="auto">
          <a:xfrm>
            <a:off x="1945482" y="2811066"/>
            <a:ext cx="98822" cy="52388"/>
            <a:chOff x="833" y="3024"/>
            <a:chExt cx="78" cy="51"/>
          </a:xfrm>
        </p:grpSpPr>
        <p:sp>
          <p:nvSpPr>
            <p:cNvPr id="166965" name="Rectangle 46">
              <a:extLst>
                <a:ext uri="{FF2B5EF4-FFF2-40B4-BE49-F238E27FC236}">
                  <a16:creationId xmlns:a16="http://schemas.microsoft.com/office/drawing/2014/main" id="{29AF937C-C406-FF4F-A12B-922C2A108EBA}"/>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6966" name="Line 47">
              <a:extLst>
                <a:ext uri="{FF2B5EF4-FFF2-40B4-BE49-F238E27FC236}">
                  <a16:creationId xmlns:a16="http://schemas.microsoft.com/office/drawing/2014/main" id="{2F73DC52-0435-0D49-AAC3-10CBDC054BBE}"/>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67" name="Line 48">
              <a:extLst>
                <a:ext uri="{FF2B5EF4-FFF2-40B4-BE49-F238E27FC236}">
                  <a16:creationId xmlns:a16="http://schemas.microsoft.com/office/drawing/2014/main" id="{CACB2B7D-3ED7-944D-9A7B-F463BFFD0843}"/>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66951" name="Group 49">
            <a:extLst>
              <a:ext uri="{FF2B5EF4-FFF2-40B4-BE49-F238E27FC236}">
                <a16:creationId xmlns:a16="http://schemas.microsoft.com/office/drawing/2014/main" id="{E96195B2-272E-9F48-8C7A-FEA16520D150}"/>
              </a:ext>
            </a:extLst>
          </p:cNvPr>
          <p:cNvGrpSpPr>
            <a:grpSpLocks/>
          </p:cNvGrpSpPr>
          <p:nvPr/>
        </p:nvGrpSpPr>
        <p:grpSpPr bwMode="auto">
          <a:xfrm>
            <a:off x="7846219" y="2818210"/>
            <a:ext cx="98822" cy="50006"/>
            <a:chOff x="5432" y="3030"/>
            <a:chExt cx="78" cy="51"/>
          </a:xfrm>
        </p:grpSpPr>
        <p:sp>
          <p:nvSpPr>
            <p:cNvPr id="166962" name="Rectangle 50">
              <a:extLst>
                <a:ext uri="{FF2B5EF4-FFF2-40B4-BE49-F238E27FC236}">
                  <a16:creationId xmlns:a16="http://schemas.microsoft.com/office/drawing/2014/main" id="{316A0B64-756F-AB42-A8D8-4CD3EA5B5AFA}"/>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6963" name="Line 51">
              <a:extLst>
                <a:ext uri="{FF2B5EF4-FFF2-40B4-BE49-F238E27FC236}">
                  <a16:creationId xmlns:a16="http://schemas.microsoft.com/office/drawing/2014/main" id="{D690FFCD-90B9-4844-B11C-267E06B76629}"/>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64" name="Line 52">
              <a:extLst>
                <a:ext uri="{FF2B5EF4-FFF2-40B4-BE49-F238E27FC236}">
                  <a16:creationId xmlns:a16="http://schemas.microsoft.com/office/drawing/2014/main" id="{BD8A742C-EC00-5141-8B12-F52091C02AB8}"/>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6952" name="Rectangle 73">
            <a:extLst>
              <a:ext uri="{FF2B5EF4-FFF2-40B4-BE49-F238E27FC236}">
                <a16:creationId xmlns:a16="http://schemas.microsoft.com/office/drawing/2014/main" id="{20CB417C-86B4-0A47-B682-D5B6246408ED}"/>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66953" name="Rectangle 81">
            <a:extLst>
              <a:ext uri="{FF2B5EF4-FFF2-40B4-BE49-F238E27FC236}">
                <a16:creationId xmlns:a16="http://schemas.microsoft.com/office/drawing/2014/main" id="{B754606A-7FE0-5649-B535-4DCFC4255D70}"/>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66954" name="Rectangle 4">
            <a:extLst>
              <a:ext uri="{FF2B5EF4-FFF2-40B4-BE49-F238E27FC236}">
                <a16:creationId xmlns:a16="http://schemas.microsoft.com/office/drawing/2014/main" id="{6F0B69A3-2E3A-B642-BCEA-5220FA12A7A1}"/>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grpSp>
        <p:nvGrpSpPr>
          <p:cNvPr id="466010" name="Group 90">
            <a:extLst>
              <a:ext uri="{FF2B5EF4-FFF2-40B4-BE49-F238E27FC236}">
                <a16:creationId xmlns:a16="http://schemas.microsoft.com/office/drawing/2014/main" id="{1724A1FD-9A1E-AA42-A6DE-9CDE5C8C5CF8}"/>
              </a:ext>
            </a:extLst>
          </p:cNvPr>
          <p:cNvGrpSpPr>
            <a:grpSpLocks/>
          </p:cNvGrpSpPr>
          <p:nvPr/>
        </p:nvGrpSpPr>
        <p:grpSpPr bwMode="auto">
          <a:xfrm>
            <a:off x="1980010" y="1006079"/>
            <a:ext cx="4624388" cy="3545681"/>
            <a:chOff x="703" y="845"/>
            <a:chExt cx="3884" cy="2978"/>
          </a:xfrm>
        </p:grpSpPr>
        <p:sp>
          <p:nvSpPr>
            <p:cNvPr id="166960" name="Text Box 85">
              <a:extLst>
                <a:ext uri="{FF2B5EF4-FFF2-40B4-BE49-F238E27FC236}">
                  <a16:creationId xmlns:a16="http://schemas.microsoft.com/office/drawing/2014/main" id="{798BE8DE-E7FD-B742-9CFB-7B619F1F29D6}"/>
                </a:ext>
              </a:extLst>
            </p:cNvPr>
            <p:cNvSpPr txBox="1">
              <a:spLocks noChangeArrowheads="1"/>
            </p:cNvSpPr>
            <p:nvPr/>
          </p:nvSpPr>
          <p:spPr bwMode="auto">
            <a:xfrm>
              <a:off x="884" y="3203"/>
              <a:ext cx="3703" cy="6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版本</a:t>
              </a:r>
              <a:r>
                <a:rPr lang="en-US" altLang="zh-CN" sz="2100">
                  <a:latin typeface="Arial" panose="020B0604020202020204" pitchFamily="34" charset="0"/>
                  <a:ea typeface="宋体" panose="02010600030101010101" pitchFamily="2" charset="-122"/>
                </a:rPr>
                <a:t>——</a:t>
              </a:r>
              <a:r>
                <a:rPr lang="zh-CN" altLang="en-US" sz="2100">
                  <a:latin typeface="微软雅黑" panose="020B0503020204020204" pitchFamily="34" charset="-122"/>
                  <a:ea typeface="宋体" panose="02010600030101010101" pitchFamily="2" charset="-122"/>
                </a:rPr>
                <a:t>占 </a:t>
              </a:r>
              <a:r>
                <a:rPr lang="en-US" altLang="zh-CN" sz="2100">
                  <a:latin typeface="微软雅黑" panose="020B0503020204020204" pitchFamily="34" charset="-122"/>
                  <a:ea typeface="宋体" panose="02010600030101010101" pitchFamily="2" charset="-122"/>
                </a:rPr>
                <a:t>4 </a:t>
              </a:r>
              <a:r>
                <a:rPr lang="zh-CN" altLang="en-US" sz="2100">
                  <a:latin typeface="微软雅黑" panose="020B0503020204020204" pitchFamily="34" charset="-122"/>
                  <a:ea typeface="宋体" panose="02010600030101010101" pitchFamily="2" charset="-122"/>
                </a:rPr>
                <a:t>位，指 </a:t>
              </a:r>
              <a:r>
                <a:rPr lang="en-US" altLang="zh-CN" sz="2100">
                  <a:latin typeface="微软雅黑" panose="020B0503020204020204" pitchFamily="34" charset="-122"/>
                  <a:ea typeface="宋体" panose="02010600030101010101" pitchFamily="2" charset="-122"/>
                </a:rPr>
                <a:t>IP </a:t>
              </a:r>
              <a:r>
                <a:rPr lang="zh-CN" altLang="en-US" sz="2100">
                  <a:latin typeface="微软雅黑" panose="020B0503020204020204" pitchFamily="34" charset="-122"/>
                  <a:ea typeface="宋体" panose="02010600030101010101" pitchFamily="2" charset="-122"/>
                </a:rPr>
                <a:t>协议的版本</a:t>
              </a:r>
            </a:p>
            <a:p>
              <a:pP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目前的 </a:t>
              </a:r>
              <a:r>
                <a:rPr lang="en-US" altLang="zh-CN" sz="2100">
                  <a:latin typeface="微软雅黑" panose="020B0503020204020204" pitchFamily="34" charset="-122"/>
                  <a:ea typeface="宋体" panose="02010600030101010101" pitchFamily="2" charset="-122"/>
                </a:rPr>
                <a:t>IP </a:t>
              </a:r>
              <a:r>
                <a:rPr lang="zh-CN" altLang="en-US" sz="2100">
                  <a:latin typeface="微软雅黑" panose="020B0503020204020204" pitchFamily="34" charset="-122"/>
                  <a:ea typeface="宋体" panose="02010600030101010101" pitchFamily="2" charset="-122"/>
                </a:rPr>
                <a:t>协议版本号为 </a:t>
              </a:r>
              <a:r>
                <a:rPr lang="en-US" altLang="zh-CN" sz="2100">
                  <a:latin typeface="微软雅黑" panose="020B0503020204020204" pitchFamily="34" charset="-122"/>
                  <a:ea typeface="宋体" panose="02010600030101010101" pitchFamily="2" charset="-122"/>
                </a:rPr>
                <a:t>4 (</a:t>
              </a:r>
              <a:r>
                <a:rPr lang="zh-CN" altLang="en-US" sz="2100">
                  <a:latin typeface="微软雅黑" panose="020B0503020204020204" pitchFamily="34" charset="-122"/>
                  <a:ea typeface="宋体" panose="02010600030101010101" pitchFamily="2" charset="-122"/>
                </a:rPr>
                <a:t>即 </a:t>
              </a:r>
              <a:r>
                <a:rPr lang="en-US" altLang="zh-CN" sz="2100">
                  <a:latin typeface="微软雅黑" panose="020B0503020204020204" pitchFamily="34" charset="-122"/>
                  <a:ea typeface="宋体" panose="02010600030101010101" pitchFamily="2" charset="-122"/>
                </a:rPr>
                <a:t>IPv4)</a:t>
              </a:r>
            </a:p>
          </p:txBody>
        </p:sp>
        <p:sp>
          <p:nvSpPr>
            <p:cNvPr id="166961" name="Rectangle 89">
              <a:extLst>
                <a:ext uri="{FF2B5EF4-FFF2-40B4-BE49-F238E27FC236}">
                  <a16:creationId xmlns:a16="http://schemas.microsoft.com/office/drawing/2014/main" id="{7BE916E1-5DE0-5F43-A446-721D86FD6570}"/>
                </a:ext>
              </a:extLst>
            </p:cNvPr>
            <p:cNvSpPr>
              <a:spLocks noChangeArrowheads="1"/>
            </p:cNvSpPr>
            <p:nvPr/>
          </p:nvSpPr>
          <p:spPr bwMode="auto">
            <a:xfrm>
              <a:off x="703" y="845"/>
              <a:ext cx="635" cy="317"/>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66956" name="AutoShape 91">
            <a:extLst>
              <a:ext uri="{FF2B5EF4-FFF2-40B4-BE49-F238E27FC236}">
                <a16:creationId xmlns:a16="http://schemas.microsoft.com/office/drawing/2014/main" id="{769BC143-1561-D644-922C-8B0B4383FD45}"/>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6957" name="Rectangle 92">
            <a:extLst>
              <a:ext uri="{FF2B5EF4-FFF2-40B4-BE49-F238E27FC236}">
                <a16:creationId xmlns:a16="http://schemas.microsoft.com/office/drawing/2014/main" id="{4D6F1C4E-30CD-8F4C-8D4C-86B89FF95BE3}"/>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466013" name="Text Box 93">
            <a:extLst>
              <a:ext uri="{FF2B5EF4-FFF2-40B4-BE49-F238E27FC236}">
                <a16:creationId xmlns:a16="http://schemas.microsoft.com/office/drawing/2014/main" id="{6EB970AC-8E40-FC49-904C-B1286467293F}"/>
              </a:ext>
            </a:extLst>
          </p:cNvPr>
          <p:cNvSpPr txBox="1">
            <a:spLocks noChangeArrowheads="1"/>
          </p:cNvSpPr>
          <p:nvPr/>
        </p:nvSpPr>
        <p:spPr bwMode="auto">
          <a:xfrm>
            <a:off x="1601392" y="92869"/>
            <a:ext cx="6388287" cy="507831"/>
          </a:xfrm>
          <a:prstGeom prst="rect">
            <a:avLst/>
          </a:prstGeom>
          <a:solidFill>
            <a:srgbClr val="FFFFCC"/>
          </a:solidFill>
          <a:ln w="9525">
            <a:solidFill>
              <a:schemeClr val="folHlink"/>
            </a:solidFill>
            <a:miter lim="800000"/>
            <a:headEnd/>
            <a:tailEnd/>
          </a:ln>
          <a:effectLst>
            <a:outerShdw blurRad="63500" dist="38099" dir="2700000" algn="ctr" rotWithShape="0">
              <a:schemeClr val="bg2">
                <a:alpha val="74997"/>
              </a:schemeClr>
            </a:outerShdw>
          </a:effec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r>
              <a:rPr lang="en-US" altLang="zh-CN" sz="2700">
                <a:solidFill>
                  <a:schemeClr val="folHlink"/>
                </a:solidFill>
                <a:latin typeface="微软雅黑" panose="020B0503020204020204" pitchFamily="34" charset="-122"/>
                <a:ea typeface="宋体" panose="02010600030101010101" pitchFamily="2" charset="-122"/>
              </a:rPr>
              <a:t>1.  IP </a:t>
            </a:r>
            <a:r>
              <a:rPr lang="zh-CN" altLang="en-US" sz="2700">
                <a:solidFill>
                  <a:schemeClr val="folHlink"/>
                </a:solidFill>
                <a:latin typeface="微软雅黑" panose="020B0503020204020204" pitchFamily="34" charset="-122"/>
                <a:ea typeface="宋体" panose="02010600030101010101" pitchFamily="2" charset="-122"/>
              </a:rPr>
              <a:t>数据报首部的固定部分中的各字段 </a:t>
            </a:r>
          </a:p>
        </p:txBody>
      </p:sp>
      <p:sp>
        <p:nvSpPr>
          <p:cNvPr id="166959" name="幻灯片编号占位符 1">
            <a:extLst>
              <a:ext uri="{FF2B5EF4-FFF2-40B4-BE49-F238E27FC236}">
                <a16:creationId xmlns:a16="http://schemas.microsoft.com/office/drawing/2014/main" id="{3CC2F59C-6D81-9A4A-8D12-9221B811D9E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ADD0B75-6429-4840-9A1B-59657ECAD0B3}"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32190419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0"/>
                                  </p:stCondLst>
                                  <p:childTnLst>
                                    <p:anim calcmode="discrete" valueType="str">
                                      <p:cBhvr>
                                        <p:cTn id="6" dur="1000" fill="hold"/>
                                        <p:tgtEl>
                                          <p:spTgt spid="46601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8961" name="Line 2">
            <a:extLst>
              <a:ext uri="{FF2B5EF4-FFF2-40B4-BE49-F238E27FC236}">
                <a16:creationId xmlns:a16="http://schemas.microsoft.com/office/drawing/2014/main" id="{0F5483EE-7B2C-F945-B7B3-77A3A8D20939}"/>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68962" name="Rectangle 3">
            <a:extLst>
              <a:ext uri="{FF2B5EF4-FFF2-40B4-BE49-F238E27FC236}">
                <a16:creationId xmlns:a16="http://schemas.microsoft.com/office/drawing/2014/main" id="{7183B596-0075-914F-A6C3-758AD418E47F}"/>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68963" name="Rectangle 4">
            <a:extLst>
              <a:ext uri="{FF2B5EF4-FFF2-40B4-BE49-F238E27FC236}">
                <a16:creationId xmlns:a16="http://schemas.microsoft.com/office/drawing/2014/main" id="{FFA09660-9F34-DE48-A82B-BEAC04201BC8}"/>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8964" name="Rectangle 6">
            <a:extLst>
              <a:ext uri="{FF2B5EF4-FFF2-40B4-BE49-F238E27FC236}">
                <a16:creationId xmlns:a16="http://schemas.microsoft.com/office/drawing/2014/main" id="{867BD86B-F0A7-CC43-BA47-75BA6A514C08}"/>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8965" name="Rectangle 7">
            <a:extLst>
              <a:ext uri="{FF2B5EF4-FFF2-40B4-BE49-F238E27FC236}">
                <a16:creationId xmlns:a16="http://schemas.microsoft.com/office/drawing/2014/main" id="{DBD9E076-871D-1C47-8AE6-6B988A39D764}"/>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8966" name="Line 8">
            <a:extLst>
              <a:ext uri="{FF2B5EF4-FFF2-40B4-BE49-F238E27FC236}">
                <a16:creationId xmlns:a16="http://schemas.microsoft.com/office/drawing/2014/main" id="{FBE08B07-0F92-B640-8238-55782DBCCDF1}"/>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67" name="Line 9">
            <a:extLst>
              <a:ext uri="{FF2B5EF4-FFF2-40B4-BE49-F238E27FC236}">
                <a16:creationId xmlns:a16="http://schemas.microsoft.com/office/drawing/2014/main" id="{856E4B00-C443-EF49-BCCA-09FB2A56235C}"/>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68" name="Line 10">
            <a:extLst>
              <a:ext uri="{FF2B5EF4-FFF2-40B4-BE49-F238E27FC236}">
                <a16:creationId xmlns:a16="http://schemas.microsoft.com/office/drawing/2014/main" id="{09DE207B-E35A-734C-A7F7-11120C5A3083}"/>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69" name="Line 11">
            <a:extLst>
              <a:ext uri="{FF2B5EF4-FFF2-40B4-BE49-F238E27FC236}">
                <a16:creationId xmlns:a16="http://schemas.microsoft.com/office/drawing/2014/main" id="{03FBAB70-D0AB-224D-A52A-646B24354F2B}"/>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70" name="Line 12">
            <a:extLst>
              <a:ext uri="{FF2B5EF4-FFF2-40B4-BE49-F238E27FC236}">
                <a16:creationId xmlns:a16="http://schemas.microsoft.com/office/drawing/2014/main" id="{B11A3E60-D160-EB48-A97D-84CE110ED606}"/>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71" name="Line 13">
            <a:extLst>
              <a:ext uri="{FF2B5EF4-FFF2-40B4-BE49-F238E27FC236}">
                <a16:creationId xmlns:a16="http://schemas.microsoft.com/office/drawing/2014/main" id="{F2D31E5C-6FF2-4F43-8F9B-C0D64CF6D2F6}"/>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72" name="Line 14">
            <a:extLst>
              <a:ext uri="{FF2B5EF4-FFF2-40B4-BE49-F238E27FC236}">
                <a16:creationId xmlns:a16="http://schemas.microsoft.com/office/drawing/2014/main" id="{BE5CBBB7-C966-6949-9E57-2278BC27A34A}"/>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73" name="Line 15">
            <a:extLst>
              <a:ext uri="{FF2B5EF4-FFF2-40B4-BE49-F238E27FC236}">
                <a16:creationId xmlns:a16="http://schemas.microsoft.com/office/drawing/2014/main" id="{DEB7307C-8684-9841-8FEA-D5B9A24008A3}"/>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74" name="Line 16">
            <a:extLst>
              <a:ext uri="{FF2B5EF4-FFF2-40B4-BE49-F238E27FC236}">
                <a16:creationId xmlns:a16="http://schemas.microsoft.com/office/drawing/2014/main" id="{91F0065E-7905-3A41-B978-9393E97944B6}"/>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75" name="Line 17">
            <a:extLst>
              <a:ext uri="{FF2B5EF4-FFF2-40B4-BE49-F238E27FC236}">
                <a16:creationId xmlns:a16="http://schemas.microsoft.com/office/drawing/2014/main" id="{8843578C-DCDC-2242-A11F-F5A307786619}"/>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76" name="Line 18">
            <a:extLst>
              <a:ext uri="{FF2B5EF4-FFF2-40B4-BE49-F238E27FC236}">
                <a16:creationId xmlns:a16="http://schemas.microsoft.com/office/drawing/2014/main" id="{CBD218E5-1AC2-4743-A71A-DEBD08C7D440}"/>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77" name="Rectangle 19">
            <a:extLst>
              <a:ext uri="{FF2B5EF4-FFF2-40B4-BE49-F238E27FC236}">
                <a16:creationId xmlns:a16="http://schemas.microsoft.com/office/drawing/2014/main" id="{D8CBE21E-61FA-C94D-BF30-966CF363DDF1}"/>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68978" name="Rectangle 20">
            <a:extLst>
              <a:ext uri="{FF2B5EF4-FFF2-40B4-BE49-F238E27FC236}">
                <a16:creationId xmlns:a16="http://schemas.microsoft.com/office/drawing/2014/main" id="{B2C50E4B-5F73-A946-82AD-6C261A80480A}"/>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68979" name="Rectangle 21">
            <a:extLst>
              <a:ext uri="{FF2B5EF4-FFF2-40B4-BE49-F238E27FC236}">
                <a16:creationId xmlns:a16="http://schemas.microsoft.com/office/drawing/2014/main" id="{A5CE3F25-A065-F343-A0B9-2D1925E91707}"/>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68980" name="Rectangle 22">
            <a:extLst>
              <a:ext uri="{FF2B5EF4-FFF2-40B4-BE49-F238E27FC236}">
                <a16:creationId xmlns:a16="http://schemas.microsoft.com/office/drawing/2014/main" id="{CA3DF01F-463A-9749-8F8E-99C90F56BACD}"/>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68981" name="Rectangle 23">
            <a:extLst>
              <a:ext uri="{FF2B5EF4-FFF2-40B4-BE49-F238E27FC236}">
                <a16:creationId xmlns:a16="http://schemas.microsoft.com/office/drawing/2014/main" id="{5B4AFED0-12BB-B045-9DCE-6C707FA919B9}"/>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68982" name="Rectangle 24">
            <a:extLst>
              <a:ext uri="{FF2B5EF4-FFF2-40B4-BE49-F238E27FC236}">
                <a16:creationId xmlns:a16="http://schemas.microsoft.com/office/drawing/2014/main" id="{8D6889AE-4017-1648-BD22-DDE7CC968485}"/>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68983" name="Rectangle 25">
            <a:extLst>
              <a:ext uri="{FF2B5EF4-FFF2-40B4-BE49-F238E27FC236}">
                <a16:creationId xmlns:a16="http://schemas.microsoft.com/office/drawing/2014/main" id="{FB317034-07C1-6645-A2C9-5FF8E326D44D}"/>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68984" name="Rectangle 26">
            <a:extLst>
              <a:ext uri="{FF2B5EF4-FFF2-40B4-BE49-F238E27FC236}">
                <a16:creationId xmlns:a16="http://schemas.microsoft.com/office/drawing/2014/main" id="{A75AB041-CEFF-994A-B1CF-D09024D23F17}"/>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68985" name="Rectangle 27">
            <a:extLst>
              <a:ext uri="{FF2B5EF4-FFF2-40B4-BE49-F238E27FC236}">
                <a16:creationId xmlns:a16="http://schemas.microsoft.com/office/drawing/2014/main" id="{949B6705-D8E3-A540-BDB1-CFB0A43CB6AD}"/>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68986" name="Rectangle 28">
            <a:extLst>
              <a:ext uri="{FF2B5EF4-FFF2-40B4-BE49-F238E27FC236}">
                <a16:creationId xmlns:a16="http://schemas.microsoft.com/office/drawing/2014/main" id="{9F58606D-147E-3D45-A3A6-E3BB889F367E}"/>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68987" name="Rectangle 29">
            <a:extLst>
              <a:ext uri="{FF2B5EF4-FFF2-40B4-BE49-F238E27FC236}">
                <a16:creationId xmlns:a16="http://schemas.microsoft.com/office/drawing/2014/main" id="{255F338C-2674-3346-884A-A01460D80798}"/>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68988" name="Rectangle 30">
            <a:extLst>
              <a:ext uri="{FF2B5EF4-FFF2-40B4-BE49-F238E27FC236}">
                <a16:creationId xmlns:a16="http://schemas.microsoft.com/office/drawing/2014/main" id="{34349639-CD7D-364E-B285-DAD0D75A7CCE}"/>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68989" name="Rectangle 32">
            <a:extLst>
              <a:ext uri="{FF2B5EF4-FFF2-40B4-BE49-F238E27FC236}">
                <a16:creationId xmlns:a16="http://schemas.microsoft.com/office/drawing/2014/main" id="{D4794025-28DC-5644-9FB4-D4210DA53A24}"/>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68990" name="Rectangle 33">
            <a:extLst>
              <a:ext uri="{FF2B5EF4-FFF2-40B4-BE49-F238E27FC236}">
                <a16:creationId xmlns:a16="http://schemas.microsoft.com/office/drawing/2014/main" id="{61105BAB-516E-4B48-A89A-042B3807CA11}"/>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68991" name="Rectangle 34">
            <a:extLst>
              <a:ext uri="{FF2B5EF4-FFF2-40B4-BE49-F238E27FC236}">
                <a16:creationId xmlns:a16="http://schemas.microsoft.com/office/drawing/2014/main" id="{DDB01864-1998-5142-969D-43095F17CA31}"/>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68992" name="Rectangle 35">
            <a:extLst>
              <a:ext uri="{FF2B5EF4-FFF2-40B4-BE49-F238E27FC236}">
                <a16:creationId xmlns:a16="http://schemas.microsoft.com/office/drawing/2014/main" id="{8FF032AA-A402-2346-BFB7-22C745367A1F}"/>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68993" name="Rectangle 36">
            <a:extLst>
              <a:ext uri="{FF2B5EF4-FFF2-40B4-BE49-F238E27FC236}">
                <a16:creationId xmlns:a16="http://schemas.microsoft.com/office/drawing/2014/main" id="{B0BFC820-7175-E248-A25C-739488DF5273}"/>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68994" name="Rectangle 37">
            <a:extLst>
              <a:ext uri="{FF2B5EF4-FFF2-40B4-BE49-F238E27FC236}">
                <a16:creationId xmlns:a16="http://schemas.microsoft.com/office/drawing/2014/main" id="{DE11BE7D-A1D4-B64F-87E6-9D61D71244D9}"/>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68995" name="Rectangle 38">
            <a:extLst>
              <a:ext uri="{FF2B5EF4-FFF2-40B4-BE49-F238E27FC236}">
                <a16:creationId xmlns:a16="http://schemas.microsoft.com/office/drawing/2014/main" id="{4DF31560-14DD-A243-AA09-725C4FE43151}"/>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68996" name="Rectangle 39">
            <a:extLst>
              <a:ext uri="{FF2B5EF4-FFF2-40B4-BE49-F238E27FC236}">
                <a16:creationId xmlns:a16="http://schemas.microsoft.com/office/drawing/2014/main" id="{F6CD8BD3-555A-BE44-B52C-750F8C005619}"/>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68997" name="Rectangle 40">
            <a:extLst>
              <a:ext uri="{FF2B5EF4-FFF2-40B4-BE49-F238E27FC236}">
                <a16:creationId xmlns:a16="http://schemas.microsoft.com/office/drawing/2014/main" id="{E03CED4D-C3B8-3B41-B4CB-AFD2FC24D6F5}"/>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68998" name="Group 41">
            <a:extLst>
              <a:ext uri="{FF2B5EF4-FFF2-40B4-BE49-F238E27FC236}">
                <a16:creationId xmlns:a16="http://schemas.microsoft.com/office/drawing/2014/main" id="{30E06E9B-54FE-9942-A976-A96FBEF5D8EF}"/>
              </a:ext>
            </a:extLst>
          </p:cNvPr>
          <p:cNvGrpSpPr>
            <a:grpSpLocks/>
          </p:cNvGrpSpPr>
          <p:nvPr/>
        </p:nvGrpSpPr>
        <p:grpSpPr bwMode="auto">
          <a:xfrm>
            <a:off x="1945482" y="2811066"/>
            <a:ext cx="98822" cy="52388"/>
            <a:chOff x="833" y="3024"/>
            <a:chExt cx="78" cy="51"/>
          </a:xfrm>
        </p:grpSpPr>
        <p:sp>
          <p:nvSpPr>
            <p:cNvPr id="169012" name="Rectangle 42">
              <a:extLst>
                <a:ext uri="{FF2B5EF4-FFF2-40B4-BE49-F238E27FC236}">
                  <a16:creationId xmlns:a16="http://schemas.microsoft.com/office/drawing/2014/main" id="{01C0929B-053F-EE4D-9AD4-4A0927AF1B0C}"/>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9013" name="Line 43">
              <a:extLst>
                <a:ext uri="{FF2B5EF4-FFF2-40B4-BE49-F238E27FC236}">
                  <a16:creationId xmlns:a16="http://schemas.microsoft.com/office/drawing/2014/main" id="{09F6AD5E-8549-334D-A5DE-2F28B29039C5}"/>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9014" name="Line 44">
              <a:extLst>
                <a:ext uri="{FF2B5EF4-FFF2-40B4-BE49-F238E27FC236}">
                  <a16:creationId xmlns:a16="http://schemas.microsoft.com/office/drawing/2014/main" id="{49B66ABC-C1A4-5841-9475-9D48222A3881}"/>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68999" name="Group 45">
            <a:extLst>
              <a:ext uri="{FF2B5EF4-FFF2-40B4-BE49-F238E27FC236}">
                <a16:creationId xmlns:a16="http://schemas.microsoft.com/office/drawing/2014/main" id="{30673D9E-BC99-F245-A0DD-886FE2DB1C8F}"/>
              </a:ext>
            </a:extLst>
          </p:cNvPr>
          <p:cNvGrpSpPr>
            <a:grpSpLocks/>
          </p:cNvGrpSpPr>
          <p:nvPr/>
        </p:nvGrpSpPr>
        <p:grpSpPr bwMode="auto">
          <a:xfrm>
            <a:off x="7846219" y="2818210"/>
            <a:ext cx="98822" cy="50006"/>
            <a:chOff x="5432" y="3030"/>
            <a:chExt cx="78" cy="51"/>
          </a:xfrm>
        </p:grpSpPr>
        <p:sp>
          <p:nvSpPr>
            <p:cNvPr id="169009" name="Rectangle 46">
              <a:extLst>
                <a:ext uri="{FF2B5EF4-FFF2-40B4-BE49-F238E27FC236}">
                  <a16:creationId xmlns:a16="http://schemas.microsoft.com/office/drawing/2014/main" id="{2546FFDF-5AD8-B74D-A553-0CE03BF6E9DF}"/>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9010" name="Line 47">
              <a:extLst>
                <a:ext uri="{FF2B5EF4-FFF2-40B4-BE49-F238E27FC236}">
                  <a16:creationId xmlns:a16="http://schemas.microsoft.com/office/drawing/2014/main" id="{30B691A3-D275-0246-898B-61B967274012}"/>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9011" name="Line 48">
              <a:extLst>
                <a:ext uri="{FF2B5EF4-FFF2-40B4-BE49-F238E27FC236}">
                  <a16:creationId xmlns:a16="http://schemas.microsoft.com/office/drawing/2014/main" id="{4777F74F-9764-D945-9B13-CB9F1D0C8634}"/>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9000" name="Rectangle 69">
            <a:extLst>
              <a:ext uri="{FF2B5EF4-FFF2-40B4-BE49-F238E27FC236}">
                <a16:creationId xmlns:a16="http://schemas.microsoft.com/office/drawing/2014/main" id="{4DD38428-EB86-F54C-A4FE-1044DD92F853}"/>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69001" name="Rectangle 71">
            <a:extLst>
              <a:ext uri="{FF2B5EF4-FFF2-40B4-BE49-F238E27FC236}">
                <a16:creationId xmlns:a16="http://schemas.microsoft.com/office/drawing/2014/main" id="{DF0D8D2F-2107-9B46-910D-53FDB2C31BBB}"/>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69002" name="Rectangle 72">
            <a:extLst>
              <a:ext uri="{FF2B5EF4-FFF2-40B4-BE49-F238E27FC236}">
                <a16:creationId xmlns:a16="http://schemas.microsoft.com/office/drawing/2014/main" id="{A63BF453-CD92-D64B-AB9B-B90918A8B472}"/>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grpSp>
        <p:nvGrpSpPr>
          <p:cNvPr id="469071" name="Group 79">
            <a:extLst>
              <a:ext uri="{FF2B5EF4-FFF2-40B4-BE49-F238E27FC236}">
                <a16:creationId xmlns:a16="http://schemas.microsoft.com/office/drawing/2014/main" id="{9C2571A6-4810-EF4A-882A-15B3465E1DE2}"/>
              </a:ext>
            </a:extLst>
          </p:cNvPr>
          <p:cNvGrpSpPr>
            <a:grpSpLocks/>
          </p:cNvGrpSpPr>
          <p:nvPr/>
        </p:nvGrpSpPr>
        <p:grpSpPr bwMode="auto">
          <a:xfrm>
            <a:off x="2165747" y="1006079"/>
            <a:ext cx="5105401" cy="3858815"/>
            <a:chOff x="859" y="845"/>
            <a:chExt cx="4288" cy="3241"/>
          </a:xfrm>
        </p:grpSpPr>
        <p:sp>
          <p:nvSpPr>
            <p:cNvPr id="169007" name="Text Box 74">
              <a:extLst>
                <a:ext uri="{FF2B5EF4-FFF2-40B4-BE49-F238E27FC236}">
                  <a16:creationId xmlns:a16="http://schemas.microsoft.com/office/drawing/2014/main" id="{4732C535-D554-7249-AA4B-D56AA3D39B8E}"/>
                </a:ext>
              </a:extLst>
            </p:cNvPr>
            <p:cNvSpPr txBox="1">
              <a:spLocks noChangeArrowheads="1"/>
            </p:cNvSpPr>
            <p:nvPr/>
          </p:nvSpPr>
          <p:spPr bwMode="auto">
            <a:xfrm>
              <a:off x="859" y="3194"/>
              <a:ext cx="4288" cy="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首部长度</a:t>
              </a:r>
              <a:r>
                <a:rPr lang="en-US" altLang="zh-CN" sz="2100">
                  <a:latin typeface="Arial" panose="020B0604020202020204" pitchFamily="34" charset="0"/>
                  <a:ea typeface="宋体" panose="02010600030101010101" pitchFamily="2" charset="-122"/>
                </a:rPr>
                <a:t>——</a:t>
              </a:r>
              <a:r>
                <a:rPr lang="zh-CN" altLang="en-US" sz="2100">
                  <a:latin typeface="微软雅黑" panose="020B0503020204020204" pitchFamily="34" charset="-122"/>
                  <a:ea typeface="宋体" panose="02010600030101010101" pitchFamily="2" charset="-122"/>
                </a:rPr>
                <a:t>占 </a:t>
              </a:r>
              <a:r>
                <a:rPr lang="en-US" altLang="zh-CN" sz="2100">
                  <a:latin typeface="微软雅黑" panose="020B0503020204020204" pitchFamily="34" charset="-122"/>
                  <a:ea typeface="宋体" panose="02010600030101010101" pitchFamily="2" charset="-122"/>
                </a:rPr>
                <a:t>4 </a:t>
              </a:r>
              <a:r>
                <a:rPr lang="zh-CN" altLang="en-US" sz="2100">
                  <a:latin typeface="微软雅黑" panose="020B0503020204020204" pitchFamily="34" charset="-122"/>
                  <a:ea typeface="宋体" panose="02010600030101010101" pitchFamily="2" charset="-122"/>
                </a:rPr>
                <a:t>位，可表示的最大数值</a:t>
              </a:r>
            </a:p>
            <a:p>
              <a:pPr algn="ct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是 </a:t>
              </a:r>
              <a:r>
                <a:rPr lang="en-US" altLang="zh-CN" sz="2100">
                  <a:latin typeface="微软雅黑" panose="020B0503020204020204" pitchFamily="34" charset="-122"/>
                  <a:ea typeface="宋体" panose="02010600030101010101" pitchFamily="2" charset="-122"/>
                </a:rPr>
                <a:t>15 </a:t>
              </a:r>
              <a:r>
                <a:rPr lang="zh-CN" altLang="en-US" sz="2100">
                  <a:latin typeface="微软雅黑" panose="020B0503020204020204" pitchFamily="34" charset="-122"/>
                  <a:ea typeface="宋体" panose="02010600030101010101" pitchFamily="2" charset="-122"/>
                </a:rPr>
                <a:t>个单位</a:t>
              </a:r>
              <a:r>
                <a:rPr lang="en-US" altLang="zh-CN" sz="2100">
                  <a:latin typeface="微软雅黑" panose="020B0503020204020204" pitchFamily="34" charset="-122"/>
                  <a:ea typeface="宋体" panose="02010600030101010101" pitchFamily="2" charset="-122"/>
                </a:rPr>
                <a:t>(</a:t>
              </a:r>
              <a:r>
                <a:rPr lang="zh-CN" altLang="en-US" sz="2100">
                  <a:latin typeface="微软雅黑" panose="020B0503020204020204" pitchFamily="34" charset="-122"/>
                  <a:ea typeface="宋体" panose="02010600030101010101" pitchFamily="2" charset="-122"/>
                </a:rPr>
                <a:t>一个单位为 </a:t>
              </a:r>
              <a:r>
                <a:rPr lang="en-US" altLang="zh-CN" sz="2100">
                  <a:latin typeface="微软雅黑" panose="020B0503020204020204" pitchFamily="34" charset="-122"/>
                  <a:ea typeface="宋体" panose="02010600030101010101" pitchFamily="2" charset="-122"/>
                </a:rPr>
                <a:t>4 </a:t>
              </a:r>
              <a:r>
                <a:rPr lang="zh-CN" altLang="en-US" sz="2100">
                  <a:latin typeface="微软雅黑" panose="020B0503020204020204" pitchFamily="34" charset="-122"/>
                  <a:ea typeface="宋体" panose="02010600030101010101" pitchFamily="2" charset="-122"/>
                </a:rPr>
                <a:t>字节</a:t>
              </a:r>
              <a:r>
                <a:rPr lang="en-US" altLang="zh-CN" sz="2100">
                  <a:latin typeface="微软雅黑" panose="020B0503020204020204" pitchFamily="34" charset="-122"/>
                  <a:ea typeface="宋体" panose="02010600030101010101" pitchFamily="2" charset="-122"/>
                </a:rPr>
                <a:t>)</a:t>
              </a:r>
            </a:p>
            <a:p>
              <a:pPr algn="ct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因此 </a:t>
              </a:r>
              <a:r>
                <a:rPr lang="en-US" altLang="zh-CN" sz="2100">
                  <a:latin typeface="微软雅黑" panose="020B0503020204020204" pitchFamily="34" charset="-122"/>
                  <a:ea typeface="宋体" panose="02010600030101010101" pitchFamily="2" charset="-122"/>
                </a:rPr>
                <a:t>IP </a:t>
              </a:r>
              <a:r>
                <a:rPr lang="zh-CN" altLang="en-US" sz="2100">
                  <a:latin typeface="微软雅黑" panose="020B0503020204020204" pitchFamily="34" charset="-122"/>
                  <a:ea typeface="宋体" panose="02010600030101010101" pitchFamily="2" charset="-122"/>
                </a:rPr>
                <a:t>的首部长度的最大值是 </a:t>
              </a:r>
              <a:r>
                <a:rPr lang="en-US" altLang="zh-CN" sz="2100">
                  <a:latin typeface="微软雅黑" panose="020B0503020204020204" pitchFamily="34" charset="-122"/>
                  <a:ea typeface="宋体" panose="02010600030101010101" pitchFamily="2" charset="-122"/>
                </a:rPr>
                <a:t>60 </a:t>
              </a:r>
              <a:r>
                <a:rPr lang="zh-CN" altLang="en-US" sz="2100">
                  <a:latin typeface="微软雅黑" panose="020B0503020204020204" pitchFamily="34" charset="-122"/>
                  <a:ea typeface="宋体" panose="02010600030101010101" pitchFamily="2" charset="-122"/>
                </a:rPr>
                <a:t>字节。</a:t>
              </a:r>
            </a:p>
          </p:txBody>
        </p:sp>
        <p:sp>
          <p:nvSpPr>
            <p:cNvPr id="169008" name="Rectangle 78">
              <a:extLst>
                <a:ext uri="{FF2B5EF4-FFF2-40B4-BE49-F238E27FC236}">
                  <a16:creationId xmlns:a16="http://schemas.microsoft.com/office/drawing/2014/main" id="{8564B8C6-DB50-A541-8432-2E0E582806EA}"/>
                </a:ext>
              </a:extLst>
            </p:cNvPr>
            <p:cNvSpPr>
              <a:spLocks noChangeArrowheads="1"/>
            </p:cNvSpPr>
            <p:nvPr/>
          </p:nvSpPr>
          <p:spPr bwMode="auto">
            <a:xfrm>
              <a:off x="1303" y="845"/>
              <a:ext cx="658" cy="317"/>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69004" name="AutoShape 80">
            <a:extLst>
              <a:ext uri="{FF2B5EF4-FFF2-40B4-BE49-F238E27FC236}">
                <a16:creationId xmlns:a16="http://schemas.microsoft.com/office/drawing/2014/main" id="{F0775152-867F-074B-BC56-A6DE2F49745C}"/>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9005" name="Rectangle 81">
            <a:extLst>
              <a:ext uri="{FF2B5EF4-FFF2-40B4-BE49-F238E27FC236}">
                <a16:creationId xmlns:a16="http://schemas.microsoft.com/office/drawing/2014/main" id="{691B7A43-79F0-5848-89FF-FEABE53F0D2B}"/>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69006" name="幻灯片编号占位符 1">
            <a:extLst>
              <a:ext uri="{FF2B5EF4-FFF2-40B4-BE49-F238E27FC236}">
                <a16:creationId xmlns:a16="http://schemas.microsoft.com/office/drawing/2014/main" id="{F54C259F-FAF8-1C44-BE11-E032F5F8628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22D66D8-CCF5-3A4C-9DE1-236B53C0CCD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13720559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0"/>
                                  </p:stCondLst>
                                  <p:childTnLst>
                                    <p:anim calcmode="discrete" valueType="str">
                                      <p:cBhvr>
                                        <p:cTn id="6" dur="1000" fill="hold"/>
                                        <p:tgtEl>
                                          <p:spTgt spid="46907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1009" name="Line 2">
            <a:extLst>
              <a:ext uri="{FF2B5EF4-FFF2-40B4-BE49-F238E27FC236}">
                <a16:creationId xmlns:a16="http://schemas.microsoft.com/office/drawing/2014/main" id="{0F3C1F29-E7B3-1140-8143-C87E943C6A13}"/>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71010" name="Rectangle 3">
            <a:extLst>
              <a:ext uri="{FF2B5EF4-FFF2-40B4-BE49-F238E27FC236}">
                <a16:creationId xmlns:a16="http://schemas.microsoft.com/office/drawing/2014/main" id="{F8534D99-401C-634C-AD41-B863F856C598}"/>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71011" name="Rectangle 4">
            <a:extLst>
              <a:ext uri="{FF2B5EF4-FFF2-40B4-BE49-F238E27FC236}">
                <a16:creationId xmlns:a16="http://schemas.microsoft.com/office/drawing/2014/main" id="{B24E6271-0E6F-2C45-806F-B235DFCFF23C}"/>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1012" name="Rectangle 6">
            <a:extLst>
              <a:ext uri="{FF2B5EF4-FFF2-40B4-BE49-F238E27FC236}">
                <a16:creationId xmlns:a16="http://schemas.microsoft.com/office/drawing/2014/main" id="{869BCA3E-472C-1E4B-86A4-1349FA217FAA}"/>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1013" name="Rectangle 7">
            <a:extLst>
              <a:ext uri="{FF2B5EF4-FFF2-40B4-BE49-F238E27FC236}">
                <a16:creationId xmlns:a16="http://schemas.microsoft.com/office/drawing/2014/main" id="{B70081BD-C2FC-1C4B-9B93-BECFA18D6398}"/>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1014" name="Line 8">
            <a:extLst>
              <a:ext uri="{FF2B5EF4-FFF2-40B4-BE49-F238E27FC236}">
                <a16:creationId xmlns:a16="http://schemas.microsoft.com/office/drawing/2014/main" id="{F28E3565-3EAC-5E40-AE6D-AE4F2418FA7B}"/>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15" name="Line 9">
            <a:extLst>
              <a:ext uri="{FF2B5EF4-FFF2-40B4-BE49-F238E27FC236}">
                <a16:creationId xmlns:a16="http://schemas.microsoft.com/office/drawing/2014/main" id="{D6CCC125-BB04-634C-B3C5-DC574591F83E}"/>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16" name="Line 10">
            <a:extLst>
              <a:ext uri="{FF2B5EF4-FFF2-40B4-BE49-F238E27FC236}">
                <a16:creationId xmlns:a16="http://schemas.microsoft.com/office/drawing/2014/main" id="{909A4767-D9AE-734A-A39D-9C70DF8BD916}"/>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17" name="Line 11">
            <a:extLst>
              <a:ext uri="{FF2B5EF4-FFF2-40B4-BE49-F238E27FC236}">
                <a16:creationId xmlns:a16="http://schemas.microsoft.com/office/drawing/2014/main" id="{4F78E196-A1D3-E548-9905-A9C13875491C}"/>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18" name="Line 12">
            <a:extLst>
              <a:ext uri="{FF2B5EF4-FFF2-40B4-BE49-F238E27FC236}">
                <a16:creationId xmlns:a16="http://schemas.microsoft.com/office/drawing/2014/main" id="{16270B4C-685E-444C-BD93-37278035B513}"/>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19" name="Line 13">
            <a:extLst>
              <a:ext uri="{FF2B5EF4-FFF2-40B4-BE49-F238E27FC236}">
                <a16:creationId xmlns:a16="http://schemas.microsoft.com/office/drawing/2014/main" id="{7340E5DE-8D70-2C4E-BF8B-39E58FE51A22}"/>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20" name="Line 14">
            <a:extLst>
              <a:ext uri="{FF2B5EF4-FFF2-40B4-BE49-F238E27FC236}">
                <a16:creationId xmlns:a16="http://schemas.microsoft.com/office/drawing/2014/main" id="{481E1C5B-A2C2-0741-A92C-1AB6FD9DB112}"/>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21" name="Line 15">
            <a:extLst>
              <a:ext uri="{FF2B5EF4-FFF2-40B4-BE49-F238E27FC236}">
                <a16:creationId xmlns:a16="http://schemas.microsoft.com/office/drawing/2014/main" id="{0FC1413B-C92E-B84D-B9EA-5CDE83B6C4D9}"/>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22" name="Line 16">
            <a:extLst>
              <a:ext uri="{FF2B5EF4-FFF2-40B4-BE49-F238E27FC236}">
                <a16:creationId xmlns:a16="http://schemas.microsoft.com/office/drawing/2014/main" id="{B8B4EC4B-D8CA-A247-9F22-1C111F14413E}"/>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23" name="Line 17">
            <a:extLst>
              <a:ext uri="{FF2B5EF4-FFF2-40B4-BE49-F238E27FC236}">
                <a16:creationId xmlns:a16="http://schemas.microsoft.com/office/drawing/2014/main" id="{2E3456FB-A2BD-8A4E-B8C0-EC4E0317F168}"/>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24" name="Line 18">
            <a:extLst>
              <a:ext uri="{FF2B5EF4-FFF2-40B4-BE49-F238E27FC236}">
                <a16:creationId xmlns:a16="http://schemas.microsoft.com/office/drawing/2014/main" id="{D299EFE9-F056-4D43-9A90-6003590EC33D}"/>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25" name="Rectangle 19">
            <a:extLst>
              <a:ext uri="{FF2B5EF4-FFF2-40B4-BE49-F238E27FC236}">
                <a16:creationId xmlns:a16="http://schemas.microsoft.com/office/drawing/2014/main" id="{12514EF6-716D-B141-B125-D238CAE54CD8}"/>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71026" name="Rectangle 20">
            <a:extLst>
              <a:ext uri="{FF2B5EF4-FFF2-40B4-BE49-F238E27FC236}">
                <a16:creationId xmlns:a16="http://schemas.microsoft.com/office/drawing/2014/main" id="{EDD4606D-7470-9F46-92EB-5CA9F1479F9D}"/>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71027" name="Rectangle 21">
            <a:extLst>
              <a:ext uri="{FF2B5EF4-FFF2-40B4-BE49-F238E27FC236}">
                <a16:creationId xmlns:a16="http://schemas.microsoft.com/office/drawing/2014/main" id="{244F535B-74CD-A242-8EAE-D252CA87A72B}"/>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71028" name="Rectangle 22">
            <a:extLst>
              <a:ext uri="{FF2B5EF4-FFF2-40B4-BE49-F238E27FC236}">
                <a16:creationId xmlns:a16="http://schemas.microsoft.com/office/drawing/2014/main" id="{94A3C3D0-3224-F143-816B-9A137D744832}"/>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71029" name="Rectangle 23">
            <a:extLst>
              <a:ext uri="{FF2B5EF4-FFF2-40B4-BE49-F238E27FC236}">
                <a16:creationId xmlns:a16="http://schemas.microsoft.com/office/drawing/2014/main" id="{FE2BC64F-6DB1-B14B-972F-57C5C50C743E}"/>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71030" name="Rectangle 24">
            <a:extLst>
              <a:ext uri="{FF2B5EF4-FFF2-40B4-BE49-F238E27FC236}">
                <a16:creationId xmlns:a16="http://schemas.microsoft.com/office/drawing/2014/main" id="{D8268F0A-D40A-AB4A-B45E-6E5A0DFEF95F}"/>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71031" name="Rectangle 25">
            <a:extLst>
              <a:ext uri="{FF2B5EF4-FFF2-40B4-BE49-F238E27FC236}">
                <a16:creationId xmlns:a16="http://schemas.microsoft.com/office/drawing/2014/main" id="{F7C09B71-CD64-994F-BAD6-68FC68C447A2}"/>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71032" name="Rectangle 26">
            <a:extLst>
              <a:ext uri="{FF2B5EF4-FFF2-40B4-BE49-F238E27FC236}">
                <a16:creationId xmlns:a16="http://schemas.microsoft.com/office/drawing/2014/main" id="{FFFB9716-277F-7244-BEFF-BFC94AD08985}"/>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71033" name="Rectangle 27">
            <a:extLst>
              <a:ext uri="{FF2B5EF4-FFF2-40B4-BE49-F238E27FC236}">
                <a16:creationId xmlns:a16="http://schemas.microsoft.com/office/drawing/2014/main" id="{082DE8B9-AD8D-1D4C-BE23-E556D11952F2}"/>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71034" name="Rectangle 28">
            <a:extLst>
              <a:ext uri="{FF2B5EF4-FFF2-40B4-BE49-F238E27FC236}">
                <a16:creationId xmlns:a16="http://schemas.microsoft.com/office/drawing/2014/main" id="{330EED3A-AFD2-4241-9CC2-587F93CCABD4}"/>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71035" name="Rectangle 29">
            <a:extLst>
              <a:ext uri="{FF2B5EF4-FFF2-40B4-BE49-F238E27FC236}">
                <a16:creationId xmlns:a16="http://schemas.microsoft.com/office/drawing/2014/main" id="{4DF0E00A-8999-3942-9171-28866D266206}"/>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71036" name="Rectangle 30">
            <a:extLst>
              <a:ext uri="{FF2B5EF4-FFF2-40B4-BE49-F238E27FC236}">
                <a16:creationId xmlns:a16="http://schemas.microsoft.com/office/drawing/2014/main" id="{F48753E1-478F-6F44-A574-172ACDEBC9E5}"/>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71037" name="Rectangle 32">
            <a:extLst>
              <a:ext uri="{FF2B5EF4-FFF2-40B4-BE49-F238E27FC236}">
                <a16:creationId xmlns:a16="http://schemas.microsoft.com/office/drawing/2014/main" id="{9EF7FD65-CF70-B94A-93C4-6EBCE9E564B5}"/>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71038" name="Rectangle 33">
            <a:extLst>
              <a:ext uri="{FF2B5EF4-FFF2-40B4-BE49-F238E27FC236}">
                <a16:creationId xmlns:a16="http://schemas.microsoft.com/office/drawing/2014/main" id="{C0FD53DD-FC12-A54C-80A5-157D2FEDF70C}"/>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71039" name="Rectangle 34">
            <a:extLst>
              <a:ext uri="{FF2B5EF4-FFF2-40B4-BE49-F238E27FC236}">
                <a16:creationId xmlns:a16="http://schemas.microsoft.com/office/drawing/2014/main" id="{C5108F9E-729D-834E-83CD-BD27929AE918}"/>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71040" name="Rectangle 35">
            <a:extLst>
              <a:ext uri="{FF2B5EF4-FFF2-40B4-BE49-F238E27FC236}">
                <a16:creationId xmlns:a16="http://schemas.microsoft.com/office/drawing/2014/main" id="{B67A957B-E510-524B-9396-070763A1D044}"/>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71041" name="Rectangle 36">
            <a:extLst>
              <a:ext uri="{FF2B5EF4-FFF2-40B4-BE49-F238E27FC236}">
                <a16:creationId xmlns:a16="http://schemas.microsoft.com/office/drawing/2014/main" id="{8CE13173-890D-8C41-839E-67A38611C7D8}"/>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71042" name="Rectangle 37">
            <a:extLst>
              <a:ext uri="{FF2B5EF4-FFF2-40B4-BE49-F238E27FC236}">
                <a16:creationId xmlns:a16="http://schemas.microsoft.com/office/drawing/2014/main" id="{B3A06DC3-80DA-434C-A6E3-8CDEE69AD515}"/>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71043" name="Rectangle 38">
            <a:extLst>
              <a:ext uri="{FF2B5EF4-FFF2-40B4-BE49-F238E27FC236}">
                <a16:creationId xmlns:a16="http://schemas.microsoft.com/office/drawing/2014/main" id="{0ABC343A-5581-7543-ACC3-76804790A913}"/>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71044" name="Rectangle 39">
            <a:extLst>
              <a:ext uri="{FF2B5EF4-FFF2-40B4-BE49-F238E27FC236}">
                <a16:creationId xmlns:a16="http://schemas.microsoft.com/office/drawing/2014/main" id="{36E8DE03-FD46-C74E-974A-BEEDD033E263}"/>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71045" name="Rectangle 40">
            <a:extLst>
              <a:ext uri="{FF2B5EF4-FFF2-40B4-BE49-F238E27FC236}">
                <a16:creationId xmlns:a16="http://schemas.microsoft.com/office/drawing/2014/main" id="{D6D28520-F5F7-014A-84CF-F19B68A527B1}"/>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71046" name="Group 41">
            <a:extLst>
              <a:ext uri="{FF2B5EF4-FFF2-40B4-BE49-F238E27FC236}">
                <a16:creationId xmlns:a16="http://schemas.microsoft.com/office/drawing/2014/main" id="{9AED1814-8120-7143-8602-6AA651DE7EB5}"/>
              </a:ext>
            </a:extLst>
          </p:cNvPr>
          <p:cNvGrpSpPr>
            <a:grpSpLocks/>
          </p:cNvGrpSpPr>
          <p:nvPr/>
        </p:nvGrpSpPr>
        <p:grpSpPr bwMode="auto">
          <a:xfrm>
            <a:off x="1945482" y="2811066"/>
            <a:ext cx="98822" cy="52388"/>
            <a:chOff x="833" y="3024"/>
            <a:chExt cx="78" cy="51"/>
          </a:xfrm>
        </p:grpSpPr>
        <p:sp>
          <p:nvSpPr>
            <p:cNvPr id="171060" name="Rectangle 42">
              <a:extLst>
                <a:ext uri="{FF2B5EF4-FFF2-40B4-BE49-F238E27FC236}">
                  <a16:creationId xmlns:a16="http://schemas.microsoft.com/office/drawing/2014/main" id="{1EAB5748-F202-F64B-A2F4-311F436D5BA3}"/>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1061" name="Line 43">
              <a:extLst>
                <a:ext uri="{FF2B5EF4-FFF2-40B4-BE49-F238E27FC236}">
                  <a16:creationId xmlns:a16="http://schemas.microsoft.com/office/drawing/2014/main" id="{243E02ED-3575-1642-992E-AD64FA51972C}"/>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62" name="Line 44">
              <a:extLst>
                <a:ext uri="{FF2B5EF4-FFF2-40B4-BE49-F238E27FC236}">
                  <a16:creationId xmlns:a16="http://schemas.microsoft.com/office/drawing/2014/main" id="{E4F76D14-BA80-C745-B7E3-67A5976BC22A}"/>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71047" name="Group 45">
            <a:extLst>
              <a:ext uri="{FF2B5EF4-FFF2-40B4-BE49-F238E27FC236}">
                <a16:creationId xmlns:a16="http://schemas.microsoft.com/office/drawing/2014/main" id="{0ED525A4-0C73-C945-91E4-C55BBF153528}"/>
              </a:ext>
            </a:extLst>
          </p:cNvPr>
          <p:cNvGrpSpPr>
            <a:grpSpLocks/>
          </p:cNvGrpSpPr>
          <p:nvPr/>
        </p:nvGrpSpPr>
        <p:grpSpPr bwMode="auto">
          <a:xfrm>
            <a:off x="7846219" y="2818210"/>
            <a:ext cx="98822" cy="50006"/>
            <a:chOff x="5432" y="3030"/>
            <a:chExt cx="78" cy="51"/>
          </a:xfrm>
        </p:grpSpPr>
        <p:sp>
          <p:nvSpPr>
            <p:cNvPr id="171057" name="Rectangle 46">
              <a:extLst>
                <a:ext uri="{FF2B5EF4-FFF2-40B4-BE49-F238E27FC236}">
                  <a16:creationId xmlns:a16="http://schemas.microsoft.com/office/drawing/2014/main" id="{8D3694E7-FCC0-F842-8813-5C73A48B2246}"/>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1058" name="Line 47">
              <a:extLst>
                <a:ext uri="{FF2B5EF4-FFF2-40B4-BE49-F238E27FC236}">
                  <a16:creationId xmlns:a16="http://schemas.microsoft.com/office/drawing/2014/main" id="{5E3B27A2-B483-4A45-A815-FA498E4FAC7A}"/>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59" name="Line 48">
              <a:extLst>
                <a:ext uri="{FF2B5EF4-FFF2-40B4-BE49-F238E27FC236}">
                  <a16:creationId xmlns:a16="http://schemas.microsoft.com/office/drawing/2014/main" id="{F25B882C-C650-5D4F-AECD-14ED6E4DC065}"/>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71048" name="Rectangle 69">
            <a:extLst>
              <a:ext uri="{FF2B5EF4-FFF2-40B4-BE49-F238E27FC236}">
                <a16:creationId xmlns:a16="http://schemas.microsoft.com/office/drawing/2014/main" id="{6FE7560B-D630-CD4B-B157-D294439F5C22}"/>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71049" name="Rectangle 71">
            <a:extLst>
              <a:ext uri="{FF2B5EF4-FFF2-40B4-BE49-F238E27FC236}">
                <a16:creationId xmlns:a16="http://schemas.microsoft.com/office/drawing/2014/main" id="{C9A97E89-4CC6-854C-8A2A-DC4E974187D1}"/>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71050" name="Rectangle 72">
            <a:extLst>
              <a:ext uri="{FF2B5EF4-FFF2-40B4-BE49-F238E27FC236}">
                <a16:creationId xmlns:a16="http://schemas.microsoft.com/office/drawing/2014/main" id="{27F50017-1184-E344-A7D4-0797C5B5BE11}"/>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grpSp>
        <p:nvGrpSpPr>
          <p:cNvPr id="470096" name="Group 80">
            <a:extLst>
              <a:ext uri="{FF2B5EF4-FFF2-40B4-BE49-F238E27FC236}">
                <a16:creationId xmlns:a16="http://schemas.microsoft.com/office/drawing/2014/main" id="{7DBD977C-C502-8B4C-90F3-B4A6D7903EB7}"/>
              </a:ext>
            </a:extLst>
          </p:cNvPr>
          <p:cNvGrpSpPr>
            <a:grpSpLocks/>
          </p:cNvGrpSpPr>
          <p:nvPr/>
        </p:nvGrpSpPr>
        <p:grpSpPr bwMode="auto">
          <a:xfrm>
            <a:off x="1781176" y="1006079"/>
            <a:ext cx="6144816" cy="4052888"/>
            <a:chOff x="536" y="845"/>
            <a:chExt cx="5161" cy="3404"/>
          </a:xfrm>
        </p:grpSpPr>
        <p:sp>
          <p:nvSpPr>
            <p:cNvPr id="171055" name="Text Box 74">
              <a:extLst>
                <a:ext uri="{FF2B5EF4-FFF2-40B4-BE49-F238E27FC236}">
                  <a16:creationId xmlns:a16="http://schemas.microsoft.com/office/drawing/2014/main" id="{6617EC4D-1F6F-3C40-9911-9A99CC9A2639}"/>
                </a:ext>
              </a:extLst>
            </p:cNvPr>
            <p:cNvSpPr txBox="1">
              <a:spLocks noChangeArrowheads="1"/>
            </p:cNvSpPr>
            <p:nvPr/>
          </p:nvSpPr>
          <p:spPr bwMode="auto">
            <a:xfrm>
              <a:off x="536" y="3008"/>
              <a:ext cx="5161" cy="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800">
                  <a:solidFill>
                    <a:schemeClr val="folHlink"/>
                  </a:solidFill>
                  <a:latin typeface="微软雅黑" panose="020B0503020204020204" pitchFamily="34" charset="-122"/>
                  <a:ea typeface="宋体" panose="02010600030101010101" pitchFamily="2" charset="-122"/>
                </a:rPr>
                <a:t>区分服务</a:t>
              </a:r>
              <a:r>
                <a:rPr lang="en-US" altLang="zh-CN" sz="1800">
                  <a:solidFill>
                    <a:schemeClr val="folHlink"/>
                  </a:solidFill>
                  <a:latin typeface="Arial" panose="020B0604020202020204" pitchFamily="34" charset="0"/>
                  <a:ea typeface="宋体" panose="02010600030101010101" pitchFamily="2" charset="-122"/>
                </a:rPr>
                <a:t>——</a:t>
              </a:r>
              <a:r>
                <a:rPr lang="zh-CN" altLang="en-US" sz="1800">
                  <a:solidFill>
                    <a:schemeClr val="folHlink"/>
                  </a:solidFill>
                  <a:latin typeface="微软雅黑" panose="020B0503020204020204" pitchFamily="34" charset="-122"/>
                  <a:ea typeface="宋体" panose="02010600030101010101" pitchFamily="2" charset="-122"/>
                </a:rPr>
                <a:t>占 </a:t>
              </a:r>
              <a:r>
                <a:rPr lang="en-US" altLang="zh-CN" sz="1800">
                  <a:solidFill>
                    <a:schemeClr val="folHlink"/>
                  </a:solidFill>
                  <a:latin typeface="微软雅黑" panose="020B0503020204020204" pitchFamily="34" charset="-122"/>
                  <a:ea typeface="宋体" panose="02010600030101010101" pitchFamily="2" charset="-122"/>
                </a:rPr>
                <a:t>8 </a:t>
              </a:r>
              <a:r>
                <a:rPr lang="zh-CN" altLang="en-US" sz="1800">
                  <a:solidFill>
                    <a:schemeClr val="folHlink"/>
                  </a:solidFill>
                  <a:latin typeface="微软雅黑" panose="020B0503020204020204" pitchFamily="34" charset="-122"/>
                  <a:ea typeface="宋体" panose="02010600030101010101" pitchFamily="2" charset="-122"/>
                </a:rPr>
                <a:t>位，用来获得更好的服务</a:t>
              </a:r>
            </a:p>
            <a:p>
              <a:pPr algn="ctr" eaLnBrk="1" hangingPunct="1">
                <a:spcBef>
                  <a:spcPct val="0"/>
                </a:spcBef>
                <a:buClrTx/>
                <a:buSzTx/>
                <a:buFontTx/>
                <a:buNone/>
              </a:pPr>
              <a:r>
                <a:rPr lang="zh-CN" altLang="en-US" sz="1800">
                  <a:solidFill>
                    <a:schemeClr val="folHlink"/>
                  </a:solidFill>
                  <a:latin typeface="微软雅黑" panose="020B0503020204020204" pitchFamily="34" charset="-122"/>
                  <a:ea typeface="宋体" panose="02010600030101010101" pitchFamily="2" charset="-122"/>
                </a:rPr>
                <a:t>在旧标准中叫做</a:t>
              </a:r>
              <a:r>
                <a:rPr lang="zh-CN" altLang="en-US" sz="1800">
                  <a:solidFill>
                    <a:schemeClr val="hlink"/>
                  </a:solidFill>
                  <a:latin typeface="微软雅黑" panose="020B0503020204020204" pitchFamily="34" charset="-122"/>
                  <a:ea typeface="宋体" panose="02010600030101010101" pitchFamily="2" charset="-122"/>
                </a:rPr>
                <a:t>服务类型</a:t>
              </a:r>
              <a:r>
                <a:rPr lang="zh-CN" altLang="en-US" sz="1800">
                  <a:solidFill>
                    <a:schemeClr val="folHlink"/>
                  </a:solidFill>
                  <a:latin typeface="微软雅黑" panose="020B0503020204020204" pitchFamily="34" charset="-122"/>
                  <a:ea typeface="宋体" panose="02010600030101010101" pitchFamily="2" charset="-122"/>
                </a:rPr>
                <a:t>，但实际上一直未被使用过。</a:t>
              </a:r>
            </a:p>
            <a:p>
              <a:pPr algn="ctr" eaLnBrk="1" hangingPunct="1">
                <a:spcBef>
                  <a:spcPct val="0"/>
                </a:spcBef>
                <a:buClrTx/>
                <a:buSzTx/>
                <a:buFontTx/>
                <a:buNone/>
              </a:pPr>
              <a:r>
                <a:rPr lang="en-US" altLang="zh-CN" sz="1800">
                  <a:solidFill>
                    <a:schemeClr val="folHlink"/>
                  </a:solidFill>
                  <a:latin typeface="微软雅黑" panose="020B0503020204020204" pitchFamily="34" charset="-122"/>
                  <a:ea typeface="宋体" panose="02010600030101010101" pitchFamily="2" charset="-122"/>
                </a:rPr>
                <a:t>1998 </a:t>
              </a:r>
              <a:r>
                <a:rPr lang="zh-CN" altLang="en-US" sz="1800">
                  <a:solidFill>
                    <a:schemeClr val="folHlink"/>
                  </a:solidFill>
                  <a:latin typeface="微软雅黑" panose="020B0503020204020204" pitchFamily="34" charset="-122"/>
                  <a:ea typeface="宋体" panose="02010600030101010101" pitchFamily="2" charset="-122"/>
                </a:rPr>
                <a:t>年这个字段改名为</a:t>
              </a:r>
              <a:r>
                <a:rPr lang="zh-CN" altLang="en-US" sz="1800">
                  <a:solidFill>
                    <a:schemeClr val="hlink"/>
                  </a:solidFill>
                  <a:latin typeface="微软雅黑" panose="020B0503020204020204" pitchFamily="34" charset="-122"/>
                  <a:ea typeface="宋体" panose="02010600030101010101" pitchFamily="2" charset="-122"/>
                </a:rPr>
                <a:t>区分服务</a:t>
              </a:r>
              <a:r>
                <a:rPr lang="zh-CN" altLang="en-US" sz="1800">
                  <a:solidFill>
                    <a:schemeClr val="folHlink"/>
                  </a:solidFill>
                  <a:latin typeface="微软雅黑" panose="020B0503020204020204" pitchFamily="34" charset="-122"/>
                  <a:ea typeface="宋体" panose="02010600030101010101" pitchFamily="2" charset="-122"/>
                </a:rPr>
                <a:t>。</a:t>
              </a:r>
            </a:p>
            <a:p>
              <a:pPr algn="ctr" eaLnBrk="1" hangingPunct="1">
                <a:spcBef>
                  <a:spcPct val="0"/>
                </a:spcBef>
                <a:buClrTx/>
                <a:buSzTx/>
                <a:buFontTx/>
                <a:buNone/>
              </a:pPr>
              <a:r>
                <a:rPr lang="zh-CN" altLang="en-US" sz="1800">
                  <a:solidFill>
                    <a:schemeClr val="folHlink"/>
                  </a:solidFill>
                  <a:latin typeface="微软雅黑" panose="020B0503020204020204" pitchFamily="34" charset="-122"/>
                  <a:ea typeface="宋体" panose="02010600030101010101" pitchFamily="2" charset="-122"/>
                </a:rPr>
                <a:t>只有在使用区分服务（</a:t>
              </a:r>
              <a:r>
                <a:rPr lang="en-US" altLang="zh-CN" sz="1800">
                  <a:solidFill>
                    <a:schemeClr val="folHlink"/>
                  </a:solidFill>
                  <a:latin typeface="微软雅黑" panose="020B0503020204020204" pitchFamily="34" charset="-122"/>
                  <a:ea typeface="宋体" panose="02010600030101010101" pitchFamily="2" charset="-122"/>
                </a:rPr>
                <a:t>DiffServ</a:t>
              </a:r>
              <a:r>
                <a:rPr lang="zh-CN" altLang="en-US" sz="1800">
                  <a:solidFill>
                    <a:schemeClr val="folHlink"/>
                  </a:solidFill>
                  <a:latin typeface="微软雅黑" panose="020B0503020204020204" pitchFamily="34" charset="-122"/>
                  <a:ea typeface="宋体" panose="02010600030101010101" pitchFamily="2" charset="-122"/>
                </a:rPr>
                <a:t>）时，这个字段才起作用。</a:t>
              </a:r>
            </a:p>
            <a:p>
              <a:pPr algn="ctr" eaLnBrk="1" hangingPunct="1">
                <a:spcBef>
                  <a:spcPct val="0"/>
                </a:spcBef>
                <a:buClrTx/>
                <a:buSzTx/>
                <a:buFontTx/>
                <a:buNone/>
              </a:pPr>
              <a:r>
                <a:rPr lang="zh-CN" altLang="en-US" sz="1800">
                  <a:solidFill>
                    <a:schemeClr val="folHlink"/>
                  </a:solidFill>
                  <a:latin typeface="微软雅黑" panose="020B0503020204020204" pitchFamily="34" charset="-122"/>
                  <a:ea typeface="宋体" panose="02010600030101010101" pitchFamily="2" charset="-122"/>
                </a:rPr>
                <a:t>在一般的情况下都不使用这个字段 </a:t>
              </a:r>
            </a:p>
          </p:txBody>
        </p:sp>
        <p:sp>
          <p:nvSpPr>
            <p:cNvPr id="171056" name="Rectangle 76">
              <a:extLst>
                <a:ext uri="{FF2B5EF4-FFF2-40B4-BE49-F238E27FC236}">
                  <a16:creationId xmlns:a16="http://schemas.microsoft.com/office/drawing/2014/main" id="{5273B175-F91D-D847-B75B-05F4C3BB30E3}"/>
                </a:ext>
              </a:extLst>
            </p:cNvPr>
            <p:cNvSpPr>
              <a:spLocks noChangeArrowheads="1"/>
            </p:cNvSpPr>
            <p:nvPr/>
          </p:nvSpPr>
          <p:spPr bwMode="auto">
            <a:xfrm>
              <a:off x="1950" y="845"/>
              <a:ext cx="1248" cy="317"/>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71052" name="AutoShape 78">
            <a:extLst>
              <a:ext uri="{FF2B5EF4-FFF2-40B4-BE49-F238E27FC236}">
                <a16:creationId xmlns:a16="http://schemas.microsoft.com/office/drawing/2014/main" id="{47A1F20F-7831-494B-8382-8BF1D89D68E9}"/>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1053" name="Rectangle 79">
            <a:extLst>
              <a:ext uri="{FF2B5EF4-FFF2-40B4-BE49-F238E27FC236}">
                <a16:creationId xmlns:a16="http://schemas.microsoft.com/office/drawing/2014/main" id="{2CA563CD-04EA-BB44-890E-42A4B2807FA8}"/>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71054" name="幻灯片编号占位符 1">
            <a:extLst>
              <a:ext uri="{FF2B5EF4-FFF2-40B4-BE49-F238E27FC236}">
                <a16:creationId xmlns:a16="http://schemas.microsoft.com/office/drawing/2014/main" id="{EF6D5BEF-3519-4A49-9C73-F0BB51B1B6B8}"/>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2A72B49-0489-2646-AA37-D82BE5DF4AF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01575311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0"/>
                                  </p:stCondLst>
                                  <p:childTnLst>
                                    <p:anim calcmode="discrete" valueType="str">
                                      <p:cBhvr>
                                        <p:cTn id="6" dur="1000" fill="hold"/>
                                        <p:tgtEl>
                                          <p:spTgt spid="47009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3057" name="Line 2">
            <a:extLst>
              <a:ext uri="{FF2B5EF4-FFF2-40B4-BE49-F238E27FC236}">
                <a16:creationId xmlns:a16="http://schemas.microsoft.com/office/drawing/2014/main" id="{F2B20C9F-90C4-DD4B-B520-0F889E005AF7}"/>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73058" name="Rectangle 3">
            <a:extLst>
              <a:ext uri="{FF2B5EF4-FFF2-40B4-BE49-F238E27FC236}">
                <a16:creationId xmlns:a16="http://schemas.microsoft.com/office/drawing/2014/main" id="{D4499C79-1737-094B-B1A8-B48C52D40516}"/>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73059" name="Rectangle 4">
            <a:extLst>
              <a:ext uri="{FF2B5EF4-FFF2-40B4-BE49-F238E27FC236}">
                <a16:creationId xmlns:a16="http://schemas.microsoft.com/office/drawing/2014/main" id="{60E23D50-D280-6548-B59D-2DCBC6A73FF7}"/>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3060" name="Rectangle 6">
            <a:extLst>
              <a:ext uri="{FF2B5EF4-FFF2-40B4-BE49-F238E27FC236}">
                <a16:creationId xmlns:a16="http://schemas.microsoft.com/office/drawing/2014/main" id="{5CB5CCDF-00CE-7445-9B08-5B7032F19B9C}"/>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3061" name="Rectangle 7">
            <a:extLst>
              <a:ext uri="{FF2B5EF4-FFF2-40B4-BE49-F238E27FC236}">
                <a16:creationId xmlns:a16="http://schemas.microsoft.com/office/drawing/2014/main" id="{ACD6A3EF-4832-C149-BC12-F0A993EED1AD}"/>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3062" name="Line 8">
            <a:extLst>
              <a:ext uri="{FF2B5EF4-FFF2-40B4-BE49-F238E27FC236}">
                <a16:creationId xmlns:a16="http://schemas.microsoft.com/office/drawing/2014/main" id="{4D772031-C958-D94B-8CC6-C03F9F01F4E7}"/>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63" name="Line 9">
            <a:extLst>
              <a:ext uri="{FF2B5EF4-FFF2-40B4-BE49-F238E27FC236}">
                <a16:creationId xmlns:a16="http://schemas.microsoft.com/office/drawing/2014/main" id="{33C0DE5C-A6FD-234D-AF22-9AA0BEA5FF12}"/>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64" name="Line 10">
            <a:extLst>
              <a:ext uri="{FF2B5EF4-FFF2-40B4-BE49-F238E27FC236}">
                <a16:creationId xmlns:a16="http://schemas.microsoft.com/office/drawing/2014/main" id="{663CD95B-252A-884A-8CF7-56A5EA6498D7}"/>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65" name="Line 11">
            <a:extLst>
              <a:ext uri="{FF2B5EF4-FFF2-40B4-BE49-F238E27FC236}">
                <a16:creationId xmlns:a16="http://schemas.microsoft.com/office/drawing/2014/main" id="{1BD5D54E-1799-CB49-B8E5-063750EE99ED}"/>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66" name="Line 12">
            <a:extLst>
              <a:ext uri="{FF2B5EF4-FFF2-40B4-BE49-F238E27FC236}">
                <a16:creationId xmlns:a16="http://schemas.microsoft.com/office/drawing/2014/main" id="{FE48454C-7228-424F-928C-18ADD05950A6}"/>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67" name="Line 13">
            <a:extLst>
              <a:ext uri="{FF2B5EF4-FFF2-40B4-BE49-F238E27FC236}">
                <a16:creationId xmlns:a16="http://schemas.microsoft.com/office/drawing/2014/main" id="{E67976E2-3FAF-9847-BEF1-D1820069C30E}"/>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68" name="Line 14">
            <a:extLst>
              <a:ext uri="{FF2B5EF4-FFF2-40B4-BE49-F238E27FC236}">
                <a16:creationId xmlns:a16="http://schemas.microsoft.com/office/drawing/2014/main" id="{24FF2416-6A5D-A449-800C-FAE403B666C2}"/>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69" name="Line 15">
            <a:extLst>
              <a:ext uri="{FF2B5EF4-FFF2-40B4-BE49-F238E27FC236}">
                <a16:creationId xmlns:a16="http://schemas.microsoft.com/office/drawing/2014/main" id="{D5422D60-8580-8F44-B86C-54D6B076731F}"/>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70" name="Line 16">
            <a:extLst>
              <a:ext uri="{FF2B5EF4-FFF2-40B4-BE49-F238E27FC236}">
                <a16:creationId xmlns:a16="http://schemas.microsoft.com/office/drawing/2014/main" id="{73562D7C-CF9F-AC40-8BA5-36A22F6FDE90}"/>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71" name="Line 17">
            <a:extLst>
              <a:ext uri="{FF2B5EF4-FFF2-40B4-BE49-F238E27FC236}">
                <a16:creationId xmlns:a16="http://schemas.microsoft.com/office/drawing/2014/main" id="{D0222CB2-0316-8747-A47C-1D6421EF8A86}"/>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72" name="Line 18">
            <a:extLst>
              <a:ext uri="{FF2B5EF4-FFF2-40B4-BE49-F238E27FC236}">
                <a16:creationId xmlns:a16="http://schemas.microsoft.com/office/drawing/2014/main" id="{7BFE9BE2-214A-4F4F-BA73-1ABF8EB53A17}"/>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73" name="Rectangle 19">
            <a:extLst>
              <a:ext uri="{FF2B5EF4-FFF2-40B4-BE49-F238E27FC236}">
                <a16:creationId xmlns:a16="http://schemas.microsoft.com/office/drawing/2014/main" id="{9D4AAF05-4ABB-C742-95B0-5277943B4BAB}"/>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73074" name="Rectangle 20">
            <a:extLst>
              <a:ext uri="{FF2B5EF4-FFF2-40B4-BE49-F238E27FC236}">
                <a16:creationId xmlns:a16="http://schemas.microsoft.com/office/drawing/2014/main" id="{51012CB5-232F-8746-B25B-44D51709DD5C}"/>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73075" name="Rectangle 21">
            <a:extLst>
              <a:ext uri="{FF2B5EF4-FFF2-40B4-BE49-F238E27FC236}">
                <a16:creationId xmlns:a16="http://schemas.microsoft.com/office/drawing/2014/main" id="{1589EAB3-230C-B644-9B2C-201DF3815CCF}"/>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73076" name="Rectangle 22">
            <a:extLst>
              <a:ext uri="{FF2B5EF4-FFF2-40B4-BE49-F238E27FC236}">
                <a16:creationId xmlns:a16="http://schemas.microsoft.com/office/drawing/2014/main" id="{DF0BEF00-8098-9448-85E3-810373C09705}"/>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73077" name="Rectangle 23">
            <a:extLst>
              <a:ext uri="{FF2B5EF4-FFF2-40B4-BE49-F238E27FC236}">
                <a16:creationId xmlns:a16="http://schemas.microsoft.com/office/drawing/2014/main" id="{EB013712-FB55-5B4C-9E1E-FB49162223D1}"/>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73078" name="Rectangle 24">
            <a:extLst>
              <a:ext uri="{FF2B5EF4-FFF2-40B4-BE49-F238E27FC236}">
                <a16:creationId xmlns:a16="http://schemas.microsoft.com/office/drawing/2014/main" id="{B893BB8C-15F2-7543-AFB8-13A9A98A7132}"/>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73079" name="Rectangle 25">
            <a:extLst>
              <a:ext uri="{FF2B5EF4-FFF2-40B4-BE49-F238E27FC236}">
                <a16:creationId xmlns:a16="http://schemas.microsoft.com/office/drawing/2014/main" id="{D57A5032-0829-8147-838C-F7F29C2FED1F}"/>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73080" name="Rectangle 26">
            <a:extLst>
              <a:ext uri="{FF2B5EF4-FFF2-40B4-BE49-F238E27FC236}">
                <a16:creationId xmlns:a16="http://schemas.microsoft.com/office/drawing/2014/main" id="{E1140CB8-458F-C847-B21D-41D9D6C6D3A2}"/>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73081" name="Rectangle 27">
            <a:extLst>
              <a:ext uri="{FF2B5EF4-FFF2-40B4-BE49-F238E27FC236}">
                <a16:creationId xmlns:a16="http://schemas.microsoft.com/office/drawing/2014/main" id="{72E6DCAB-9AB1-1F41-8608-CF49E0F18AA5}"/>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73082" name="Rectangle 28">
            <a:extLst>
              <a:ext uri="{FF2B5EF4-FFF2-40B4-BE49-F238E27FC236}">
                <a16:creationId xmlns:a16="http://schemas.microsoft.com/office/drawing/2014/main" id="{B34901D3-2804-CB4A-9FE2-EDB56EE8C8AF}"/>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73083" name="Rectangle 29">
            <a:extLst>
              <a:ext uri="{FF2B5EF4-FFF2-40B4-BE49-F238E27FC236}">
                <a16:creationId xmlns:a16="http://schemas.microsoft.com/office/drawing/2014/main" id="{C2127E97-D7A5-6F45-94FD-5CF42188A536}"/>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73084" name="Rectangle 30">
            <a:extLst>
              <a:ext uri="{FF2B5EF4-FFF2-40B4-BE49-F238E27FC236}">
                <a16:creationId xmlns:a16="http://schemas.microsoft.com/office/drawing/2014/main" id="{36D7F0B9-C1B2-0240-B600-673FB47DC814}"/>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73085" name="Rectangle 32">
            <a:extLst>
              <a:ext uri="{FF2B5EF4-FFF2-40B4-BE49-F238E27FC236}">
                <a16:creationId xmlns:a16="http://schemas.microsoft.com/office/drawing/2014/main" id="{90A7F807-A7BB-1D4D-9E03-8FDBD48A22D1}"/>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73086" name="Rectangle 33">
            <a:extLst>
              <a:ext uri="{FF2B5EF4-FFF2-40B4-BE49-F238E27FC236}">
                <a16:creationId xmlns:a16="http://schemas.microsoft.com/office/drawing/2014/main" id="{40982883-C970-7C4D-ABCD-C4EA739DA325}"/>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73087" name="Rectangle 34">
            <a:extLst>
              <a:ext uri="{FF2B5EF4-FFF2-40B4-BE49-F238E27FC236}">
                <a16:creationId xmlns:a16="http://schemas.microsoft.com/office/drawing/2014/main" id="{2411872A-49F2-E846-B040-720407D2FC39}"/>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73088" name="Rectangle 35">
            <a:extLst>
              <a:ext uri="{FF2B5EF4-FFF2-40B4-BE49-F238E27FC236}">
                <a16:creationId xmlns:a16="http://schemas.microsoft.com/office/drawing/2014/main" id="{9AC748FD-6F9D-E549-9380-DE2FD918EBDC}"/>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73089" name="Rectangle 36">
            <a:extLst>
              <a:ext uri="{FF2B5EF4-FFF2-40B4-BE49-F238E27FC236}">
                <a16:creationId xmlns:a16="http://schemas.microsoft.com/office/drawing/2014/main" id="{8C3BF226-B5EF-3445-9AE2-AD371AEA1B67}"/>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73090" name="Rectangle 37">
            <a:extLst>
              <a:ext uri="{FF2B5EF4-FFF2-40B4-BE49-F238E27FC236}">
                <a16:creationId xmlns:a16="http://schemas.microsoft.com/office/drawing/2014/main" id="{FE9847F0-3968-494F-8A19-B3A14E734A8E}"/>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73091" name="Rectangle 38">
            <a:extLst>
              <a:ext uri="{FF2B5EF4-FFF2-40B4-BE49-F238E27FC236}">
                <a16:creationId xmlns:a16="http://schemas.microsoft.com/office/drawing/2014/main" id="{1DBADDF3-5681-634C-B491-5D472FF7C782}"/>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73092" name="Rectangle 39">
            <a:extLst>
              <a:ext uri="{FF2B5EF4-FFF2-40B4-BE49-F238E27FC236}">
                <a16:creationId xmlns:a16="http://schemas.microsoft.com/office/drawing/2014/main" id="{75A7D18C-DE01-BA45-A142-B34CE2B212E5}"/>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73093" name="Rectangle 40">
            <a:extLst>
              <a:ext uri="{FF2B5EF4-FFF2-40B4-BE49-F238E27FC236}">
                <a16:creationId xmlns:a16="http://schemas.microsoft.com/office/drawing/2014/main" id="{36541774-9CC4-9D44-9C3F-023D307AC2A7}"/>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73094" name="Group 41">
            <a:extLst>
              <a:ext uri="{FF2B5EF4-FFF2-40B4-BE49-F238E27FC236}">
                <a16:creationId xmlns:a16="http://schemas.microsoft.com/office/drawing/2014/main" id="{A18C9276-64DA-3D4A-9AF7-BB95A2D78074}"/>
              </a:ext>
            </a:extLst>
          </p:cNvPr>
          <p:cNvGrpSpPr>
            <a:grpSpLocks/>
          </p:cNvGrpSpPr>
          <p:nvPr/>
        </p:nvGrpSpPr>
        <p:grpSpPr bwMode="auto">
          <a:xfrm>
            <a:off x="1945482" y="2811066"/>
            <a:ext cx="98822" cy="52388"/>
            <a:chOff x="833" y="3024"/>
            <a:chExt cx="78" cy="51"/>
          </a:xfrm>
        </p:grpSpPr>
        <p:sp>
          <p:nvSpPr>
            <p:cNvPr id="173108" name="Rectangle 42">
              <a:extLst>
                <a:ext uri="{FF2B5EF4-FFF2-40B4-BE49-F238E27FC236}">
                  <a16:creationId xmlns:a16="http://schemas.microsoft.com/office/drawing/2014/main" id="{46880732-DC65-4A46-84BC-7647CBBFC092}"/>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3109" name="Line 43">
              <a:extLst>
                <a:ext uri="{FF2B5EF4-FFF2-40B4-BE49-F238E27FC236}">
                  <a16:creationId xmlns:a16="http://schemas.microsoft.com/office/drawing/2014/main" id="{DB71723F-C659-794E-A743-16BEA0E6E9F6}"/>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110" name="Line 44">
              <a:extLst>
                <a:ext uri="{FF2B5EF4-FFF2-40B4-BE49-F238E27FC236}">
                  <a16:creationId xmlns:a16="http://schemas.microsoft.com/office/drawing/2014/main" id="{F1FAF275-FA29-B34D-B65E-4FD34F76DB9C}"/>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73095" name="Group 45">
            <a:extLst>
              <a:ext uri="{FF2B5EF4-FFF2-40B4-BE49-F238E27FC236}">
                <a16:creationId xmlns:a16="http://schemas.microsoft.com/office/drawing/2014/main" id="{9554458B-E99C-2F45-91AD-D888D12595BC}"/>
              </a:ext>
            </a:extLst>
          </p:cNvPr>
          <p:cNvGrpSpPr>
            <a:grpSpLocks/>
          </p:cNvGrpSpPr>
          <p:nvPr/>
        </p:nvGrpSpPr>
        <p:grpSpPr bwMode="auto">
          <a:xfrm>
            <a:off x="7846219" y="2818210"/>
            <a:ext cx="98822" cy="50006"/>
            <a:chOff x="5432" y="3030"/>
            <a:chExt cx="78" cy="51"/>
          </a:xfrm>
        </p:grpSpPr>
        <p:sp>
          <p:nvSpPr>
            <p:cNvPr id="173105" name="Rectangle 46">
              <a:extLst>
                <a:ext uri="{FF2B5EF4-FFF2-40B4-BE49-F238E27FC236}">
                  <a16:creationId xmlns:a16="http://schemas.microsoft.com/office/drawing/2014/main" id="{2B7534F9-566F-2D49-B1D1-9530E0566BF9}"/>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3106" name="Line 47">
              <a:extLst>
                <a:ext uri="{FF2B5EF4-FFF2-40B4-BE49-F238E27FC236}">
                  <a16:creationId xmlns:a16="http://schemas.microsoft.com/office/drawing/2014/main" id="{07E2B82A-9EDB-B147-AB3B-33D892322832}"/>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107" name="Line 48">
              <a:extLst>
                <a:ext uri="{FF2B5EF4-FFF2-40B4-BE49-F238E27FC236}">
                  <a16:creationId xmlns:a16="http://schemas.microsoft.com/office/drawing/2014/main" id="{126C65D4-DD15-9444-A52C-4DE7309D867E}"/>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73096" name="Rectangle 69">
            <a:extLst>
              <a:ext uri="{FF2B5EF4-FFF2-40B4-BE49-F238E27FC236}">
                <a16:creationId xmlns:a16="http://schemas.microsoft.com/office/drawing/2014/main" id="{51EBF315-28A8-464E-81DD-CA1741E6E329}"/>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73097" name="Rectangle 71">
            <a:extLst>
              <a:ext uri="{FF2B5EF4-FFF2-40B4-BE49-F238E27FC236}">
                <a16:creationId xmlns:a16="http://schemas.microsoft.com/office/drawing/2014/main" id="{969D97DC-5889-F341-A4DC-F8E08CF593FC}"/>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73098" name="Rectangle 72">
            <a:extLst>
              <a:ext uri="{FF2B5EF4-FFF2-40B4-BE49-F238E27FC236}">
                <a16:creationId xmlns:a16="http://schemas.microsoft.com/office/drawing/2014/main" id="{D37B64AE-CF16-D642-B9FA-E18560905270}"/>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grpSp>
        <p:nvGrpSpPr>
          <p:cNvPr id="468048" name="Group 80">
            <a:extLst>
              <a:ext uri="{FF2B5EF4-FFF2-40B4-BE49-F238E27FC236}">
                <a16:creationId xmlns:a16="http://schemas.microsoft.com/office/drawing/2014/main" id="{03E63545-2823-6341-A2E3-D053EE1EBF3D}"/>
              </a:ext>
            </a:extLst>
          </p:cNvPr>
          <p:cNvGrpSpPr>
            <a:grpSpLocks/>
          </p:cNvGrpSpPr>
          <p:nvPr/>
        </p:nvGrpSpPr>
        <p:grpSpPr bwMode="auto">
          <a:xfrm>
            <a:off x="1340644" y="1006079"/>
            <a:ext cx="6579394" cy="3858815"/>
            <a:chOff x="166" y="845"/>
            <a:chExt cx="5526" cy="3241"/>
          </a:xfrm>
        </p:grpSpPr>
        <p:sp>
          <p:nvSpPr>
            <p:cNvPr id="173103" name="Text Box 74">
              <a:extLst>
                <a:ext uri="{FF2B5EF4-FFF2-40B4-BE49-F238E27FC236}">
                  <a16:creationId xmlns:a16="http://schemas.microsoft.com/office/drawing/2014/main" id="{205A9842-2B97-5940-961E-D1C1D555298B}"/>
                </a:ext>
              </a:extLst>
            </p:cNvPr>
            <p:cNvSpPr txBox="1">
              <a:spLocks noChangeArrowheads="1"/>
            </p:cNvSpPr>
            <p:nvPr/>
          </p:nvSpPr>
          <p:spPr bwMode="auto">
            <a:xfrm>
              <a:off x="166" y="3194"/>
              <a:ext cx="5480" cy="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总长度</a:t>
              </a:r>
              <a:r>
                <a:rPr lang="en-US" altLang="zh-CN" sz="2100">
                  <a:latin typeface="Arial" panose="020B0604020202020204" pitchFamily="34" charset="0"/>
                  <a:ea typeface="宋体" panose="02010600030101010101" pitchFamily="2" charset="-122"/>
                </a:rPr>
                <a:t>——</a:t>
              </a:r>
              <a:r>
                <a:rPr lang="zh-CN" altLang="en-US" sz="2100">
                  <a:latin typeface="微软雅黑" panose="020B0503020204020204" pitchFamily="34" charset="-122"/>
                  <a:ea typeface="宋体" panose="02010600030101010101" pitchFamily="2" charset="-122"/>
                </a:rPr>
                <a:t>占 </a:t>
              </a:r>
              <a:r>
                <a:rPr lang="en-US" altLang="zh-CN" sz="2100">
                  <a:latin typeface="微软雅黑" panose="020B0503020204020204" pitchFamily="34" charset="-122"/>
                  <a:ea typeface="宋体" panose="02010600030101010101" pitchFamily="2" charset="-122"/>
                </a:rPr>
                <a:t>16 </a:t>
              </a:r>
              <a:r>
                <a:rPr lang="zh-CN" altLang="en-US" sz="2100">
                  <a:latin typeface="微软雅黑" panose="020B0503020204020204" pitchFamily="34" charset="-122"/>
                  <a:ea typeface="宋体" panose="02010600030101010101" pitchFamily="2" charset="-122"/>
                </a:rPr>
                <a:t>位，指首部和数据之和的长度，</a:t>
              </a:r>
            </a:p>
            <a:p>
              <a:pPr algn="ct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单位为字节，因此数据报的最大长度为 </a:t>
              </a:r>
              <a:r>
                <a:rPr lang="en-US" altLang="zh-CN" sz="2100">
                  <a:latin typeface="微软雅黑" panose="020B0503020204020204" pitchFamily="34" charset="-122"/>
                  <a:ea typeface="宋体" panose="02010600030101010101" pitchFamily="2" charset="-122"/>
                </a:rPr>
                <a:t>65535 </a:t>
              </a:r>
              <a:r>
                <a:rPr lang="zh-CN" altLang="en-US" sz="2100">
                  <a:latin typeface="微软雅黑" panose="020B0503020204020204" pitchFamily="34" charset="-122"/>
                  <a:ea typeface="宋体" panose="02010600030101010101" pitchFamily="2" charset="-122"/>
                </a:rPr>
                <a:t>字节。</a:t>
              </a:r>
            </a:p>
            <a:p>
              <a:pPr algn="ct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总长度必须不超过最大传送单元 </a:t>
              </a:r>
              <a:r>
                <a:rPr lang="en-US" altLang="zh-CN" sz="2100">
                  <a:latin typeface="微软雅黑" panose="020B0503020204020204" pitchFamily="34" charset="-122"/>
                  <a:ea typeface="宋体" panose="02010600030101010101" pitchFamily="2" charset="-122"/>
                </a:rPr>
                <a:t>MTU</a:t>
              </a:r>
              <a:r>
                <a:rPr lang="zh-CN" altLang="en-US" sz="2100">
                  <a:latin typeface="微软雅黑" panose="020B0503020204020204" pitchFamily="34" charset="-122"/>
                  <a:ea typeface="宋体" panose="02010600030101010101" pitchFamily="2" charset="-122"/>
                </a:rPr>
                <a:t>。</a:t>
              </a:r>
              <a:r>
                <a:rPr lang="zh-CN" altLang="en-US" sz="2100">
                  <a:solidFill>
                    <a:schemeClr val="tx1"/>
                  </a:solidFill>
                  <a:latin typeface="微软雅黑" panose="020B0503020204020204" pitchFamily="34" charset="-122"/>
                  <a:ea typeface="宋体" panose="02010600030101010101" pitchFamily="2" charset="-122"/>
                </a:rPr>
                <a:t> </a:t>
              </a:r>
            </a:p>
          </p:txBody>
        </p:sp>
        <p:sp>
          <p:nvSpPr>
            <p:cNvPr id="173104" name="Rectangle 79">
              <a:extLst>
                <a:ext uri="{FF2B5EF4-FFF2-40B4-BE49-F238E27FC236}">
                  <a16:creationId xmlns:a16="http://schemas.microsoft.com/office/drawing/2014/main" id="{A085E6F5-D01E-044A-8ED9-A11541E01A04}"/>
                </a:ext>
              </a:extLst>
            </p:cNvPr>
            <p:cNvSpPr>
              <a:spLocks noChangeArrowheads="1"/>
            </p:cNvSpPr>
            <p:nvPr/>
          </p:nvSpPr>
          <p:spPr bwMode="auto">
            <a:xfrm>
              <a:off x="3208" y="845"/>
              <a:ext cx="2484" cy="307"/>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73100" name="AutoShape 81">
            <a:extLst>
              <a:ext uri="{FF2B5EF4-FFF2-40B4-BE49-F238E27FC236}">
                <a16:creationId xmlns:a16="http://schemas.microsoft.com/office/drawing/2014/main" id="{E045EC7F-3C15-914E-AA28-AE6BB7FC0DAC}"/>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3101" name="Rectangle 82">
            <a:extLst>
              <a:ext uri="{FF2B5EF4-FFF2-40B4-BE49-F238E27FC236}">
                <a16:creationId xmlns:a16="http://schemas.microsoft.com/office/drawing/2014/main" id="{A98ADAF1-4FCF-2646-AAC6-86AAB2341A5B}"/>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73102" name="幻灯片编号占位符 1">
            <a:extLst>
              <a:ext uri="{FF2B5EF4-FFF2-40B4-BE49-F238E27FC236}">
                <a16:creationId xmlns:a16="http://schemas.microsoft.com/office/drawing/2014/main" id="{617BFA86-B97A-3347-AA09-4D8A7F5A71F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1AF5AC3-E313-6B43-8945-4B5E3B94FE7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8248225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0"/>
                                  </p:stCondLst>
                                  <p:childTnLst>
                                    <p:anim calcmode="discrete" valueType="str">
                                      <p:cBhvr>
                                        <p:cTn id="6" dur="1000" fill="hold"/>
                                        <p:tgtEl>
                                          <p:spTgt spid="46804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5105" name="Line 2">
            <a:extLst>
              <a:ext uri="{FF2B5EF4-FFF2-40B4-BE49-F238E27FC236}">
                <a16:creationId xmlns:a16="http://schemas.microsoft.com/office/drawing/2014/main" id="{35D83A19-BF02-794E-804E-A5E62752D6A4}"/>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75106" name="Rectangle 3">
            <a:extLst>
              <a:ext uri="{FF2B5EF4-FFF2-40B4-BE49-F238E27FC236}">
                <a16:creationId xmlns:a16="http://schemas.microsoft.com/office/drawing/2014/main" id="{C8377C1E-A2A2-CE45-8B90-4F7670DEE244}"/>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75107" name="Rectangle 4">
            <a:extLst>
              <a:ext uri="{FF2B5EF4-FFF2-40B4-BE49-F238E27FC236}">
                <a16:creationId xmlns:a16="http://schemas.microsoft.com/office/drawing/2014/main" id="{FA9F4070-1CC8-E74A-87D1-964E20FD6295}"/>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5108" name="Rectangle 6">
            <a:extLst>
              <a:ext uri="{FF2B5EF4-FFF2-40B4-BE49-F238E27FC236}">
                <a16:creationId xmlns:a16="http://schemas.microsoft.com/office/drawing/2014/main" id="{26A3248B-EB69-AE48-89CE-30D25745D02F}"/>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5109" name="Rectangle 7">
            <a:extLst>
              <a:ext uri="{FF2B5EF4-FFF2-40B4-BE49-F238E27FC236}">
                <a16:creationId xmlns:a16="http://schemas.microsoft.com/office/drawing/2014/main" id="{6ADF6AA1-3B0B-084C-8E88-6E89D4D45FE5}"/>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5110" name="Line 8">
            <a:extLst>
              <a:ext uri="{FF2B5EF4-FFF2-40B4-BE49-F238E27FC236}">
                <a16:creationId xmlns:a16="http://schemas.microsoft.com/office/drawing/2014/main" id="{01919B10-5FCD-E740-A2AD-BFCB19E3807B}"/>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11" name="Line 9">
            <a:extLst>
              <a:ext uri="{FF2B5EF4-FFF2-40B4-BE49-F238E27FC236}">
                <a16:creationId xmlns:a16="http://schemas.microsoft.com/office/drawing/2014/main" id="{F39F4CA0-1884-0140-A3D3-8536C8242F9A}"/>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12" name="Line 10">
            <a:extLst>
              <a:ext uri="{FF2B5EF4-FFF2-40B4-BE49-F238E27FC236}">
                <a16:creationId xmlns:a16="http://schemas.microsoft.com/office/drawing/2014/main" id="{95C93CF6-3385-2947-B144-2C64AFD26922}"/>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13" name="Line 11">
            <a:extLst>
              <a:ext uri="{FF2B5EF4-FFF2-40B4-BE49-F238E27FC236}">
                <a16:creationId xmlns:a16="http://schemas.microsoft.com/office/drawing/2014/main" id="{72E368B8-0B5F-D340-884D-F03A13966830}"/>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14" name="Line 12">
            <a:extLst>
              <a:ext uri="{FF2B5EF4-FFF2-40B4-BE49-F238E27FC236}">
                <a16:creationId xmlns:a16="http://schemas.microsoft.com/office/drawing/2014/main" id="{A50A222B-119F-0942-891F-624898B66DD2}"/>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15" name="Line 13">
            <a:extLst>
              <a:ext uri="{FF2B5EF4-FFF2-40B4-BE49-F238E27FC236}">
                <a16:creationId xmlns:a16="http://schemas.microsoft.com/office/drawing/2014/main" id="{85DAE975-8549-9242-A7A8-D2EAF38D23C2}"/>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16" name="Line 14">
            <a:extLst>
              <a:ext uri="{FF2B5EF4-FFF2-40B4-BE49-F238E27FC236}">
                <a16:creationId xmlns:a16="http://schemas.microsoft.com/office/drawing/2014/main" id="{CD7C9643-5302-F842-8225-3C388999CFCE}"/>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17" name="Line 15">
            <a:extLst>
              <a:ext uri="{FF2B5EF4-FFF2-40B4-BE49-F238E27FC236}">
                <a16:creationId xmlns:a16="http://schemas.microsoft.com/office/drawing/2014/main" id="{A4BD392E-C74B-F748-8FDC-E0B77A4F4655}"/>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18" name="Line 16">
            <a:extLst>
              <a:ext uri="{FF2B5EF4-FFF2-40B4-BE49-F238E27FC236}">
                <a16:creationId xmlns:a16="http://schemas.microsoft.com/office/drawing/2014/main" id="{25B8ADBC-55A1-F446-891B-4639F441DACE}"/>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19" name="Line 17">
            <a:extLst>
              <a:ext uri="{FF2B5EF4-FFF2-40B4-BE49-F238E27FC236}">
                <a16:creationId xmlns:a16="http://schemas.microsoft.com/office/drawing/2014/main" id="{A1EA2DFC-DEF4-0148-A75B-CB9B0CBCA8FD}"/>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20" name="Line 18">
            <a:extLst>
              <a:ext uri="{FF2B5EF4-FFF2-40B4-BE49-F238E27FC236}">
                <a16:creationId xmlns:a16="http://schemas.microsoft.com/office/drawing/2014/main" id="{D078A018-2871-5645-ACB1-562CA71CF0D1}"/>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21" name="Rectangle 19">
            <a:extLst>
              <a:ext uri="{FF2B5EF4-FFF2-40B4-BE49-F238E27FC236}">
                <a16:creationId xmlns:a16="http://schemas.microsoft.com/office/drawing/2014/main" id="{68071DC7-402F-CD4B-9576-B32B92210252}"/>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75122" name="Rectangle 20">
            <a:extLst>
              <a:ext uri="{FF2B5EF4-FFF2-40B4-BE49-F238E27FC236}">
                <a16:creationId xmlns:a16="http://schemas.microsoft.com/office/drawing/2014/main" id="{8B5D403E-5E63-AB43-87EF-8B34109C224F}"/>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75123" name="Rectangle 21">
            <a:extLst>
              <a:ext uri="{FF2B5EF4-FFF2-40B4-BE49-F238E27FC236}">
                <a16:creationId xmlns:a16="http://schemas.microsoft.com/office/drawing/2014/main" id="{2417551F-7FC5-004A-A672-EC9D8C65E09F}"/>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75124" name="Rectangle 22">
            <a:extLst>
              <a:ext uri="{FF2B5EF4-FFF2-40B4-BE49-F238E27FC236}">
                <a16:creationId xmlns:a16="http://schemas.microsoft.com/office/drawing/2014/main" id="{E05D2B72-2B84-2543-92B5-63AEC89A43F0}"/>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75125" name="Rectangle 23">
            <a:extLst>
              <a:ext uri="{FF2B5EF4-FFF2-40B4-BE49-F238E27FC236}">
                <a16:creationId xmlns:a16="http://schemas.microsoft.com/office/drawing/2014/main" id="{569E4A46-42F4-BB4B-8FC7-C77B8D3C9CB3}"/>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75126" name="Rectangle 24">
            <a:extLst>
              <a:ext uri="{FF2B5EF4-FFF2-40B4-BE49-F238E27FC236}">
                <a16:creationId xmlns:a16="http://schemas.microsoft.com/office/drawing/2014/main" id="{2C38EB86-C37F-E748-ABCB-46B4B239B36C}"/>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75127" name="Rectangle 25">
            <a:extLst>
              <a:ext uri="{FF2B5EF4-FFF2-40B4-BE49-F238E27FC236}">
                <a16:creationId xmlns:a16="http://schemas.microsoft.com/office/drawing/2014/main" id="{C11A30F7-1451-DC48-A7DB-77455FEC8834}"/>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75128" name="Rectangle 26">
            <a:extLst>
              <a:ext uri="{FF2B5EF4-FFF2-40B4-BE49-F238E27FC236}">
                <a16:creationId xmlns:a16="http://schemas.microsoft.com/office/drawing/2014/main" id="{65407068-70E7-B049-A29D-B653728EFDAD}"/>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75129" name="Rectangle 27">
            <a:extLst>
              <a:ext uri="{FF2B5EF4-FFF2-40B4-BE49-F238E27FC236}">
                <a16:creationId xmlns:a16="http://schemas.microsoft.com/office/drawing/2014/main" id="{9C3D0B8A-2222-9C4C-8770-C0D7FE78DE56}"/>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75130" name="Rectangle 28">
            <a:extLst>
              <a:ext uri="{FF2B5EF4-FFF2-40B4-BE49-F238E27FC236}">
                <a16:creationId xmlns:a16="http://schemas.microsoft.com/office/drawing/2014/main" id="{D15602C1-21BC-5C44-BD8A-4B30E3345E63}"/>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75131" name="Rectangle 29">
            <a:extLst>
              <a:ext uri="{FF2B5EF4-FFF2-40B4-BE49-F238E27FC236}">
                <a16:creationId xmlns:a16="http://schemas.microsoft.com/office/drawing/2014/main" id="{F75CCD69-CC5D-CF43-87E3-EE079AEA2DC8}"/>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75132" name="Rectangle 30">
            <a:extLst>
              <a:ext uri="{FF2B5EF4-FFF2-40B4-BE49-F238E27FC236}">
                <a16:creationId xmlns:a16="http://schemas.microsoft.com/office/drawing/2014/main" id="{21D7A97D-7C63-3B42-A67C-6B340F5416D8}"/>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75133" name="Rectangle 32">
            <a:extLst>
              <a:ext uri="{FF2B5EF4-FFF2-40B4-BE49-F238E27FC236}">
                <a16:creationId xmlns:a16="http://schemas.microsoft.com/office/drawing/2014/main" id="{0F754DF9-24C5-B446-85D4-32D5FB6E5D1B}"/>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75134" name="Rectangle 33">
            <a:extLst>
              <a:ext uri="{FF2B5EF4-FFF2-40B4-BE49-F238E27FC236}">
                <a16:creationId xmlns:a16="http://schemas.microsoft.com/office/drawing/2014/main" id="{C4A61CA0-5112-4540-8425-7C4041AF3377}"/>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75135" name="Rectangle 34">
            <a:extLst>
              <a:ext uri="{FF2B5EF4-FFF2-40B4-BE49-F238E27FC236}">
                <a16:creationId xmlns:a16="http://schemas.microsoft.com/office/drawing/2014/main" id="{14AAFC0C-EF11-8A4F-B419-5B264DC68756}"/>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75136" name="Rectangle 35">
            <a:extLst>
              <a:ext uri="{FF2B5EF4-FFF2-40B4-BE49-F238E27FC236}">
                <a16:creationId xmlns:a16="http://schemas.microsoft.com/office/drawing/2014/main" id="{B35D755B-ED9A-2540-A073-8F3B3D055A1E}"/>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75137" name="Rectangle 36">
            <a:extLst>
              <a:ext uri="{FF2B5EF4-FFF2-40B4-BE49-F238E27FC236}">
                <a16:creationId xmlns:a16="http://schemas.microsoft.com/office/drawing/2014/main" id="{A4924EA0-B6BC-564A-BA09-4D7F0180C826}"/>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75138" name="Rectangle 37">
            <a:extLst>
              <a:ext uri="{FF2B5EF4-FFF2-40B4-BE49-F238E27FC236}">
                <a16:creationId xmlns:a16="http://schemas.microsoft.com/office/drawing/2014/main" id="{ED3E64AA-1B26-D949-8EF2-FBCAD6DA7D6D}"/>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75139" name="Rectangle 38">
            <a:extLst>
              <a:ext uri="{FF2B5EF4-FFF2-40B4-BE49-F238E27FC236}">
                <a16:creationId xmlns:a16="http://schemas.microsoft.com/office/drawing/2014/main" id="{16A851E3-29B8-2144-8E8F-E4DCC25F18EE}"/>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75140" name="Rectangle 39">
            <a:extLst>
              <a:ext uri="{FF2B5EF4-FFF2-40B4-BE49-F238E27FC236}">
                <a16:creationId xmlns:a16="http://schemas.microsoft.com/office/drawing/2014/main" id="{21117500-798C-484A-AC06-2A7A67B1616D}"/>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75141" name="Rectangle 40">
            <a:extLst>
              <a:ext uri="{FF2B5EF4-FFF2-40B4-BE49-F238E27FC236}">
                <a16:creationId xmlns:a16="http://schemas.microsoft.com/office/drawing/2014/main" id="{1326A49E-5EDE-8C49-AC63-414987ED545F}"/>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75142" name="Group 41">
            <a:extLst>
              <a:ext uri="{FF2B5EF4-FFF2-40B4-BE49-F238E27FC236}">
                <a16:creationId xmlns:a16="http://schemas.microsoft.com/office/drawing/2014/main" id="{FB3C6279-CDFB-9B46-A859-602AADDD30C8}"/>
              </a:ext>
            </a:extLst>
          </p:cNvPr>
          <p:cNvGrpSpPr>
            <a:grpSpLocks/>
          </p:cNvGrpSpPr>
          <p:nvPr/>
        </p:nvGrpSpPr>
        <p:grpSpPr bwMode="auto">
          <a:xfrm>
            <a:off x="1945482" y="2811066"/>
            <a:ext cx="98822" cy="52388"/>
            <a:chOff x="833" y="3024"/>
            <a:chExt cx="78" cy="51"/>
          </a:xfrm>
        </p:grpSpPr>
        <p:sp>
          <p:nvSpPr>
            <p:cNvPr id="175156" name="Rectangle 42">
              <a:extLst>
                <a:ext uri="{FF2B5EF4-FFF2-40B4-BE49-F238E27FC236}">
                  <a16:creationId xmlns:a16="http://schemas.microsoft.com/office/drawing/2014/main" id="{FB254A75-7023-AB41-9BCF-3CA622D16653}"/>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5157" name="Line 43">
              <a:extLst>
                <a:ext uri="{FF2B5EF4-FFF2-40B4-BE49-F238E27FC236}">
                  <a16:creationId xmlns:a16="http://schemas.microsoft.com/office/drawing/2014/main" id="{4989C49F-274B-E045-99E8-24ACE901148B}"/>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58" name="Line 44">
              <a:extLst>
                <a:ext uri="{FF2B5EF4-FFF2-40B4-BE49-F238E27FC236}">
                  <a16:creationId xmlns:a16="http://schemas.microsoft.com/office/drawing/2014/main" id="{294904FB-1FFF-0544-A759-83337449376B}"/>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75143" name="Group 45">
            <a:extLst>
              <a:ext uri="{FF2B5EF4-FFF2-40B4-BE49-F238E27FC236}">
                <a16:creationId xmlns:a16="http://schemas.microsoft.com/office/drawing/2014/main" id="{5163BE0A-351F-9045-A782-FF30BFE3D5E5}"/>
              </a:ext>
            </a:extLst>
          </p:cNvPr>
          <p:cNvGrpSpPr>
            <a:grpSpLocks/>
          </p:cNvGrpSpPr>
          <p:nvPr/>
        </p:nvGrpSpPr>
        <p:grpSpPr bwMode="auto">
          <a:xfrm>
            <a:off x="7846219" y="2818210"/>
            <a:ext cx="98822" cy="50006"/>
            <a:chOff x="5432" y="3030"/>
            <a:chExt cx="78" cy="51"/>
          </a:xfrm>
        </p:grpSpPr>
        <p:sp>
          <p:nvSpPr>
            <p:cNvPr id="175153" name="Rectangle 46">
              <a:extLst>
                <a:ext uri="{FF2B5EF4-FFF2-40B4-BE49-F238E27FC236}">
                  <a16:creationId xmlns:a16="http://schemas.microsoft.com/office/drawing/2014/main" id="{C733C666-418B-4A44-A543-07D0C38D968D}"/>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5154" name="Line 47">
              <a:extLst>
                <a:ext uri="{FF2B5EF4-FFF2-40B4-BE49-F238E27FC236}">
                  <a16:creationId xmlns:a16="http://schemas.microsoft.com/office/drawing/2014/main" id="{117029AD-9EAB-2641-BAE1-FE0002767330}"/>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55" name="Line 48">
              <a:extLst>
                <a:ext uri="{FF2B5EF4-FFF2-40B4-BE49-F238E27FC236}">
                  <a16:creationId xmlns:a16="http://schemas.microsoft.com/office/drawing/2014/main" id="{E8AFF529-6892-4445-9C23-4E0E437CAE72}"/>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75144" name="Rectangle 69">
            <a:extLst>
              <a:ext uri="{FF2B5EF4-FFF2-40B4-BE49-F238E27FC236}">
                <a16:creationId xmlns:a16="http://schemas.microsoft.com/office/drawing/2014/main" id="{C85D68D9-0C03-1840-B48E-0218681C1F24}"/>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75145" name="Rectangle 71">
            <a:extLst>
              <a:ext uri="{FF2B5EF4-FFF2-40B4-BE49-F238E27FC236}">
                <a16:creationId xmlns:a16="http://schemas.microsoft.com/office/drawing/2014/main" id="{6DE800A3-51D9-D94F-9FC9-16E5EA79C248}"/>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75146" name="Rectangle 72">
            <a:extLst>
              <a:ext uri="{FF2B5EF4-FFF2-40B4-BE49-F238E27FC236}">
                <a16:creationId xmlns:a16="http://schemas.microsoft.com/office/drawing/2014/main" id="{BE8B9E20-3314-2B48-B264-7A5306A8DEB0}"/>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grpSp>
        <p:nvGrpSpPr>
          <p:cNvPr id="471117" name="Group 77">
            <a:extLst>
              <a:ext uri="{FF2B5EF4-FFF2-40B4-BE49-F238E27FC236}">
                <a16:creationId xmlns:a16="http://schemas.microsoft.com/office/drawing/2014/main" id="{25F6B7F3-60FA-6E4E-A3AC-287902ED0745}"/>
              </a:ext>
            </a:extLst>
          </p:cNvPr>
          <p:cNvGrpSpPr>
            <a:grpSpLocks/>
          </p:cNvGrpSpPr>
          <p:nvPr/>
        </p:nvGrpSpPr>
        <p:grpSpPr bwMode="auto">
          <a:xfrm>
            <a:off x="1913335" y="1341835"/>
            <a:ext cx="5381625" cy="3199210"/>
            <a:chOff x="647" y="1127"/>
            <a:chExt cx="4520" cy="2687"/>
          </a:xfrm>
        </p:grpSpPr>
        <p:sp>
          <p:nvSpPr>
            <p:cNvPr id="175151" name="Text Box 74">
              <a:extLst>
                <a:ext uri="{FF2B5EF4-FFF2-40B4-BE49-F238E27FC236}">
                  <a16:creationId xmlns:a16="http://schemas.microsoft.com/office/drawing/2014/main" id="{33E53D2D-C0D4-9E44-9754-40255F46F899}"/>
                </a:ext>
              </a:extLst>
            </p:cNvPr>
            <p:cNvSpPr txBox="1">
              <a:spLocks noChangeArrowheads="1"/>
            </p:cNvSpPr>
            <p:nvPr/>
          </p:nvSpPr>
          <p:spPr bwMode="auto">
            <a:xfrm>
              <a:off x="647" y="3194"/>
              <a:ext cx="4520" cy="6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标识</a:t>
              </a:r>
              <a:r>
                <a:rPr lang="en-US" altLang="zh-CN" sz="2100">
                  <a:latin typeface="微软雅黑" panose="020B0503020204020204" pitchFamily="34" charset="-122"/>
                  <a:ea typeface="宋体" panose="02010600030101010101" pitchFamily="2" charset="-122"/>
                </a:rPr>
                <a:t>(identification)    </a:t>
              </a:r>
              <a:r>
                <a:rPr lang="zh-CN" altLang="en-US" sz="2100">
                  <a:latin typeface="微软雅黑" panose="020B0503020204020204" pitchFamily="34" charset="-122"/>
                  <a:ea typeface="宋体" panose="02010600030101010101" pitchFamily="2" charset="-122"/>
                </a:rPr>
                <a:t>占 </a:t>
              </a:r>
              <a:r>
                <a:rPr lang="en-US" altLang="zh-CN" sz="2100">
                  <a:latin typeface="微软雅黑" panose="020B0503020204020204" pitchFamily="34" charset="-122"/>
                  <a:ea typeface="宋体" panose="02010600030101010101" pitchFamily="2" charset="-122"/>
                </a:rPr>
                <a:t>16 </a:t>
              </a:r>
              <a:r>
                <a:rPr lang="zh-CN" altLang="en-US" sz="2100">
                  <a:latin typeface="微软雅黑" panose="020B0503020204020204" pitchFamily="34" charset="-122"/>
                  <a:ea typeface="宋体" panose="02010600030101010101" pitchFamily="2" charset="-122"/>
                </a:rPr>
                <a:t>位，</a:t>
              </a:r>
            </a:p>
            <a:p>
              <a:pPr algn="ct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它是一个计数器，用来产生数据报的标识。 </a:t>
              </a:r>
            </a:p>
          </p:txBody>
        </p:sp>
        <p:sp>
          <p:nvSpPr>
            <p:cNvPr id="175152" name="Rectangle 76">
              <a:extLst>
                <a:ext uri="{FF2B5EF4-FFF2-40B4-BE49-F238E27FC236}">
                  <a16:creationId xmlns:a16="http://schemas.microsoft.com/office/drawing/2014/main" id="{DC5614CF-AC26-F541-A1F8-3BA359DFCC46}"/>
                </a:ext>
              </a:extLst>
            </p:cNvPr>
            <p:cNvSpPr>
              <a:spLocks noChangeArrowheads="1"/>
            </p:cNvSpPr>
            <p:nvPr/>
          </p:nvSpPr>
          <p:spPr bwMode="auto">
            <a:xfrm>
              <a:off x="703" y="1127"/>
              <a:ext cx="2484" cy="307"/>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75148" name="AutoShape 78">
            <a:extLst>
              <a:ext uri="{FF2B5EF4-FFF2-40B4-BE49-F238E27FC236}">
                <a16:creationId xmlns:a16="http://schemas.microsoft.com/office/drawing/2014/main" id="{9AC6CEE8-34CB-754A-8781-1EBD66CA5744}"/>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5149" name="Rectangle 79">
            <a:extLst>
              <a:ext uri="{FF2B5EF4-FFF2-40B4-BE49-F238E27FC236}">
                <a16:creationId xmlns:a16="http://schemas.microsoft.com/office/drawing/2014/main" id="{868F21BF-539B-3344-B69A-56E5375F413E}"/>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75150" name="幻灯片编号占位符 1">
            <a:extLst>
              <a:ext uri="{FF2B5EF4-FFF2-40B4-BE49-F238E27FC236}">
                <a16:creationId xmlns:a16="http://schemas.microsoft.com/office/drawing/2014/main" id="{FB93D521-CB1E-DF4B-BAB4-33D9DD63378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CE85495-B9F7-CE48-848A-A3077C4A9721}"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6567138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0"/>
                                  </p:stCondLst>
                                  <p:childTnLst>
                                    <p:anim calcmode="discrete" valueType="str">
                                      <p:cBhvr>
                                        <p:cTn id="6" dur="1000" fill="hold"/>
                                        <p:tgtEl>
                                          <p:spTgt spid="47111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7153" name="Line 2">
            <a:extLst>
              <a:ext uri="{FF2B5EF4-FFF2-40B4-BE49-F238E27FC236}">
                <a16:creationId xmlns:a16="http://schemas.microsoft.com/office/drawing/2014/main" id="{3A504DC6-4E2F-7540-A9C8-4A063FC481ED}"/>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77154" name="Rectangle 3">
            <a:extLst>
              <a:ext uri="{FF2B5EF4-FFF2-40B4-BE49-F238E27FC236}">
                <a16:creationId xmlns:a16="http://schemas.microsoft.com/office/drawing/2014/main" id="{EF0A310E-F07B-204D-A64B-27AFE922ECA6}"/>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77155" name="Rectangle 4">
            <a:extLst>
              <a:ext uri="{FF2B5EF4-FFF2-40B4-BE49-F238E27FC236}">
                <a16:creationId xmlns:a16="http://schemas.microsoft.com/office/drawing/2014/main" id="{77EA9F91-1743-6344-BF5C-CEDB7EB0712F}"/>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7156" name="Rectangle 6">
            <a:extLst>
              <a:ext uri="{FF2B5EF4-FFF2-40B4-BE49-F238E27FC236}">
                <a16:creationId xmlns:a16="http://schemas.microsoft.com/office/drawing/2014/main" id="{DB9189CE-54AD-2E47-A150-501AE3726514}"/>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7157" name="Rectangle 7">
            <a:extLst>
              <a:ext uri="{FF2B5EF4-FFF2-40B4-BE49-F238E27FC236}">
                <a16:creationId xmlns:a16="http://schemas.microsoft.com/office/drawing/2014/main" id="{B683D5BB-9050-E34B-825A-5B10CF7786FE}"/>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7158" name="Line 8">
            <a:extLst>
              <a:ext uri="{FF2B5EF4-FFF2-40B4-BE49-F238E27FC236}">
                <a16:creationId xmlns:a16="http://schemas.microsoft.com/office/drawing/2014/main" id="{DE89D1F0-120F-E94A-8241-E42E267DE1F4}"/>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59" name="Line 9">
            <a:extLst>
              <a:ext uri="{FF2B5EF4-FFF2-40B4-BE49-F238E27FC236}">
                <a16:creationId xmlns:a16="http://schemas.microsoft.com/office/drawing/2014/main" id="{311F59D5-398F-B44A-BEF4-96AFBF9DEE2B}"/>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0" name="Line 10">
            <a:extLst>
              <a:ext uri="{FF2B5EF4-FFF2-40B4-BE49-F238E27FC236}">
                <a16:creationId xmlns:a16="http://schemas.microsoft.com/office/drawing/2014/main" id="{D1EBA54D-B247-FE47-A711-02629FFF0B6C}"/>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1" name="Line 11">
            <a:extLst>
              <a:ext uri="{FF2B5EF4-FFF2-40B4-BE49-F238E27FC236}">
                <a16:creationId xmlns:a16="http://schemas.microsoft.com/office/drawing/2014/main" id="{D505BE04-D100-334E-92AF-30D139C33D61}"/>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2" name="Line 12">
            <a:extLst>
              <a:ext uri="{FF2B5EF4-FFF2-40B4-BE49-F238E27FC236}">
                <a16:creationId xmlns:a16="http://schemas.microsoft.com/office/drawing/2014/main" id="{B2EA00D4-014E-B74D-BFAC-ABC9531F1499}"/>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3" name="Line 13">
            <a:extLst>
              <a:ext uri="{FF2B5EF4-FFF2-40B4-BE49-F238E27FC236}">
                <a16:creationId xmlns:a16="http://schemas.microsoft.com/office/drawing/2014/main" id="{CAFFA777-5AF0-1946-8D23-7AD35070299E}"/>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4" name="Line 14">
            <a:extLst>
              <a:ext uri="{FF2B5EF4-FFF2-40B4-BE49-F238E27FC236}">
                <a16:creationId xmlns:a16="http://schemas.microsoft.com/office/drawing/2014/main" id="{B5408007-25F2-3640-8078-438756065D8C}"/>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5" name="Line 15">
            <a:extLst>
              <a:ext uri="{FF2B5EF4-FFF2-40B4-BE49-F238E27FC236}">
                <a16:creationId xmlns:a16="http://schemas.microsoft.com/office/drawing/2014/main" id="{AFECB46B-B1E8-124B-83DE-3BFC0A0CF9C7}"/>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6" name="Line 16">
            <a:extLst>
              <a:ext uri="{FF2B5EF4-FFF2-40B4-BE49-F238E27FC236}">
                <a16:creationId xmlns:a16="http://schemas.microsoft.com/office/drawing/2014/main" id="{663E10FD-8C15-7742-BBA6-161A117140BC}"/>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7" name="Line 17">
            <a:extLst>
              <a:ext uri="{FF2B5EF4-FFF2-40B4-BE49-F238E27FC236}">
                <a16:creationId xmlns:a16="http://schemas.microsoft.com/office/drawing/2014/main" id="{45B5C5B3-1EFC-C043-92C1-6C9C7AE7E641}"/>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8" name="Line 18">
            <a:extLst>
              <a:ext uri="{FF2B5EF4-FFF2-40B4-BE49-F238E27FC236}">
                <a16:creationId xmlns:a16="http://schemas.microsoft.com/office/drawing/2014/main" id="{2B29F08D-6476-594D-9451-2FC96B96000C}"/>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9" name="Rectangle 19">
            <a:extLst>
              <a:ext uri="{FF2B5EF4-FFF2-40B4-BE49-F238E27FC236}">
                <a16:creationId xmlns:a16="http://schemas.microsoft.com/office/drawing/2014/main" id="{6A748964-759A-C14E-9813-0D348B17F1B7}"/>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77170" name="Rectangle 20">
            <a:extLst>
              <a:ext uri="{FF2B5EF4-FFF2-40B4-BE49-F238E27FC236}">
                <a16:creationId xmlns:a16="http://schemas.microsoft.com/office/drawing/2014/main" id="{51133914-1692-3446-B2A2-723B0A972775}"/>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77171" name="Rectangle 21">
            <a:extLst>
              <a:ext uri="{FF2B5EF4-FFF2-40B4-BE49-F238E27FC236}">
                <a16:creationId xmlns:a16="http://schemas.microsoft.com/office/drawing/2014/main" id="{C18EE606-66F6-A448-A263-7E1358A3F14D}"/>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77172" name="Rectangle 22">
            <a:extLst>
              <a:ext uri="{FF2B5EF4-FFF2-40B4-BE49-F238E27FC236}">
                <a16:creationId xmlns:a16="http://schemas.microsoft.com/office/drawing/2014/main" id="{C835E042-5563-DE4B-8DEB-CC759F6469A2}"/>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77173" name="Rectangle 23">
            <a:extLst>
              <a:ext uri="{FF2B5EF4-FFF2-40B4-BE49-F238E27FC236}">
                <a16:creationId xmlns:a16="http://schemas.microsoft.com/office/drawing/2014/main" id="{C175C134-5D88-AB46-A5E5-863214B0052B}"/>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77174" name="Rectangle 24">
            <a:extLst>
              <a:ext uri="{FF2B5EF4-FFF2-40B4-BE49-F238E27FC236}">
                <a16:creationId xmlns:a16="http://schemas.microsoft.com/office/drawing/2014/main" id="{2B9AA434-7F6E-A347-8E39-E320850F844A}"/>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77175" name="Rectangle 25">
            <a:extLst>
              <a:ext uri="{FF2B5EF4-FFF2-40B4-BE49-F238E27FC236}">
                <a16:creationId xmlns:a16="http://schemas.microsoft.com/office/drawing/2014/main" id="{605B98C1-B9AB-B04F-B871-80BF91E12A2E}"/>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77176" name="Rectangle 26">
            <a:extLst>
              <a:ext uri="{FF2B5EF4-FFF2-40B4-BE49-F238E27FC236}">
                <a16:creationId xmlns:a16="http://schemas.microsoft.com/office/drawing/2014/main" id="{3CA24EC3-A9C0-1849-92AC-604A36690B42}"/>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77177" name="Rectangle 27">
            <a:extLst>
              <a:ext uri="{FF2B5EF4-FFF2-40B4-BE49-F238E27FC236}">
                <a16:creationId xmlns:a16="http://schemas.microsoft.com/office/drawing/2014/main" id="{ABD12342-1E7E-CF48-B8A1-42EA1F30701F}"/>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77178" name="Rectangle 28">
            <a:extLst>
              <a:ext uri="{FF2B5EF4-FFF2-40B4-BE49-F238E27FC236}">
                <a16:creationId xmlns:a16="http://schemas.microsoft.com/office/drawing/2014/main" id="{E1183C93-0D6D-DA4C-A4AB-B57527601B09}"/>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77179" name="Rectangle 29">
            <a:extLst>
              <a:ext uri="{FF2B5EF4-FFF2-40B4-BE49-F238E27FC236}">
                <a16:creationId xmlns:a16="http://schemas.microsoft.com/office/drawing/2014/main" id="{CEB3D29A-50AA-D84A-9F41-085BFB92579D}"/>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77180" name="Rectangle 30">
            <a:extLst>
              <a:ext uri="{FF2B5EF4-FFF2-40B4-BE49-F238E27FC236}">
                <a16:creationId xmlns:a16="http://schemas.microsoft.com/office/drawing/2014/main" id="{32A71B35-FEDA-6844-A268-7ED7EE6A2848}"/>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77181" name="Rectangle 31">
            <a:extLst>
              <a:ext uri="{FF2B5EF4-FFF2-40B4-BE49-F238E27FC236}">
                <a16:creationId xmlns:a16="http://schemas.microsoft.com/office/drawing/2014/main" id="{3F28A58B-56CA-7F4B-8744-F2A73E07FA9E}"/>
              </a:ext>
            </a:extLst>
          </p:cNvPr>
          <p:cNvSpPr>
            <a:spLocks noChangeArrowheads="1"/>
          </p:cNvSpPr>
          <p:nvPr/>
        </p:nvSpPr>
        <p:spPr bwMode="auto">
          <a:xfrm>
            <a:off x="3620691"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77182" name="Rectangle 32">
            <a:extLst>
              <a:ext uri="{FF2B5EF4-FFF2-40B4-BE49-F238E27FC236}">
                <a16:creationId xmlns:a16="http://schemas.microsoft.com/office/drawing/2014/main" id="{0DA095C2-DA9E-B845-B86F-BE8857DAAF01}"/>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77183" name="Rectangle 33">
            <a:extLst>
              <a:ext uri="{FF2B5EF4-FFF2-40B4-BE49-F238E27FC236}">
                <a16:creationId xmlns:a16="http://schemas.microsoft.com/office/drawing/2014/main" id="{A0198D82-86D5-7140-BC69-ED07B89B2556}"/>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77184" name="Rectangle 34">
            <a:extLst>
              <a:ext uri="{FF2B5EF4-FFF2-40B4-BE49-F238E27FC236}">
                <a16:creationId xmlns:a16="http://schemas.microsoft.com/office/drawing/2014/main" id="{FD09EB25-208F-1649-8CE2-C38FA57E96FC}"/>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77185" name="Rectangle 35">
            <a:extLst>
              <a:ext uri="{FF2B5EF4-FFF2-40B4-BE49-F238E27FC236}">
                <a16:creationId xmlns:a16="http://schemas.microsoft.com/office/drawing/2014/main" id="{20E1DA96-69D2-5344-A3D8-06ECFDAA6780}"/>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77186" name="Rectangle 36">
            <a:extLst>
              <a:ext uri="{FF2B5EF4-FFF2-40B4-BE49-F238E27FC236}">
                <a16:creationId xmlns:a16="http://schemas.microsoft.com/office/drawing/2014/main" id="{5D7E26C5-A86C-084F-8F33-8C8687D7EB85}"/>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77187" name="Rectangle 37">
            <a:extLst>
              <a:ext uri="{FF2B5EF4-FFF2-40B4-BE49-F238E27FC236}">
                <a16:creationId xmlns:a16="http://schemas.microsoft.com/office/drawing/2014/main" id="{FBC6A1AA-A704-F04C-AC6B-4C8D8898CB1D}"/>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77188" name="Rectangle 38">
            <a:extLst>
              <a:ext uri="{FF2B5EF4-FFF2-40B4-BE49-F238E27FC236}">
                <a16:creationId xmlns:a16="http://schemas.microsoft.com/office/drawing/2014/main" id="{B4E4B24D-9802-F844-ADC3-84ADE7B0A0E8}"/>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77189" name="Rectangle 39">
            <a:extLst>
              <a:ext uri="{FF2B5EF4-FFF2-40B4-BE49-F238E27FC236}">
                <a16:creationId xmlns:a16="http://schemas.microsoft.com/office/drawing/2014/main" id="{3999E2E1-4025-BB45-81B9-ABB60B222CD4}"/>
              </a:ext>
            </a:extLst>
          </p:cNvPr>
          <p:cNvSpPr>
            <a:spLocks noChangeArrowheads="1"/>
          </p:cNvSpPr>
          <p:nvPr/>
        </p:nvSpPr>
        <p:spPr bwMode="auto">
          <a:xfrm>
            <a:off x="1653779"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77190" name="Rectangle 40">
            <a:extLst>
              <a:ext uri="{FF2B5EF4-FFF2-40B4-BE49-F238E27FC236}">
                <a16:creationId xmlns:a16="http://schemas.microsoft.com/office/drawing/2014/main" id="{C61E6F05-0D07-9843-89C8-A810D9DCC52A}"/>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77191" name="Group 41">
            <a:extLst>
              <a:ext uri="{FF2B5EF4-FFF2-40B4-BE49-F238E27FC236}">
                <a16:creationId xmlns:a16="http://schemas.microsoft.com/office/drawing/2014/main" id="{36043F17-7D1E-9540-93BD-67FACF979C13}"/>
              </a:ext>
            </a:extLst>
          </p:cNvPr>
          <p:cNvGrpSpPr>
            <a:grpSpLocks/>
          </p:cNvGrpSpPr>
          <p:nvPr/>
        </p:nvGrpSpPr>
        <p:grpSpPr bwMode="auto">
          <a:xfrm>
            <a:off x="1945482" y="2811066"/>
            <a:ext cx="98822" cy="52388"/>
            <a:chOff x="833" y="3024"/>
            <a:chExt cx="78" cy="51"/>
          </a:xfrm>
        </p:grpSpPr>
        <p:sp>
          <p:nvSpPr>
            <p:cNvPr id="177203" name="Rectangle 42">
              <a:extLst>
                <a:ext uri="{FF2B5EF4-FFF2-40B4-BE49-F238E27FC236}">
                  <a16:creationId xmlns:a16="http://schemas.microsoft.com/office/drawing/2014/main" id="{359901F7-FAC2-6146-BA8F-C3F34C51699E}"/>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7204" name="Line 43">
              <a:extLst>
                <a:ext uri="{FF2B5EF4-FFF2-40B4-BE49-F238E27FC236}">
                  <a16:creationId xmlns:a16="http://schemas.microsoft.com/office/drawing/2014/main" id="{C89021AA-44FE-1E4B-AC9B-B45A4070A4C3}"/>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205" name="Line 44">
              <a:extLst>
                <a:ext uri="{FF2B5EF4-FFF2-40B4-BE49-F238E27FC236}">
                  <a16:creationId xmlns:a16="http://schemas.microsoft.com/office/drawing/2014/main" id="{AB95EA02-E075-7042-B453-E47D64FA8C94}"/>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77192" name="Group 45">
            <a:extLst>
              <a:ext uri="{FF2B5EF4-FFF2-40B4-BE49-F238E27FC236}">
                <a16:creationId xmlns:a16="http://schemas.microsoft.com/office/drawing/2014/main" id="{E5F25E27-407C-8E44-901E-DADA41B41201}"/>
              </a:ext>
            </a:extLst>
          </p:cNvPr>
          <p:cNvGrpSpPr>
            <a:grpSpLocks/>
          </p:cNvGrpSpPr>
          <p:nvPr/>
        </p:nvGrpSpPr>
        <p:grpSpPr bwMode="auto">
          <a:xfrm>
            <a:off x="7846219" y="2818210"/>
            <a:ext cx="98822" cy="50006"/>
            <a:chOff x="5432" y="3030"/>
            <a:chExt cx="78" cy="51"/>
          </a:xfrm>
        </p:grpSpPr>
        <p:sp>
          <p:nvSpPr>
            <p:cNvPr id="177200" name="Rectangle 46">
              <a:extLst>
                <a:ext uri="{FF2B5EF4-FFF2-40B4-BE49-F238E27FC236}">
                  <a16:creationId xmlns:a16="http://schemas.microsoft.com/office/drawing/2014/main" id="{11F6F16C-51F0-C04D-BB09-403AC01C85D0}"/>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7201" name="Line 47">
              <a:extLst>
                <a:ext uri="{FF2B5EF4-FFF2-40B4-BE49-F238E27FC236}">
                  <a16:creationId xmlns:a16="http://schemas.microsoft.com/office/drawing/2014/main" id="{AE9F3CB3-B2A4-AA41-9289-D73FFF427AD0}"/>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202" name="Line 48">
              <a:extLst>
                <a:ext uri="{FF2B5EF4-FFF2-40B4-BE49-F238E27FC236}">
                  <a16:creationId xmlns:a16="http://schemas.microsoft.com/office/drawing/2014/main" id="{550C92DB-B9C7-3A43-BCAF-4CB270E2728A}"/>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77193" name="Rectangle 69">
            <a:extLst>
              <a:ext uri="{FF2B5EF4-FFF2-40B4-BE49-F238E27FC236}">
                <a16:creationId xmlns:a16="http://schemas.microsoft.com/office/drawing/2014/main" id="{F40906FA-80B3-F049-90B3-D7D382F1A4E4}"/>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77194" name="Rectangle 71">
            <a:extLst>
              <a:ext uri="{FF2B5EF4-FFF2-40B4-BE49-F238E27FC236}">
                <a16:creationId xmlns:a16="http://schemas.microsoft.com/office/drawing/2014/main" id="{E4EA1850-F141-ED44-9507-CE6EF4B807CB}"/>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77195" name="Rectangle 72">
            <a:extLst>
              <a:ext uri="{FF2B5EF4-FFF2-40B4-BE49-F238E27FC236}">
                <a16:creationId xmlns:a16="http://schemas.microsoft.com/office/drawing/2014/main" id="{EC5BD0B6-73CF-AA41-8E94-D3F8BF140E4A}"/>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sp>
        <p:nvSpPr>
          <p:cNvPr id="177196" name="Text Box 73">
            <a:extLst>
              <a:ext uri="{FF2B5EF4-FFF2-40B4-BE49-F238E27FC236}">
                <a16:creationId xmlns:a16="http://schemas.microsoft.com/office/drawing/2014/main" id="{7DFA53FC-7022-5749-ACFF-661B2886ACBF}"/>
              </a:ext>
            </a:extLst>
          </p:cNvPr>
          <p:cNvSpPr txBox="1">
            <a:spLocks noChangeArrowheads="1"/>
          </p:cNvSpPr>
          <p:nvPr/>
        </p:nvSpPr>
        <p:spPr bwMode="auto">
          <a:xfrm>
            <a:off x="1223963" y="3548063"/>
            <a:ext cx="6436377"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800">
                <a:latin typeface="微软雅黑" panose="020B0503020204020204" pitchFamily="34" charset="-122"/>
                <a:ea typeface="宋体" panose="02010600030101010101" pitchFamily="2" charset="-122"/>
              </a:rPr>
              <a:t>标志</a:t>
            </a:r>
            <a:r>
              <a:rPr lang="en-US" altLang="zh-CN" sz="1800">
                <a:latin typeface="微软雅黑" panose="020B0503020204020204" pitchFamily="34" charset="-122"/>
                <a:ea typeface="宋体" panose="02010600030101010101" pitchFamily="2" charset="-122"/>
              </a:rPr>
              <a:t>(flag)    </a:t>
            </a:r>
            <a:r>
              <a:rPr lang="zh-CN" altLang="en-US" sz="1800">
                <a:latin typeface="微软雅黑" panose="020B0503020204020204" pitchFamily="34" charset="-122"/>
                <a:ea typeface="宋体" panose="02010600030101010101" pitchFamily="2" charset="-122"/>
              </a:rPr>
              <a:t>占 </a:t>
            </a:r>
            <a:r>
              <a:rPr lang="en-US" altLang="zh-CN" sz="1800">
                <a:latin typeface="微软雅黑" panose="020B0503020204020204" pitchFamily="34" charset="-122"/>
                <a:ea typeface="宋体" panose="02010600030101010101" pitchFamily="2" charset="-122"/>
              </a:rPr>
              <a:t>3 </a:t>
            </a:r>
            <a:r>
              <a:rPr lang="zh-CN" altLang="en-US" sz="1800">
                <a:latin typeface="微软雅黑" panose="020B0503020204020204" pitchFamily="34" charset="-122"/>
                <a:ea typeface="宋体" panose="02010600030101010101" pitchFamily="2" charset="-122"/>
              </a:rPr>
              <a:t>位，目前只有前两位有意义。</a:t>
            </a:r>
          </a:p>
          <a:p>
            <a:pPr eaLnBrk="1" hangingPunct="1">
              <a:spcBef>
                <a:spcPct val="0"/>
              </a:spcBef>
              <a:buClrTx/>
              <a:buSzTx/>
              <a:buFontTx/>
              <a:buNone/>
            </a:pPr>
            <a:r>
              <a:rPr lang="zh-CN" altLang="en-US" sz="1800">
                <a:latin typeface="微软雅黑" panose="020B0503020204020204" pitchFamily="34" charset="-122"/>
                <a:ea typeface="宋体" panose="02010600030101010101" pitchFamily="2" charset="-122"/>
              </a:rPr>
              <a:t>标志字段的最低位是 </a:t>
            </a:r>
            <a:r>
              <a:rPr lang="en-US" altLang="zh-CN" sz="1800" b="1">
                <a:latin typeface="微软雅黑" panose="020B0503020204020204" pitchFamily="34" charset="-122"/>
                <a:ea typeface="宋体" panose="02010600030101010101" pitchFamily="2" charset="-122"/>
              </a:rPr>
              <a:t>MF</a:t>
            </a:r>
            <a:r>
              <a:rPr lang="en-US" altLang="zh-CN" sz="1800">
                <a:latin typeface="微软雅黑" panose="020B0503020204020204" pitchFamily="34" charset="-122"/>
                <a:ea typeface="宋体" panose="02010600030101010101" pitchFamily="2" charset="-122"/>
              </a:rPr>
              <a:t> (More Fragment)</a:t>
            </a:r>
            <a:r>
              <a:rPr lang="zh-CN" altLang="en-US" sz="1800">
                <a:latin typeface="微软雅黑" panose="020B0503020204020204" pitchFamily="34" charset="-122"/>
                <a:ea typeface="宋体" panose="02010600030101010101" pitchFamily="2" charset="-122"/>
              </a:rPr>
              <a:t>。</a:t>
            </a:r>
          </a:p>
          <a:p>
            <a:pPr eaLnBrk="1" hangingPunct="1">
              <a:spcBef>
                <a:spcPct val="0"/>
              </a:spcBef>
              <a:buClrTx/>
              <a:buSzTx/>
              <a:buFontTx/>
              <a:buNone/>
            </a:pPr>
            <a:r>
              <a:rPr lang="en-US" altLang="zh-CN" sz="1800">
                <a:latin typeface="微软雅黑" panose="020B0503020204020204" pitchFamily="34" charset="-122"/>
                <a:ea typeface="宋体" panose="02010600030101010101" pitchFamily="2" charset="-122"/>
              </a:rPr>
              <a:t>MF </a:t>
            </a:r>
            <a:r>
              <a:rPr lang="en-US" altLang="zh-CN" sz="1800">
                <a:latin typeface="微软雅黑" panose="020B0503020204020204" pitchFamily="34" charset="-122"/>
                <a:ea typeface="宋体" panose="02010600030101010101" pitchFamily="2" charset="-122"/>
                <a:sym typeface="Symbol" pitchFamily="2" charset="2"/>
              </a:rPr>
              <a:t></a:t>
            </a:r>
            <a:r>
              <a:rPr lang="en-US" altLang="zh-CN" sz="1800">
                <a:latin typeface="微软雅黑" panose="020B0503020204020204" pitchFamily="34" charset="-122"/>
                <a:ea typeface="宋体" panose="02010600030101010101" pitchFamily="2" charset="-122"/>
              </a:rPr>
              <a:t> 1 </a:t>
            </a:r>
            <a:r>
              <a:rPr lang="zh-CN" altLang="en-US" sz="1800">
                <a:latin typeface="微软雅黑" panose="020B0503020204020204" pitchFamily="34" charset="-122"/>
                <a:ea typeface="宋体" panose="02010600030101010101" pitchFamily="2" charset="-122"/>
              </a:rPr>
              <a:t>表示后面</a:t>
            </a:r>
            <a:r>
              <a:rPr lang="zh-CN" altLang="en-US" sz="1800">
                <a:latin typeface="Arial" panose="020B0604020202020204" pitchFamily="34" charset="0"/>
                <a:ea typeface="宋体" panose="02010600030101010101" pitchFamily="2" charset="-122"/>
              </a:rPr>
              <a:t>“</a:t>
            </a:r>
            <a:r>
              <a:rPr lang="zh-CN" altLang="en-US" sz="1800">
                <a:latin typeface="微软雅黑" panose="020B0503020204020204" pitchFamily="34" charset="-122"/>
                <a:ea typeface="宋体" panose="02010600030101010101" pitchFamily="2" charset="-122"/>
              </a:rPr>
              <a:t>还有分片</a:t>
            </a:r>
            <a:r>
              <a:rPr lang="zh-CN" altLang="en-US" sz="1800">
                <a:latin typeface="Arial" panose="020B0604020202020204" pitchFamily="34" charset="0"/>
                <a:ea typeface="宋体" panose="02010600030101010101" pitchFamily="2" charset="-122"/>
              </a:rPr>
              <a:t>”</a:t>
            </a:r>
            <a:r>
              <a:rPr lang="zh-CN" altLang="en-US" sz="1800">
                <a:latin typeface="微软雅黑" panose="020B0503020204020204" pitchFamily="34" charset="-122"/>
                <a:ea typeface="宋体" panose="02010600030101010101" pitchFamily="2" charset="-122"/>
              </a:rPr>
              <a:t>。</a:t>
            </a:r>
            <a:r>
              <a:rPr lang="en-US" altLang="zh-CN" sz="1800">
                <a:latin typeface="微软雅黑" panose="020B0503020204020204" pitchFamily="34" charset="-122"/>
                <a:ea typeface="宋体" panose="02010600030101010101" pitchFamily="2" charset="-122"/>
              </a:rPr>
              <a:t>MF </a:t>
            </a:r>
            <a:r>
              <a:rPr lang="en-US" altLang="zh-CN" sz="1800">
                <a:latin typeface="微软雅黑" panose="020B0503020204020204" pitchFamily="34" charset="-122"/>
                <a:ea typeface="宋体" panose="02010600030101010101" pitchFamily="2" charset="-122"/>
                <a:sym typeface="Symbol" pitchFamily="2" charset="2"/>
              </a:rPr>
              <a:t></a:t>
            </a:r>
            <a:r>
              <a:rPr lang="en-US" altLang="zh-CN" sz="1800">
                <a:latin typeface="微软雅黑" panose="020B0503020204020204" pitchFamily="34" charset="-122"/>
                <a:ea typeface="宋体" panose="02010600030101010101" pitchFamily="2" charset="-122"/>
              </a:rPr>
              <a:t> 0 </a:t>
            </a:r>
            <a:r>
              <a:rPr lang="zh-CN" altLang="en-US" sz="1800">
                <a:latin typeface="微软雅黑" panose="020B0503020204020204" pitchFamily="34" charset="-122"/>
                <a:ea typeface="宋体" panose="02010600030101010101" pitchFamily="2" charset="-122"/>
              </a:rPr>
              <a:t>表示最后一个分片。</a:t>
            </a:r>
          </a:p>
          <a:p>
            <a:pPr eaLnBrk="1" hangingPunct="1">
              <a:spcBef>
                <a:spcPct val="0"/>
              </a:spcBef>
              <a:buClrTx/>
              <a:buSzTx/>
              <a:buFontTx/>
              <a:buNone/>
            </a:pPr>
            <a:r>
              <a:rPr lang="zh-CN" altLang="en-US" sz="1800">
                <a:latin typeface="微软雅黑" panose="020B0503020204020204" pitchFamily="34" charset="-122"/>
                <a:ea typeface="宋体" panose="02010600030101010101" pitchFamily="2" charset="-122"/>
              </a:rPr>
              <a:t>标志字段中间的一位是 </a:t>
            </a:r>
            <a:r>
              <a:rPr lang="en-US" altLang="zh-CN" sz="1800" b="1">
                <a:latin typeface="微软雅黑" panose="020B0503020204020204" pitchFamily="34" charset="-122"/>
                <a:ea typeface="宋体" panose="02010600030101010101" pitchFamily="2" charset="-122"/>
              </a:rPr>
              <a:t>DF</a:t>
            </a:r>
            <a:r>
              <a:rPr lang="en-US" altLang="zh-CN" sz="1800">
                <a:latin typeface="微软雅黑" panose="020B0503020204020204" pitchFamily="34" charset="-122"/>
                <a:ea typeface="宋体" panose="02010600030101010101" pitchFamily="2" charset="-122"/>
              </a:rPr>
              <a:t> (Don't Fragment) </a:t>
            </a:r>
            <a:r>
              <a:rPr lang="zh-CN" altLang="en-US" sz="1800">
                <a:latin typeface="微软雅黑" panose="020B0503020204020204" pitchFamily="34" charset="-122"/>
                <a:ea typeface="宋体" panose="02010600030101010101" pitchFamily="2" charset="-122"/>
              </a:rPr>
              <a:t>。</a:t>
            </a:r>
          </a:p>
          <a:p>
            <a:pPr eaLnBrk="1" hangingPunct="1">
              <a:spcBef>
                <a:spcPct val="0"/>
              </a:spcBef>
              <a:buClrTx/>
              <a:buSzTx/>
              <a:buFontTx/>
              <a:buNone/>
            </a:pPr>
            <a:r>
              <a:rPr lang="zh-CN" altLang="en-US" sz="1800">
                <a:latin typeface="微软雅黑" panose="020B0503020204020204" pitchFamily="34" charset="-122"/>
                <a:ea typeface="宋体" panose="02010600030101010101" pitchFamily="2" charset="-122"/>
              </a:rPr>
              <a:t>只有当 </a:t>
            </a:r>
            <a:r>
              <a:rPr lang="en-US" altLang="zh-CN" sz="1800">
                <a:latin typeface="微软雅黑" panose="020B0503020204020204" pitchFamily="34" charset="-122"/>
                <a:ea typeface="宋体" panose="02010600030101010101" pitchFamily="2" charset="-122"/>
              </a:rPr>
              <a:t>DF </a:t>
            </a:r>
            <a:r>
              <a:rPr lang="en-US" altLang="zh-CN" sz="1800">
                <a:latin typeface="微软雅黑" panose="020B0503020204020204" pitchFamily="34" charset="-122"/>
                <a:ea typeface="宋体" panose="02010600030101010101" pitchFamily="2" charset="-122"/>
                <a:sym typeface="Symbol" pitchFamily="2" charset="2"/>
              </a:rPr>
              <a:t></a:t>
            </a:r>
            <a:r>
              <a:rPr lang="en-US" altLang="zh-CN" sz="1800">
                <a:latin typeface="微软雅黑" panose="020B0503020204020204" pitchFamily="34" charset="-122"/>
                <a:ea typeface="宋体" panose="02010600030101010101" pitchFamily="2" charset="-122"/>
              </a:rPr>
              <a:t> 0 </a:t>
            </a:r>
            <a:r>
              <a:rPr lang="zh-CN" altLang="en-US" sz="1800">
                <a:latin typeface="微软雅黑" panose="020B0503020204020204" pitchFamily="34" charset="-122"/>
                <a:ea typeface="宋体" panose="02010600030101010101" pitchFamily="2" charset="-122"/>
              </a:rPr>
              <a:t>时才允许分片。 </a:t>
            </a:r>
          </a:p>
        </p:txBody>
      </p:sp>
      <p:sp>
        <p:nvSpPr>
          <p:cNvPr id="1029194" name="Rectangle 74">
            <a:extLst>
              <a:ext uri="{FF2B5EF4-FFF2-40B4-BE49-F238E27FC236}">
                <a16:creationId xmlns:a16="http://schemas.microsoft.com/office/drawing/2014/main" id="{A6CF9708-E853-D94A-ADFE-BC8B336F28A0}"/>
              </a:ext>
            </a:extLst>
          </p:cNvPr>
          <p:cNvSpPr>
            <a:spLocks noChangeArrowheads="1"/>
          </p:cNvSpPr>
          <p:nvPr/>
        </p:nvSpPr>
        <p:spPr bwMode="auto">
          <a:xfrm>
            <a:off x="4950619" y="1356122"/>
            <a:ext cx="592931" cy="365522"/>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7198" name="AutoShape 75">
            <a:extLst>
              <a:ext uri="{FF2B5EF4-FFF2-40B4-BE49-F238E27FC236}">
                <a16:creationId xmlns:a16="http://schemas.microsoft.com/office/drawing/2014/main" id="{4970387C-B02F-FA40-94A2-472F093C9F93}"/>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7199" name="幻灯片编号占位符 1">
            <a:extLst>
              <a:ext uri="{FF2B5EF4-FFF2-40B4-BE49-F238E27FC236}">
                <a16:creationId xmlns:a16="http://schemas.microsoft.com/office/drawing/2014/main" id="{BB00BA49-F093-1644-97EB-618673C3280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AF632FF-07CD-3A4F-B9FF-C689687E98B3}" type="slidenum">
              <a:rPr lang="en-US" altLang="zh-CN" sz="1050">
                <a:solidFill>
                  <a:schemeClr val="tx1"/>
                </a:solidFill>
                <a:latin typeface="微软雅黑" panose="020B0503020204020204" pitchFamily="34" charset="-122"/>
                <a:ea typeface="宋体" panose="02010600030101010101" pitchFamily="2" charset="-122"/>
              </a:rPr>
              <a:pPr>
                <a:spcBef>
                  <a:spcPct val="0"/>
                </a:spcBef>
                <a:buClrTx/>
                <a:buSzTx/>
                <a:buFontTx/>
                <a:buNone/>
              </a:pPr>
              <a:t>78</a:t>
            </a:fld>
            <a:endParaRPr lang="en-US" altLang="zh-CN" sz="1050">
              <a:solidFill>
                <a:schemeClr val="tx1"/>
              </a:solidFill>
              <a:latin typeface="微软雅黑" panose="020B0503020204020204" pitchFamily="34" charset="-122"/>
              <a:ea typeface="宋体" panose="02010600030101010101" pitchFamily="2" charset="-122"/>
            </a:endParaRPr>
          </a:p>
        </p:txBody>
      </p:sp>
    </p:spTree>
    <p:extLst>
      <p:ext uri="{BB962C8B-B14F-4D97-AF65-F5344CB8AC3E}">
        <p14:creationId xmlns:p14="http://schemas.microsoft.com/office/powerpoint/2010/main" val="103499837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500"/>
                                  </p:stCondLst>
                                  <p:childTnLst>
                                    <p:set>
                                      <p:cBhvr>
                                        <p:cTn id="6" dur="1" fill="hold">
                                          <p:stCondLst>
                                            <p:cond delay="0"/>
                                          </p:stCondLst>
                                        </p:cTn>
                                        <p:tgtEl>
                                          <p:spTgt spid="1029194"/>
                                        </p:tgtEl>
                                        <p:attrNameLst>
                                          <p:attrName>style.visibility</p:attrName>
                                        </p:attrNameLst>
                                      </p:cBhvr>
                                      <p:to>
                                        <p:strVal val="visible"/>
                                      </p:to>
                                    </p:set>
                                  </p:childTnLst>
                                </p:cTn>
                              </p:par>
                            </p:childTnLst>
                          </p:cTn>
                        </p:par>
                        <p:par>
                          <p:cTn id="7" fill="hold" nodeType="afterGroup">
                            <p:stCondLst>
                              <p:cond delay="500"/>
                            </p:stCondLst>
                            <p:childTnLst>
                              <p:par>
                                <p:cTn id="8" presetID="35" presetClass="emph" presetSubtype="0" repeatCount="3000" fill="hold" grpId="1" nodeType="afterEffect">
                                  <p:stCondLst>
                                    <p:cond delay="0"/>
                                  </p:stCondLst>
                                  <p:childTnLst>
                                    <p:anim calcmode="discrete" valueType="str">
                                      <p:cBhvr>
                                        <p:cTn id="9" dur="1000" fill="hold"/>
                                        <p:tgtEl>
                                          <p:spTgt spid="102919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9194" grpId="0" animBg="1"/>
      <p:bldP spid="1029194" grpId="1" animBg="1"/>
    </p:bldLst>
  </p:timing>
</p:sld>
</file>

<file path=ppt/slides/slide7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9201" name="Line 2">
            <a:extLst>
              <a:ext uri="{FF2B5EF4-FFF2-40B4-BE49-F238E27FC236}">
                <a16:creationId xmlns:a16="http://schemas.microsoft.com/office/drawing/2014/main" id="{8C9F4409-C090-4F44-B7BE-C65F91329D06}"/>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79202" name="Rectangle 3">
            <a:extLst>
              <a:ext uri="{FF2B5EF4-FFF2-40B4-BE49-F238E27FC236}">
                <a16:creationId xmlns:a16="http://schemas.microsoft.com/office/drawing/2014/main" id="{635D7F5C-455A-7E4A-91C1-30D9AF7C9DEA}"/>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79203" name="Rectangle 4">
            <a:extLst>
              <a:ext uri="{FF2B5EF4-FFF2-40B4-BE49-F238E27FC236}">
                <a16:creationId xmlns:a16="http://schemas.microsoft.com/office/drawing/2014/main" id="{E2BE58EA-4707-1543-976C-BEC74237AAF2}"/>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9204" name="Rectangle 6">
            <a:extLst>
              <a:ext uri="{FF2B5EF4-FFF2-40B4-BE49-F238E27FC236}">
                <a16:creationId xmlns:a16="http://schemas.microsoft.com/office/drawing/2014/main" id="{EF82B9BC-F191-FF49-9836-16A2AF0B12FE}"/>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9205" name="Rectangle 7">
            <a:extLst>
              <a:ext uri="{FF2B5EF4-FFF2-40B4-BE49-F238E27FC236}">
                <a16:creationId xmlns:a16="http://schemas.microsoft.com/office/drawing/2014/main" id="{453FFF3D-9FE8-6447-AF92-9D423EBCAB5B}"/>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9206" name="Line 8">
            <a:extLst>
              <a:ext uri="{FF2B5EF4-FFF2-40B4-BE49-F238E27FC236}">
                <a16:creationId xmlns:a16="http://schemas.microsoft.com/office/drawing/2014/main" id="{C13BD90F-B14B-5E4F-B87D-04873C044BB6}"/>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07" name="Line 9">
            <a:extLst>
              <a:ext uri="{FF2B5EF4-FFF2-40B4-BE49-F238E27FC236}">
                <a16:creationId xmlns:a16="http://schemas.microsoft.com/office/drawing/2014/main" id="{69E4A206-27CE-3B4F-8342-2C4A3C030C76}"/>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08" name="Line 10">
            <a:extLst>
              <a:ext uri="{FF2B5EF4-FFF2-40B4-BE49-F238E27FC236}">
                <a16:creationId xmlns:a16="http://schemas.microsoft.com/office/drawing/2014/main" id="{6A193CB7-AE0E-D749-A0BD-3D0D82A849E7}"/>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09" name="Line 11">
            <a:extLst>
              <a:ext uri="{FF2B5EF4-FFF2-40B4-BE49-F238E27FC236}">
                <a16:creationId xmlns:a16="http://schemas.microsoft.com/office/drawing/2014/main" id="{6E9C217D-2FBD-8E4D-BE24-1D68462B5504}"/>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10" name="Line 12">
            <a:extLst>
              <a:ext uri="{FF2B5EF4-FFF2-40B4-BE49-F238E27FC236}">
                <a16:creationId xmlns:a16="http://schemas.microsoft.com/office/drawing/2014/main" id="{836091DA-8FDE-BF48-9E2B-BD21F7D4D1B7}"/>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11" name="Line 13">
            <a:extLst>
              <a:ext uri="{FF2B5EF4-FFF2-40B4-BE49-F238E27FC236}">
                <a16:creationId xmlns:a16="http://schemas.microsoft.com/office/drawing/2014/main" id="{D2AF66B8-4A31-2843-A503-9D1227B56753}"/>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12" name="Line 14">
            <a:extLst>
              <a:ext uri="{FF2B5EF4-FFF2-40B4-BE49-F238E27FC236}">
                <a16:creationId xmlns:a16="http://schemas.microsoft.com/office/drawing/2014/main" id="{19AB4C22-78B4-4D47-94AB-0D35A3F8CED4}"/>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13" name="Line 15">
            <a:extLst>
              <a:ext uri="{FF2B5EF4-FFF2-40B4-BE49-F238E27FC236}">
                <a16:creationId xmlns:a16="http://schemas.microsoft.com/office/drawing/2014/main" id="{B3AE2046-9D92-4E46-B01A-47EFB14C1521}"/>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14" name="Line 16">
            <a:extLst>
              <a:ext uri="{FF2B5EF4-FFF2-40B4-BE49-F238E27FC236}">
                <a16:creationId xmlns:a16="http://schemas.microsoft.com/office/drawing/2014/main" id="{0404F9FE-0E0F-3F40-8D8B-3AEBB1BF62F7}"/>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15" name="Line 17">
            <a:extLst>
              <a:ext uri="{FF2B5EF4-FFF2-40B4-BE49-F238E27FC236}">
                <a16:creationId xmlns:a16="http://schemas.microsoft.com/office/drawing/2014/main" id="{3908E43A-C530-274D-B915-2E534F4AC09D}"/>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16" name="Line 18">
            <a:extLst>
              <a:ext uri="{FF2B5EF4-FFF2-40B4-BE49-F238E27FC236}">
                <a16:creationId xmlns:a16="http://schemas.microsoft.com/office/drawing/2014/main" id="{F8582910-56A0-D643-A04F-9B7956456B6C}"/>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17" name="Rectangle 19">
            <a:extLst>
              <a:ext uri="{FF2B5EF4-FFF2-40B4-BE49-F238E27FC236}">
                <a16:creationId xmlns:a16="http://schemas.microsoft.com/office/drawing/2014/main" id="{73460C0D-F0E0-DF43-B675-3BEE67FBCF2D}"/>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79218" name="Rectangle 20">
            <a:extLst>
              <a:ext uri="{FF2B5EF4-FFF2-40B4-BE49-F238E27FC236}">
                <a16:creationId xmlns:a16="http://schemas.microsoft.com/office/drawing/2014/main" id="{CDF7B178-BB3F-874D-8927-38D5D727B7D8}"/>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79219" name="Rectangle 21">
            <a:extLst>
              <a:ext uri="{FF2B5EF4-FFF2-40B4-BE49-F238E27FC236}">
                <a16:creationId xmlns:a16="http://schemas.microsoft.com/office/drawing/2014/main" id="{8D2AFF7D-97F0-6343-9D8F-B561FEA615CB}"/>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79220" name="Rectangle 22">
            <a:extLst>
              <a:ext uri="{FF2B5EF4-FFF2-40B4-BE49-F238E27FC236}">
                <a16:creationId xmlns:a16="http://schemas.microsoft.com/office/drawing/2014/main" id="{F20CD66D-6503-E84B-9A27-AE6AAA52CF3D}"/>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79221" name="Rectangle 23">
            <a:extLst>
              <a:ext uri="{FF2B5EF4-FFF2-40B4-BE49-F238E27FC236}">
                <a16:creationId xmlns:a16="http://schemas.microsoft.com/office/drawing/2014/main" id="{5E0663BE-F8E0-A744-AA8C-A60860AEF976}"/>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79222" name="Rectangle 24">
            <a:extLst>
              <a:ext uri="{FF2B5EF4-FFF2-40B4-BE49-F238E27FC236}">
                <a16:creationId xmlns:a16="http://schemas.microsoft.com/office/drawing/2014/main" id="{EF5DB628-3A1E-AC4E-B970-0DC5A630F0A3}"/>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79223" name="Rectangle 25">
            <a:extLst>
              <a:ext uri="{FF2B5EF4-FFF2-40B4-BE49-F238E27FC236}">
                <a16:creationId xmlns:a16="http://schemas.microsoft.com/office/drawing/2014/main" id="{676975A8-EAB7-6C4E-BBBB-B378EAED36A3}"/>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79224" name="Rectangle 26">
            <a:extLst>
              <a:ext uri="{FF2B5EF4-FFF2-40B4-BE49-F238E27FC236}">
                <a16:creationId xmlns:a16="http://schemas.microsoft.com/office/drawing/2014/main" id="{5B0CFE32-9651-7144-AAA8-825F5EFD4AC3}"/>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79225" name="Rectangle 27">
            <a:extLst>
              <a:ext uri="{FF2B5EF4-FFF2-40B4-BE49-F238E27FC236}">
                <a16:creationId xmlns:a16="http://schemas.microsoft.com/office/drawing/2014/main" id="{F6C507C1-B8E3-C244-93AA-1C4FBA3721D4}"/>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79226" name="Rectangle 28">
            <a:extLst>
              <a:ext uri="{FF2B5EF4-FFF2-40B4-BE49-F238E27FC236}">
                <a16:creationId xmlns:a16="http://schemas.microsoft.com/office/drawing/2014/main" id="{79558F61-3E9F-834C-8F62-90F60E53A865}"/>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79227" name="Rectangle 29">
            <a:extLst>
              <a:ext uri="{FF2B5EF4-FFF2-40B4-BE49-F238E27FC236}">
                <a16:creationId xmlns:a16="http://schemas.microsoft.com/office/drawing/2014/main" id="{53A1D67A-6E76-1743-B6F7-B13BC3BC2498}"/>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79228" name="Rectangle 30">
            <a:extLst>
              <a:ext uri="{FF2B5EF4-FFF2-40B4-BE49-F238E27FC236}">
                <a16:creationId xmlns:a16="http://schemas.microsoft.com/office/drawing/2014/main" id="{B0FEC590-BB1B-0F42-8D15-410228779CF8}"/>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79229" name="Rectangle 32">
            <a:extLst>
              <a:ext uri="{FF2B5EF4-FFF2-40B4-BE49-F238E27FC236}">
                <a16:creationId xmlns:a16="http://schemas.microsoft.com/office/drawing/2014/main" id="{DF984251-D3B2-B94A-804C-638A2D0E27D6}"/>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79230" name="Rectangle 33">
            <a:extLst>
              <a:ext uri="{FF2B5EF4-FFF2-40B4-BE49-F238E27FC236}">
                <a16:creationId xmlns:a16="http://schemas.microsoft.com/office/drawing/2014/main" id="{8606E961-5783-4F4B-8808-139AD30477EA}"/>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79231" name="Rectangle 34">
            <a:extLst>
              <a:ext uri="{FF2B5EF4-FFF2-40B4-BE49-F238E27FC236}">
                <a16:creationId xmlns:a16="http://schemas.microsoft.com/office/drawing/2014/main" id="{9C4E84E4-B21D-EC45-AC08-D368D2F6C844}"/>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79232" name="Rectangle 35">
            <a:extLst>
              <a:ext uri="{FF2B5EF4-FFF2-40B4-BE49-F238E27FC236}">
                <a16:creationId xmlns:a16="http://schemas.microsoft.com/office/drawing/2014/main" id="{30B5D972-6B20-1041-B584-51F32C8DCDA0}"/>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79233" name="Rectangle 36">
            <a:extLst>
              <a:ext uri="{FF2B5EF4-FFF2-40B4-BE49-F238E27FC236}">
                <a16:creationId xmlns:a16="http://schemas.microsoft.com/office/drawing/2014/main" id="{71DCBFA4-CA20-2D46-93F1-5E1CA8E78F31}"/>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79234" name="Rectangle 37">
            <a:extLst>
              <a:ext uri="{FF2B5EF4-FFF2-40B4-BE49-F238E27FC236}">
                <a16:creationId xmlns:a16="http://schemas.microsoft.com/office/drawing/2014/main" id="{43125B2F-5580-2846-9CF2-1E920932AB95}"/>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79235" name="Rectangle 38">
            <a:extLst>
              <a:ext uri="{FF2B5EF4-FFF2-40B4-BE49-F238E27FC236}">
                <a16:creationId xmlns:a16="http://schemas.microsoft.com/office/drawing/2014/main" id="{FADDA9E3-4657-C44D-BDF1-3BF8544C97BF}"/>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79236" name="Rectangle 39">
            <a:extLst>
              <a:ext uri="{FF2B5EF4-FFF2-40B4-BE49-F238E27FC236}">
                <a16:creationId xmlns:a16="http://schemas.microsoft.com/office/drawing/2014/main" id="{932A177C-496D-824C-95F6-38A205F1FE57}"/>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79237" name="Rectangle 40">
            <a:extLst>
              <a:ext uri="{FF2B5EF4-FFF2-40B4-BE49-F238E27FC236}">
                <a16:creationId xmlns:a16="http://schemas.microsoft.com/office/drawing/2014/main" id="{71B6D9AD-BF42-5145-BA2A-C295BD60C7D4}"/>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79238" name="Group 41">
            <a:extLst>
              <a:ext uri="{FF2B5EF4-FFF2-40B4-BE49-F238E27FC236}">
                <a16:creationId xmlns:a16="http://schemas.microsoft.com/office/drawing/2014/main" id="{E02A3DAF-B545-104A-AFA6-876751084198}"/>
              </a:ext>
            </a:extLst>
          </p:cNvPr>
          <p:cNvGrpSpPr>
            <a:grpSpLocks/>
          </p:cNvGrpSpPr>
          <p:nvPr/>
        </p:nvGrpSpPr>
        <p:grpSpPr bwMode="auto">
          <a:xfrm>
            <a:off x="1945482" y="2811066"/>
            <a:ext cx="98822" cy="52388"/>
            <a:chOff x="833" y="3024"/>
            <a:chExt cx="78" cy="51"/>
          </a:xfrm>
        </p:grpSpPr>
        <p:sp>
          <p:nvSpPr>
            <p:cNvPr id="179252" name="Rectangle 42">
              <a:extLst>
                <a:ext uri="{FF2B5EF4-FFF2-40B4-BE49-F238E27FC236}">
                  <a16:creationId xmlns:a16="http://schemas.microsoft.com/office/drawing/2014/main" id="{A7F1E0B4-6BE8-E14D-8D55-897378F96968}"/>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9253" name="Line 43">
              <a:extLst>
                <a:ext uri="{FF2B5EF4-FFF2-40B4-BE49-F238E27FC236}">
                  <a16:creationId xmlns:a16="http://schemas.microsoft.com/office/drawing/2014/main" id="{95043986-95F4-634F-B11D-2A748D11C9AA}"/>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54" name="Line 44">
              <a:extLst>
                <a:ext uri="{FF2B5EF4-FFF2-40B4-BE49-F238E27FC236}">
                  <a16:creationId xmlns:a16="http://schemas.microsoft.com/office/drawing/2014/main" id="{77CEF2E8-015C-FC46-8990-0006D7364C5C}"/>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79239" name="Group 45">
            <a:extLst>
              <a:ext uri="{FF2B5EF4-FFF2-40B4-BE49-F238E27FC236}">
                <a16:creationId xmlns:a16="http://schemas.microsoft.com/office/drawing/2014/main" id="{FE331FD3-8EEA-CB4B-BE0E-F8E322EFE3C8}"/>
              </a:ext>
            </a:extLst>
          </p:cNvPr>
          <p:cNvGrpSpPr>
            <a:grpSpLocks/>
          </p:cNvGrpSpPr>
          <p:nvPr/>
        </p:nvGrpSpPr>
        <p:grpSpPr bwMode="auto">
          <a:xfrm>
            <a:off x="7846219" y="2818210"/>
            <a:ext cx="98822" cy="50006"/>
            <a:chOff x="5432" y="3030"/>
            <a:chExt cx="78" cy="51"/>
          </a:xfrm>
        </p:grpSpPr>
        <p:sp>
          <p:nvSpPr>
            <p:cNvPr id="179249" name="Rectangle 46">
              <a:extLst>
                <a:ext uri="{FF2B5EF4-FFF2-40B4-BE49-F238E27FC236}">
                  <a16:creationId xmlns:a16="http://schemas.microsoft.com/office/drawing/2014/main" id="{07C8874A-DB13-7841-932A-A2C86548B0F5}"/>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9250" name="Line 47">
              <a:extLst>
                <a:ext uri="{FF2B5EF4-FFF2-40B4-BE49-F238E27FC236}">
                  <a16:creationId xmlns:a16="http://schemas.microsoft.com/office/drawing/2014/main" id="{97531205-D90C-5145-AA95-2B8E0067AD19}"/>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51" name="Line 48">
              <a:extLst>
                <a:ext uri="{FF2B5EF4-FFF2-40B4-BE49-F238E27FC236}">
                  <a16:creationId xmlns:a16="http://schemas.microsoft.com/office/drawing/2014/main" id="{053F6CD7-342B-B347-9FED-06D1E06E9C19}"/>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79240" name="Rectangle 69">
            <a:extLst>
              <a:ext uri="{FF2B5EF4-FFF2-40B4-BE49-F238E27FC236}">
                <a16:creationId xmlns:a16="http://schemas.microsoft.com/office/drawing/2014/main" id="{498B8060-6971-E444-8570-5C8C954029BD}"/>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79241" name="Rectangle 71">
            <a:extLst>
              <a:ext uri="{FF2B5EF4-FFF2-40B4-BE49-F238E27FC236}">
                <a16:creationId xmlns:a16="http://schemas.microsoft.com/office/drawing/2014/main" id="{381AC63D-014A-C940-88D7-B24499B7063A}"/>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79242" name="Rectangle 72">
            <a:extLst>
              <a:ext uri="{FF2B5EF4-FFF2-40B4-BE49-F238E27FC236}">
                <a16:creationId xmlns:a16="http://schemas.microsoft.com/office/drawing/2014/main" id="{1DA12B7F-2EEB-FD48-BBA3-8DDD110BEB2E}"/>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grpSp>
        <p:nvGrpSpPr>
          <p:cNvPr id="473166" name="Group 78">
            <a:extLst>
              <a:ext uri="{FF2B5EF4-FFF2-40B4-BE49-F238E27FC236}">
                <a16:creationId xmlns:a16="http://schemas.microsoft.com/office/drawing/2014/main" id="{5BDA859E-C1C2-1A4C-9985-C50040607514}"/>
              </a:ext>
            </a:extLst>
          </p:cNvPr>
          <p:cNvGrpSpPr>
            <a:grpSpLocks/>
          </p:cNvGrpSpPr>
          <p:nvPr/>
        </p:nvGrpSpPr>
        <p:grpSpPr bwMode="auto">
          <a:xfrm>
            <a:off x="2090737" y="1329929"/>
            <a:ext cx="5787629" cy="3576637"/>
            <a:chOff x="796" y="1117"/>
            <a:chExt cx="4861" cy="3004"/>
          </a:xfrm>
        </p:grpSpPr>
        <p:sp>
          <p:nvSpPr>
            <p:cNvPr id="179247" name="Text Box 74">
              <a:extLst>
                <a:ext uri="{FF2B5EF4-FFF2-40B4-BE49-F238E27FC236}">
                  <a16:creationId xmlns:a16="http://schemas.microsoft.com/office/drawing/2014/main" id="{8BA8B750-2134-6F4B-B42D-E52672AFEA80}"/>
                </a:ext>
              </a:extLst>
            </p:cNvPr>
            <p:cNvSpPr txBox="1">
              <a:spLocks noChangeArrowheads="1"/>
            </p:cNvSpPr>
            <p:nvPr/>
          </p:nvSpPr>
          <p:spPr bwMode="auto">
            <a:xfrm>
              <a:off x="796" y="3172"/>
              <a:ext cx="4840" cy="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110000"/>
                </a:lnSpc>
                <a:spcBef>
                  <a:spcPct val="0"/>
                </a:spcBef>
                <a:buClrTx/>
                <a:buSzTx/>
                <a:buFontTx/>
                <a:buNone/>
              </a:pPr>
              <a:r>
                <a:rPr lang="zh-CN" altLang="en-US" sz="2100">
                  <a:latin typeface="微软雅黑" panose="020B0503020204020204" pitchFamily="34" charset="-122"/>
                  <a:ea typeface="宋体" panose="02010600030101010101" pitchFamily="2" charset="-122"/>
                </a:rPr>
                <a:t>片偏移</a:t>
              </a:r>
              <a:r>
                <a:rPr lang="en-US" altLang="zh-CN" sz="2100">
                  <a:latin typeface="微软雅黑" panose="020B0503020204020204" pitchFamily="34" charset="-122"/>
                  <a:ea typeface="宋体" panose="02010600030101010101" pitchFamily="2" charset="-122"/>
                </a:rPr>
                <a:t>(13 </a:t>
              </a:r>
              <a:r>
                <a:rPr lang="zh-CN" altLang="en-US" sz="2100">
                  <a:latin typeface="微软雅黑" panose="020B0503020204020204" pitchFamily="34" charset="-122"/>
                  <a:ea typeface="宋体" panose="02010600030101010101" pitchFamily="2" charset="-122"/>
                </a:rPr>
                <a:t>位</a:t>
              </a:r>
              <a:r>
                <a:rPr lang="en-US" altLang="zh-CN" sz="2100">
                  <a:latin typeface="微软雅黑" panose="020B0503020204020204" pitchFamily="34" charset="-122"/>
                  <a:ea typeface="宋体" panose="02010600030101010101" pitchFamily="2" charset="-122"/>
                </a:rPr>
                <a:t>)</a:t>
              </a:r>
              <a:r>
                <a:rPr lang="zh-CN" altLang="en-US" sz="2100">
                  <a:latin typeface="微软雅黑" panose="020B0503020204020204" pitchFamily="34" charset="-122"/>
                  <a:ea typeface="宋体" panose="02010600030101010101" pitchFamily="2" charset="-122"/>
                </a:rPr>
                <a:t>指出：较长的分组在分片后某片在原分组中的相对位置。片偏移以 </a:t>
              </a:r>
              <a:r>
                <a:rPr lang="en-US" altLang="zh-CN" sz="2100">
                  <a:solidFill>
                    <a:srgbClr val="FF0000"/>
                  </a:solidFill>
                  <a:latin typeface="微软雅黑" panose="020B0503020204020204" pitchFamily="34" charset="-122"/>
                  <a:ea typeface="宋体" panose="02010600030101010101" pitchFamily="2" charset="-122"/>
                </a:rPr>
                <a:t>8 </a:t>
              </a:r>
              <a:r>
                <a:rPr lang="zh-CN" altLang="en-US" sz="2100">
                  <a:solidFill>
                    <a:srgbClr val="FF0000"/>
                  </a:solidFill>
                  <a:latin typeface="微软雅黑" panose="020B0503020204020204" pitchFamily="34" charset="-122"/>
                  <a:ea typeface="宋体" panose="02010600030101010101" pitchFamily="2" charset="-122"/>
                </a:rPr>
                <a:t>个字节</a:t>
              </a:r>
              <a:r>
                <a:rPr lang="zh-CN" altLang="en-US" sz="2100">
                  <a:latin typeface="微软雅黑" panose="020B0503020204020204" pitchFamily="34" charset="-122"/>
                  <a:ea typeface="宋体" panose="02010600030101010101" pitchFamily="2" charset="-122"/>
                </a:rPr>
                <a:t>为偏移单位。</a:t>
              </a:r>
            </a:p>
          </p:txBody>
        </p:sp>
        <p:sp>
          <p:nvSpPr>
            <p:cNvPr id="179248" name="Rectangle 75">
              <a:extLst>
                <a:ext uri="{FF2B5EF4-FFF2-40B4-BE49-F238E27FC236}">
                  <a16:creationId xmlns:a16="http://schemas.microsoft.com/office/drawing/2014/main" id="{B35F6677-EF18-DA4D-A202-D6C892BA4492}"/>
                </a:ext>
              </a:extLst>
            </p:cNvPr>
            <p:cNvSpPr>
              <a:spLocks noChangeArrowheads="1"/>
            </p:cNvSpPr>
            <p:nvPr/>
          </p:nvSpPr>
          <p:spPr bwMode="auto">
            <a:xfrm>
              <a:off x="3696" y="1117"/>
              <a:ext cx="1961" cy="307"/>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79244" name="AutoShape 77">
            <a:extLst>
              <a:ext uri="{FF2B5EF4-FFF2-40B4-BE49-F238E27FC236}">
                <a16:creationId xmlns:a16="http://schemas.microsoft.com/office/drawing/2014/main" id="{18059688-9146-C645-B389-2E2544A6E752}"/>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9245" name="Rectangle 79">
            <a:extLst>
              <a:ext uri="{FF2B5EF4-FFF2-40B4-BE49-F238E27FC236}">
                <a16:creationId xmlns:a16="http://schemas.microsoft.com/office/drawing/2014/main" id="{E6CFDC91-D273-4943-814E-C05A9913A556}"/>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79246" name="幻灯片编号占位符 1">
            <a:extLst>
              <a:ext uri="{FF2B5EF4-FFF2-40B4-BE49-F238E27FC236}">
                <a16:creationId xmlns:a16="http://schemas.microsoft.com/office/drawing/2014/main" id="{7F23F873-589B-AF49-8BF4-107B05035FF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E1D9F9F-229A-4F4A-8396-8D7DC51240F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51188711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500"/>
                                  </p:stCondLst>
                                  <p:childTnLst>
                                    <p:anim calcmode="discrete" valueType="str">
                                      <p:cBhvr>
                                        <p:cTn id="6" dur="1000" fill="hold"/>
                                        <p:tgtEl>
                                          <p:spTgt spid="47316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1249" name="Rectangle 4">
            <a:extLst>
              <a:ext uri="{FF2B5EF4-FFF2-40B4-BE49-F238E27FC236}">
                <a16:creationId xmlns:a16="http://schemas.microsoft.com/office/drawing/2014/main" id="{23A0DB83-D473-8A47-8D6E-08B3E99725CC}"/>
              </a:ext>
            </a:extLst>
          </p:cNvPr>
          <p:cNvSpPr>
            <a:spLocks noChangeArrowheads="1"/>
          </p:cNvSpPr>
          <p:nvPr/>
        </p:nvSpPr>
        <p:spPr bwMode="auto">
          <a:xfrm>
            <a:off x="3217069" y="1679972"/>
            <a:ext cx="3623072" cy="347663"/>
          </a:xfrm>
          <a:prstGeom prst="rect">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1250" name="Text Box 5">
            <a:extLst>
              <a:ext uri="{FF2B5EF4-FFF2-40B4-BE49-F238E27FC236}">
                <a16:creationId xmlns:a16="http://schemas.microsoft.com/office/drawing/2014/main" id="{B5D97881-20DF-5740-BAA7-B5EEFF42630C}"/>
              </a:ext>
            </a:extLst>
          </p:cNvPr>
          <p:cNvSpPr txBox="1">
            <a:spLocks noChangeArrowheads="1"/>
          </p:cNvSpPr>
          <p:nvPr/>
        </p:nvSpPr>
        <p:spPr bwMode="auto">
          <a:xfrm>
            <a:off x="1571625" y="4380310"/>
            <a:ext cx="150393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偏移 </a:t>
            </a:r>
            <a:r>
              <a:rPr kumimoji="1" lang="en-US" altLang="zh-CN" sz="1500">
                <a:latin typeface="微软雅黑" panose="020B0503020204020204" pitchFamily="34" charset="-122"/>
                <a:ea typeface="宋体" panose="02010600030101010101" pitchFamily="2" charset="-122"/>
              </a:rPr>
              <a:t>= 0/8 = </a:t>
            </a:r>
            <a:r>
              <a:rPr kumimoji="1" lang="en-US" altLang="zh-CN" sz="1500">
                <a:solidFill>
                  <a:srgbClr val="C00000"/>
                </a:solidFill>
                <a:latin typeface="微软雅黑" panose="020B0503020204020204" pitchFamily="34" charset="-122"/>
                <a:ea typeface="宋体" panose="02010600030101010101" pitchFamily="2" charset="-122"/>
              </a:rPr>
              <a:t>0</a:t>
            </a:r>
          </a:p>
        </p:txBody>
      </p:sp>
      <p:sp>
        <p:nvSpPr>
          <p:cNvPr id="181251" name="Rectangle 6">
            <a:extLst>
              <a:ext uri="{FF2B5EF4-FFF2-40B4-BE49-F238E27FC236}">
                <a16:creationId xmlns:a16="http://schemas.microsoft.com/office/drawing/2014/main" id="{B4883A83-4093-A54A-B073-A69F33B62B35}"/>
              </a:ext>
            </a:extLst>
          </p:cNvPr>
          <p:cNvSpPr>
            <a:spLocks noChangeArrowheads="1"/>
          </p:cNvSpPr>
          <p:nvPr/>
        </p:nvSpPr>
        <p:spPr bwMode="auto">
          <a:xfrm>
            <a:off x="2558653" y="1679972"/>
            <a:ext cx="4281488" cy="347663"/>
          </a:xfrm>
          <a:prstGeom prst="rect">
            <a:avLst/>
          </a:prstGeom>
          <a:solidFill>
            <a:srgbClr val="CCECFF"/>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1252" name="Line 7">
            <a:extLst>
              <a:ext uri="{FF2B5EF4-FFF2-40B4-BE49-F238E27FC236}">
                <a16:creationId xmlns:a16="http://schemas.microsoft.com/office/drawing/2014/main" id="{EDAD4E1D-E51F-2C46-9A53-33A39EC0996D}"/>
              </a:ext>
            </a:extLst>
          </p:cNvPr>
          <p:cNvSpPr>
            <a:spLocks noChangeShapeType="1"/>
          </p:cNvSpPr>
          <p:nvPr/>
        </p:nvSpPr>
        <p:spPr bwMode="auto">
          <a:xfrm>
            <a:off x="3349229" y="1679972"/>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53" name="Line 8">
            <a:extLst>
              <a:ext uri="{FF2B5EF4-FFF2-40B4-BE49-F238E27FC236}">
                <a16:creationId xmlns:a16="http://schemas.microsoft.com/office/drawing/2014/main" id="{C53014D8-BA0A-3944-BC6C-95662DBF885B}"/>
              </a:ext>
            </a:extLst>
          </p:cNvPr>
          <p:cNvSpPr>
            <a:spLocks noChangeShapeType="1"/>
          </p:cNvSpPr>
          <p:nvPr/>
        </p:nvSpPr>
        <p:spPr bwMode="auto">
          <a:xfrm>
            <a:off x="3481388" y="1679972"/>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54" name="Line 9">
            <a:extLst>
              <a:ext uri="{FF2B5EF4-FFF2-40B4-BE49-F238E27FC236}">
                <a16:creationId xmlns:a16="http://schemas.microsoft.com/office/drawing/2014/main" id="{405CBEBD-668C-0447-ACE1-7BF796A3B1C2}"/>
              </a:ext>
            </a:extLst>
          </p:cNvPr>
          <p:cNvSpPr>
            <a:spLocks noChangeShapeType="1"/>
          </p:cNvSpPr>
          <p:nvPr/>
        </p:nvSpPr>
        <p:spPr bwMode="auto">
          <a:xfrm>
            <a:off x="3613547" y="1679972"/>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55" name="Line 10">
            <a:extLst>
              <a:ext uri="{FF2B5EF4-FFF2-40B4-BE49-F238E27FC236}">
                <a16:creationId xmlns:a16="http://schemas.microsoft.com/office/drawing/2014/main" id="{3A88C3B9-039F-9441-8E6B-A333D8A3E2AE}"/>
              </a:ext>
            </a:extLst>
          </p:cNvPr>
          <p:cNvSpPr>
            <a:spLocks noChangeShapeType="1"/>
          </p:cNvSpPr>
          <p:nvPr/>
        </p:nvSpPr>
        <p:spPr bwMode="auto">
          <a:xfrm>
            <a:off x="6707981" y="1679972"/>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56" name="Rectangle 11">
            <a:extLst>
              <a:ext uri="{FF2B5EF4-FFF2-40B4-BE49-F238E27FC236}">
                <a16:creationId xmlns:a16="http://schemas.microsoft.com/office/drawing/2014/main" id="{9EFD7BAA-F6B2-F044-AD59-404982B67C57}"/>
              </a:ext>
            </a:extLst>
          </p:cNvPr>
          <p:cNvSpPr>
            <a:spLocks noChangeArrowheads="1"/>
          </p:cNvSpPr>
          <p:nvPr/>
        </p:nvSpPr>
        <p:spPr bwMode="auto">
          <a:xfrm>
            <a:off x="1901429" y="3144441"/>
            <a:ext cx="1315640" cy="347663"/>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1257" name="Line 12">
            <a:extLst>
              <a:ext uri="{FF2B5EF4-FFF2-40B4-BE49-F238E27FC236}">
                <a16:creationId xmlns:a16="http://schemas.microsoft.com/office/drawing/2014/main" id="{70829E63-BD94-0D42-A8C3-400ED4C1DE71}"/>
              </a:ext>
            </a:extLst>
          </p:cNvPr>
          <p:cNvSpPr>
            <a:spLocks noChangeShapeType="1"/>
          </p:cNvSpPr>
          <p:nvPr/>
        </p:nvSpPr>
        <p:spPr bwMode="auto">
          <a:xfrm>
            <a:off x="2032397"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58" name="Line 13">
            <a:extLst>
              <a:ext uri="{FF2B5EF4-FFF2-40B4-BE49-F238E27FC236}">
                <a16:creationId xmlns:a16="http://schemas.microsoft.com/office/drawing/2014/main" id="{170C85EB-CC0F-1549-BACB-42EC87A527DA}"/>
              </a:ext>
            </a:extLst>
          </p:cNvPr>
          <p:cNvSpPr>
            <a:spLocks noChangeShapeType="1"/>
          </p:cNvSpPr>
          <p:nvPr/>
        </p:nvSpPr>
        <p:spPr bwMode="auto">
          <a:xfrm>
            <a:off x="2164556"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59" name="Line 14">
            <a:extLst>
              <a:ext uri="{FF2B5EF4-FFF2-40B4-BE49-F238E27FC236}">
                <a16:creationId xmlns:a16="http://schemas.microsoft.com/office/drawing/2014/main" id="{04D1C69A-9259-7546-A22B-E197422B28F1}"/>
              </a:ext>
            </a:extLst>
          </p:cNvPr>
          <p:cNvSpPr>
            <a:spLocks noChangeShapeType="1"/>
          </p:cNvSpPr>
          <p:nvPr/>
        </p:nvSpPr>
        <p:spPr bwMode="auto">
          <a:xfrm>
            <a:off x="2296716"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60" name="Line 15">
            <a:extLst>
              <a:ext uri="{FF2B5EF4-FFF2-40B4-BE49-F238E27FC236}">
                <a16:creationId xmlns:a16="http://schemas.microsoft.com/office/drawing/2014/main" id="{3883D8AA-3CAF-FA4E-B015-5B968DD913C1}"/>
              </a:ext>
            </a:extLst>
          </p:cNvPr>
          <p:cNvSpPr>
            <a:spLocks noChangeShapeType="1"/>
          </p:cNvSpPr>
          <p:nvPr/>
        </p:nvSpPr>
        <p:spPr bwMode="auto">
          <a:xfrm>
            <a:off x="3084910"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61" name="Text Box 16">
            <a:extLst>
              <a:ext uri="{FF2B5EF4-FFF2-40B4-BE49-F238E27FC236}">
                <a16:creationId xmlns:a16="http://schemas.microsoft.com/office/drawing/2014/main" id="{D55C81D3-D0DA-4F4A-BD14-16C9BE4E1C4F}"/>
              </a:ext>
            </a:extLst>
          </p:cNvPr>
          <p:cNvSpPr txBox="1">
            <a:spLocks noChangeArrowheads="1"/>
          </p:cNvSpPr>
          <p:nvPr/>
        </p:nvSpPr>
        <p:spPr bwMode="auto">
          <a:xfrm>
            <a:off x="6858000" y="1600201"/>
            <a:ext cx="1133644" cy="530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偏移 </a:t>
            </a:r>
            <a:r>
              <a:rPr kumimoji="1" lang="en-US" altLang="zh-CN" sz="1500">
                <a:latin typeface="微软雅黑" panose="020B0503020204020204" pitchFamily="34" charset="-122"/>
                <a:ea typeface="宋体" panose="02010600030101010101" pitchFamily="2" charset="-122"/>
              </a:rPr>
              <a:t>= 0/8</a:t>
            </a:r>
          </a:p>
          <a:p>
            <a:pPr eaLnBrk="1" hangingPunct="1">
              <a:lnSpc>
                <a:spcPct val="90000"/>
              </a:lnSpc>
              <a:spcBef>
                <a:spcPct val="0"/>
              </a:spcBef>
              <a:buClrTx/>
              <a:buSzTx/>
              <a:buFontTx/>
              <a:buNone/>
            </a:pPr>
            <a:r>
              <a:rPr kumimoji="1" lang="en-US" altLang="zh-CN" sz="1500">
                <a:latin typeface="微软雅黑" panose="020B0503020204020204" pitchFamily="34" charset="-122"/>
                <a:ea typeface="宋体" panose="02010600030101010101" pitchFamily="2" charset="-122"/>
              </a:rPr>
              <a:t>= 0</a:t>
            </a:r>
          </a:p>
        </p:txBody>
      </p:sp>
      <p:sp>
        <p:nvSpPr>
          <p:cNvPr id="181262" name="Text Box 17">
            <a:extLst>
              <a:ext uri="{FF2B5EF4-FFF2-40B4-BE49-F238E27FC236}">
                <a16:creationId xmlns:a16="http://schemas.microsoft.com/office/drawing/2014/main" id="{5D6AB116-D289-B745-B3A7-F64CB03098D8}"/>
              </a:ext>
            </a:extLst>
          </p:cNvPr>
          <p:cNvSpPr txBox="1">
            <a:spLocks noChangeArrowheads="1"/>
          </p:cNvSpPr>
          <p:nvPr/>
        </p:nvSpPr>
        <p:spPr bwMode="auto">
          <a:xfrm>
            <a:off x="3613548" y="4380310"/>
            <a:ext cx="206498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偏移 </a:t>
            </a:r>
            <a:r>
              <a:rPr kumimoji="1" lang="en-US" altLang="zh-CN" sz="1500">
                <a:latin typeface="微软雅黑" panose="020B0503020204020204" pitchFamily="34" charset="-122"/>
                <a:ea typeface="宋体" panose="02010600030101010101" pitchFamily="2" charset="-122"/>
              </a:rPr>
              <a:t>= 1400/8 = </a:t>
            </a:r>
            <a:r>
              <a:rPr kumimoji="1" lang="en-US" altLang="zh-CN" sz="1500">
                <a:solidFill>
                  <a:srgbClr val="C00000"/>
                </a:solidFill>
                <a:latin typeface="微软雅黑" panose="020B0503020204020204" pitchFamily="34" charset="-122"/>
                <a:ea typeface="宋体" panose="02010600030101010101" pitchFamily="2" charset="-122"/>
              </a:rPr>
              <a:t>175</a:t>
            </a:r>
          </a:p>
        </p:txBody>
      </p:sp>
      <p:sp>
        <p:nvSpPr>
          <p:cNvPr id="181263" name="Text Box 18">
            <a:extLst>
              <a:ext uri="{FF2B5EF4-FFF2-40B4-BE49-F238E27FC236}">
                <a16:creationId xmlns:a16="http://schemas.microsoft.com/office/drawing/2014/main" id="{DF1AAE08-123C-8545-80AB-F4AE41B3551A}"/>
              </a:ext>
            </a:extLst>
          </p:cNvPr>
          <p:cNvSpPr txBox="1">
            <a:spLocks noChangeArrowheads="1"/>
          </p:cNvSpPr>
          <p:nvPr/>
        </p:nvSpPr>
        <p:spPr bwMode="auto">
          <a:xfrm>
            <a:off x="5916216" y="4380310"/>
            <a:ext cx="206498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偏移 </a:t>
            </a:r>
            <a:r>
              <a:rPr kumimoji="1" lang="en-US" altLang="zh-CN" sz="1500">
                <a:latin typeface="微软雅黑" panose="020B0503020204020204" pitchFamily="34" charset="-122"/>
                <a:ea typeface="宋体" panose="02010600030101010101" pitchFamily="2" charset="-122"/>
              </a:rPr>
              <a:t>= 2800/8 = </a:t>
            </a:r>
            <a:r>
              <a:rPr kumimoji="1" lang="en-US" altLang="zh-CN" sz="1500">
                <a:solidFill>
                  <a:srgbClr val="C00000"/>
                </a:solidFill>
                <a:latin typeface="微软雅黑" panose="020B0503020204020204" pitchFamily="34" charset="-122"/>
                <a:ea typeface="宋体" panose="02010600030101010101" pitchFamily="2" charset="-122"/>
              </a:rPr>
              <a:t>350</a:t>
            </a:r>
          </a:p>
        </p:txBody>
      </p:sp>
      <p:sp>
        <p:nvSpPr>
          <p:cNvPr id="181264" name="Line 19">
            <a:extLst>
              <a:ext uri="{FF2B5EF4-FFF2-40B4-BE49-F238E27FC236}">
                <a16:creationId xmlns:a16="http://schemas.microsoft.com/office/drawing/2014/main" id="{89C7E2DB-218C-8246-A560-3DF9A3101A18}"/>
              </a:ext>
            </a:extLst>
          </p:cNvPr>
          <p:cNvSpPr>
            <a:spLocks noChangeShapeType="1"/>
          </p:cNvSpPr>
          <p:nvPr/>
        </p:nvSpPr>
        <p:spPr bwMode="auto">
          <a:xfrm flipV="1">
            <a:off x="6762750" y="2027635"/>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265" name="Line 20">
            <a:extLst>
              <a:ext uri="{FF2B5EF4-FFF2-40B4-BE49-F238E27FC236}">
                <a16:creationId xmlns:a16="http://schemas.microsoft.com/office/drawing/2014/main" id="{F06EF568-F45B-6D46-AF60-2A31BBFFE1B6}"/>
              </a:ext>
            </a:extLst>
          </p:cNvPr>
          <p:cNvSpPr>
            <a:spLocks noChangeShapeType="1"/>
          </p:cNvSpPr>
          <p:nvPr/>
        </p:nvSpPr>
        <p:spPr bwMode="auto">
          <a:xfrm flipV="1">
            <a:off x="3280172" y="2027635"/>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266" name="Line 21">
            <a:extLst>
              <a:ext uri="{FF2B5EF4-FFF2-40B4-BE49-F238E27FC236}">
                <a16:creationId xmlns:a16="http://schemas.microsoft.com/office/drawing/2014/main" id="{391773D4-8CB7-8840-8869-ED77EE90DFF2}"/>
              </a:ext>
            </a:extLst>
          </p:cNvPr>
          <p:cNvSpPr>
            <a:spLocks noChangeShapeType="1"/>
          </p:cNvSpPr>
          <p:nvPr/>
        </p:nvSpPr>
        <p:spPr bwMode="auto">
          <a:xfrm flipV="1">
            <a:off x="3151585" y="3492104"/>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267" name="Line 22">
            <a:extLst>
              <a:ext uri="{FF2B5EF4-FFF2-40B4-BE49-F238E27FC236}">
                <a16:creationId xmlns:a16="http://schemas.microsoft.com/office/drawing/2014/main" id="{63926F4C-1C56-614E-AF90-FE829975DE88}"/>
              </a:ext>
            </a:extLst>
          </p:cNvPr>
          <p:cNvSpPr>
            <a:spLocks noChangeShapeType="1"/>
          </p:cNvSpPr>
          <p:nvPr/>
        </p:nvSpPr>
        <p:spPr bwMode="auto">
          <a:xfrm flipV="1">
            <a:off x="4270772" y="3492104"/>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268" name="Line 23">
            <a:extLst>
              <a:ext uri="{FF2B5EF4-FFF2-40B4-BE49-F238E27FC236}">
                <a16:creationId xmlns:a16="http://schemas.microsoft.com/office/drawing/2014/main" id="{3D71E1EE-6C69-DA4F-AEB9-2C70FA6179F8}"/>
              </a:ext>
            </a:extLst>
          </p:cNvPr>
          <p:cNvSpPr>
            <a:spLocks noChangeShapeType="1"/>
          </p:cNvSpPr>
          <p:nvPr/>
        </p:nvSpPr>
        <p:spPr bwMode="auto">
          <a:xfrm flipV="1">
            <a:off x="5456635" y="3492104"/>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269" name="Line 24">
            <a:extLst>
              <a:ext uri="{FF2B5EF4-FFF2-40B4-BE49-F238E27FC236}">
                <a16:creationId xmlns:a16="http://schemas.microsoft.com/office/drawing/2014/main" id="{81D01025-5821-D143-8E98-DADFD06E19FA}"/>
              </a:ext>
            </a:extLst>
          </p:cNvPr>
          <p:cNvSpPr>
            <a:spLocks noChangeShapeType="1"/>
          </p:cNvSpPr>
          <p:nvPr/>
        </p:nvSpPr>
        <p:spPr bwMode="auto">
          <a:xfrm flipV="1">
            <a:off x="6630591" y="3492104"/>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270" name="Line 25">
            <a:extLst>
              <a:ext uri="{FF2B5EF4-FFF2-40B4-BE49-F238E27FC236}">
                <a16:creationId xmlns:a16="http://schemas.microsoft.com/office/drawing/2014/main" id="{3CC84A03-B142-694D-8774-A5E57CA87B80}"/>
              </a:ext>
            </a:extLst>
          </p:cNvPr>
          <p:cNvSpPr>
            <a:spLocks noChangeShapeType="1"/>
          </p:cNvSpPr>
          <p:nvPr/>
        </p:nvSpPr>
        <p:spPr bwMode="auto">
          <a:xfrm flipV="1">
            <a:off x="7498556" y="3492104"/>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271" name="Text Box 26">
            <a:extLst>
              <a:ext uri="{FF2B5EF4-FFF2-40B4-BE49-F238E27FC236}">
                <a16:creationId xmlns:a16="http://schemas.microsoft.com/office/drawing/2014/main" id="{6276A23D-3C2E-3E42-B030-42D8B7CBFA14}"/>
              </a:ext>
            </a:extLst>
          </p:cNvPr>
          <p:cNvSpPr txBox="1">
            <a:spLocks noChangeArrowheads="1"/>
          </p:cNvSpPr>
          <p:nvPr/>
        </p:nvSpPr>
        <p:spPr bwMode="auto">
          <a:xfrm>
            <a:off x="3980260" y="3699273"/>
            <a:ext cx="6335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1400</a:t>
            </a:r>
          </a:p>
        </p:txBody>
      </p:sp>
      <p:sp>
        <p:nvSpPr>
          <p:cNvPr id="181272" name="Text Box 27">
            <a:extLst>
              <a:ext uri="{FF2B5EF4-FFF2-40B4-BE49-F238E27FC236}">
                <a16:creationId xmlns:a16="http://schemas.microsoft.com/office/drawing/2014/main" id="{94981165-FF25-D647-96FE-076B54D72EBB}"/>
              </a:ext>
            </a:extLst>
          </p:cNvPr>
          <p:cNvSpPr txBox="1">
            <a:spLocks noChangeArrowheads="1"/>
          </p:cNvSpPr>
          <p:nvPr/>
        </p:nvSpPr>
        <p:spPr bwMode="auto">
          <a:xfrm>
            <a:off x="6350794" y="3699273"/>
            <a:ext cx="6335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2800</a:t>
            </a:r>
          </a:p>
        </p:txBody>
      </p:sp>
      <p:sp>
        <p:nvSpPr>
          <p:cNvPr id="181273" name="Text Box 28">
            <a:extLst>
              <a:ext uri="{FF2B5EF4-FFF2-40B4-BE49-F238E27FC236}">
                <a16:creationId xmlns:a16="http://schemas.microsoft.com/office/drawing/2014/main" id="{332C908A-A027-0447-8270-3E828459313B}"/>
              </a:ext>
            </a:extLst>
          </p:cNvPr>
          <p:cNvSpPr txBox="1">
            <a:spLocks noChangeArrowheads="1"/>
          </p:cNvSpPr>
          <p:nvPr/>
        </p:nvSpPr>
        <p:spPr bwMode="auto">
          <a:xfrm>
            <a:off x="7208044" y="3682604"/>
            <a:ext cx="6335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3799</a:t>
            </a:r>
          </a:p>
        </p:txBody>
      </p:sp>
      <p:sp>
        <p:nvSpPr>
          <p:cNvPr id="181274" name="Text Box 29">
            <a:extLst>
              <a:ext uri="{FF2B5EF4-FFF2-40B4-BE49-F238E27FC236}">
                <a16:creationId xmlns:a16="http://schemas.microsoft.com/office/drawing/2014/main" id="{F3B8FB3D-9863-CB4E-92A6-DABE5E301381}"/>
              </a:ext>
            </a:extLst>
          </p:cNvPr>
          <p:cNvSpPr txBox="1">
            <a:spLocks noChangeArrowheads="1"/>
          </p:cNvSpPr>
          <p:nvPr/>
        </p:nvSpPr>
        <p:spPr bwMode="auto">
          <a:xfrm>
            <a:off x="5163742" y="3682604"/>
            <a:ext cx="6335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2799</a:t>
            </a:r>
          </a:p>
        </p:txBody>
      </p:sp>
      <p:sp>
        <p:nvSpPr>
          <p:cNvPr id="181275" name="Text Box 30">
            <a:extLst>
              <a:ext uri="{FF2B5EF4-FFF2-40B4-BE49-F238E27FC236}">
                <a16:creationId xmlns:a16="http://schemas.microsoft.com/office/drawing/2014/main" id="{081B538F-E01E-CC4B-88B6-BC4DBD1568E8}"/>
              </a:ext>
            </a:extLst>
          </p:cNvPr>
          <p:cNvSpPr txBox="1">
            <a:spLocks noChangeArrowheads="1"/>
          </p:cNvSpPr>
          <p:nvPr/>
        </p:nvSpPr>
        <p:spPr bwMode="auto">
          <a:xfrm>
            <a:off x="2861073" y="3682604"/>
            <a:ext cx="6335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1399</a:t>
            </a:r>
          </a:p>
        </p:txBody>
      </p:sp>
      <p:sp>
        <p:nvSpPr>
          <p:cNvPr id="181276" name="Text Box 31">
            <a:extLst>
              <a:ext uri="{FF2B5EF4-FFF2-40B4-BE49-F238E27FC236}">
                <a16:creationId xmlns:a16="http://schemas.microsoft.com/office/drawing/2014/main" id="{983473D5-C691-1F42-BE38-487B120B2930}"/>
              </a:ext>
            </a:extLst>
          </p:cNvPr>
          <p:cNvSpPr txBox="1">
            <a:spLocks noChangeArrowheads="1"/>
          </p:cNvSpPr>
          <p:nvPr/>
        </p:nvSpPr>
        <p:spPr bwMode="auto">
          <a:xfrm>
            <a:off x="6482954" y="2218135"/>
            <a:ext cx="633507"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3799</a:t>
            </a:r>
          </a:p>
        </p:txBody>
      </p:sp>
      <p:sp>
        <p:nvSpPr>
          <p:cNvPr id="181277" name="Text Box 32">
            <a:extLst>
              <a:ext uri="{FF2B5EF4-FFF2-40B4-BE49-F238E27FC236}">
                <a16:creationId xmlns:a16="http://schemas.microsoft.com/office/drawing/2014/main" id="{F784BFF5-7145-A44C-8991-4D9DE3B24371}"/>
              </a:ext>
            </a:extLst>
          </p:cNvPr>
          <p:cNvSpPr txBox="1">
            <a:spLocks noChangeArrowheads="1"/>
          </p:cNvSpPr>
          <p:nvPr/>
        </p:nvSpPr>
        <p:spPr bwMode="auto">
          <a:xfrm>
            <a:off x="1538676" y="1545431"/>
            <a:ext cx="954107"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需分片的</a:t>
            </a:r>
          </a:p>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数据报</a:t>
            </a:r>
          </a:p>
        </p:txBody>
      </p:sp>
      <p:sp>
        <p:nvSpPr>
          <p:cNvPr id="181278" name="Rectangle 76">
            <a:extLst>
              <a:ext uri="{FF2B5EF4-FFF2-40B4-BE49-F238E27FC236}">
                <a16:creationId xmlns:a16="http://schemas.microsoft.com/office/drawing/2014/main" id="{63A511F9-0D73-5449-B1A0-08790DF4E8AA}"/>
              </a:ext>
            </a:extLst>
          </p:cNvPr>
          <p:cNvSpPr>
            <a:spLocks noChangeArrowheads="1"/>
          </p:cNvSpPr>
          <p:nvPr/>
        </p:nvSpPr>
        <p:spPr bwMode="auto">
          <a:xfrm>
            <a:off x="2574132" y="1693069"/>
            <a:ext cx="640556" cy="30599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1279" name="Text Box 33">
            <a:extLst>
              <a:ext uri="{FF2B5EF4-FFF2-40B4-BE49-F238E27FC236}">
                <a16:creationId xmlns:a16="http://schemas.microsoft.com/office/drawing/2014/main" id="{6246D17D-21A5-4B43-896B-061A8DACC3C6}"/>
              </a:ext>
            </a:extLst>
          </p:cNvPr>
          <p:cNvSpPr txBox="1">
            <a:spLocks noChangeArrowheads="1"/>
          </p:cNvSpPr>
          <p:nvPr/>
        </p:nvSpPr>
        <p:spPr bwMode="auto">
          <a:xfrm>
            <a:off x="1769269" y="4046935"/>
            <a:ext cx="1124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数据报片 </a:t>
            </a:r>
            <a:r>
              <a:rPr kumimoji="1" lang="en-US" altLang="zh-CN" sz="1500">
                <a:latin typeface="微软雅黑" panose="020B0503020204020204" pitchFamily="34" charset="-122"/>
                <a:ea typeface="宋体" panose="02010600030101010101" pitchFamily="2" charset="-122"/>
              </a:rPr>
              <a:t>1</a:t>
            </a:r>
          </a:p>
        </p:txBody>
      </p:sp>
      <p:sp>
        <p:nvSpPr>
          <p:cNvPr id="181280" name="Text Box 34">
            <a:extLst>
              <a:ext uri="{FF2B5EF4-FFF2-40B4-BE49-F238E27FC236}">
                <a16:creationId xmlns:a16="http://schemas.microsoft.com/office/drawing/2014/main" id="{4B97F47A-19AF-B346-9A4C-C4033B567915}"/>
              </a:ext>
            </a:extLst>
          </p:cNvPr>
          <p:cNvSpPr txBox="1">
            <a:spLocks noChangeArrowheads="1"/>
          </p:cNvSpPr>
          <p:nvPr/>
        </p:nvSpPr>
        <p:spPr bwMode="auto">
          <a:xfrm>
            <a:off x="2627710" y="1707357"/>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首部</a:t>
            </a:r>
          </a:p>
        </p:txBody>
      </p:sp>
      <p:sp>
        <p:nvSpPr>
          <p:cNvPr id="181281" name="Line 35">
            <a:extLst>
              <a:ext uri="{FF2B5EF4-FFF2-40B4-BE49-F238E27FC236}">
                <a16:creationId xmlns:a16="http://schemas.microsoft.com/office/drawing/2014/main" id="{10148658-B977-174B-AA10-03232953B778}"/>
              </a:ext>
            </a:extLst>
          </p:cNvPr>
          <p:cNvSpPr>
            <a:spLocks noChangeShapeType="1"/>
          </p:cNvSpPr>
          <p:nvPr/>
        </p:nvSpPr>
        <p:spPr bwMode="auto">
          <a:xfrm>
            <a:off x="3217069" y="1679972"/>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82" name="Rectangle 36">
            <a:extLst>
              <a:ext uri="{FF2B5EF4-FFF2-40B4-BE49-F238E27FC236}">
                <a16:creationId xmlns:a16="http://schemas.microsoft.com/office/drawing/2014/main" id="{7D029F82-2361-BA43-B2BF-12F1FA1CECCE}"/>
              </a:ext>
            </a:extLst>
          </p:cNvPr>
          <p:cNvSpPr>
            <a:spLocks noChangeArrowheads="1"/>
          </p:cNvSpPr>
          <p:nvPr/>
        </p:nvSpPr>
        <p:spPr bwMode="auto">
          <a:xfrm>
            <a:off x="1243013" y="3144441"/>
            <a:ext cx="658416" cy="347663"/>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1283" name="Line 37">
            <a:extLst>
              <a:ext uri="{FF2B5EF4-FFF2-40B4-BE49-F238E27FC236}">
                <a16:creationId xmlns:a16="http://schemas.microsoft.com/office/drawing/2014/main" id="{6F6EECA7-EAC2-6F4D-AD82-C3DAB7630E92}"/>
              </a:ext>
            </a:extLst>
          </p:cNvPr>
          <p:cNvSpPr>
            <a:spLocks noChangeShapeType="1"/>
          </p:cNvSpPr>
          <p:nvPr/>
        </p:nvSpPr>
        <p:spPr bwMode="auto">
          <a:xfrm>
            <a:off x="4535091" y="1679972"/>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84" name="Line 38">
            <a:extLst>
              <a:ext uri="{FF2B5EF4-FFF2-40B4-BE49-F238E27FC236}">
                <a16:creationId xmlns:a16="http://schemas.microsoft.com/office/drawing/2014/main" id="{62150A49-67D6-044D-8B46-6B3A94DB0A4C}"/>
              </a:ext>
            </a:extLst>
          </p:cNvPr>
          <p:cNvSpPr>
            <a:spLocks noChangeShapeType="1"/>
          </p:cNvSpPr>
          <p:nvPr/>
        </p:nvSpPr>
        <p:spPr bwMode="auto">
          <a:xfrm>
            <a:off x="5851922" y="1679972"/>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85" name="Line 39">
            <a:extLst>
              <a:ext uri="{FF2B5EF4-FFF2-40B4-BE49-F238E27FC236}">
                <a16:creationId xmlns:a16="http://schemas.microsoft.com/office/drawing/2014/main" id="{527C146A-51DD-8349-A814-F59C48EE6CBC}"/>
              </a:ext>
            </a:extLst>
          </p:cNvPr>
          <p:cNvSpPr>
            <a:spLocks noChangeShapeType="1"/>
          </p:cNvSpPr>
          <p:nvPr/>
        </p:nvSpPr>
        <p:spPr bwMode="auto">
          <a:xfrm flipV="1">
            <a:off x="1901429" y="2027635"/>
            <a:ext cx="1315640" cy="1116806"/>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181286" name="Line 40">
            <a:extLst>
              <a:ext uri="{FF2B5EF4-FFF2-40B4-BE49-F238E27FC236}">
                <a16:creationId xmlns:a16="http://schemas.microsoft.com/office/drawing/2014/main" id="{D43E0BF5-8DCD-914F-9FFF-BA24F7731CC9}"/>
              </a:ext>
            </a:extLst>
          </p:cNvPr>
          <p:cNvSpPr>
            <a:spLocks noChangeShapeType="1"/>
          </p:cNvSpPr>
          <p:nvPr/>
        </p:nvSpPr>
        <p:spPr bwMode="auto">
          <a:xfrm flipV="1">
            <a:off x="3217069" y="2027635"/>
            <a:ext cx="1318022" cy="1116806"/>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181287" name="Rectangle 41">
            <a:extLst>
              <a:ext uri="{FF2B5EF4-FFF2-40B4-BE49-F238E27FC236}">
                <a16:creationId xmlns:a16="http://schemas.microsoft.com/office/drawing/2014/main" id="{FCE57B2D-5BA6-854F-8A3E-978CCF136E45}"/>
              </a:ext>
            </a:extLst>
          </p:cNvPr>
          <p:cNvSpPr>
            <a:spLocks noChangeArrowheads="1"/>
          </p:cNvSpPr>
          <p:nvPr/>
        </p:nvSpPr>
        <p:spPr bwMode="auto">
          <a:xfrm>
            <a:off x="4206479" y="3144441"/>
            <a:ext cx="1315640" cy="347663"/>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1288" name="Line 42">
            <a:extLst>
              <a:ext uri="{FF2B5EF4-FFF2-40B4-BE49-F238E27FC236}">
                <a16:creationId xmlns:a16="http://schemas.microsoft.com/office/drawing/2014/main" id="{59E65507-AABE-354D-B52B-E35340C184E6}"/>
              </a:ext>
            </a:extLst>
          </p:cNvPr>
          <p:cNvSpPr>
            <a:spLocks noChangeShapeType="1"/>
          </p:cNvSpPr>
          <p:nvPr/>
        </p:nvSpPr>
        <p:spPr bwMode="auto">
          <a:xfrm>
            <a:off x="4337447"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89" name="Line 43">
            <a:extLst>
              <a:ext uri="{FF2B5EF4-FFF2-40B4-BE49-F238E27FC236}">
                <a16:creationId xmlns:a16="http://schemas.microsoft.com/office/drawing/2014/main" id="{B0909581-7080-1144-B681-886D154929F7}"/>
              </a:ext>
            </a:extLst>
          </p:cNvPr>
          <p:cNvSpPr>
            <a:spLocks noChangeShapeType="1"/>
          </p:cNvSpPr>
          <p:nvPr/>
        </p:nvSpPr>
        <p:spPr bwMode="auto">
          <a:xfrm>
            <a:off x="4468416"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90" name="Line 44">
            <a:extLst>
              <a:ext uri="{FF2B5EF4-FFF2-40B4-BE49-F238E27FC236}">
                <a16:creationId xmlns:a16="http://schemas.microsoft.com/office/drawing/2014/main" id="{3A5D375D-EACB-8348-8BE4-91B4E2DB28B1}"/>
              </a:ext>
            </a:extLst>
          </p:cNvPr>
          <p:cNvSpPr>
            <a:spLocks noChangeShapeType="1"/>
          </p:cNvSpPr>
          <p:nvPr/>
        </p:nvSpPr>
        <p:spPr bwMode="auto">
          <a:xfrm>
            <a:off x="4600575"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91" name="Line 45">
            <a:extLst>
              <a:ext uri="{FF2B5EF4-FFF2-40B4-BE49-F238E27FC236}">
                <a16:creationId xmlns:a16="http://schemas.microsoft.com/office/drawing/2014/main" id="{6F44F841-4DCB-BA43-98C4-6689AC86D35F}"/>
              </a:ext>
            </a:extLst>
          </p:cNvPr>
          <p:cNvSpPr>
            <a:spLocks noChangeShapeType="1"/>
          </p:cNvSpPr>
          <p:nvPr/>
        </p:nvSpPr>
        <p:spPr bwMode="auto">
          <a:xfrm>
            <a:off x="5389960"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92" name="Rectangle 46">
            <a:extLst>
              <a:ext uri="{FF2B5EF4-FFF2-40B4-BE49-F238E27FC236}">
                <a16:creationId xmlns:a16="http://schemas.microsoft.com/office/drawing/2014/main" id="{401E9B78-59FB-E240-82B3-D332B7A2F5FA}"/>
              </a:ext>
            </a:extLst>
          </p:cNvPr>
          <p:cNvSpPr>
            <a:spLocks noChangeArrowheads="1"/>
          </p:cNvSpPr>
          <p:nvPr/>
        </p:nvSpPr>
        <p:spPr bwMode="auto">
          <a:xfrm>
            <a:off x="3548063" y="3144441"/>
            <a:ext cx="658416" cy="347663"/>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1293" name="Line 47">
            <a:extLst>
              <a:ext uri="{FF2B5EF4-FFF2-40B4-BE49-F238E27FC236}">
                <a16:creationId xmlns:a16="http://schemas.microsoft.com/office/drawing/2014/main" id="{EF6FAE23-19F3-3945-83A0-E563EBD64F6E}"/>
              </a:ext>
            </a:extLst>
          </p:cNvPr>
          <p:cNvSpPr>
            <a:spLocks noChangeShapeType="1"/>
          </p:cNvSpPr>
          <p:nvPr/>
        </p:nvSpPr>
        <p:spPr bwMode="auto">
          <a:xfrm flipV="1">
            <a:off x="4206478" y="2027635"/>
            <a:ext cx="328613" cy="1116806"/>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181294" name="Line 48">
            <a:extLst>
              <a:ext uri="{FF2B5EF4-FFF2-40B4-BE49-F238E27FC236}">
                <a16:creationId xmlns:a16="http://schemas.microsoft.com/office/drawing/2014/main" id="{33F7C4C8-9A65-9146-B82C-DEC5147E3020}"/>
              </a:ext>
            </a:extLst>
          </p:cNvPr>
          <p:cNvSpPr>
            <a:spLocks noChangeShapeType="1"/>
          </p:cNvSpPr>
          <p:nvPr/>
        </p:nvSpPr>
        <p:spPr bwMode="auto">
          <a:xfrm flipV="1">
            <a:off x="5522119" y="2027635"/>
            <a:ext cx="329804" cy="1116806"/>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181295" name="Rectangle 49">
            <a:extLst>
              <a:ext uri="{FF2B5EF4-FFF2-40B4-BE49-F238E27FC236}">
                <a16:creationId xmlns:a16="http://schemas.microsoft.com/office/drawing/2014/main" id="{134D2E8F-DF03-E146-8E4A-C32F11FEFC20}"/>
              </a:ext>
            </a:extLst>
          </p:cNvPr>
          <p:cNvSpPr>
            <a:spLocks noChangeArrowheads="1"/>
          </p:cNvSpPr>
          <p:nvPr/>
        </p:nvSpPr>
        <p:spPr bwMode="auto">
          <a:xfrm>
            <a:off x="6575823" y="3144441"/>
            <a:ext cx="988219" cy="347663"/>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1296" name="Line 50">
            <a:extLst>
              <a:ext uri="{FF2B5EF4-FFF2-40B4-BE49-F238E27FC236}">
                <a16:creationId xmlns:a16="http://schemas.microsoft.com/office/drawing/2014/main" id="{84E696FF-CAB1-444C-A780-F59F3ACE1595}"/>
              </a:ext>
            </a:extLst>
          </p:cNvPr>
          <p:cNvSpPr>
            <a:spLocks noChangeShapeType="1"/>
          </p:cNvSpPr>
          <p:nvPr/>
        </p:nvSpPr>
        <p:spPr bwMode="auto">
          <a:xfrm>
            <a:off x="6707981"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97" name="Line 51">
            <a:extLst>
              <a:ext uri="{FF2B5EF4-FFF2-40B4-BE49-F238E27FC236}">
                <a16:creationId xmlns:a16="http://schemas.microsoft.com/office/drawing/2014/main" id="{F8D00F0E-FFC1-6345-B7EA-CB1339294E1B}"/>
              </a:ext>
            </a:extLst>
          </p:cNvPr>
          <p:cNvSpPr>
            <a:spLocks noChangeShapeType="1"/>
          </p:cNvSpPr>
          <p:nvPr/>
        </p:nvSpPr>
        <p:spPr bwMode="auto">
          <a:xfrm>
            <a:off x="6840141"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98" name="Line 52">
            <a:extLst>
              <a:ext uri="{FF2B5EF4-FFF2-40B4-BE49-F238E27FC236}">
                <a16:creationId xmlns:a16="http://schemas.microsoft.com/office/drawing/2014/main" id="{778D696D-0D9F-B744-9F6E-DC44E5C9C442}"/>
              </a:ext>
            </a:extLst>
          </p:cNvPr>
          <p:cNvSpPr>
            <a:spLocks noChangeShapeType="1"/>
          </p:cNvSpPr>
          <p:nvPr/>
        </p:nvSpPr>
        <p:spPr bwMode="auto">
          <a:xfrm>
            <a:off x="6972300"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99" name="Line 53">
            <a:extLst>
              <a:ext uri="{FF2B5EF4-FFF2-40B4-BE49-F238E27FC236}">
                <a16:creationId xmlns:a16="http://schemas.microsoft.com/office/drawing/2014/main" id="{8C55DD4F-5CC4-414B-902A-6BF5A23C1696}"/>
              </a:ext>
            </a:extLst>
          </p:cNvPr>
          <p:cNvSpPr>
            <a:spLocks noChangeShapeType="1"/>
          </p:cNvSpPr>
          <p:nvPr/>
        </p:nvSpPr>
        <p:spPr bwMode="auto">
          <a:xfrm>
            <a:off x="7433072"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300" name="Rectangle 54">
            <a:extLst>
              <a:ext uri="{FF2B5EF4-FFF2-40B4-BE49-F238E27FC236}">
                <a16:creationId xmlns:a16="http://schemas.microsoft.com/office/drawing/2014/main" id="{5407A8DA-005B-EC44-97AC-73F50D59532B}"/>
              </a:ext>
            </a:extLst>
          </p:cNvPr>
          <p:cNvSpPr>
            <a:spLocks noChangeArrowheads="1"/>
          </p:cNvSpPr>
          <p:nvPr/>
        </p:nvSpPr>
        <p:spPr bwMode="auto">
          <a:xfrm>
            <a:off x="5918597" y="3144441"/>
            <a:ext cx="657225" cy="347663"/>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1301" name="Line 55">
            <a:extLst>
              <a:ext uri="{FF2B5EF4-FFF2-40B4-BE49-F238E27FC236}">
                <a16:creationId xmlns:a16="http://schemas.microsoft.com/office/drawing/2014/main" id="{764DC1A0-833A-7046-BE1E-DB2836BF3E5B}"/>
              </a:ext>
            </a:extLst>
          </p:cNvPr>
          <p:cNvSpPr>
            <a:spLocks noChangeShapeType="1"/>
          </p:cNvSpPr>
          <p:nvPr/>
        </p:nvSpPr>
        <p:spPr bwMode="auto">
          <a:xfrm flipH="1" flipV="1">
            <a:off x="6840141" y="2027635"/>
            <a:ext cx="723900" cy="1116806"/>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181302" name="Line 56">
            <a:extLst>
              <a:ext uri="{FF2B5EF4-FFF2-40B4-BE49-F238E27FC236}">
                <a16:creationId xmlns:a16="http://schemas.microsoft.com/office/drawing/2014/main" id="{823CECC6-1F3D-9F4C-BBAC-9D23EF4DFCE1}"/>
              </a:ext>
            </a:extLst>
          </p:cNvPr>
          <p:cNvSpPr>
            <a:spLocks noChangeShapeType="1"/>
          </p:cNvSpPr>
          <p:nvPr/>
        </p:nvSpPr>
        <p:spPr bwMode="auto">
          <a:xfrm flipH="1" flipV="1">
            <a:off x="5851922" y="2027635"/>
            <a:ext cx="723900" cy="1116806"/>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181303" name="Line 57">
            <a:extLst>
              <a:ext uri="{FF2B5EF4-FFF2-40B4-BE49-F238E27FC236}">
                <a16:creationId xmlns:a16="http://schemas.microsoft.com/office/drawing/2014/main" id="{26BB39D7-FBAB-C64A-A8F7-D237AB7FD0F7}"/>
              </a:ext>
            </a:extLst>
          </p:cNvPr>
          <p:cNvSpPr>
            <a:spLocks noChangeShapeType="1"/>
          </p:cNvSpPr>
          <p:nvPr/>
        </p:nvSpPr>
        <p:spPr bwMode="auto">
          <a:xfrm>
            <a:off x="3205163" y="1510904"/>
            <a:ext cx="3621881"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304" name="Text Box 58">
            <a:extLst>
              <a:ext uri="{FF2B5EF4-FFF2-40B4-BE49-F238E27FC236}">
                <a16:creationId xmlns:a16="http://schemas.microsoft.com/office/drawing/2014/main" id="{E8A67DE9-2867-F341-8D58-836D5EA29CE3}"/>
              </a:ext>
            </a:extLst>
          </p:cNvPr>
          <p:cNvSpPr txBox="1">
            <a:spLocks noChangeArrowheads="1"/>
          </p:cNvSpPr>
          <p:nvPr/>
        </p:nvSpPr>
        <p:spPr bwMode="auto">
          <a:xfrm>
            <a:off x="3877866" y="1356123"/>
            <a:ext cx="2095445"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数据部分共 </a:t>
            </a:r>
            <a:r>
              <a:rPr kumimoji="1" lang="en-US" altLang="zh-CN" sz="1500">
                <a:latin typeface="微软雅黑" panose="020B0503020204020204" pitchFamily="34" charset="-122"/>
                <a:ea typeface="宋体" panose="02010600030101010101" pitchFamily="2" charset="-122"/>
              </a:rPr>
              <a:t>3800 </a:t>
            </a:r>
            <a:r>
              <a:rPr kumimoji="1" lang="zh-CN" altLang="en-US" sz="1500">
                <a:latin typeface="微软雅黑" panose="020B0503020204020204" pitchFamily="34" charset="-122"/>
                <a:ea typeface="宋体" panose="02010600030101010101" pitchFamily="2" charset="-122"/>
              </a:rPr>
              <a:t>字节</a:t>
            </a:r>
          </a:p>
        </p:txBody>
      </p:sp>
      <p:sp>
        <p:nvSpPr>
          <p:cNvPr id="181305" name="Text Box 59">
            <a:extLst>
              <a:ext uri="{FF2B5EF4-FFF2-40B4-BE49-F238E27FC236}">
                <a16:creationId xmlns:a16="http://schemas.microsoft.com/office/drawing/2014/main" id="{3F5E1CF2-B38C-5F4A-B388-D165800CF54C}"/>
              </a:ext>
            </a:extLst>
          </p:cNvPr>
          <p:cNvSpPr txBox="1">
            <a:spLocks noChangeArrowheads="1"/>
          </p:cNvSpPr>
          <p:nvPr/>
        </p:nvSpPr>
        <p:spPr bwMode="auto">
          <a:xfrm>
            <a:off x="1243013" y="3144441"/>
            <a:ext cx="73930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首部 </a:t>
            </a:r>
            <a:r>
              <a:rPr kumimoji="1" lang="en-US" altLang="zh-CN" sz="1500">
                <a:latin typeface="微软雅黑" panose="020B0503020204020204" pitchFamily="34" charset="-122"/>
                <a:ea typeface="宋体" panose="02010600030101010101" pitchFamily="2" charset="-122"/>
              </a:rPr>
              <a:t>1</a:t>
            </a:r>
          </a:p>
        </p:txBody>
      </p:sp>
      <p:sp>
        <p:nvSpPr>
          <p:cNvPr id="181306" name="Text Box 60">
            <a:extLst>
              <a:ext uri="{FF2B5EF4-FFF2-40B4-BE49-F238E27FC236}">
                <a16:creationId xmlns:a16="http://schemas.microsoft.com/office/drawing/2014/main" id="{72224E06-7AD0-0C45-A930-E21D4FD8B46E}"/>
              </a:ext>
            </a:extLst>
          </p:cNvPr>
          <p:cNvSpPr txBox="1">
            <a:spLocks noChangeArrowheads="1"/>
          </p:cNvSpPr>
          <p:nvPr/>
        </p:nvSpPr>
        <p:spPr bwMode="auto">
          <a:xfrm>
            <a:off x="3525441" y="3144441"/>
            <a:ext cx="73930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首部 </a:t>
            </a:r>
            <a:r>
              <a:rPr kumimoji="1" lang="en-US" altLang="zh-CN" sz="1500">
                <a:latin typeface="微软雅黑" panose="020B0503020204020204" pitchFamily="34" charset="-122"/>
                <a:ea typeface="宋体" panose="02010600030101010101" pitchFamily="2" charset="-122"/>
              </a:rPr>
              <a:t>2</a:t>
            </a:r>
          </a:p>
        </p:txBody>
      </p:sp>
      <p:sp>
        <p:nvSpPr>
          <p:cNvPr id="181307" name="Text Box 61">
            <a:extLst>
              <a:ext uri="{FF2B5EF4-FFF2-40B4-BE49-F238E27FC236}">
                <a16:creationId xmlns:a16="http://schemas.microsoft.com/office/drawing/2014/main" id="{D690AFBF-CD9F-6343-8B53-5BE9EA1D698B}"/>
              </a:ext>
            </a:extLst>
          </p:cNvPr>
          <p:cNvSpPr txBox="1">
            <a:spLocks noChangeArrowheads="1"/>
          </p:cNvSpPr>
          <p:nvPr/>
        </p:nvSpPr>
        <p:spPr bwMode="auto">
          <a:xfrm>
            <a:off x="5895975" y="3144441"/>
            <a:ext cx="73930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首部 </a:t>
            </a:r>
            <a:r>
              <a:rPr kumimoji="1" lang="en-US" altLang="zh-CN" sz="1500">
                <a:latin typeface="微软雅黑" panose="020B0503020204020204" pitchFamily="34" charset="-122"/>
                <a:ea typeface="宋体" panose="02010600030101010101" pitchFamily="2" charset="-122"/>
              </a:rPr>
              <a:t>3</a:t>
            </a:r>
          </a:p>
        </p:txBody>
      </p:sp>
      <p:sp>
        <p:nvSpPr>
          <p:cNvPr id="181308" name="Line 62">
            <a:extLst>
              <a:ext uri="{FF2B5EF4-FFF2-40B4-BE49-F238E27FC236}">
                <a16:creationId xmlns:a16="http://schemas.microsoft.com/office/drawing/2014/main" id="{CD573E68-6FC5-4247-B110-4AC5C106714A}"/>
              </a:ext>
            </a:extLst>
          </p:cNvPr>
          <p:cNvSpPr>
            <a:spLocks noChangeShapeType="1"/>
          </p:cNvSpPr>
          <p:nvPr/>
        </p:nvSpPr>
        <p:spPr bwMode="auto">
          <a:xfrm flipV="1">
            <a:off x="1963341" y="3492104"/>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309" name="Text Box 63">
            <a:extLst>
              <a:ext uri="{FF2B5EF4-FFF2-40B4-BE49-F238E27FC236}">
                <a16:creationId xmlns:a16="http://schemas.microsoft.com/office/drawing/2014/main" id="{DFBA37FB-EDA4-9449-A890-621587152489}"/>
              </a:ext>
            </a:extLst>
          </p:cNvPr>
          <p:cNvSpPr txBox="1">
            <a:spLocks noChangeArrowheads="1"/>
          </p:cNvSpPr>
          <p:nvPr/>
        </p:nvSpPr>
        <p:spPr bwMode="auto">
          <a:xfrm>
            <a:off x="1395413" y="3712369"/>
            <a:ext cx="73930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字节 </a:t>
            </a:r>
            <a:r>
              <a:rPr kumimoji="1" lang="en-US" altLang="zh-CN" sz="1500">
                <a:latin typeface="微软雅黑" panose="020B0503020204020204" pitchFamily="34" charset="-122"/>
                <a:ea typeface="宋体" panose="02010600030101010101" pitchFamily="2" charset="-122"/>
              </a:rPr>
              <a:t>0</a:t>
            </a:r>
          </a:p>
        </p:txBody>
      </p:sp>
      <p:sp>
        <p:nvSpPr>
          <p:cNvPr id="181310" name="Text Box 64">
            <a:extLst>
              <a:ext uri="{FF2B5EF4-FFF2-40B4-BE49-F238E27FC236}">
                <a16:creationId xmlns:a16="http://schemas.microsoft.com/office/drawing/2014/main" id="{2EBA8A04-6C68-A845-BEC1-EBADE1B9DD35}"/>
              </a:ext>
            </a:extLst>
          </p:cNvPr>
          <p:cNvSpPr txBox="1">
            <a:spLocks noChangeArrowheads="1"/>
          </p:cNvSpPr>
          <p:nvPr/>
        </p:nvSpPr>
        <p:spPr bwMode="auto">
          <a:xfrm>
            <a:off x="4029075" y="4043363"/>
            <a:ext cx="1124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数据报片 </a:t>
            </a:r>
            <a:r>
              <a:rPr kumimoji="1" lang="en-US" altLang="zh-CN" sz="1500">
                <a:latin typeface="微软雅黑" panose="020B0503020204020204" pitchFamily="34" charset="-122"/>
                <a:ea typeface="宋体" panose="02010600030101010101" pitchFamily="2" charset="-122"/>
              </a:rPr>
              <a:t>2</a:t>
            </a:r>
          </a:p>
        </p:txBody>
      </p:sp>
      <p:sp>
        <p:nvSpPr>
          <p:cNvPr id="181311" name="Text Box 65">
            <a:extLst>
              <a:ext uri="{FF2B5EF4-FFF2-40B4-BE49-F238E27FC236}">
                <a16:creationId xmlns:a16="http://schemas.microsoft.com/office/drawing/2014/main" id="{A45D0687-7837-8149-9AB9-9315D93900A3}"/>
              </a:ext>
            </a:extLst>
          </p:cNvPr>
          <p:cNvSpPr txBox="1">
            <a:spLocks noChangeArrowheads="1"/>
          </p:cNvSpPr>
          <p:nvPr/>
        </p:nvSpPr>
        <p:spPr bwMode="auto">
          <a:xfrm>
            <a:off x="6203156" y="4043363"/>
            <a:ext cx="1124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数据报片 </a:t>
            </a:r>
            <a:r>
              <a:rPr kumimoji="1" lang="en-US" altLang="zh-CN" sz="1500">
                <a:latin typeface="微软雅黑" panose="020B0503020204020204" pitchFamily="34" charset="-122"/>
                <a:ea typeface="宋体" panose="02010600030101010101" pitchFamily="2" charset="-122"/>
              </a:rPr>
              <a:t>3</a:t>
            </a:r>
          </a:p>
        </p:txBody>
      </p:sp>
      <p:sp>
        <p:nvSpPr>
          <p:cNvPr id="181312" name="Line 66">
            <a:extLst>
              <a:ext uri="{FF2B5EF4-FFF2-40B4-BE49-F238E27FC236}">
                <a16:creationId xmlns:a16="http://schemas.microsoft.com/office/drawing/2014/main" id="{B525DC1C-CBC4-7A4D-99DD-C9AB5B6E2CFF}"/>
              </a:ext>
            </a:extLst>
          </p:cNvPr>
          <p:cNvSpPr>
            <a:spLocks noChangeShapeType="1"/>
          </p:cNvSpPr>
          <p:nvPr/>
        </p:nvSpPr>
        <p:spPr bwMode="auto">
          <a:xfrm flipV="1">
            <a:off x="4588669" y="2027635"/>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313" name="Text Box 67">
            <a:extLst>
              <a:ext uri="{FF2B5EF4-FFF2-40B4-BE49-F238E27FC236}">
                <a16:creationId xmlns:a16="http://schemas.microsoft.com/office/drawing/2014/main" id="{9218999F-9DC1-6B42-95A7-683DD94989C6}"/>
              </a:ext>
            </a:extLst>
          </p:cNvPr>
          <p:cNvSpPr txBox="1">
            <a:spLocks noChangeArrowheads="1"/>
          </p:cNvSpPr>
          <p:nvPr/>
        </p:nvSpPr>
        <p:spPr bwMode="auto">
          <a:xfrm>
            <a:off x="4298157" y="2232423"/>
            <a:ext cx="633507"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1400</a:t>
            </a:r>
          </a:p>
        </p:txBody>
      </p:sp>
      <p:sp>
        <p:nvSpPr>
          <p:cNvPr id="181314" name="Line 68">
            <a:extLst>
              <a:ext uri="{FF2B5EF4-FFF2-40B4-BE49-F238E27FC236}">
                <a16:creationId xmlns:a16="http://schemas.microsoft.com/office/drawing/2014/main" id="{57CAB71F-0F5E-B548-9C86-68A145093F3A}"/>
              </a:ext>
            </a:extLst>
          </p:cNvPr>
          <p:cNvSpPr>
            <a:spLocks noChangeShapeType="1"/>
          </p:cNvSpPr>
          <p:nvPr/>
        </p:nvSpPr>
        <p:spPr bwMode="auto">
          <a:xfrm flipV="1">
            <a:off x="5906691" y="2027635"/>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315" name="Text Box 69">
            <a:extLst>
              <a:ext uri="{FF2B5EF4-FFF2-40B4-BE49-F238E27FC236}">
                <a16:creationId xmlns:a16="http://schemas.microsoft.com/office/drawing/2014/main" id="{82A77462-0C14-E944-BDA9-95B5C34FA4D1}"/>
              </a:ext>
            </a:extLst>
          </p:cNvPr>
          <p:cNvSpPr txBox="1">
            <a:spLocks noChangeArrowheads="1"/>
          </p:cNvSpPr>
          <p:nvPr/>
        </p:nvSpPr>
        <p:spPr bwMode="auto">
          <a:xfrm>
            <a:off x="5626894" y="2232423"/>
            <a:ext cx="633507"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2800</a:t>
            </a:r>
          </a:p>
        </p:txBody>
      </p:sp>
      <p:sp>
        <p:nvSpPr>
          <p:cNvPr id="181316" name="Line 70">
            <a:extLst>
              <a:ext uri="{FF2B5EF4-FFF2-40B4-BE49-F238E27FC236}">
                <a16:creationId xmlns:a16="http://schemas.microsoft.com/office/drawing/2014/main" id="{015CDD32-F84E-2E43-B3C6-99E941626EFD}"/>
              </a:ext>
            </a:extLst>
          </p:cNvPr>
          <p:cNvSpPr>
            <a:spLocks noChangeShapeType="1"/>
          </p:cNvSpPr>
          <p:nvPr/>
        </p:nvSpPr>
        <p:spPr bwMode="auto">
          <a:xfrm>
            <a:off x="5982891" y="1679972"/>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317" name="Line 71">
            <a:extLst>
              <a:ext uri="{FF2B5EF4-FFF2-40B4-BE49-F238E27FC236}">
                <a16:creationId xmlns:a16="http://schemas.microsoft.com/office/drawing/2014/main" id="{D0F8BBF6-C9F6-4947-B8DF-8843EBC6CED3}"/>
              </a:ext>
            </a:extLst>
          </p:cNvPr>
          <p:cNvSpPr>
            <a:spLocks noChangeShapeType="1"/>
          </p:cNvSpPr>
          <p:nvPr/>
        </p:nvSpPr>
        <p:spPr bwMode="auto">
          <a:xfrm>
            <a:off x="4667250" y="1679972"/>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318" name="Text Box 72">
            <a:extLst>
              <a:ext uri="{FF2B5EF4-FFF2-40B4-BE49-F238E27FC236}">
                <a16:creationId xmlns:a16="http://schemas.microsoft.com/office/drawing/2014/main" id="{D6226DF3-9DBE-A64E-BA6D-F0C104ACEF1E}"/>
              </a:ext>
            </a:extLst>
          </p:cNvPr>
          <p:cNvSpPr txBox="1">
            <a:spLocks noChangeArrowheads="1"/>
          </p:cNvSpPr>
          <p:nvPr/>
        </p:nvSpPr>
        <p:spPr bwMode="auto">
          <a:xfrm>
            <a:off x="2713435" y="2247900"/>
            <a:ext cx="739305"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字节 </a:t>
            </a:r>
            <a:r>
              <a:rPr kumimoji="1" lang="en-US" altLang="zh-CN" sz="1500">
                <a:latin typeface="微软雅黑" panose="020B0503020204020204" pitchFamily="34" charset="-122"/>
                <a:ea typeface="宋体" panose="02010600030101010101" pitchFamily="2" charset="-122"/>
              </a:rPr>
              <a:t>0</a:t>
            </a:r>
          </a:p>
        </p:txBody>
      </p:sp>
      <p:sp>
        <p:nvSpPr>
          <p:cNvPr id="474186" name="Rectangle 74">
            <a:extLst>
              <a:ext uri="{FF2B5EF4-FFF2-40B4-BE49-F238E27FC236}">
                <a16:creationId xmlns:a16="http://schemas.microsoft.com/office/drawing/2014/main" id="{B3BC72DD-088A-D64B-8AD2-2EB312AD2EF4}"/>
              </a:ext>
            </a:extLst>
          </p:cNvPr>
          <p:cNvSpPr>
            <a:spLocks noGrp="1" noChangeArrowheads="1"/>
          </p:cNvSpPr>
          <p:nvPr>
            <p:ph type="title"/>
          </p:nvPr>
        </p:nvSpPr>
        <p:spPr>
          <a:xfrm>
            <a:off x="1547812" y="267891"/>
            <a:ext cx="5844779" cy="521494"/>
          </a:xfrm>
          <a:solidFill>
            <a:srgbClr val="FFFF99"/>
          </a:solidFill>
          <a:ln>
            <a:solidFill>
              <a:schemeClr val="folHlink"/>
            </a:solidFill>
            <a:miter lim="800000"/>
            <a:headEnd/>
            <a:tailEnd/>
          </a:ln>
          <a:effectLst>
            <a:outerShdw blurRad="63500" dist="38099" dir="2700000" algn="ctr" rotWithShape="0">
              <a:schemeClr val="bg2">
                <a:alpha val="74997"/>
              </a:schemeClr>
            </a:outerShdw>
          </a:effectLst>
        </p:spPr>
        <p:txBody>
          <a:bodyPr/>
          <a:lstStyle/>
          <a:p>
            <a:pPr algn="ctr" eaLnBrk="1" hangingPunct="1">
              <a:defRPr/>
            </a:pPr>
            <a:r>
              <a:rPr lang="en-US" altLang="zh-CN">
                <a:latin typeface="微软雅黑" panose="020B0503020204020204" pitchFamily="34" charset="-122"/>
                <a:ea typeface="宋体" panose="02010600030101010101" pitchFamily="2" charset="-122"/>
              </a:rPr>
              <a:t>【</a:t>
            </a:r>
            <a:r>
              <a:rPr lang="zh-CN" altLang="en-US">
                <a:latin typeface="微软雅黑" panose="020B0503020204020204" pitchFamily="34" charset="-122"/>
                <a:ea typeface="宋体" panose="02010600030101010101" pitchFamily="2" charset="-122"/>
              </a:rPr>
              <a:t>例</a:t>
            </a:r>
            <a:r>
              <a:rPr lang="en-US" altLang="zh-CN">
                <a:latin typeface="微软雅黑" panose="020B0503020204020204" pitchFamily="34" charset="-122"/>
                <a:ea typeface="宋体" panose="02010600030101010101" pitchFamily="2" charset="-122"/>
              </a:rPr>
              <a:t>4-1】 </a:t>
            </a:r>
            <a:r>
              <a:rPr lang="en-US" altLang="zh-CN" sz="3000">
                <a:latin typeface="微软雅黑" panose="020B0503020204020204" pitchFamily="34" charset="-122"/>
                <a:ea typeface="宋体" panose="02010600030101010101" pitchFamily="2" charset="-122"/>
              </a:rPr>
              <a:t>IP </a:t>
            </a:r>
            <a:r>
              <a:rPr lang="zh-CN" altLang="en-US" sz="3000">
                <a:latin typeface="微软雅黑" panose="020B0503020204020204" pitchFamily="34" charset="-122"/>
                <a:ea typeface="宋体" panose="02010600030101010101" pitchFamily="2" charset="-122"/>
              </a:rPr>
              <a:t>数据报分片</a:t>
            </a:r>
          </a:p>
        </p:txBody>
      </p:sp>
      <p:sp>
        <p:nvSpPr>
          <p:cNvPr id="181320" name="幻灯片编号占位符 1">
            <a:extLst>
              <a:ext uri="{FF2B5EF4-FFF2-40B4-BE49-F238E27FC236}">
                <a16:creationId xmlns:a16="http://schemas.microsoft.com/office/drawing/2014/main" id="{178F4F49-1B0D-1E47-B1C7-70D3D7BBC03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844F37C-DA17-104B-A9DC-2F0CA97BA414}"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536504633"/>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3297" name="Line 2">
            <a:extLst>
              <a:ext uri="{FF2B5EF4-FFF2-40B4-BE49-F238E27FC236}">
                <a16:creationId xmlns:a16="http://schemas.microsoft.com/office/drawing/2014/main" id="{D6E62784-793A-D44B-B608-A3CFFAB8E31F}"/>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83298" name="Rectangle 3">
            <a:extLst>
              <a:ext uri="{FF2B5EF4-FFF2-40B4-BE49-F238E27FC236}">
                <a16:creationId xmlns:a16="http://schemas.microsoft.com/office/drawing/2014/main" id="{4F50863B-89C1-3D4A-89E5-F0AA5A5D6E08}"/>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83299" name="Rectangle 4">
            <a:extLst>
              <a:ext uri="{FF2B5EF4-FFF2-40B4-BE49-F238E27FC236}">
                <a16:creationId xmlns:a16="http://schemas.microsoft.com/office/drawing/2014/main" id="{65FFF615-4F39-4848-9CC0-3455FB78A847}"/>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3300" name="Rectangle 6">
            <a:extLst>
              <a:ext uri="{FF2B5EF4-FFF2-40B4-BE49-F238E27FC236}">
                <a16:creationId xmlns:a16="http://schemas.microsoft.com/office/drawing/2014/main" id="{F4B24691-6529-BB4F-98AF-5AC8AF7011C9}"/>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3301" name="Rectangle 7">
            <a:extLst>
              <a:ext uri="{FF2B5EF4-FFF2-40B4-BE49-F238E27FC236}">
                <a16:creationId xmlns:a16="http://schemas.microsoft.com/office/drawing/2014/main" id="{4E7EF24F-D6E5-104C-8A6E-32483A5C4F40}"/>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3302" name="Line 8">
            <a:extLst>
              <a:ext uri="{FF2B5EF4-FFF2-40B4-BE49-F238E27FC236}">
                <a16:creationId xmlns:a16="http://schemas.microsoft.com/office/drawing/2014/main" id="{E2441D9F-92CE-DE42-8262-77E322DD24D6}"/>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03" name="Line 9">
            <a:extLst>
              <a:ext uri="{FF2B5EF4-FFF2-40B4-BE49-F238E27FC236}">
                <a16:creationId xmlns:a16="http://schemas.microsoft.com/office/drawing/2014/main" id="{66F00CE3-8D2B-3F46-8247-59348848CFF8}"/>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04" name="Line 10">
            <a:extLst>
              <a:ext uri="{FF2B5EF4-FFF2-40B4-BE49-F238E27FC236}">
                <a16:creationId xmlns:a16="http://schemas.microsoft.com/office/drawing/2014/main" id="{5F94E1D9-5E6F-7540-8CF7-F0D09397C548}"/>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05" name="Line 11">
            <a:extLst>
              <a:ext uri="{FF2B5EF4-FFF2-40B4-BE49-F238E27FC236}">
                <a16:creationId xmlns:a16="http://schemas.microsoft.com/office/drawing/2014/main" id="{25312F4F-DCF4-E549-BE17-7FD165A207F5}"/>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06" name="Line 12">
            <a:extLst>
              <a:ext uri="{FF2B5EF4-FFF2-40B4-BE49-F238E27FC236}">
                <a16:creationId xmlns:a16="http://schemas.microsoft.com/office/drawing/2014/main" id="{E74DE579-A748-E44E-8EE8-1DF1C420247F}"/>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07" name="Line 13">
            <a:extLst>
              <a:ext uri="{FF2B5EF4-FFF2-40B4-BE49-F238E27FC236}">
                <a16:creationId xmlns:a16="http://schemas.microsoft.com/office/drawing/2014/main" id="{FB7DD2BE-6302-964E-BBB0-8CD988E35669}"/>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08" name="Line 14">
            <a:extLst>
              <a:ext uri="{FF2B5EF4-FFF2-40B4-BE49-F238E27FC236}">
                <a16:creationId xmlns:a16="http://schemas.microsoft.com/office/drawing/2014/main" id="{93384ED6-DBBA-D949-BFDA-7B407138D42B}"/>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09" name="Line 15">
            <a:extLst>
              <a:ext uri="{FF2B5EF4-FFF2-40B4-BE49-F238E27FC236}">
                <a16:creationId xmlns:a16="http://schemas.microsoft.com/office/drawing/2014/main" id="{083737BC-1334-5141-8441-BC27E213BE51}"/>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10" name="Line 16">
            <a:extLst>
              <a:ext uri="{FF2B5EF4-FFF2-40B4-BE49-F238E27FC236}">
                <a16:creationId xmlns:a16="http://schemas.microsoft.com/office/drawing/2014/main" id="{D2D0650C-A636-AF4B-92D5-623EE053C2CB}"/>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11" name="Line 17">
            <a:extLst>
              <a:ext uri="{FF2B5EF4-FFF2-40B4-BE49-F238E27FC236}">
                <a16:creationId xmlns:a16="http://schemas.microsoft.com/office/drawing/2014/main" id="{92B69E27-3362-D24C-B1A5-D1F300681559}"/>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12" name="Line 18">
            <a:extLst>
              <a:ext uri="{FF2B5EF4-FFF2-40B4-BE49-F238E27FC236}">
                <a16:creationId xmlns:a16="http://schemas.microsoft.com/office/drawing/2014/main" id="{46985CA0-9B08-4845-9AC1-AC04F4CCF5C3}"/>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13" name="Rectangle 19">
            <a:extLst>
              <a:ext uri="{FF2B5EF4-FFF2-40B4-BE49-F238E27FC236}">
                <a16:creationId xmlns:a16="http://schemas.microsoft.com/office/drawing/2014/main" id="{7FEDF897-4BB6-C848-8275-4D383D921248}"/>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83314" name="Rectangle 20">
            <a:extLst>
              <a:ext uri="{FF2B5EF4-FFF2-40B4-BE49-F238E27FC236}">
                <a16:creationId xmlns:a16="http://schemas.microsoft.com/office/drawing/2014/main" id="{5998F35C-F8A9-124F-9866-71ACD59EF605}"/>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83315" name="Rectangle 21">
            <a:extLst>
              <a:ext uri="{FF2B5EF4-FFF2-40B4-BE49-F238E27FC236}">
                <a16:creationId xmlns:a16="http://schemas.microsoft.com/office/drawing/2014/main" id="{0FD673AB-CD14-6C4F-BAF0-3D2DC64AA603}"/>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83316" name="Rectangle 22">
            <a:extLst>
              <a:ext uri="{FF2B5EF4-FFF2-40B4-BE49-F238E27FC236}">
                <a16:creationId xmlns:a16="http://schemas.microsoft.com/office/drawing/2014/main" id="{8702F23E-D137-2C47-B493-B516AD3C2374}"/>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83317" name="Rectangle 23">
            <a:extLst>
              <a:ext uri="{FF2B5EF4-FFF2-40B4-BE49-F238E27FC236}">
                <a16:creationId xmlns:a16="http://schemas.microsoft.com/office/drawing/2014/main" id="{3C3E192E-F17F-5343-9134-0003B9D9AEC0}"/>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83318" name="Rectangle 24">
            <a:extLst>
              <a:ext uri="{FF2B5EF4-FFF2-40B4-BE49-F238E27FC236}">
                <a16:creationId xmlns:a16="http://schemas.microsoft.com/office/drawing/2014/main" id="{D5B35DCD-F71C-8446-BA73-D4C948D24BB8}"/>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83319" name="Rectangle 25">
            <a:extLst>
              <a:ext uri="{FF2B5EF4-FFF2-40B4-BE49-F238E27FC236}">
                <a16:creationId xmlns:a16="http://schemas.microsoft.com/office/drawing/2014/main" id="{623E9306-3FF1-D144-B11D-8695814CDD90}"/>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83320" name="Rectangle 26">
            <a:extLst>
              <a:ext uri="{FF2B5EF4-FFF2-40B4-BE49-F238E27FC236}">
                <a16:creationId xmlns:a16="http://schemas.microsoft.com/office/drawing/2014/main" id="{6DA65A6C-9498-B441-8E71-C2ED88F6AA7A}"/>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83321" name="Rectangle 27">
            <a:extLst>
              <a:ext uri="{FF2B5EF4-FFF2-40B4-BE49-F238E27FC236}">
                <a16:creationId xmlns:a16="http://schemas.microsoft.com/office/drawing/2014/main" id="{01C8648F-CEC0-C34D-ADE7-FE3C6DDF71C2}"/>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83322" name="Rectangle 28">
            <a:extLst>
              <a:ext uri="{FF2B5EF4-FFF2-40B4-BE49-F238E27FC236}">
                <a16:creationId xmlns:a16="http://schemas.microsoft.com/office/drawing/2014/main" id="{141CBEE4-7FF6-8448-B18C-35C6C0ACFB92}"/>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83323" name="Rectangle 29">
            <a:extLst>
              <a:ext uri="{FF2B5EF4-FFF2-40B4-BE49-F238E27FC236}">
                <a16:creationId xmlns:a16="http://schemas.microsoft.com/office/drawing/2014/main" id="{393540C4-8073-9C46-8115-BD4607818628}"/>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83324" name="Rectangle 30">
            <a:extLst>
              <a:ext uri="{FF2B5EF4-FFF2-40B4-BE49-F238E27FC236}">
                <a16:creationId xmlns:a16="http://schemas.microsoft.com/office/drawing/2014/main" id="{C953B3F9-F1D8-F14E-BC42-E93031936D69}"/>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83325" name="Rectangle 32">
            <a:extLst>
              <a:ext uri="{FF2B5EF4-FFF2-40B4-BE49-F238E27FC236}">
                <a16:creationId xmlns:a16="http://schemas.microsoft.com/office/drawing/2014/main" id="{6B8404C2-902D-5146-B32C-F762B882419F}"/>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83326" name="Rectangle 33">
            <a:extLst>
              <a:ext uri="{FF2B5EF4-FFF2-40B4-BE49-F238E27FC236}">
                <a16:creationId xmlns:a16="http://schemas.microsoft.com/office/drawing/2014/main" id="{B347E0D8-D1AF-4943-815B-DACE0A78A209}"/>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83327" name="Rectangle 34">
            <a:extLst>
              <a:ext uri="{FF2B5EF4-FFF2-40B4-BE49-F238E27FC236}">
                <a16:creationId xmlns:a16="http://schemas.microsoft.com/office/drawing/2014/main" id="{359103BA-17A3-4C43-A04C-5082CB04C452}"/>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83328" name="Rectangle 35">
            <a:extLst>
              <a:ext uri="{FF2B5EF4-FFF2-40B4-BE49-F238E27FC236}">
                <a16:creationId xmlns:a16="http://schemas.microsoft.com/office/drawing/2014/main" id="{170F3CAD-AE9F-9C43-915C-1A121CC8EF9E}"/>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83329" name="Rectangle 36">
            <a:extLst>
              <a:ext uri="{FF2B5EF4-FFF2-40B4-BE49-F238E27FC236}">
                <a16:creationId xmlns:a16="http://schemas.microsoft.com/office/drawing/2014/main" id="{A083732F-9E88-8447-829A-3946980EFA18}"/>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83330" name="Rectangle 37">
            <a:extLst>
              <a:ext uri="{FF2B5EF4-FFF2-40B4-BE49-F238E27FC236}">
                <a16:creationId xmlns:a16="http://schemas.microsoft.com/office/drawing/2014/main" id="{3AF905D1-1C3E-1A4F-A328-18EA068DD4B4}"/>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83331" name="Rectangle 38">
            <a:extLst>
              <a:ext uri="{FF2B5EF4-FFF2-40B4-BE49-F238E27FC236}">
                <a16:creationId xmlns:a16="http://schemas.microsoft.com/office/drawing/2014/main" id="{99657A9E-5A04-614E-9862-D17FD52F3D03}"/>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83332" name="Rectangle 39">
            <a:extLst>
              <a:ext uri="{FF2B5EF4-FFF2-40B4-BE49-F238E27FC236}">
                <a16:creationId xmlns:a16="http://schemas.microsoft.com/office/drawing/2014/main" id="{F34B876A-3D01-694A-9793-4D75D6795BF4}"/>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83333" name="Rectangle 40">
            <a:extLst>
              <a:ext uri="{FF2B5EF4-FFF2-40B4-BE49-F238E27FC236}">
                <a16:creationId xmlns:a16="http://schemas.microsoft.com/office/drawing/2014/main" id="{9783264A-05F5-A441-8DC9-3CB1A707142F}"/>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83334" name="Group 41">
            <a:extLst>
              <a:ext uri="{FF2B5EF4-FFF2-40B4-BE49-F238E27FC236}">
                <a16:creationId xmlns:a16="http://schemas.microsoft.com/office/drawing/2014/main" id="{44A6AABB-26DA-6246-90D5-F551AF063DF5}"/>
              </a:ext>
            </a:extLst>
          </p:cNvPr>
          <p:cNvGrpSpPr>
            <a:grpSpLocks/>
          </p:cNvGrpSpPr>
          <p:nvPr/>
        </p:nvGrpSpPr>
        <p:grpSpPr bwMode="auto">
          <a:xfrm>
            <a:off x="1945482" y="2811066"/>
            <a:ext cx="98822" cy="52388"/>
            <a:chOff x="833" y="3024"/>
            <a:chExt cx="78" cy="51"/>
          </a:xfrm>
        </p:grpSpPr>
        <p:sp>
          <p:nvSpPr>
            <p:cNvPr id="183347" name="Rectangle 42">
              <a:extLst>
                <a:ext uri="{FF2B5EF4-FFF2-40B4-BE49-F238E27FC236}">
                  <a16:creationId xmlns:a16="http://schemas.microsoft.com/office/drawing/2014/main" id="{4768A128-3B67-6D40-B2A7-32A44739A874}"/>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3348" name="Line 43">
              <a:extLst>
                <a:ext uri="{FF2B5EF4-FFF2-40B4-BE49-F238E27FC236}">
                  <a16:creationId xmlns:a16="http://schemas.microsoft.com/office/drawing/2014/main" id="{661D7BDA-6B81-9449-9046-878FBF42156F}"/>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49" name="Line 44">
              <a:extLst>
                <a:ext uri="{FF2B5EF4-FFF2-40B4-BE49-F238E27FC236}">
                  <a16:creationId xmlns:a16="http://schemas.microsoft.com/office/drawing/2014/main" id="{5AE2E76F-6DE6-214C-BBE1-DA18B6FD6B6D}"/>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83335" name="Group 45">
            <a:extLst>
              <a:ext uri="{FF2B5EF4-FFF2-40B4-BE49-F238E27FC236}">
                <a16:creationId xmlns:a16="http://schemas.microsoft.com/office/drawing/2014/main" id="{F75261E0-8B27-0340-B899-F98E01225D97}"/>
              </a:ext>
            </a:extLst>
          </p:cNvPr>
          <p:cNvGrpSpPr>
            <a:grpSpLocks/>
          </p:cNvGrpSpPr>
          <p:nvPr/>
        </p:nvGrpSpPr>
        <p:grpSpPr bwMode="auto">
          <a:xfrm>
            <a:off x="7846219" y="2818210"/>
            <a:ext cx="98822" cy="50006"/>
            <a:chOff x="5432" y="3030"/>
            <a:chExt cx="78" cy="51"/>
          </a:xfrm>
        </p:grpSpPr>
        <p:sp>
          <p:nvSpPr>
            <p:cNvPr id="183344" name="Rectangle 46">
              <a:extLst>
                <a:ext uri="{FF2B5EF4-FFF2-40B4-BE49-F238E27FC236}">
                  <a16:creationId xmlns:a16="http://schemas.microsoft.com/office/drawing/2014/main" id="{21EEF5CC-30D8-074B-A1BD-BED77EB6F5A1}"/>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3345" name="Line 47">
              <a:extLst>
                <a:ext uri="{FF2B5EF4-FFF2-40B4-BE49-F238E27FC236}">
                  <a16:creationId xmlns:a16="http://schemas.microsoft.com/office/drawing/2014/main" id="{9F63D4DA-1500-C24B-999C-3E5FDDCE084B}"/>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46" name="Line 48">
              <a:extLst>
                <a:ext uri="{FF2B5EF4-FFF2-40B4-BE49-F238E27FC236}">
                  <a16:creationId xmlns:a16="http://schemas.microsoft.com/office/drawing/2014/main" id="{329F2A81-EA0C-2F44-A3A4-C73CC459A596}"/>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83336" name="Rectangle 69">
            <a:extLst>
              <a:ext uri="{FF2B5EF4-FFF2-40B4-BE49-F238E27FC236}">
                <a16:creationId xmlns:a16="http://schemas.microsoft.com/office/drawing/2014/main" id="{A736F724-99B5-0744-8D41-168CDC4F2BC4}"/>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83337" name="Rectangle 71">
            <a:extLst>
              <a:ext uri="{FF2B5EF4-FFF2-40B4-BE49-F238E27FC236}">
                <a16:creationId xmlns:a16="http://schemas.microsoft.com/office/drawing/2014/main" id="{6E54AA5C-A412-0F46-BBA6-507C68606EA7}"/>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83338" name="Rectangle 72">
            <a:extLst>
              <a:ext uri="{FF2B5EF4-FFF2-40B4-BE49-F238E27FC236}">
                <a16:creationId xmlns:a16="http://schemas.microsoft.com/office/drawing/2014/main" id="{24170015-7D59-2B4B-87C5-379B23D2C808}"/>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sp>
        <p:nvSpPr>
          <p:cNvPr id="183339" name="Text Box 74">
            <a:extLst>
              <a:ext uri="{FF2B5EF4-FFF2-40B4-BE49-F238E27FC236}">
                <a16:creationId xmlns:a16="http://schemas.microsoft.com/office/drawing/2014/main" id="{50D37A56-B2BB-9E44-960A-7C12122EC3C0}"/>
              </a:ext>
            </a:extLst>
          </p:cNvPr>
          <p:cNvSpPr txBox="1">
            <a:spLocks noChangeArrowheads="1"/>
          </p:cNvSpPr>
          <p:nvPr/>
        </p:nvSpPr>
        <p:spPr bwMode="auto">
          <a:xfrm>
            <a:off x="1925241" y="3706416"/>
            <a:ext cx="5509022" cy="7749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10000"/>
              </a:lnSpc>
              <a:spcBef>
                <a:spcPct val="0"/>
              </a:spcBef>
              <a:buClrTx/>
              <a:buSzTx/>
              <a:buFontTx/>
              <a:buNone/>
            </a:pPr>
            <a:r>
              <a:rPr lang="zh-CN" altLang="en-US" sz="2100">
                <a:latin typeface="微软雅黑" panose="020B0503020204020204" pitchFamily="34" charset="-122"/>
                <a:ea typeface="宋体" panose="02010600030101010101" pitchFamily="2" charset="-122"/>
              </a:rPr>
              <a:t>生存时间</a:t>
            </a:r>
            <a:r>
              <a:rPr lang="en-US" altLang="zh-CN" sz="2100">
                <a:latin typeface="微软雅黑" panose="020B0503020204020204" pitchFamily="34" charset="-122"/>
                <a:ea typeface="宋体" panose="02010600030101010101" pitchFamily="2" charset="-122"/>
              </a:rPr>
              <a:t>(8 </a:t>
            </a:r>
            <a:r>
              <a:rPr lang="zh-CN" altLang="en-US" sz="2100">
                <a:latin typeface="微软雅黑" panose="020B0503020204020204" pitchFamily="34" charset="-122"/>
                <a:ea typeface="宋体" panose="02010600030101010101" pitchFamily="2" charset="-122"/>
              </a:rPr>
              <a:t>位</a:t>
            </a:r>
            <a:r>
              <a:rPr lang="en-US" altLang="zh-CN" sz="2100">
                <a:latin typeface="微软雅黑" panose="020B0503020204020204" pitchFamily="34" charset="-122"/>
                <a:ea typeface="宋体" panose="02010600030101010101" pitchFamily="2" charset="-122"/>
              </a:rPr>
              <a:t>)</a:t>
            </a:r>
            <a:r>
              <a:rPr lang="zh-CN" altLang="en-US" sz="2100">
                <a:latin typeface="微软雅黑" panose="020B0503020204020204" pitchFamily="34" charset="-122"/>
                <a:ea typeface="宋体" panose="02010600030101010101" pitchFamily="2" charset="-122"/>
              </a:rPr>
              <a:t>记为 </a:t>
            </a:r>
            <a:r>
              <a:rPr lang="en-US" altLang="zh-CN" sz="2100">
                <a:latin typeface="微软雅黑" panose="020B0503020204020204" pitchFamily="34" charset="-122"/>
                <a:ea typeface="宋体" panose="02010600030101010101" pitchFamily="2" charset="-122"/>
              </a:rPr>
              <a:t>TTL (Time To Live)</a:t>
            </a:r>
          </a:p>
          <a:p>
            <a:pPr algn="ctr" eaLnBrk="1" hangingPunct="1">
              <a:lnSpc>
                <a:spcPct val="110000"/>
              </a:lnSpc>
              <a:spcBef>
                <a:spcPct val="0"/>
              </a:spcBef>
              <a:buClrTx/>
              <a:buSzTx/>
              <a:buFontTx/>
              <a:buNone/>
            </a:pPr>
            <a:r>
              <a:rPr lang="zh-CN" altLang="en-US" sz="2100">
                <a:latin typeface="微软雅黑" panose="020B0503020204020204" pitchFamily="34" charset="-122"/>
                <a:ea typeface="宋体" panose="02010600030101010101" pitchFamily="2" charset="-122"/>
              </a:rPr>
              <a:t>数据报在网络中可通过的路由器数的最大值。</a:t>
            </a:r>
          </a:p>
        </p:txBody>
      </p:sp>
      <p:sp>
        <p:nvSpPr>
          <p:cNvPr id="183340" name="Rectangle 75">
            <a:extLst>
              <a:ext uri="{FF2B5EF4-FFF2-40B4-BE49-F238E27FC236}">
                <a16:creationId xmlns:a16="http://schemas.microsoft.com/office/drawing/2014/main" id="{B751C32E-0EBA-3B46-889E-45332487D4C9}"/>
              </a:ext>
            </a:extLst>
          </p:cNvPr>
          <p:cNvSpPr>
            <a:spLocks noChangeArrowheads="1"/>
          </p:cNvSpPr>
          <p:nvPr/>
        </p:nvSpPr>
        <p:spPr bwMode="auto">
          <a:xfrm>
            <a:off x="1980010" y="1678782"/>
            <a:ext cx="1465659" cy="360760"/>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3341" name="AutoShape 76">
            <a:extLst>
              <a:ext uri="{FF2B5EF4-FFF2-40B4-BE49-F238E27FC236}">
                <a16:creationId xmlns:a16="http://schemas.microsoft.com/office/drawing/2014/main" id="{78365FFC-9CEF-BD45-B4CA-2AA24B36F8EC}"/>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3342" name="Rectangle 78">
            <a:extLst>
              <a:ext uri="{FF2B5EF4-FFF2-40B4-BE49-F238E27FC236}">
                <a16:creationId xmlns:a16="http://schemas.microsoft.com/office/drawing/2014/main" id="{FBAE3DCD-D3B6-C04D-9FD5-D8689DA48686}"/>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83343" name="幻灯片编号占位符 1">
            <a:extLst>
              <a:ext uri="{FF2B5EF4-FFF2-40B4-BE49-F238E27FC236}">
                <a16:creationId xmlns:a16="http://schemas.microsoft.com/office/drawing/2014/main" id="{0C27B558-9430-B544-9DBC-4F874860BEB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5556D87-25EB-AD43-9F37-F8C3C3FE687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000914032"/>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5345" name="Line 2">
            <a:extLst>
              <a:ext uri="{FF2B5EF4-FFF2-40B4-BE49-F238E27FC236}">
                <a16:creationId xmlns:a16="http://schemas.microsoft.com/office/drawing/2014/main" id="{40B0818A-428B-0D44-8D51-26D47C16FD16}"/>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85346" name="Rectangle 3">
            <a:extLst>
              <a:ext uri="{FF2B5EF4-FFF2-40B4-BE49-F238E27FC236}">
                <a16:creationId xmlns:a16="http://schemas.microsoft.com/office/drawing/2014/main" id="{CAC220DD-1008-3F48-8827-A2DA8A9FB691}"/>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85347" name="Rectangle 4">
            <a:extLst>
              <a:ext uri="{FF2B5EF4-FFF2-40B4-BE49-F238E27FC236}">
                <a16:creationId xmlns:a16="http://schemas.microsoft.com/office/drawing/2014/main" id="{BE978AA5-2B4F-F04C-B944-4AAA2C674DDD}"/>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5348" name="Rectangle 6">
            <a:extLst>
              <a:ext uri="{FF2B5EF4-FFF2-40B4-BE49-F238E27FC236}">
                <a16:creationId xmlns:a16="http://schemas.microsoft.com/office/drawing/2014/main" id="{CE6FB9C3-59B7-9247-8D4A-AAB84220278D}"/>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5349" name="Rectangle 7">
            <a:extLst>
              <a:ext uri="{FF2B5EF4-FFF2-40B4-BE49-F238E27FC236}">
                <a16:creationId xmlns:a16="http://schemas.microsoft.com/office/drawing/2014/main" id="{16D24B3A-AF7E-FD4A-97F6-6C5A2446ACD3}"/>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5350" name="Line 8">
            <a:extLst>
              <a:ext uri="{FF2B5EF4-FFF2-40B4-BE49-F238E27FC236}">
                <a16:creationId xmlns:a16="http://schemas.microsoft.com/office/drawing/2014/main" id="{95965B1E-5131-4549-9292-DADB68F9C2A4}"/>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51" name="Line 9">
            <a:extLst>
              <a:ext uri="{FF2B5EF4-FFF2-40B4-BE49-F238E27FC236}">
                <a16:creationId xmlns:a16="http://schemas.microsoft.com/office/drawing/2014/main" id="{E446EEA6-2FC0-0242-AE54-B085D62D8E2D}"/>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52" name="Line 10">
            <a:extLst>
              <a:ext uri="{FF2B5EF4-FFF2-40B4-BE49-F238E27FC236}">
                <a16:creationId xmlns:a16="http://schemas.microsoft.com/office/drawing/2014/main" id="{9D692B58-8BB2-7842-9964-FE5660678E95}"/>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53" name="Line 11">
            <a:extLst>
              <a:ext uri="{FF2B5EF4-FFF2-40B4-BE49-F238E27FC236}">
                <a16:creationId xmlns:a16="http://schemas.microsoft.com/office/drawing/2014/main" id="{C32DD1F6-1966-0843-8798-9DE50F237166}"/>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54" name="Line 12">
            <a:extLst>
              <a:ext uri="{FF2B5EF4-FFF2-40B4-BE49-F238E27FC236}">
                <a16:creationId xmlns:a16="http://schemas.microsoft.com/office/drawing/2014/main" id="{C7414EDD-F355-3F4B-B000-5A199E4DE0AA}"/>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55" name="Line 13">
            <a:extLst>
              <a:ext uri="{FF2B5EF4-FFF2-40B4-BE49-F238E27FC236}">
                <a16:creationId xmlns:a16="http://schemas.microsoft.com/office/drawing/2014/main" id="{0FC0B004-EC86-7848-A6AD-2E6427B8BDE4}"/>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56" name="Line 14">
            <a:extLst>
              <a:ext uri="{FF2B5EF4-FFF2-40B4-BE49-F238E27FC236}">
                <a16:creationId xmlns:a16="http://schemas.microsoft.com/office/drawing/2014/main" id="{13030DC5-67D0-F44A-A2A2-724C9D3D9710}"/>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57" name="Line 15">
            <a:extLst>
              <a:ext uri="{FF2B5EF4-FFF2-40B4-BE49-F238E27FC236}">
                <a16:creationId xmlns:a16="http://schemas.microsoft.com/office/drawing/2014/main" id="{F8059674-408D-3E42-9AEC-007C4FE8B73F}"/>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58" name="Line 16">
            <a:extLst>
              <a:ext uri="{FF2B5EF4-FFF2-40B4-BE49-F238E27FC236}">
                <a16:creationId xmlns:a16="http://schemas.microsoft.com/office/drawing/2014/main" id="{A0588185-3730-8F4E-86F2-BE830C30CAF7}"/>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59" name="Line 17">
            <a:extLst>
              <a:ext uri="{FF2B5EF4-FFF2-40B4-BE49-F238E27FC236}">
                <a16:creationId xmlns:a16="http://schemas.microsoft.com/office/drawing/2014/main" id="{8BDF7F46-9CC2-B84F-AA8C-9F626C6A874B}"/>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60" name="Line 18">
            <a:extLst>
              <a:ext uri="{FF2B5EF4-FFF2-40B4-BE49-F238E27FC236}">
                <a16:creationId xmlns:a16="http://schemas.microsoft.com/office/drawing/2014/main" id="{EEBB69A6-37A3-E849-B9F5-3070CE5E39F7}"/>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61" name="Rectangle 19">
            <a:extLst>
              <a:ext uri="{FF2B5EF4-FFF2-40B4-BE49-F238E27FC236}">
                <a16:creationId xmlns:a16="http://schemas.microsoft.com/office/drawing/2014/main" id="{58F0A779-9C1A-1547-92D3-0E954AD9AC4F}"/>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85362" name="Rectangle 20">
            <a:extLst>
              <a:ext uri="{FF2B5EF4-FFF2-40B4-BE49-F238E27FC236}">
                <a16:creationId xmlns:a16="http://schemas.microsoft.com/office/drawing/2014/main" id="{BF5AB107-C0B6-DA48-A268-2BB0106A2024}"/>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85363" name="Rectangle 21">
            <a:extLst>
              <a:ext uri="{FF2B5EF4-FFF2-40B4-BE49-F238E27FC236}">
                <a16:creationId xmlns:a16="http://schemas.microsoft.com/office/drawing/2014/main" id="{864BAC96-B8D8-BF4F-A490-20B31F696B6C}"/>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85364" name="Rectangle 22">
            <a:extLst>
              <a:ext uri="{FF2B5EF4-FFF2-40B4-BE49-F238E27FC236}">
                <a16:creationId xmlns:a16="http://schemas.microsoft.com/office/drawing/2014/main" id="{BE00B58C-8FD7-3848-A432-80164B09F273}"/>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85365" name="Rectangle 23">
            <a:extLst>
              <a:ext uri="{FF2B5EF4-FFF2-40B4-BE49-F238E27FC236}">
                <a16:creationId xmlns:a16="http://schemas.microsoft.com/office/drawing/2014/main" id="{A5F26A0B-BC74-484A-8441-D44B82214A64}"/>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85366" name="Rectangle 24">
            <a:extLst>
              <a:ext uri="{FF2B5EF4-FFF2-40B4-BE49-F238E27FC236}">
                <a16:creationId xmlns:a16="http://schemas.microsoft.com/office/drawing/2014/main" id="{9757B1DF-F429-704B-B847-B7542544126A}"/>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85367" name="Rectangle 25">
            <a:extLst>
              <a:ext uri="{FF2B5EF4-FFF2-40B4-BE49-F238E27FC236}">
                <a16:creationId xmlns:a16="http://schemas.microsoft.com/office/drawing/2014/main" id="{5C6BD5FA-2DE4-3043-A7F0-33879662BC43}"/>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85368" name="Rectangle 26">
            <a:extLst>
              <a:ext uri="{FF2B5EF4-FFF2-40B4-BE49-F238E27FC236}">
                <a16:creationId xmlns:a16="http://schemas.microsoft.com/office/drawing/2014/main" id="{3E02E339-1262-CA4D-B1ED-D49D1D988B6A}"/>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85369" name="Rectangle 27">
            <a:extLst>
              <a:ext uri="{FF2B5EF4-FFF2-40B4-BE49-F238E27FC236}">
                <a16:creationId xmlns:a16="http://schemas.microsoft.com/office/drawing/2014/main" id="{018D2DBC-9C8D-794C-91DD-8A7150C4D325}"/>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85370" name="Rectangle 28">
            <a:extLst>
              <a:ext uri="{FF2B5EF4-FFF2-40B4-BE49-F238E27FC236}">
                <a16:creationId xmlns:a16="http://schemas.microsoft.com/office/drawing/2014/main" id="{3991E527-EC2A-1145-9E99-1FD5F8B34F80}"/>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85371" name="Rectangle 29">
            <a:extLst>
              <a:ext uri="{FF2B5EF4-FFF2-40B4-BE49-F238E27FC236}">
                <a16:creationId xmlns:a16="http://schemas.microsoft.com/office/drawing/2014/main" id="{C494C093-591F-B449-A004-C5AC645977A3}"/>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85372" name="Rectangle 30">
            <a:extLst>
              <a:ext uri="{FF2B5EF4-FFF2-40B4-BE49-F238E27FC236}">
                <a16:creationId xmlns:a16="http://schemas.microsoft.com/office/drawing/2014/main" id="{D8B932E2-BCB7-3945-A142-E617195219EB}"/>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85373" name="Rectangle 32">
            <a:extLst>
              <a:ext uri="{FF2B5EF4-FFF2-40B4-BE49-F238E27FC236}">
                <a16:creationId xmlns:a16="http://schemas.microsoft.com/office/drawing/2014/main" id="{E0B380EF-1E27-674B-BBE9-80F621833803}"/>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85374" name="Rectangle 33">
            <a:extLst>
              <a:ext uri="{FF2B5EF4-FFF2-40B4-BE49-F238E27FC236}">
                <a16:creationId xmlns:a16="http://schemas.microsoft.com/office/drawing/2014/main" id="{4F6CC459-3695-A948-A8D8-80769A24C727}"/>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85375" name="Rectangle 34">
            <a:extLst>
              <a:ext uri="{FF2B5EF4-FFF2-40B4-BE49-F238E27FC236}">
                <a16:creationId xmlns:a16="http://schemas.microsoft.com/office/drawing/2014/main" id="{F64FBF95-9A88-6B42-9EC2-BE319814F2A0}"/>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85376" name="Rectangle 35">
            <a:extLst>
              <a:ext uri="{FF2B5EF4-FFF2-40B4-BE49-F238E27FC236}">
                <a16:creationId xmlns:a16="http://schemas.microsoft.com/office/drawing/2014/main" id="{CCE74CEE-18FE-F84B-8568-783D8A71628B}"/>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85377" name="Rectangle 36">
            <a:extLst>
              <a:ext uri="{FF2B5EF4-FFF2-40B4-BE49-F238E27FC236}">
                <a16:creationId xmlns:a16="http://schemas.microsoft.com/office/drawing/2014/main" id="{F5A68776-42AB-7647-9403-E341C0B038E2}"/>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85378" name="Rectangle 37">
            <a:extLst>
              <a:ext uri="{FF2B5EF4-FFF2-40B4-BE49-F238E27FC236}">
                <a16:creationId xmlns:a16="http://schemas.microsoft.com/office/drawing/2014/main" id="{F8B3B596-234F-C043-B9EC-81B624AE6B94}"/>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85379" name="Rectangle 38">
            <a:extLst>
              <a:ext uri="{FF2B5EF4-FFF2-40B4-BE49-F238E27FC236}">
                <a16:creationId xmlns:a16="http://schemas.microsoft.com/office/drawing/2014/main" id="{BAFD5225-044F-0845-9FE2-DDEBBBA1A1E0}"/>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85380" name="Rectangle 39">
            <a:extLst>
              <a:ext uri="{FF2B5EF4-FFF2-40B4-BE49-F238E27FC236}">
                <a16:creationId xmlns:a16="http://schemas.microsoft.com/office/drawing/2014/main" id="{5C900656-2867-1849-A512-3693DC7E394F}"/>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85381" name="Rectangle 40">
            <a:extLst>
              <a:ext uri="{FF2B5EF4-FFF2-40B4-BE49-F238E27FC236}">
                <a16:creationId xmlns:a16="http://schemas.microsoft.com/office/drawing/2014/main" id="{75C1A5A7-EABA-E04A-BD1F-8CC427660C58}"/>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85382" name="Group 41">
            <a:extLst>
              <a:ext uri="{FF2B5EF4-FFF2-40B4-BE49-F238E27FC236}">
                <a16:creationId xmlns:a16="http://schemas.microsoft.com/office/drawing/2014/main" id="{352D415E-512C-FC41-B04B-06D652EC24A1}"/>
              </a:ext>
            </a:extLst>
          </p:cNvPr>
          <p:cNvGrpSpPr>
            <a:grpSpLocks/>
          </p:cNvGrpSpPr>
          <p:nvPr/>
        </p:nvGrpSpPr>
        <p:grpSpPr bwMode="auto">
          <a:xfrm>
            <a:off x="1945482" y="2811066"/>
            <a:ext cx="98822" cy="52388"/>
            <a:chOff x="833" y="3024"/>
            <a:chExt cx="78" cy="51"/>
          </a:xfrm>
        </p:grpSpPr>
        <p:sp>
          <p:nvSpPr>
            <p:cNvPr id="185396" name="Rectangle 42">
              <a:extLst>
                <a:ext uri="{FF2B5EF4-FFF2-40B4-BE49-F238E27FC236}">
                  <a16:creationId xmlns:a16="http://schemas.microsoft.com/office/drawing/2014/main" id="{AB7F8373-6227-5A4F-AC66-DE22E26A519B}"/>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5397" name="Line 43">
              <a:extLst>
                <a:ext uri="{FF2B5EF4-FFF2-40B4-BE49-F238E27FC236}">
                  <a16:creationId xmlns:a16="http://schemas.microsoft.com/office/drawing/2014/main" id="{7A6C14CA-CF3F-A34E-A6F7-D6009209ADC8}"/>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98" name="Line 44">
              <a:extLst>
                <a:ext uri="{FF2B5EF4-FFF2-40B4-BE49-F238E27FC236}">
                  <a16:creationId xmlns:a16="http://schemas.microsoft.com/office/drawing/2014/main" id="{755C0791-2FE5-D149-93D7-F68D4C133F95}"/>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85383" name="Group 45">
            <a:extLst>
              <a:ext uri="{FF2B5EF4-FFF2-40B4-BE49-F238E27FC236}">
                <a16:creationId xmlns:a16="http://schemas.microsoft.com/office/drawing/2014/main" id="{FF9DD04B-2441-6644-B189-2E995DBE4D85}"/>
              </a:ext>
            </a:extLst>
          </p:cNvPr>
          <p:cNvGrpSpPr>
            <a:grpSpLocks/>
          </p:cNvGrpSpPr>
          <p:nvPr/>
        </p:nvGrpSpPr>
        <p:grpSpPr bwMode="auto">
          <a:xfrm>
            <a:off x="7846219" y="2818210"/>
            <a:ext cx="98822" cy="50006"/>
            <a:chOff x="5432" y="3030"/>
            <a:chExt cx="78" cy="51"/>
          </a:xfrm>
        </p:grpSpPr>
        <p:sp>
          <p:nvSpPr>
            <p:cNvPr id="185393" name="Rectangle 46">
              <a:extLst>
                <a:ext uri="{FF2B5EF4-FFF2-40B4-BE49-F238E27FC236}">
                  <a16:creationId xmlns:a16="http://schemas.microsoft.com/office/drawing/2014/main" id="{67E9890A-00BC-134A-A710-353366D266CB}"/>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5394" name="Line 47">
              <a:extLst>
                <a:ext uri="{FF2B5EF4-FFF2-40B4-BE49-F238E27FC236}">
                  <a16:creationId xmlns:a16="http://schemas.microsoft.com/office/drawing/2014/main" id="{94CD90E5-6B04-584B-BFD1-8121D142F58E}"/>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95" name="Line 48">
              <a:extLst>
                <a:ext uri="{FF2B5EF4-FFF2-40B4-BE49-F238E27FC236}">
                  <a16:creationId xmlns:a16="http://schemas.microsoft.com/office/drawing/2014/main" id="{D19C51DA-4E05-E64A-B58C-85FBA669C694}"/>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85384" name="Rectangle 69">
            <a:extLst>
              <a:ext uri="{FF2B5EF4-FFF2-40B4-BE49-F238E27FC236}">
                <a16:creationId xmlns:a16="http://schemas.microsoft.com/office/drawing/2014/main" id="{651D23AE-C1D1-E34A-90B1-45E1EF0ED367}"/>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85385" name="Rectangle 71">
            <a:extLst>
              <a:ext uri="{FF2B5EF4-FFF2-40B4-BE49-F238E27FC236}">
                <a16:creationId xmlns:a16="http://schemas.microsoft.com/office/drawing/2014/main" id="{5EBCF78E-A01B-E841-B154-0FA3B3B0D8A6}"/>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85386" name="Rectangle 72">
            <a:extLst>
              <a:ext uri="{FF2B5EF4-FFF2-40B4-BE49-F238E27FC236}">
                <a16:creationId xmlns:a16="http://schemas.microsoft.com/office/drawing/2014/main" id="{A7369812-AFB5-DB46-9220-89EDB2C6CCEA}"/>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grpSp>
        <p:nvGrpSpPr>
          <p:cNvPr id="477261" name="Group 77">
            <a:extLst>
              <a:ext uri="{FF2B5EF4-FFF2-40B4-BE49-F238E27FC236}">
                <a16:creationId xmlns:a16="http://schemas.microsoft.com/office/drawing/2014/main" id="{F090CCD0-FCEC-9440-96B8-2FC99ECEAE31}"/>
              </a:ext>
            </a:extLst>
          </p:cNvPr>
          <p:cNvGrpSpPr>
            <a:grpSpLocks/>
          </p:cNvGrpSpPr>
          <p:nvPr/>
        </p:nvGrpSpPr>
        <p:grpSpPr bwMode="auto">
          <a:xfrm>
            <a:off x="1304926" y="1678782"/>
            <a:ext cx="6528197" cy="2872978"/>
            <a:chOff x="136" y="1410"/>
            <a:chExt cx="5483" cy="2413"/>
          </a:xfrm>
        </p:grpSpPr>
        <p:sp>
          <p:nvSpPr>
            <p:cNvPr id="185391" name="Text Box 74">
              <a:extLst>
                <a:ext uri="{FF2B5EF4-FFF2-40B4-BE49-F238E27FC236}">
                  <a16:creationId xmlns:a16="http://schemas.microsoft.com/office/drawing/2014/main" id="{8FEF2BEB-7411-2D48-9A63-35FBC5C734F8}"/>
                </a:ext>
              </a:extLst>
            </p:cNvPr>
            <p:cNvSpPr txBox="1">
              <a:spLocks noChangeArrowheads="1"/>
            </p:cNvSpPr>
            <p:nvPr/>
          </p:nvSpPr>
          <p:spPr bwMode="auto">
            <a:xfrm>
              <a:off x="136" y="3172"/>
              <a:ext cx="5483" cy="6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10000"/>
                </a:lnSpc>
                <a:spcBef>
                  <a:spcPct val="0"/>
                </a:spcBef>
                <a:buClrTx/>
                <a:buSzTx/>
                <a:buFontTx/>
                <a:buNone/>
              </a:pPr>
              <a:r>
                <a:rPr lang="zh-CN" altLang="en-US" sz="2100">
                  <a:solidFill>
                    <a:srgbClr val="FF0000"/>
                  </a:solidFill>
                  <a:latin typeface="微软雅黑" panose="020B0503020204020204" pitchFamily="34" charset="-122"/>
                  <a:ea typeface="宋体" panose="02010600030101010101" pitchFamily="2" charset="-122"/>
                </a:rPr>
                <a:t>协议</a:t>
              </a:r>
              <a:r>
                <a:rPr lang="en-US" altLang="zh-CN" sz="2100">
                  <a:solidFill>
                    <a:srgbClr val="FF0000"/>
                  </a:solidFill>
                  <a:latin typeface="微软雅黑" panose="020B0503020204020204" pitchFamily="34" charset="-122"/>
                  <a:ea typeface="宋体" panose="02010600030101010101" pitchFamily="2" charset="-122"/>
                </a:rPr>
                <a:t>(8 </a:t>
              </a:r>
              <a:r>
                <a:rPr lang="zh-CN" altLang="en-US" sz="2100">
                  <a:solidFill>
                    <a:srgbClr val="FF0000"/>
                  </a:solidFill>
                  <a:latin typeface="微软雅黑" panose="020B0503020204020204" pitchFamily="34" charset="-122"/>
                  <a:ea typeface="宋体" panose="02010600030101010101" pitchFamily="2" charset="-122"/>
                </a:rPr>
                <a:t>位</a:t>
              </a:r>
              <a:r>
                <a:rPr lang="en-US" altLang="zh-CN" sz="2100">
                  <a:solidFill>
                    <a:srgbClr val="FF0000"/>
                  </a:solidFill>
                  <a:latin typeface="微软雅黑" panose="020B0503020204020204" pitchFamily="34" charset="-122"/>
                  <a:ea typeface="宋体" panose="02010600030101010101" pitchFamily="2" charset="-122"/>
                </a:rPr>
                <a:t>)</a:t>
              </a:r>
              <a:r>
                <a:rPr lang="zh-CN" altLang="en-US" sz="2100">
                  <a:solidFill>
                    <a:srgbClr val="FF0000"/>
                  </a:solidFill>
                  <a:latin typeface="微软雅黑" panose="020B0503020204020204" pitchFamily="34" charset="-122"/>
                  <a:ea typeface="宋体" panose="02010600030101010101" pitchFamily="2" charset="-122"/>
                </a:rPr>
                <a:t>字段</a:t>
              </a:r>
              <a:r>
                <a:rPr lang="zh-CN" altLang="en-US" sz="2100">
                  <a:latin typeface="微软雅黑" panose="020B0503020204020204" pitchFamily="34" charset="-122"/>
                  <a:ea typeface="宋体" panose="02010600030101010101" pitchFamily="2" charset="-122"/>
                </a:rPr>
                <a:t>指出此数据报携带的数据使用何种协议</a:t>
              </a:r>
            </a:p>
            <a:p>
              <a:pPr algn="ctr" eaLnBrk="1" hangingPunct="1">
                <a:lnSpc>
                  <a:spcPct val="110000"/>
                </a:lnSpc>
                <a:spcBef>
                  <a:spcPct val="0"/>
                </a:spcBef>
                <a:buClrTx/>
                <a:buSzTx/>
                <a:buFontTx/>
                <a:buNone/>
              </a:pPr>
              <a:r>
                <a:rPr lang="zh-CN" altLang="en-US" sz="2100">
                  <a:latin typeface="微软雅黑" panose="020B0503020204020204" pitchFamily="34" charset="-122"/>
                  <a:ea typeface="宋体" panose="02010600030101010101" pitchFamily="2" charset="-122"/>
                </a:rPr>
                <a:t>以便目的主机的 </a:t>
              </a:r>
              <a:r>
                <a:rPr lang="en-US" altLang="zh-CN" sz="2100">
                  <a:latin typeface="微软雅黑" panose="020B0503020204020204" pitchFamily="34" charset="-122"/>
                  <a:ea typeface="宋体" panose="02010600030101010101" pitchFamily="2" charset="-122"/>
                </a:rPr>
                <a:t>IP </a:t>
              </a:r>
              <a:r>
                <a:rPr lang="zh-CN" altLang="en-US" sz="2100">
                  <a:latin typeface="微软雅黑" panose="020B0503020204020204" pitchFamily="34" charset="-122"/>
                  <a:ea typeface="宋体" panose="02010600030101010101" pitchFamily="2" charset="-122"/>
                </a:rPr>
                <a:t>层将数据部分上交给哪个处理过程</a:t>
              </a:r>
            </a:p>
          </p:txBody>
        </p:sp>
        <p:sp>
          <p:nvSpPr>
            <p:cNvPr id="185392" name="Rectangle 75">
              <a:extLst>
                <a:ext uri="{FF2B5EF4-FFF2-40B4-BE49-F238E27FC236}">
                  <a16:creationId xmlns:a16="http://schemas.microsoft.com/office/drawing/2014/main" id="{C5CB4558-4FC7-BB46-BA62-E41BC6685E4D}"/>
                </a:ext>
              </a:extLst>
            </p:cNvPr>
            <p:cNvSpPr>
              <a:spLocks noChangeArrowheads="1"/>
            </p:cNvSpPr>
            <p:nvPr/>
          </p:nvSpPr>
          <p:spPr bwMode="auto">
            <a:xfrm>
              <a:off x="1971" y="1410"/>
              <a:ext cx="1227" cy="307"/>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85388" name="AutoShape 76">
            <a:extLst>
              <a:ext uri="{FF2B5EF4-FFF2-40B4-BE49-F238E27FC236}">
                <a16:creationId xmlns:a16="http://schemas.microsoft.com/office/drawing/2014/main" id="{7A628132-B184-7C48-BC4D-240450094311}"/>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5389" name="Rectangle 78">
            <a:extLst>
              <a:ext uri="{FF2B5EF4-FFF2-40B4-BE49-F238E27FC236}">
                <a16:creationId xmlns:a16="http://schemas.microsoft.com/office/drawing/2014/main" id="{2E52AFF6-F92F-AF42-96B1-6ADA26DB7AE3}"/>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85390" name="幻灯片编号占位符 1">
            <a:extLst>
              <a:ext uri="{FF2B5EF4-FFF2-40B4-BE49-F238E27FC236}">
                <a16:creationId xmlns:a16="http://schemas.microsoft.com/office/drawing/2014/main" id="{CFEB4D5D-0EFA-7740-AD25-FF6D44BEA9C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584E0CC-2079-2140-8C37-D70C31AED3C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95381563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500"/>
                                  </p:stCondLst>
                                  <p:childTnLst>
                                    <p:anim calcmode="discrete" valueType="str">
                                      <p:cBhvr>
                                        <p:cTn id="6" dur="1000" fill="hold"/>
                                        <p:tgtEl>
                                          <p:spTgt spid="4772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78212" name="Rectangle 4">
            <a:extLst>
              <a:ext uri="{FF2B5EF4-FFF2-40B4-BE49-F238E27FC236}">
                <a16:creationId xmlns:a16="http://schemas.microsoft.com/office/drawing/2014/main" id="{063E93BA-640F-964F-A50D-7C47190648E3}"/>
              </a:ext>
            </a:extLst>
          </p:cNvPr>
          <p:cNvSpPr>
            <a:spLocks noChangeArrowheads="1"/>
          </p:cNvSpPr>
          <p:nvPr/>
        </p:nvSpPr>
        <p:spPr bwMode="auto">
          <a:xfrm>
            <a:off x="1331119" y="1600200"/>
            <a:ext cx="6481763" cy="471488"/>
          </a:xfrm>
          <a:prstGeom prst="rect">
            <a:avLst/>
          </a:prstGeom>
          <a:solidFill>
            <a:srgbClr val="FFFF99"/>
          </a:solidFill>
          <a:ln w="28575">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defRPr/>
            </a:pPr>
            <a:endParaRPr kumimoji="1" lang="zh-CN" altLang="zh-CN" sz="2400">
              <a:latin typeface="微软雅黑" panose="020B0503020204020204" pitchFamily="34" charset="-122"/>
              <a:ea typeface="宋体" panose="02010600030101010101" pitchFamily="2" charset="-122"/>
            </a:endParaRPr>
          </a:p>
        </p:txBody>
      </p:sp>
      <p:sp>
        <p:nvSpPr>
          <p:cNvPr id="478213" name="Rectangle 5">
            <a:extLst>
              <a:ext uri="{FF2B5EF4-FFF2-40B4-BE49-F238E27FC236}">
                <a16:creationId xmlns:a16="http://schemas.microsoft.com/office/drawing/2014/main" id="{9606BD17-28D1-7A4A-BD93-8D9FF7162D8C}"/>
              </a:ext>
            </a:extLst>
          </p:cNvPr>
          <p:cNvSpPr>
            <a:spLocks noChangeArrowheads="1"/>
          </p:cNvSpPr>
          <p:nvPr/>
        </p:nvSpPr>
        <p:spPr bwMode="auto">
          <a:xfrm>
            <a:off x="1331119" y="2071688"/>
            <a:ext cx="6481763" cy="1307306"/>
          </a:xfrm>
          <a:prstGeom prst="rect">
            <a:avLst/>
          </a:prstGeom>
          <a:solidFill>
            <a:srgbClr val="CCECFF"/>
          </a:solidFill>
          <a:ln w="28575">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7395" name="Rectangle 11">
            <a:extLst>
              <a:ext uri="{FF2B5EF4-FFF2-40B4-BE49-F238E27FC236}">
                <a16:creationId xmlns:a16="http://schemas.microsoft.com/office/drawing/2014/main" id="{02149828-9752-2D42-87C3-3F8CDD4E17A8}"/>
              </a:ext>
            </a:extLst>
          </p:cNvPr>
          <p:cNvSpPr>
            <a:spLocks noChangeArrowheads="1"/>
          </p:cNvSpPr>
          <p:nvPr/>
        </p:nvSpPr>
        <p:spPr bwMode="auto">
          <a:xfrm>
            <a:off x="2422923" y="2543176"/>
            <a:ext cx="4298156" cy="365522"/>
          </a:xfrm>
          <a:prstGeom prst="rect">
            <a:avLst/>
          </a:prstGeom>
          <a:solidFill>
            <a:srgbClr val="FFCCFF"/>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7396" name="Rectangle 6">
            <a:extLst>
              <a:ext uri="{FF2B5EF4-FFF2-40B4-BE49-F238E27FC236}">
                <a16:creationId xmlns:a16="http://schemas.microsoft.com/office/drawing/2014/main" id="{C64A3034-13C7-EB42-B041-65EE8B7F6F9E}"/>
              </a:ext>
            </a:extLst>
          </p:cNvPr>
          <p:cNvSpPr>
            <a:spLocks noChangeArrowheads="1"/>
          </p:cNvSpPr>
          <p:nvPr/>
        </p:nvSpPr>
        <p:spPr bwMode="auto">
          <a:xfrm>
            <a:off x="2450306" y="2569369"/>
            <a:ext cx="934641" cy="33456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7397" name="Text Box 7">
            <a:extLst>
              <a:ext uri="{FF2B5EF4-FFF2-40B4-BE49-F238E27FC236}">
                <a16:creationId xmlns:a16="http://schemas.microsoft.com/office/drawing/2014/main" id="{F36D02A2-A9AA-A34B-B8D6-4212E429774C}"/>
              </a:ext>
            </a:extLst>
          </p:cNvPr>
          <p:cNvSpPr txBox="1">
            <a:spLocks noChangeArrowheads="1"/>
          </p:cNvSpPr>
          <p:nvPr/>
        </p:nvSpPr>
        <p:spPr bwMode="auto">
          <a:xfrm>
            <a:off x="1524001" y="1632348"/>
            <a:ext cx="76174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运输层</a:t>
            </a:r>
          </a:p>
        </p:txBody>
      </p:sp>
      <p:sp>
        <p:nvSpPr>
          <p:cNvPr id="187398" name="Text Box 8">
            <a:extLst>
              <a:ext uri="{FF2B5EF4-FFF2-40B4-BE49-F238E27FC236}">
                <a16:creationId xmlns:a16="http://schemas.microsoft.com/office/drawing/2014/main" id="{766E1E12-0FE7-4C41-B3C2-C76FAED68157}"/>
              </a:ext>
            </a:extLst>
          </p:cNvPr>
          <p:cNvSpPr txBox="1">
            <a:spLocks noChangeArrowheads="1"/>
          </p:cNvSpPr>
          <p:nvPr/>
        </p:nvSpPr>
        <p:spPr bwMode="auto">
          <a:xfrm>
            <a:off x="1524001" y="2412207"/>
            <a:ext cx="76174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网络层</a:t>
            </a:r>
          </a:p>
        </p:txBody>
      </p:sp>
      <p:sp>
        <p:nvSpPr>
          <p:cNvPr id="187399" name="Line 9">
            <a:extLst>
              <a:ext uri="{FF2B5EF4-FFF2-40B4-BE49-F238E27FC236}">
                <a16:creationId xmlns:a16="http://schemas.microsoft.com/office/drawing/2014/main" id="{E2F64E69-F8B0-1D4C-98E4-B4E68327A9E8}"/>
              </a:ext>
            </a:extLst>
          </p:cNvPr>
          <p:cNvSpPr>
            <a:spLocks noChangeShapeType="1"/>
          </p:cNvSpPr>
          <p:nvPr/>
        </p:nvSpPr>
        <p:spPr bwMode="auto">
          <a:xfrm>
            <a:off x="3384947" y="2543176"/>
            <a:ext cx="0" cy="3655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7400" name="Text Box 10">
            <a:extLst>
              <a:ext uri="{FF2B5EF4-FFF2-40B4-BE49-F238E27FC236}">
                <a16:creationId xmlns:a16="http://schemas.microsoft.com/office/drawing/2014/main" id="{90B5B081-1742-AD48-9BDD-1516D3DB4188}"/>
              </a:ext>
            </a:extLst>
          </p:cNvPr>
          <p:cNvSpPr txBox="1">
            <a:spLocks noChangeArrowheads="1"/>
          </p:cNvSpPr>
          <p:nvPr/>
        </p:nvSpPr>
        <p:spPr bwMode="auto">
          <a:xfrm>
            <a:off x="2613423" y="2597944"/>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首部</a:t>
            </a:r>
          </a:p>
        </p:txBody>
      </p:sp>
      <p:sp>
        <p:nvSpPr>
          <p:cNvPr id="187401" name="Rectangle 13">
            <a:extLst>
              <a:ext uri="{FF2B5EF4-FFF2-40B4-BE49-F238E27FC236}">
                <a16:creationId xmlns:a16="http://schemas.microsoft.com/office/drawing/2014/main" id="{5A4F6F8C-8567-E24F-B57E-D6C0B12107DB}"/>
              </a:ext>
            </a:extLst>
          </p:cNvPr>
          <p:cNvSpPr>
            <a:spLocks noChangeArrowheads="1"/>
          </p:cNvSpPr>
          <p:nvPr/>
        </p:nvSpPr>
        <p:spPr bwMode="auto">
          <a:xfrm>
            <a:off x="4283869" y="1704975"/>
            <a:ext cx="769144" cy="261938"/>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7402" name="Text Box 14">
            <a:extLst>
              <a:ext uri="{FF2B5EF4-FFF2-40B4-BE49-F238E27FC236}">
                <a16:creationId xmlns:a16="http://schemas.microsoft.com/office/drawing/2014/main" id="{8DAF6EC5-2532-8346-8BA5-094F0894D82E}"/>
              </a:ext>
            </a:extLst>
          </p:cNvPr>
          <p:cNvSpPr txBox="1">
            <a:spLocks noChangeArrowheads="1"/>
          </p:cNvSpPr>
          <p:nvPr/>
        </p:nvSpPr>
        <p:spPr bwMode="auto">
          <a:xfrm>
            <a:off x="4401741" y="1679973"/>
            <a:ext cx="53123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TCP</a:t>
            </a:r>
          </a:p>
        </p:txBody>
      </p:sp>
      <p:sp>
        <p:nvSpPr>
          <p:cNvPr id="187403" name="Rectangle 15">
            <a:extLst>
              <a:ext uri="{FF2B5EF4-FFF2-40B4-BE49-F238E27FC236}">
                <a16:creationId xmlns:a16="http://schemas.microsoft.com/office/drawing/2014/main" id="{31CEE954-60A4-684F-96F3-56E92453FDC5}"/>
              </a:ext>
            </a:extLst>
          </p:cNvPr>
          <p:cNvSpPr>
            <a:spLocks noChangeArrowheads="1"/>
          </p:cNvSpPr>
          <p:nvPr/>
        </p:nvSpPr>
        <p:spPr bwMode="auto">
          <a:xfrm>
            <a:off x="5245894" y="1704975"/>
            <a:ext cx="770335" cy="261938"/>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7404" name="Text Box 16">
            <a:extLst>
              <a:ext uri="{FF2B5EF4-FFF2-40B4-BE49-F238E27FC236}">
                <a16:creationId xmlns:a16="http://schemas.microsoft.com/office/drawing/2014/main" id="{2AB7B688-65E2-F947-AB83-9212603F3220}"/>
              </a:ext>
            </a:extLst>
          </p:cNvPr>
          <p:cNvSpPr txBox="1">
            <a:spLocks noChangeArrowheads="1"/>
          </p:cNvSpPr>
          <p:nvPr/>
        </p:nvSpPr>
        <p:spPr bwMode="auto">
          <a:xfrm>
            <a:off x="5347098" y="1704975"/>
            <a:ext cx="59182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UDP</a:t>
            </a:r>
          </a:p>
        </p:txBody>
      </p:sp>
      <p:sp>
        <p:nvSpPr>
          <p:cNvPr id="187405" name="Rectangle 17">
            <a:extLst>
              <a:ext uri="{FF2B5EF4-FFF2-40B4-BE49-F238E27FC236}">
                <a16:creationId xmlns:a16="http://schemas.microsoft.com/office/drawing/2014/main" id="{882C62A7-F13D-1C43-907A-939F5B83A986}"/>
              </a:ext>
            </a:extLst>
          </p:cNvPr>
          <p:cNvSpPr>
            <a:spLocks noChangeArrowheads="1"/>
          </p:cNvSpPr>
          <p:nvPr/>
        </p:nvSpPr>
        <p:spPr bwMode="auto">
          <a:xfrm>
            <a:off x="2678907" y="2169319"/>
            <a:ext cx="770335" cy="261938"/>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7406" name="Text Box 18">
            <a:extLst>
              <a:ext uri="{FF2B5EF4-FFF2-40B4-BE49-F238E27FC236}">
                <a16:creationId xmlns:a16="http://schemas.microsoft.com/office/drawing/2014/main" id="{611508D4-8CAF-8542-8AD4-D01DF6C5D2DD}"/>
              </a:ext>
            </a:extLst>
          </p:cNvPr>
          <p:cNvSpPr txBox="1">
            <a:spLocks noChangeArrowheads="1"/>
          </p:cNvSpPr>
          <p:nvPr/>
        </p:nvSpPr>
        <p:spPr bwMode="auto">
          <a:xfrm>
            <a:off x="2743200" y="2143125"/>
            <a:ext cx="67358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ICMP</a:t>
            </a:r>
          </a:p>
        </p:txBody>
      </p:sp>
      <p:sp>
        <p:nvSpPr>
          <p:cNvPr id="187407" name="Rectangle 19">
            <a:extLst>
              <a:ext uri="{FF2B5EF4-FFF2-40B4-BE49-F238E27FC236}">
                <a16:creationId xmlns:a16="http://schemas.microsoft.com/office/drawing/2014/main" id="{954E91F6-FAB7-3C48-AA52-1447ED076E9D}"/>
              </a:ext>
            </a:extLst>
          </p:cNvPr>
          <p:cNvSpPr>
            <a:spLocks noChangeArrowheads="1"/>
          </p:cNvSpPr>
          <p:nvPr/>
        </p:nvSpPr>
        <p:spPr bwMode="auto">
          <a:xfrm>
            <a:off x="3577829" y="2169319"/>
            <a:ext cx="769144" cy="261938"/>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7408" name="Text Box 20">
            <a:extLst>
              <a:ext uri="{FF2B5EF4-FFF2-40B4-BE49-F238E27FC236}">
                <a16:creationId xmlns:a16="http://schemas.microsoft.com/office/drawing/2014/main" id="{A0A302F7-5EFF-0C46-A60C-66CCBBB7FB11}"/>
              </a:ext>
            </a:extLst>
          </p:cNvPr>
          <p:cNvSpPr txBox="1">
            <a:spLocks noChangeArrowheads="1"/>
          </p:cNvSpPr>
          <p:nvPr/>
        </p:nvSpPr>
        <p:spPr bwMode="auto">
          <a:xfrm>
            <a:off x="3643313" y="2143125"/>
            <a:ext cx="68800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IGMP</a:t>
            </a:r>
          </a:p>
        </p:txBody>
      </p:sp>
      <p:sp>
        <p:nvSpPr>
          <p:cNvPr id="187409" name="Rectangle 21">
            <a:extLst>
              <a:ext uri="{FF2B5EF4-FFF2-40B4-BE49-F238E27FC236}">
                <a16:creationId xmlns:a16="http://schemas.microsoft.com/office/drawing/2014/main" id="{0A7180E7-729B-4C42-ACF1-8A6A7D84C032}"/>
              </a:ext>
            </a:extLst>
          </p:cNvPr>
          <p:cNvSpPr>
            <a:spLocks noChangeArrowheads="1"/>
          </p:cNvSpPr>
          <p:nvPr/>
        </p:nvSpPr>
        <p:spPr bwMode="auto">
          <a:xfrm>
            <a:off x="6246019" y="2169319"/>
            <a:ext cx="769144" cy="261938"/>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7410" name="Text Box 22">
            <a:extLst>
              <a:ext uri="{FF2B5EF4-FFF2-40B4-BE49-F238E27FC236}">
                <a16:creationId xmlns:a16="http://schemas.microsoft.com/office/drawing/2014/main" id="{F4BF9135-B15B-E34D-B6B1-BA8032166871}"/>
              </a:ext>
            </a:extLst>
          </p:cNvPr>
          <p:cNvSpPr txBox="1">
            <a:spLocks noChangeArrowheads="1"/>
          </p:cNvSpPr>
          <p:nvPr/>
        </p:nvSpPr>
        <p:spPr bwMode="auto">
          <a:xfrm>
            <a:off x="6311504" y="2143125"/>
            <a:ext cx="67197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OSPF</a:t>
            </a:r>
          </a:p>
        </p:txBody>
      </p:sp>
      <p:sp>
        <p:nvSpPr>
          <p:cNvPr id="478233" name="Line 25">
            <a:extLst>
              <a:ext uri="{FF2B5EF4-FFF2-40B4-BE49-F238E27FC236}">
                <a16:creationId xmlns:a16="http://schemas.microsoft.com/office/drawing/2014/main" id="{B567CF96-D59B-C349-AE88-449D56D099EC}"/>
              </a:ext>
            </a:extLst>
          </p:cNvPr>
          <p:cNvSpPr>
            <a:spLocks noChangeShapeType="1"/>
          </p:cNvSpPr>
          <p:nvPr/>
        </p:nvSpPr>
        <p:spPr bwMode="auto">
          <a:xfrm flipV="1">
            <a:off x="5310188" y="1966913"/>
            <a:ext cx="321469" cy="732235"/>
          </a:xfrm>
          <a:prstGeom prst="line">
            <a:avLst/>
          </a:prstGeom>
          <a:noFill/>
          <a:ln w="762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478235" name="Line 27">
            <a:extLst>
              <a:ext uri="{FF2B5EF4-FFF2-40B4-BE49-F238E27FC236}">
                <a16:creationId xmlns:a16="http://schemas.microsoft.com/office/drawing/2014/main" id="{7E5D42EF-7D8B-204A-BF60-82BA5C39BEE6}"/>
              </a:ext>
            </a:extLst>
          </p:cNvPr>
          <p:cNvSpPr>
            <a:spLocks noChangeShapeType="1"/>
          </p:cNvSpPr>
          <p:nvPr/>
        </p:nvSpPr>
        <p:spPr bwMode="auto">
          <a:xfrm flipH="1" flipV="1">
            <a:off x="4667251" y="1966912"/>
            <a:ext cx="651272" cy="747713"/>
          </a:xfrm>
          <a:prstGeom prst="line">
            <a:avLst/>
          </a:prstGeom>
          <a:noFill/>
          <a:ln w="762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478236" name="Line 28">
            <a:extLst>
              <a:ext uri="{FF2B5EF4-FFF2-40B4-BE49-F238E27FC236}">
                <a16:creationId xmlns:a16="http://schemas.microsoft.com/office/drawing/2014/main" id="{D9C5D489-158B-6945-A27C-4FC22AD38738}"/>
              </a:ext>
            </a:extLst>
          </p:cNvPr>
          <p:cNvSpPr>
            <a:spLocks noChangeShapeType="1"/>
          </p:cNvSpPr>
          <p:nvPr/>
        </p:nvSpPr>
        <p:spPr bwMode="auto">
          <a:xfrm flipH="1" flipV="1">
            <a:off x="4363641" y="2381250"/>
            <a:ext cx="977503" cy="347663"/>
          </a:xfrm>
          <a:prstGeom prst="line">
            <a:avLst/>
          </a:prstGeom>
          <a:noFill/>
          <a:ln w="762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478237" name="Line 29">
            <a:extLst>
              <a:ext uri="{FF2B5EF4-FFF2-40B4-BE49-F238E27FC236}">
                <a16:creationId xmlns:a16="http://schemas.microsoft.com/office/drawing/2014/main" id="{A2E1AD4C-F22E-A24F-991F-FFB06E12E454}"/>
              </a:ext>
            </a:extLst>
          </p:cNvPr>
          <p:cNvSpPr>
            <a:spLocks noChangeShapeType="1"/>
          </p:cNvSpPr>
          <p:nvPr/>
        </p:nvSpPr>
        <p:spPr bwMode="auto">
          <a:xfrm flipH="1" flipV="1">
            <a:off x="3251598" y="2441972"/>
            <a:ext cx="2087165" cy="279797"/>
          </a:xfrm>
          <a:prstGeom prst="line">
            <a:avLst/>
          </a:prstGeom>
          <a:noFill/>
          <a:ln w="762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478238" name="Line 30">
            <a:extLst>
              <a:ext uri="{FF2B5EF4-FFF2-40B4-BE49-F238E27FC236}">
                <a16:creationId xmlns:a16="http://schemas.microsoft.com/office/drawing/2014/main" id="{88381C47-5199-9245-9385-018084674B42}"/>
              </a:ext>
            </a:extLst>
          </p:cNvPr>
          <p:cNvSpPr>
            <a:spLocks noChangeShapeType="1"/>
          </p:cNvSpPr>
          <p:nvPr/>
        </p:nvSpPr>
        <p:spPr bwMode="auto">
          <a:xfrm flipV="1">
            <a:off x="5329238" y="2380060"/>
            <a:ext cx="896541" cy="335756"/>
          </a:xfrm>
          <a:prstGeom prst="line">
            <a:avLst/>
          </a:prstGeom>
          <a:noFill/>
          <a:ln w="762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7416" name="Text Box 31">
            <a:extLst>
              <a:ext uri="{FF2B5EF4-FFF2-40B4-BE49-F238E27FC236}">
                <a16:creationId xmlns:a16="http://schemas.microsoft.com/office/drawing/2014/main" id="{8B87B365-A3AC-2842-A7B5-0DE4D0E5308B}"/>
              </a:ext>
            </a:extLst>
          </p:cNvPr>
          <p:cNvSpPr txBox="1">
            <a:spLocks noChangeArrowheads="1"/>
          </p:cNvSpPr>
          <p:nvPr/>
        </p:nvSpPr>
        <p:spPr bwMode="auto">
          <a:xfrm>
            <a:off x="3492104" y="2597944"/>
            <a:ext cx="112723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87417" name="Line 32">
            <a:extLst>
              <a:ext uri="{FF2B5EF4-FFF2-40B4-BE49-F238E27FC236}">
                <a16:creationId xmlns:a16="http://schemas.microsoft.com/office/drawing/2014/main" id="{04D737D7-823F-B242-9313-85BA3E7FE4F0}"/>
              </a:ext>
            </a:extLst>
          </p:cNvPr>
          <p:cNvSpPr>
            <a:spLocks noChangeShapeType="1"/>
          </p:cNvSpPr>
          <p:nvPr/>
        </p:nvSpPr>
        <p:spPr bwMode="auto">
          <a:xfrm>
            <a:off x="2422923" y="3117056"/>
            <a:ext cx="4298156"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7418" name="Text Box 33">
            <a:extLst>
              <a:ext uri="{FF2B5EF4-FFF2-40B4-BE49-F238E27FC236}">
                <a16:creationId xmlns:a16="http://schemas.microsoft.com/office/drawing/2014/main" id="{361953B2-F8CF-1044-B46D-A6E0626B843F}"/>
              </a:ext>
            </a:extLst>
          </p:cNvPr>
          <p:cNvSpPr txBox="1">
            <a:spLocks noChangeArrowheads="1"/>
          </p:cNvSpPr>
          <p:nvPr/>
        </p:nvSpPr>
        <p:spPr bwMode="auto">
          <a:xfrm>
            <a:off x="4089798" y="2945607"/>
            <a:ext cx="992579" cy="323165"/>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IP </a:t>
            </a:r>
            <a:r>
              <a:rPr kumimoji="1" lang="zh-CN" altLang="en-US" sz="1500">
                <a:latin typeface="微软雅黑" panose="020B0503020204020204" pitchFamily="34" charset="-122"/>
                <a:ea typeface="宋体" panose="02010600030101010101" pitchFamily="2" charset="-122"/>
              </a:rPr>
              <a:t>数据报</a:t>
            </a:r>
          </a:p>
        </p:txBody>
      </p:sp>
      <p:grpSp>
        <p:nvGrpSpPr>
          <p:cNvPr id="478246" name="Group 38">
            <a:extLst>
              <a:ext uri="{FF2B5EF4-FFF2-40B4-BE49-F238E27FC236}">
                <a16:creationId xmlns:a16="http://schemas.microsoft.com/office/drawing/2014/main" id="{BB2A07B1-7A20-D141-AE48-39C69E014A27}"/>
              </a:ext>
            </a:extLst>
          </p:cNvPr>
          <p:cNvGrpSpPr>
            <a:grpSpLocks/>
          </p:cNvGrpSpPr>
          <p:nvPr/>
        </p:nvGrpSpPr>
        <p:grpSpPr bwMode="auto">
          <a:xfrm>
            <a:off x="3086100" y="2733676"/>
            <a:ext cx="3268266" cy="1410891"/>
            <a:chOff x="1632" y="2296"/>
            <a:chExt cx="2745" cy="1185"/>
          </a:xfrm>
        </p:grpSpPr>
        <p:sp>
          <p:nvSpPr>
            <p:cNvPr id="187421" name="Rectangle 34">
              <a:extLst>
                <a:ext uri="{FF2B5EF4-FFF2-40B4-BE49-F238E27FC236}">
                  <a16:creationId xmlns:a16="http://schemas.microsoft.com/office/drawing/2014/main" id="{2030777D-B6A0-2847-99CA-E1B490584375}"/>
                </a:ext>
              </a:extLst>
            </p:cNvPr>
            <p:cNvSpPr>
              <a:spLocks noChangeArrowheads="1"/>
            </p:cNvSpPr>
            <p:nvPr/>
          </p:nvSpPr>
          <p:spPr bwMode="auto">
            <a:xfrm>
              <a:off x="1632" y="2296"/>
              <a:ext cx="227" cy="106"/>
            </a:xfrm>
            <a:prstGeom prst="rect">
              <a:avLst/>
            </a:prstGeom>
            <a:solidFill>
              <a:schemeClr val="hlink"/>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7422" name="AutoShape 35">
              <a:extLst>
                <a:ext uri="{FF2B5EF4-FFF2-40B4-BE49-F238E27FC236}">
                  <a16:creationId xmlns:a16="http://schemas.microsoft.com/office/drawing/2014/main" id="{C2CD948C-C3CA-2248-832A-B912EA80E6F5}"/>
                </a:ext>
              </a:extLst>
            </p:cNvPr>
            <p:cNvSpPr>
              <a:spLocks noChangeArrowheads="1"/>
            </p:cNvSpPr>
            <p:nvPr/>
          </p:nvSpPr>
          <p:spPr bwMode="auto">
            <a:xfrm>
              <a:off x="2439" y="3033"/>
              <a:ext cx="1853" cy="442"/>
            </a:xfrm>
            <a:prstGeom prst="wedgeRoundRectCallout">
              <a:avLst>
                <a:gd name="adj1" fmla="val -87560"/>
                <a:gd name="adj2" fmla="val -194569"/>
                <a:gd name="adj3" fmla="val 16667"/>
              </a:avLst>
            </a:prstGeom>
            <a:solidFill>
              <a:srgbClr val="FFCCFF"/>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2400">
                <a:latin typeface="微软雅黑" panose="020B0503020204020204" pitchFamily="34" charset="-122"/>
                <a:ea typeface="宋体" panose="02010600030101010101" pitchFamily="2" charset="-122"/>
              </a:endParaRPr>
            </a:p>
          </p:txBody>
        </p:sp>
        <p:sp>
          <p:nvSpPr>
            <p:cNvPr id="187423" name="Text Box 36">
              <a:extLst>
                <a:ext uri="{FF2B5EF4-FFF2-40B4-BE49-F238E27FC236}">
                  <a16:creationId xmlns:a16="http://schemas.microsoft.com/office/drawing/2014/main" id="{2B76E541-1177-DE4F-9A71-8BF92AE8436A}"/>
                </a:ext>
              </a:extLst>
            </p:cNvPr>
            <p:cNvSpPr txBox="1">
              <a:spLocks noChangeArrowheads="1"/>
            </p:cNvSpPr>
            <p:nvPr/>
          </p:nvSpPr>
          <p:spPr bwMode="auto">
            <a:xfrm>
              <a:off x="2426" y="3016"/>
              <a:ext cx="1951"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协议字段指出应将数据</a:t>
              </a:r>
            </a:p>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部分交给哪一个进程</a:t>
              </a:r>
            </a:p>
          </p:txBody>
        </p:sp>
      </p:grpSp>
      <p:sp>
        <p:nvSpPr>
          <p:cNvPr id="187420" name="幻灯片编号占位符 1">
            <a:extLst>
              <a:ext uri="{FF2B5EF4-FFF2-40B4-BE49-F238E27FC236}">
                <a16:creationId xmlns:a16="http://schemas.microsoft.com/office/drawing/2014/main" id="{576E54B7-7F8A-BD42-99DB-590CC2FC3408}"/>
              </a:ext>
            </a:extLst>
          </p:cNvPr>
          <p:cNvSpPr>
            <a:spLocks noGrp="1" noChangeArrowheads="1"/>
          </p:cNvSpPr>
          <p:nvPr>
            <p:ph type="sldNum" sz="quarter" idx="10"/>
          </p:nvPr>
        </p:nvSpPr>
        <p:spPr>
          <a:xfrm>
            <a:off x="8652510" y="4868862"/>
            <a:ext cx="491490"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r">
              <a:spcBef>
                <a:spcPct val="0"/>
              </a:spcBef>
              <a:buClrTx/>
              <a:buSzTx/>
              <a:buFontTx/>
              <a:buNone/>
            </a:pPr>
            <a:fld id="{B5D9A442-DA95-B640-B106-1380AA0C6F6D}"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lgn="r">
                <a:spcBef>
                  <a:spcPct val="0"/>
                </a:spcBef>
                <a:buClrTx/>
                <a:buSzTx/>
                <a:buFontTx/>
                <a:buNone/>
              </a:pPr>
              <a:t>83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64120685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500"/>
                                  </p:stCondLst>
                                  <p:childTnLst>
                                    <p:anim calcmode="discrete" valueType="str">
                                      <p:cBhvr>
                                        <p:cTn id="6" dur="1000" fill="hold"/>
                                        <p:tgtEl>
                                          <p:spTgt spid="478246"/>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2500"/>
                            </p:stCondLst>
                            <p:childTnLst>
                              <p:par>
                                <p:cTn id="8" presetID="22" presetClass="entr" presetSubtype="2" fill="hold" nodeType="afterEffect">
                                  <p:stCondLst>
                                    <p:cond delay="0"/>
                                  </p:stCondLst>
                                  <p:childTnLst>
                                    <p:set>
                                      <p:cBhvr>
                                        <p:cTn id="9" dur="1" fill="hold">
                                          <p:stCondLst>
                                            <p:cond delay="0"/>
                                          </p:stCondLst>
                                        </p:cTn>
                                        <p:tgtEl>
                                          <p:spTgt spid="478237"/>
                                        </p:tgtEl>
                                        <p:attrNameLst>
                                          <p:attrName>style.visibility</p:attrName>
                                        </p:attrNameLst>
                                      </p:cBhvr>
                                      <p:to>
                                        <p:strVal val="visible"/>
                                      </p:to>
                                    </p:set>
                                    <p:animEffect transition="in" filter="wipe(right)">
                                      <p:cBhvr>
                                        <p:cTn id="10" dur="500"/>
                                        <p:tgtEl>
                                          <p:spTgt spid="478237"/>
                                        </p:tgtEl>
                                      </p:cBhvr>
                                    </p:animEffect>
                                  </p:childTnLst>
                                </p:cTn>
                              </p:par>
                            </p:childTnLst>
                          </p:cTn>
                        </p:par>
                        <p:par>
                          <p:cTn id="11" fill="hold" nodeType="afterGroup">
                            <p:stCondLst>
                              <p:cond delay="3000"/>
                            </p:stCondLst>
                            <p:childTnLst>
                              <p:par>
                                <p:cTn id="12" presetID="22" presetClass="entr" presetSubtype="2" fill="hold" nodeType="afterEffect">
                                  <p:stCondLst>
                                    <p:cond delay="0"/>
                                  </p:stCondLst>
                                  <p:childTnLst>
                                    <p:set>
                                      <p:cBhvr>
                                        <p:cTn id="13" dur="1" fill="hold">
                                          <p:stCondLst>
                                            <p:cond delay="0"/>
                                          </p:stCondLst>
                                        </p:cTn>
                                        <p:tgtEl>
                                          <p:spTgt spid="478236"/>
                                        </p:tgtEl>
                                        <p:attrNameLst>
                                          <p:attrName>style.visibility</p:attrName>
                                        </p:attrNameLst>
                                      </p:cBhvr>
                                      <p:to>
                                        <p:strVal val="visible"/>
                                      </p:to>
                                    </p:set>
                                    <p:animEffect transition="in" filter="wipe(right)">
                                      <p:cBhvr>
                                        <p:cTn id="14" dur="500"/>
                                        <p:tgtEl>
                                          <p:spTgt spid="478236"/>
                                        </p:tgtEl>
                                      </p:cBhvr>
                                    </p:animEffect>
                                  </p:childTnLst>
                                </p:cTn>
                              </p:par>
                            </p:childTnLst>
                          </p:cTn>
                        </p:par>
                        <p:par>
                          <p:cTn id="15" fill="hold" nodeType="afterGroup">
                            <p:stCondLst>
                              <p:cond delay="3500"/>
                            </p:stCondLst>
                            <p:childTnLst>
                              <p:par>
                                <p:cTn id="16" presetID="22" presetClass="entr" presetSubtype="4" fill="hold" nodeType="afterEffect">
                                  <p:stCondLst>
                                    <p:cond delay="0"/>
                                  </p:stCondLst>
                                  <p:childTnLst>
                                    <p:set>
                                      <p:cBhvr>
                                        <p:cTn id="17" dur="1" fill="hold">
                                          <p:stCondLst>
                                            <p:cond delay="0"/>
                                          </p:stCondLst>
                                        </p:cTn>
                                        <p:tgtEl>
                                          <p:spTgt spid="478235"/>
                                        </p:tgtEl>
                                        <p:attrNameLst>
                                          <p:attrName>style.visibility</p:attrName>
                                        </p:attrNameLst>
                                      </p:cBhvr>
                                      <p:to>
                                        <p:strVal val="visible"/>
                                      </p:to>
                                    </p:set>
                                    <p:animEffect transition="in" filter="wipe(down)">
                                      <p:cBhvr>
                                        <p:cTn id="18" dur="500"/>
                                        <p:tgtEl>
                                          <p:spTgt spid="478235"/>
                                        </p:tgtEl>
                                      </p:cBhvr>
                                    </p:animEffect>
                                  </p:childTnLst>
                                </p:cTn>
                              </p:par>
                            </p:childTnLst>
                          </p:cTn>
                        </p:par>
                        <p:par>
                          <p:cTn id="19" fill="hold" nodeType="afterGroup">
                            <p:stCondLst>
                              <p:cond delay="4000"/>
                            </p:stCondLst>
                            <p:childTnLst>
                              <p:par>
                                <p:cTn id="20" presetID="22" presetClass="entr" presetSubtype="4" fill="hold" nodeType="afterEffect">
                                  <p:stCondLst>
                                    <p:cond delay="0"/>
                                  </p:stCondLst>
                                  <p:childTnLst>
                                    <p:set>
                                      <p:cBhvr>
                                        <p:cTn id="21" dur="1" fill="hold">
                                          <p:stCondLst>
                                            <p:cond delay="0"/>
                                          </p:stCondLst>
                                        </p:cTn>
                                        <p:tgtEl>
                                          <p:spTgt spid="478233"/>
                                        </p:tgtEl>
                                        <p:attrNameLst>
                                          <p:attrName>style.visibility</p:attrName>
                                        </p:attrNameLst>
                                      </p:cBhvr>
                                      <p:to>
                                        <p:strVal val="visible"/>
                                      </p:to>
                                    </p:set>
                                    <p:animEffect transition="in" filter="wipe(down)">
                                      <p:cBhvr>
                                        <p:cTn id="22" dur="500"/>
                                        <p:tgtEl>
                                          <p:spTgt spid="478233"/>
                                        </p:tgtEl>
                                      </p:cBhvr>
                                    </p:animEffect>
                                  </p:childTnLst>
                                </p:cTn>
                              </p:par>
                            </p:childTnLst>
                          </p:cTn>
                        </p:par>
                        <p:par>
                          <p:cTn id="23" fill="hold" nodeType="afterGroup">
                            <p:stCondLst>
                              <p:cond delay="4500"/>
                            </p:stCondLst>
                            <p:childTnLst>
                              <p:par>
                                <p:cTn id="24" presetID="22" presetClass="entr" presetSubtype="8" fill="hold" nodeType="afterEffect">
                                  <p:stCondLst>
                                    <p:cond delay="0"/>
                                  </p:stCondLst>
                                  <p:childTnLst>
                                    <p:set>
                                      <p:cBhvr>
                                        <p:cTn id="25" dur="1" fill="hold">
                                          <p:stCondLst>
                                            <p:cond delay="0"/>
                                          </p:stCondLst>
                                        </p:cTn>
                                        <p:tgtEl>
                                          <p:spTgt spid="478238"/>
                                        </p:tgtEl>
                                        <p:attrNameLst>
                                          <p:attrName>style.visibility</p:attrName>
                                        </p:attrNameLst>
                                      </p:cBhvr>
                                      <p:to>
                                        <p:strVal val="visible"/>
                                      </p:to>
                                    </p:set>
                                    <p:animEffect transition="in" filter="wipe(left)">
                                      <p:cBhvr>
                                        <p:cTn id="26" dur="500"/>
                                        <p:tgtEl>
                                          <p:spTgt spid="4782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9441" name="Line 2">
            <a:extLst>
              <a:ext uri="{FF2B5EF4-FFF2-40B4-BE49-F238E27FC236}">
                <a16:creationId xmlns:a16="http://schemas.microsoft.com/office/drawing/2014/main" id="{8E1B1114-3385-4A4B-8965-90F0A38985A1}"/>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89442" name="Rectangle 3">
            <a:extLst>
              <a:ext uri="{FF2B5EF4-FFF2-40B4-BE49-F238E27FC236}">
                <a16:creationId xmlns:a16="http://schemas.microsoft.com/office/drawing/2014/main" id="{69A00F33-2F16-1946-BDEC-3102E37B3D8B}"/>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89443" name="Rectangle 4">
            <a:extLst>
              <a:ext uri="{FF2B5EF4-FFF2-40B4-BE49-F238E27FC236}">
                <a16:creationId xmlns:a16="http://schemas.microsoft.com/office/drawing/2014/main" id="{4442E88C-E7AE-B94A-B832-AF0EF8BA737D}"/>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9444" name="Rectangle 6">
            <a:extLst>
              <a:ext uri="{FF2B5EF4-FFF2-40B4-BE49-F238E27FC236}">
                <a16:creationId xmlns:a16="http://schemas.microsoft.com/office/drawing/2014/main" id="{14AFBD92-33C2-9C4A-B2AD-9AECC2A6DD02}"/>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9445" name="Rectangle 7">
            <a:extLst>
              <a:ext uri="{FF2B5EF4-FFF2-40B4-BE49-F238E27FC236}">
                <a16:creationId xmlns:a16="http://schemas.microsoft.com/office/drawing/2014/main" id="{DC4AEC4A-5969-2E4E-8DD2-BF21786F6772}"/>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9446" name="Line 8">
            <a:extLst>
              <a:ext uri="{FF2B5EF4-FFF2-40B4-BE49-F238E27FC236}">
                <a16:creationId xmlns:a16="http://schemas.microsoft.com/office/drawing/2014/main" id="{A5152D11-9BD1-9F44-AFFC-383A4222920D}"/>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47" name="Line 9">
            <a:extLst>
              <a:ext uri="{FF2B5EF4-FFF2-40B4-BE49-F238E27FC236}">
                <a16:creationId xmlns:a16="http://schemas.microsoft.com/office/drawing/2014/main" id="{199B1844-0CC8-4F4E-B052-0F7B689B7A21}"/>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48" name="Line 10">
            <a:extLst>
              <a:ext uri="{FF2B5EF4-FFF2-40B4-BE49-F238E27FC236}">
                <a16:creationId xmlns:a16="http://schemas.microsoft.com/office/drawing/2014/main" id="{02AA31FC-71AD-8D49-B72E-AA9D1855E2F8}"/>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49" name="Line 11">
            <a:extLst>
              <a:ext uri="{FF2B5EF4-FFF2-40B4-BE49-F238E27FC236}">
                <a16:creationId xmlns:a16="http://schemas.microsoft.com/office/drawing/2014/main" id="{02DBD352-18F2-A545-8085-EA88AC4DB0D7}"/>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50" name="Line 12">
            <a:extLst>
              <a:ext uri="{FF2B5EF4-FFF2-40B4-BE49-F238E27FC236}">
                <a16:creationId xmlns:a16="http://schemas.microsoft.com/office/drawing/2014/main" id="{55D852D6-E671-254E-B33A-1C46A203DEF9}"/>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51" name="Line 13">
            <a:extLst>
              <a:ext uri="{FF2B5EF4-FFF2-40B4-BE49-F238E27FC236}">
                <a16:creationId xmlns:a16="http://schemas.microsoft.com/office/drawing/2014/main" id="{B7053C0F-8361-334B-BDE6-77775BC0889E}"/>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52" name="Line 14">
            <a:extLst>
              <a:ext uri="{FF2B5EF4-FFF2-40B4-BE49-F238E27FC236}">
                <a16:creationId xmlns:a16="http://schemas.microsoft.com/office/drawing/2014/main" id="{782F274D-2D5D-ED42-90B2-2DF889821442}"/>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53" name="Line 15">
            <a:extLst>
              <a:ext uri="{FF2B5EF4-FFF2-40B4-BE49-F238E27FC236}">
                <a16:creationId xmlns:a16="http://schemas.microsoft.com/office/drawing/2014/main" id="{D10BD55C-00A0-9E41-BC3B-8768261E13DC}"/>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54" name="Line 16">
            <a:extLst>
              <a:ext uri="{FF2B5EF4-FFF2-40B4-BE49-F238E27FC236}">
                <a16:creationId xmlns:a16="http://schemas.microsoft.com/office/drawing/2014/main" id="{39F70A8D-3609-D84C-B9CF-E0D396A09B3E}"/>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55" name="Line 17">
            <a:extLst>
              <a:ext uri="{FF2B5EF4-FFF2-40B4-BE49-F238E27FC236}">
                <a16:creationId xmlns:a16="http://schemas.microsoft.com/office/drawing/2014/main" id="{DC185E74-91AB-7343-8FCE-ABCEC0994553}"/>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56" name="Line 18">
            <a:extLst>
              <a:ext uri="{FF2B5EF4-FFF2-40B4-BE49-F238E27FC236}">
                <a16:creationId xmlns:a16="http://schemas.microsoft.com/office/drawing/2014/main" id="{99634D37-3756-F145-B88F-DFC9BF21FD51}"/>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57" name="Rectangle 19">
            <a:extLst>
              <a:ext uri="{FF2B5EF4-FFF2-40B4-BE49-F238E27FC236}">
                <a16:creationId xmlns:a16="http://schemas.microsoft.com/office/drawing/2014/main" id="{E23AEB1D-0AB0-4748-B38D-EE4296058C6E}"/>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89458" name="Rectangle 20">
            <a:extLst>
              <a:ext uri="{FF2B5EF4-FFF2-40B4-BE49-F238E27FC236}">
                <a16:creationId xmlns:a16="http://schemas.microsoft.com/office/drawing/2014/main" id="{F456CC53-BBC6-5B43-A546-73D197CCE90F}"/>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89459" name="Rectangle 21">
            <a:extLst>
              <a:ext uri="{FF2B5EF4-FFF2-40B4-BE49-F238E27FC236}">
                <a16:creationId xmlns:a16="http://schemas.microsoft.com/office/drawing/2014/main" id="{78D12A94-165F-EC4F-89AA-B8F74C4C760F}"/>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89460" name="Rectangle 22">
            <a:extLst>
              <a:ext uri="{FF2B5EF4-FFF2-40B4-BE49-F238E27FC236}">
                <a16:creationId xmlns:a16="http://schemas.microsoft.com/office/drawing/2014/main" id="{1FBA78A6-7D1B-FE40-8876-8D2CEB841804}"/>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89461" name="Rectangle 23">
            <a:extLst>
              <a:ext uri="{FF2B5EF4-FFF2-40B4-BE49-F238E27FC236}">
                <a16:creationId xmlns:a16="http://schemas.microsoft.com/office/drawing/2014/main" id="{E79CA3EA-C1C4-F549-BD6E-6205E0222C91}"/>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89462" name="Rectangle 24">
            <a:extLst>
              <a:ext uri="{FF2B5EF4-FFF2-40B4-BE49-F238E27FC236}">
                <a16:creationId xmlns:a16="http://schemas.microsoft.com/office/drawing/2014/main" id="{E0173777-934F-E34C-966A-6CC982CE3048}"/>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89463" name="Rectangle 25">
            <a:extLst>
              <a:ext uri="{FF2B5EF4-FFF2-40B4-BE49-F238E27FC236}">
                <a16:creationId xmlns:a16="http://schemas.microsoft.com/office/drawing/2014/main" id="{899228AC-970E-5D43-A08B-7E69EB04F7B9}"/>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89464" name="Rectangle 26">
            <a:extLst>
              <a:ext uri="{FF2B5EF4-FFF2-40B4-BE49-F238E27FC236}">
                <a16:creationId xmlns:a16="http://schemas.microsoft.com/office/drawing/2014/main" id="{E94288F1-D12F-2042-9153-91F2D8CEF805}"/>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89465" name="Rectangle 27">
            <a:extLst>
              <a:ext uri="{FF2B5EF4-FFF2-40B4-BE49-F238E27FC236}">
                <a16:creationId xmlns:a16="http://schemas.microsoft.com/office/drawing/2014/main" id="{3BC902D3-104B-1143-AA5C-0FE50D0C68A8}"/>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89466" name="Rectangle 28">
            <a:extLst>
              <a:ext uri="{FF2B5EF4-FFF2-40B4-BE49-F238E27FC236}">
                <a16:creationId xmlns:a16="http://schemas.microsoft.com/office/drawing/2014/main" id="{562C8EEC-76B0-B449-987C-F0244E7BB44F}"/>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89467" name="Rectangle 29">
            <a:extLst>
              <a:ext uri="{FF2B5EF4-FFF2-40B4-BE49-F238E27FC236}">
                <a16:creationId xmlns:a16="http://schemas.microsoft.com/office/drawing/2014/main" id="{92EC381D-93B3-4545-8D6A-EAC7C37C0C90}"/>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89468" name="Rectangle 30">
            <a:extLst>
              <a:ext uri="{FF2B5EF4-FFF2-40B4-BE49-F238E27FC236}">
                <a16:creationId xmlns:a16="http://schemas.microsoft.com/office/drawing/2014/main" id="{09325D29-28E5-1E45-8EC4-730FC6BF56E5}"/>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89469" name="Rectangle 32">
            <a:extLst>
              <a:ext uri="{FF2B5EF4-FFF2-40B4-BE49-F238E27FC236}">
                <a16:creationId xmlns:a16="http://schemas.microsoft.com/office/drawing/2014/main" id="{63631702-4C3E-1643-86BA-91D50A59B4B0}"/>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89470" name="Rectangle 33">
            <a:extLst>
              <a:ext uri="{FF2B5EF4-FFF2-40B4-BE49-F238E27FC236}">
                <a16:creationId xmlns:a16="http://schemas.microsoft.com/office/drawing/2014/main" id="{AF3A71B2-A486-2D40-BF99-C13059A5C000}"/>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89471" name="Rectangle 34">
            <a:extLst>
              <a:ext uri="{FF2B5EF4-FFF2-40B4-BE49-F238E27FC236}">
                <a16:creationId xmlns:a16="http://schemas.microsoft.com/office/drawing/2014/main" id="{E9B4A669-BF2D-BB4E-A5FF-3E0B9E3BC7FE}"/>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89472" name="Rectangle 35">
            <a:extLst>
              <a:ext uri="{FF2B5EF4-FFF2-40B4-BE49-F238E27FC236}">
                <a16:creationId xmlns:a16="http://schemas.microsoft.com/office/drawing/2014/main" id="{E56B74CA-15A8-2D4F-BFD1-999E8EF3F2B0}"/>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89473" name="Rectangle 36">
            <a:extLst>
              <a:ext uri="{FF2B5EF4-FFF2-40B4-BE49-F238E27FC236}">
                <a16:creationId xmlns:a16="http://schemas.microsoft.com/office/drawing/2014/main" id="{587C1E5D-F18A-5B40-8882-C04E80B73C76}"/>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89474" name="Rectangle 37">
            <a:extLst>
              <a:ext uri="{FF2B5EF4-FFF2-40B4-BE49-F238E27FC236}">
                <a16:creationId xmlns:a16="http://schemas.microsoft.com/office/drawing/2014/main" id="{94509C5F-5442-8748-BFCC-6E9CE56965CB}"/>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89475" name="Rectangle 38">
            <a:extLst>
              <a:ext uri="{FF2B5EF4-FFF2-40B4-BE49-F238E27FC236}">
                <a16:creationId xmlns:a16="http://schemas.microsoft.com/office/drawing/2014/main" id="{596CF790-F1AB-2F47-BC29-8ABCB12DDC8B}"/>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89476" name="Rectangle 39">
            <a:extLst>
              <a:ext uri="{FF2B5EF4-FFF2-40B4-BE49-F238E27FC236}">
                <a16:creationId xmlns:a16="http://schemas.microsoft.com/office/drawing/2014/main" id="{E2D1FBE4-E801-6342-BAAA-C8302CE716EF}"/>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89477" name="Rectangle 40">
            <a:extLst>
              <a:ext uri="{FF2B5EF4-FFF2-40B4-BE49-F238E27FC236}">
                <a16:creationId xmlns:a16="http://schemas.microsoft.com/office/drawing/2014/main" id="{0CB34483-20EE-0444-AE3E-4CA04BF348DD}"/>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89478" name="Group 41">
            <a:extLst>
              <a:ext uri="{FF2B5EF4-FFF2-40B4-BE49-F238E27FC236}">
                <a16:creationId xmlns:a16="http://schemas.microsoft.com/office/drawing/2014/main" id="{1A5750AE-C999-C343-A45A-118D1BCDC38B}"/>
              </a:ext>
            </a:extLst>
          </p:cNvPr>
          <p:cNvGrpSpPr>
            <a:grpSpLocks/>
          </p:cNvGrpSpPr>
          <p:nvPr/>
        </p:nvGrpSpPr>
        <p:grpSpPr bwMode="auto">
          <a:xfrm>
            <a:off x="1945482" y="2811066"/>
            <a:ext cx="98822" cy="52388"/>
            <a:chOff x="833" y="3024"/>
            <a:chExt cx="78" cy="51"/>
          </a:xfrm>
        </p:grpSpPr>
        <p:sp>
          <p:nvSpPr>
            <p:cNvPr id="189491" name="Rectangle 42">
              <a:extLst>
                <a:ext uri="{FF2B5EF4-FFF2-40B4-BE49-F238E27FC236}">
                  <a16:creationId xmlns:a16="http://schemas.microsoft.com/office/drawing/2014/main" id="{6271C2AB-00E5-964E-B8DF-831A493183B2}"/>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9492" name="Line 43">
              <a:extLst>
                <a:ext uri="{FF2B5EF4-FFF2-40B4-BE49-F238E27FC236}">
                  <a16:creationId xmlns:a16="http://schemas.microsoft.com/office/drawing/2014/main" id="{4D07C798-894E-B64B-B294-C642BC1B598B}"/>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93" name="Line 44">
              <a:extLst>
                <a:ext uri="{FF2B5EF4-FFF2-40B4-BE49-F238E27FC236}">
                  <a16:creationId xmlns:a16="http://schemas.microsoft.com/office/drawing/2014/main" id="{CE482594-5B7C-674C-80AB-B5A7CD7807A8}"/>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89479" name="Group 45">
            <a:extLst>
              <a:ext uri="{FF2B5EF4-FFF2-40B4-BE49-F238E27FC236}">
                <a16:creationId xmlns:a16="http://schemas.microsoft.com/office/drawing/2014/main" id="{1DE7D8C6-9A1F-EB4F-BEA9-7EFEC5BBF757}"/>
              </a:ext>
            </a:extLst>
          </p:cNvPr>
          <p:cNvGrpSpPr>
            <a:grpSpLocks/>
          </p:cNvGrpSpPr>
          <p:nvPr/>
        </p:nvGrpSpPr>
        <p:grpSpPr bwMode="auto">
          <a:xfrm>
            <a:off x="7846219" y="2818210"/>
            <a:ext cx="98822" cy="50006"/>
            <a:chOff x="5432" y="3030"/>
            <a:chExt cx="78" cy="51"/>
          </a:xfrm>
        </p:grpSpPr>
        <p:sp>
          <p:nvSpPr>
            <p:cNvPr id="189488" name="Rectangle 46">
              <a:extLst>
                <a:ext uri="{FF2B5EF4-FFF2-40B4-BE49-F238E27FC236}">
                  <a16:creationId xmlns:a16="http://schemas.microsoft.com/office/drawing/2014/main" id="{A86A3AF2-514B-5942-BBB9-EF2B61258775}"/>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9489" name="Line 47">
              <a:extLst>
                <a:ext uri="{FF2B5EF4-FFF2-40B4-BE49-F238E27FC236}">
                  <a16:creationId xmlns:a16="http://schemas.microsoft.com/office/drawing/2014/main" id="{FD69699E-B275-7C47-83FA-ECDA9228EBD6}"/>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90" name="Line 48">
              <a:extLst>
                <a:ext uri="{FF2B5EF4-FFF2-40B4-BE49-F238E27FC236}">
                  <a16:creationId xmlns:a16="http://schemas.microsoft.com/office/drawing/2014/main" id="{E2DCB29C-4F40-BA46-9D08-CBCFEF13DE6A}"/>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89480" name="Rectangle 69">
            <a:extLst>
              <a:ext uri="{FF2B5EF4-FFF2-40B4-BE49-F238E27FC236}">
                <a16:creationId xmlns:a16="http://schemas.microsoft.com/office/drawing/2014/main" id="{94B4802B-4B33-F741-870C-0E08AB2E4AE9}"/>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89481" name="Rectangle 71">
            <a:extLst>
              <a:ext uri="{FF2B5EF4-FFF2-40B4-BE49-F238E27FC236}">
                <a16:creationId xmlns:a16="http://schemas.microsoft.com/office/drawing/2014/main" id="{533C0AA7-21FD-004F-B19B-731B972218BE}"/>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89482" name="Rectangle 72">
            <a:extLst>
              <a:ext uri="{FF2B5EF4-FFF2-40B4-BE49-F238E27FC236}">
                <a16:creationId xmlns:a16="http://schemas.microsoft.com/office/drawing/2014/main" id="{8A25FD33-4120-C445-84E5-E78A76CD7A22}"/>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sp>
        <p:nvSpPr>
          <p:cNvPr id="189483" name="Text Box 74">
            <a:extLst>
              <a:ext uri="{FF2B5EF4-FFF2-40B4-BE49-F238E27FC236}">
                <a16:creationId xmlns:a16="http://schemas.microsoft.com/office/drawing/2014/main" id="{E75F8C8F-8A1C-F542-8033-0912CD8A9D93}"/>
              </a:ext>
            </a:extLst>
          </p:cNvPr>
          <p:cNvSpPr txBox="1">
            <a:spLocks noChangeArrowheads="1"/>
          </p:cNvSpPr>
          <p:nvPr/>
        </p:nvSpPr>
        <p:spPr bwMode="auto">
          <a:xfrm>
            <a:off x="1754982" y="3701654"/>
            <a:ext cx="6060281" cy="1130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110000"/>
              </a:lnSpc>
              <a:spcBef>
                <a:spcPct val="0"/>
              </a:spcBef>
              <a:buClrTx/>
              <a:buSzTx/>
              <a:buFontTx/>
              <a:buNone/>
            </a:pPr>
            <a:r>
              <a:rPr lang="zh-CN" altLang="en-US" sz="2100">
                <a:solidFill>
                  <a:srgbClr val="FF0000"/>
                </a:solidFill>
                <a:latin typeface="微软雅黑" panose="020B0503020204020204" pitchFamily="34" charset="-122"/>
                <a:ea typeface="宋体" panose="02010600030101010101" pitchFamily="2" charset="-122"/>
              </a:rPr>
              <a:t>首部检验和</a:t>
            </a:r>
            <a:r>
              <a:rPr lang="en-US" altLang="zh-CN" sz="2100">
                <a:solidFill>
                  <a:srgbClr val="FF0000"/>
                </a:solidFill>
                <a:latin typeface="微软雅黑" panose="020B0503020204020204" pitchFamily="34" charset="-122"/>
                <a:ea typeface="宋体" panose="02010600030101010101" pitchFamily="2" charset="-122"/>
              </a:rPr>
              <a:t>(16 </a:t>
            </a:r>
            <a:r>
              <a:rPr lang="zh-CN" altLang="en-US" sz="2100">
                <a:solidFill>
                  <a:srgbClr val="FF0000"/>
                </a:solidFill>
                <a:latin typeface="微软雅黑" panose="020B0503020204020204" pitchFamily="34" charset="-122"/>
                <a:ea typeface="宋体" panose="02010600030101010101" pitchFamily="2" charset="-122"/>
              </a:rPr>
              <a:t>位</a:t>
            </a:r>
            <a:r>
              <a:rPr lang="en-US" altLang="zh-CN" sz="2100">
                <a:solidFill>
                  <a:srgbClr val="FF0000"/>
                </a:solidFill>
                <a:latin typeface="微软雅黑" panose="020B0503020204020204" pitchFamily="34" charset="-122"/>
                <a:ea typeface="宋体" panose="02010600030101010101" pitchFamily="2" charset="-122"/>
              </a:rPr>
              <a:t>)</a:t>
            </a:r>
            <a:r>
              <a:rPr lang="zh-CN" altLang="en-US" sz="2100">
                <a:solidFill>
                  <a:srgbClr val="FF0000"/>
                </a:solidFill>
                <a:latin typeface="微软雅黑" panose="020B0503020204020204" pitchFamily="34" charset="-122"/>
                <a:ea typeface="宋体" panose="02010600030101010101" pitchFamily="2" charset="-122"/>
              </a:rPr>
              <a:t>字段</a:t>
            </a:r>
            <a:r>
              <a:rPr lang="zh-CN" altLang="en-US" sz="2100">
                <a:latin typeface="微软雅黑" panose="020B0503020204020204" pitchFamily="34" charset="-122"/>
                <a:ea typeface="宋体" panose="02010600030101010101" pitchFamily="2" charset="-122"/>
              </a:rPr>
              <a:t>只检验数据报的首部不检验数据部分。这里不采用</a:t>
            </a:r>
            <a:r>
              <a:rPr lang="zh-CN" altLang="en-US" sz="1350">
                <a:latin typeface="微软雅黑" panose="020B0503020204020204" pitchFamily="34" charset="-122"/>
                <a:ea typeface="宋体" panose="02010600030101010101" pitchFamily="2" charset="-122"/>
              </a:rPr>
              <a:t> </a:t>
            </a:r>
            <a:r>
              <a:rPr lang="en-US" altLang="zh-CN" sz="2100">
                <a:latin typeface="微软雅黑" panose="020B0503020204020204" pitchFamily="34" charset="-122"/>
                <a:ea typeface="宋体" panose="02010600030101010101" pitchFamily="2" charset="-122"/>
              </a:rPr>
              <a:t>CRC</a:t>
            </a:r>
            <a:r>
              <a:rPr lang="en-US" altLang="zh-CN" sz="1500">
                <a:latin typeface="微软雅黑" panose="020B0503020204020204" pitchFamily="34" charset="-122"/>
                <a:ea typeface="宋体" panose="02010600030101010101" pitchFamily="2" charset="-122"/>
              </a:rPr>
              <a:t> </a:t>
            </a:r>
            <a:r>
              <a:rPr lang="zh-CN" altLang="en-US" sz="2100">
                <a:latin typeface="微软雅黑" panose="020B0503020204020204" pitchFamily="34" charset="-122"/>
                <a:ea typeface="宋体" panose="02010600030101010101" pitchFamily="2" charset="-122"/>
              </a:rPr>
              <a:t>检验码而采用简单的计算方法。 </a:t>
            </a:r>
          </a:p>
        </p:txBody>
      </p:sp>
      <p:sp>
        <p:nvSpPr>
          <p:cNvPr id="189484" name="Rectangle 75">
            <a:extLst>
              <a:ext uri="{FF2B5EF4-FFF2-40B4-BE49-F238E27FC236}">
                <a16:creationId xmlns:a16="http://schemas.microsoft.com/office/drawing/2014/main" id="{66C99B8E-95BF-8347-A42D-A03F0E12F90C}"/>
              </a:ext>
            </a:extLst>
          </p:cNvPr>
          <p:cNvSpPr>
            <a:spLocks noChangeArrowheads="1"/>
          </p:cNvSpPr>
          <p:nvPr/>
        </p:nvSpPr>
        <p:spPr bwMode="auto">
          <a:xfrm>
            <a:off x="4955381" y="1678782"/>
            <a:ext cx="2930129" cy="365522"/>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9485" name="AutoShape 76">
            <a:extLst>
              <a:ext uri="{FF2B5EF4-FFF2-40B4-BE49-F238E27FC236}">
                <a16:creationId xmlns:a16="http://schemas.microsoft.com/office/drawing/2014/main" id="{275891F8-1302-EC41-B647-125FA3D9BE37}"/>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9486" name="Rectangle 78">
            <a:extLst>
              <a:ext uri="{FF2B5EF4-FFF2-40B4-BE49-F238E27FC236}">
                <a16:creationId xmlns:a16="http://schemas.microsoft.com/office/drawing/2014/main" id="{A852E62B-9C1B-4E4F-A7A9-DE86D5FBC90E}"/>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89487" name="幻灯片编号占位符 1">
            <a:extLst>
              <a:ext uri="{FF2B5EF4-FFF2-40B4-BE49-F238E27FC236}">
                <a16:creationId xmlns:a16="http://schemas.microsoft.com/office/drawing/2014/main" id="{DC1B26EA-D87A-5749-842B-84D2B3B3453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B349B4B-CF83-844F-A6DB-1DA81438836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180891233"/>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91489" name="Rectangle 66">
            <a:extLst>
              <a:ext uri="{FF2B5EF4-FFF2-40B4-BE49-F238E27FC236}">
                <a16:creationId xmlns:a16="http://schemas.microsoft.com/office/drawing/2014/main" id="{0E6C8538-7BCD-4841-8A66-115E93EF5EC1}"/>
              </a:ext>
            </a:extLst>
          </p:cNvPr>
          <p:cNvSpPr>
            <a:spLocks noChangeArrowheads="1"/>
          </p:cNvSpPr>
          <p:nvPr/>
        </p:nvSpPr>
        <p:spPr bwMode="auto">
          <a:xfrm>
            <a:off x="3820717" y="3515916"/>
            <a:ext cx="1316831" cy="653653"/>
          </a:xfrm>
          <a:prstGeom prst="rect">
            <a:avLst/>
          </a:prstGeom>
          <a:solidFill>
            <a:srgbClr val="FFCC66"/>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481284" name="Text Box 4">
            <a:extLst>
              <a:ext uri="{FF2B5EF4-FFF2-40B4-BE49-F238E27FC236}">
                <a16:creationId xmlns:a16="http://schemas.microsoft.com/office/drawing/2014/main" id="{20BEA17B-9E73-6D41-9777-E0A6E27C940F}"/>
              </a:ext>
            </a:extLst>
          </p:cNvPr>
          <p:cNvSpPr txBox="1">
            <a:spLocks noChangeArrowheads="1"/>
          </p:cNvSpPr>
          <p:nvPr/>
        </p:nvSpPr>
        <p:spPr bwMode="auto">
          <a:xfrm>
            <a:off x="1494235" y="141685"/>
            <a:ext cx="1727597" cy="323165"/>
          </a:xfrm>
          <a:prstGeom prst="rect">
            <a:avLst/>
          </a:prstGeom>
          <a:solidFill>
            <a:srgbClr val="99FF33"/>
          </a:solidFill>
          <a:ln w="9525">
            <a:solidFill>
              <a:schemeClr val="folHlink"/>
            </a:solidFill>
            <a:miter lim="800000"/>
            <a:headEnd/>
            <a:tailEnd/>
          </a:ln>
          <a:effectLst>
            <a:outerShdw blurRad="63500" dist="38099" dir="2700000" algn="ctr" rotWithShape="0">
              <a:schemeClr val="bg2">
                <a:alpha val="74997"/>
              </a:schemeClr>
            </a:outerShdw>
          </a:effec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发送端</a:t>
            </a:r>
          </a:p>
        </p:txBody>
      </p:sp>
      <p:sp>
        <p:nvSpPr>
          <p:cNvPr id="481285" name="Text Box 5">
            <a:extLst>
              <a:ext uri="{FF2B5EF4-FFF2-40B4-BE49-F238E27FC236}">
                <a16:creationId xmlns:a16="http://schemas.microsoft.com/office/drawing/2014/main" id="{1A02AC32-3F51-A240-A39F-06DE2F87E508}"/>
              </a:ext>
            </a:extLst>
          </p:cNvPr>
          <p:cNvSpPr txBox="1">
            <a:spLocks noChangeArrowheads="1"/>
          </p:cNvSpPr>
          <p:nvPr/>
        </p:nvSpPr>
        <p:spPr bwMode="auto">
          <a:xfrm>
            <a:off x="5651898" y="141685"/>
            <a:ext cx="1674019" cy="323165"/>
          </a:xfrm>
          <a:prstGeom prst="rect">
            <a:avLst/>
          </a:prstGeom>
          <a:solidFill>
            <a:srgbClr val="CCCCFF"/>
          </a:solidFill>
          <a:ln w="9525">
            <a:solidFill>
              <a:schemeClr val="folHlink"/>
            </a:solidFill>
            <a:miter lim="800000"/>
            <a:headEnd/>
            <a:tailEnd/>
          </a:ln>
          <a:effectLst>
            <a:outerShdw blurRad="63500" dist="38099" dir="2700000" algn="ctr" rotWithShape="0">
              <a:schemeClr val="bg2">
                <a:alpha val="74997"/>
              </a:schemeClr>
            </a:outerShdw>
          </a:effec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接收端</a:t>
            </a:r>
          </a:p>
        </p:txBody>
      </p:sp>
      <p:sp>
        <p:nvSpPr>
          <p:cNvPr id="191492" name="Rectangle 6">
            <a:extLst>
              <a:ext uri="{FF2B5EF4-FFF2-40B4-BE49-F238E27FC236}">
                <a16:creationId xmlns:a16="http://schemas.microsoft.com/office/drawing/2014/main" id="{AA226E4C-E3D0-6F45-B8CF-5300375C588E}"/>
              </a:ext>
            </a:extLst>
          </p:cNvPr>
          <p:cNvSpPr>
            <a:spLocks noChangeArrowheads="1"/>
          </p:cNvSpPr>
          <p:nvPr/>
        </p:nvSpPr>
        <p:spPr bwMode="auto">
          <a:xfrm>
            <a:off x="2205038" y="609601"/>
            <a:ext cx="1013222" cy="222647"/>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493" name="Text Box 7">
            <a:extLst>
              <a:ext uri="{FF2B5EF4-FFF2-40B4-BE49-F238E27FC236}">
                <a16:creationId xmlns:a16="http://schemas.microsoft.com/office/drawing/2014/main" id="{25EF58E5-5784-3B48-8398-BF9A4654D2C3}"/>
              </a:ext>
            </a:extLst>
          </p:cNvPr>
          <p:cNvSpPr txBox="1">
            <a:spLocks noChangeArrowheads="1"/>
          </p:cNvSpPr>
          <p:nvPr/>
        </p:nvSpPr>
        <p:spPr bwMode="auto">
          <a:xfrm>
            <a:off x="1688307" y="564357"/>
            <a:ext cx="54694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字 </a:t>
            </a:r>
            <a:r>
              <a:rPr kumimoji="1" lang="en-US" altLang="zh-CN" sz="1500">
                <a:latin typeface="微软雅黑" panose="020B0503020204020204" pitchFamily="34" charset="-122"/>
                <a:ea typeface="宋体" panose="02010600030101010101" pitchFamily="2" charset="-122"/>
              </a:rPr>
              <a:t>1</a:t>
            </a:r>
          </a:p>
        </p:txBody>
      </p:sp>
      <p:sp>
        <p:nvSpPr>
          <p:cNvPr id="191494" name="Rectangle 8">
            <a:extLst>
              <a:ext uri="{FF2B5EF4-FFF2-40B4-BE49-F238E27FC236}">
                <a16:creationId xmlns:a16="http://schemas.microsoft.com/office/drawing/2014/main" id="{2CF4DB19-438A-BE4F-99FC-02352C71D87B}"/>
              </a:ext>
            </a:extLst>
          </p:cNvPr>
          <p:cNvSpPr>
            <a:spLocks noChangeArrowheads="1"/>
          </p:cNvSpPr>
          <p:nvPr/>
        </p:nvSpPr>
        <p:spPr bwMode="auto">
          <a:xfrm>
            <a:off x="2205038" y="922735"/>
            <a:ext cx="1013222" cy="221456"/>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495" name="Text Box 9">
            <a:extLst>
              <a:ext uri="{FF2B5EF4-FFF2-40B4-BE49-F238E27FC236}">
                <a16:creationId xmlns:a16="http://schemas.microsoft.com/office/drawing/2014/main" id="{FECC7BB8-E8F5-504C-91D2-C4F7075EF610}"/>
              </a:ext>
            </a:extLst>
          </p:cNvPr>
          <p:cNvSpPr txBox="1">
            <a:spLocks noChangeArrowheads="1"/>
          </p:cNvSpPr>
          <p:nvPr/>
        </p:nvSpPr>
        <p:spPr bwMode="auto">
          <a:xfrm>
            <a:off x="1688307" y="876300"/>
            <a:ext cx="54694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字 </a:t>
            </a:r>
            <a:r>
              <a:rPr kumimoji="1" lang="en-US" altLang="zh-CN" sz="1500">
                <a:latin typeface="微软雅黑" panose="020B0503020204020204" pitchFamily="34" charset="-122"/>
                <a:ea typeface="宋体" panose="02010600030101010101" pitchFamily="2" charset="-122"/>
              </a:rPr>
              <a:t>2</a:t>
            </a:r>
          </a:p>
        </p:txBody>
      </p:sp>
      <p:grpSp>
        <p:nvGrpSpPr>
          <p:cNvPr id="481347" name="Group 67">
            <a:extLst>
              <a:ext uri="{FF2B5EF4-FFF2-40B4-BE49-F238E27FC236}">
                <a16:creationId xmlns:a16="http://schemas.microsoft.com/office/drawing/2014/main" id="{377984B6-A3D1-114F-B3FD-33BCA8C0FA4E}"/>
              </a:ext>
            </a:extLst>
          </p:cNvPr>
          <p:cNvGrpSpPr>
            <a:grpSpLocks/>
          </p:cNvGrpSpPr>
          <p:nvPr/>
        </p:nvGrpSpPr>
        <p:grpSpPr bwMode="auto">
          <a:xfrm>
            <a:off x="1494235" y="1322786"/>
            <a:ext cx="1724025" cy="322659"/>
            <a:chOff x="295" y="1111"/>
            <a:chExt cx="1448" cy="271"/>
          </a:xfrm>
        </p:grpSpPr>
        <p:sp>
          <p:nvSpPr>
            <p:cNvPr id="191560" name="Rectangle 10">
              <a:extLst>
                <a:ext uri="{FF2B5EF4-FFF2-40B4-BE49-F238E27FC236}">
                  <a16:creationId xmlns:a16="http://schemas.microsoft.com/office/drawing/2014/main" id="{BA142C7D-207A-3048-B1D9-4F617EB710B4}"/>
                </a:ext>
              </a:extLst>
            </p:cNvPr>
            <p:cNvSpPr>
              <a:spLocks noChangeArrowheads="1"/>
            </p:cNvSpPr>
            <p:nvPr/>
          </p:nvSpPr>
          <p:spPr bwMode="auto">
            <a:xfrm>
              <a:off x="892" y="1158"/>
              <a:ext cx="851" cy="186"/>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置为全 </a:t>
              </a:r>
              <a:r>
                <a:rPr kumimoji="1" lang="en-US" altLang="zh-CN" sz="1500">
                  <a:latin typeface="微软雅黑" panose="020B0503020204020204" pitchFamily="34" charset="-122"/>
                  <a:ea typeface="宋体" panose="02010600030101010101" pitchFamily="2" charset="-122"/>
                </a:rPr>
                <a:t>0</a:t>
              </a:r>
            </a:p>
          </p:txBody>
        </p:sp>
        <p:sp>
          <p:nvSpPr>
            <p:cNvPr id="191561" name="Text Box 11">
              <a:extLst>
                <a:ext uri="{FF2B5EF4-FFF2-40B4-BE49-F238E27FC236}">
                  <a16:creationId xmlns:a16="http://schemas.microsoft.com/office/drawing/2014/main" id="{AC9D0AA2-BA2E-654F-85AD-23B37FF64414}"/>
                </a:ext>
              </a:extLst>
            </p:cNvPr>
            <p:cNvSpPr txBox="1">
              <a:spLocks noChangeArrowheads="1"/>
            </p:cNvSpPr>
            <p:nvPr/>
          </p:nvSpPr>
          <p:spPr bwMode="auto">
            <a:xfrm>
              <a:off x="295" y="1111"/>
              <a:ext cx="64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检验和</a:t>
              </a:r>
            </a:p>
          </p:txBody>
        </p:sp>
      </p:grpSp>
      <p:sp>
        <p:nvSpPr>
          <p:cNvPr id="191497" name="Rectangle 12">
            <a:extLst>
              <a:ext uri="{FF2B5EF4-FFF2-40B4-BE49-F238E27FC236}">
                <a16:creationId xmlns:a16="http://schemas.microsoft.com/office/drawing/2014/main" id="{3F554E35-F799-8F42-BB86-3A522EA129E9}"/>
              </a:ext>
            </a:extLst>
          </p:cNvPr>
          <p:cNvSpPr>
            <a:spLocks noChangeArrowheads="1"/>
          </p:cNvSpPr>
          <p:nvPr/>
        </p:nvSpPr>
        <p:spPr bwMode="auto">
          <a:xfrm>
            <a:off x="2205038" y="1834753"/>
            <a:ext cx="1013222" cy="222647"/>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498" name="Text Box 13">
            <a:extLst>
              <a:ext uri="{FF2B5EF4-FFF2-40B4-BE49-F238E27FC236}">
                <a16:creationId xmlns:a16="http://schemas.microsoft.com/office/drawing/2014/main" id="{37E0678A-2EF5-3646-9BEB-A12D6FCEA43E}"/>
              </a:ext>
            </a:extLst>
          </p:cNvPr>
          <p:cNvSpPr txBox="1">
            <a:spLocks noChangeArrowheads="1"/>
          </p:cNvSpPr>
          <p:nvPr/>
        </p:nvSpPr>
        <p:spPr bwMode="auto">
          <a:xfrm>
            <a:off x="1688307" y="1789510"/>
            <a:ext cx="55335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字 </a:t>
            </a:r>
            <a:r>
              <a:rPr kumimoji="1" lang="en-US" altLang="zh-CN" sz="1500">
                <a:latin typeface="微软雅黑" panose="020B0503020204020204" pitchFamily="34" charset="-122"/>
                <a:ea typeface="宋体" panose="02010600030101010101" pitchFamily="2" charset="-122"/>
              </a:rPr>
              <a:t>n</a:t>
            </a:r>
          </a:p>
        </p:txBody>
      </p:sp>
      <p:grpSp>
        <p:nvGrpSpPr>
          <p:cNvPr id="481348" name="Group 68">
            <a:extLst>
              <a:ext uri="{FF2B5EF4-FFF2-40B4-BE49-F238E27FC236}">
                <a16:creationId xmlns:a16="http://schemas.microsoft.com/office/drawing/2014/main" id="{DD18B791-FF58-6E43-9922-8E1371E15606}"/>
              </a:ext>
            </a:extLst>
          </p:cNvPr>
          <p:cNvGrpSpPr>
            <a:grpSpLocks/>
          </p:cNvGrpSpPr>
          <p:nvPr/>
        </p:nvGrpSpPr>
        <p:grpSpPr bwMode="auto">
          <a:xfrm>
            <a:off x="1340644" y="2232425"/>
            <a:ext cx="1877616" cy="553642"/>
            <a:chOff x="166" y="1875"/>
            <a:chExt cx="1577" cy="465"/>
          </a:xfrm>
        </p:grpSpPr>
        <p:sp>
          <p:nvSpPr>
            <p:cNvPr id="191558" name="Rectangle 14">
              <a:extLst>
                <a:ext uri="{FF2B5EF4-FFF2-40B4-BE49-F238E27FC236}">
                  <a16:creationId xmlns:a16="http://schemas.microsoft.com/office/drawing/2014/main" id="{94AD1D7D-6483-964D-9D8C-4F265C2E1DA1}"/>
                </a:ext>
              </a:extLst>
            </p:cNvPr>
            <p:cNvSpPr>
              <a:spLocks noChangeArrowheads="1"/>
            </p:cNvSpPr>
            <p:nvPr/>
          </p:nvSpPr>
          <p:spPr bwMode="auto">
            <a:xfrm>
              <a:off x="892" y="2000"/>
              <a:ext cx="851" cy="188"/>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559" name="Text Box 15">
              <a:extLst>
                <a:ext uri="{FF2B5EF4-FFF2-40B4-BE49-F238E27FC236}">
                  <a16:creationId xmlns:a16="http://schemas.microsoft.com/office/drawing/2014/main" id="{F5AC82CA-70D8-AC41-B241-BD6EDF223858}"/>
                </a:ext>
              </a:extLst>
            </p:cNvPr>
            <p:cNvSpPr txBox="1">
              <a:spLocks noChangeArrowheads="1"/>
            </p:cNvSpPr>
            <p:nvPr/>
          </p:nvSpPr>
          <p:spPr bwMode="auto">
            <a:xfrm>
              <a:off x="166" y="1875"/>
              <a:ext cx="801"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反码算术</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运算求和</a:t>
              </a:r>
            </a:p>
          </p:txBody>
        </p:sp>
      </p:grpSp>
      <p:sp>
        <p:nvSpPr>
          <p:cNvPr id="191500" name="Text Box 19">
            <a:extLst>
              <a:ext uri="{FF2B5EF4-FFF2-40B4-BE49-F238E27FC236}">
                <a16:creationId xmlns:a16="http://schemas.microsoft.com/office/drawing/2014/main" id="{21B8E755-AEA7-AC41-8C08-3FDB3E3E45EB}"/>
              </a:ext>
            </a:extLst>
          </p:cNvPr>
          <p:cNvSpPr txBox="1">
            <a:spLocks noChangeArrowheads="1"/>
          </p:cNvSpPr>
          <p:nvPr/>
        </p:nvSpPr>
        <p:spPr bwMode="auto">
          <a:xfrm>
            <a:off x="2470547" y="1083469"/>
            <a:ext cx="377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a:t>
            </a:r>
            <a:endParaRPr kumimoji="1" lang="en-US" altLang="zh-CN" sz="1500" b="1">
              <a:latin typeface="微软雅黑" panose="020B0503020204020204" pitchFamily="34" charset="-122"/>
              <a:ea typeface="宋体" panose="02010600030101010101" pitchFamily="2" charset="-122"/>
            </a:endParaRPr>
          </a:p>
        </p:txBody>
      </p:sp>
      <p:sp>
        <p:nvSpPr>
          <p:cNvPr id="191501" name="Text Box 20">
            <a:extLst>
              <a:ext uri="{FF2B5EF4-FFF2-40B4-BE49-F238E27FC236}">
                <a16:creationId xmlns:a16="http://schemas.microsoft.com/office/drawing/2014/main" id="{E8C0056B-1511-3F4A-B6F8-3956CECAD873}"/>
              </a:ext>
            </a:extLst>
          </p:cNvPr>
          <p:cNvSpPr txBox="1">
            <a:spLocks noChangeArrowheads="1"/>
          </p:cNvSpPr>
          <p:nvPr/>
        </p:nvSpPr>
        <p:spPr bwMode="auto">
          <a:xfrm>
            <a:off x="2458641" y="1526382"/>
            <a:ext cx="377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a:t>
            </a:r>
            <a:endParaRPr kumimoji="1" lang="en-US" altLang="zh-CN" sz="1500" b="1">
              <a:latin typeface="微软雅黑" panose="020B0503020204020204" pitchFamily="34" charset="-122"/>
              <a:ea typeface="宋体" panose="02010600030101010101" pitchFamily="2" charset="-122"/>
            </a:endParaRPr>
          </a:p>
        </p:txBody>
      </p:sp>
      <p:sp>
        <p:nvSpPr>
          <p:cNvPr id="191502" name="Line 21">
            <a:extLst>
              <a:ext uri="{FF2B5EF4-FFF2-40B4-BE49-F238E27FC236}">
                <a16:creationId xmlns:a16="http://schemas.microsoft.com/office/drawing/2014/main" id="{4EAF4191-0D2A-3144-BD67-F68126668900}"/>
              </a:ext>
            </a:extLst>
          </p:cNvPr>
          <p:cNvSpPr>
            <a:spLocks noChangeShapeType="1"/>
          </p:cNvSpPr>
          <p:nvPr/>
        </p:nvSpPr>
        <p:spPr bwMode="auto">
          <a:xfrm>
            <a:off x="1560910" y="2159794"/>
            <a:ext cx="2027634"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81349" name="Group 69">
            <a:extLst>
              <a:ext uri="{FF2B5EF4-FFF2-40B4-BE49-F238E27FC236}">
                <a16:creationId xmlns:a16="http://schemas.microsoft.com/office/drawing/2014/main" id="{4DD24ACC-0324-904C-A0BF-A52D5CB27357}"/>
              </a:ext>
            </a:extLst>
          </p:cNvPr>
          <p:cNvGrpSpPr>
            <a:grpSpLocks/>
          </p:cNvGrpSpPr>
          <p:nvPr/>
        </p:nvGrpSpPr>
        <p:grpSpPr bwMode="auto">
          <a:xfrm>
            <a:off x="2053829" y="2682478"/>
            <a:ext cx="762000" cy="376238"/>
            <a:chOff x="765" y="2253"/>
            <a:chExt cx="640" cy="316"/>
          </a:xfrm>
        </p:grpSpPr>
        <p:sp>
          <p:nvSpPr>
            <p:cNvPr id="191556" name="AutoShape 18">
              <a:extLst>
                <a:ext uri="{FF2B5EF4-FFF2-40B4-BE49-F238E27FC236}">
                  <a16:creationId xmlns:a16="http://schemas.microsoft.com/office/drawing/2014/main" id="{FEE574BE-E9F1-9547-8ACA-63769878E66E}"/>
                </a:ext>
              </a:extLst>
            </p:cNvPr>
            <p:cNvSpPr>
              <a:spLocks noChangeArrowheads="1"/>
            </p:cNvSpPr>
            <p:nvPr/>
          </p:nvSpPr>
          <p:spPr bwMode="auto">
            <a:xfrm>
              <a:off x="1293" y="2253"/>
              <a:ext cx="101" cy="316"/>
            </a:xfrm>
            <a:prstGeom prst="downArrow">
              <a:avLst>
                <a:gd name="adj1" fmla="val 50000"/>
                <a:gd name="adj2" fmla="val 78218"/>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1557" name="Text Box 22">
              <a:extLst>
                <a:ext uri="{FF2B5EF4-FFF2-40B4-BE49-F238E27FC236}">
                  <a16:creationId xmlns:a16="http://schemas.microsoft.com/office/drawing/2014/main" id="{98D5FA0D-2118-104F-B2E6-C242931D3448}"/>
                </a:ext>
              </a:extLst>
            </p:cNvPr>
            <p:cNvSpPr txBox="1">
              <a:spLocks noChangeArrowheads="1"/>
            </p:cNvSpPr>
            <p:nvPr/>
          </p:nvSpPr>
          <p:spPr bwMode="auto">
            <a:xfrm>
              <a:off x="765" y="2264"/>
              <a:ext cx="64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取反码</a:t>
              </a:r>
            </a:p>
          </p:txBody>
        </p:sp>
      </p:grpSp>
      <p:sp>
        <p:nvSpPr>
          <p:cNvPr id="191504" name="AutoShape 23">
            <a:extLst>
              <a:ext uri="{FF2B5EF4-FFF2-40B4-BE49-F238E27FC236}">
                <a16:creationId xmlns:a16="http://schemas.microsoft.com/office/drawing/2014/main" id="{2BFAA8AD-3277-4A48-B15F-E0C9FB02583C}"/>
              </a:ext>
            </a:extLst>
          </p:cNvPr>
          <p:cNvSpPr>
            <a:spLocks/>
          </p:cNvSpPr>
          <p:nvPr/>
        </p:nvSpPr>
        <p:spPr bwMode="auto">
          <a:xfrm>
            <a:off x="1440656" y="620317"/>
            <a:ext cx="120254" cy="1448990"/>
          </a:xfrm>
          <a:prstGeom prst="leftBrace">
            <a:avLst>
              <a:gd name="adj1" fmla="val 10041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1505" name="Text Box 24">
            <a:extLst>
              <a:ext uri="{FF2B5EF4-FFF2-40B4-BE49-F238E27FC236}">
                <a16:creationId xmlns:a16="http://schemas.microsoft.com/office/drawing/2014/main" id="{24026958-4BD6-D94C-A443-9C4DB8325C35}"/>
              </a:ext>
            </a:extLst>
          </p:cNvPr>
          <p:cNvSpPr txBox="1">
            <a:spLocks noChangeArrowheads="1"/>
          </p:cNvSpPr>
          <p:nvPr/>
        </p:nvSpPr>
        <p:spPr bwMode="auto">
          <a:xfrm>
            <a:off x="1143000" y="766763"/>
            <a:ext cx="377026" cy="12464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数</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据</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报</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91506" name="Rectangle 25">
            <a:extLst>
              <a:ext uri="{FF2B5EF4-FFF2-40B4-BE49-F238E27FC236}">
                <a16:creationId xmlns:a16="http://schemas.microsoft.com/office/drawing/2014/main" id="{F8D24D09-4895-9041-81C7-B5F207CDDEF6}"/>
              </a:ext>
            </a:extLst>
          </p:cNvPr>
          <p:cNvSpPr>
            <a:spLocks noChangeArrowheads="1"/>
          </p:cNvSpPr>
          <p:nvPr/>
        </p:nvSpPr>
        <p:spPr bwMode="auto">
          <a:xfrm>
            <a:off x="3826669" y="2950369"/>
            <a:ext cx="1310879" cy="557213"/>
          </a:xfrm>
          <a:prstGeom prst="rect">
            <a:avLst/>
          </a:prstGeom>
          <a:solidFill>
            <a:srgbClr val="CCECFF"/>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1507" name="Rectangle 26">
            <a:extLst>
              <a:ext uri="{FF2B5EF4-FFF2-40B4-BE49-F238E27FC236}">
                <a16:creationId xmlns:a16="http://schemas.microsoft.com/office/drawing/2014/main" id="{F3237BC2-BAAE-3E48-99CC-EBBF500EB402}"/>
              </a:ext>
            </a:extLst>
          </p:cNvPr>
          <p:cNvSpPr>
            <a:spLocks noChangeArrowheads="1"/>
          </p:cNvSpPr>
          <p:nvPr/>
        </p:nvSpPr>
        <p:spPr bwMode="auto">
          <a:xfrm>
            <a:off x="4489847" y="3180160"/>
            <a:ext cx="641747" cy="101203"/>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1508" name="Text Box 27">
            <a:extLst>
              <a:ext uri="{FF2B5EF4-FFF2-40B4-BE49-F238E27FC236}">
                <a16:creationId xmlns:a16="http://schemas.microsoft.com/office/drawing/2014/main" id="{3C702C08-2FBE-994A-B622-3CD2E28AE376}"/>
              </a:ext>
            </a:extLst>
          </p:cNvPr>
          <p:cNvSpPr txBox="1">
            <a:spLocks noChangeArrowheads="1"/>
          </p:cNvSpPr>
          <p:nvPr/>
        </p:nvSpPr>
        <p:spPr bwMode="auto">
          <a:xfrm>
            <a:off x="4074319" y="2661048"/>
            <a:ext cx="99257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IP </a:t>
            </a:r>
            <a:r>
              <a:rPr kumimoji="1" lang="zh-CN" altLang="en-US" sz="1500">
                <a:latin typeface="微软雅黑" panose="020B0503020204020204" pitchFamily="34" charset="-122"/>
                <a:ea typeface="宋体" panose="02010600030101010101" pitchFamily="2" charset="-122"/>
              </a:rPr>
              <a:t>数据报</a:t>
            </a:r>
          </a:p>
        </p:txBody>
      </p:sp>
      <p:sp>
        <p:nvSpPr>
          <p:cNvPr id="191509" name="Line 28">
            <a:extLst>
              <a:ext uri="{FF2B5EF4-FFF2-40B4-BE49-F238E27FC236}">
                <a16:creationId xmlns:a16="http://schemas.microsoft.com/office/drawing/2014/main" id="{FCE8538A-38D2-C44C-B3B8-09B39EBC743A}"/>
              </a:ext>
            </a:extLst>
          </p:cNvPr>
          <p:cNvSpPr>
            <a:spLocks noChangeShapeType="1"/>
          </p:cNvSpPr>
          <p:nvPr/>
        </p:nvSpPr>
        <p:spPr bwMode="auto">
          <a:xfrm>
            <a:off x="3826669" y="3061097"/>
            <a:ext cx="13108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0" name="Line 29">
            <a:extLst>
              <a:ext uri="{FF2B5EF4-FFF2-40B4-BE49-F238E27FC236}">
                <a16:creationId xmlns:a16="http://schemas.microsoft.com/office/drawing/2014/main" id="{FF52ABD0-4D49-A74E-B8D3-E8B4C7CEDBA5}"/>
              </a:ext>
            </a:extLst>
          </p:cNvPr>
          <p:cNvSpPr>
            <a:spLocks noChangeShapeType="1"/>
          </p:cNvSpPr>
          <p:nvPr/>
        </p:nvSpPr>
        <p:spPr bwMode="auto">
          <a:xfrm>
            <a:off x="3826669" y="3174206"/>
            <a:ext cx="13108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1" name="Line 30">
            <a:extLst>
              <a:ext uri="{FF2B5EF4-FFF2-40B4-BE49-F238E27FC236}">
                <a16:creationId xmlns:a16="http://schemas.microsoft.com/office/drawing/2014/main" id="{A0400961-A1F0-0342-A5EF-3B112FDB2BFC}"/>
              </a:ext>
            </a:extLst>
          </p:cNvPr>
          <p:cNvSpPr>
            <a:spLocks noChangeShapeType="1"/>
          </p:cNvSpPr>
          <p:nvPr/>
        </p:nvSpPr>
        <p:spPr bwMode="auto">
          <a:xfrm>
            <a:off x="3826669" y="3284935"/>
            <a:ext cx="13108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2" name="Line 31">
            <a:extLst>
              <a:ext uri="{FF2B5EF4-FFF2-40B4-BE49-F238E27FC236}">
                <a16:creationId xmlns:a16="http://schemas.microsoft.com/office/drawing/2014/main" id="{2B224217-438C-774D-B010-9393D6CB6B53}"/>
              </a:ext>
            </a:extLst>
          </p:cNvPr>
          <p:cNvSpPr>
            <a:spLocks noChangeShapeType="1"/>
          </p:cNvSpPr>
          <p:nvPr/>
        </p:nvSpPr>
        <p:spPr bwMode="auto">
          <a:xfrm>
            <a:off x="3826669" y="3395663"/>
            <a:ext cx="13108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3" name="Line 32">
            <a:extLst>
              <a:ext uri="{FF2B5EF4-FFF2-40B4-BE49-F238E27FC236}">
                <a16:creationId xmlns:a16="http://schemas.microsoft.com/office/drawing/2014/main" id="{EC3DBF5F-B921-8F4F-BE47-8C66DDCCDE3B}"/>
              </a:ext>
            </a:extLst>
          </p:cNvPr>
          <p:cNvSpPr>
            <a:spLocks noChangeShapeType="1"/>
          </p:cNvSpPr>
          <p:nvPr/>
        </p:nvSpPr>
        <p:spPr bwMode="auto">
          <a:xfrm>
            <a:off x="3826669" y="3507581"/>
            <a:ext cx="13108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4" name="Line 33">
            <a:extLst>
              <a:ext uri="{FF2B5EF4-FFF2-40B4-BE49-F238E27FC236}">
                <a16:creationId xmlns:a16="http://schemas.microsoft.com/office/drawing/2014/main" id="{6CAD6A91-FEAB-D647-8B90-A902B4A48E8F}"/>
              </a:ext>
            </a:extLst>
          </p:cNvPr>
          <p:cNvSpPr>
            <a:spLocks noChangeShapeType="1"/>
          </p:cNvSpPr>
          <p:nvPr/>
        </p:nvSpPr>
        <p:spPr bwMode="auto">
          <a:xfrm>
            <a:off x="4482704" y="2950369"/>
            <a:ext cx="0" cy="3345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5" name="Line 34">
            <a:extLst>
              <a:ext uri="{FF2B5EF4-FFF2-40B4-BE49-F238E27FC236}">
                <a16:creationId xmlns:a16="http://schemas.microsoft.com/office/drawing/2014/main" id="{A4B2FCEE-97EA-754A-AA21-8DCD78E59ECC}"/>
              </a:ext>
            </a:extLst>
          </p:cNvPr>
          <p:cNvSpPr>
            <a:spLocks noChangeShapeType="1"/>
          </p:cNvSpPr>
          <p:nvPr/>
        </p:nvSpPr>
        <p:spPr bwMode="auto">
          <a:xfrm>
            <a:off x="4183856" y="3174206"/>
            <a:ext cx="0" cy="11072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6" name="Line 35">
            <a:extLst>
              <a:ext uri="{FF2B5EF4-FFF2-40B4-BE49-F238E27FC236}">
                <a16:creationId xmlns:a16="http://schemas.microsoft.com/office/drawing/2014/main" id="{7D932B6C-83CA-894D-B314-A38B16CAEF03}"/>
              </a:ext>
            </a:extLst>
          </p:cNvPr>
          <p:cNvSpPr>
            <a:spLocks noChangeShapeType="1"/>
          </p:cNvSpPr>
          <p:nvPr/>
        </p:nvSpPr>
        <p:spPr bwMode="auto">
          <a:xfrm>
            <a:off x="4183856" y="2950369"/>
            <a:ext cx="0" cy="11072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7" name="Line 36">
            <a:extLst>
              <a:ext uri="{FF2B5EF4-FFF2-40B4-BE49-F238E27FC236}">
                <a16:creationId xmlns:a16="http://schemas.microsoft.com/office/drawing/2014/main" id="{5FF14BE5-C78F-5C42-AC20-FBB4B9F18BB6}"/>
              </a:ext>
            </a:extLst>
          </p:cNvPr>
          <p:cNvSpPr>
            <a:spLocks noChangeShapeType="1"/>
          </p:cNvSpPr>
          <p:nvPr/>
        </p:nvSpPr>
        <p:spPr bwMode="auto">
          <a:xfrm>
            <a:off x="4006454" y="2950369"/>
            <a:ext cx="0" cy="11072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8" name="Line 37">
            <a:extLst>
              <a:ext uri="{FF2B5EF4-FFF2-40B4-BE49-F238E27FC236}">
                <a16:creationId xmlns:a16="http://schemas.microsoft.com/office/drawing/2014/main" id="{38D248C4-CE51-C044-9830-B1BCC3751CAD}"/>
              </a:ext>
            </a:extLst>
          </p:cNvPr>
          <p:cNvSpPr>
            <a:spLocks noChangeShapeType="1"/>
          </p:cNvSpPr>
          <p:nvPr/>
        </p:nvSpPr>
        <p:spPr bwMode="auto">
          <a:xfrm>
            <a:off x="4582716" y="3061097"/>
            <a:ext cx="0" cy="11310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9" name="Line 38">
            <a:extLst>
              <a:ext uri="{FF2B5EF4-FFF2-40B4-BE49-F238E27FC236}">
                <a16:creationId xmlns:a16="http://schemas.microsoft.com/office/drawing/2014/main" id="{3648F5FD-BB24-9445-A450-1070AD768ED6}"/>
              </a:ext>
            </a:extLst>
          </p:cNvPr>
          <p:cNvSpPr>
            <a:spLocks noChangeShapeType="1"/>
          </p:cNvSpPr>
          <p:nvPr/>
        </p:nvSpPr>
        <p:spPr bwMode="auto">
          <a:xfrm>
            <a:off x="4780360" y="3395663"/>
            <a:ext cx="0" cy="11191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81351" name="Group 71">
            <a:extLst>
              <a:ext uri="{FF2B5EF4-FFF2-40B4-BE49-F238E27FC236}">
                <a16:creationId xmlns:a16="http://schemas.microsoft.com/office/drawing/2014/main" id="{B629E453-46DE-D84E-BFFB-2F5130B0FA4E}"/>
              </a:ext>
            </a:extLst>
          </p:cNvPr>
          <p:cNvGrpSpPr>
            <a:grpSpLocks/>
          </p:cNvGrpSpPr>
          <p:nvPr/>
        </p:nvGrpSpPr>
        <p:grpSpPr bwMode="auto">
          <a:xfrm>
            <a:off x="1524000" y="3064673"/>
            <a:ext cx="1694260" cy="322660"/>
            <a:chOff x="320" y="2574"/>
            <a:chExt cx="1423" cy="271"/>
          </a:xfrm>
        </p:grpSpPr>
        <p:sp>
          <p:nvSpPr>
            <p:cNvPr id="191554" name="Rectangle 16">
              <a:extLst>
                <a:ext uri="{FF2B5EF4-FFF2-40B4-BE49-F238E27FC236}">
                  <a16:creationId xmlns:a16="http://schemas.microsoft.com/office/drawing/2014/main" id="{8042BF0B-379D-C04B-B918-A321D45CD2D1}"/>
                </a:ext>
              </a:extLst>
            </p:cNvPr>
            <p:cNvSpPr>
              <a:spLocks noChangeArrowheads="1"/>
            </p:cNvSpPr>
            <p:nvPr/>
          </p:nvSpPr>
          <p:spPr bwMode="auto">
            <a:xfrm>
              <a:off x="892" y="2619"/>
              <a:ext cx="851" cy="186"/>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555" name="Text Box 17">
              <a:extLst>
                <a:ext uri="{FF2B5EF4-FFF2-40B4-BE49-F238E27FC236}">
                  <a16:creationId xmlns:a16="http://schemas.microsoft.com/office/drawing/2014/main" id="{E1C7FB1B-C093-CE46-8108-7ED69ED8F95F}"/>
                </a:ext>
              </a:extLst>
            </p:cNvPr>
            <p:cNvSpPr txBox="1">
              <a:spLocks noChangeArrowheads="1"/>
            </p:cNvSpPr>
            <p:nvPr/>
          </p:nvSpPr>
          <p:spPr bwMode="auto">
            <a:xfrm>
              <a:off x="320" y="2574"/>
              <a:ext cx="64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检验和</a:t>
              </a:r>
            </a:p>
          </p:txBody>
        </p:sp>
      </p:grpSp>
      <p:sp>
        <p:nvSpPr>
          <p:cNvPr id="481319" name="Line 39">
            <a:extLst>
              <a:ext uri="{FF2B5EF4-FFF2-40B4-BE49-F238E27FC236}">
                <a16:creationId xmlns:a16="http://schemas.microsoft.com/office/drawing/2014/main" id="{94F5738E-B349-2E46-B30D-35B49E166470}"/>
              </a:ext>
            </a:extLst>
          </p:cNvPr>
          <p:cNvSpPr>
            <a:spLocks noChangeShapeType="1"/>
          </p:cNvSpPr>
          <p:nvPr/>
        </p:nvSpPr>
        <p:spPr bwMode="auto">
          <a:xfrm>
            <a:off x="3231357" y="3238500"/>
            <a:ext cx="1608535" cy="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91522" name="Rectangle 40">
            <a:extLst>
              <a:ext uri="{FF2B5EF4-FFF2-40B4-BE49-F238E27FC236}">
                <a16:creationId xmlns:a16="http://schemas.microsoft.com/office/drawing/2014/main" id="{043AB7F0-30F2-0845-8753-43D3AC311FE6}"/>
              </a:ext>
            </a:extLst>
          </p:cNvPr>
          <p:cNvSpPr>
            <a:spLocks noChangeArrowheads="1"/>
          </p:cNvSpPr>
          <p:nvPr/>
        </p:nvSpPr>
        <p:spPr bwMode="auto">
          <a:xfrm>
            <a:off x="6301978" y="609601"/>
            <a:ext cx="1013222" cy="222647"/>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523" name="Text Box 41">
            <a:extLst>
              <a:ext uri="{FF2B5EF4-FFF2-40B4-BE49-F238E27FC236}">
                <a16:creationId xmlns:a16="http://schemas.microsoft.com/office/drawing/2014/main" id="{54F6F2EC-0FCC-1744-8697-184853065174}"/>
              </a:ext>
            </a:extLst>
          </p:cNvPr>
          <p:cNvSpPr txBox="1">
            <a:spLocks noChangeArrowheads="1"/>
          </p:cNvSpPr>
          <p:nvPr/>
        </p:nvSpPr>
        <p:spPr bwMode="auto">
          <a:xfrm>
            <a:off x="5784057" y="564357"/>
            <a:ext cx="54694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字 </a:t>
            </a:r>
            <a:r>
              <a:rPr kumimoji="1" lang="en-US" altLang="zh-CN" sz="1500">
                <a:latin typeface="微软雅黑" panose="020B0503020204020204" pitchFamily="34" charset="-122"/>
                <a:ea typeface="宋体" panose="02010600030101010101" pitchFamily="2" charset="-122"/>
              </a:rPr>
              <a:t>1</a:t>
            </a:r>
          </a:p>
        </p:txBody>
      </p:sp>
      <p:sp>
        <p:nvSpPr>
          <p:cNvPr id="191524" name="Rectangle 42">
            <a:extLst>
              <a:ext uri="{FF2B5EF4-FFF2-40B4-BE49-F238E27FC236}">
                <a16:creationId xmlns:a16="http://schemas.microsoft.com/office/drawing/2014/main" id="{1A8B0A71-29EB-E349-BC2A-392326D94E20}"/>
              </a:ext>
            </a:extLst>
          </p:cNvPr>
          <p:cNvSpPr>
            <a:spLocks noChangeArrowheads="1"/>
          </p:cNvSpPr>
          <p:nvPr/>
        </p:nvSpPr>
        <p:spPr bwMode="auto">
          <a:xfrm>
            <a:off x="6301978" y="922735"/>
            <a:ext cx="1013222" cy="221456"/>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525" name="Text Box 43">
            <a:extLst>
              <a:ext uri="{FF2B5EF4-FFF2-40B4-BE49-F238E27FC236}">
                <a16:creationId xmlns:a16="http://schemas.microsoft.com/office/drawing/2014/main" id="{9D70F7D4-913E-2C49-A4AC-E1F25EE0C265}"/>
              </a:ext>
            </a:extLst>
          </p:cNvPr>
          <p:cNvSpPr txBox="1">
            <a:spLocks noChangeArrowheads="1"/>
          </p:cNvSpPr>
          <p:nvPr/>
        </p:nvSpPr>
        <p:spPr bwMode="auto">
          <a:xfrm>
            <a:off x="5784057" y="876300"/>
            <a:ext cx="54694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字 </a:t>
            </a:r>
            <a:r>
              <a:rPr kumimoji="1" lang="en-US" altLang="zh-CN" sz="1500">
                <a:latin typeface="微软雅黑" panose="020B0503020204020204" pitchFamily="34" charset="-122"/>
                <a:ea typeface="宋体" panose="02010600030101010101" pitchFamily="2" charset="-122"/>
              </a:rPr>
              <a:t>2</a:t>
            </a:r>
          </a:p>
        </p:txBody>
      </p:sp>
      <p:grpSp>
        <p:nvGrpSpPr>
          <p:cNvPr id="481353" name="Group 73">
            <a:extLst>
              <a:ext uri="{FF2B5EF4-FFF2-40B4-BE49-F238E27FC236}">
                <a16:creationId xmlns:a16="http://schemas.microsoft.com/office/drawing/2014/main" id="{5FF8039B-BE9D-AE4A-8DF0-5A67C73DFD1F}"/>
              </a:ext>
            </a:extLst>
          </p:cNvPr>
          <p:cNvGrpSpPr>
            <a:grpSpLocks/>
          </p:cNvGrpSpPr>
          <p:nvPr/>
        </p:nvGrpSpPr>
        <p:grpSpPr bwMode="auto">
          <a:xfrm>
            <a:off x="5612607" y="1312068"/>
            <a:ext cx="1702594" cy="322659"/>
            <a:chOff x="3754" y="1102"/>
            <a:chExt cx="1430" cy="271"/>
          </a:xfrm>
        </p:grpSpPr>
        <p:sp>
          <p:nvSpPr>
            <p:cNvPr id="191552" name="Rectangle 44">
              <a:extLst>
                <a:ext uri="{FF2B5EF4-FFF2-40B4-BE49-F238E27FC236}">
                  <a16:creationId xmlns:a16="http://schemas.microsoft.com/office/drawing/2014/main" id="{638FB950-1916-7E43-B8A5-6CA2CC6C3CA9}"/>
                </a:ext>
              </a:extLst>
            </p:cNvPr>
            <p:cNvSpPr>
              <a:spLocks noChangeArrowheads="1"/>
            </p:cNvSpPr>
            <p:nvPr/>
          </p:nvSpPr>
          <p:spPr bwMode="auto">
            <a:xfrm>
              <a:off x="4333" y="1158"/>
              <a:ext cx="851" cy="186"/>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553" name="Text Box 45">
              <a:extLst>
                <a:ext uri="{FF2B5EF4-FFF2-40B4-BE49-F238E27FC236}">
                  <a16:creationId xmlns:a16="http://schemas.microsoft.com/office/drawing/2014/main" id="{A4AE3424-4507-A441-BFE5-7791EB48BE31}"/>
                </a:ext>
              </a:extLst>
            </p:cNvPr>
            <p:cNvSpPr txBox="1">
              <a:spLocks noChangeArrowheads="1"/>
            </p:cNvSpPr>
            <p:nvPr/>
          </p:nvSpPr>
          <p:spPr bwMode="auto">
            <a:xfrm>
              <a:off x="3754" y="1102"/>
              <a:ext cx="64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检验和</a:t>
              </a:r>
            </a:p>
          </p:txBody>
        </p:sp>
      </p:grpSp>
      <p:sp>
        <p:nvSpPr>
          <p:cNvPr id="191527" name="Rectangle 46">
            <a:extLst>
              <a:ext uri="{FF2B5EF4-FFF2-40B4-BE49-F238E27FC236}">
                <a16:creationId xmlns:a16="http://schemas.microsoft.com/office/drawing/2014/main" id="{8188C62B-7AF1-EA4F-84B8-5499725C1876}"/>
              </a:ext>
            </a:extLst>
          </p:cNvPr>
          <p:cNvSpPr>
            <a:spLocks noChangeArrowheads="1"/>
          </p:cNvSpPr>
          <p:nvPr/>
        </p:nvSpPr>
        <p:spPr bwMode="auto">
          <a:xfrm>
            <a:off x="6301978" y="1834753"/>
            <a:ext cx="1013222" cy="222647"/>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528" name="Text Box 47">
            <a:extLst>
              <a:ext uri="{FF2B5EF4-FFF2-40B4-BE49-F238E27FC236}">
                <a16:creationId xmlns:a16="http://schemas.microsoft.com/office/drawing/2014/main" id="{9E86E93C-8C7D-654C-8762-8566EF771FD9}"/>
              </a:ext>
            </a:extLst>
          </p:cNvPr>
          <p:cNvSpPr txBox="1">
            <a:spLocks noChangeArrowheads="1"/>
          </p:cNvSpPr>
          <p:nvPr/>
        </p:nvSpPr>
        <p:spPr bwMode="auto">
          <a:xfrm>
            <a:off x="5784057" y="1789510"/>
            <a:ext cx="55335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字 </a:t>
            </a:r>
            <a:r>
              <a:rPr kumimoji="1" lang="en-US" altLang="zh-CN" sz="1500">
                <a:latin typeface="微软雅黑" panose="020B0503020204020204" pitchFamily="34" charset="-122"/>
                <a:ea typeface="宋体" panose="02010600030101010101" pitchFamily="2" charset="-122"/>
              </a:rPr>
              <a:t>n</a:t>
            </a:r>
          </a:p>
        </p:txBody>
      </p:sp>
      <p:grpSp>
        <p:nvGrpSpPr>
          <p:cNvPr id="481354" name="Group 74">
            <a:extLst>
              <a:ext uri="{FF2B5EF4-FFF2-40B4-BE49-F238E27FC236}">
                <a16:creationId xmlns:a16="http://schemas.microsoft.com/office/drawing/2014/main" id="{B150B0A7-ECEE-5144-9D0E-B9E5C4A25062}"/>
              </a:ext>
            </a:extLst>
          </p:cNvPr>
          <p:cNvGrpSpPr>
            <a:grpSpLocks/>
          </p:cNvGrpSpPr>
          <p:nvPr/>
        </p:nvGrpSpPr>
        <p:grpSpPr bwMode="auto">
          <a:xfrm>
            <a:off x="5436394" y="2232425"/>
            <a:ext cx="1878806" cy="553642"/>
            <a:chOff x="3606" y="1875"/>
            <a:chExt cx="1578" cy="465"/>
          </a:xfrm>
        </p:grpSpPr>
        <p:sp>
          <p:nvSpPr>
            <p:cNvPr id="191550" name="Rectangle 48">
              <a:extLst>
                <a:ext uri="{FF2B5EF4-FFF2-40B4-BE49-F238E27FC236}">
                  <a16:creationId xmlns:a16="http://schemas.microsoft.com/office/drawing/2014/main" id="{BCAFD32A-07F6-0E4A-877C-F6373B9B736A}"/>
                </a:ext>
              </a:extLst>
            </p:cNvPr>
            <p:cNvSpPr>
              <a:spLocks noChangeArrowheads="1"/>
            </p:cNvSpPr>
            <p:nvPr/>
          </p:nvSpPr>
          <p:spPr bwMode="auto">
            <a:xfrm>
              <a:off x="4333" y="2000"/>
              <a:ext cx="851" cy="188"/>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551" name="Text Box 49">
              <a:extLst>
                <a:ext uri="{FF2B5EF4-FFF2-40B4-BE49-F238E27FC236}">
                  <a16:creationId xmlns:a16="http://schemas.microsoft.com/office/drawing/2014/main" id="{68B99777-9A0C-4A43-AE35-D7E6364B2734}"/>
                </a:ext>
              </a:extLst>
            </p:cNvPr>
            <p:cNvSpPr txBox="1">
              <a:spLocks noChangeArrowheads="1"/>
            </p:cNvSpPr>
            <p:nvPr/>
          </p:nvSpPr>
          <p:spPr bwMode="auto">
            <a:xfrm>
              <a:off x="3606" y="1875"/>
              <a:ext cx="801"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反码算术</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运算求和</a:t>
              </a:r>
            </a:p>
          </p:txBody>
        </p:sp>
      </p:grpSp>
      <p:grpSp>
        <p:nvGrpSpPr>
          <p:cNvPr id="481356" name="Group 76">
            <a:extLst>
              <a:ext uri="{FF2B5EF4-FFF2-40B4-BE49-F238E27FC236}">
                <a16:creationId xmlns:a16="http://schemas.microsoft.com/office/drawing/2014/main" id="{68B45B34-515E-FC4B-B66C-EED21D1AD0F5}"/>
              </a:ext>
            </a:extLst>
          </p:cNvPr>
          <p:cNvGrpSpPr>
            <a:grpSpLocks/>
          </p:cNvGrpSpPr>
          <p:nvPr/>
        </p:nvGrpSpPr>
        <p:grpSpPr bwMode="auto">
          <a:xfrm>
            <a:off x="5811441" y="3064673"/>
            <a:ext cx="1503759" cy="322660"/>
            <a:chOff x="3921" y="2574"/>
            <a:chExt cx="1263" cy="271"/>
          </a:xfrm>
        </p:grpSpPr>
        <p:sp>
          <p:nvSpPr>
            <p:cNvPr id="191548" name="Rectangle 50">
              <a:extLst>
                <a:ext uri="{FF2B5EF4-FFF2-40B4-BE49-F238E27FC236}">
                  <a16:creationId xmlns:a16="http://schemas.microsoft.com/office/drawing/2014/main" id="{42F97243-1A41-3944-9864-DBCA629E948B}"/>
                </a:ext>
              </a:extLst>
            </p:cNvPr>
            <p:cNvSpPr>
              <a:spLocks noChangeArrowheads="1"/>
            </p:cNvSpPr>
            <p:nvPr/>
          </p:nvSpPr>
          <p:spPr bwMode="auto">
            <a:xfrm>
              <a:off x="4333" y="2619"/>
              <a:ext cx="851" cy="186"/>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549" name="Text Box 51">
              <a:extLst>
                <a:ext uri="{FF2B5EF4-FFF2-40B4-BE49-F238E27FC236}">
                  <a16:creationId xmlns:a16="http://schemas.microsoft.com/office/drawing/2014/main" id="{16B1AAA0-3D1C-1047-A57C-7F69418FD5D6}"/>
                </a:ext>
              </a:extLst>
            </p:cNvPr>
            <p:cNvSpPr txBox="1">
              <a:spLocks noChangeArrowheads="1"/>
            </p:cNvSpPr>
            <p:nvPr/>
          </p:nvSpPr>
          <p:spPr bwMode="auto">
            <a:xfrm>
              <a:off x="3921" y="2574"/>
              <a:ext cx="478"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结果</a:t>
              </a:r>
            </a:p>
          </p:txBody>
        </p:sp>
      </p:grpSp>
      <p:sp>
        <p:nvSpPr>
          <p:cNvPr id="191531" name="Text Box 53">
            <a:extLst>
              <a:ext uri="{FF2B5EF4-FFF2-40B4-BE49-F238E27FC236}">
                <a16:creationId xmlns:a16="http://schemas.microsoft.com/office/drawing/2014/main" id="{59404822-8136-844B-A7F6-969D005501A9}"/>
              </a:ext>
            </a:extLst>
          </p:cNvPr>
          <p:cNvSpPr txBox="1">
            <a:spLocks noChangeArrowheads="1"/>
          </p:cNvSpPr>
          <p:nvPr/>
        </p:nvSpPr>
        <p:spPr bwMode="auto">
          <a:xfrm>
            <a:off x="6567487" y="1083469"/>
            <a:ext cx="377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a:t>
            </a:r>
            <a:endParaRPr kumimoji="1" lang="en-US" altLang="zh-CN" sz="1500" b="1">
              <a:latin typeface="微软雅黑" panose="020B0503020204020204" pitchFamily="34" charset="-122"/>
              <a:ea typeface="宋体" panose="02010600030101010101" pitchFamily="2" charset="-122"/>
            </a:endParaRPr>
          </a:p>
        </p:txBody>
      </p:sp>
      <p:sp>
        <p:nvSpPr>
          <p:cNvPr id="191532" name="Text Box 54">
            <a:extLst>
              <a:ext uri="{FF2B5EF4-FFF2-40B4-BE49-F238E27FC236}">
                <a16:creationId xmlns:a16="http://schemas.microsoft.com/office/drawing/2014/main" id="{4FBE0AEA-B48E-0941-9CFC-5094497A54AC}"/>
              </a:ext>
            </a:extLst>
          </p:cNvPr>
          <p:cNvSpPr txBox="1">
            <a:spLocks noChangeArrowheads="1"/>
          </p:cNvSpPr>
          <p:nvPr/>
        </p:nvSpPr>
        <p:spPr bwMode="auto">
          <a:xfrm>
            <a:off x="6555581" y="1526382"/>
            <a:ext cx="377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a:t>
            </a:r>
            <a:endParaRPr kumimoji="1" lang="en-US" altLang="zh-CN" sz="1500" b="1">
              <a:latin typeface="微软雅黑" panose="020B0503020204020204" pitchFamily="34" charset="-122"/>
              <a:ea typeface="宋体" panose="02010600030101010101" pitchFamily="2" charset="-122"/>
            </a:endParaRPr>
          </a:p>
        </p:txBody>
      </p:sp>
      <p:sp>
        <p:nvSpPr>
          <p:cNvPr id="191533" name="Line 55">
            <a:extLst>
              <a:ext uri="{FF2B5EF4-FFF2-40B4-BE49-F238E27FC236}">
                <a16:creationId xmlns:a16="http://schemas.microsoft.com/office/drawing/2014/main" id="{65CA359B-A4F7-EB43-B416-795929974D4C}"/>
              </a:ext>
            </a:extLst>
          </p:cNvPr>
          <p:cNvSpPr>
            <a:spLocks noChangeShapeType="1"/>
          </p:cNvSpPr>
          <p:nvPr/>
        </p:nvSpPr>
        <p:spPr bwMode="auto">
          <a:xfrm>
            <a:off x="5745956" y="2159794"/>
            <a:ext cx="1938338"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81355" name="Group 75">
            <a:extLst>
              <a:ext uri="{FF2B5EF4-FFF2-40B4-BE49-F238E27FC236}">
                <a16:creationId xmlns:a16="http://schemas.microsoft.com/office/drawing/2014/main" id="{D6CAC6E5-3E19-1F46-A31A-34AF3743F825}"/>
              </a:ext>
            </a:extLst>
          </p:cNvPr>
          <p:cNvGrpSpPr>
            <a:grpSpLocks/>
          </p:cNvGrpSpPr>
          <p:nvPr/>
        </p:nvGrpSpPr>
        <p:grpSpPr bwMode="auto">
          <a:xfrm>
            <a:off x="6084094" y="2682478"/>
            <a:ext cx="813197" cy="376238"/>
            <a:chOff x="4150" y="2253"/>
            <a:chExt cx="683" cy="316"/>
          </a:xfrm>
        </p:grpSpPr>
        <p:sp>
          <p:nvSpPr>
            <p:cNvPr id="191546" name="AutoShape 52">
              <a:extLst>
                <a:ext uri="{FF2B5EF4-FFF2-40B4-BE49-F238E27FC236}">
                  <a16:creationId xmlns:a16="http://schemas.microsoft.com/office/drawing/2014/main" id="{7DFB2920-255D-214B-9AD9-3A3E5D7CC9CC}"/>
                </a:ext>
              </a:extLst>
            </p:cNvPr>
            <p:cNvSpPr>
              <a:spLocks noChangeArrowheads="1"/>
            </p:cNvSpPr>
            <p:nvPr/>
          </p:nvSpPr>
          <p:spPr bwMode="auto">
            <a:xfrm>
              <a:off x="4733" y="2253"/>
              <a:ext cx="100" cy="316"/>
            </a:xfrm>
            <a:prstGeom prst="downArrow">
              <a:avLst>
                <a:gd name="adj1" fmla="val 50000"/>
                <a:gd name="adj2" fmla="val 79000"/>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1547" name="Text Box 56">
              <a:extLst>
                <a:ext uri="{FF2B5EF4-FFF2-40B4-BE49-F238E27FC236}">
                  <a16:creationId xmlns:a16="http://schemas.microsoft.com/office/drawing/2014/main" id="{A9DBDCA3-FA55-524B-8B0A-76E0067B7DC9}"/>
                </a:ext>
              </a:extLst>
            </p:cNvPr>
            <p:cNvSpPr txBox="1">
              <a:spLocks noChangeArrowheads="1"/>
            </p:cNvSpPr>
            <p:nvPr/>
          </p:nvSpPr>
          <p:spPr bwMode="auto">
            <a:xfrm>
              <a:off x="4150" y="2264"/>
              <a:ext cx="64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取反码</a:t>
              </a:r>
            </a:p>
          </p:txBody>
        </p:sp>
      </p:grpSp>
      <p:sp>
        <p:nvSpPr>
          <p:cNvPr id="191535" name="AutoShape 57">
            <a:extLst>
              <a:ext uri="{FF2B5EF4-FFF2-40B4-BE49-F238E27FC236}">
                <a16:creationId xmlns:a16="http://schemas.microsoft.com/office/drawing/2014/main" id="{9F0199DA-5519-D84D-ACEC-4DDDB5BEE9F2}"/>
              </a:ext>
            </a:extLst>
          </p:cNvPr>
          <p:cNvSpPr>
            <a:spLocks/>
          </p:cNvSpPr>
          <p:nvPr/>
        </p:nvSpPr>
        <p:spPr bwMode="auto">
          <a:xfrm>
            <a:off x="5597128" y="620317"/>
            <a:ext cx="119063" cy="1448990"/>
          </a:xfrm>
          <a:prstGeom prst="leftBrace">
            <a:avLst>
              <a:gd name="adj1" fmla="val 101417"/>
              <a:gd name="adj2" fmla="val 50000"/>
            </a:avLst>
          </a:prstGeom>
          <a:noFill/>
          <a:ln w="28575">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lang="zh-CN" altLang="zh-CN" sz="2100">
              <a:latin typeface="微软雅黑" panose="020B0503020204020204" pitchFamily="34" charset="-122"/>
              <a:ea typeface="宋体" panose="02010600030101010101" pitchFamily="2" charset="-122"/>
            </a:endParaRPr>
          </a:p>
        </p:txBody>
      </p:sp>
      <p:sp>
        <p:nvSpPr>
          <p:cNvPr id="191536" name="Text Box 58">
            <a:extLst>
              <a:ext uri="{FF2B5EF4-FFF2-40B4-BE49-F238E27FC236}">
                <a16:creationId xmlns:a16="http://schemas.microsoft.com/office/drawing/2014/main" id="{4E0B99DE-9E78-224D-97FF-1DB9FFB5E779}"/>
              </a:ext>
            </a:extLst>
          </p:cNvPr>
          <p:cNvSpPr txBox="1">
            <a:spLocks noChangeArrowheads="1"/>
          </p:cNvSpPr>
          <p:nvPr/>
        </p:nvSpPr>
        <p:spPr bwMode="auto">
          <a:xfrm>
            <a:off x="4064794" y="3676650"/>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数据部分</a:t>
            </a:r>
          </a:p>
        </p:txBody>
      </p:sp>
      <p:sp>
        <p:nvSpPr>
          <p:cNvPr id="191537" name="AutoShape 59">
            <a:extLst>
              <a:ext uri="{FF2B5EF4-FFF2-40B4-BE49-F238E27FC236}">
                <a16:creationId xmlns:a16="http://schemas.microsoft.com/office/drawing/2014/main" id="{67D75F1B-A3EC-B448-AC8A-83DD53CE4EB5}"/>
              </a:ext>
            </a:extLst>
          </p:cNvPr>
          <p:cNvSpPr>
            <a:spLocks/>
          </p:cNvSpPr>
          <p:nvPr/>
        </p:nvSpPr>
        <p:spPr bwMode="auto">
          <a:xfrm>
            <a:off x="5137548" y="2961085"/>
            <a:ext cx="120253" cy="557213"/>
          </a:xfrm>
          <a:prstGeom prst="rightBrace">
            <a:avLst>
              <a:gd name="adj1" fmla="val 38614"/>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1538" name="Freeform 60">
            <a:extLst>
              <a:ext uri="{FF2B5EF4-FFF2-40B4-BE49-F238E27FC236}">
                <a16:creationId xmlns:a16="http://schemas.microsoft.com/office/drawing/2014/main" id="{96B0DCE4-AEE8-0A4B-BD78-10D744569BF4}"/>
              </a:ext>
            </a:extLst>
          </p:cNvPr>
          <p:cNvSpPr>
            <a:spLocks/>
          </p:cNvSpPr>
          <p:nvPr/>
        </p:nvSpPr>
        <p:spPr bwMode="auto">
          <a:xfrm>
            <a:off x="5257800" y="1344216"/>
            <a:ext cx="340519" cy="1894284"/>
          </a:xfrm>
          <a:custGeom>
            <a:avLst/>
            <a:gdLst>
              <a:gd name="T0" fmla="*/ 0 w 464"/>
              <a:gd name="T1" fmla="*/ 2147483646 h 1624"/>
              <a:gd name="T2" fmla="*/ 2147483646 w 464"/>
              <a:gd name="T3" fmla="*/ 2147483646 h 1624"/>
              <a:gd name="T4" fmla="*/ 2147483646 w 464"/>
              <a:gd name="T5" fmla="*/ 0 h 1624"/>
              <a:gd name="T6" fmla="*/ 2147483646 w 464"/>
              <a:gd name="T7" fmla="*/ 0 h 16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64" h="1624">
                <a:moveTo>
                  <a:pt x="0" y="1624"/>
                </a:moveTo>
                <a:lnTo>
                  <a:pt x="56" y="1624"/>
                </a:lnTo>
                <a:lnTo>
                  <a:pt x="56" y="0"/>
                </a:lnTo>
                <a:lnTo>
                  <a:pt x="464" y="0"/>
                </a:lnTo>
              </a:path>
            </a:pathLst>
          </a:custGeom>
          <a:noFill/>
          <a:ln w="28575" cmpd="sng">
            <a:solidFill>
              <a:srgbClr val="333399"/>
            </a:solidFill>
            <a:round/>
            <a:headEnd type="none" w="med" len="med"/>
            <a:tailEnd type="triangle" w="sm"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481357" name="Group 77">
            <a:extLst>
              <a:ext uri="{FF2B5EF4-FFF2-40B4-BE49-F238E27FC236}">
                <a16:creationId xmlns:a16="http://schemas.microsoft.com/office/drawing/2014/main" id="{200EC246-4902-434A-A6FE-6A472176B86D}"/>
              </a:ext>
            </a:extLst>
          </p:cNvPr>
          <p:cNvGrpSpPr>
            <a:grpSpLocks/>
          </p:cNvGrpSpPr>
          <p:nvPr/>
        </p:nvGrpSpPr>
        <p:grpSpPr bwMode="auto">
          <a:xfrm>
            <a:off x="5955506" y="3420666"/>
            <a:ext cx="1857375" cy="1041797"/>
            <a:chOff x="4042" y="2873"/>
            <a:chExt cx="1560" cy="875"/>
          </a:xfrm>
        </p:grpSpPr>
        <p:sp>
          <p:nvSpPr>
            <p:cNvPr id="191544" name="AutoShape 61">
              <a:extLst>
                <a:ext uri="{FF2B5EF4-FFF2-40B4-BE49-F238E27FC236}">
                  <a16:creationId xmlns:a16="http://schemas.microsoft.com/office/drawing/2014/main" id="{D59FE336-4EC5-514D-BD75-94FB8D6FAB10}"/>
                </a:ext>
              </a:extLst>
            </p:cNvPr>
            <p:cNvSpPr>
              <a:spLocks noChangeArrowheads="1"/>
            </p:cNvSpPr>
            <p:nvPr/>
          </p:nvSpPr>
          <p:spPr bwMode="auto">
            <a:xfrm>
              <a:off x="4742" y="2873"/>
              <a:ext cx="101" cy="316"/>
            </a:xfrm>
            <a:prstGeom prst="downArrow">
              <a:avLst>
                <a:gd name="adj1" fmla="val 50000"/>
                <a:gd name="adj2" fmla="val 78218"/>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481342" name="Rectangle 62">
              <a:extLst>
                <a:ext uri="{FF2B5EF4-FFF2-40B4-BE49-F238E27FC236}">
                  <a16:creationId xmlns:a16="http://schemas.microsoft.com/office/drawing/2014/main" id="{15436940-14BC-174F-ACFF-DE5BBF7DC527}"/>
                </a:ext>
              </a:extLst>
            </p:cNvPr>
            <p:cNvSpPr>
              <a:spLocks noChangeArrowheads="1"/>
            </p:cNvSpPr>
            <p:nvPr/>
          </p:nvSpPr>
          <p:spPr bwMode="auto">
            <a:xfrm>
              <a:off x="4042" y="3235"/>
              <a:ext cx="1560" cy="513"/>
            </a:xfrm>
            <a:prstGeom prst="rect">
              <a:avLst/>
            </a:prstGeom>
            <a:solidFill>
              <a:srgbClr val="CCECFF"/>
            </a:solidFill>
            <a:ln w="12700">
              <a:solidFill>
                <a:srgbClr val="333399"/>
              </a:solidFill>
              <a:miter lim="800000"/>
              <a:headEnd/>
              <a:tailEnd/>
            </a:ln>
            <a:effectLst>
              <a:outerShdw blurRad="63500" dist="38099" dir="2700000" algn="ctr" rotWithShape="0">
                <a:schemeClr val="bg2">
                  <a:alpha val="74997"/>
                </a:schemeClr>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若结果为 </a:t>
              </a:r>
              <a:r>
                <a:rPr kumimoji="1" lang="en-US" altLang="zh-CN" sz="1500">
                  <a:latin typeface="微软雅黑" panose="020B0503020204020204" pitchFamily="34" charset="-122"/>
                  <a:ea typeface="宋体" panose="02010600030101010101" pitchFamily="2" charset="-122"/>
                </a:rPr>
                <a:t>0, </a:t>
              </a:r>
              <a:r>
                <a:rPr kumimoji="1" lang="zh-CN" altLang="en-US" sz="1500">
                  <a:latin typeface="微软雅黑" panose="020B0503020204020204" pitchFamily="34" charset="-122"/>
                  <a:ea typeface="宋体" panose="02010600030101010101" pitchFamily="2" charset="-122"/>
                </a:rPr>
                <a:t>则保留；</a:t>
              </a:r>
            </a:p>
            <a:p>
              <a:pP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否则，丢弃该数据报</a:t>
              </a:r>
            </a:p>
          </p:txBody>
        </p:sp>
      </p:grpSp>
      <p:grpSp>
        <p:nvGrpSpPr>
          <p:cNvPr id="481352" name="Group 72">
            <a:extLst>
              <a:ext uri="{FF2B5EF4-FFF2-40B4-BE49-F238E27FC236}">
                <a16:creationId xmlns:a16="http://schemas.microsoft.com/office/drawing/2014/main" id="{2BAC2426-EF95-764B-A6D3-43A7ADF5DF25}"/>
              </a:ext>
            </a:extLst>
          </p:cNvPr>
          <p:cNvGrpSpPr>
            <a:grpSpLocks/>
          </p:cNvGrpSpPr>
          <p:nvPr/>
        </p:nvGrpSpPr>
        <p:grpSpPr bwMode="auto">
          <a:xfrm>
            <a:off x="1732360" y="3665939"/>
            <a:ext cx="2257426" cy="553642"/>
            <a:chOff x="495" y="3079"/>
            <a:chExt cx="1896" cy="465"/>
          </a:xfrm>
        </p:grpSpPr>
        <p:sp>
          <p:nvSpPr>
            <p:cNvPr id="191542" name="Text Box 63">
              <a:extLst>
                <a:ext uri="{FF2B5EF4-FFF2-40B4-BE49-F238E27FC236}">
                  <a16:creationId xmlns:a16="http://schemas.microsoft.com/office/drawing/2014/main" id="{4F7A1346-3373-4344-885B-65451FBF7D5E}"/>
                </a:ext>
              </a:extLst>
            </p:cNvPr>
            <p:cNvSpPr txBox="1">
              <a:spLocks noChangeArrowheads="1"/>
            </p:cNvSpPr>
            <p:nvPr/>
          </p:nvSpPr>
          <p:spPr bwMode="auto">
            <a:xfrm>
              <a:off x="495" y="3079"/>
              <a:ext cx="1609"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数据部分</a:t>
              </a:r>
            </a:p>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不参与检验和的计算</a:t>
              </a:r>
            </a:p>
          </p:txBody>
        </p:sp>
        <p:sp>
          <p:nvSpPr>
            <p:cNvPr id="191543" name="Line 64">
              <a:extLst>
                <a:ext uri="{FF2B5EF4-FFF2-40B4-BE49-F238E27FC236}">
                  <a16:creationId xmlns:a16="http://schemas.microsoft.com/office/drawing/2014/main" id="{DFC576EE-661D-1742-9BF1-C06A8797037A}"/>
                </a:ext>
              </a:extLst>
            </p:cNvPr>
            <p:cNvSpPr>
              <a:spLocks noChangeShapeType="1"/>
            </p:cNvSpPr>
            <p:nvPr/>
          </p:nvSpPr>
          <p:spPr bwMode="auto">
            <a:xfrm>
              <a:off x="2020" y="3266"/>
              <a:ext cx="371"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sp>
        <p:nvSpPr>
          <p:cNvPr id="191541" name="幻灯片编号占位符 1">
            <a:extLst>
              <a:ext uri="{FF2B5EF4-FFF2-40B4-BE49-F238E27FC236}">
                <a16:creationId xmlns:a16="http://schemas.microsoft.com/office/drawing/2014/main" id="{D4D0027E-72DE-B740-87C5-34E876AC9C21}"/>
              </a:ext>
            </a:extLst>
          </p:cNvPr>
          <p:cNvSpPr>
            <a:spLocks noGrp="1" noChangeArrowheads="1"/>
          </p:cNvSpPr>
          <p:nvPr>
            <p:ph type="sldNum" sz="quarter" idx="10"/>
          </p:nvPr>
        </p:nvSpPr>
        <p:spPr>
          <a:xfrm>
            <a:off x="8766810" y="4837108"/>
            <a:ext cx="377190"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75A71E0-2235-634A-BF5A-6D6ADF2EFA93}"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18993981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2000" fill="hold" nodeType="clickEffect">
                                  <p:stCondLst>
                                    <p:cond delay="0"/>
                                  </p:stCondLst>
                                  <p:childTnLst>
                                    <p:anim calcmode="discrete" valueType="str">
                                      <p:cBhvr>
                                        <p:cTn id="6" dur="1000" fill="hold"/>
                                        <p:tgtEl>
                                          <p:spTgt spid="481347"/>
                                        </p:tgtEl>
                                        <p:attrNameLst>
                                          <p:attrName>style.visibility</p:attrName>
                                        </p:attrNameLst>
                                      </p:cBhvr>
                                      <p:tavLst>
                                        <p:tav tm="0">
                                          <p:val>
                                            <p:strVal val="hidden"/>
                                          </p:val>
                                        </p:tav>
                                        <p:tav tm="50000">
                                          <p:val>
                                            <p:strVal val="visible"/>
                                          </p:val>
                                        </p:tav>
                                      </p:tavLst>
                                    </p:anim>
                                  </p:childTnLst>
                                </p:cTn>
                              </p:par>
                            </p:childTnLst>
                          </p:cTn>
                        </p:par>
                      </p:childTnLst>
                    </p:cTn>
                  </p:par>
                  <p:par>
                    <p:cTn id="7" fill="hold" nodeType="clickPar">
                      <p:stCondLst>
                        <p:cond delay="indefinite"/>
                      </p:stCondLst>
                      <p:childTnLst>
                        <p:par>
                          <p:cTn id="8" fill="hold" nodeType="withGroup">
                            <p:stCondLst>
                              <p:cond delay="0"/>
                            </p:stCondLst>
                            <p:childTnLst>
                              <p:par>
                                <p:cTn id="9" presetID="35" presetClass="emph" presetSubtype="0" repeatCount="2000" fill="hold" nodeType="clickEffect">
                                  <p:stCondLst>
                                    <p:cond delay="0"/>
                                  </p:stCondLst>
                                  <p:childTnLst>
                                    <p:anim calcmode="discrete" valueType="str">
                                      <p:cBhvr>
                                        <p:cTn id="10" dur="1000" fill="hold"/>
                                        <p:tgtEl>
                                          <p:spTgt spid="481348"/>
                                        </p:tgtEl>
                                        <p:attrNameLst>
                                          <p:attrName>style.visibility</p:attrName>
                                        </p:attrNameLst>
                                      </p:cBhvr>
                                      <p:tavLst>
                                        <p:tav tm="0">
                                          <p:val>
                                            <p:strVal val="hidden"/>
                                          </p:val>
                                        </p:tav>
                                        <p:tav tm="50000">
                                          <p:val>
                                            <p:strVal val="visible"/>
                                          </p:val>
                                        </p:tav>
                                      </p:tavLst>
                                    </p:anim>
                                  </p:childTnLst>
                                </p:cTn>
                              </p:par>
                            </p:childTnLst>
                          </p:cTn>
                        </p:par>
                      </p:childTnLst>
                    </p:cTn>
                  </p:par>
                  <p:par>
                    <p:cTn id="11" fill="hold" nodeType="clickPar">
                      <p:stCondLst>
                        <p:cond delay="indefinite"/>
                      </p:stCondLst>
                      <p:childTnLst>
                        <p:par>
                          <p:cTn id="12" fill="hold" nodeType="withGroup">
                            <p:stCondLst>
                              <p:cond delay="0"/>
                            </p:stCondLst>
                            <p:childTnLst>
                              <p:par>
                                <p:cTn id="13" presetID="35" presetClass="emph" presetSubtype="0" repeatCount="2000" fill="hold" nodeType="clickEffect">
                                  <p:stCondLst>
                                    <p:cond delay="0"/>
                                  </p:stCondLst>
                                  <p:childTnLst>
                                    <p:anim calcmode="discrete" valueType="str">
                                      <p:cBhvr>
                                        <p:cTn id="14" dur="1000" fill="hold"/>
                                        <p:tgtEl>
                                          <p:spTgt spid="481352"/>
                                        </p:tgtEl>
                                        <p:attrNameLst>
                                          <p:attrName>style.visibility</p:attrName>
                                        </p:attrNameLst>
                                      </p:cBhvr>
                                      <p:tavLst>
                                        <p:tav tm="0">
                                          <p:val>
                                            <p:strVal val="hidden"/>
                                          </p:val>
                                        </p:tav>
                                        <p:tav tm="50000">
                                          <p:val>
                                            <p:strVal val="visible"/>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35" presetClass="emph" presetSubtype="0" repeatCount="2000" fill="hold" nodeType="clickEffect">
                                  <p:stCondLst>
                                    <p:cond delay="0"/>
                                  </p:stCondLst>
                                  <p:childTnLst>
                                    <p:anim calcmode="discrete" valueType="str">
                                      <p:cBhvr>
                                        <p:cTn id="18" dur="1000" fill="hold"/>
                                        <p:tgtEl>
                                          <p:spTgt spid="481349"/>
                                        </p:tgtEl>
                                        <p:attrNameLst>
                                          <p:attrName>style.visibility</p:attrName>
                                        </p:attrNameLst>
                                      </p:cBhvr>
                                      <p:tavLst>
                                        <p:tav tm="0">
                                          <p:val>
                                            <p:strVal val="hidden"/>
                                          </p:val>
                                        </p:tav>
                                        <p:tav tm="50000">
                                          <p:val>
                                            <p:strVal val="visible"/>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35" presetClass="emph" presetSubtype="0" repeatCount="2000" fill="hold" nodeType="clickEffect">
                                  <p:stCondLst>
                                    <p:cond delay="0"/>
                                  </p:stCondLst>
                                  <p:childTnLst>
                                    <p:anim calcmode="discrete" valueType="str">
                                      <p:cBhvr>
                                        <p:cTn id="22" dur="1000" fill="hold"/>
                                        <p:tgtEl>
                                          <p:spTgt spid="481351"/>
                                        </p:tgtEl>
                                        <p:attrNameLst>
                                          <p:attrName>style.visibility</p:attrName>
                                        </p:attrNameLst>
                                      </p:cBhvr>
                                      <p:tavLst>
                                        <p:tav tm="0">
                                          <p:val>
                                            <p:strVal val="hidden"/>
                                          </p:val>
                                        </p:tav>
                                        <p:tav tm="50000">
                                          <p:val>
                                            <p:strVal val="visible"/>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nodeType="clickEffect">
                                  <p:stCondLst>
                                    <p:cond delay="0"/>
                                  </p:stCondLst>
                                  <p:childTnLst>
                                    <p:set>
                                      <p:cBhvr>
                                        <p:cTn id="26" dur="1" fill="hold">
                                          <p:stCondLst>
                                            <p:cond delay="0"/>
                                          </p:stCondLst>
                                        </p:cTn>
                                        <p:tgtEl>
                                          <p:spTgt spid="481319"/>
                                        </p:tgtEl>
                                        <p:attrNameLst>
                                          <p:attrName>style.visibility</p:attrName>
                                        </p:attrNameLst>
                                      </p:cBhvr>
                                      <p:to>
                                        <p:strVal val="visible"/>
                                      </p:to>
                                    </p:set>
                                    <p:animEffect transition="in" filter="wipe(left)">
                                      <p:cBhvr>
                                        <p:cTn id="27" dur="2000"/>
                                        <p:tgtEl>
                                          <p:spTgt spid="48131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5" presetClass="emph" presetSubtype="0" repeatCount="2000" fill="hold" nodeType="clickEffect">
                                  <p:stCondLst>
                                    <p:cond delay="0"/>
                                  </p:stCondLst>
                                  <p:childTnLst>
                                    <p:anim calcmode="discrete" valueType="str">
                                      <p:cBhvr>
                                        <p:cTn id="31" dur="1000" fill="hold"/>
                                        <p:tgtEl>
                                          <p:spTgt spid="481353"/>
                                        </p:tgtEl>
                                        <p:attrNameLst>
                                          <p:attrName>style.visibility</p:attrName>
                                        </p:attrNameLst>
                                      </p:cBhvr>
                                      <p:tavLst>
                                        <p:tav tm="0">
                                          <p:val>
                                            <p:strVal val="hidden"/>
                                          </p:val>
                                        </p:tav>
                                        <p:tav tm="50000">
                                          <p:val>
                                            <p:strVal val="visible"/>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35" presetClass="emph" presetSubtype="0" repeatCount="2000" fill="hold" nodeType="clickEffect">
                                  <p:stCondLst>
                                    <p:cond delay="0"/>
                                  </p:stCondLst>
                                  <p:childTnLst>
                                    <p:anim calcmode="discrete" valueType="str">
                                      <p:cBhvr>
                                        <p:cTn id="35" dur="1000" fill="hold"/>
                                        <p:tgtEl>
                                          <p:spTgt spid="481354"/>
                                        </p:tgtEl>
                                        <p:attrNameLst>
                                          <p:attrName>style.visibility</p:attrName>
                                        </p:attrNameLst>
                                      </p:cBhvr>
                                      <p:tavLst>
                                        <p:tav tm="0">
                                          <p:val>
                                            <p:strVal val="hidden"/>
                                          </p:val>
                                        </p:tav>
                                        <p:tav tm="50000">
                                          <p:val>
                                            <p:strVal val="visible"/>
                                          </p:val>
                                        </p:tav>
                                      </p:tavLst>
                                    </p:anim>
                                  </p:childTnLst>
                                </p:cTn>
                              </p:par>
                            </p:childTnLst>
                          </p:cTn>
                        </p:par>
                      </p:childTnLst>
                    </p:cTn>
                  </p:par>
                  <p:par>
                    <p:cTn id="36" fill="hold" nodeType="clickPar">
                      <p:stCondLst>
                        <p:cond delay="indefinite"/>
                      </p:stCondLst>
                      <p:childTnLst>
                        <p:par>
                          <p:cTn id="37" fill="hold" nodeType="withGroup">
                            <p:stCondLst>
                              <p:cond delay="0"/>
                            </p:stCondLst>
                            <p:childTnLst>
                              <p:par>
                                <p:cTn id="38" presetID="35" presetClass="emph" presetSubtype="0" repeatCount="2000" fill="hold" nodeType="clickEffect">
                                  <p:stCondLst>
                                    <p:cond delay="0"/>
                                  </p:stCondLst>
                                  <p:childTnLst>
                                    <p:anim calcmode="discrete" valueType="str">
                                      <p:cBhvr>
                                        <p:cTn id="39" dur="1000" fill="hold"/>
                                        <p:tgtEl>
                                          <p:spTgt spid="481355"/>
                                        </p:tgtEl>
                                        <p:attrNameLst>
                                          <p:attrName>style.visibility</p:attrName>
                                        </p:attrNameLst>
                                      </p:cBhvr>
                                      <p:tavLst>
                                        <p:tav tm="0">
                                          <p:val>
                                            <p:strVal val="hidden"/>
                                          </p:val>
                                        </p:tav>
                                        <p:tav tm="50000">
                                          <p:val>
                                            <p:strVal val="visible"/>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35" presetClass="emph" presetSubtype="0" repeatCount="2000" fill="hold" nodeType="clickEffect">
                                  <p:stCondLst>
                                    <p:cond delay="0"/>
                                  </p:stCondLst>
                                  <p:childTnLst>
                                    <p:anim calcmode="discrete" valueType="str">
                                      <p:cBhvr>
                                        <p:cTn id="43" dur="1000" fill="hold"/>
                                        <p:tgtEl>
                                          <p:spTgt spid="481356"/>
                                        </p:tgtEl>
                                        <p:attrNameLst>
                                          <p:attrName>style.visibility</p:attrName>
                                        </p:attrNameLst>
                                      </p:cBhvr>
                                      <p:tavLst>
                                        <p:tav tm="0">
                                          <p:val>
                                            <p:strVal val="hidden"/>
                                          </p:val>
                                        </p:tav>
                                        <p:tav tm="50000">
                                          <p:val>
                                            <p:strVal val="visible"/>
                                          </p:val>
                                        </p:tav>
                                      </p:tavLst>
                                    </p:anim>
                                  </p:childTnLst>
                                </p:cTn>
                              </p:par>
                            </p:childTnLst>
                          </p:cTn>
                        </p:par>
                      </p:childTnLst>
                    </p:cTn>
                  </p:par>
                  <p:par>
                    <p:cTn id="44" fill="hold" nodeType="clickPar">
                      <p:stCondLst>
                        <p:cond delay="indefinite"/>
                      </p:stCondLst>
                      <p:childTnLst>
                        <p:par>
                          <p:cTn id="45" fill="hold" nodeType="withGroup">
                            <p:stCondLst>
                              <p:cond delay="0"/>
                            </p:stCondLst>
                            <p:childTnLst>
                              <p:par>
                                <p:cTn id="46" presetID="35" presetClass="emph" presetSubtype="0" repeatCount="2000" fill="hold" nodeType="clickEffect">
                                  <p:stCondLst>
                                    <p:cond delay="0"/>
                                  </p:stCondLst>
                                  <p:childTnLst>
                                    <p:anim calcmode="discrete" valueType="str">
                                      <p:cBhvr>
                                        <p:cTn id="47" dur="1000" fill="hold"/>
                                        <p:tgtEl>
                                          <p:spTgt spid="48135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93537" name="Line 2">
            <a:extLst>
              <a:ext uri="{FF2B5EF4-FFF2-40B4-BE49-F238E27FC236}">
                <a16:creationId xmlns:a16="http://schemas.microsoft.com/office/drawing/2014/main" id="{B47652AF-2130-2A49-96FF-84E7E9ABCADD}"/>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93538" name="Rectangle 3">
            <a:extLst>
              <a:ext uri="{FF2B5EF4-FFF2-40B4-BE49-F238E27FC236}">
                <a16:creationId xmlns:a16="http://schemas.microsoft.com/office/drawing/2014/main" id="{46AC5040-8D58-8045-8319-ED27480D9398}"/>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93539" name="Rectangle 4">
            <a:extLst>
              <a:ext uri="{FF2B5EF4-FFF2-40B4-BE49-F238E27FC236}">
                <a16:creationId xmlns:a16="http://schemas.microsoft.com/office/drawing/2014/main" id="{B9664824-74BA-6348-815C-A367C4F95A45}"/>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3540" name="Rectangle 6">
            <a:extLst>
              <a:ext uri="{FF2B5EF4-FFF2-40B4-BE49-F238E27FC236}">
                <a16:creationId xmlns:a16="http://schemas.microsoft.com/office/drawing/2014/main" id="{BAD02968-818B-6C40-8A3A-551A14489BD4}"/>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3541" name="Rectangle 7">
            <a:extLst>
              <a:ext uri="{FF2B5EF4-FFF2-40B4-BE49-F238E27FC236}">
                <a16:creationId xmlns:a16="http://schemas.microsoft.com/office/drawing/2014/main" id="{96C0CCD9-C86A-B741-9238-DB66E42C15D3}"/>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3542" name="Line 8">
            <a:extLst>
              <a:ext uri="{FF2B5EF4-FFF2-40B4-BE49-F238E27FC236}">
                <a16:creationId xmlns:a16="http://schemas.microsoft.com/office/drawing/2014/main" id="{5D4D303F-2A13-1C4E-994E-C9DC3B35C864}"/>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43" name="Line 9">
            <a:extLst>
              <a:ext uri="{FF2B5EF4-FFF2-40B4-BE49-F238E27FC236}">
                <a16:creationId xmlns:a16="http://schemas.microsoft.com/office/drawing/2014/main" id="{9B5F0A81-C00C-A043-8D29-8BB0E5A3C5D9}"/>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44" name="Line 10">
            <a:extLst>
              <a:ext uri="{FF2B5EF4-FFF2-40B4-BE49-F238E27FC236}">
                <a16:creationId xmlns:a16="http://schemas.microsoft.com/office/drawing/2014/main" id="{013A037E-2756-4E45-9E26-625BBAF6EACA}"/>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45" name="Line 11">
            <a:extLst>
              <a:ext uri="{FF2B5EF4-FFF2-40B4-BE49-F238E27FC236}">
                <a16:creationId xmlns:a16="http://schemas.microsoft.com/office/drawing/2014/main" id="{9A45D9A7-237F-A042-AF01-5DC413C0FA7F}"/>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46" name="Line 12">
            <a:extLst>
              <a:ext uri="{FF2B5EF4-FFF2-40B4-BE49-F238E27FC236}">
                <a16:creationId xmlns:a16="http://schemas.microsoft.com/office/drawing/2014/main" id="{45225BCE-A87B-1048-9A6A-39FA50CD8D54}"/>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47" name="Line 13">
            <a:extLst>
              <a:ext uri="{FF2B5EF4-FFF2-40B4-BE49-F238E27FC236}">
                <a16:creationId xmlns:a16="http://schemas.microsoft.com/office/drawing/2014/main" id="{627521EE-1673-5945-BFE7-61CABAC9EFAE}"/>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48" name="Line 14">
            <a:extLst>
              <a:ext uri="{FF2B5EF4-FFF2-40B4-BE49-F238E27FC236}">
                <a16:creationId xmlns:a16="http://schemas.microsoft.com/office/drawing/2014/main" id="{4F37F057-44EB-A54F-812D-6043844BB943}"/>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49" name="Line 15">
            <a:extLst>
              <a:ext uri="{FF2B5EF4-FFF2-40B4-BE49-F238E27FC236}">
                <a16:creationId xmlns:a16="http://schemas.microsoft.com/office/drawing/2014/main" id="{414FF018-960C-1D4D-B094-CC3E30029F51}"/>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50" name="Line 16">
            <a:extLst>
              <a:ext uri="{FF2B5EF4-FFF2-40B4-BE49-F238E27FC236}">
                <a16:creationId xmlns:a16="http://schemas.microsoft.com/office/drawing/2014/main" id="{E4B87690-E824-8D47-AB86-8C05DF13A361}"/>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51" name="Line 17">
            <a:extLst>
              <a:ext uri="{FF2B5EF4-FFF2-40B4-BE49-F238E27FC236}">
                <a16:creationId xmlns:a16="http://schemas.microsoft.com/office/drawing/2014/main" id="{F728BB0B-B0B4-E446-ADFE-EC90D43E9116}"/>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52" name="Line 18">
            <a:extLst>
              <a:ext uri="{FF2B5EF4-FFF2-40B4-BE49-F238E27FC236}">
                <a16:creationId xmlns:a16="http://schemas.microsoft.com/office/drawing/2014/main" id="{4B0807C7-1091-474E-9F42-EF6B107525C7}"/>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53" name="Rectangle 19">
            <a:extLst>
              <a:ext uri="{FF2B5EF4-FFF2-40B4-BE49-F238E27FC236}">
                <a16:creationId xmlns:a16="http://schemas.microsoft.com/office/drawing/2014/main" id="{8A27F056-07A0-3D40-957C-7890048269D1}"/>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93554" name="Rectangle 20">
            <a:extLst>
              <a:ext uri="{FF2B5EF4-FFF2-40B4-BE49-F238E27FC236}">
                <a16:creationId xmlns:a16="http://schemas.microsoft.com/office/drawing/2014/main" id="{72C7224E-D47B-ED40-960B-30E4983C9428}"/>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93555" name="Rectangle 21">
            <a:extLst>
              <a:ext uri="{FF2B5EF4-FFF2-40B4-BE49-F238E27FC236}">
                <a16:creationId xmlns:a16="http://schemas.microsoft.com/office/drawing/2014/main" id="{D4AC239F-182A-5445-94E4-57E6EB944077}"/>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93556" name="Rectangle 22">
            <a:extLst>
              <a:ext uri="{FF2B5EF4-FFF2-40B4-BE49-F238E27FC236}">
                <a16:creationId xmlns:a16="http://schemas.microsoft.com/office/drawing/2014/main" id="{59F1C80E-17AF-E640-9F95-94CD6CF70C7F}"/>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93557" name="Rectangle 23">
            <a:extLst>
              <a:ext uri="{FF2B5EF4-FFF2-40B4-BE49-F238E27FC236}">
                <a16:creationId xmlns:a16="http://schemas.microsoft.com/office/drawing/2014/main" id="{7B8B8255-8AA9-8743-BFD3-9697D262DF9E}"/>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93558" name="Rectangle 24">
            <a:extLst>
              <a:ext uri="{FF2B5EF4-FFF2-40B4-BE49-F238E27FC236}">
                <a16:creationId xmlns:a16="http://schemas.microsoft.com/office/drawing/2014/main" id="{F6289A96-E083-AF4F-A292-7D2D6D0E6555}"/>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93559" name="Rectangle 25">
            <a:extLst>
              <a:ext uri="{FF2B5EF4-FFF2-40B4-BE49-F238E27FC236}">
                <a16:creationId xmlns:a16="http://schemas.microsoft.com/office/drawing/2014/main" id="{BAE7AFF8-D75E-E244-9F0B-53D474F0A64F}"/>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93560" name="Rectangle 26">
            <a:extLst>
              <a:ext uri="{FF2B5EF4-FFF2-40B4-BE49-F238E27FC236}">
                <a16:creationId xmlns:a16="http://schemas.microsoft.com/office/drawing/2014/main" id="{E1D71F54-D97D-2141-9F23-1147205C3BDB}"/>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93561" name="Rectangle 27">
            <a:extLst>
              <a:ext uri="{FF2B5EF4-FFF2-40B4-BE49-F238E27FC236}">
                <a16:creationId xmlns:a16="http://schemas.microsoft.com/office/drawing/2014/main" id="{B9637532-1C8A-F444-834A-ADC3AC064142}"/>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93562" name="Rectangle 28">
            <a:extLst>
              <a:ext uri="{FF2B5EF4-FFF2-40B4-BE49-F238E27FC236}">
                <a16:creationId xmlns:a16="http://schemas.microsoft.com/office/drawing/2014/main" id="{E31CE6BB-E9E3-AF40-BCDF-FC934302D0A9}"/>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93563" name="Rectangle 29">
            <a:extLst>
              <a:ext uri="{FF2B5EF4-FFF2-40B4-BE49-F238E27FC236}">
                <a16:creationId xmlns:a16="http://schemas.microsoft.com/office/drawing/2014/main" id="{08339944-CD98-AC4A-9121-DB792BF1F376}"/>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93564" name="Rectangle 30">
            <a:extLst>
              <a:ext uri="{FF2B5EF4-FFF2-40B4-BE49-F238E27FC236}">
                <a16:creationId xmlns:a16="http://schemas.microsoft.com/office/drawing/2014/main" id="{F36C8361-BAFD-CF4C-A1E1-18A847045F65}"/>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93565" name="Rectangle 32">
            <a:extLst>
              <a:ext uri="{FF2B5EF4-FFF2-40B4-BE49-F238E27FC236}">
                <a16:creationId xmlns:a16="http://schemas.microsoft.com/office/drawing/2014/main" id="{A2880BE4-E2DA-5C40-836F-EC7990705BC2}"/>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93566" name="Rectangle 33">
            <a:extLst>
              <a:ext uri="{FF2B5EF4-FFF2-40B4-BE49-F238E27FC236}">
                <a16:creationId xmlns:a16="http://schemas.microsoft.com/office/drawing/2014/main" id="{A11E7D14-EC75-254D-A0CE-760B55EE9905}"/>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93567" name="Rectangle 34">
            <a:extLst>
              <a:ext uri="{FF2B5EF4-FFF2-40B4-BE49-F238E27FC236}">
                <a16:creationId xmlns:a16="http://schemas.microsoft.com/office/drawing/2014/main" id="{252C5966-ED20-3D4F-BB80-5AAD993B00A2}"/>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93568" name="Rectangle 35">
            <a:extLst>
              <a:ext uri="{FF2B5EF4-FFF2-40B4-BE49-F238E27FC236}">
                <a16:creationId xmlns:a16="http://schemas.microsoft.com/office/drawing/2014/main" id="{0CEDDCDE-2245-3942-9142-E75DFD11E761}"/>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93569" name="Rectangle 36">
            <a:extLst>
              <a:ext uri="{FF2B5EF4-FFF2-40B4-BE49-F238E27FC236}">
                <a16:creationId xmlns:a16="http://schemas.microsoft.com/office/drawing/2014/main" id="{7BCD4B5A-0FF5-A843-936E-EED16A9FE4BF}"/>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93570" name="Rectangle 37">
            <a:extLst>
              <a:ext uri="{FF2B5EF4-FFF2-40B4-BE49-F238E27FC236}">
                <a16:creationId xmlns:a16="http://schemas.microsoft.com/office/drawing/2014/main" id="{DC08D561-E35D-1449-8FAF-3F2EB1E99E6B}"/>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93571" name="Rectangle 38">
            <a:extLst>
              <a:ext uri="{FF2B5EF4-FFF2-40B4-BE49-F238E27FC236}">
                <a16:creationId xmlns:a16="http://schemas.microsoft.com/office/drawing/2014/main" id="{EB488DE7-6EBD-4140-8E48-E2E4471B76C3}"/>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93572" name="Rectangle 39">
            <a:extLst>
              <a:ext uri="{FF2B5EF4-FFF2-40B4-BE49-F238E27FC236}">
                <a16:creationId xmlns:a16="http://schemas.microsoft.com/office/drawing/2014/main" id="{7D451CD0-CD2C-F049-B185-05EE2680CCB3}"/>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93573" name="Rectangle 40">
            <a:extLst>
              <a:ext uri="{FF2B5EF4-FFF2-40B4-BE49-F238E27FC236}">
                <a16:creationId xmlns:a16="http://schemas.microsoft.com/office/drawing/2014/main" id="{6F87E85D-1A7F-C54B-9E3C-E7A503C952A0}"/>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93574" name="Group 41">
            <a:extLst>
              <a:ext uri="{FF2B5EF4-FFF2-40B4-BE49-F238E27FC236}">
                <a16:creationId xmlns:a16="http://schemas.microsoft.com/office/drawing/2014/main" id="{D1F2F613-3B0B-9440-88A7-8B38CCE1B3F0}"/>
              </a:ext>
            </a:extLst>
          </p:cNvPr>
          <p:cNvGrpSpPr>
            <a:grpSpLocks/>
          </p:cNvGrpSpPr>
          <p:nvPr/>
        </p:nvGrpSpPr>
        <p:grpSpPr bwMode="auto">
          <a:xfrm>
            <a:off x="1945482" y="2811066"/>
            <a:ext cx="98822" cy="52388"/>
            <a:chOff x="833" y="3024"/>
            <a:chExt cx="78" cy="51"/>
          </a:xfrm>
        </p:grpSpPr>
        <p:sp>
          <p:nvSpPr>
            <p:cNvPr id="193588" name="Rectangle 42">
              <a:extLst>
                <a:ext uri="{FF2B5EF4-FFF2-40B4-BE49-F238E27FC236}">
                  <a16:creationId xmlns:a16="http://schemas.microsoft.com/office/drawing/2014/main" id="{0CEE4DA4-52F7-224C-BCF9-1E897F1C2830}"/>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3589" name="Line 43">
              <a:extLst>
                <a:ext uri="{FF2B5EF4-FFF2-40B4-BE49-F238E27FC236}">
                  <a16:creationId xmlns:a16="http://schemas.microsoft.com/office/drawing/2014/main" id="{741DE1D1-F705-0446-B8E0-C3351FFF01CC}"/>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90" name="Line 44">
              <a:extLst>
                <a:ext uri="{FF2B5EF4-FFF2-40B4-BE49-F238E27FC236}">
                  <a16:creationId xmlns:a16="http://schemas.microsoft.com/office/drawing/2014/main" id="{0E5FCB8A-8749-2140-A787-30ADEACB2F1B}"/>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93575" name="Group 45">
            <a:extLst>
              <a:ext uri="{FF2B5EF4-FFF2-40B4-BE49-F238E27FC236}">
                <a16:creationId xmlns:a16="http://schemas.microsoft.com/office/drawing/2014/main" id="{CCA7FC6B-54C2-9B49-9DDB-DF1E05744FC9}"/>
              </a:ext>
            </a:extLst>
          </p:cNvPr>
          <p:cNvGrpSpPr>
            <a:grpSpLocks/>
          </p:cNvGrpSpPr>
          <p:nvPr/>
        </p:nvGrpSpPr>
        <p:grpSpPr bwMode="auto">
          <a:xfrm>
            <a:off x="7846219" y="2818210"/>
            <a:ext cx="98822" cy="50006"/>
            <a:chOff x="5432" y="3030"/>
            <a:chExt cx="78" cy="51"/>
          </a:xfrm>
        </p:grpSpPr>
        <p:sp>
          <p:nvSpPr>
            <p:cNvPr id="193585" name="Rectangle 46">
              <a:extLst>
                <a:ext uri="{FF2B5EF4-FFF2-40B4-BE49-F238E27FC236}">
                  <a16:creationId xmlns:a16="http://schemas.microsoft.com/office/drawing/2014/main" id="{75A720D0-3729-874E-A338-B20E453B991C}"/>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3586" name="Line 47">
              <a:extLst>
                <a:ext uri="{FF2B5EF4-FFF2-40B4-BE49-F238E27FC236}">
                  <a16:creationId xmlns:a16="http://schemas.microsoft.com/office/drawing/2014/main" id="{C418ED37-671A-7B4E-ABB4-1E95E48C6655}"/>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87" name="Line 48">
              <a:extLst>
                <a:ext uri="{FF2B5EF4-FFF2-40B4-BE49-F238E27FC236}">
                  <a16:creationId xmlns:a16="http://schemas.microsoft.com/office/drawing/2014/main" id="{A649FB39-0244-CE4F-8504-1E5DAE1F69DE}"/>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93576" name="Rectangle 69">
            <a:extLst>
              <a:ext uri="{FF2B5EF4-FFF2-40B4-BE49-F238E27FC236}">
                <a16:creationId xmlns:a16="http://schemas.microsoft.com/office/drawing/2014/main" id="{149E84DC-05AF-AC46-B77E-29A7D416E75F}"/>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93577" name="Rectangle 71">
            <a:extLst>
              <a:ext uri="{FF2B5EF4-FFF2-40B4-BE49-F238E27FC236}">
                <a16:creationId xmlns:a16="http://schemas.microsoft.com/office/drawing/2014/main" id="{67E64379-17B4-A648-B2D8-4CF2A59140AB}"/>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93578" name="Rectangle 72">
            <a:extLst>
              <a:ext uri="{FF2B5EF4-FFF2-40B4-BE49-F238E27FC236}">
                <a16:creationId xmlns:a16="http://schemas.microsoft.com/office/drawing/2014/main" id="{42ECE3B4-4145-A84A-A046-FC8812DE3AAF}"/>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grpSp>
        <p:nvGrpSpPr>
          <p:cNvPr id="480333" name="Group 77">
            <a:extLst>
              <a:ext uri="{FF2B5EF4-FFF2-40B4-BE49-F238E27FC236}">
                <a16:creationId xmlns:a16="http://schemas.microsoft.com/office/drawing/2014/main" id="{5CEBD974-36BF-434C-A28C-7C398760A5D1}"/>
              </a:ext>
            </a:extLst>
          </p:cNvPr>
          <p:cNvGrpSpPr>
            <a:grpSpLocks/>
          </p:cNvGrpSpPr>
          <p:nvPr/>
        </p:nvGrpSpPr>
        <p:grpSpPr bwMode="auto">
          <a:xfrm>
            <a:off x="1980010" y="2031207"/>
            <a:ext cx="5899547" cy="2349103"/>
            <a:chOff x="703" y="1706"/>
            <a:chExt cx="4955" cy="1973"/>
          </a:xfrm>
        </p:grpSpPr>
        <p:sp>
          <p:nvSpPr>
            <p:cNvPr id="193583" name="Text Box 74">
              <a:extLst>
                <a:ext uri="{FF2B5EF4-FFF2-40B4-BE49-F238E27FC236}">
                  <a16:creationId xmlns:a16="http://schemas.microsoft.com/office/drawing/2014/main" id="{3C77E9AC-353D-1C41-A961-A88A6EFF2EB5}"/>
                </a:ext>
              </a:extLst>
            </p:cNvPr>
            <p:cNvSpPr txBox="1">
              <a:spLocks noChangeArrowheads="1"/>
            </p:cNvSpPr>
            <p:nvPr/>
          </p:nvSpPr>
          <p:spPr bwMode="auto">
            <a:xfrm>
              <a:off x="1463" y="3330"/>
              <a:ext cx="3363"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源地址和目的地址都各占 </a:t>
              </a:r>
              <a:r>
                <a:rPr lang="en-US" altLang="zh-CN" sz="2100">
                  <a:latin typeface="微软雅黑" panose="020B0503020204020204" pitchFamily="34" charset="-122"/>
                  <a:ea typeface="宋体" panose="02010600030101010101" pitchFamily="2" charset="-122"/>
                </a:rPr>
                <a:t>4 </a:t>
              </a:r>
              <a:r>
                <a:rPr lang="zh-CN" altLang="en-US" sz="2100">
                  <a:latin typeface="微软雅黑" panose="020B0503020204020204" pitchFamily="34" charset="-122"/>
                  <a:ea typeface="宋体" panose="02010600030101010101" pitchFamily="2" charset="-122"/>
                </a:rPr>
                <a:t>字节</a:t>
              </a:r>
            </a:p>
          </p:txBody>
        </p:sp>
        <p:sp>
          <p:nvSpPr>
            <p:cNvPr id="193584" name="Rectangle 75">
              <a:extLst>
                <a:ext uri="{FF2B5EF4-FFF2-40B4-BE49-F238E27FC236}">
                  <a16:creationId xmlns:a16="http://schemas.microsoft.com/office/drawing/2014/main" id="{DD58BABA-3111-6C43-BFC8-E041DDCB20AE}"/>
                </a:ext>
              </a:extLst>
            </p:cNvPr>
            <p:cNvSpPr>
              <a:spLocks noChangeArrowheads="1"/>
            </p:cNvSpPr>
            <p:nvPr/>
          </p:nvSpPr>
          <p:spPr bwMode="auto">
            <a:xfrm>
              <a:off x="703" y="1706"/>
              <a:ext cx="4955" cy="545"/>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93580" name="AutoShape 76">
            <a:extLst>
              <a:ext uri="{FF2B5EF4-FFF2-40B4-BE49-F238E27FC236}">
                <a16:creationId xmlns:a16="http://schemas.microsoft.com/office/drawing/2014/main" id="{A55332F4-7208-4046-A388-1DEE1EDBDFED}"/>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3581" name="Rectangle 78">
            <a:extLst>
              <a:ext uri="{FF2B5EF4-FFF2-40B4-BE49-F238E27FC236}">
                <a16:creationId xmlns:a16="http://schemas.microsoft.com/office/drawing/2014/main" id="{6631BEFC-A9A4-1B47-B8EB-703720FD793E}"/>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93582" name="幻灯片编号占位符 1">
            <a:extLst>
              <a:ext uri="{FF2B5EF4-FFF2-40B4-BE49-F238E27FC236}">
                <a16:creationId xmlns:a16="http://schemas.microsoft.com/office/drawing/2014/main" id="{88BD5772-645D-724D-AACE-029578081B48}"/>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012BFBA-BFEC-DE43-BF20-1EAFA4B3F49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03442548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500"/>
                                  </p:stCondLst>
                                  <p:childTnLst>
                                    <p:anim calcmode="discrete" valueType="str">
                                      <p:cBhvr>
                                        <p:cTn id="6" dur="1000" fill="hold"/>
                                        <p:tgtEl>
                                          <p:spTgt spid="48033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5" name="Rectangle 212">
            <a:extLst>
              <a:ext uri="{FF2B5EF4-FFF2-40B4-BE49-F238E27FC236}">
                <a16:creationId xmlns:a16="http://schemas.microsoft.com/office/drawing/2014/main" id="{99332BFF-F269-664C-B454-4CFCBEB631B8}"/>
              </a:ext>
            </a:extLst>
          </p:cNvPr>
          <p:cNvSpPr>
            <a:spLocks noGrp="1" noChangeArrowheads="1"/>
          </p:cNvSpPr>
          <p:nvPr>
            <p:ph type="title"/>
          </p:nvPr>
        </p:nvSpPr>
        <p:spPr>
          <a:xfrm>
            <a:off x="148591" y="274797"/>
            <a:ext cx="7405926" cy="521494"/>
          </a:xfrm>
        </p:spPr>
        <p:txBody>
          <a:bodyPr/>
          <a:lstStyle/>
          <a:p>
            <a:pPr eaLnBrk="1" hangingPunct="1"/>
            <a:r>
              <a:rPr lang="en-US" altLang="zh-CN" dirty="0">
                <a:latin typeface="Times New Roman" panose="02020603050405020304" pitchFamily="18" charset="0"/>
                <a:ea typeface="宋体" panose="02010600030101010101" pitchFamily="2" charset="-122"/>
              </a:rPr>
              <a:t>2.  IP </a:t>
            </a:r>
            <a:r>
              <a:rPr lang="zh-CN" altLang="en-US" dirty="0">
                <a:latin typeface="Times New Roman" panose="02020603050405020304" pitchFamily="18" charset="0"/>
                <a:ea typeface="宋体" panose="02010600030101010101" pitchFamily="2" charset="-122"/>
              </a:rPr>
              <a:t>数据报首部的可变部分 </a:t>
            </a:r>
          </a:p>
        </p:txBody>
      </p:sp>
      <p:sp>
        <p:nvSpPr>
          <p:cNvPr id="251093" name="Rectangle 213">
            <a:extLst>
              <a:ext uri="{FF2B5EF4-FFF2-40B4-BE49-F238E27FC236}">
                <a16:creationId xmlns:a16="http://schemas.microsoft.com/office/drawing/2014/main" id="{76F248B2-0F05-F54B-96F7-0ECB3C099EE5}"/>
              </a:ext>
            </a:extLst>
          </p:cNvPr>
          <p:cNvSpPr>
            <a:spLocks noGrp="1" noChangeArrowheads="1"/>
          </p:cNvSpPr>
          <p:nvPr>
            <p:ph type="body" idx="1"/>
          </p:nvPr>
        </p:nvSpPr>
        <p:spPr>
          <a:xfrm>
            <a:off x="148591" y="1013936"/>
            <a:ext cx="8692989" cy="3725466"/>
          </a:xfrm>
        </p:spPr>
        <p:txBody>
          <a:bodyPr/>
          <a:lstStyle/>
          <a:p>
            <a:pPr algn="just" eaLnBrk="1" hangingPunct="1"/>
            <a:r>
              <a:rPr lang="en-US" altLang="zh-CN" dirty="0">
                <a:ea typeface="宋体" panose="02010600030101010101" pitchFamily="2" charset="-122"/>
              </a:rPr>
              <a:t>IP </a:t>
            </a:r>
            <a:r>
              <a:rPr lang="zh-CN" altLang="en-US" dirty="0">
                <a:ea typeface="宋体" panose="02010600030101010101" pitchFamily="2" charset="-122"/>
              </a:rPr>
              <a:t>首部的可变部分就是一个</a:t>
            </a:r>
            <a:r>
              <a:rPr lang="zh-CN" altLang="en-US" dirty="0">
                <a:solidFill>
                  <a:srgbClr val="FF0000"/>
                </a:solidFill>
                <a:ea typeface="宋体" panose="02010600030101010101" pitchFamily="2" charset="-122"/>
              </a:rPr>
              <a:t>选项字段</a:t>
            </a:r>
            <a:r>
              <a:rPr lang="zh-CN" altLang="en-US" dirty="0">
                <a:ea typeface="宋体" panose="02010600030101010101" pitchFamily="2" charset="-122"/>
              </a:rPr>
              <a:t>，用来支持</a:t>
            </a:r>
            <a:r>
              <a:rPr lang="zh-CN" altLang="en-US" dirty="0">
                <a:solidFill>
                  <a:srgbClr val="FF0000"/>
                </a:solidFill>
                <a:ea typeface="宋体" panose="02010600030101010101" pitchFamily="2" charset="-122"/>
              </a:rPr>
              <a:t>排错、测量以及安全</a:t>
            </a:r>
            <a:r>
              <a:rPr lang="zh-CN" altLang="en-US" dirty="0">
                <a:ea typeface="宋体" panose="02010600030101010101" pitchFamily="2" charset="-122"/>
              </a:rPr>
              <a:t>等措施，内容很丰富。</a:t>
            </a:r>
          </a:p>
          <a:p>
            <a:pPr algn="just" eaLnBrk="1" hangingPunct="1"/>
            <a:r>
              <a:rPr lang="zh-CN" altLang="en-US" dirty="0">
                <a:ea typeface="宋体" panose="02010600030101010101" pitchFamily="2" charset="-122"/>
              </a:rPr>
              <a:t>选项字段的长度可变，从 </a:t>
            </a:r>
            <a:r>
              <a:rPr lang="en-US" altLang="zh-CN" dirty="0">
                <a:solidFill>
                  <a:srgbClr val="FF0000"/>
                </a:solidFill>
                <a:ea typeface="宋体" panose="02010600030101010101" pitchFamily="2" charset="-122"/>
              </a:rPr>
              <a:t>1 </a:t>
            </a:r>
            <a:r>
              <a:rPr lang="zh-CN" altLang="en-US" dirty="0">
                <a:solidFill>
                  <a:srgbClr val="FF0000"/>
                </a:solidFill>
                <a:ea typeface="宋体" panose="02010600030101010101" pitchFamily="2" charset="-122"/>
              </a:rPr>
              <a:t>个字节到 </a:t>
            </a:r>
            <a:r>
              <a:rPr lang="en-US" altLang="zh-CN" dirty="0">
                <a:solidFill>
                  <a:srgbClr val="FF0000"/>
                </a:solidFill>
                <a:ea typeface="宋体" panose="02010600030101010101" pitchFamily="2" charset="-122"/>
              </a:rPr>
              <a:t>40 </a:t>
            </a:r>
            <a:r>
              <a:rPr lang="zh-CN" altLang="en-US" dirty="0">
                <a:solidFill>
                  <a:srgbClr val="FF0000"/>
                </a:solidFill>
                <a:ea typeface="宋体" panose="02010600030101010101" pitchFamily="2" charset="-122"/>
              </a:rPr>
              <a:t>个字节</a:t>
            </a:r>
            <a:r>
              <a:rPr lang="zh-CN" altLang="en-US" dirty="0">
                <a:ea typeface="宋体" panose="02010600030101010101" pitchFamily="2" charset="-122"/>
              </a:rPr>
              <a:t>不等，取决于所选择的项目。</a:t>
            </a:r>
          </a:p>
          <a:p>
            <a:pPr algn="just" eaLnBrk="1" hangingPunct="1"/>
            <a:r>
              <a:rPr lang="zh-CN" altLang="en-US" dirty="0">
                <a:ea typeface="宋体" panose="02010600030101010101" pitchFamily="2" charset="-122"/>
              </a:rPr>
              <a:t>增加首部的可变部分是为了增加 </a:t>
            </a:r>
            <a:r>
              <a:rPr lang="en-US" altLang="zh-CN" dirty="0">
                <a:ea typeface="宋体" panose="02010600030101010101" pitchFamily="2" charset="-122"/>
              </a:rPr>
              <a:t>IP </a:t>
            </a:r>
            <a:r>
              <a:rPr lang="zh-CN" altLang="en-US" dirty="0">
                <a:ea typeface="宋体" panose="02010600030101010101" pitchFamily="2" charset="-122"/>
              </a:rPr>
              <a:t>数据报的功能，但这同时也使得 </a:t>
            </a:r>
            <a:r>
              <a:rPr lang="en-US" altLang="zh-CN" dirty="0">
                <a:ea typeface="宋体" panose="02010600030101010101" pitchFamily="2" charset="-122"/>
              </a:rPr>
              <a:t>IP </a:t>
            </a:r>
            <a:r>
              <a:rPr lang="zh-CN" altLang="en-US" dirty="0">
                <a:ea typeface="宋体" panose="02010600030101010101" pitchFamily="2" charset="-122"/>
              </a:rPr>
              <a:t>数据报的首部长度成为可变的。这就增加了每一个路由器处理数据报的开销。</a:t>
            </a:r>
          </a:p>
          <a:p>
            <a:pPr algn="just" eaLnBrk="1" hangingPunct="1"/>
            <a:r>
              <a:rPr lang="zh-CN" altLang="en-US" dirty="0">
                <a:ea typeface="宋体" panose="02010600030101010101" pitchFamily="2" charset="-122"/>
              </a:rPr>
              <a:t>实际上这些选项很少被使用。  </a:t>
            </a:r>
          </a:p>
        </p:txBody>
      </p:sp>
      <p:sp>
        <p:nvSpPr>
          <p:cNvPr id="195587" name="幻灯片编号占位符 1">
            <a:extLst>
              <a:ext uri="{FF2B5EF4-FFF2-40B4-BE49-F238E27FC236}">
                <a16:creationId xmlns:a16="http://schemas.microsoft.com/office/drawing/2014/main" id="{E212AD06-D2AE-244F-BDE3-D96319382FF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AC97E37-4C3A-9141-A900-3144F86E8B8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53924589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5109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5109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5109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1093" grpId="0" build="p"/>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633" name="Rectangle 45">
            <a:extLst>
              <a:ext uri="{FF2B5EF4-FFF2-40B4-BE49-F238E27FC236}">
                <a16:creationId xmlns:a16="http://schemas.microsoft.com/office/drawing/2014/main" id="{E2FBD5E6-57C1-004A-A7BC-F23937E98214}"/>
              </a:ext>
            </a:extLst>
          </p:cNvPr>
          <p:cNvSpPr>
            <a:spLocks noGrp="1" noChangeArrowheads="1"/>
          </p:cNvSpPr>
          <p:nvPr>
            <p:ph type="title"/>
          </p:nvPr>
        </p:nvSpPr>
        <p:spPr>
          <a:xfrm>
            <a:off x="182881" y="303609"/>
            <a:ext cx="7371636" cy="521494"/>
          </a:xfrm>
        </p:spPr>
        <p:txBody>
          <a:bodyPr/>
          <a:lstStyle/>
          <a:p>
            <a:pPr eaLnBrk="1" hangingPunct="1"/>
            <a:r>
              <a:rPr lang="en-US" altLang="zh-CN" dirty="0">
                <a:latin typeface="Times New Roman" panose="02020603050405020304" pitchFamily="18" charset="0"/>
                <a:ea typeface="宋体" panose="02010600030101010101" pitchFamily="2" charset="-122"/>
              </a:rPr>
              <a:t>4.2.6  IP </a:t>
            </a:r>
            <a:r>
              <a:rPr lang="zh-CN" altLang="en-US" dirty="0">
                <a:latin typeface="Times New Roman" panose="02020603050405020304" pitchFamily="18" charset="0"/>
                <a:ea typeface="宋体" panose="02010600030101010101" pitchFamily="2" charset="-122"/>
              </a:rPr>
              <a:t>层转发分组的流程 </a:t>
            </a:r>
          </a:p>
        </p:txBody>
      </p:sp>
      <p:sp>
        <p:nvSpPr>
          <p:cNvPr id="197634" name="Rectangle 49">
            <a:extLst>
              <a:ext uri="{FF2B5EF4-FFF2-40B4-BE49-F238E27FC236}">
                <a16:creationId xmlns:a16="http://schemas.microsoft.com/office/drawing/2014/main" id="{892A1A4A-F0CD-3C4E-8327-D1F0E0A5CB08}"/>
              </a:ext>
            </a:extLst>
          </p:cNvPr>
          <p:cNvSpPr>
            <a:spLocks noGrp="1" noChangeArrowheads="1"/>
          </p:cNvSpPr>
          <p:nvPr>
            <p:ph type="body" idx="1"/>
          </p:nvPr>
        </p:nvSpPr>
        <p:spPr>
          <a:xfrm>
            <a:off x="285750" y="1113235"/>
            <a:ext cx="8641080" cy="3726656"/>
          </a:xfrm>
        </p:spPr>
        <p:txBody>
          <a:bodyPr/>
          <a:lstStyle/>
          <a:p>
            <a:pPr eaLnBrk="1" hangingPunct="1">
              <a:lnSpc>
                <a:spcPct val="90000"/>
              </a:lnSpc>
            </a:pPr>
            <a:r>
              <a:rPr lang="zh-CN" altLang="en-US" dirty="0">
                <a:latin typeface="Times New Roman" panose="02020603050405020304" pitchFamily="18" charset="0"/>
                <a:ea typeface="宋体" panose="02010600030101010101" pitchFamily="2" charset="-122"/>
              </a:rPr>
              <a:t>有四个 </a:t>
            </a:r>
            <a:r>
              <a:rPr lang="en-US" altLang="zh-CN" dirty="0">
                <a:latin typeface="Times New Roman" panose="02020603050405020304" pitchFamily="18" charset="0"/>
                <a:ea typeface="宋体" panose="02010600030101010101" pitchFamily="2" charset="-122"/>
              </a:rPr>
              <a:t>A </a:t>
            </a:r>
            <a:r>
              <a:rPr lang="zh-CN" altLang="en-US" dirty="0">
                <a:latin typeface="Times New Roman" panose="02020603050405020304" pitchFamily="18" charset="0"/>
                <a:ea typeface="宋体" panose="02010600030101010101" pitchFamily="2" charset="-122"/>
              </a:rPr>
              <a:t>类网络通过三个路由器连接在一起。每一个网络上都可能有成千上万个主机。</a:t>
            </a:r>
          </a:p>
          <a:p>
            <a:pPr eaLnBrk="1" hangingPunct="1">
              <a:lnSpc>
                <a:spcPct val="90000"/>
              </a:lnSpc>
            </a:pPr>
            <a:r>
              <a:rPr lang="zh-CN" altLang="en-US" dirty="0">
                <a:latin typeface="Times New Roman" panose="02020603050405020304" pitchFamily="18" charset="0"/>
                <a:ea typeface="宋体" panose="02010600030101010101" pitchFamily="2" charset="-122"/>
              </a:rPr>
              <a:t>可以想像，若按目的主机号来制作路由表，则所得出的路由表就会过于庞大。</a:t>
            </a:r>
          </a:p>
          <a:p>
            <a:pPr eaLnBrk="1" hangingPunct="1">
              <a:lnSpc>
                <a:spcPct val="90000"/>
              </a:lnSpc>
            </a:pPr>
            <a:r>
              <a:rPr lang="zh-CN" altLang="en-US" dirty="0">
                <a:latin typeface="Times New Roman" panose="02020603050405020304" pitchFamily="18" charset="0"/>
                <a:ea typeface="宋体" panose="02010600030101010101" pitchFamily="2" charset="-122"/>
              </a:rPr>
              <a:t>但若按主机所在的</a:t>
            </a:r>
            <a:r>
              <a:rPr lang="zh-CN" altLang="en-US" dirty="0">
                <a:solidFill>
                  <a:schemeClr val="hlink"/>
                </a:solidFill>
                <a:latin typeface="Times New Roman" panose="02020603050405020304" pitchFamily="18" charset="0"/>
                <a:ea typeface="宋体" panose="02010600030101010101" pitchFamily="2" charset="-122"/>
              </a:rPr>
              <a:t>网络地址</a:t>
            </a:r>
            <a:r>
              <a:rPr lang="zh-CN" altLang="en-US" dirty="0">
                <a:latin typeface="Times New Roman" panose="02020603050405020304" pitchFamily="18" charset="0"/>
                <a:ea typeface="宋体" panose="02010600030101010101" pitchFamily="2" charset="-122"/>
              </a:rPr>
              <a:t>来制作路由表，那么每一个路由器中的路由表就只包含 </a:t>
            </a:r>
            <a:r>
              <a:rPr lang="en-US" altLang="zh-CN" dirty="0">
                <a:latin typeface="Times New Roman" panose="02020603050405020304" pitchFamily="18" charset="0"/>
                <a:ea typeface="宋体" panose="02010600030101010101" pitchFamily="2" charset="-122"/>
              </a:rPr>
              <a:t>4 </a:t>
            </a:r>
            <a:r>
              <a:rPr lang="zh-CN" altLang="en-US" dirty="0">
                <a:latin typeface="Times New Roman" panose="02020603050405020304" pitchFamily="18" charset="0"/>
                <a:ea typeface="宋体" panose="02010600030101010101" pitchFamily="2" charset="-122"/>
              </a:rPr>
              <a:t>个项目。这样就可使路由表大大简化。 </a:t>
            </a:r>
          </a:p>
        </p:txBody>
      </p:sp>
      <p:sp>
        <p:nvSpPr>
          <p:cNvPr id="197635" name="幻灯片编号占位符 1">
            <a:extLst>
              <a:ext uri="{FF2B5EF4-FFF2-40B4-BE49-F238E27FC236}">
                <a16:creationId xmlns:a16="http://schemas.microsoft.com/office/drawing/2014/main" id="{11F14047-99E6-294D-A102-07495692BA6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558E56F-4753-724B-A3BB-4E1BE89A51B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176212017"/>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99681" name="Freeform 4">
            <a:extLst>
              <a:ext uri="{FF2B5EF4-FFF2-40B4-BE49-F238E27FC236}">
                <a16:creationId xmlns:a16="http://schemas.microsoft.com/office/drawing/2014/main" id="{0919F39D-A00D-C947-9806-119DDDD364AD}"/>
              </a:ext>
            </a:extLst>
          </p:cNvPr>
          <p:cNvSpPr>
            <a:spLocks/>
          </p:cNvSpPr>
          <p:nvPr/>
        </p:nvSpPr>
        <p:spPr bwMode="auto">
          <a:xfrm>
            <a:off x="2742010" y="1801416"/>
            <a:ext cx="3720703" cy="816769"/>
          </a:xfrm>
          <a:custGeom>
            <a:avLst/>
            <a:gdLst>
              <a:gd name="T0" fmla="*/ 0 w 3024"/>
              <a:gd name="T1" fmla="*/ 2147483646 h 636"/>
              <a:gd name="T2" fmla="*/ 2147483646 w 3024"/>
              <a:gd name="T3" fmla="*/ 0 h 636"/>
              <a:gd name="T4" fmla="*/ 2147483646 w 3024"/>
              <a:gd name="T5" fmla="*/ 2147483646 h 636"/>
              <a:gd name="T6" fmla="*/ 0 w 3024"/>
              <a:gd name="T7" fmla="*/ 2147483646 h 6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024" h="636">
                <a:moveTo>
                  <a:pt x="0" y="636"/>
                </a:moveTo>
                <a:lnTo>
                  <a:pt x="1520" y="0"/>
                </a:lnTo>
                <a:lnTo>
                  <a:pt x="3024" y="636"/>
                </a:lnTo>
                <a:lnTo>
                  <a:pt x="0" y="636"/>
                </a:lnTo>
                <a:close/>
              </a:path>
            </a:pathLst>
          </a:custGeom>
          <a:gradFill rotWithShape="1">
            <a:gsLst>
              <a:gs pos="0">
                <a:srgbClr val="D1D17D"/>
              </a:gs>
              <a:gs pos="100000">
                <a:srgbClr val="FFFF99"/>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199682" name="Group 5">
            <a:extLst>
              <a:ext uri="{FF2B5EF4-FFF2-40B4-BE49-F238E27FC236}">
                <a16:creationId xmlns:a16="http://schemas.microsoft.com/office/drawing/2014/main" id="{DFF2E96D-87F9-AE4D-BCCF-662D5B49E9BE}"/>
              </a:ext>
            </a:extLst>
          </p:cNvPr>
          <p:cNvGrpSpPr>
            <a:grpSpLocks/>
          </p:cNvGrpSpPr>
          <p:nvPr/>
        </p:nvGrpSpPr>
        <p:grpSpPr bwMode="auto">
          <a:xfrm>
            <a:off x="1143001" y="1391841"/>
            <a:ext cx="954881" cy="685800"/>
            <a:chOff x="912" y="768"/>
            <a:chExt cx="2400" cy="1584"/>
          </a:xfrm>
        </p:grpSpPr>
        <p:sp>
          <p:nvSpPr>
            <p:cNvPr id="199811" name="Oval 6">
              <a:extLst>
                <a:ext uri="{FF2B5EF4-FFF2-40B4-BE49-F238E27FC236}">
                  <a16:creationId xmlns:a16="http://schemas.microsoft.com/office/drawing/2014/main" id="{FD14BDC9-DDEB-6948-8810-333CBD7DC015}"/>
                </a:ext>
              </a:extLst>
            </p:cNvPr>
            <p:cNvSpPr>
              <a:spLocks noChangeArrowheads="1"/>
            </p:cNvSpPr>
            <p:nvPr/>
          </p:nvSpPr>
          <p:spPr bwMode="auto">
            <a:xfrm>
              <a:off x="1751" y="799"/>
              <a:ext cx="1026" cy="628"/>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12" name="Oval 7">
              <a:extLst>
                <a:ext uri="{FF2B5EF4-FFF2-40B4-BE49-F238E27FC236}">
                  <a16:creationId xmlns:a16="http://schemas.microsoft.com/office/drawing/2014/main" id="{A6FDAC6C-93CA-9149-9C16-CAEE8F89F0B2}"/>
                </a:ext>
              </a:extLst>
            </p:cNvPr>
            <p:cNvSpPr>
              <a:spLocks noChangeArrowheads="1"/>
            </p:cNvSpPr>
            <p:nvPr/>
          </p:nvSpPr>
          <p:spPr bwMode="auto">
            <a:xfrm>
              <a:off x="1172" y="972"/>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13" name="Oval 8">
              <a:extLst>
                <a:ext uri="{FF2B5EF4-FFF2-40B4-BE49-F238E27FC236}">
                  <a16:creationId xmlns:a16="http://schemas.microsoft.com/office/drawing/2014/main" id="{AF7BA29A-2927-3740-9025-2A6D04B7BAD0}"/>
                </a:ext>
              </a:extLst>
            </p:cNvPr>
            <p:cNvSpPr>
              <a:spLocks noChangeArrowheads="1"/>
            </p:cNvSpPr>
            <p:nvPr/>
          </p:nvSpPr>
          <p:spPr bwMode="auto">
            <a:xfrm>
              <a:off x="926" y="1364"/>
              <a:ext cx="521" cy="502"/>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14" name="Oval 9">
              <a:extLst>
                <a:ext uri="{FF2B5EF4-FFF2-40B4-BE49-F238E27FC236}">
                  <a16:creationId xmlns:a16="http://schemas.microsoft.com/office/drawing/2014/main" id="{AE920571-362A-4F48-92E0-CE8D44F0AEB5}"/>
                </a:ext>
              </a:extLst>
            </p:cNvPr>
            <p:cNvSpPr>
              <a:spLocks noChangeArrowheads="1"/>
            </p:cNvSpPr>
            <p:nvPr/>
          </p:nvSpPr>
          <p:spPr bwMode="auto">
            <a:xfrm>
              <a:off x="1085" y="1599"/>
              <a:ext cx="796"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15" name="Oval 10">
              <a:extLst>
                <a:ext uri="{FF2B5EF4-FFF2-40B4-BE49-F238E27FC236}">
                  <a16:creationId xmlns:a16="http://schemas.microsoft.com/office/drawing/2014/main" id="{C0E73485-2BCE-0C4A-8957-A13C3253A99A}"/>
                </a:ext>
              </a:extLst>
            </p:cNvPr>
            <p:cNvSpPr>
              <a:spLocks noChangeArrowheads="1"/>
            </p:cNvSpPr>
            <p:nvPr/>
          </p:nvSpPr>
          <p:spPr bwMode="auto">
            <a:xfrm>
              <a:off x="1664" y="1693"/>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16" name="Oval 11">
              <a:extLst>
                <a:ext uri="{FF2B5EF4-FFF2-40B4-BE49-F238E27FC236}">
                  <a16:creationId xmlns:a16="http://schemas.microsoft.com/office/drawing/2014/main" id="{392AE9B0-072F-B94A-94A3-4D97C68F14CF}"/>
                </a:ext>
              </a:extLst>
            </p:cNvPr>
            <p:cNvSpPr>
              <a:spLocks noChangeArrowheads="1"/>
            </p:cNvSpPr>
            <p:nvPr/>
          </p:nvSpPr>
          <p:spPr bwMode="auto">
            <a:xfrm>
              <a:off x="2445" y="988"/>
              <a:ext cx="751"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17" name="Oval 12">
              <a:extLst>
                <a:ext uri="{FF2B5EF4-FFF2-40B4-BE49-F238E27FC236}">
                  <a16:creationId xmlns:a16="http://schemas.microsoft.com/office/drawing/2014/main" id="{0FC7B878-6AE3-E74C-B2ED-BFEA7E0CEBDB}"/>
                </a:ext>
              </a:extLst>
            </p:cNvPr>
            <p:cNvSpPr>
              <a:spLocks noChangeArrowheads="1"/>
            </p:cNvSpPr>
            <p:nvPr/>
          </p:nvSpPr>
          <p:spPr bwMode="auto">
            <a:xfrm>
              <a:off x="2560" y="1317"/>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18" name="Oval 13">
              <a:extLst>
                <a:ext uri="{FF2B5EF4-FFF2-40B4-BE49-F238E27FC236}">
                  <a16:creationId xmlns:a16="http://schemas.microsoft.com/office/drawing/2014/main" id="{35850DFB-D381-8343-8243-8422AF1F2E24}"/>
                </a:ext>
              </a:extLst>
            </p:cNvPr>
            <p:cNvSpPr>
              <a:spLocks noChangeArrowheads="1"/>
            </p:cNvSpPr>
            <p:nvPr/>
          </p:nvSpPr>
          <p:spPr bwMode="auto">
            <a:xfrm>
              <a:off x="2488" y="1427"/>
              <a:ext cx="752"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19" name="Oval 14">
              <a:extLst>
                <a:ext uri="{FF2B5EF4-FFF2-40B4-BE49-F238E27FC236}">
                  <a16:creationId xmlns:a16="http://schemas.microsoft.com/office/drawing/2014/main" id="{6E82E90D-2AC0-2045-9DF2-13DF7E1BDE7C}"/>
                </a:ext>
              </a:extLst>
            </p:cNvPr>
            <p:cNvSpPr>
              <a:spLocks noChangeArrowheads="1"/>
            </p:cNvSpPr>
            <p:nvPr/>
          </p:nvSpPr>
          <p:spPr bwMode="auto">
            <a:xfrm>
              <a:off x="1360" y="1176"/>
              <a:ext cx="1547"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99820" name="Group 15">
              <a:extLst>
                <a:ext uri="{FF2B5EF4-FFF2-40B4-BE49-F238E27FC236}">
                  <a16:creationId xmlns:a16="http://schemas.microsoft.com/office/drawing/2014/main" id="{994EC62D-A944-F24B-9552-AF6E45D1AA51}"/>
                </a:ext>
              </a:extLst>
            </p:cNvPr>
            <p:cNvGrpSpPr>
              <a:grpSpLocks/>
            </p:cNvGrpSpPr>
            <p:nvPr/>
          </p:nvGrpSpPr>
          <p:grpSpPr bwMode="auto">
            <a:xfrm>
              <a:off x="912" y="768"/>
              <a:ext cx="2386" cy="1553"/>
              <a:chOff x="912" y="768"/>
              <a:chExt cx="2386" cy="1553"/>
            </a:xfrm>
          </p:grpSpPr>
          <p:sp>
            <p:nvSpPr>
              <p:cNvPr id="199821" name="Oval 16">
                <a:extLst>
                  <a:ext uri="{FF2B5EF4-FFF2-40B4-BE49-F238E27FC236}">
                    <a16:creationId xmlns:a16="http://schemas.microsoft.com/office/drawing/2014/main" id="{BB542201-1221-FE49-B3BE-D9AAD60D7B6E}"/>
                  </a:ext>
                </a:extLst>
              </p:cNvPr>
              <p:cNvSpPr>
                <a:spLocks noChangeArrowheads="1"/>
              </p:cNvSpPr>
              <p:nvPr/>
            </p:nvSpPr>
            <p:spPr bwMode="auto">
              <a:xfrm>
                <a:off x="1736" y="768"/>
                <a:ext cx="1027"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22" name="Oval 17">
                <a:extLst>
                  <a:ext uri="{FF2B5EF4-FFF2-40B4-BE49-F238E27FC236}">
                    <a16:creationId xmlns:a16="http://schemas.microsoft.com/office/drawing/2014/main" id="{144797A1-2975-EE4E-A4C2-9FFA7AB1BB16}"/>
                  </a:ext>
                </a:extLst>
              </p:cNvPr>
              <p:cNvSpPr>
                <a:spLocks noChangeArrowheads="1"/>
              </p:cNvSpPr>
              <p:nvPr/>
            </p:nvSpPr>
            <p:spPr bwMode="auto">
              <a:xfrm>
                <a:off x="1158" y="941"/>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23" name="Oval 18">
                <a:extLst>
                  <a:ext uri="{FF2B5EF4-FFF2-40B4-BE49-F238E27FC236}">
                    <a16:creationId xmlns:a16="http://schemas.microsoft.com/office/drawing/2014/main" id="{AD5C8BEE-F7C7-934B-A023-E40BEB8E420C}"/>
                  </a:ext>
                </a:extLst>
              </p:cNvPr>
              <p:cNvSpPr>
                <a:spLocks noChangeArrowheads="1"/>
              </p:cNvSpPr>
              <p:nvPr/>
            </p:nvSpPr>
            <p:spPr bwMode="auto">
              <a:xfrm>
                <a:off x="912" y="1333"/>
                <a:ext cx="520" cy="501"/>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24" name="Oval 19">
                <a:extLst>
                  <a:ext uri="{FF2B5EF4-FFF2-40B4-BE49-F238E27FC236}">
                    <a16:creationId xmlns:a16="http://schemas.microsoft.com/office/drawing/2014/main" id="{4B5B0E9D-C891-404B-AD50-4BB76E77F58C}"/>
                  </a:ext>
                </a:extLst>
              </p:cNvPr>
              <p:cNvSpPr>
                <a:spLocks noChangeArrowheads="1"/>
              </p:cNvSpPr>
              <p:nvPr/>
            </p:nvSpPr>
            <p:spPr bwMode="auto">
              <a:xfrm>
                <a:off x="1071" y="1568"/>
                <a:ext cx="795"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25" name="Oval 20">
                <a:extLst>
                  <a:ext uri="{FF2B5EF4-FFF2-40B4-BE49-F238E27FC236}">
                    <a16:creationId xmlns:a16="http://schemas.microsoft.com/office/drawing/2014/main" id="{0DFEB763-25A3-6740-B383-47A67408D340}"/>
                  </a:ext>
                </a:extLst>
              </p:cNvPr>
              <p:cNvSpPr>
                <a:spLocks noChangeArrowheads="1"/>
              </p:cNvSpPr>
              <p:nvPr/>
            </p:nvSpPr>
            <p:spPr bwMode="auto">
              <a:xfrm>
                <a:off x="1649" y="1662"/>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26" name="Oval 21">
                <a:extLst>
                  <a:ext uri="{FF2B5EF4-FFF2-40B4-BE49-F238E27FC236}">
                    <a16:creationId xmlns:a16="http://schemas.microsoft.com/office/drawing/2014/main" id="{F2894A5B-CE1E-E841-B97D-B78B9840D907}"/>
                  </a:ext>
                </a:extLst>
              </p:cNvPr>
              <p:cNvSpPr>
                <a:spLocks noChangeArrowheads="1"/>
              </p:cNvSpPr>
              <p:nvPr/>
            </p:nvSpPr>
            <p:spPr bwMode="auto">
              <a:xfrm>
                <a:off x="2430" y="95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27" name="Oval 22">
                <a:extLst>
                  <a:ext uri="{FF2B5EF4-FFF2-40B4-BE49-F238E27FC236}">
                    <a16:creationId xmlns:a16="http://schemas.microsoft.com/office/drawing/2014/main" id="{848DEEE3-9F54-094E-A7C8-6B98D7FC5F91}"/>
                  </a:ext>
                </a:extLst>
              </p:cNvPr>
              <p:cNvSpPr>
                <a:spLocks noChangeArrowheads="1"/>
              </p:cNvSpPr>
              <p:nvPr/>
            </p:nvSpPr>
            <p:spPr bwMode="auto">
              <a:xfrm>
                <a:off x="2546" y="128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28" name="Oval 23">
                <a:extLst>
                  <a:ext uri="{FF2B5EF4-FFF2-40B4-BE49-F238E27FC236}">
                    <a16:creationId xmlns:a16="http://schemas.microsoft.com/office/drawing/2014/main" id="{B97F6395-0FE7-3B45-88B1-D4CFBAE6DF13}"/>
                  </a:ext>
                </a:extLst>
              </p:cNvPr>
              <p:cNvSpPr>
                <a:spLocks noChangeArrowheads="1"/>
              </p:cNvSpPr>
              <p:nvPr/>
            </p:nvSpPr>
            <p:spPr bwMode="auto">
              <a:xfrm>
                <a:off x="2473" y="1395"/>
                <a:ext cx="752"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29" name="Oval 24">
                <a:extLst>
                  <a:ext uri="{FF2B5EF4-FFF2-40B4-BE49-F238E27FC236}">
                    <a16:creationId xmlns:a16="http://schemas.microsoft.com/office/drawing/2014/main" id="{10CBF6AE-2A58-C44C-90EC-A4EB0B2EE63C}"/>
                  </a:ext>
                </a:extLst>
              </p:cNvPr>
              <p:cNvSpPr>
                <a:spLocks noChangeArrowheads="1"/>
              </p:cNvSpPr>
              <p:nvPr/>
            </p:nvSpPr>
            <p:spPr bwMode="auto">
              <a:xfrm>
                <a:off x="1346" y="1144"/>
                <a:ext cx="1547"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sp>
        <p:nvSpPr>
          <p:cNvPr id="199683" name="Line 25">
            <a:extLst>
              <a:ext uri="{FF2B5EF4-FFF2-40B4-BE49-F238E27FC236}">
                <a16:creationId xmlns:a16="http://schemas.microsoft.com/office/drawing/2014/main" id="{1BF9AAA2-0534-2D47-98F1-67E5FE63AA68}"/>
              </a:ext>
            </a:extLst>
          </p:cNvPr>
          <p:cNvSpPr>
            <a:spLocks noChangeShapeType="1"/>
          </p:cNvSpPr>
          <p:nvPr/>
        </p:nvSpPr>
        <p:spPr bwMode="auto">
          <a:xfrm>
            <a:off x="2097881" y="1714500"/>
            <a:ext cx="5068491"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99684" name="Group 26">
            <a:extLst>
              <a:ext uri="{FF2B5EF4-FFF2-40B4-BE49-F238E27FC236}">
                <a16:creationId xmlns:a16="http://schemas.microsoft.com/office/drawing/2014/main" id="{5A14F52A-F22E-4848-AD24-A9178861A9BF}"/>
              </a:ext>
            </a:extLst>
          </p:cNvPr>
          <p:cNvGrpSpPr>
            <a:grpSpLocks/>
          </p:cNvGrpSpPr>
          <p:nvPr/>
        </p:nvGrpSpPr>
        <p:grpSpPr bwMode="auto">
          <a:xfrm>
            <a:off x="6998494" y="1391841"/>
            <a:ext cx="954881" cy="685800"/>
            <a:chOff x="912" y="768"/>
            <a:chExt cx="2400" cy="1584"/>
          </a:xfrm>
        </p:grpSpPr>
        <p:sp>
          <p:nvSpPr>
            <p:cNvPr id="199792" name="Oval 27">
              <a:extLst>
                <a:ext uri="{FF2B5EF4-FFF2-40B4-BE49-F238E27FC236}">
                  <a16:creationId xmlns:a16="http://schemas.microsoft.com/office/drawing/2014/main" id="{405451C7-8372-F542-AEF6-9510A29BD557}"/>
                </a:ext>
              </a:extLst>
            </p:cNvPr>
            <p:cNvSpPr>
              <a:spLocks noChangeArrowheads="1"/>
            </p:cNvSpPr>
            <p:nvPr/>
          </p:nvSpPr>
          <p:spPr bwMode="auto">
            <a:xfrm>
              <a:off x="1751" y="799"/>
              <a:ext cx="1026" cy="628"/>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93" name="Oval 28">
              <a:extLst>
                <a:ext uri="{FF2B5EF4-FFF2-40B4-BE49-F238E27FC236}">
                  <a16:creationId xmlns:a16="http://schemas.microsoft.com/office/drawing/2014/main" id="{309B25CF-E0CE-1441-B4A5-699C75D636D9}"/>
                </a:ext>
              </a:extLst>
            </p:cNvPr>
            <p:cNvSpPr>
              <a:spLocks noChangeArrowheads="1"/>
            </p:cNvSpPr>
            <p:nvPr/>
          </p:nvSpPr>
          <p:spPr bwMode="auto">
            <a:xfrm>
              <a:off x="1172" y="972"/>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94" name="Oval 29">
              <a:extLst>
                <a:ext uri="{FF2B5EF4-FFF2-40B4-BE49-F238E27FC236}">
                  <a16:creationId xmlns:a16="http://schemas.microsoft.com/office/drawing/2014/main" id="{E6ED50B6-957F-964D-9F31-730DDC77D73A}"/>
                </a:ext>
              </a:extLst>
            </p:cNvPr>
            <p:cNvSpPr>
              <a:spLocks noChangeArrowheads="1"/>
            </p:cNvSpPr>
            <p:nvPr/>
          </p:nvSpPr>
          <p:spPr bwMode="auto">
            <a:xfrm>
              <a:off x="926" y="1364"/>
              <a:ext cx="521" cy="502"/>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95" name="Oval 30">
              <a:extLst>
                <a:ext uri="{FF2B5EF4-FFF2-40B4-BE49-F238E27FC236}">
                  <a16:creationId xmlns:a16="http://schemas.microsoft.com/office/drawing/2014/main" id="{620FE0F8-4D10-AC41-BF24-987E7436819D}"/>
                </a:ext>
              </a:extLst>
            </p:cNvPr>
            <p:cNvSpPr>
              <a:spLocks noChangeArrowheads="1"/>
            </p:cNvSpPr>
            <p:nvPr/>
          </p:nvSpPr>
          <p:spPr bwMode="auto">
            <a:xfrm>
              <a:off x="1085" y="1599"/>
              <a:ext cx="796"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96" name="Oval 31">
              <a:extLst>
                <a:ext uri="{FF2B5EF4-FFF2-40B4-BE49-F238E27FC236}">
                  <a16:creationId xmlns:a16="http://schemas.microsoft.com/office/drawing/2014/main" id="{A62FCDE3-D7C5-BA48-939C-C1A80C19D9F1}"/>
                </a:ext>
              </a:extLst>
            </p:cNvPr>
            <p:cNvSpPr>
              <a:spLocks noChangeArrowheads="1"/>
            </p:cNvSpPr>
            <p:nvPr/>
          </p:nvSpPr>
          <p:spPr bwMode="auto">
            <a:xfrm>
              <a:off x="1664" y="1693"/>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97" name="Oval 32">
              <a:extLst>
                <a:ext uri="{FF2B5EF4-FFF2-40B4-BE49-F238E27FC236}">
                  <a16:creationId xmlns:a16="http://schemas.microsoft.com/office/drawing/2014/main" id="{EF080C9D-C861-AF4F-AC71-CE5DE156742D}"/>
                </a:ext>
              </a:extLst>
            </p:cNvPr>
            <p:cNvSpPr>
              <a:spLocks noChangeArrowheads="1"/>
            </p:cNvSpPr>
            <p:nvPr/>
          </p:nvSpPr>
          <p:spPr bwMode="auto">
            <a:xfrm>
              <a:off x="2445" y="988"/>
              <a:ext cx="751"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98" name="Oval 33">
              <a:extLst>
                <a:ext uri="{FF2B5EF4-FFF2-40B4-BE49-F238E27FC236}">
                  <a16:creationId xmlns:a16="http://schemas.microsoft.com/office/drawing/2014/main" id="{AB220BEC-87D6-EE41-BACF-CEA25BFC67A7}"/>
                </a:ext>
              </a:extLst>
            </p:cNvPr>
            <p:cNvSpPr>
              <a:spLocks noChangeArrowheads="1"/>
            </p:cNvSpPr>
            <p:nvPr/>
          </p:nvSpPr>
          <p:spPr bwMode="auto">
            <a:xfrm>
              <a:off x="2560" y="1317"/>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99" name="Oval 34">
              <a:extLst>
                <a:ext uri="{FF2B5EF4-FFF2-40B4-BE49-F238E27FC236}">
                  <a16:creationId xmlns:a16="http://schemas.microsoft.com/office/drawing/2014/main" id="{C022ECBA-0362-B544-A9FB-E7A9A25726F0}"/>
                </a:ext>
              </a:extLst>
            </p:cNvPr>
            <p:cNvSpPr>
              <a:spLocks noChangeArrowheads="1"/>
            </p:cNvSpPr>
            <p:nvPr/>
          </p:nvSpPr>
          <p:spPr bwMode="auto">
            <a:xfrm>
              <a:off x="2488" y="1427"/>
              <a:ext cx="752"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00" name="Oval 35">
              <a:extLst>
                <a:ext uri="{FF2B5EF4-FFF2-40B4-BE49-F238E27FC236}">
                  <a16:creationId xmlns:a16="http://schemas.microsoft.com/office/drawing/2014/main" id="{9908A9CE-22D6-944E-ACA4-BF9EFA5BAAE2}"/>
                </a:ext>
              </a:extLst>
            </p:cNvPr>
            <p:cNvSpPr>
              <a:spLocks noChangeArrowheads="1"/>
            </p:cNvSpPr>
            <p:nvPr/>
          </p:nvSpPr>
          <p:spPr bwMode="auto">
            <a:xfrm>
              <a:off x="1360" y="1176"/>
              <a:ext cx="1547"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99801" name="Group 36">
              <a:extLst>
                <a:ext uri="{FF2B5EF4-FFF2-40B4-BE49-F238E27FC236}">
                  <a16:creationId xmlns:a16="http://schemas.microsoft.com/office/drawing/2014/main" id="{C7E3EB56-5B02-C44B-B0A6-153A7276FC20}"/>
                </a:ext>
              </a:extLst>
            </p:cNvPr>
            <p:cNvGrpSpPr>
              <a:grpSpLocks/>
            </p:cNvGrpSpPr>
            <p:nvPr/>
          </p:nvGrpSpPr>
          <p:grpSpPr bwMode="auto">
            <a:xfrm>
              <a:off x="912" y="768"/>
              <a:ext cx="2386" cy="1553"/>
              <a:chOff x="912" y="768"/>
              <a:chExt cx="2386" cy="1553"/>
            </a:xfrm>
          </p:grpSpPr>
          <p:sp>
            <p:nvSpPr>
              <p:cNvPr id="199802" name="Oval 37">
                <a:extLst>
                  <a:ext uri="{FF2B5EF4-FFF2-40B4-BE49-F238E27FC236}">
                    <a16:creationId xmlns:a16="http://schemas.microsoft.com/office/drawing/2014/main" id="{0A4F2B0E-3D9F-154B-8C0D-60A54D8B3211}"/>
                  </a:ext>
                </a:extLst>
              </p:cNvPr>
              <p:cNvSpPr>
                <a:spLocks noChangeArrowheads="1"/>
              </p:cNvSpPr>
              <p:nvPr/>
            </p:nvSpPr>
            <p:spPr bwMode="auto">
              <a:xfrm>
                <a:off x="1736" y="768"/>
                <a:ext cx="1027"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03" name="Oval 38">
                <a:extLst>
                  <a:ext uri="{FF2B5EF4-FFF2-40B4-BE49-F238E27FC236}">
                    <a16:creationId xmlns:a16="http://schemas.microsoft.com/office/drawing/2014/main" id="{F781C306-2E1D-7748-B4F8-4CDCF60CD265}"/>
                  </a:ext>
                </a:extLst>
              </p:cNvPr>
              <p:cNvSpPr>
                <a:spLocks noChangeArrowheads="1"/>
              </p:cNvSpPr>
              <p:nvPr/>
            </p:nvSpPr>
            <p:spPr bwMode="auto">
              <a:xfrm>
                <a:off x="1158" y="941"/>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04" name="Oval 39">
                <a:extLst>
                  <a:ext uri="{FF2B5EF4-FFF2-40B4-BE49-F238E27FC236}">
                    <a16:creationId xmlns:a16="http://schemas.microsoft.com/office/drawing/2014/main" id="{84573CA7-EC62-2F4A-BC9C-301245B32073}"/>
                  </a:ext>
                </a:extLst>
              </p:cNvPr>
              <p:cNvSpPr>
                <a:spLocks noChangeArrowheads="1"/>
              </p:cNvSpPr>
              <p:nvPr/>
            </p:nvSpPr>
            <p:spPr bwMode="auto">
              <a:xfrm>
                <a:off x="912" y="1333"/>
                <a:ext cx="520" cy="501"/>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05" name="Oval 40">
                <a:extLst>
                  <a:ext uri="{FF2B5EF4-FFF2-40B4-BE49-F238E27FC236}">
                    <a16:creationId xmlns:a16="http://schemas.microsoft.com/office/drawing/2014/main" id="{0E48031E-9168-994F-81FB-A55B71BACE4D}"/>
                  </a:ext>
                </a:extLst>
              </p:cNvPr>
              <p:cNvSpPr>
                <a:spLocks noChangeArrowheads="1"/>
              </p:cNvSpPr>
              <p:nvPr/>
            </p:nvSpPr>
            <p:spPr bwMode="auto">
              <a:xfrm>
                <a:off x="1071" y="1568"/>
                <a:ext cx="795"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06" name="Oval 41">
                <a:extLst>
                  <a:ext uri="{FF2B5EF4-FFF2-40B4-BE49-F238E27FC236}">
                    <a16:creationId xmlns:a16="http://schemas.microsoft.com/office/drawing/2014/main" id="{BBAB56CB-22E0-2F41-9630-ACB146FC66A3}"/>
                  </a:ext>
                </a:extLst>
              </p:cNvPr>
              <p:cNvSpPr>
                <a:spLocks noChangeArrowheads="1"/>
              </p:cNvSpPr>
              <p:nvPr/>
            </p:nvSpPr>
            <p:spPr bwMode="auto">
              <a:xfrm>
                <a:off x="1649" y="1662"/>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07" name="Oval 42">
                <a:extLst>
                  <a:ext uri="{FF2B5EF4-FFF2-40B4-BE49-F238E27FC236}">
                    <a16:creationId xmlns:a16="http://schemas.microsoft.com/office/drawing/2014/main" id="{6CD981B3-C4C9-9444-86E5-095A773CC6A3}"/>
                  </a:ext>
                </a:extLst>
              </p:cNvPr>
              <p:cNvSpPr>
                <a:spLocks noChangeArrowheads="1"/>
              </p:cNvSpPr>
              <p:nvPr/>
            </p:nvSpPr>
            <p:spPr bwMode="auto">
              <a:xfrm>
                <a:off x="2430" y="95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08" name="Oval 43">
                <a:extLst>
                  <a:ext uri="{FF2B5EF4-FFF2-40B4-BE49-F238E27FC236}">
                    <a16:creationId xmlns:a16="http://schemas.microsoft.com/office/drawing/2014/main" id="{5D0F3CF9-E6A6-804C-86EE-0E502BC439BA}"/>
                  </a:ext>
                </a:extLst>
              </p:cNvPr>
              <p:cNvSpPr>
                <a:spLocks noChangeArrowheads="1"/>
              </p:cNvSpPr>
              <p:nvPr/>
            </p:nvSpPr>
            <p:spPr bwMode="auto">
              <a:xfrm>
                <a:off x="2546" y="128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09" name="Oval 44">
                <a:extLst>
                  <a:ext uri="{FF2B5EF4-FFF2-40B4-BE49-F238E27FC236}">
                    <a16:creationId xmlns:a16="http://schemas.microsoft.com/office/drawing/2014/main" id="{402A95D2-99E1-6D45-9168-92AB16205C22}"/>
                  </a:ext>
                </a:extLst>
              </p:cNvPr>
              <p:cNvSpPr>
                <a:spLocks noChangeArrowheads="1"/>
              </p:cNvSpPr>
              <p:nvPr/>
            </p:nvSpPr>
            <p:spPr bwMode="auto">
              <a:xfrm>
                <a:off x="2473" y="1395"/>
                <a:ext cx="752"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10" name="Oval 45">
                <a:extLst>
                  <a:ext uri="{FF2B5EF4-FFF2-40B4-BE49-F238E27FC236}">
                    <a16:creationId xmlns:a16="http://schemas.microsoft.com/office/drawing/2014/main" id="{5DEB0464-1612-BA49-A0DF-6FB07EFF5253}"/>
                  </a:ext>
                </a:extLst>
              </p:cNvPr>
              <p:cNvSpPr>
                <a:spLocks noChangeArrowheads="1"/>
              </p:cNvSpPr>
              <p:nvPr/>
            </p:nvSpPr>
            <p:spPr bwMode="auto">
              <a:xfrm>
                <a:off x="1346" y="1144"/>
                <a:ext cx="1547"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99685" name="Group 46">
            <a:extLst>
              <a:ext uri="{FF2B5EF4-FFF2-40B4-BE49-F238E27FC236}">
                <a16:creationId xmlns:a16="http://schemas.microsoft.com/office/drawing/2014/main" id="{F3CC050A-ED67-2945-A53B-FF51FB8F75A2}"/>
              </a:ext>
            </a:extLst>
          </p:cNvPr>
          <p:cNvGrpSpPr>
            <a:grpSpLocks/>
          </p:cNvGrpSpPr>
          <p:nvPr/>
        </p:nvGrpSpPr>
        <p:grpSpPr bwMode="auto">
          <a:xfrm>
            <a:off x="5112544" y="1418035"/>
            <a:ext cx="954881" cy="686990"/>
            <a:chOff x="912" y="768"/>
            <a:chExt cx="2400" cy="1584"/>
          </a:xfrm>
        </p:grpSpPr>
        <p:sp>
          <p:nvSpPr>
            <p:cNvPr id="199773" name="Oval 47">
              <a:extLst>
                <a:ext uri="{FF2B5EF4-FFF2-40B4-BE49-F238E27FC236}">
                  <a16:creationId xmlns:a16="http://schemas.microsoft.com/office/drawing/2014/main" id="{D0780119-20EF-5243-BAF9-CD7721194A51}"/>
                </a:ext>
              </a:extLst>
            </p:cNvPr>
            <p:cNvSpPr>
              <a:spLocks noChangeArrowheads="1"/>
            </p:cNvSpPr>
            <p:nvPr/>
          </p:nvSpPr>
          <p:spPr bwMode="auto">
            <a:xfrm>
              <a:off x="1751" y="799"/>
              <a:ext cx="1026" cy="628"/>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74" name="Oval 48">
              <a:extLst>
                <a:ext uri="{FF2B5EF4-FFF2-40B4-BE49-F238E27FC236}">
                  <a16:creationId xmlns:a16="http://schemas.microsoft.com/office/drawing/2014/main" id="{910E6B04-7B67-734B-B090-77CEA00A878B}"/>
                </a:ext>
              </a:extLst>
            </p:cNvPr>
            <p:cNvSpPr>
              <a:spLocks noChangeArrowheads="1"/>
            </p:cNvSpPr>
            <p:nvPr/>
          </p:nvSpPr>
          <p:spPr bwMode="auto">
            <a:xfrm>
              <a:off x="1172" y="972"/>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75" name="Oval 49">
              <a:extLst>
                <a:ext uri="{FF2B5EF4-FFF2-40B4-BE49-F238E27FC236}">
                  <a16:creationId xmlns:a16="http://schemas.microsoft.com/office/drawing/2014/main" id="{7A25C6CF-A2CF-8643-8AF0-064192C54897}"/>
                </a:ext>
              </a:extLst>
            </p:cNvPr>
            <p:cNvSpPr>
              <a:spLocks noChangeArrowheads="1"/>
            </p:cNvSpPr>
            <p:nvPr/>
          </p:nvSpPr>
          <p:spPr bwMode="auto">
            <a:xfrm>
              <a:off x="926" y="1364"/>
              <a:ext cx="521" cy="502"/>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76" name="Oval 50">
              <a:extLst>
                <a:ext uri="{FF2B5EF4-FFF2-40B4-BE49-F238E27FC236}">
                  <a16:creationId xmlns:a16="http://schemas.microsoft.com/office/drawing/2014/main" id="{43232EEA-8756-2D40-A7EA-EA82ED67D760}"/>
                </a:ext>
              </a:extLst>
            </p:cNvPr>
            <p:cNvSpPr>
              <a:spLocks noChangeArrowheads="1"/>
            </p:cNvSpPr>
            <p:nvPr/>
          </p:nvSpPr>
          <p:spPr bwMode="auto">
            <a:xfrm>
              <a:off x="1085" y="1599"/>
              <a:ext cx="796"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77" name="Oval 51">
              <a:extLst>
                <a:ext uri="{FF2B5EF4-FFF2-40B4-BE49-F238E27FC236}">
                  <a16:creationId xmlns:a16="http://schemas.microsoft.com/office/drawing/2014/main" id="{55DB0438-24C9-CB42-98ED-BA43CC243B1F}"/>
                </a:ext>
              </a:extLst>
            </p:cNvPr>
            <p:cNvSpPr>
              <a:spLocks noChangeArrowheads="1"/>
            </p:cNvSpPr>
            <p:nvPr/>
          </p:nvSpPr>
          <p:spPr bwMode="auto">
            <a:xfrm>
              <a:off x="1664" y="1693"/>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78" name="Oval 52">
              <a:extLst>
                <a:ext uri="{FF2B5EF4-FFF2-40B4-BE49-F238E27FC236}">
                  <a16:creationId xmlns:a16="http://schemas.microsoft.com/office/drawing/2014/main" id="{3E69B81C-98BC-C644-9655-A97088427B0F}"/>
                </a:ext>
              </a:extLst>
            </p:cNvPr>
            <p:cNvSpPr>
              <a:spLocks noChangeArrowheads="1"/>
            </p:cNvSpPr>
            <p:nvPr/>
          </p:nvSpPr>
          <p:spPr bwMode="auto">
            <a:xfrm>
              <a:off x="2445" y="988"/>
              <a:ext cx="751"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79" name="Oval 53">
              <a:extLst>
                <a:ext uri="{FF2B5EF4-FFF2-40B4-BE49-F238E27FC236}">
                  <a16:creationId xmlns:a16="http://schemas.microsoft.com/office/drawing/2014/main" id="{4B655C72-444D-614B-BFA6-A5FC4D6ACA6F}"/>
                </a:ext>
              </a:extLst>
            </p:cNvPr>
            <p:cNvSpPr>
              <a:spLocks noChangeArrowheads="1"/>
            </p:cNvSpPr>
            <p:nvPr/>
          </p:nvSpPr>
          <p:spPr bwMode="auto">
            <a:xfrm>
              <a:off x="2560" y="1317"/>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80" name="Oval 54">
              <a:extLst>
                <a:ext uri="{FF2B5EF4-FFF2-40B4-BE49-F238E27FC236}">
                  <a16:creationId xmlns:a16="http://schemas.microsoft.com/office/drawing/2014/main" id="{E1C65B9C-19FA-124F-9687-0A546AA5B2D7}"/>
                </a:ext>
              </a:extLst>
            </p:cNvPr>
            <p:cNvSpPr>
              <a:spLocks noChangeArrowheads="1"/>
            </p:cNvSpPr>
            <p:nvPr/>
          </p:nvSpPr>
          <p:spPr bwMode="auto">
            <a:xfrm>
              <a:off x="2488" y="1427"/>
              <a:ext cx="752"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81" name="Oval 55">
              <a:extLst>
                <a:ext uri="{FF2B5EF4-FFF2-40B4-BE49-F238E27FC236}">
                  <a16:creationId xmlns:a16="http://schemas.microsoft.com/office/drawing/2014/main" id="{D642EEA7-F4B0-B348-9520-4D8AEB3D886B}"/>
                </a:ext>
              </a:extLst>
            </p:cNvPr>
            <p:cNvSpPr>
              <a:spLocks noChangeArrowheads="1"/>
            </p:cNvSpPr>
            <p:nvPr/>
          </p:nvSpPr>
          <p:spPr bwMode="auto">
            <a:xfrm>
              <a:off x="1360" y="1176"/>
              <a:ext cx="1547"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99782" name="Group 56">
              <a:extLst>
                <a:ext uri="{FF2B5EF4-FFF2-40B4-BE49-F238E27FC236}">
                  <a16:creationId xmlns:a16="http://schemas.microsoft.com/office/drawing/2014/main" id="{DEB4D881-E630-014F-B34A-DDBBAD528460}"/>
                </a:ext>
              </a:extLst>
            </p:cNvPr>
            <p:cNvGrpSpPr>
              <a:grpSpLocks/>
            </p:cNvGrpSpPr>
            <p:nvPr/>
          </p:nvGrpSpPr>
          <p:grpSpPr bwMode="auto">
            <a:xfrm>
              <a:off x="912" y="768"/>
              <a:ext cx="2386" cy="1553"/>
              <a:chOff x="912" y="768"/>
              <a:chExt cx="2386" cy="1553"/>
            </a:xfrm>
          </p:grpSpPr>
          <p:sp>
            <p:nvSpPr>
              <p:cNvPr id="199783" name="Oval 57">
                <a:extLst>
                  <a:ext uri="{FF2B5EF4-FFF2-40B4-BE49-F238E27FC236}">
                    <a16:creationId xmlns:a16="http://schemas.microsoft.com/office/drawing/2014/main" id="{C99B85ED-6335-B64D-98CE-7078E9AD878B}"/>
                  </a:ext>
                </a:extLst>
              </p:cNvPr>
              <p:cNvSpPr>
                <a:spLocks noChangeArrowheads="1"/>
              </p:cNvSpPr>
              <p:nvPr/>
            </p:nvSpPr>
            <p:spPr bwMode="auto">
              <a:xfrm>
                <a:off x="1736" y="768"/>
                <a:ext cx="1027"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84" name="Oval 58">
                <a:extLst>
                  <a:ext uri="{FF2B5EF4-FFF2-40B4-BE49-F238E27FC236}">
                    <a16:creationId xmlns:a16="http://schemas.microsoft.com/office/drawing/2014/main" id="{5A825F89-C794-0F42-BD7E-BB34015C3438}"/>
                  </a:ext>
                </a:extLst>
              </p:cNvPr>
              <p:cNvSpPr>
                <a:spLocks noChangeArrowheads="1"/>
              </p:cNvSpPr>
              <p:nvPr/>
            </p:nvSpPr>
            <p:spPr bwMode="auto">
              <a:xfrm>
                <a:off x="1158" y="941"/>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85" name="Oval 59">
                <a:extLst>
                  <a:ext uri="{FF2B5EF4-FFF2-40B4-BE49-F238E27FC236}">
                    <a16:creationId xmlns:a16="http://schemas.microsoft.com/office/drawing/2014/main" id="{7A201A17-7B59-9443-B730-B23E8FABCA23}"/>
                  </a:ext>
                </a:extLst>
              </p:cNvPr>
              <p:cNvSpPr>
                <a:spLocks noChangeArrowheads="1"/>
              </p:cNvSpPr>
              <p:nvPr/>
            </p:nvSpPr>
            <p:spPr bwMode="auto">
              <a:xfrm>
                <a:off x="912" y="1333"/>
                <a:ext cx="520" cy="501"/>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86" name="Oval 60">
                <a:extLst>
                  <a:ext uri="{FF2B5EF4-FFF2-40B4-BE49-F238E27FC236}">
                    <a16:creationId xmlns:a16="http://schemas.microsoft.com/office/drawing/2014/main" id="{04993DA5-22AF-F343-9205-0E1BD3FA4CB3}"/>
                  </a:ext>
                </a:extLst>
              </p:cNvPr>
              <p:cNvSpPr>
                <a:spLocks noChangeArrowheads="1"/>
              </p:cNvSpPr>
              <p:nvPr/>
            </p:nvSpPr>
            <p:spPr bwMode="auto">
              <a:xfrm>
                <a:off x="1071" y="1568"/>
                <a:ext cx="795"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87" name="Oval 61">
                <a:extLst>
                  <a:ext uri="{FF2B5EF4-FFF2-40B4-BE49-F238E27FC236}">
                    <a16:creationId xmlns:a16="http://schemas.microsoft.com/office/drawing/2014/main" id="{D1E10D9A-CF7E-9A47-8609-F16CA8D0D040}"/>
                  </a:ext>
                </a:extLst>
              </p:cNvPr>
              <p:cNvSpPr>
                <a:spLocks noChangeArrowheads="1"/>
              </p:cNvSpPr>
              <p:nvPr/>
            </p:nvSpPr>
            <p:spPr bwMode="auto">
              <a:xfrm>
                <a:off x="1649" y="1662"/>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88" name="Oval 62">
                <a:extLst>
                  <a:ext uri="{FF2B5EF4-FFF2-40B4-BE49-F238E27FC236}">
                    <a16:creationId xmlns:a16="http://schemas.microsoft.com/office/drawing/2014/main" id="{D763ED4D-2183-E248-B8B2-EC90971A5E84}"/>
                  </a:ext>
                </a:extLst>
              </p:cNvPr>
              <p:cNvSpPr>
                <a:spLocks noChangeArrowheads="1"/>
              </p:cNvSpPr>
              <p:nvPr/>
            </p:nvSpPr>
            <p:spPr bwMode="auto">
              <a:xfrm>
                <a:off x="2430" y="95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89" name="Oval 63">
                <a:extLst>
                  <a:ext uri="{FF2B5EF4-FFF2-40B4-BE49-F238E27FC236}">
                    <a16:creationId xmlns:a16="http://schemas.microsoft.com/office/drawing/2014/main" id="{AB1A0FEC-9264-0C44-A444-9C3984F01AC7}"/>
                  </a:ext>
                </a:extLst>
              </p:cNvPr>
              <p:cNvSpPr>
                <a:spLocks noChangeArrowheads="1"/>
              </p:cNvSpPr>
              <p:nvPr/>
            </p:nvSpPr>
            <p:spPr bwMode="auto">
              <a:xfrm>
                <a:off x="2546" y="128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90" name="Oval 64">
                <a:extLst>
                  <a:ext uri="{FF2B5EF4-FFF2-40B4-BE49-F238E27FC236}">
                    <a16:creationId xmlns:a16="http://schemas.microsoft.com/office/drawing/2014/main" id="{5537995F-4803-F241-A40C-DEF3E1A00DDC}"/>
                  </a:ext>
                </a:extLst>
              </p:cNvPr>
              <p:cNvSpPr>
                <a:spLocks noChangeArrowheads="1"/>
              </p:cNvSpPr>
              <p:nvPr/>
            </p:nvSpPr>
            <p:spPr bwMode="auto">
              <a:xfrm>
                <a:off x="2473" y="1395"/>
                <a:ext cx="752"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91" name="Oval 65">
                <a:extLst>
                  <a:ext uri="{FF2B5EF4-FFF2-40B4-BE49-F238E27FC236}">
                    <a16:creationId xmlns:a16="http://schemas.microsoft.com/office/drawing/2014/main" id="{2F3924E1-8CE2-9A4A-96EA-09878D9D48FD}"/>
                  </a:ext>
                </a:extLst>
              </p:cNvPr>
              <p:cNvSpPr>
                <a:spLocks noChangeArrowheads="1"/>
              </p:cNvSpPr>
              <p:nvPr/>
            </p:nvSpPr>
            <p:spPr bwMode="auto">
              <a:xfrm>
                <a:off x="1346" y="1144"/>
                <a:ext cx="1547"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99686" name="Group 66">
            <a:extLst>
              <a:ext uri="{FF2B5EF4-FFF2-40B4-BE49-F238E27FC236}">
                <a16:creationId xmlns:a16="http://schemas.microsoft.com/office/drawing/2014/main" id="{490B4FB4-6D8E-E54B-A0B9-8CF23D6DC47A}"/>
              </a:ext>
            </a:extLst>
          </p:cNvPr>
          <p:cNvGrpSpPr>
            <a:grpSpLocks/>
          </p:cNvGrpSpPr>
          <p:nvPr/>
        </p:nvGrpSpPr>
        <p:grpSpPr bwMode="auto">
          <a:xfrm>
            <a:off x="3150394" y="1391841"/>
            <a:ext cx="954881" cy="685800"/>
            <a:chOff x="912" y="768"/>
            <a:chExt cx="2400" cy="1584"/>
          </a:xfrm>
        </p:grpSpPr>
        <p:sp>
          <p:nvSpPr>
            <p:cNvPr id="199754" name="Oval 67">
              <a:extLst>
                <a:ext uri="{FF2B5EF4-FFF2-40B4-BE49-F238E27FC236}">
                  <a16:creationId xmlns:a16="http://schemas.microsoft.com/office/drawing/2014/main" id="{B2F46405-D562-4C41-90BF-2C4C0FD6EC71}"/>
                </a:ext>
              </a:extLst>
            </p:cNvPr>
            <p:cNvSpPr>
              <a:spLocks noChangeArrowheads="1"/>
            </p:cNvSpPr>
            <p:nvPr/>
          </p:nvSpPr>
          <p:spPr bwMode="auto">
            <a:xfrm>
              <a:off x="1751" y="799"/>
              <a:ext cx="1026" cy="628"/>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55" name="Oval 68">
              <a:extLst>
                <a:ext uri="{FF2B5EF4-FFF2-40B4-BE49-F238E27FC236}">
                  <a16:creationId xmlns:a16="http://schemas.microsoft.com/office/drawing/2014/main" id="{E214E670-2E26-094B-8624-714BCFF69BDB}"/>
                </a:ext>
              </a:extLst>
            </p:cNvPr>
            <p:cNvSpPr>
              <a:spLocks noChangeArrowheads="1"/>
            </p:cNvSpPr>
            <p:nvPr/>
          </p:nvSpPr>
          <p:spPr bwMode="auto">
            <a:xfrm>
              <a:off x="1172" y="972"/>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56" name="Oval 69">
              <a:extLst>
                <a:ext uri="{FF2B5EF4-FFF2-40B4-BE49-F238E27FC236}">
                  <a16:creationId xmlns:a16="http://schemas.microsoft.com/office/drawing/2014/main" id="{9258D5AE-F07D-3441-A76B-78590FC12FE7}"/>
                </a:ext>
              </a:extLst>
            </p:cNvPr>
            <p:cNvSpPr>
              <a:spLocks noChangeArrowheads="1"/>
            </p:cNvSpPr>
            <p:nvPr/>
          </p:nvSpPr>
          <p:spPr bwMode="auto">
            <a:xfrm>
              <a:off x="926" y="1364"/>
              <a:ext cx="521" cy="502"/>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57" name="Oval 70">
              <a:extLst>
                <a:ext uri="{FF2B5EF4-FFF2-40B4-BE49-F238E27FC236}">
                  <a16:creationId xmlns:a16="http://schemas.microsoft.com/office/drawing/2014/main" id="{E395BA40-DDFB-5D49-BAE0-9C219CEF3E36}"/>
                </a:ext>
              </a:extLst>
            </p:cNvPr>
            <p:cNvSpPr>
              <a:spLocks noChangeArrowheads="1"/>
            </p:cNvSpPr>
            <p:nvPr/>
          </p:nvSpPr>
          <p:spPr bwMode="auto">
            <a:xfrm>
              <a:off x="1085" y="1599"/>
              <a:ext cx="796"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58" name="Oval 71">
              <a:extLst>
                <a:ext uri="{FF2B5EF4-FFF2-40B4-BE49-F238E27FC236}">
                  <a16:creationId xmlns:a16="http://schemas.microsoft.com/office/drawing/2014/main" id="{B59063FC-11C6-E544-AC30-F0E8003D0D49}"/>
                </a:ext>
              </a:extLst>
            </p:cNvPr>
            <p:cNvSpPr>
              <a:spLocks noChangeArrowheads="1"/>
            </p:cNvSpPr>
            <p:nvPr/>
          </p:nvSpPr>
          <p:spPr bwMode="auto">
            <a:xfrm>
              <a:off x="1664" y="1693"/>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59" name="Oval 72">
              <a:extLst>
                <a:ext uri="{FF2B5EF4-FFF2-40B4-BE49-F238E27FC236}">
                  <a16:creationId xmlns:a16="http://schemas.microsoft.com/office/drawing/2014/main" id="{F9CFB5D0-6632-A343-8B54-DCDCBEDFE64E}"/>
                </a:ext>
              </a:extLst>
            </p:cNvPr>
            <p:cNvSpPr>
              <a:spLocks noChangeArrowheads="1"/>
            </p:cNvSpPr>
            <p:nvPr/>
          </p:nvSpPr>
          <p:spPr bwMode="auto">
            <a:xfrm>
              <a:off x="2445" y="988"/>
              <a:ext cx="751"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60" name="Oval 73">
              <a:extLst>
                <a:ext uri="{FF2B5EF4-FFF2-40B4-BE49-F238E27FC236}">
                  <a16:creationId xmlns:a16="http://schemas.microsoft.com/office/drawing/2014/main" id="{8001FA75-782E-D34D-9C14-989FA2CB217F}"/>
                </a:ext>
              </a:extLst>
            </p:cNvPr>
            <p:cNvSpPr>
              <a:spLocks noChangeArrowheads="1"/>
            </p:cNvSpPr>
            <p:nvPr/>
          </p:nvSpPr>
          <p:spPr bwMode="auto">
            <a:xfrm>
              <a:off x="2560" y="1317"/>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61" name="Oval 74">
              <a:extLst>
                <a:ext uri="{FF2B5EF4-FFF2-40B4-BE49-F238E27FC236}">
                  <a16:creationId xmlns:a16="http://schemas.microsoft.com/office/drawing/2014/main" id="{E14049D1-621C-1946-B049-533883EEA6BC}"/>
                </a:ext>
              </a:extLst>
            </p:cNvPr>
            <p:cNvSpPr>
              <a:spLocks noChangeArrowheads="1"/>
            </p:cNvSpPr>
            <p:nvPr/>
          </p:nvSpPr>
          <p:spPr bwMode="auto">
            <a:xfrm>
              <a:off x="2488" y="1427"/>
              <a:ext cx="752"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62" name="Oval 75">
              <a:extLst>
                <a:ext uri="{FF2B5EF4-FFF2-40B4-BE49-F238E27FC236}">
                  <a16:creationId xmlns:a16="http://schemas.microsoft.com/office/drawing/2014/main" id="{EBF43F82-D73C-464E-9B44-4F70782D5FD6}"/>
                </a:ext>
              </a:extLst>
            </p:cNvPr>
            <p:cNvSpPr>
              <a:spLocks noChangeArrowheads="1"/>
            </p:cNvSpPr>
            <p:nvPr/>
          </p:nvSpPr>
          <p:spPr bwMode="auto">
            <a:xfrm>
              <a:off x="1360" y="1176"/>
              <a:ext cx="1547"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99763" name="Group 76">
              <a:extLst>
                <a:ext uri="{FF2B5EF4-FFF2-40B4-BE49-F238E27FC236}">
                  <a16:creationId xmlns:a16="http://schemas.microsoft.com/office/drawing/2014/main" id="{E4325DC4-A340-9F4E-B9DF-7361FB762A35}"/>
                </a:ext>
              </a:extLst>
            </p:cNvPr>
            <p:cNvGrpSpPr>
              <a:grpSpLocks/>
            </p:cNvGrpSpPr>
            <p:nvPr/>
          </p:nvGrpSpPr>
          <p:grpSpPr bwMode="auto">
            <a:xfrm>
              <a:off x="912" y="768"/>
              <a:ext cx="2386" cy="1553"/>
              <a:chOff x="912" y="768"/>
              <a:chExt cx="2386" cy="1553"/>
            </a:xfrm>
          </p:grpSpPr>
          <p:sp>
            <p:nvSpPr>
              <p:cNvPr id="199764" name="Oval 77">
                <a:extLst>
                  <a:ext uri="{FF2B5EF4-FFF2-40B4-BE49-F238E27FC236}">
                    <a16:creationId xmlns:a16="http://schemas.microsoft.com/office/drawing/2014/main" id="{2F185BA4-4967-D846-95EF-95AC58AB9F32}"/>
                  </a:ext>
                </a:extLst>
              </p:cNvPr>
              <p:cNvSpPr>
                <a:spLocks noChangeArrowheads="1"/>
              </p:cNvSpPr>
              <p:nvPr/>
            </p:nvSpPr>
            <p:spPr bwMode="auto">
              <a:xfrm>
                <a:off x="1736" y="768"/>
                <a:ext cx="1027"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65" name="Oval 78">
                <a:extLst>
                  <a:ext uri="{FF2B5EF4-FFF2-40B4-BE49-F238E27FC236}">
                    <a16:creationId xmlns:a16="http://schemas.microsoft.com/office/drawing/2014/main" id="{BFF1AAE0-846B-454B-A91A-BC545DA41028}"/>
                  </a:ext>
                </a:extLst>
              </p:cNvPr>
              <p:cNvSpPr>
                <a:spLocks noChangeArrowheads="1"/>
              </p:cNvSpPr>
              <p:nvPr/>
            </p:nvSpPr>
            <p:spPr bwMode="auto">
              <a:xfrm>
                <a:off x="1158" y="941"/>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66" name="Oval 79">
                <a:extLst>
                  <a:ext uri="{FF2B5EF4-FFF2-40B4-BE49-F238E27FC236}">
                    <a16:creationId xmlns:a16="http://schemas.microsoft.com/office/drawing/2014/main" id="{C047B178-E6DF-1A44-8A8F-78108C730ED4}"/>
                  </a:ext>
                </a:extLst>
              </p:cNvPr>
              <p:cNvSpPr>
                <a:spLocks noChangeArrowheads="1"/>
              </p:cNvSpPr>
              <p:nvPr/>
            </p:nvSpPr>
            <p:spPr bwMode="auto">
              <a:xfrm>
                <a:off x="912" y="1333"/>
                <a:ext cx="520" cy="501"/>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67" name="Oval 80">
                <a:extLst>
                  <a:ext uri="{FF2B5EF4-FFF2-40B4-BE49-F238E27FC236}">
                    <a16:creationId xmlns:a16="http://schemas.microsoft.com/office/drawing/2014/main" id="{2ADF8B12-37E7-F14E-BA52-93F7C6CCCF03}"/>
                  </a:ext>
                </a:extLst>
              </p:cNvPr>
              <p:cNvSpPr>
                <a:spLocks noChangeArrowheads="1"/>
              </p:cNvSpPr>
              <p:nvPr/>
            </p:nvSpPr>
            <p:spPr bwMode="auto">
              <a:xfrm>
                <a:off x="1071" y="1568"/>
                <a:ext cx="795"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68" name="Oval 81">
                <a:extLst>
                  <a:ext uri="{FF2B5EF4-FFF2-40B4-BE49-F238E27FC236}">
                    <a16:creationId xmlns:a16="http://schemas.microsoft.com/office/drawing/2014/main" id="{75E0F41A-8306-854C-A90C-D50CC276E609}"/>
                  </a:ext>
                </a:extLst>
              </p:cNvPr>
              <p:cNvSpPr>
                <a:spLocks noChangeArrowheads="1"/>
              </p:cNvSpPr>
              <p:nvPr/>
            </p:nvSpPr>
            <p:spPr bwMode="auto">
              <a:xfrm>
                <a:off x="1649" y="1662"/>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69" name="Oval 82">
                <a:extLst>
                  <a:ext uri="{FF2B5EF4-FFF2-40B4-BE49-F238E27FC236}">
                    <a16:creationId xmlns:a16="http://schemas.microsoft.com/office/drawing/2014/main" id="{E010EED7-2C94-6D4B-AC3C-DB6A9D54BF0C}"/>
                  </a:ext>
                </a:extLst>
              </p:cNvPr>
              <p:cNvSpPr>
                <a:spLocks noChangeArrowheads="1"/>
              </p:cNvSpPr>
              <p:nvPr/>
            </p:nvSpPr>
            <p:spPr bwMode="auto">
              <a:xfrm>
                <a:off x="2430" y="95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70" name="Oval 83">
                <a:extLst>
                  <a:ext uri="{FF2B5EF4-FFF2-40B4-BE49-F238E27FC236}">
                    <a16:creationId xmlns:a16="http://schemas.microsoft.com/office/drawing/2014/main" id="{278BC706-FE0C-3B4F-842A-4A1FE4F4714B}"/>
                  </a:ext>
                </a:extLst>
              </p:cNvPr>
              <p:cNvSpPr>
                <a:spLocks noChangeArrowheads="1"/>
              </p:cNvSpPr>
              <p:nvPr/>
            </p:nvSpPr>
            <p:spPr bwMode="auto">
              <a:xfrm>
                <a:off x="2546" y="128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71" name="Oval 84">
                <a:extLst>
                  <a:ext uri="{FF2B5EF4-FFF2-40B4-BE49-F238E27FC236}">
                    <a16:creationId xmlns:a16="http://schemas.microsoft.com/office/drawing/2014/main" id="{08735DBA-7D2F-B049-88B1-F039039399E3}"/>
                  </a:ext>
                </a:extLst>
              </p:cNvPr>
              <p:cNvSpPr>
                <a:spLocks noChangeArrowheads="1"/>
              </p:cNvSpPr>
              <p:nvPr/>
            </p:nvSpPr>
            <p:spPr bwMode="auto">
              <a:xfrm>
                <a:off x="2473" y="1395"/>
                <a:ext cx="752"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72" name="Oval 85">
                <a:extLst>
                  <a:ext uri="{FF2B5EF4-FFF2-40B4-BE49-F238E27FC236}">
                    <a16:creationId xmlns:a16="http://schemas.microsoft.com/office/drawing/2014/main" id="{82AF09D7-1A05-8945-8AC7-B682A8FCA00F}"/>
                  </a:ext>
                </a:extLst>
              </p:cNvPr>
              <p:cNvSpPr>
                <a:spLocks noChangeArrowheads="1"/>
              </p:cNvSpPr>
              <p:nvPr/>
            </p:nvSpPr>
            <p:spPr bwMode="auto">
              <a:xfrm>
                <a:off x="1346" y="1144"/>
                <a:ext cx="1547"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sp>
        <p:nvSpPr>
          <p:cNvPr id="199687" name="Text Box 86">
            <a:extLst>
              <a:ext uri="{FF2B5EF4-FFF2-40B4-BE49-F238E27FC236}">
                <a16:creationId xmlns:a16="http://schemas.microsoft.com/office/drawing/2014/main" id="{50168AFA-205E-4246-A988-91633B3A4529}"/>
              </a:ext>
            </a:extLst>
          </p:cNvPr>
          <p:cNvSpPr txBox="1">
            <a:spLocks noChangeArrowheads="1"/>
          </p:cNvSpPr>
          <p:nvPr/>
        </p:nvSpPr>
        <p:spPr bwMode="auto">
          <a:xfrm>
            <a:off x="1234679" y="1431131"/>
            <a:ext cx="880369"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网</a:t>
            </a:r>
            <a:r>
              <a:rPr kumimoji="1" lang="zh-CN" altLang="en-US" sz="90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10.0.0.0</a:t>
            </a:r>
          </a:p>
        </p:txBody>
      </p:sp>
      <p:sp>
        <p:nvSpPr>
          <p:cNvPr id="199688" name="Text Box 87">
            <a:extLst>
              <a:ext uri="{FF2B5EF4-FFF2-40B4-BE49-F238E27FC236}">
                <a16:creationId xmlns:a16="http://schemas.microsoft.com/office/drawing/2014/main" id="{8300EC17-C277-2F4E-A042-D0C5ACDA8121}"/>
              </a:ext>
            </a:extLst>
          </p:cNvPr>
          <p:cNvSpPr txBox="1">
            <a:spLocks noChangeArrowheads="1"/>
          </p:cNvSpPr>
          <p:nvPr/>
        </p:nvSpPr>
        <p:spPr bwMode="auto">
          <a:xfrm>
            <a:off x="7166373" y="1431131"/>
            <a:ext cx="880369"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网</a:t>
            </a:r>
            <a:r>
              <a:rPr kumimoji="1" lang="zh-CN" altLang="en-US"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4</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40.0.0.0</a:t>
            </a:r>
          </a:p>
        </p:txBody>
      </p:sp>
      <p:sp>
        <p:nvSpPr>
          <p:cNvPr id="199689" name="Text Box 88">
            <a:extLst>
              <a:ext uri="{FF2B5EF4-FFF2-40B4-BE49-F238E27FC236}">
                <a16:creationId xmlns:a16="http://schemas.microsoft.com/office/drawing/2014/main" id="{F0868BCD-C655-6F42-A759-74E403030350}"/>
              </a:ext>
            </a:extLst>
          </p:cNvPr>
          <p:cNvSpPr txBox="1">
            <a:spLocks noChangeArrowheads="1"/>
          </p:cNvSpPr>
          <p:nvPr/>
        </p:nvSpPr>
        <p:spPr bwMode="auto">
          <a:xfrm>
            <a:off x="5217319" y="1431131"/>
            <a:ext cx="880369"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网</a:t>
            </a:r>
            <a:r>
              <a:rPr kumimoji="1" lang="zh-CN" altLang="en-US" sz="90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3</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30.0.0.0</a:t>
            </a:r>
          </a:p>
        </p:txBody>
      </p:sp>
      <p:sp>
        <p:nvSpPr>
          <p:cNvPr id="199690" name="Text Box 89">
            <a:extLst>
              <a:ext uri="{FF2B5EF4-FFF2-40B4-BE49-F238E27FC236}">
                <a16:creationId xmlns:a16="http://schemas.microsoft.com/office/drawing/2014/main" id="{FC112537-996E-0B48-807B-2ED699EE6462}"/>
              </a:ext>
            </a:extLst>
          </p:cNvPr>
          <p:cNvSpPr txBox="1">
            <a:spLocks noChangeArrowheads="1"/>
          </p:cNvSpPr>
          <p:nvPr/>
        </p:nvSpPr>
        <p:spPr bwMode="auto">
          <a:xfrm>
            <a:off x="3255169" y="1431131"/>
            <a:ext cx="880369"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网</a:t>
            </a:r>
            <a:r>
              <a:rPr kumimoji="1" lang="zh-CN" altLang="en-US"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2</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20.0.0.0</a:t>
            </a:r>
          </a:p>
        </p:txBody>
      </p:sp>
      <p:sp>
        <p:nvSpPr>
          <p:cNvPr id="199691" name="Text Box 90">
            <a:extLst>
              <a:ext uri="{FF2B5EF4-FFF2-40B4-BE49-F238E27FC236}">
                <a16:creationId xmlns:a16="http://schemas.microsoft.com/office/drawing/2014/main" id="{5B518B79-50DA-7945-B84C-B4604FD4FB63}"/>
              </a:ext>
            </a:extLst>
          </p:cNvPr>
          <p:cNvSpPr txBox="1">
            <a:spLocks noChangeArrowheads="1"/>
          </p:cNvSpPr>
          <p:nvPr/>
        </p:nvSpPr>
        <p:spPr bwMode="auto">
          <a:xfrm>
            <a:off x="1709738" y="1108473"/>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10.0.0.4</a:t>
            </a:r>
          </a:p>
        </p:txBody>
      </p:sp>
      <p:sp>
        <p:nvSpPr>
          <p:cNvPr id="199692" name="Text Box 91">
            <a:extLst>
              <a:ext uri="{FF2B5EF4-FFF2-40B4-BE49-F238E27FC236}">
                <a16:creationId xmlns:a16="http://schemas.microsoft.com/office/drawing/2014/main" id="{B9874A92-E3D9-CD4A-87F3-6331F3AB17F6}"/>
              </a:ext>
            </a:extLst>
          </p:cNvPr>
          <p:cNvSpPr txBox="1">
            <a:spLocks noChangeArrowheads="1"/>
          </p:cNvSpPr>
          <p:nvPr/>
        </p:nvSpPr>
        <p:spPr bwMode="auto">
          <a:xfrm>
            <a:off x="6552010" y="1108473"/>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40.0.0.4</a:t>
            </a:r>
          </a:p>
        </p:txBody>
      </p:sp>
      <p:sp>
        <p:nvSpPr>
          <p:cNvPr id="199693" name="Text Box 92">
            <a:extLst>
              <a:ext uri="{FF2B5EF4-FFF2-40B4-BE49-F238E27FC236}">
                <a16:creationId xmlns:a16="http://schemas.microsoft.com/office/drawing/2014/main" id="{4197A3B0-7CFA-564B-BF5A-BCB758F7C2B1}"/>
              </a:ext>
            </a:extLst>
          </p:cNvPr>
          <p:cNvSpPr txBox="1">
            <a:spLocks noChangeArrowheads="1"/>
          </p:cNvSpPr>
          <p:nvPr/>
        </p:nvSpPr>
        <p:spPr bwMode="auto">
          <a:xfrm>
            <a:off x="4711304" y="1108473"/>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30.0.0.2</a:t>
            </a:r>
          </a:p>
        </p:txBody>
      </p:sp>
      <p:sp>
        <p:nvSpPr>
          <p:cNvPr id="199694" name="Text Box 93">
            <a:extLst>
              <a:ext uri="{FF2B5EF4-FFF2-40B4-BE49-F238E27FC236}">
                <a16:creationId xmlns:a16="http://schemas.microsoft.com/office/drawing/2014/main" id="{F464EB80-4727-5E49-870E-3C531D5931C9}"/>
              </a:ext>
            </a:extLst>
          </p:cNvPr>
          <p:cNvSpPr txBox="1">
            <a:spLocks noChangeArrowheads="1"/>
          </p:cNvSpPr>
          <p:nvPr/>
        </p:nvSpPr>
        <p:spPr bwMode="auto">
          <a:xfrm>
            <a:off x="3773091" y="1108473"/>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20.0.0.9</a:t>
            </a:r>
          </a:p>
        </p:txBody>
      </p:sp>
      <p:sp>
        <p:nvSpPr>
          <p:cNvPr id="199695" name="Text Box 94">
            <a:extLst>
              <a:ext uri="{FF2B5EF4-FFF2-40B4-BE49-F238E27FC236}">
                <a16:creationId xmlns:a16="http://schemas.microsoft.com/office/drawing/2014/main" id="{B2F8BC19-A179-234B-AA5D-F5335A508578}"/>
              </a:ext>
            </a:extLst>
          </p:cNvPr>
          <p:cNvSpPr txBox="1">
            <a:spLocks noChangeArrowheads="1"/>
          </p:cNvSpPr>
          <p:nvPr/>
        </p:nvSpPr>
        <p:spPr bwMode="auto">
          <a:xfrm>
            <a:off x="2627710" y="1108473"/>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20.0.0.7</a:t>
            </a:r>
          </a:p>
        </p:txBody>
      </p:sp>
      <p:sp>
        <p:nvSpPr>
          <p:cNvPr id="199696" name="Line 95">
            <a:extLst>
              <a:ext uri="{FF2B5EF4-FFF2-40B4-BE49-F238E27FC236}">
                <a16:creationId xmlns:a16="http://schemas.microsoft.com/office/drawing/2014/main" id="{42A4637B-03F0-6A4F-9562-F507DBE5BFFB}"/>
              </a:ext>
            </a:extLst>
          </p:cNvPr>
          <p:cNvSpPr>
            <a:spLocks noChangeShapeType="1"/>
          </p:cNvSpPr>
          <p:nvPr/>
        </p:nvSpPr>
        <p:spPr bwMode="auto">
          <a:xfrm>
            <a:off x="2215754" y="1410891"/>
            <a:ext cx="0" cy="30360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697" name="Line 96">
            <a:extLst>
              <a:ext uri="{FF2B5EF4-FFF2-40B4-BE49-F238E27FC236}">
                <a16:creationId xmlns:a16="http://schemas.microsoft.com/office/drawing/2014/main" id="{EBF7F7DD-65FB-F543-825D-6D4B120839E1}"/>
              </a:ext>
            </a:extLst>
          </p:cNvPr>
          <p:cNvSpPr>
            <a:spLocks noChangeShapeType="1"/>
          </p:cNvSpPr>
          <p:nvPr/>
        </p:nvSpPr>
        <p:spPr bwMode="auto">
          <a:xfrm>
            <a:off x="3042047" y="1410891"/>
            <a:ext cx="0" cy="30360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698" name="Line 97">
            <a:extLst>
              <a:ext uri="{FF2B5EF4-FFF2-40B4-BE49-F238E27FC236}">
                <a16:creationId xmlns:a16="http://schemas.microsoft.com/office/drawing/2014/main" id="{95938812-EC6C-6C41-84A1-893F24145440}"/>
              </a:ext>
            </a:extLst>
          </p:cNvPr>
          <p:cNvSpPr>
            <a:spLocks noChangeShapeType="1"/>
          </p:cNvSpPr>
          <p:nvPr/>
        </p:nvSpPr>
        <p:spPr bwMode="auto">
          <a:xfrm>
            <a:off x="6112669" y="1410891"/>
            <a:ext cx="0" cy="30360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699" name="Line 98">
            <a:extLst>
              <a:ext uri="{FF2B5EF4-FFF2-40B4-BE49-F238E27FC236}">
                <a16:creationId xmlns:a16="http://schemas.microsoft.com/office/drawing/2014/main" id="{4F13ED46-D5C3-8F48-A44C-4E4137E84BA8}"/>
              </a:ext>
            </a:extLst>
          </p:cNvPr>
          <p:cNvSpPr>
            <a:spLocks noChangeShapeType="1"/>
          </p:cNvSpPr>
          <p:nvPr/>
        </p:nvSpPr>
        <p:spPr bwMode="auto">
          <a:xfrm>
            <a:off x="4282679" y="1410891"/>
            <a:ext cx="0" cy="30360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00" name="Line 99">
            <a:extLst>
              <a:ext uri="{FF2B5EF4-FFF2-40B4-BE49-F238E27FC236}">
                <a16:creationId xmlns:a16="http://schemas.microsoft.com/office/drawing/2014/main" id="{7F069D44-8157-F04A-8D6E-E98732A281E4}"/>
              </a:ext>
            </a:extLst>
          </p:cNvPr>
          <p:cNvSpPr>
            <a:spLocks noChangeShapeType="1"/>
          </p:cNvSpPr>
          <p:nvPr/>
        </p:nvSpPr>
        <p:spPr bwMode="auto">
          <a:xfrm>
            <a:off x="6940154" y="1395413"/>
            <a:ext cx="0" cy="30241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01" name="Line 100">
            <a:extLst>
              <a:ext uri="{FF2B5EF4-FFF2-40B4-BE49-F238E27FC236}">
                <a16:creationId xmlns:a16="http://schemas.microsoft.com/office/drawing/2014/main" id="{09C69E15-0E42-A04A-9E5F-C1B0DAB99D55}"/>
              </a:ext>
            </a:extLst>
          </p:cNvPr>
          <p:cNvSpPr>
            <a:spLocks noChangeShapeType="1"/>
          </p:cNvSpPr>
          <p:nvPr/>
        </p:nvSpPr>
        <p:spPr bwMode="auto">
          <a:xfrm>
            <a:off x="5050631" y="1410891"/>
            <a:ext cx="0" cy="30360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82405" name="Rectangle 101">
            <a:extLst>
              <a:ext uri="{FF2B5EF4-FFF2-40B4-BE49-F238E27FC236}">
                <a16:creationId xmlns:a16="http://schemas.microsoft.com/office/drawing/2014/main" id="{FD1C0B82-4427-1347-84FC-9987C5B9B6EA}"/>
              </a:ext>
            </a:extLst>
          </p:cNvPr>
          <p:cNvSpPr>
            <a:spLocks noChangeArrowheads="1"/>
          </p:cNvSpPr>
          <p:nvPr/>
        </p:nvSpPr>
        <p:spPr bwMode="auto">
          <a:xfrm>
            <a:off x="2711054" y="2622947"/>
            <a:ext cx="3779044" cy="1333500"/>
          </a:xfrm>
          <a:prstGeom prst="rect">
            <a:avLst/>
          </a:prstGeom>
          <a:solidFill>
            <a:srgbClr val="FFFF99"/>
          </a:solidFill>
          <a:ln w="28575">
            <a:solidFill>
              <a:srgbClr val="333399"/>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199703" name="Line 102">
            <a:extLst>
              <a:ext uri="{FF2B5EF4-FFF2-40B4-BE49-F238E27FC236}">
                <a16:creationId xmlns:a16="http://schemas.microsoft.com/office/drawing/2014/main" id="{135B0025-D00C-A646-8D12-4FB1FFA2EA49}"/>
              </a:ext>
            </a:extLst>
          </p:cNvPr>
          <p:cNvSpPr>
            <a:spLocks noChangeShapeType="1"/>
          </p:cNvSpPr>
          <p:nvPr/>
        </p:nvSpPr>
        <p:spPr bwMode="auto">
          <a:xfrm>
            <a:off x="2711054" y="2987279"/>
            <a:ext cx="3779044" cy="0"/>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04" name="Text Box 103">
            <a:extLst>
              <a:ext uri="{FF2B5EF4-FFF2-40B4-BE49-F238E27FC236}">
                <a16:creationId xmlns:a16="http://schemas.microsoft.com/office/drawing/2014/main" id="{1AEBEF04-FAC7-B640-9BEE-578D471E8261}"/>
              </a:ext>
            </a:extLst>
          </p:cNvPr>
          <p:cNvSpPr txBox="1">
            <a:spLocks noChangeArrowheads="1"/>
          </p:cNvSpPr>
          <p:nvPr/>
        </p:nvSpPr>
        <p:spPr bwMode="auto">
          <a:xfrm>
            <a:off x="2719388" y="2640807"/>
            <a:ext cx="191590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目的主机所在的网络</a:t>
            </a:r>
          </a:p>
        </p:txBody>
      </p:sp>
      <p:sp>
        <p:nvSpPr>
          <p:cNvPr id="199705" name="Text Box 104">
            <a:extLst>
              <a:ext uri="{FF2B5EF4-FFF2-40B4-BE49-F238E27FC236}">
                <a16:creationId xmlns:a16="http://schemas.microsoft.com/office/drawing/2014/main" id="{C854CD96-7587-2344-A1EC-4E65BE575547}"/>
              </a:ext>
            </a:extLst>
          </p:cNvPr>
          <p:cNvSpPr txBox="1">
            <a:spLocks noChangeArrowheads="1"/>
          </p:cNvSpPr>
          <p:nvPr/>
        </p:nvSpPr>
        <p:spPr bwMode="auto">
          <a:xfrm>
            <a:off x="4993481" y="2637235"/>
            <a:ext cx="114646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下一跳地址</a:t>
            </a:r>
          </a:p>
        </p:txBody>
      </p:sp>
      <p:sp>
        <p:nvSpPr>
          <p:cNvPr id="199706" name="Line 105">
            <a:extLst>
              <a:ext uri="{FF2B5EF4-FFF2-40B4-BE49-F238E27FC236}">
                <a16:creationId xmlns:a16="http://schemas.microsoft.com/office/drawing/2014/main" id="{536902F3-E8CF-664A-832A-EB3B9E8AA728}"/>
              </a:ext>
            </a:extLst>
          </p:cNvPr>
          <p:cNvSpPr>
            <a:spLocks noChangeShapeType="1"/>
          </p:cNvSpPr>
          <p:nvPr/>
        </p:nvSpPr>
        <p:spPr bwMode="auto">
          <a:xfrm>
            <a:off x="4600575" y="2622947"/>
            <a:ext cx="0" cy="1333500"/>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07" name="Line 106">
            <a:extLst>
              <a:ext uri="{FF2B5EF4-FFF2-40B4-BE49-F238E27FC236}">
                <a16:creationId xmlns:a16="http://schemas.microsoft.com/office/drawing/2014/main" id="{C4076896-08A4-994C-BE21-51EAD37193E3}"/>
              </a:ext>
            </a:extLst>
          </p:cNvPr>
          <p:cNvSpPr>
            <a:spLocks noChangeShapeType="1"/>
          </p:cNvSpPr>
          <p:nvPr/>
        </p:nvSpPr>
        <p:spPr bwMode="auto">
          <a:xfrm>
            <a:off x="2711054" y="3228975"/>
            <a:ext cx="3779044" cy="0"/>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08" name="Line 107">
            <a:extLst>
              <a:ext uri="{FF2B5EF4-FFF2-40B4-BE49-F238E27FC236}">
                <a16:creationId xmlns:a16="http://schemas.microsoft.com/office/drawing/2014/main" id="{D10AF270-55DD-BB40-A364-3BED6F670AF6}"/>
              </a:ext>
            </a:extLst>
          </p:cNvPr>
          <p:cNvSpPr>
            <a:spLocks noChangeShapeType="1"/>
          </p:cNvSpPr>
          <p:nvPr/>
        </p:nvSpPr>
        <p:spPr bwMode="auto">
          <a:xfrm>
            <a:off x="2711054" y="3471863"/>
            <a:ext cx="3779044" cy="0"/>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09" name="Line 108">
            <a:extLst>
              <a:ext uri="{FF2B5EF4-FFF2-40B4-BE49-F238E27FC236}">
                <a16:creationId xmlns:a16="http://schemas.microsoft.com/office/drawing/2014/main" id="{54B5BE22-BF75-464D-BF53-51CDA1B53F70}"/>
              </a:ext>
            </a:extLst>
          </p:cNvPr>
          <p:cNvSpPr>
            <a:spLocks noChangeShapeType="1"/>
          </p:cNvSpPr>
          <p:nvPr/>
        </p:nvSpPr>
        <p:spPr bwMode="auto">
          <a:xfrm>
            <a:off x="2711054" y="3714750"/>
            <a:ext cx="3779044" cy="0"/>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10" name="Text Box 109">
            <a:extLst>
              <a:ext uri="{FF2B5EF4-FFF2-40B4-BE49-F238E27FC236}">
                <a16:creationId xmlns:a16="http://schemas.microsoft.com/office/drawing/2014/main" id="{DE46CCD7-07F9-1949-BE71-3FA9BE5ADE70}"/>
              </a:ext>
            </a:extLst>
          </p:cNvPr>
          <p:cNvSpPr txBox="1">
            <a:spLocks noChangeArrowheads="1"/>
          </p:cNvSpPr>
          <p:nvPr/>
        </p:nvSpPr>
        <p:spPr bwMode="auto">
          <a:xfrm>
            <a:off x="3221832" y="2949179"/>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20.0.0.0</a:t>
            </a:r>
          </a:p>
        </p:txBody>
      </p:sp>
      <p:sp>
        <p:nvSpPr>
          <p:cNvPr id="199711" name="Text Box 110">
            <a:extLst>
              <a:ext uri="{FF2B5EF4-FFF2-40B4-BE49-F238E27FC236}">
                <a16:creationId xmlns:a16="http://schemas.microsoft.com/office/drawing/2014/main" id="{8E9F1666-998A-DB49-8906-006AA7E4354C}"/>
              </a:ext>
            </a:extLst>
          </p:cNvPr>
          <p:cNvSpPr txBox="1">
            <a:spLocks noChangeArrowheads="1"/>
          </p:cNvSpPr>
          <p:nvPr/>
        </p:nvSpPr>
        <p:spPr bwMode="auto">
          <a:xfrm>
            <a:off x="3221832" y="3184923"/>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30.0.0.0</a:t>
            </a:r>
          </a:p>
        </p:txBody>
      </p:sp>
      <p:sp>
        <p:nvSpPr>
          <p:cNvPr id="199712" name="Text Box 111">
            <a:extLst>
              <a:ext uri="{FF2B5EF4-FFF2-40B4-BE49-F238E27FC236}">
                <a16:creationId xmlns:a16="http://schemas.microsoft.com/office/drawing/2014/main" id="{77012CC6-69AF-8A46-A018-46E50B59BE9C}"/>
              </a:ext>
            </a:extLst>
          </p:cNvPr>
          <p:cNvSpPr txBox="1">
            <a:spLocks noChangeArrowheads="1"/>
          </p:cNvSpPr>
          <p:nvPr/>
        </p:nvSpPr>
        <p:spPr bwMode="auto">
          <a:xfrm>
            <a:off x="3221832" y="3444479"/>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10.0.0.0</a:t>
            </a:r>
          </a:p>
        </p:txBody>
      </p:sp>
      <p:sp>
        <p:nvSpPr>
          <p:cNvPr id="199713" name="Text Box 112">
            <a:extLst>
              <a:ext uri="{FF2B5EF4-FFF2-40B4-BE49-F238E27FC236}">
                <a16:creationId xmlns:a16="http://schemas.microsoft.com/office/drawing/2014/main" id="{E2E10052-B45C-3344-B2AF-26BECFE18ACD}"/>
              </a:ext>
            </a:extLst>
          </p:cNvPr>
          <p:cNvSpPr txBox="1">
            <a:spLocks noChangeArrowheads="1"/>
          </p:cNvSpPr>
          <p:nvPr/>
        </p:nvSpPr>
        <p:spPr bwMode="auto">
          <a:xfrm>
            <a:off x="3221832" y="3668316"/>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40.0.0.0</a:t>
            </a:r>
          </a:p>
        </p:txBody>
      </p:sp>
      <p:sp>
        <p:nvSpPr>
          <p:cNvPr id="199714" name="Text Box 113">
            <a:extLst>
              <a:ext uri="{FF2B5EF4-FFF2-40B4-BE49-F238E27FC236}">
                <a16:creationId xmlns:a16="http://schemas.microsoft.com/office/drawing/2014/main" id="{06ECFF34-BC72-1147-872E-5CFD3F62F9EE}"/>
              </a:ext>
            </a:extLst>
          </p:cNvPr>
          <p:cNvSpPr txBox="1">
            <a:spLocks noChangeArrowheads="1"/>
          </p:cNvSpPr>
          <p:nvPr/>
        </p:nvSpPr>
        <p:spPr bwMode="auto">
          <a:xfrm>
            <a:off x="5063729" y="3434954"/>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20.0.0.7</a:t>
            </a:r>
          </a:p>
        </p:txBody>
      </p:sp>
      <p:sp>
        <p:nvSpPr>
          <p:cNvPr id="199715" name="Text Box 114">
            <a:extLst>
              <a:ext uri="{FF2B5EF4-FFF2-40B4-BE49-F238E27FC236}">
                <a16:creationId xmlns:a16="http://schemas.microsoft.com/office/drawing/2014/main" id="{5A23965B-60C5-E841-8991-AD0764BA21D6}"/>
              </a:ext>
            </a:extLst>
          </p:cNvPr>
          <p:cNvSpPr txBox="1">
            <a:spLocks noChangeArrowheads="1"/>
          </p:cNvSpPr>
          <p:nvPr/>
        </p:nvSpPr>
        <p:spPr bwMode="auto">
          <a:xfrm>
            <a:off x="5063729" y="3677841"/>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30.0.0.1</a:t>
            </a:r>
          </a:p>
        </p:txBody>
      </p:sp>
      <p:sp>
        <p:nvSpPr>
          <p:cNvPr id="199716" name="Text Box 115">
            <a:extLst>
              <a:ext uri="{FF2B5EF4-FFF2-40B4-BE49-F238E27FC236}">
                <a16:creationId xmlns:a16="http://schemas.microsoft.com/office/drawing/2014/main" id="{2A477339-A241-E243-9459-EB4BAA7CA522}"/>
              </a:ext>
            </a:extLst>
          </p:cNvPr>
          <p:cNvSpPr txBox="1">
            <a:spLocks noChangeArrowheads="1"/>
          </p:cNvSpPr>
          <p:nvPr/>
        </p:nvSpPr>
        <p:spPr bwMode="auto">
          <a:xfrm>
            <a:off x="4733925" y="3205163"/>
            <a:ext cx="169148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直接交付，接口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199717" name="Text Box 116">
            <a:extLst>
              <a:ext uri="{FF2B5EF4-FFF2-40B4-BE49-F238E27FC236}">
                <a16:creationId xmlns:a16="http://schemas.microsoft.com/office/drawing/2014/main" id="{A2D1F30F-BA8D-B54A-96FF-65E82F850600}"/>
              </a:ext>
            </a:extLst>
          </p:cNvPr>
          <p:cNvSpPr txBox="1">
            <a:spLocks noChangeArrowheads="1"/>
          </p:cNvSpPr>
          <p:nvPr/>
        </p:nvSpPr>
        <p:spPr bwMode="auto">
          <a:xfrm>
            <a:off x="4733925" y="2946798"/>
            <a:ext cx="169148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直接交付，接口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199718" name="Text Box 117">
            <a:extLst>
              <a:ext uri="{FF2B5EF4-FFF2-40B4-BE49-F238E27FC236}">
                <a16:creationId xmlns:a16="http://schemas.microsoft.com/office/drawing/2014/main" id="{25992207-BA65-A646-A9B7-AA9040E50A9B}"/>
              </a:ext>
            </a:extLst>
          </p:cNvPr>
          <p:cNvSpPr txBox="1">
            <a:spLocks noChangeArrowheads="1"/>
          </p:cNvSpPr>
          <p:nvPr/>
        </p:nvSpPr>
        <p:spPr bwMode="auto">
          <a:xfrm>
            <a:off x="3537348" y="2246710"/>
            <a:ext cx="21804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a:latin typeface="Arial" panose="020B0604020202020204" pitchFamily="34" charset="0"/>
                <a:ea typeface="宋体" panose="02010600030101010101" pitchFamily="2" charset="-122"/>
                <a:cs typeface="黑体" panose="02010609060101010101" pitchFamily="49" charset="-122"/>
              </a:rPr>
              <a:t>路由器 </a:t>
            </a:r>
            <a:r>
              <a:rPr kumimoji="1" lang="en-US" altLang="zh-CN" sz="1800">
                <a:latin typeface="Arial" panose="020B0604020202020204" pitchFamily="34" charset="0"/>
                <a:ea typeface="宋体" panose="02010600030101010101" pitchFamily="2" charset="-122"/>
                <a:cs typeface="黑体" panose="02010609060101010101" pitchFamily="49" charset="-122"/>
              </a:rPr>
              <a:t>R</a:t>
            </a:r>
            <a:r>
              <a:rPr kumimoji="1" lang="en-US" altLang="zh-CN" sz="1800" baseline="-25000">
                <a:latin typeface="Arial" panose="020B0604020202020204" pitchFamily="34" charset="0"/>
                <a:ea typeface="宋体" panose="02010600030101010101" pitchFamily="2" charset="-122"/>
                <a:cs typeface="黑体" panose="02010609060101010101" pitchFamily="49" charset="-122"/>
              </a:rPr>
              <a:t>2</a:t>
            </a:r>
            <a:r>
              <a:rPr kumimoji="1" lang="en-US" altLang="zh-CN" sz="1800">
                <a:latin typeface="Arial" panose="020B0604020202020204" pitchFamily="34" charset="0"/>
                <a:ea typeface="宋体" panose="02010600030101010101" pitchFamily="2" charset="-122"/>
                <a:cs typeface="黑体" panose="02010609060101010101" pitchFamily="49" charset="-122"/>
              </a:rPr>
              <a:t> </a:t>
            </a:r>
            <a:r>
              <a:rPr kumimoji="1" lang="zh-CN" altLang="en-US" sz="1800">
                <a:latin typeface="Arial" panose="020B0604020202020204" pitchFamily="34" charset="0"/>
                <a:ea typeface="宋体" panose="02010600030101010101" pitchFamily="2" charset="-122"/>
                <a:cs typeface="黑体" panose="02010609060101010101" pitchFamily="49" charset="-122"/>
              </a:rPr>
              <a:t>的路由表</a:t>
            </a:r>
          </a:p>
        </p:txBody>
      </p:sp>
      <p:sp>
        <p:nvSpPr>
          <p:cNvPr id="199719" name="Text Box 118">
            <a:extLst>
              <a:ext uri="{FF2B5EF4-FFF2-40B4-BE49-F238E27FC236}">
                <a16:creationId xmlns:a16="http://schemas.microsoft.com/office/drawing/2014/main" id="{3A92E71F-505F-2A42-8673-56E662D0C629}"/>
              </a:ext>
            </a:extLst>
          </p:cNvPr>
          <p:cNvSpPr txBox="1">
            <a:spLocks noChangeArrowheads="1"/>
          </p:cNvSpPr>
          <p:nvPr/>
        </p:nvSpPr>
        <p:spPr bwMode="auto">
          <a:xfrm>
            <a:off x="5666185" y="1108473"/>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30.0.0.1</a:t>
            </a:r>
          </a:p>
        </p:txBody>
      </p:sp>
      <p:sp>
        <p:nvSpPr>
          <p:cNvPr id="199720" name="Line 121">
            <a:extLst>
              <a:ext uri="{FF2B5EF4-FFF2-40B4-BE49-F238E27FC236}">
                <a16:creationId xmlns:a16="http://schemas.microsoft.com/office/drawing/2014/main" id="{426E3B84-513D-804C-A90A-465FF91F2498}"/>
              </a:ext>
            </a:extLst>
          </p:cNvPr>
          <p:cNvSpPr>
            <a:spLocks noChangeShapeType="1"/>
          </p:cNvSpPr>
          <p:nvPr/>
        </p:nvSpPr>
        <p:spPr bwMode="auto">
          <a:xfrm flipV="1">
            <a:off x="1175147" y="4747023"/>
            <a:ext cx="6591300" cy="11906"/>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21" name="Rectangle 122">
            <a:extLst>
              <a:ext uri="{FF2B5EF4-FFF2-40B4-BE49-F238E27FC236}">
                <a16:creationId xmlns:a16="http://schemas.microsoft.com/office/drawing/2014/main" id="{057325B0-C63F-BA48-899F-2E264F52C2B0}"/>
              </a:ext>
            </a:extLst>
          </p:cNvPr>
          <p:cNvSpPr>
            <a:spLocks noChangeArrowheads="1"/>
          </p:cNvSpPr>
          <p:nvPr/>
        </p:nvSpPr>
        <p:spPr bwMode="auto">
          <a:xfrm>
            <a:off x="6544866" y="4205288"/>
            <a:ext cx="691753" cy="207169"/>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99722" name="Text Box 123">
            <a:extLst>
              <a:ext uri="{FF2B5EF4-FFF2-40B4-BE49-F238E27FC236}">
                <a16:creationId xmlns:a16="http://schemas.microsoft.com/office/drawing/2014/main" id="{039B6850-9CAF-D741-80A2-5E6F6356EA05}"/>
              </a:ext>
            </a:extLst>
          </p:cNvPr>
          <p:cNvSpPr txBox="1">
            <a:spLocks noChangeArrowheads="1"/>
          </p:cNvSpPr>
          <p:nvPr/>
        </p:nvSpPr>
        <p:spPr bwMode="auto">
          <a:xfrm>
            <a:off x="1763316" y="4140994"/>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10.0.0.4</a:t>
            </a:r>
          </a:p>
        </p:txBody>
      </p:sp>
      <p:sp>
        <p:nvSpPr>
          <p:cNvPr id="199723" name="Text Box 124">
            <a:extLst>
              <a:ext uri="{FF2B5EF4-FFF2-40B4-BE49-F238E27FC236}">
                <a16:creationId xmlns:a16="http://schemas.microsoft.com/office/drawing/2014/main" id="{52903946-4030-2347-8601-15C50665282A}"/>
              </a:ext>
            </a:extLst>
          </p:cNvPr>
          <p:cNvSpPr txBox="1">
            <a:spLocks noChangeArrowheads="1"/>
          </p:cNvSpPr>
          <p:nvPr/>
        </p:nvSpPr>
        <p:spPr bwMode="auto">
          <a:xfrm>
            <a:off x="6629400" y="4140994"/>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40.0.0.4</a:t>
            </a:r>
          </a:p>
        </p:txBody>
      </p:sp>
      <p:sp>
        <p:nvSpPr>
          <p:cNvPr id="199724" name="Text Box 125">
            <a:extLst>
              <a:ext uri="{FF2B5EF4-FFF2-40B4-BE49-F238E27FC236}">
                <a16:creationId xmlns:a16="http://schemas.microsoft.com/office/drawing/2014/main" id="{4A1CA3A6-51FF-434E-9E96-CB7F3E57F21C}"/>
              </a:ext>
            </a:extLst>
          </p:cNvPr>
          <p:cNvSpPr txBox="1">
            <a:spLocks noChangeArrowheads="1"/>
          </p:cNvSpPr>
          <p:nvPr/>
        </p:nvSpPr>
        <p:spPr bwMode="auto">
          <a:xfrm>
            <a:off x="4680348" y="4140994"/>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30.0.0.2</a:t>
            </a:r>
          </a:p>
        </p:txBody>
      </p:sp>
      <p:sp>
        <p:nvSpPr>
          <p:cNvPr id="199725" name="Text Box 126">
            <a:extLst>
              <a:ext uri="{FF2B5EF4-FFF2-40B4-BE49-F238E27FC236}">
                <a16:creationId xmlns:a16="http://schemas.microsoft.com/office/drawing/2014/main" id="{A7C972B9-2571-1B40-99CF-5165F2322EE0}"/>
              </a:ext>
            </a:extLst>
          </p:cNvPr>
          <p:cNvSpPr txBox="1">
            <a:spLocks noChangeArrowheads="1"/>
          </p:cNvSpPr>
          <p:nvPr/>
        </p:nvSpPr>
        <p:spPr bwMode="auto">
          <a:xfrm>
            <a:off x="3707607" y="4140994"/>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20.0.0.9</a:t>
            </a:r>
          </a:p>
        </p:txBody>
      </p:sp>
      <p:sp>
        <p:nvSpPr>
          <p:cNvPr id="199726" name="Text Box 127">
            <a:extLst>
              <a:ext uri="{FF2B5EF4-FFF2-40B4-BE49-F238E27FC236}">
                <a16:creationId xmlns:a16="http://schemas.microsoft.com/office/drawing/2014/main" id="{DBE3CCDD-2774-5D48-8744-F71BA2DFEF46}"/>
              </a:ext>
            </a:extLst>
          </p:cNvPr>
          <p:cNvSpPr txBox="1">
            <a:spLocks noChangeArrowheads="1"/>
          </p:cNvSpPr>
          <p:nvPr/>
        </p:nvSpPr>
        <p:spPr bwMode="auto">
          <a:xfrm>
            <a:off x="2736057" y="4140994"/>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20.0.0.7</a:t>
            </a:r>
          </a:p>
        </p:txBody>
      </p:sp>
      <p:sp>
        <p:nvSpPr>
          <p:cNvPr id="199727" name="Line 128">
            <a:extLst>
              <a:ext uri="{FF2B5EF4-FFF2-40B4-BE49-F238E27FC236}">
                <a16:creationId xmlns:a16="http://schemas.microsoft.com/office/drawing/2014/main" id="{BB816304-7D96-1546-8708-13203BA192FE}"/>
              </a:ext>
            </a:extLst>
          </p:cNvPr>
          <p:cNvSpPr>
            <a:spLocks noChangeShapeType="1"/>
          </p:cNvSpPr>
          <p:nvPr/>
        </p:nvSpPr>
        <p:spPr bwMode="auto">
          <a:xfrm>
            <a:off x="2215754" y="4444604"/>
            <a:ext cx="0" cy="30241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28" name="Line 129">
            <a:extLst>
              <a:ext uri="{FF2B5EF4-FFF2-40B4-BE49-F238E27FC236}">
                <a16:creationId xmlns:a16="http://schemas.microsoft.com/office/drawing/2014/main" id="{22A0C773-6A4F-8D49-8A2E-3607A0B907B4}"/>
              </a:ext>
            </a:extLst>
          </p:cNvPr>
          <p:cNvSpPr>
            <a:spLocks noChangeShapeType="1"/>
          </p:cNvSpPr>
          <p:nvPr/>
        </p:nvSpPr>
        <p:spPr bwMode="auto">
          <a:xfrm>
            <a:off x="3101579" y="4444604"/>
            <a:ext cx="0" cy="30241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29" name="Line 130">
            <a:extLst>
              <a:ext uri="{FF2B5EF4-FFF2-40B4-BE49-F238E27FC236}">
                <a16:creationId xmlns:a16="http://schemas.microsoft.com/office/drawing/2014/main" id="{71D06F8F-111B-3C47-BDDD-0777813D867D}"/>
              </a:ext>
            </a:extLst>
          </p:cNvPr>
          <p:cNvSpPr>
            <a:spLocks noChangeShapeType="1"/>
          </p:cNvSpPr>
          <p:nvPr/>
        </p:nvSpPr>
        <p:spPr bwMode="auto">
          <a:xfrm>
            <a:off x="6112669" y="4444604"/>
            <a:ext cx="0" cy="30241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30" name="Line 131">
            <a:extLst>
              <a:ext uri="{FF2B5EF4-FFF2-40B4-BE49-F238E27FC236}">
                <a16:creationId xmlns:a16="http://schemas.microsoft.com/office/drawing/2014/main" id="{23088ED5-F4FE-E04B-A8D4-6DA1B0518472}"/>
              </a:ext>
            </a:extLst>
          </p:cNvPr>
          <p:cNvSpPr>
            <a:spLocks noChangeShapeType="1"/>
          </p:cNvSpPr>
          <p:nvPr/>
        </p:nvSpPr>
        <p:spPr bwMode="auto">
          <a:xfrm>
            <a:off x="4164806" y="4444604"/>
            <a:ext cx="0" cy="30241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31" name="Line 132">
            <a:extLst>
              <a:ext uri="{FF2B5EF4-FFF2-40B4-BE49-F238E27FC236}">
                <a16:creationId xmlns:a16="http://schemas.microsoft.com/office/drawing/2014/main" id="{E1321A84-940C-4E4F-B8BE-17AB8C6509CA}"/>
              </a:ext>
            </a:extLst>
          </p:cNvPr>
          <p:cNvSpPr>
            <a:spLocks noChangeShapeType="1"/>
          </p:cNvSpPr>
          <p:nvPr/>
        </p:nvSpPr>
        <p:spPr bwMode="auto">
          <a:xfrm>
            <a:off x="6998494" y="4427935"/>
            <a:ext cx="0" cy="30241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32" name="Line 133">
            <a:extLst>
              <a:ext uri="{FF2B5EF4-FFF2-40B4-BE49-F238E27FC236}">
                <a16:creationId xmlns:a16="http://schemas.microsoft.com/office/drawing/2014/main" id="{3C8DAEFE-D345-9E4A-B0E9-3CF546A8698E}"/>
              </a:ext>
            </a:extLst>
          </p:cNvPr>
          <p:cNvSpPr>
            <a:spLocks noChangeShapeType="1"/>
          </p:cNvSpPr>
          <p:nvPr/>
        </p:nvSpPr>
        <p:spPr bwMode="auto">
          <a:xfrm>
            <a:off x="5050631" y="4456510"/>
            <a:ext cx="0" cy="30360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33" name="Text Box 134">
            <a:extLst>
              <a:ext uri="{FF2B5EF4-FFF2-40B4-BE49-F238E27FC236}">
                <a16:creationId xmlns:a16="http://schemas.microsoft.com/office/drawing/2014/main" id="{D1998FBD-CC2F-2D43-9E96-F59DD077D6A9}"/>
              </a:ext>
            </a:extLst>
          </p:cNvPr>
          <p:cNvSpPr txBox="1">
            <a:spLocks noChangeArrowheads="1"/>
          </p:cNvSpPr>
          <p:nvPr/>
        </p:nvSpPr>
        <p:spPr bwMode="auto">
          <a:xfrm>
            <a:off x="5635229" y="4140994"/>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30.0.0.1</a:t>
            </a:r>
          </a:p>
        </p:txBody>
      </p:sp>
      <p:sp>
        <p:nvSpPr>
          <p:cNvPr id="199734" name="Text Box 135">
            <a:extLst>
              <a:ext uri="{FF2B5EF4-FFF2-40B4-BE49-F238E27FC236}">
                <a16:creationId xmlns:a16="http://schemas.microsoft.com/office/drawing/2014/main" id="{E5893752-2DAC-8240-A670-07C4031E9722}"/>
              </a:ext>
            </a:extLst>
          </p:cNvPr>
          <p:cNvSpPr txBox="1">
            <a:spLocks noChangeArrowheads="1"/>
          </p:cNvSpPr>
          <p:nvPr/>
        </p:nvSpPr>
        <p:spPr bwMode="auto">
          <a:xfrm>
            <a:off x="7235429" y="4421982"/>
            <a:ext cx="70083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链路</a:t>
            </a:r>
            <a:r>
              <a:rPr kumimoji="1" lang="zh-CN" altLang="en-US" sz="675">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4</a:t>
            </a:r>
          </a:p>
        </p:txBody>
      </p:sp>
      <p:sp>
        <p:nvSpPr>
          <p:cNvPr id="199735" name="Text Box 136">
            <a:extLst>
              <a:ext uri="{FF2B5EF4-FFF2-40B4-BE49-F238E27FC236}">
                <a16:creationId xmlns:a16="http://schemas.microsoft.com/office/drawing/2014/main" id="{CE5C37DF-E7E5-D040-B2C9-8CEAF5349327}"/>
              </a:ext>
            </a:extLst>
          </p:cNvPr>
          <p:cNvSpPr txBox="1">
            <a:spLocks noChangeArrowheads="1"/>
          </p:cNvSpPr>
          <p:nvPr/>
        </p:nvSpPr>
        <p:spPr bwMode="auto">
          <a:xfrm>
            <a:off x="5305426" y="4421982"/>
            <a:ext cx="70403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链路</a:t>
            </a:r>
            <a:r>
              <a:rPr kumimoji="1" lang="zh-CN" altLang="en-US"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3</a:t>
            </a:r>
          </a:p>
        </p:txBody>
      </p:sp>
      <p:sp>
        <p:nvSpPr>
          <p:cNvPr id="199736" name="Text Box 137">
            <a:extLst>
              <a:ext uri="{FF2B5EF4-FFF2-40B4-BE49-F238E27FC236}">
                <a16:creationId xmlns:a16="http://schemas.microsoft.com/office/drawing/2014/main" id="{E5BC9770-5BC2-064F-AB78-70D9E2A00905}"/>
              </a:ext>
            </a:extLst>
          </p:cNvPr>
          <p:cNvSpPr txBox="1">
            <a:spLocks noChangeArrowheads="1"/>
          </p:cNvSpPr>
          <p:nvPr/>
        </p:nvSpPr>
        <p:spPr bwMode="auto">
          <a:xfrm>
            <a:off x="3337323" y="4421982"/>
            <a:ext cx="70403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链路</a:t>
            </a:r>
            <a:r>
              <a:rPr kumimoji="1" lang="zh-CN" altLang="en-US"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2</a:t>
            </a:r>
          </a:p>
        </p:txBody>
      </p:sp>
      <p:sp>
        <p:nvSpPr>
          <p:cNvPr id="199737" name="Text Box 138">
            <a:extLst>
              <a:ext uri="{FF2B5EF4-FFF2-40B4-BE49-F238E27FC236}">
                <a16:creationId xmlns:a16="http://schemas.microsoft.com/office/drawing/2014/main" id="{8D614AAE-7108-2D49-88D6-0440C38D910F}"/>
              </a:ext>
            </a:extLst>
          </p:cNvPr>
          <p:cNvSpPr txBox="1">
            <a:spLocks noChangeArrowheads="1"/>
          </p:cNvSpPr>
          <p:nvPr/>
        </p:nvSpPr>
        <p:spPr bwMode="auto">
          <a:xfrm>
            <a:off x="1212057" y="4421982"/>
            <a:ext cx="70403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链路</a:t>
            </a:r>
            <a:r>
              <a:rPr kumimoji="1" lang="zh-CN" altLang="en-US"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pic>
        <p:nvPicPr>
          <p:cNvPr id="199738" name="Picture 139">
            <a:extLst>
              <a:ext uri="{FF2B5EF4-FFF2-40B4-BE49-F238E27FC236}">
                <a16:creationId xmlns:a16="http://schemas.microsoft.com/office/drawing/2014/main" id="{3B128BCF-44AF-084D-B0E5-67CCD6A85AD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93156" y="1577579"/>
            <a:ext cx="5381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739" name="Text Box 140">
            <a:extLst>
              <a:ext uri="{FF2B5EF4-FFF2-40B4-BE49-F238E27FC236}">
                <a16:creationId xmlns:a16="http://schemas.microsoft.com/office/drawing/2014/main" id="{A2544A68-416B-8A4E-AE75-4A85CDDBCDE9}"/>
              </a:ext>
            </a:extLst>
          </p:cNvPr>
          <p:cNvSpPr txBox="1">
            <a:spLocks noChangeArrowheads="1"/>
          </p:cNvSpPr>
          <p:nvPr/>
        </p:nvSpPr>
        <p:spPr bwMode="auto">
          <a:xfrm>
            <a:off x="4508897" y="1272779"/>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199740" name="Text Box 141">
            <a:extLst>
              <a:ext uri="{FF2B5EF4-FFF2-40B4-BE49-F238E27FC236}">
                <a16:creationId xmlns:a16="http://schemas.microsoft.com/office/drawing/2014/main" id="{39B8F961-908B-8743-90EB-D2C38047BFDF}"/>
              </a:ext>
            </a:extLst>
          </p:cNvPr>
          <p:cNvSpPr txBox="1">
            <a:spLocks noChangeArrowheads="1"/>
          </p:cNvSpPr>
          <p:nvPr/>
        </p:nvSpPr>
        <p:spPr bwMode="auto">
          <a:xfrm>
            <a:off x="6417469" y="1272779"/>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199741" name="Text Box 142">
            <a:extLst>
              <a:ext uri="{FF2B5EF4-FFF2-40B4-BE49-F238E27FC236}">
                <a16:creationId xmlns:a16="http://schemas.microsoft.com/office/drawing/2014/main" id="{791B3287-E037-A54A-BF4B-7F01489C39E6}"/>
              </a:ext>
            </a:extLst>
          </p:cNvPr>
          <p:cNvSpPr txBox="1">
            <a:spLocks noChangeArrowheads="1"/>
          </p:cNvSpPr>
          <p:nvPr/>
        </p:nvSpPr>
        <p:spPr bwMode="auto">
          <a:xfrm>
            <a:off x="2471738" y="1272779"/>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199742" name="Text Box 146">
            <a:extLst>
              <a:ext uri="{FF2B5EF4-FFF2-40B4-BE49-F238E27FC236}">
                <a16:creationId xmlns:a16="http://schemas.microsoft.com/office/drawing/2014/main" id="{3350A001-336E-2C49-8818-E32D632AA75E}"/>
              </a:ext>
            </a:extLst>
          </p:cNvPr>
          <p:cNvSpPr txBox="1">
            <a:spLocks noChangeArrowheads="1"/>
          </p:cNvSpPr>
          <p:nvPr/>
        </p:nvSpPr>
        <p:spPr bwMode="auto">
          <a:xfrm>
            <a:off x="4136231" y="1674019"/>
            <a:ext cx="29206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199743" name="Text Box 147">
            <a:extLst>
              <a:ext uri="{FF2B5EF4-FFF2-40B4-BE49-F238E27FC236}">
                <a16:creationId xmlns:a16="http://schemas.microsoft.com/office/drawing/2014/main" id="{7D2CBD76-DE7A-2A41-89BE-6246BF3459EC}"/>
              </a:ext>
            </a:extLst>
          </p:cNvPr>
          <p:cNvSpPr txBox="1">
            <a:spLocks noChangeArrowheads="1"/>
          </p:cNvSpPr>
          <p:nvPr/>
        </p:nvSpPr>
        <p:spPr bwMode="auto">
          <a:xfrm>
            <a:off x="4894660" y="1678782"/>
            <a:ext cx="29206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pic>
        <p:nvPicPr>
          <p:cNvPr id="199744" name="Picture 148">
            <a:extLst>
              <a:ext uri="{FF2B5EF4-FFF2-40B4-BE49-F238E27FC236}">
                <a16:creationId xmlns:a16="http://schemas.microsoft.com/office/drawing/2014/main" id="{FC31423F-E2DA-244B-9E89-2965CD4E6BC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67212" y="1560910"/>
            <a:ext cx="539354" cy="275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9745" name="Picture 149">
            <a:extLst>
              <a:ext uri="{FF2B5EF4-FFF2-40B4-BE49-F238E27FC236}">
                <a16:creationId xmlns:a16="http://schemas.microsoft.com/office/drawing/2014/main" id="{18990963-592A-9A40-9ED9-1CD2E1EC99D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73403" y="1565672"/>
            <a:ext cx="538163" cy="275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9746" name="Picture 150">
            <a:extLst>
              <a:ext uri="{FF2B5EF4-FFF2-40B4-BE49-F238E27FC236}">
                <a16:creationId xmlns:a16="http://schemas.microsoft.com/office/drawing/2014/main" id="{10B27D88-1720-F847-9E05-C614D6019C0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79356" y="4607719"/>
            <a:ext cx="5381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9747" name="Picture 151">
            <a:extLst>
              <a:ext uri="{FF2B5EF4-FFF2-40B4-BE49-F238E27FC236}">
                <a16:creationId xmlns:a16="http://schemas.microsoft.com/office/drawing/2014/main" id="{FC19D144-0672-DF44-80E1-15170932C41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16016" y="4613672"/>
            <a:ext cx="538163" cy="275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9748" name="Picture 152">
            <a:extLst>
              <a:ext uri="{FF2B5EF4-FFF2-40B4-BE49-F238E27FC236}">
                <a16:creationId xmlns:a16="http://schemas.microsoft.com/office/drawing/2014/main" id="{07935230-ADDA-504A-8F3A-DE58D4F6F66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99110" y="4618435"/>
            <a:ext cx="538163" cy="275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749" name="Text Box 143">
            <a:extLst>
              <a:ext uri="{FF2B5EF4-FFF2-40B4-BE49-F238E27FC236}">
                <a16:creationId xmlns:a16="http://schemas.microsoft.com/office/drawing/2014/main" id="{5C336C3C-F002-154D-AE10-0FDFA1ECF0FE}"/>
              </a:ext>
            </a:extLst>
          </p:cNvPr>
          <p:cNvSpPr txBox="1">
            <a:spLocks noChangeArrowheads="1"/>
          </p:cNvSpPr>
          <p:nvPr/>
        </p:nvSpPr>
        <p:spPr bwMode="auto">
          <a:xfrm>
            <a:off x="4400550" y="4308873"/>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199750" name="Text Box 145">
            <a:extLst>
              <a:ext uri="{FF2B5EF4-FFF2-40B4-BE49-F238E27FC236}">
                <a16:creationId xmlns:a16="http://schemas.microsoft.com/office/drawing/2014/main" id="{F3367959-042A-B741-8F44-F90BFE0AE771}"/>
              </a:ext>
            </a:extLst>
          </p:cNvPr>
          <p:cNvSpPr txBox="1">
            <a:spLocks noChangeArrowheads="1"/>
          </p:cNvSpPr>
          <p:nvPr/>
        </p:nvSpPr>
        <p:spPr bwMode="auto">
          <a:xfrm>
            <a:off x="6378179" y="4308873"/>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199751" name="Text Box 144">
            <a:extLst>
              <a:ext uri="{FF2B5EF4-FFF2-40B4-BE49-F238E27FC236}">
                <a16:creationId xmlns:a16="http://schemas.microsoft.com/office/drawing/2014/main" id="{4A3B877B-CB0F-BD4A-A874-7B80F38F5DFD}"/>
              </a:ext>
            </a:extLst>
          </p:cNvPr>
          <p:cNvSpPr txBox="1">
            <a:spLocks noChangeArrowheads="1"/>
          </p:cNvSpPr>
          <p:nvPr/>
        </p:nvSpPr>
        <p:spPr bwMode="auto">
          <a:xfrm>
            <a:off x="2511029" y="4308873"/>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482459" name="Text Box 155">
            <a:extLst>
              <a:ext uri="{FF2B5EF4-FFF2-40B4-BE49-F238E27FC236}">
                <a16:creationId xmlns:a16="http://schemas.microsoft.com/office/drawing/2014/main" id="{85D7E338-80FE-0644-A90D-B1BBDC5B220F}"/>
              </a:ext>
            </a:extLst>
          </p:cNvPr>
          <p:cNvSpPr txBox="1">
            <a:spLocks noChangeArrowheads="1"/>
          </p:cNvSpPr>
          <p:nvPr/>
        </p:nvSpPr>
        <p:spPr bwMode="auto">
          <a:xfrm>
            <a:off x="1963058" y="128588"/>
            <a:ext cx="5032148" cy="772840"/>
          </a:xfrm>
          <a:prstGeom prst="rect">
            <a:avLst/>
          </a:prstGeom>
          <a:solidFill>
            <a:srgbClr val="FFCCFF"/>
          </a:solidFill>
          <a:ln w="9525">
            <a:solidFill>
              <a:schemeClr val="tx2"/>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1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在路由表中，对每一条路由，最主要的是</a:t>
            </a:r>
          </a:p>
          <a:p>
            <a:pPr algn="ctr" eaLnBrk="1" hangingPunct="1">
              <a:lnSpc>
                <a:spcPct val="11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（目的网络地址，下一跳地址） </a:t>
            </a:r>
          </a:p>
        </p:txBody>
      </p:sp>
      <p:sp>
        <p:nvSpPr>
          <p:cNvPr id="199753" name="幻灯片编号占位符 1">
            <a:extLst>
              <a:ext uri="{FF2B5EF4-FFF2-40B4-BE49-F238E27FC236}">
                <a16:creationId xmlns:a16="http://schemas.microsoft.com/office/drawing/2014/main" id="{E37F587B-FB03-0440-BE85-652E15B747AA}"/>
              </a:ext>
            </a:extLst>
          </p:cNvPr>
          <p:cNvSpPr>
            <a:spLocks noGrp="1" noChangeArrowheads="1"/>
          </p:cNvSpPr>
          <p:nvPr>
            <p:ph type="sldNum" sz="quarter" idx="10"/>
          </p:nvPr>
        </p:nvSpPr>
        <p:spPr>
          <a:xfrm>
            <a:off x="8687245" y="4866004"/>
            <a:ext cx="456755"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009D82C-E8B9-E54A-BAE5-C4D58794CB62}"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47056273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2000" fill="hold" grpId="0" nodeType="clickEffect">
                                  <p:stCondLst>
                                    <p:cond delay="0"/>
                                  </p:stCondLst>
                                  <p:childTnLst>
                                    <p:anim calcmode="discrete" valueType="str">
                                      <p:cBhvr>
                                        <p:cTn id="6" dur="1000" fill="hold"/>
                                        <p:tgtEl>
                                          <p:spTgt spid="48245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2459"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29" name="Rectangle 2">
            <a:extLst>
              <a:ext uri="{FF2B5EF4-FFF2-40B4-BE49-F238E27FC236}">
                <a16:creationId xmlns:a16="http://schemas.microsoft.com/office/drawing/2014/main" id="{9DEB57FA-8EC6-8347-B5A4-0EF7BEA3192B}"/>
              </a:ext>
            </a:extLst>
          </p:cNvPr>
          <p:cNvSpPr>
            <a:spLocks noGrp="1" noChangeArrowheads="1"/>
          </p:cNvSpPr>
          <p:nvPr>
            <p:ph type="title"/>
          </p:nvPr>
        </p:nvSpPr>
        <p:spPr>
          <a:xfrm>
            <a:off x="171450" y="141685"/>
            <a:ext cx="7128273" cy="809625"/>
          </a:xfrm>
        </p:spPr>
        <p:txBody>
          <a:bodyPr/>
          <a:lstStyle/>
          <a:p>
            <a:pPr eaLnBrk="1" hangingPunct="1"/>
            <a:r>
              <a:rPr lang="zh-CN" altLang="en-US" dirty="0">
                <a:latin typeface="Times New Roman" panose="02020603050405020304" pitchFamily="18" charset="0"/>
                <a:ea typeface="宋体" panose="02010600030101010101" pitchFamily="2" charset="-122"/>
              </a:rPr>
              <a:t>查找路由表</a:t>
            </a:r>
          </a:p>
        </p:txBody>
      </p:sp>
      <p:sp>
        <p:nvSpPr>
          <p:cNvPr id="201730" name="Rectangle 3">
            <a:extLst>
              <a:ext uri="{FF2B5EF4-FFF2-40B4-BE49-F238E27FC236}">
                <a16:creationId xmlns:a16="http://schemas.microsoft.com/office/drawing/2014/main" id="{520530A8-A85E-C940-866B-CEB916DC9952}"/>
              </a:ext>
            </a:extLst>
          </p:cNvPr>
          <p:cNvSpPr>
            <a:spLocks noGrp="1" noChangeArrowheads="1"/>
          </p:cNvSpPr>
          <p:nvPr>
            <p:ph type="body" idx="1"/>
          </p:nvPr>
        </p:nvSpPr>
        <p:spPr>
          <a:xfrm>
            <a:off x="251460" y="1006079"/>
            <a:ext cx="8663940" cy="3563540"/>
          </a:xfrm>
        </p:spPr>
        <p:txBody>
          <a:bodyPr/>
          <a:lstStyle/>
          <a:p>
            <a:pPr marL="9525" indent="-9525" eaLnBrk="1" hangingPunct="1">
              <a:buNone/>
            </a:pPr>
            <a:r>
              <a:rPr lang="zh-CN" altLang="en-US" dirty="0">
                <a:latin typeface="Times New Roman" panose="02020603050405020304" pitchFamily="18" charset="0"/>
                <a:ea typeface="宋体" panose="02010600030101010101" pitchFamily="2" charset="-122"/>
              </a:rPr>
              <a:t>根据</a:t>
            </a:r>
            <a:r>
              <a:rPr lang="zh-CN" altLang="en-US" dirty="0">
                <a:solidFill>
                  <a:srgbClr val="FF0000"/>
                </a:solidFill>
                <a:latin typeface="Times New Roman" panose="02020603050405020304" pitchFamily="18" charset="0"/>
                <a:ea typeface="宋体" panose="02010600030101010101" pitchFamily="2" charset="-122"/>
              </a:rPr>
              <a:t>目的网络地址</a:t>
            </a:r>
            <a:r>
              <a:rPr lang="zh-CN" altLang="en-US" dirty="0">
                <a:latin typeface="Times New Roman" panose="02020603050405020304" pitchFamily="18" charset="0"/>
                <a:ea typeface="宋体" panose="02010600030101010101" pitchFamily="2" charset="-122"/>
              </a:rPr>
              <a:t>就能</a:t>
            </a:r>
            <a:r>
              <a:rPr lang="zh-CN" altLang="en-US" dirty="0">
                <a:solidFill>
                  <a:srgbClr val="FF0000"/>
                </a:solidFill>
                <a:latin typeface="Times New Roman" panose="02020603050405020304" pitchFamily="18" charset="0"/>
                <a:ea typeface="宋体" panose="02010600030101010101" pitchFamily="2" charset="-122"/>
              </a:rPr>
              <a:t>确定下一跳路由器</a:t>
            </a:r>
            <a:r>
              <a:rPr lang="zh-CN" altLang="en-US" dirty="0">
                <a:latin typeface="Times New Roman" panose="02020603050405020304" pitchFamily="18" charset="0"/>
                <a:ea typeface="宋体" panose="02010600030101010101" pitchFamily="2" charset="-122"/>
              </a:rPr>
              <a:t>，这样做的结果是：</a:t>
            </a:r>
          </a:p>
          <a:p>
            <a:pPr marL="9525" indent="-9525" eaLnBrk="1" hangingPunct="1"/>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数据报最终一定可以找到目的主机所在目的网络上的路由器（可能要通过多次的间接交付）。</a:t>
            </a:r>
          </a:p>
          <a:p>
            <a:pPr marL="9525" indent="-9525" eaLnBrk="1" hangingPunct="1"/>
            <a:r>
              <a:rPr lang="zh-CN" altLang="en-US" dirty="0">
                <a:latin typeface="Times New Roman" panose="02020603050405020304" pitchFamily="18" charset="0"/>
                <a:ea typeface="宋体" panose="02010600030101010101" pitchFamily="2" charset="-122"/>
              </a:rPr>
              <a:t>只有到达最后一个路由器时，才试图向目的主机进行直接交付。 </a:t>
            </a:r>
          </a:p>
        </p:txBody>
      </p:sp>
      <p:sp>
        <p:nvSpPr>
          <p:cNvPr id="201731" name="幻灯片编号占位符 1">
            <a:extLst>
              <a:ext uri="{FF2B5EF4-FFF2-40B4-BE49-F238E27FC236}">
                <a16:creationId xmlns:a16="http://schemas.microsoft.com/office/drawing/2014/main" id="{D1461487-72DF-CE42-8475-FE1AF2D936B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1E63EAB-D101-B444-8563-78DFFFD92D2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122418030"/>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7" name="Rectangle 2">
            <a:extLst>
              <a:ext uri="{FF2B5EF4-FFF2-40B4-BE49-F238E27FC236}">
                <a16:creationId xmlns:a16="http://schemas.microsoft.com/office/drawing/2014/main" id="{E49F684D-8515-CD45-9218-FF31C8BFC17F}"/>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3778" name="Rectangle 3">
            <a:extLst>
              <a:ext uri="{FF2B5EF4-FFF2-40B4-BE49-F238E27FC236}">
                <a16:creationId xmlns:a16="http://schemas.microsoft.com/office/drawing/2014/main" id="{4045FDDC-3D0D-C34C-A26C-E24499A60C28}"/>
              </a:ext>
            </a:extLst>
          </p:cNvPr>
          <p:cNvSpPr>
            <a:spLocks noChangeArrowheads="1"/>
          </p:cNvSpPr>
          <p:nvPr/>
        </p:nvSpPr>
        <p:spPr bwMode="auto">
          <a:xfrm>
            <a:off x="1143001" y="2221126"/>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3779" name="Rectangle 4">
            <a:extLst>
              <a:ext uri="{FF2B5EF4-FFF2-40B4-BE49-F238E27FC236}">
                <a16:creationId xmlns:a16="http://schemas.microsoft.com/office/drawing/2014/main" id="{7CF21B8C-39CC-9541-B1B6-1B1D13BEC363}"/>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3780" name="Rectangle 5">
            <a:extLst>
              <a:ext uri="{FF2B5EF4-FFF2-40B4-BE49-F238E27FC236}">
                <a16:creationId xmlns:a16="http://schemas.microsoft.com/office/drawing/2014/main" id="{014964D6-1E06-5246-94C5-61A4072B813A}"/>
              </a:ext>
            </a:extLst>
          </p:cNvPr>
          <p:cNvSpPr>
            <a:spLocks noChangeArrowheads="1"/>
          </p:cNvSpPr>
          <p:nvPr/>
        </p:nvSpPr>
        <p:spPr bwMode="auto">
          <a:xfrm>
            <a:off x="1143001" y="2224698"/>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3781" name="Rectangle 41">
            <a:extLst>
              <a:ext uri="{FF2B5EF4-FFF2-40B4-BE49-F238E27FC236}">
                <a16:creationId xmlns:a16="http://schemas.microsoft.com/office/drawing/2014/main" id="{A2E4AC61-8749-F740-9BAA-41D48C58822D}"/>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特定主机路由 </a:t>
            </a:r>
          </a:p>
        </p:txBody>
      </p:sp>
      <p:sp>
        <p:nvSpPr>
          <p:cNvPr id="395306" name="Rectangle 42">
            <a:extLst>
              <a:ext uri="{FF2B5EF4-FFF2-40B4-BE49-F238E27FC236}">
                <a16:creationId xmlns:a16="http://schemas.microsoft.com/office/drawing/2014/main" id="{CE7A3194-6107-9D40-B07D-511DF7D08200}"/>
              </a:ext>
            </a:extLst>
          </p:cNvPr>
          <p:cNvSpPr>
            <a:spLocks noGrp="1" noChangeArrowheads="1"/>
          </p:cNvSpPr>
          <p:nvPr>
            <p:ph type="body" idx="1"/>
          </p:nvPr>
        </p:nvSpPr>
        <p:spPr>
          <a:xfrm>
            <a:off x="228600" y="1116807"/>
            <a:ext cx="8709916" cy="3669506"/>
          </a:xfrm>
        </p:spPr>
        <p:txBody>
          <a:bodyPr/>
          <a:lstStyle/>
          <a:p>
            <a:pPr eaLnBrk="1" hangingPunct="1"/>
            <a:r>
              <a:rPr lang="zh-CN" altLang="en-US" dirty="0">
                <a:latin typeface="Times New Roman" panose="02020603050405020304" pitchFamily="18" charset="0"/>
                <a:ea typeface="宋体" panose="02010600030101010101" pitchFamily="2" charset="-122"/>
              </a:rPr>
              <a:t>这种路由是为特定的目的主机指明一个路由。</a:t>
            </a:r>
          </a:p>
          <a:p>
            <a:pPr eaLnBrk="1" hangingPunct="1"/>
            <a:r>
              <a:rPr lang="zh-CN" altLang="en-US" dirty="0">
                <a:latin typeface="Times New Roman" panose="02020603050405020304" pitchFamily="18" charset="0"/>
                <a:ea typeface="宋体" panose="02010600030101010101" pitchFamily="2" charset="-122"/>
              </a:rPr>
              <a:t>采用特定主机路由可使网络管理人员能更方便地控制网络和测试网络，同时也可在需要考虑某种安全问题时采用这种特定主机路由。 </a:t>
            </a:r>
          </a:p>
        </p:txBody>
      </p:sp>
      <p:sp>
        <p:nvSpPr>
          <p:cNvPr id="203783" name="Rectangle 7">
            <a:extLst>
              <a:ext uri="{FF2B5EF4-FFF2-40B4-BE49-F238E27FC236}">
                <a16:creationId xmlns:a16="http://schemas.microsoft.com/office/drawing/2014/main" id="{3EC6BD33-A9CC-1F44-8007-41087E792AEF}"/>
              </a:ext>
            </a:extLst>
          </p:cNvPr>
          <p:cNvSpPr>
            <a:spLocks noChangeArrowheads="1"/>
          </p:cNvSpPr>
          <p:nvPr/>
        </p:nvSpPr>
        <p:spPr bwMode="auto">
          <a:xfrm>
            <a:off x="1143001" y="2238986"/>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3784" name="Rectangle 8">
            <a:extLst>
              <a:ext uri="{FF2B5EF4-FFF2-40B4-BE49-F238E27FC236}">
                <a16:creationId xmlns:a16="http://schemas.microsoft.com/office/drawing/2014/main" id="{DE84F559-077C-EA40-9220-21B9A4858C6A}"/>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3785" name="幻灯片编号占位符 1">
            <a:extLst>
              <a:ext uri="{FF2B5EF4-FFF2-40B4-BE49-F238E27FC236}">
                <a16:creationId xmlns:a16="http://schemas.microsoft.com/office/drawing/2014/main" id="{1BB5D660-6061-B84E-BD4D-F058ED10779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6869EC1-4059-B643-B4D8-93D7BDE4817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79469844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95306">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5" name="Rectangle 2">
            <a:extLst>
              <a:ext uri="{FF2B5EF4-FFF2-40B4-BE49-F238E27FC236}">
                <a16:creationId xmlns:a16="http://schemas.microsoft.com/office/drawing/2014/main" id="{30906CA2-2D59-3740-990B-ED0CAC63D630}"/>
              </a:ext>
            </a:extLst>
          </p:cNvPr>
          <p:cNvSpPr>
            <a:spLocks noGrp="1" noChangeArrowheads="1"/>
          </p:cNvSpPr>
          <p:nvPr>
            <p:ph type="title"/>
          </p:nvPr>
        </p:nvSpPr>
        <p:spPr>
          <a:xfrm>
            <a:off x="171450" y="160735"/>
            <a:ext cx="7209235" cy="790575"/>
          </a:xfrm>
        </p:spPr>
        <p:txBody>
          <a:bodyPr/>
          <a:lstStyle/>
          <a:p>
            <a:pPr eaLnBrk="1" hangingPunct="1"/>
            <a:r>
              <a:rPr lang="zh-CN" altLang="en-US" sz="3000" dirty="0">
                <a:ea typeface="宋体" panose="02010600030101010101" pitchFamily="2" charset="-122"/>
              </a:rPr>
              <a:t>默认路由</a:t>
            </a:r>
            <a:r>
              <a:rPr lang="en-US" altLang="zh-CN" sz="3000" dirty="0">
                <a:ea typeface="宋体" panose="02010600030101010101" pitchFamily="2" charset="-122"/>
              </a:rPr>
              <a:t>(default route)</a:t>
            </a:r>
          </a:p>
        </p:txBody>
      </p:sp>
      <p:sp>
        <p:nvSpPr>
          <p:cNvPr id="205826" name="Rectangle 3">
            <a:extLst>
              <a:ext uri="{FF2B5EF4-FFF2-40B4-BE49-F238E27FC236}">
                <a16:creationId xmlns:a16="http://schemas.microsoft.com/office/drawing/2014/main" id="{5984398F-6CE4-FC4B-86BD-988E3D856C10}"/>
              </a:ext>
            </a:extLst>
          </p:cNvPr>
          <p:cNvSpPr>
            <a:spLocks noGrp="1" noChangeArrowheads="1"/>
          </p:cNvSpPr>
          <p:nvPr>
            <p:ph type="body" idx="1"/>
          </p:nvPr>
        </p:nvSpPr>
        <p:spPr>
          <a:xfrm>
            <a:off x="171450" y="1059656"/>
            <a:ext cx="8686800" cy="3833813"/>
          </a:xfrm>
        </p:spPr>
        <p:txBody>
          <a:bodyPr/>
          <a:lstStyle/>
          <a:p>
            <a:pPr eaLnBrk="1" hangingPunct="1"/>
            <a:r>
              <a:rPr lang="zh-CN" altLang="en-US" dirty="0">
                <a:ea typeface="宋体" panose="02010600030101010101" pitchFamily="2" charset="-122"/>
              </a:rPr>
              <a:t>路由器还可采用</a:t>
            </a:r>
            <a:r>
              <a:rPr lang="zh-CN" altLang="en-US" dirty="0">
                <a:solidFill>
                  <a:schemeClr val="hlink"/>
                </a:solidFill>
                <a:ea typeface="宋体" panose="02010600030101010101" pitchFamily="2" charset="-122"/>
              </a:rPr>
              <a:t>默认路由</a:t>
            </a:r>
            <a:r>
              <a:rPr lang="zh-CN" altLang="en-US" dirty="0">
                <a:ea typeface="宋体" panose="02010600030101010101" pitchFamily="2" charset="-122"/>
              </a:rPr>
              <a:t>以减少路由表所占用的空间和搜索路由表所用的时间。</a:t>
            </a:r>
          </a:p>
          <a:p>
            <a:pPr eaLnBrk="1" hangingPunct="1"/>
            <a:r>
              <a:rPr lang="zh-CN" altLang="en-US" dirty="0">
                <a:ea typeface="宋体" panose="02010600030101010101" pitchFamily="2" charset="-122"/>
              </a:rPr>
              <a:t>这种转发方式在一个网络只有很少的对外连接时是很有用的。</a:t>
            </a:r>
          </a:p>
          <a:p>
            <a:pPr eaLnBrk="1" hangingPunct="1"/>
            <a:r>
              <a:rPr lang="zh-CN" altLang="en-US" dirty="0">
                <a:ea typeface="宋体" panose="02010600030101010101" pitchFamily="2" charset="-122"/>
              </a:rPr>
              <a:t>默认路由在主机发送 </a:t>
            </a:r>
            <a:r>
              <a:rPr lang="en-US" altLang="zh-CN" dirty="0">
                <a:ea typeface="宋体" panose="02010600030101010101" pitchFamily="2" charset="-122"/>
              </a:rPr>
              <a:t>IP </a:t>
            </a:r>
            <a:r>
              <a:rPr lang="zh-CN" altLang="en-US" dirty="0">
                <a:ea typeface="宋体" panose="02010600030101010101" pitchFamily="2" charset="-122"/>
              </a:rPr>
              <a:t>数据报时往往更能显示出它的好处。</a:t>
            </a:r>
          </a:p>
          <a:p>
            <a:pPr eaLnBrk="1" hangingPunct="1"/>
            <a:r>
              <a:rPr lang="zh-CN" altLang="en-US" dirty="0">
                <a:ea typeface="宋体" panose="02010600030101010101" pitchFamily="2" charset="-122"/>
              </a:rPr>
              <a:t>如果一个主机连接在一个小网络上，而这个网络只用一个路由器和因特网连接，那么在这种情况下使用默认路由是非常合适的。 </a:t>
            </a:r>
          </a:p>
        </p:txBody>
      </p:sp>
      <p:sp>
        <p:nvSpPr>
          <p:cNvPr id="205827" name="幻灯片编号占位符 1">
            <a:extLst>
              <a:ext uri="{FF2B5EF4-FFF2-40B4-BE49-F238E27FC236}">
                <a16:creationId xmlns:a16="http://schemas.microsoft.com/office/drawing/2014/main" id="{36E5E88F-BFCC-DA4A-8E83-9EF1486E8AD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B679A8B-E164-5E46-BE46-77493D6C42B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497447783"/>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7873" name="Rectangle 36">
            <a:extLst>
              <a:ext uri="{FF2B5EF4-FFF2-40B4-BE49-F238E27FC236}">
                <a16:creationId xmlns:a16="http://schemas.microsoft.com/office/drawing/2014/main" id="{CAAB744B-9EFF-B346-8554-03A65436754B}"/>
              </a:ext>
            </a:extLst>
          </p:cNvPr>
          <p:cNvSpPr>
            <a:spLocks noChangeArrowheads="1"/>
          </p:cNvSpPr>
          <p:nvPr/>
        </p:nvSpPr>
        <p:spPr bwMode="auto">
          <a:xfrm>
            <a:off x="1277541" y="2465785"/>
            <a:ext cx="1624013" cy="1077515"/>
          </a:xfrm>
          <a:prstGeom prst="rect">
            <a:avLst/>
          </a:prstGeom>
          <a:solidFill>
            <a:srgbClr val="FFFFCC"/>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874" name="Line 4">
            <a:extLst>
              <a:ext uri="{FF2B5EF4-FFF2-40B4-BE49-F238E27FC236}">
                <a16:creationId xmlns:a16="http://schemas.microsoft.com/office/drawing/2014/main" id="{64D0880D-8002-9F4D-B5C7-C93F5E259B78}"/>
              </a:ext>
            </a:extLst>
          </p:cNvPr>
          <p:cNvSpPr>
            <a:spLocks noChangeShapeType="1"/>
          </p:cNvSpPr>
          <p:nvPr/>
        </p:nvSpPr>
        <p:spPr bwMode="auto">
          <a:xfrm flipV="1">
            <a:off x="4991101" y="2149078"/>
            <a:ext cx="517922" cy="27979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7875" name="Line 5">
            <a:extLst>
              <a:ext uri="{FF2B5EF4-FFF2-40B4-BE49-F238E27FC236}">
                <a16:creationId xmlns:a16="http://schemas.microsoft.com/office/drawing/2014/main" id="{A6E12DFB-1420-6449-8021-CFA6F9D798B5}"/>
              </a:ext>
            </a:extLst>
          </p:cNvPr>
          <p:cNvSpPr>
            <a:spLocks noChangeShapeType="1"/>
          </p:cNvSpPr>
          <p:nvPr/>
        </p:nvSpPr>
        <p:spPr bwMode="auto">
          <a:xfrm flipV="1">
            <a:off x="4622006" y="2497932"/>
            <a:ext cx="296466" cy="27979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7876" name="Line 6">
            <a:extLst>
              <a:ext uri="{FF2B5EF4-FFF2-40B4-BE49-F238E27FC236}">
                <a16:creationId xmlns:a16="http://schemas.microsoft.com/office/drawing/2014/main" id="{B7FDA76D-B50F-A64F-AAD0-2A30E9D0E6BA}"/>
              </a:ext>
            </a:extLst>
          </p:cNvPr>
          <p:cNvSpPr>
            <a:spLocks noChangeShapeType="1"/>
          </p:cNvSpPr>
          <p:nvPr/>
        </p:nvSpPr>
        <p:spPr bwMode="auto">
          <a:xfrm flipV="1">
            <a:off x="4857750" y="2956323"/>
            <a:ext cx="848916" cy="16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7877" name="Line 7">
            <a:extLst>
              <a:ext uri="{FF2B5EF4-FFF2-40B4-BE49-F238E27FC236}">
                <a16:creationId xmlns:a16="http://schemas.microsoft.com/office/drawing/2014/main" id="{2593753F-3943-0440-9EC4-13DAB0C29D17}"/>
              </a:ext>
            </a:extLst>
          </p:cNvPr>
          <p:cNvSpPr>
            <a:spLocks noChangeShapeType="1"/>
          </p:cNvSpPr>
          <p:nvPr/>
        </p:nvSpPr>
        <p:spPr bwMode="auto">
          <a:xfrm flipH="1">
            <a:off x="3883819" y="3056335"/>
            <a:ext cx="442913" cy="4893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7878" name="Line 8">
            <a:extLst>
              <a:ext uri="{FF2B5EF4-FFF2-40B4-BE49-F238E27FC236}">
                <a16:creationId xmlns:a16="http://schemas.microsoft.com/office/drawing/2014/main" id="{9BDD7209-B58E-B94C-B3E7-B618915B7AFF}"/>
              </a:ext>
            </a:extLst>
          </p:cNvPr>
          <p:cNvSpPr>
            <a:spLocks noChangeShapeType="1"/>
          </p:cNvSpPr>
          <p:nvPr/>
        </p:nvSpPr>
        <p:spPr bwMode="auto">
          <a:xfrm>
            <a:off x="4622007" y="3125391"/>
            <a:ext cx="221456" cy="4893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7879" name="Line 9">
            <a:extLst>
              <a:ext uri="{FF2B5EF4-FFF2-40B4-BE49-F238E27FC236}">
                <a16:creationId xmlns:a16="http://schemas.microsoft.com/office/drawing/2014/main" id="{CC8A5134-619C-384E-A285-C9C3B80BB930}"/>
              </a:ext>
            </a:extLst>
          </p:cNvPr>
          <p:cNvSpPr>
            <a:spLocks noChangeShapeType="1"/>
          </p:cNvSpPr>
          <p:nvPr/>
        </p:nvSpPr>
        <p:spPr bwMode="auto">
          <a:xfrm flipV="1">
            <a:off x="3587354" y="2987279"/>
            <a:ext cx="591740" cy="690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07880" name="Group 10">
            <a:extLst>
              <a:ext uri="{FF2B5EF4-FFF2-40B4-BE49-F238E27FC236}">
                <a16:creationId xmlns:a16="http://schemas.microsoft.com/office/drawing/2014/main" id="{908DD3A1-E54C-2D49-BBCD-6966DFA0031C}"/>
              </a:ext>
            </a:extLst>
          </p:cNvPr>
          <p:cNvGrpSpPr>
            <a:grpSpLocks/>
          </p:cNvGrpSpPr>
          <p:nvPr/>
        </p:nvGrpSpPr>
        <p:grpSpPr bwMode="auto">
          <a:xfrm>
            <a:off x="3955256" y="2638425"/>
            <a:ext cx="1034654" cy="627460"/>
            <a:chOff x="1746" y="2024"/>
            <a:chExt cx="1678" cy="1451"/>
          </a:xfrm>
        </p:grpSpPr>
        <p:sp>
          <p:nvSpPr>
            <p:cNvPr id="983051" name="Oval 11">
              <a:extLst>
                <a:ext uri="{FF2B5EF4-FFF2-40B4-BE49-F238E27FC236}">
                  <a16:creationId xmlns:a16="http://schemas.microsoft.com/office/drawing/2014/main" id="{694D74E0-6806-9E42-B4DE-B25A6BA53B71}"/>
                </a:ext>
              </a:extLst>
            </p:cNvPr>
            <p:cNvSpPr>
              <a:spLocks noChangeArrowheads="1"/>
            </p:cNvSpPr>
            <p:nvPr/>
          </p:nvSpPr>
          <p:spPr bwMode="auto">
            <a:xfrm>
              <a:off x="2333" y="2052"/>
              <a:ext cx="716" cy="573"/>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52" name="Oval 12">
              <a:extLst>
                <a:ext uri="{FF2B5EF4-FFF2-40B4-BE49-F238E27FC236}">
                  <a16:creationId xmlns:a16="http://schemas.microsoft.com/office/drawing/2014/main" id="{795529D4-1AFC-7746-A410-B257ED662647}"/>
                </a:ext>
              </a:extLst>
            </p:cNvPr>
            <p:cNvSpPr>
              <a:spLocks noChangeArrowheads="1"/>
            </p:cNvSpPr>
            <p:nvPr/>
          </p:nvSpPr>
          <p:spPr bwMode="auto">
            <a:xfrm>
              <a:off x="1928" y="2208"/>
              <a:ext cx="546" cy="570"/>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53" name="Oval 13">
              <a:extLst>
                <a:ext uri="{FF2B5EF4-FFF2-40B4-BE49-F238E27FC236}">
                  <a16:creationId xmlns:a16="http://schemas.microsoft.com/office/drawing/2014/main" id="{1D586D28-C66A-9846-9B56-1B111FE52FE0}"/>
                </a:ext>
              </a:extLst>
            </p:cNvPr>
            <p:cNvSpPr>
              <a:spLocks noChangeArrowheads="1"/>
            </p:cNvSpPr>
            <p:nvPr/>
          </p:nvSpPr>
          <p:spPr bwMode="auto">
            <a:xfrm>
              <a:off x="1756" y="2566"/>
              <a:ext cx="365" cy="454"/>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54" name="Oval 14">
              <a:extLst>
                <a:ext uri="{FF2B5EF4-FFF2-40B4-BE49-F238E27FC236}">
                  <a16:creationId xmlns:a16="http://schemas.microsoft.com/office/drawing/2014/main" id="{2D9CC322-0183-B04A-9985-8F702C21F958}"/>
                </a:ext>
              </a:extLst>
            </p:cNvPr>
            <p:cNvSpPr>
              <a:spLocks noChangeArrowheads="1"/>
            </p:cNvSpPr>
            <p:nvPr/>
          </p:nvSpPr>
          <p:spPr bwMode="auto">
            <a:xfrm>
              <a:off x="1868" y="2778"/>
              <a:ext cx="556" cy="501"/>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55" name="Oval 15">
              <a:extLst>
                <a:ext uri="{FF2B5EF4-FFF2-40B4-BE49-F238E27FC236}">
                  <a16:creationId xmlns:a16="http://schemas.microsoft.com/office/drawing/2014/main" id="{F94EF9C2-19AA-EC4E-B8F5-038DD1A083DD}"/>
                </a:ext>
              </a:extLst>
            </p:cNvPr>
            <p:cNvSpPr>
              <a:spLocks noChangeArrowheads="1"/>
            </p:cNvSpPr>
            <p:nvPr/>
          </p:nvSpPr>
          <p:spPr bwMode="auto">
            <a:xfrm>
              <a:off x="2271" y="2864"/>
              <a:ext cx="840" cy="600"/>
            </a:xfrm>
            <a:prstGeom prst="ellipse">
              <a:avLst/>
            </a:prstGeom>
            <a:solidFill>
              <a:srgbClr val="000000"/>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56" name="Oval 16">
              <a:extLst>
                <a:ext uri="{FF2B5EF4-FFF2-40B4-BE49-F238E27FC236}">
                  <a16:creationId xmlns:a16="http://schemas.microsoft.com/office/drawing/2014/main" id="{53E86FAB-9AC7-2D42-9789-775CD62E92A1}"/>
                </a:ext>
              </a:extLst>
            </p:cNvPr>
            <p:cNvSpPr>
              <a:spLocks noChangeArrowheads="1"/>
            </p:cNvSpPr>
            <p:nvPr/>
          </p:nvSpPr>
          <p:spPr bwMode="auto">
            <a:xfrm>
              <a:off x="2818" y="2225"/>
              <a:ext cx="525" cy="441"/>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57" name="Oval 17">
              <a:extLst>
                <a:ext uri="{FF2B5EF4-FFF2-40B4-BE49-F238E27FC236}">
                  <a16:creationId xmlns:a16="http://schemas.microsoft.com/office/drawing/2014/main" id="{EA177EC1-BD86-DF47-BC4E-E1F059C3F165}"/>
                </a:ext>
              </a:extLst>
            </p:cNvPr>
            <p:cNvSpPr>
              <a:spLocks noChangeArrowheads="1"/>
            </p:cNvSpPr>
            <p:nvPr/>
          </p:nvSpPr>
          <p:spPr bwMode="auto">
            <a:xfrm>
              <a:off x="2899" y="2522"/>
              <a:ext cx="525" cy="443"/>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58" name="Oval 18">
              <a:extLst>
                <a:ext uri="{FF2B5EF4-FFF2-40B4-BE49-F238E27FC236}">
                  <a16:creationId xmlns:a16="http://schemas.microsoft.com/office/drawing/2014/main" id="{E541EF62-6C66-0F48-A911-B0DBFC0CBFB8}"/>
                </a:ext>
              </a:extLst>
            </p:cNvPr>
            <p:cNvSpPr>
              <a:spLocks noChangeArrowheads="1"/>
            </p:cNvSpPr>
            <p:nvPr/>
          </p:nvSpPr>
          <p:spPr bwMode="auto">
            <a:xfrm rot="1140760">
              <a:off x="2849" y="2624"/>
              <a:ext cx="525" cy="741"/>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59" name="Oval 19">
              <a:extLst>
                <a:ext uri="{FF2B5EF4-FFF2-40B4-BE49-F238E27FC236}">
                  <a16:creationId xmlns:a16="http://schemas.microsoft.com/office/drawing/2014/main" id="{6017EFD0-6EB4-744A-AC4C-DE77E285EDD2}"/>
                </a:ext>
              </a:extLst>
            </p:cNvPr>
            <p:cNvSpPr>
              <a:spLocks noChangeArrowheads="1"/>
            </p:cNvSpPr>
            <p:nvPr/>
          </p:nvSpPr>
          <p:spPr bwMode="auto">
            <a:xfrm>
              <a:off x="2059" y="2396"/>
              <a:ext cx="1081" cy="741"/>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60" name="Oval 20">
              <a:extLst>
                <a:ext uri="{FF2B5EF4-FFF2-40B4-BE49-F238E27FC236}">
                  <a16:creationId xmlns:a16="http://schemas.microsoft.com/office/drawing/2014/main" id="{F9DA0FDF-0112-5D49-9249-E0FF50B96CA8}"/>
                </a:ext>
              </a:extLst>
            </p:cNvPr>
            <p:cNvSpPr>
              <a:spLocks noChangeArrowheads="1"/>
            </p:cNvSpPr>
            <p:nvPr/>
          </p:nvSpPr>
          <p:spPr bwMode="auto">
            <a:xfrm>
              <a:off x="2321" y="2024"/>
              <a:ext cx="718" cy="570"/>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61" name="Oval 21">
              <a:extLst>
                <a:ext uri="{FF2B5EF4-FFF2-40B4-BE49-F238E27FC236}">
                  <a16:creationId xmlns:a16="http://schemas.microsoft.com/office/drawing/2014/main" id="{97FB5765-2EDD-B54E-9E0C-9715F61F5BDD}"/>
                </a:ext>
              </a:extLst>
            </p:cNvPr>
            <p:cNvSpPr>
              <a:spLocks noChangeArrowheads="1"/>
            </p:cNvSpPr>
            <p:nvPr/>
          </p:nvSpPr>
          <p:spPr bwMode="auto">
            <a:xfrm>
              <a:off x="1918" y="2181"/>
              <a:ext cx="546" cy="570"/>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62" name="Oval 22">
              <a:extLst>
                <a:ext uri="{FF2B5EF4-FFF2-40B4-BE49-F238E27FC236}">
                  <a16:creationId xmlns:a16="http://schemas.microsoft.com/office/drawing/2014/main" id="{FF0B6D8B-E1FC-0448-8182-069C58EE87B3}"/>
                </a:ext>
              </a:extLst>
            </p:cNvPr>
            <p:cNvSpPr>
              <a:spLocks noChangeArrowheads="1"/>
            </p:cNvSpPr>
            <p:nvPr/>
          </p:nvSpPr>
          <p:spPr bwMode="auto">
            <a:xfrm>
              <a:off x="1746" y="2539"/>
              <a:ext cx="365" cy="454"/>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63" name="Oval 23">
              <a:extLst>
                <a:ext uri="{FF2B5EF4-FFF2-40B4-BE49-F238E27FC236}">
                  <a16:creationId xmlns:a16="http://schemas.microsoft.com/office/drawing/2014/main" id="{5B14E32E-CAB8-1F4A-A5EE-596E38A70386}"/>
                </a:ext>
              </a:extLst>
            </p:cNvPr>
            <p:cNvSpPr>
              <a:spLocks noChangeArrowheads="1"/>
            </p:cNvSpPr>
            <p:nvPr/>
          </p:nvSpPr>
          <p:spPr bwMode="auto">
            <a:xfrm>
              <a:off x="1856" y="2751"/>
              <a:ext cx="556" cy="501"/>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64" name="Oval 24">
              <a:extLst>
                <a:ext uri="{FF2B5EF4-FFF2-40B4-BE49-F238E27FC236}">
                  <a16:creationId xmlns:a16="http://schemas.microsoft.com/office/drawing/2014/main" id="{54EA892D-CEC2-4D45-B4AC-98E3B4D07077}"/>
                </a:ext>
              </a:extLst>
            </p:cNvPr>
            <p:cNvSpPr>
              <a:spLocks noChangeArrowheads="1"/>
            </p:cNvSpPr>
            <p:nvPr/>
          </p:nvSpPr>
          <p:spPr bwMode="auto">
            <a:xfrm>
              <a:off x="2262" y="2875"/>
              <a:ext cx="838" cy="600"/>
            </a:xfrm>
            <a:prstGeom prst="ellipse">
              <a:avLst/>
            </a:prstGeom>
            <a:solidFill>
              <a:srgbClr val="DDDDDD"/>
            </a:solidFill>
            <a:ln>
              <a:noFill/>
            </a:ln>
            <a:effectLst>
              <a:outerShdw blurRad="63500" dist="29783" dir="20085598"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65" name="Oval 25">
              <a:extLst>
                <a:ext uri="{FF2B5EF4-FFF2-40B4-BE49-F238E27FC236}">
                  <a16:creationId xmlns:a16="http://schemas.microsoft.com/office/drawing/2014/main" id="{0D8D2BC3-4111-A84D-B669-2F3C4E3290BF}"/>
                </a:ext>
              </a:extLst>
            </p:cNvPr>
            <p:cNvSpPr>
              <a:spLocks noChangeArrowheads="1"/>
            </p:cNvSpPr>
            <p:nvPr/>
          </p:nvSpPr>
          <p:spPr bwMode="auto">
            <a:xfrm>
              <a:off x="2806" y="2195"/>
              <a:ext cx="527" cy="443"/>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66" name="Oval 26">
              <a:extLst>
                <a:ext uri="{FF2B5EF4-FFF2-40B4-BE49-F238E27FC236}">
                  <a16:creationId xmlns:a16="http://schemas.microsoft.com/office/drawing/2014/main" id="{1F47D390-6EC2-2346-B752-530161244F29}"/>
                </a:ext>
              </a:extLst>
            </p:cNvPr>
            <p:cNvSpPr>
              <a:spLocks noChangeArrowheads="1"/>
            </p:cNvSpPr>
            <p:nvPr/>
          </p:nvSpPr>
          <p:spPr bwMode="auto">
            <a:xfrm>
              <a:off x="2887" y="2495"/>
              <a:ext cx="527" cy="443"/>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67" name="Oval 27">
              <a:extLst>
                <a:ext uri="{FF2B5EF4-FFF2-40B4-BE49-F238E27FC236}">
                  <a16:creationId xmlns:a16="http://schemas.microsoft.com/office/drawing/2014/main" id="{79A50AE7-1A1B-D04E-93DC-75DEAF750F59}"/>
                </a:ext>
              </a:extLst>
            </p:cNvPr>
            <p:cNvSpPr>
              <a:spLocks noChangeArrowheads="1"/>
            </p:cNvSpPr>
            <p:nvPr/>
          </p:nvSpPr>
          <p:spPr bwMode="auto">
            <a:xfrm rot="1336630">
              <a:off x="2837" y="2594"/>
              <a:ext cx="525" cy="743"/>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68" name="Oval 28">
              <a:extLst>
                <a:ext uri="{FF2B5EF4-FFF2-40B4-BE49-F238E27FC236}">
                  <a16:creationId xmlns:a16="http://schemas.microsoft.com/office/drawing/2014/main" id="{50321396-4093-1943-8655-352A9E8507D1}"/>
                </a:ext>
              </a:extLst>
            </p:cNvPr>
            <p:cNvSpPr>
              <a:spLocks noChangeArrowheads="1"/>
            </p:cNvSpPr>
            <p:nvPr/>
          </p:nvSpPr>
          <p:spPr bwMode="auto">
            <a:xfrm>
              <a:off x="2049" y="2365"/>
              <a:ext cx="1081" cy="743"/>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grpSp>
      <p:pic>
        <p:nvPicPr>
          <p:cNvPr id="207881" name="Picture 29">
            <a:extLst>
              <a:ext uri="{FF2B5EF4-FFF2-40B4-BE49-F238E27FC236}">
                <a16:creationId xmlns:a16="http://schemas.microsoft.com/office/drawing/2014/main" id="{CDABB67F-AA1D-B54F-8791-CE446EFB0FB4}"/>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39928" y="2888456"/>
            <a:ext cx="385763"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882" name="Text Box 30">
            <a:extLst>
              <a:ext uri="{FF2B5EF4-FFF2-40B4-BE49-F238E27FC236}">
                <a16:creationId xmlns:a16="http://schemas.microsoft.com/office/drawing/2014/main" id="{00CFA8CF-5C43-F640-936F-F7D52D22E6CE}"/>
              </a:ext>
            </a:extLst>
          </p:cNvPr>
          <p:cNvSpPr txBox="1">
            <a:spLocks noChangeArrowheads="1"/>
          </p:cNvSpPr>
          <p:nvPr/>
        </p:nvSpPr>
        <p:spPr bwMode="auto">
          <a:xfrm>
            <a:off x="4326731" y="2752725"/>
            <a:ext cx="41710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500">
                <a:solidFill>
                  <a:schemeClr val="folHlink"/>
                </a:solidFill>
                <a:latin typeface="微软雅黑" panose="020B0503020204020204" pitchFamily="34" charset="-122"/>
                <a:ea typeface="宋体" panose="02010600030101010101" pitchFamily="2" charset="-122"/>
              </a:rPr>
              <a:t>N</a:t>
            </a:r>
            <a:r>
              <a:rPr lang="en-US" altLang="zh-CN" sz="1500" baseline="-25000">
                <a:solidFill>
                  <a:schemeClr val="folHlink"/>
                </a:solidFill>
                <a:latin typeface="微软雅黑" panose="020B0503020204020204" pitchFamily="34" charset="-122"/>
                <a:ea typeface="宋体" panose="02010600030101010101" pitchFamily="2" charset="-122"/>
              </a:rPr>
              <a:t>1</a:t>
            </a:r>
          </a:p>
        </p:txBody>
      </p:sp>
      <p:sp>
        <p:nvSpPr>
          <p:cNvPr id="207883" name="Text Box 31">
            <a:extLst>
              <a:ext uri="{FF2B5EF4-FFF2-40B4-BE49-F238E27FC236}">
                <a16:creationId xmlns:a16="http://schemas.microsoft.com/office/drawing/2014/main" id="{EFB14F55-2715-ED4A-B0A2-4EBFFF18DB1F}"/>
              </a:ext>
            </a:extLst>
          </p:cNvPr>
          <p:cNvSpPr txBox="1">
            <a:spLocks noChangeArrowheads="1"/>
          </p:cNvSpPr>
          <p:nvPr/>
        </p:nvSpPr>
        <p:spPr bwMode="auto">
          <a:xfrm>
            <a:off x="5183981" y="2607469"/>
            <a:ext cx="38504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500">
                <a:solidFill>
                  <a:srgbClr val="FF0000"/>
                </a:solidFill>
                <a:latin typeface="微软雅黑" panose="020B0503020204020204" pitchFamily="34" charset="-122"/>
                <a:ea typeface="宋体" panose="02010600030101010101" pitchFamily="2" charset="-122"/>
              </a:rPr>
              <a:t>R</a:t>
            </a:r>
            <a:r>
              <a:rPr lang="en-US" altLang="zh-CN" sz="1500" baseline="-25000">
                <a:solidFill>
                  <a:srgbClr val="FF0000"/>
                </a:solidFill>
                <a:latin typeface="微软雅黑" panose="020B0503020204020204" pitchFamily="34" charset="-122"/>
                <a:ea typeface="宋体" panose="02010600030101010101" pitchFamily="2" charset="-122"/>
              </a:rPr>
              <a:t>1</a:t>
            </a:r>
          </a:p>
        </p:txBody>
      </p:sp>
      <p:graphicFrame>
        <p:nvGraphicFramePr>
          <p:cNvPr id="207884" name="Object 32">
            <a:extLst>
              <a:ext uri="{FF2B5EF4-FFF2-40B4-BE49-F238E27FC236}">
                <a16:creationId xmlns:a16="http://schemas.microsoft.com/office/drawing/2014/main" id="{7AA39C79-8831-BA41-B6CA-61B81562DF83}"/>
              </a:ext>
            </a:extLst>
          </p:cNvPr>
          <p:cNvGraphicFramePr>
            <a:graphicFrameLocks noChangeAspect="1"/>
          </p:cNvGraphicFramePr>
          <p:nvPr/>
        </p:nvGraphicFramePr>
        <p:xfrm>
          <a:off x="5656660" y="2393157"/>
          <a:ext cx="2289572" cy="1475185"/>
        </p:xfrm>
        <a:graphic>
          <a:graphicData uri="http://schemas.openxmlformats.org/presentationml/2006/ole">
            <mc:AlternateContent xmlns:mc="http://schemas.openxmlformats.org/markup-compatibility/2006">
              <mc:Choice xmlns:v="urn:schemas-microsoft-com:vml" Requires="v">
                <p:oleObj spid="_x0000_s192528" name="VISIO" r:id="rId5" imgW="3378200" imgH="1930400" progId="Visio.Drawing.6">
                  <p:embed/>
                </p:oleObj>
              </mc:Choice>
              <mc:Fallback>
                <p:oleObj name="VISIO" r:id="rId5" imgW="3378200" imgH="1930400" progId="Visio.Drawing.6">
                  <p:embed/>
                  <p:pic>
                    <p:nvPicPr>
                      <p:cNvPr id="207884" name="Object 32">
                        <a:extLst>
                          <a:ext uri="{FF2B5EF4-FFF2-40B4-BE49-F238E27FC236}">
                            <a16:creationId xmlns:a16="http://schemas.microsoft.com/office/drawing/2014/main" id="{7AA39C79-8831-BA41-B6CA-61B81562DF8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56660" y="2393157"/>
                        <a:ext cx="2289572" cy="1475185"/>
                      </a:xfrm>
                      <a:prstGeom prst="rect">
                        <a:avLst/>
                      </a:prstGeom>
                      <a:noFill/>
                      <a:ln>
                        <a:noFill/>
                      </a:ln>
                      <a:effectLst>
                        <a:outerShdw dist="25400" dir="5400000" algn="ctr" rotWithShape="0">
                          <a:schemeClr val="bg2">
                            <a:alpha val="74997"/>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207885" name="Text Box 33">
            <a:extLst>
              <a:ext uri="{FF2B5EF4-FFF2-40B4-BE49-F238E27FC236}">
                <a16:creationId xmlns:a16="http://schemas.microsoft.com/office/drawing/2014/main" id="{7302DC30-C15A-D447-AD4D-E3A4905F836B}"/>
              </a:ext>
            </a:extLst>
          </p:cNvPr>
          <p:cNvSpPr txBox="1">
            <a:spLocks noChangeArrowheads="1"/>
          </p:cNvSpPr>
          <p:nvPr/>
        </p:nvSpPr>
        <p:spPr bwMode="auto">
          <a:xfrm>
            <a:off x="6396038" y="2877741"/>
            <a:ext cx="8771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800">
                <a:solidFill>
                  <a:schemeClr val="folHlink"/>
                </a:solidFill>
                <a:latin typeface="微软雅黑" panose="020B0503020204020204" pitchFamily="34" charset="-122"/>
                <a:ea typeface="宋体" panose="02010600030101010101" pitchFamily="2" charset="-122"/>
              </a:rPr>
              <a:t>因特网</a:t>
            </a:r>
            <a:endParaRPr lang="zh-CN" altLang="en-US" sz="1800" baseline="-25000">
              <a:solidFill>
                <a:schemeClr val="folHlink"/>
              </a:solidFill>
              <a:latin typeface="微软雅黑" panose="020B0503020204020204" pitchFamily="34" charset="-122"/>
              <a:ea typeface="宋体" panose="02010600030101010101" pitchFamily="2" charset="-122"/>
            </a:endParaRPr>
          </a:p>
        </p:txBody>
      </p:sp>
      <p:pic>
        <p:nvPicPr>
          <p:cNvPr id="207886" name="Picture 34">
            <a:extLst>
              <a:ext uri="{FF2B5EF4-FFF2-40B4-BE49-F238E27FC236}">
                <a16:creationId xmlns:a16="http://schemas.microsoft.com/office/drawing/2014/main" id="{5568418B-0BDB-9846-B71D-286B2F8C754D}"/>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697016" y="3474244"/>
            <a:ext cx="338138" cy="334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887" name="Text Box 35">
            <a:extLst>
              <a:ext uri="{FF2B5EF4-FFF2-40B4-BE49-F238E27FC236}">
                <a16:creationId xmlns:a16="http://schemas.microsoft.com/office/drawing/2014/main" id="{D338DB52-0018-164A-8618-EB8F950AF05A}"/>
              </a:ext>
            </a:extLst>
          </p:cNvPr>
          <p:cNvSpPr txBox="1">
            <a:spLocks noChangeArrowheads="1"/>
          </p:cNvSpPr>
          <p:nvPr/>
        </p:nvSpPr>
        <p:spPr bwMode="auto">
          <a:xfrm>
            <a:off x="1277541" y="2411016"/>
            <a:ext cx="1725152" cy="1174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120000"/>
              </a:lnSpc>
              <a:spcBef>
                <a:spcPct val="0"/>
              </a:spcBef>
              <a:buClrTx/>
              <a:buSzTx/>
              <a:buFontTx/>
              <a:buNone/>
            </a:pPr>
            <a:r>
              <a:rPr lang="zh-CN" altLang="en-US" sz="1500">
                <a:solidFill>
                  <a:schemeClr val="folHlink"/>
                </a:solidFill>
                <a:latin typeface="微软雅黑" panose="020B0503020204020204" pitchFamily="34" charset="-122"/>
                <a:ea typeface="宋体" panose="02010600030101010101" pitchFamily="2" charset="-122"/>
              </a:rPr>
              <a:t>目的网络  下一跳</a:t>
            </a:r>
          </a:p>
          <a:p>
            <a:pPr eaLnBrk="1" hangingPunct="1">
              <a:lnSpc>
                <a:spcPct val="120000"/>
              </a:lnSpc>
              <a:spcBef>
                <a:spcPct val="0"/>
              </a:spcBef>
              <a:buClrTx/>
              <a:buSzTx/>
              <a:buFontTx/>
              <a:buNone/>
            </a:pPr>
            <a:r>
              <a:rPr lang="zh-CN" altLang="en-US" sz="1500">
                <a:solidFill>
                  <a:schemeClr val="folHlink"/>
                </a:solidFill>
                <a:latin typeface="微软雅黑" panose="020B0503020204020204" pitchFamily="34" charset="-122"/>
                <a:ea typeface="宋体" panose="02010600030101010101" pitchFamily="2" charset="-122"/>
              </a:rPr>
              <a:t>      </a:t>
            </a:r>
            <a:r>
              <a:rPr lang="en-US" altLang="zh-CN" sz="1500">
                <a:solidFill>
                  <a:schemeClr val="folHlink"/>
                </a:solidFill>
                <a:latin typeface="微软雅黑" panose="020B0503020204020204" pitchFamily="34" charset="-122"/>
                <a:ea typeface="宋体" panose="02010600030101010101" pitchFamily="2" charset="-122"/>
              </a:rPr>
              <a:t>N</a:t>
            </a:r>
            <a:r>
              <a:rPr lang="en-US" altLang="zh-CN" sz="1500" baseline="-25000">
                <a:solidFill>
                  <a:schemeClr val="folHlink"/>
                </a:solidFill>
                <a:latin typeface="微软雅黑" panose="020B0503020204020204" pitchFamily="34" charset="-122"/>
                <a:ea typeface="宋体" panose="02010600030101010101" pitchFamily="2" charset="-122"/>
              </a:rPr>
              <a:t>1</a:t>
            </a:r>
            <a:r>
              <a:rPr lang="en-US" altLang="zh-CN" sz="1500">
                <a:solidFill>
                  <a:schemeClr val="folHlink"/>
                </a:solidFill>
                <a:latin typeface="微软雅黑" panose="020B0503020204020204" pitchFamily="34" charset="-122"/>
                <a:ea typeface="宋体" panose="02010600030101010101" pitchFamily="2" charset="-122"/>
              </a:rPr>
              <a:t>         </a:t>
            </a:r>
            <a:r>
              <a:rPr lang="zh-CN" altLang="en-US" sz="1500">
                <a:solidFill>
                  <a:schemeClr val="folHlink"/>
                </a:solidFill>
                <a:latin typeface="微软雅黑" panose="020B0503020204020204" pitchFamily="34" charset="-122"/>
                <a:ea typeface="宋体" panose="02010600030101010101" pitchFamily="2" charset="-122"/>
              </a:rPr>
              <a:t>直接 </a:t>
            </a:r>
          </a:p>
          <a:p>
            <a:pPr eaLnBrk="1" hangingPunct="1">
              <a:lnSpc>
                <a:spcPct val="120000"/>
              </a:lnSpc>
              <a:spcBef>
                <a:spcPct val="0"/>
              </a:spcBef>
              <a:buClrTx/>
              <a:buSzTx/>
              <a:buFontTx/>
              <a:buNone/>
            </a:pPr>
            <a:r>
              <a:rPr lang="zh-CN" altLang="en-US" sz="1500">
                <a:solidFill>
                  <a:schemeClr val="folHlink"/>
                </a:solidFill>
                <a:latin typeface="微软雅黑" panose="020B0503020204020204" pitchFamily="34" charset="-122"/>
                <a:ea typeface="宋体" panose="02010600030101010101" pitchFamily="2" charset="-122"/>
              </a:rPr>
              <a:t>      </a:t>
            </a:r>
            <a:r>
              <a:rPr lang="en-US" altLang="zh-CN" sz="1500">
                <a:solidFill>
                  <a:schemeClr val="folHlink"/>
                </a:solidFill>
                <a:latin typeface="微软雅黑" panose="020B0503020204020204" pitchFamily="34" charset="-122"/>
                <a:ea typeface="宋体" panose="02010600030101010101" pitchFamily="2" charset="-122"/>
              </a:rPr>
              <a:t>N</a:t>
            </a:r>
            <a:r>
              <a:rPr lang="en-US" altLang="zh-CN" sz="1500" baseline="-25000">
                <a:solidFill>
                  <a:schemeClr val="folHlink"/>
                </a:solidFill>
                <a:latin typeface="微软雅黑" panose="020B0503020204020204" pitchFamily="34" charset="-122"/>
                <a:ea typeface="宋体" panose="02010600030101010101" pitchFamily="2" charset="-122"/>
              </a:rPr>
              <a:t>2</a:t>
            </a:r>
            <a:r>
              <a:rPr lang="en-US" altLang="zh-CN" sz="1500">
                <a:solidFill>
                  <a:schemeClr val="folHlink"/>
                </a:solidFill>
                <a:latin typeface="微软雅黑" panose="020B0503020204020204" pitchFamily="34" charset="-122"/>
                <a:ea typeface="宋体" panose="02010600030101010101" pitchFamily="2" charset="-122"/>
              </a:rPr>
              <a:t>     </a:t>
            </a:r>
            <a:r>
              <a:rPr lang="en-US" altLang="zh-CN" sz="750">
                <a:solidFill>
                  <a:schemeClr val="folHlink"/>
                </a:solidFill>
                <a:latin typeface="微软雅黑" panose="020B0503020204020204" pitchFamily="34" charset="-122"/>
                <a:ea typeface="宋体" panose="02010600030101010101" pitchFamily="2" charset="-122"/>
              </a:rPr>
              <a:t>   </a:t>
            </a:r>
            <a:r>
              <a:rPr lang="en-US" altLang="zh-CN" sz="1500">
                <a:solidFill>
                  <a:schemeClr val="folHlink"/>
                </a:solidFill>
                <a:latin typeface="微软雅黑" panose="020B0503020204020204" pitchFamily="34" charset="-122"/>
                <a:ea typeface="宋体" panose="02010600030101010101" pitchFamily="2" charset="-122"/>
              </a:rPr>
              <a:t>    R</a:t>
            </a:r>
            <a:r>
              <a:rPr lang="en-US" altLang="zh-CN" sz="1500" baseline="-25000">
                <a:solidFill>
                  <a:schemeClr val="folHlink"/>
                </a:solidFill>
                <a:latin typeface="微软雅黑" panose="020B0503020204020204" pitchFamily="34" charset="-122"/>
                <a:ea typeface="宋体" panose="02010600030101010101" pitchFamily="2" charset="-122"/>
              </a:rPr>
              <a:t>2</a:t>
            </a:r>
          </a:p>
          <a:p>
            <a:pPr eaLnBrk="1" hangingPunct="1">
              <a:lnSpc>
                <a:spcPct val="120000"/>
              </a:lnSpc>
              <a:spcBef>
                <a:spcPct val="0"/>
              </a:spcBef>
              <a:buClrTx/>
              <a:buSzTx/>
              <a:buFontTx/>
              <a:buNone/>
            </a:pPr>
            <a:r>
              <a:rPr lang="en-US" altLang="zh-CN" sz="1500">
                <a:solidFill>
                  <a:schemeClr val="folHlink"/>
                </a:solidFill>
                <a:latin typeface="微软雅黑" panose="020B0503020204020204" pitchFamily="34" charset="-122"/>
                <a:ea typeface="宋体" panose="02010600030101010101" pitchFamily="2" charset="-122"/>
              </a:rPr>
              <a:t>    </a:t>
            </a:r>
            <a:r>
              <a:rPr lang="zh-CN" altLang="en-US" sz="1500">
                <a:solidFill>
                  <a:schemeClr val="hlink"/>
                </a:solidFill>
                <a:latin typeface="微软雅黑" panose="020B0503020204020204" pitchFamily="34" charset="-122"/>
                <a:ea typeface="宋体" panose="02010600030101010101" pitchFamily="2" charset="-122"/>
              </a:rPr>
              <a:t>默认          </a:t>
            </a:r>
            <a:r>
              <a:rPr lang="en-US" altLang="zh-CN" sz="1500">
                <a:solidFill>
                  <a:schemeClr val="hlink"/>
                </a:solidFill>
                <a:latin typeface="微软雅黑" panose="020B0503020204020204" pitchFamily="34" charset="-122"/>
                <a:ea typeface="宋体" panose="02010600030101010101" pitchFamily="2" charset="-122"/>
              </a:rPr>
              <a:t>R</a:t>
            </a:r>
            <a:r>
              <a:rPr lang="en-US" altLang="zh-CN" sz="1500" baseline="-25000">
                <a:solidFill>
                  <a:schemeClr val="hlink"/>
                </a:solidFill>
                <a:latin typeface="微软雅黑" panose="020B0503020204020204" pitchFamily="34" charset="-122"/>
                <a:ea typeface="宋体" panose="02010600030101010101" pitchFamily="2" charset="-122"/>
              </a:rPr>
              <a:t>1</a:t>
            </a:r>
          </a:p>
        </p:txBody>
      </p:sp>
      <p:sp>
        <p:nvSpPr>
          <p:cNvPr id="207888" name="Line 37">
            <a:extLst>
              <a:ext uri="{FF2B5EF4-FFF2-40B4-BE49-F238E27FC236}">
                <a16:creationId xmlns:a16="http://schemas.microsoft.com/office/drawing/2014/main" id="{F0FE01DC-0D56-7D43-89AC-B45532A0AEA2}"/>
              </a:ext>
            </a:extLst>
          </p:cNvPr>
          <p:cNvSpPr>
            <a:spLocks noChangeShapeType="1"/>
          </p:cNvSpPr>
          <p:nvPr/>
        </p:nvSpPr>
        <p:spPr bwMode="auto">
          <a:xfrm>
            <a:off x="1277541" y="2739629"/>
            <a:ext cx="1624013" cy="0"/>
          </a:xfrm>
          <a:prstGeom prst="line">
            <a:avLst/>
          </a:prstGeom>
          <a:noFill/>
          <a:ln w="38100" cmpd="dbl">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7889" name="Line 38">
            <a:extLst>
              <a:ext uri="{FF2B5EF4-FFF2-40B4-BE49-F238E27FC236}">
                <a16:creationId xmlns:a16="http://schemas.microsoft.com/office/drawing/2014/main" id="{C7A5EC50-17BF-9045-945F-367149AF4B49}"/>
              </a:ext>
            </a:extLst>
          </p:cNvPr>
          <p:cNvSpPr>
            <a:spLocks noChangeShapeType="1"/>
          </p:cNvSpPr>
          <p:nvPr/>
        </p:nvSpPr>
        <p:spPr bwMode="auto">
          <a:xfrm>
            <a:off x="1277541" y="3013472"/>
            <a:ext cx="162401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7890" name="Line 39">
            <a:extLst>
              <a:ext uri="{FF2B5EF4-FFF2-40B4-BE49-F238E27FC236}">
                <a16:creationId xmlns:a16="http://schemas.microsoft.com/office/drawing/2014/main" id="{A1120E7D-3EA1-E145-8A1A-743DCF6FD3A3}"/>
              </a:ext>
            </a:extLst>
          </p:cNvPr>
          <p:cNvSpPr>
            <a:spLocks noChangeShapeType="1"/>
          </p:cNvSpPr>
          <p:nvPr/>
        </p:nvSpPr>
        <p:spPr bwMode="auto">
          <a:xfrm>
            <a:off x="2163366" y="2465785"/>
            <a:ext cx="3572" cy="106322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7891" name="Text Box 40">
            <a:extLst>
              <a:ext uri="{FF2B5EF4-FFF2-40B4-BE49-F238E27FC236}">
                <a16:creationId xmlns:a16="http://schemas.microsoft.com/office/drawing/2014/main" id="{A47F621D-E6AA-FB40-9945-3CA693927E14}"/>
              </a:ext>
            </a:extLst>
          </p:cNvPr>
          <p:cNvSpPr txBox="1">
            <a:spLocks noChangeArrowheads="1"/>
          </p:cNvSpPr>
          <p:nvPr/>
        </p:nvSpPr>
        <p:spPr bwMode="auto">
          <a:xfrm>
            <a:off x="1701404" y="2078831"/>
            <a:ext cx="8771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800">
                <a:solidFill>
                  <a:schemeClr val="folHlink"/>
                </a:solidFill>
                <a:latin typeface="微软雅黑" panose="020B0503020204020204" pitchFamily="34" charset="-122"/>
                <a:ea typeface="宋体" panose="02010600030101010101" pitchFamily="2" charset="-122"/>
              </a:rPr>
              <a:t>路由表</a:t>
            </a:r>
            <a:endParaRPr lang="zh-CN" altLang="en-US" sz="1800" baseline="-25000">
              <a:solidFill>
                <a:schemeClr val="folHlink"/>
              </a:solidFill>
              <a:latin typeface="微软雅黑" panose="020B0503020204020204" pitchFamily="34" charset="-122"/>
              <a:ea typeface="宋体" panose="02010600030101010101" pitchFamily="2" charset="-122"/>
            </a:endParaRPr>
          </a:p>
        </p:txBody>
      </p:sp>
      <p:sp>
        <p:nvSpPr>
          <p:cNvPr id="207892" name="Freeform 41">
            <a:extLst>
              <a:ext uri="{FF2B5EF4-FFF2-40B4-BE49-F238E27FC236}">
                <a16:creationId xmlns:a16="http://schemas.microsoft.com/office/drawing/2014/main" id="{22D310B8-8986-464F-8DFC-26778773A683}"/>
              </a:ext>
            </a:extLst>
          </p:cNvPr>
          <p:cNvSpPr>
            <a:spLocks/>
          </p:cNvSpPr>
          <p:nvPr/>
        </p:nvSpPr>
        <p:spPr bwMode="auto">
          <a:xfrm>
            <a:off x="2905125" y="2462213"/>
            <a:ext cx="598885" cy="1096566"/>
          </a:xfrm>
          <a:custGeom>
            <a:avLst/>
            <a:gdLst>
              <a:gd name="T0" fmla="*/ 2147483646 w 368"/>
              <a:gd name="T1" fmla="*/ 0 h 524"/>
              <a:gd name="T2" fmla="*/ 2147483646 w 368"/>
              <a:gd name="T3" fmla="*/ 2147483646 h 524"/>
              <a:gd name="T4" fmla="*/ 2147483646 w 368"/>
              <a:gd name="T5" fmla="*/ 2147483646 h 524"/>
              <a:gd name="T6" fmla="*/ 0 w 368"/>
              <a:gd name="T7" fmla="*/ 2147483646 h 524"/>
              <a:gd name="T8" fmla="*/ 2147483646 w 368"/>
              <a:gd name="T9" fmla="*/ 0 h 5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8" h="524">
                <a:moveTo>
                  <a:pt x="4" y="0"/>
                </a:moveTo>
                <a:lnTo>
                  <a:pt x="368" y="256"/>
                </a:lnTo>
                <a:lnTo>
                  <a:pt x="367" y="277"/>
                </a:lnTo>
                <a:lnTo>
                  <a:pt x="0" y="524"/>
                </a:lnTo>
                <a:lnTo>
                  <a:pt x="4" y="0"/>
                </a:lnTo>
                <a:close/>
              </a:path>
            </a:pathLst>
          </a:custGeom>
          <a:gradFill rotWithShape="1">
            <a:gsLst>
              <a:gs pos="0">
                <a:srgbClr val="C1C19A"/>
              </a:gs>
              <a:gs pos="100000">
                <a:srgbClr val="FFFFCC"/>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pic>
        <p:nvPicPr>
          <p:cNvPr id="207893" name="Picture 42">
            <a:extLst>
              <a:ext uri="{FF2B5EF4-FFF2-40B4-BE49-F238E27FC236}">
                <a16:creationId xmlns:a16="http://schemas.microsoft.com/office/drawing/2014/main" id="{2F058DDD-4BEB-444C-A3D6-11510844BA71}"/>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440906" y="2777729"/>
            <a:ext cx="338138" cy="333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7894" name="Picture 43">
            <a:extLst>
              <a:ext uri="{FF2B5EF4-FFF2-40B4-BE49-F238E27FC236}">
                <a16:creationId xmlns:a16="http://schemas.microsoft.com/office/drawing/2014/main" id="{79C28DBF-A416-5544-A09E-2FC8730B5CEA}"/>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736181" y="3405188"/>
            <a:ext cx="338138" cy="333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7895" name="Group 44">
            <a:extLst>
              <a:ext uri="{FF2B5EF4-FFF2-40B4-BE49-F238E27FC236}">
                <a16:creationId xmlns:a16="http://schemas.microsoft.com/office/drawing/2014/main" id="{0182249C-2F26-C84B-BE05-470693C76E62}"/>
              </a:ext>
            </a:extLst>
          </p:cNvPr>
          <p:cNvGrpSpPr>
            <a:grpSpLocks/>
          </p:cNvGrpSpPr>
          <p:nvPr/>
        </p:nvGrpSpPr>
        <p:grpSpPr bwMode="auto">
          <a:xfrm>
            <a:off x="5139929" y="1870473"/>
            <a:ext cx="819150" cy="526256"/>
            <a:chOff x="1776" y="2768"/>
            <a:chExt cx="1824" cy="736"/>
          </a:xfrm>
        </p:grpSpPr>
        <p:grpSp>
          <p:nvGrpSpPr>
            <p:cNvPr id="207902" name="Group 45">
              <a:extLst>
                <a:ext uri="{FF2B5EF4-FFF2-40B4-BE49-F238E27FC236}">
                  <a16:creationId xmlns:a16="http://schemas.microsoft.com/office/drawing/2014/main" id="{886850E2-8793-F041-A8C2-3F7C2B31B2DF}"/>
                </a:ext>
              </a:extLst>
            </p:cNvPr>
            <p:cNvGrpSpPr>
              <a:grpSpLocks/>
            </p:cNvGrpSpPr>
            <p:nvPr/>
          </p:nvGrpSpPr>
          <p:grpSpPr bwMode="auto">
            <a:xfrm>
              <a:off x="1787" y="2783"/>
              <a:ext cx="1813" cy="721"/>
              <a:chOff x="1787" y="2783"/>
              <a:chExt cx="1813" cy="721"/>
            </a:xfrm>
          </p:grpSpPr>
          <p:sp>
            <p:nvSpPr>
              <p:cNvPr id="207912" name="Oval 46">
                <a:extLst>
                  <a:ext uri="{FF2B5EF4-FFF2-40B4-BE49-F238E27FC236}">
                    <a16:creationId xmlns:a16="http://schemas.microsoft.com/office/drawing/2014/main" id="{C7E35561-87FD-B041-9D67-B32EEC20EBF0}"/>
                  </a:ext>
                </a:extLst>
              </p:cNvPr>
              <p:cNvSpPr>
                <a:spLocks noChangeArrowheads="1"/>
              </p:cNvSpPr>
              <p:nvPr/>
            </p:nvSpPr>
            <p:spPr bwMode="auto">
              <a:xfrm>
                <a:off x="2413" y="2783"/>
                <a:ext cx="780" cy="29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13" name="Oval 47">
                <a:extLst>
                  <a:ext uri="{FF2B5EF4-FFF2-40B4-BE49-F238E27FC236}">
                    <a16:creationId xmlns:a16="http://schemas.microsoft.com/office/drawing/2014/main" id="{9DD24EEC-792F-A04E-9BDC-6779163CED87}"/>
                  </a:ext>
                </a:extLst>
              </p:cNvPr>
              <p:cNvSpPr>
                <a:spLocks noChangeArrowheads="1"/>
              </p:cNvSpPr>
              <p:nvPr/>
            </p:nvSpPr>
            <p:spPr bwMode="auto">
              <a:xfrm>
                <a:off x="1974" y="2863"/>
                <a:ext cx="593" cy="29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14" name="Oval 48">
                <a:extLst>
                  <a:ext uri="{FF2B5EF4-FFF2-40B4-BE49-F238E27FC236}">
                    <a16:creationId xmlns:a16="http://schemas.microsoft.com/office/drawing/2014/main" id="{46D22CA2-797D-5A4B-B4AE-5921A741747E}"/>
                  </a:ext>
                </a:extLst>
              </p:cNvPr>
              <p:cNvSpPr>
                <a:spLocks noChangeArrowheads="1"/>
              </p:cNvSpPr>
              <p:nvPr/>
            </p:nvSpPr>
            <p:spPr bwMode="auto">
              <a:xfrm>
                <a:off x="1787" y="3045"/>
                <a:ext cx="396" cy="23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15" name="Oval 49">
                <a:extLst>
                  <a:ext uri="{FF2B5EF4-FFF2-40B4-BE49-F238E27FC236}">
                    <a16:creationId xmlns:a16="http://schemas.microsoft.com/office/drawing/2014/main" id="{0B35CB93-49AC-294E-9448-ADAB5E64EB16}"/>
                  </a:ext>
                </a:extLst>
              </p:cNvPr>
              <p:cNvSpPr>
                <a:spLocks noChangeArrowheads="1"/>
              </p:cNvSpPr>
              <p:nvPr/>
            </p:nvSpPr>
            <p:spPr bwMode="auto">
              <a:xfrm>
                <a:off x="1908" y="3154"/>
                <a:ext cx="604" cy="25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16" name="Oval 50">
                <a:extLst>
                  <a:ext uri="{FF2B5EF4-FFF2-40B4-BE49-F238E27FC236}">
                    <a16:creationId xmlns:a16="http://schemas.microsoft.com/office/drawing/2014/main" id="{E18B423B-5BEC-7948-80F8-7C93EC0B39AF}"/>
                  </a:ext>
                </a:extLst>
              </p:cNvPr>
              <p:cNvSpPr>
                <a:spLocks noChangeArrowheads="1"/>
              </p:cNvSpPr>
              <p:nvPr/>
            </p:nvSpPr>
            <p:spPr bwMode="auto">
              <a:xfrm>
                <a:off x="2347" y="3198"/>
                <a:ext cx="912" cy="30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17" name="Oval 51">
                <a:extLst>
                  <a:ext uri="{FF2B5EF4-FFF2-40B4-BE49-F238E27FC236}">
                    <a16:creationId xmlns:a16="http://schemas.microsoft.com/office/drawing/2014/main" id="{29F3877B-1CB7-1A40-A48F-AEFA953C0EEC}"/>
                  </a:ext>
                </a:extLst>
              </p:cNvPr>
              <p:cNvSpPr>
                <a:spLocks noChangeArrowheads="1"/>
              </p:cNvSpPr>
              <p:nvPr/>
            </p:nvSpPr>
            <p:spPr bwMode="auto">
              <a:xfrm>
                <a:off x="2941" y="2870"/>
                <a:ext cx="571" cy="22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18" name="Oval 52">
                <a:extLst>
                  <a:ext uri="{FF2B5EF4-FFF2-40B4-BE49-F238E27FC236}">
                    <a16:creationId xmlns:a16="http://schemas.microsoft.com/office/drawing/2014/main" id="{A08B5775-3725-2246-AF8C-7A114829C4DF}"/>
                  </a:ext>
                </a:extLst>
              </p:cNvPr>
              <p:cNvSpPr>
                <a:spLocks noChangeArrowheads="1"/>
              </p:cNvSpPr>
              <p:nvPr/>
            </p:nvSpPr>
            <p:spPr bwMode="auto">
              <a:xfrm>
                <a:off x="3029" y="3023"/>
                <a:ext cx="571" cy="22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19" name="Oval 53">
                <a:extLst>
                  <a:ext uri="{FF2B5EF4-FFF2-40B4-BE49-F238E27FC236}">
                    <a16:creationId xmlns:a16="http://schemas.microsoft.com/office/drawing/2014/main" id="{E577E229-519B-644C-9CF5-6670183A20C4}"/>
                  </a:ext>
                </a:extLst>
              </p:cNvPr>
              <p:cNvSpPr>
                <a:spLocks noChangeArrowheads="1"/>
              </p:cNvSpPr>
              <p:nvPr/>
            </p:nvSpPr>
            <p:spPr bwMode="auto">
              <a:xfrm>
                <a:off x="2974" y="3074"/>
                <a:ext cx="571" cy="37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20" name="Oval 54">
                <a:extLst>
                  <a:ext uri="{FF2B5EF4-FFF2-40B4-BE49-F238E27FC236}">
                    <a16:creationId xmlns:a16="http://schemas.microsoft.com/office/drawing/2014/main" id="{B180C76D-6BAD-894E-B268-7156AD6EA980}"/>
                  </a:ext>
                </a:extLst>
              </p:cNvPr>
              <p:cNvSpPr>
                <a:spLocks noChangeArrowheads="1"/>
              </p:cNvSpPr>
              <p:nvPr/>
            </p:nvSpPr>
            <p:spPr bwMode="auto">
              <a:xfrm>
                <a:off x="2117" y="2957"/>
                <a:ext cx="1175" cy="37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207903" name="Oval 55">
              <a:extLst>
                <a:ext uri="{FF2B5EF4-FFF2-40B4-BE49-F238E27FC236}">
                  <a16:creationId xmlns:a16="http://schemas.microsoft.com/office/drawing/2014/main" id="{AB71DE2C-3FB3-9B4A-878C-A94712FD5879}"/>
                </a:ext>
              </a:extLst>
            </p:cNvPr>
            <p:cNvSpPr>
              <a:spLocks noChangeArrowheads="1"/>
            </p:cNvSpPr>
            <p:nvPr/>
          </p:nvSpPr>
          <p:spPr bwMode="auto">
            <a:xfrm>
              <a:off x="2402" y="2768"/>
              <a:ext cx="780" cy="291"/>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04" name="Oval 56">
              <a:extLst>
                <a:ext uri="{FF2B5EF4-FFF2-40B4-BE49-F238E27FC236}">
                  <a16:creationId xmlns:a16="http://schemas.microsoft.com/office/drawing/2014/main" id="{BCF5CF04-AB37-974D-AF6B-A0129699AB63}"/>
                </a:ext>
              </a:extLst>
            </p:cNvPr>
            <p:cNvSpPr>
              <a:spLocks noChangeArrowheads="1"/>
            </p:cNvSpPr>
            <p:nvPr/>
          </p:nvSpPr>
          <p:spPr bwMode="auto">
            <a:xfrm>
              <a:off x="1963" y="2848"/>
              <a:ext cx="593" cy="292"/>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05" name="Oval 57">
              <a:extLst>
                <a:ext uri="{FF2B5EF4-FFF2-40B4-BE49-F238E27FC236}">
                  <a16:creationId xmlns:a16="http://schemas.microsoft.com/office/drawing/2014/main" id="{1799A136-8568-5541-851A-D38DF39722A6}"/>
                </a:ext>
              </a:extLst>
            </p:cNvPr>
            <p:cNvSpPr>
              <a:spLocks noChangeArrowheads="1"/>
            </p:cNvSpPr>
            <p:nvPr/>
          </p:nvSpPr>
          <p:spPr bwMode="auto">
            <a:xfrm>
              <a:off x="1776" y="3030"/>
              <a:ext cx="396" cy="234"/>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06" name="Oval 58">
              <a:extLst>
                <a:ext uri="{FF2B5EF4-FFF2-40B4-BE49-F238E27FC236}">
                  <a16:creationId xmlns:a16="http://schemas.microsoft.com/office/drawing/2014/main" id="{DDE0AC61-3F4A-CC4A-8C61-F9A82B979674}"/>
                </a:ext>
              </a:extLst>
            </p:cNvPr>
            <p:cNvSpPr>
              <a:spLocks noChangeArrowheads="1"/>
            </p:cNvSpPr>
            <p:nvPr/>
          </p:nvSpPr>
          <p:spPr bwMode="auto">
            <a:xfrm>
              <a:off x="1897" y="3140"/>
              <a:ext cx="604" cy="255"/>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07" name="Oval 59">
              <a:extLst>
                <a:ext uri="{FF2B5EF4-FFF2-40B4-BE49-F238E27FC236}">
                  <a16:creationId xmlns:a16="http://schemas.microsoft.com/office/drawing/2014/main" id="{87CAF0EC-D219-5F41-853D-7204F8604B01}"/>
                </a:ext>
              </a:extLst>
            </p:cNvPr>
            <p:cNvSpPr>
              <a:spLocks noChangeArrowheads="1"/>
            </p:cNvSpPr>
            <p:nvPr/>
          </p:nvSpPr>
          <p:spPr bwMode="auto">
            <a:xfrm>
              <a:off x="2336" y="3183"/>
              <a:ext cx="912" cy="30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08" name="Oval 60">
              <a:extLst>
                <a:ext uri="{FF2B5EF4-FFF2-40B4-BE49-F238E27FC236}">
                  <a16:creationId xmlns:a16="http://schemas.microsoft.com/office/drawing/2014/main" id="{32587654-3AED-3C41-95D9-299B371017C7}"/>
                </a:ext>
              </a:extLst>
            </p:cNvPr>
            <p:cNvSpPr>
              <a:spLocks noChangeArrowheads="1"/>
            </p:cNvSpPr>
            <p:nvPr/>
          </p:nvSpPr>
          <p:spPr bwMode="auto">
            <a:xfrm>
              <a:off x="2930" y="2855"/>
              <a:ext cx="571" cy="22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09" name="Oval 61">
              <a:extLst>
                <a:ext uri="{FF2B5EF4-FFF2-40B4-BE49-F238E27FC236}">
                  <a16:creationId xmlns:a16="http://schemas.microsoft.com/office/drawing/2014/main" id="{7550BCC2-24F4-F242-AA59-C0EC141304E3}"/>
                </a:ext>
              </a:extLst>
            </p:cNvPr>
            <p:cNvSpPr>
              <a:spLocks noChangeArrowheads="1"/>
            </p:cNvSpPr>
            <p:nvPr/>
          </p:nvSpPr>
          <p:spPr bwMode="auto">
            <a:xfrm>
              <a:off x="3018" y="3008"/>
              <a:ext cx="571" cy="22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10" name="Oval 62">
              <a:extLst>
                <a:ext uri="{FF2B5EF4-FFF2-40B4-BE49-F238E27FC236}">
                  <a16:creationId xmlns:a16="http://schemas.microsoft.com/office/drawing/2014/main" id="{273E70D8-2DF3-834C-BF0A-406E36C40963}"/>
                </a:ext>
              </a:extLst>
            </p:cNvPr>
            <p:cNvSpPr>
              <a:spLocks noChangeArrowheads="1"/>
            </p:cNvSpPr>
            <p:nvPr/>
          </p:nvSpPr>
          <p:spPr bwMode="auto">
            <a:xfrm>
              <a:off x="2963" y="3059"/>
              <a:ext cx="571" cy="379"/>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11" name="Oval 63">
              <a:extLst>
                <a:ext uri="{FF2B5EF4-FFF2-40B4-BE49-F238E27FC236}">
                  <a16:creationId xmlns:a16="http://schemas.microsoft.com/office/drawing/2014/main" id="{D5C31F2C-7260-FA47-BA53-3237794D1173}"/>
                </a:ext>
              </a:extLst>
            </p:cNvPr>
            <p:cNvSpPr>
              <a:spLocks noChangeArrowheads="1"/>
            </p:cNvSpPr>
            <p:nvPr/>
          </p:nvSpPr>
          <p:spPr bwMode="auto">
            <a:xfrm>
              <a:off x="2106" y="2943"/>
              <a:ext cx="1175" cy="379"/>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207896" name="Text Box 64">
            <a:extLst>
              <a:ext uri="{FF2B5EF4-FFF2-40B4-BE49-F238E27FC236}">
                <a16:creationId xmlns:a16="http://schemas.microsoft.com/office/drawing/2014/main" id="{AA161299-2007-1349-95ED-35DFE8AC2F38}"/>
              </a:ext>
            </a:extLst>
          </p:cNvPr>
          <p:cNvSpPr txBox="1">
            <a:spLocks noChangeArrowheads="1"/>
          </p:cNvSpPr>
          <p:nvPr/>
        </p:nvSpPr>
        <p:spPr bwMode="auto">
          <a:xfrm>
            <a:off x="5353050" y="1938338"/>
            <a:ext cx="41710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500">
                <a:solidFill>
                  <a:schemeClr val="folHlink"/>
                </a:solidFill>
                <a:latin typeface="微软雅黑" panose="020B0503020204020204" pitchFamily="34" charset="-122"/>
                <a:ea typeface="宋体" panose="02010600030101010101" pitchFamily="2" charset="-122"/>
              </a:rPr>
              <a:t>N</a:t>
            </a:r>
            <a:r>
              <a:rPr lang="en-US" altLang="zh-CN" sz="1500" baseline="-25000">
                <a:solidFill>
                  <a:schemeClr val="folHlink"/>
                </a:solidFill>
                <a:latin typeface="微软雅黑" panose="020B0503020204020204" pitchFamily="34" charset="-122"/>
                <a:ea typeface="宋体" panose="02010600030101010101" pitchFamily="2" charset="-122"/>
              </a:rPr>
              <a:t>2</a:t>
            </a:r>
          </a:p>
        </p:txBody>
      </p:sp>
      <p:pic>
        <p:nvPicPr>
          <p:cNvPr id="207897" name="Picture 65">
            <a:extLst>
              <a:ext uri="{FF2B5EF4-FFF2-40B4-BE49-F238E27FC236}">
                <a16:creationId xmlns:a16="http://schemas.microsoft.com/office/drawing/2014/main" id="{87219A1D-87E5-CF4A-B639-F16991ACF81E}"/>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69644" y="2359819"/>
            <a:ext cx="386954" cy="208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898" name="Text Box 66">
            <a:extLst>
              <a:ext uri="{FF2B5EF4-FFF2-40B4-BE49-F238E27FC236}">
                <a16:creationId xmlns:a16="http://schemas.microsoft.com/office/drawing/2014/main" id="{5A96CB24-2C1A-D347-8DB8-44AD152772DC}"/>
              </a:ext>
            </a:extLst>
          </p:cNvPr>
          <p:cNvSpPr txBox="1">
            <a:spLocks noChangeArrowheads="1"/>
          </p:cNvSpPr>
          <p:nvPr/>
        </p:nvSpPr>
        <p:spPr bwMode="auto">
          <a:xfrm>
            <a:off x="4592241" y="2049066"/>
            <a:ext cx="38504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500">
                <a:solidFill>
                  <a:schemeClr val="folHlink"/>
                </a:solidFill>
                <a:latin typeface="微软雅黑" panose="020B0503020204020204" pitchFamily="34" charset="-122"/>
                <a:ea typeface="宋体" panose="02010600030101010101" pitchFamily="2" charset="-122"/>
              </a:rPr>
              <a:t>R</a:t>
            </a:r>
            <a:r>
              <a:rPr lang="en-US" altLang="zh-CN" sz="1500" baseline="-25000">
                <a:solidFill>
                  <a:schemeClr val="folHlink"/>
                </a:solidFill>
                <a:latin typeface="微软雅黑" panose="020B0503020204020204" pitchFamily="34" charset="-122"/>
                <a:ea typeface="宋体" panose="02010600030101010101" pitchFamily="2" charset="-122"/>
              </a:rPr>
              <a:t>2</a:t>
            </a:r>
          </a:p>
        </p:txBody>
      </p:sp>
      <p:sp>
        <p:nvSpPr>
          <p:cNvPr id="207899" name="Line 67">
            <a:extLst>
              <a:ext uri="{FF2B5EF4-FFF2-40B4-BE49-F238E27FC236}">
                <a16:creationId xmlns:a16="http://schemas.microsoft.com/office/drawing/2014/main" id="{5304BD7B-28B5-F24C-899B-3293CE8CE4FE}"/>
              </a:ext>
            </a:extLst>
          </p:cNvPr>
          <p:cNvSpPr>
            <a:spLocks noChangeShapeType="1"/>
          </p:cNvSpPr>
          <p:nvPr/>
        </p:nvSpPr>
        <p:spPr bwMode="auto">
          <a:xfrm>
            <a:off x="1277541" y="3265885"/>
            <a:ext cx="162401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7900" name="Text Box 69">
            <a:extLst>
              <a:ext uri="{FF2B5EF4-FFF2-40B4-BE49-F238E27FC236}">
                <a16:creationId xmlns:a16="http://schemas.microsoft.com/office/drawing/2014/main" id="{F491B1DC-3D30-1A41-BED1-68418B2DE6AB}"/>
              </a:ext>
            </a:extLst>
          </p:cNvPr>
          <p:cNvSpPr txBox="1">
            <a:spLocks noChangeArrowheads="1"/>
          </p:cNvSpPr>
          <p:nvPr/>
        </p:nvSpPr>
        <p:spPr bwMode="auto">
          <a:xfrm>
            <a:off x="2534357" y="171451"/>
            <a:ext cx="4047903"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a:solidFill>
                  <a:schemeClr val="folHlink"/>
                </a:solidFill>
                <a:latin typeface="微软雅黑" panose="020B0503020204020204" pitchFamily="34" charset="-122"/>
                <a:ea typeface="宋体" panose="02010600030101010101" pitchFamily="2" charset="-122"/>
              </a:rPr>
              <a:t>只要目的网络不是 </a:t>
            </a:r>
            <a:r>
              <a:rPr lang="en-US" altLang="zh-CN" sz="2100">
                <a:solidFill>
                  <a:schemeClr val="folHlink"/>
                </a:solidFill>
                <a:latin typeface="微软雅黑" panose="020B0503020204020204" pitchFamily="34" charset="-122"/>
                <a:ea typeface="宋体" panose="02010600030101010101" pitchFamily="2" charset="-122"/>
              </a:rPr>
              <a:t>N</a:t>
            </a:r>
            <a:r>
              <a:rPr lang="en-US" altLang="zh-CN" sz="2100" baseline="-25000">
                <a:solidFill>
                  <a:schemeClr val="folHlink"/>
                </a:solidFill>
                <a:latin typeface="微软雅黑" panose="020B0503020204020204" pitchFamily="34" charset="-122"/>
                <a:ea typeface="宋体" panose="02010600030101010101" pitchFamily="2" charset="-122"/>
              </a:rPr>
              <a:t>1 </a:t>
            </a:r>
            <a:r>
              <a:rPr lang="zh-CN" altLang="en-US" sz="2100">
                <a:solidFill>
                  <a:schemeClr val="folHlink"/>
                </a:solidFill>
                <a:latin typeface="微软雅黑" panose="020B0503020204020204" pitchFamily="34" charset="-122"/>
                <a:ea typeface="宋体" panose="02010600030101010101" pitchFamily="2" charset="-122"/>
              </a:rPr>
              <a:t>和 </a:t>
            </a:r>
            <a:r>
              <a:rPr lang="en-US" altLang="zh-CN" sz="2100">
                <a:solidFill>
                  <a:schemeClr val="folHlink"/>
                </a:solidFill>
                <a:latin typeface="微软雅黑" panose="020B0503020204020204" pitchFamily="34" charset="-122"/>
                <a:ea typeface="宋体" panose="02010600030101010101" pitchFamily="2" charset="-122"/>
              </a:rPr>
              <a:t>N</a:t>
            </a:r>
            <a:r>
              <a:rPr lang="en-US" altLang="zh-CN" sz="2100" baseline="-25000">
                <a:solidFill>
                  <a:schemeClr val="folHlink"/>
                </a:solidFill>
                <a:latin typeface="微软雅黑" panose="020B0503020204020204" pitchFamily="34" charset="-122"/>
                <a:ea typeface="宋体" panose="02010600030101010101" pitchFamily="2" charset="-122"/>
              </a:rPr>
              <a:t>2</a:t>
            </a:r>
            <a:r>
              <a:rPr lang="zh-CN" altLang="en-US" sz="2100">
                <a:solidFill>
                  <a:schemeClr val="folHlink"/>
                </a:solidFill>
                <a:latin typeface="微软雅黑" panose="020B0503020204020204" pitchFamily="34" charset="-122"/>
                <a:ea typeface="宋体" panose="02010600030101010101" pitchFamily="2" charset="-122"/>
              </a:rPr>
              <a:t>，</a:t>
            </a:r>
          </a:p>
          <a:p>
            <a:pPr algn="ctr" eaLnBrk="1" hangingPunct="1">
              <a:spcBef>
                <a:spcPct val="0"/>
              </a:spcBef>
              <a:buClrTx/>
              <a:buSzTx/>
              <a:buFontTx/>
              <a:buNone/>
            </a:pPr>
            <a:r>
              <a:rPr lang="zh-CN" altLang="en-US" sz="2100">
                <a:solidFill>
                  <a:schemeClr val="folHlink"/>
                </a:solidFill>
                <a:latin typeface="微软雅黑" panose="020B0503020204020204" pitchFamily="34" charset="-122"/>
                <a:ea typeface="宋体" panose="02010600030101010101" pitchFamily="2" charset="-122"/>
              </a:rPr>
              <a:t>就一律选择</a:t>
            </a:r>
            <a:r>
              <a:rPr lang="zh-CN" altLang="en-US" sz="2100">
                <a:solidFill>
                  <a:schemeClr val="hlink"/>
                </a:solidFill>
                <a:latin typeface="微软雅黑" panose="020B0503020204020204" pitchFamily="34" charset="-122"/>
                <a:ea typeface="宋体" panose="02010600030101010101" pitchFamily="2" charset="-122"/>
              </a:rPr>
              <a:t>默认路由</a:t>
            </a:r>
            <a:r>
              <a:rPr lang="zh-CN" altLang="en-US" sz="2100">
                <a:solidFill>
                  <a:schemeClr val="folHlink"/>
                </a:solidFill>
                <a:latin typeface="微软雅黑" panose="020B0503020204020204" pitchFamily="34" charset="-122"/>
                <a:ea typeface="宋体" panose="02010600030101010101" pitchFamily="2" charset="-122"/>
              </a:rPr>
              <a:t>，</a:t>
            </a:r>
          </a:p>
          <a:p>
            <a:pPr algn="ctr" eaLnBrk="1" hangingPunct="1">
              <a:spcBef>
                <a:spcPct val="0"/>
              </a:spcBef>
              <a:buClrTx/>
              <a:buSzTx/>
              <a:buFontTx/>
              <a:buNone/>
            </a:pPr>
            <a:r>
              <a:rPr lang="zh-CN" altLang="en-US" sz="2100">
                <a:solidFill>
                  <a:schemeClr val="folHlink"/>
                </a:solidFill>
                <a:latin typeface="微软雅黑" panose="020B0503020204020204" pitchFamily="34" charset="-122"/>
                <a:ea typeface="宋体" panose="02010600030101010101" pitchFamily="2" charset="-122"/>
              </a:rPr>
              <a:t>把数据报先间接交付路由器 </a:t>
            </a:r>
            <a:r>
              <a:rPr lang="en-US" altLang="zh-CN" sz="2100">
                <a:solidFill>
                  <a:schemeClr val="folHlink"/>
                </a:solidFill>
                <a:latin typeface="微软雅黑" panose="020B0503020204020204" pitchFamily="34" charset="-122"/>
                <a:ea typeface="宋体" panose="02010600030101010101" pitchFamily="2" charset="-122"/>
              </a:rPr>
              <a:t>R</a:t>
            </a:r>
            <a:r>
              <a:rPr lang="en-US" altLang="zh-CN" sz="2100" baseline="-25000">
                <a:solidFill>
                  <a:schemeClr val="folHlink"/>
                </a:solidFill>
                <a:latin typeface="微软雅黑" panose="020B0503020204020204" pitchFamily="34" charset="-122"/>
                <a:ea typeface="宋体" panose="02010600030101010101" pitchFamily="2" charset="-122"/>
              </a:rPr>
              <a:t>1</a:t>
            </a:r>
            <a:r>
              <a:rPr lang="zh-CN" altLang="en-US" sz="2100">
                <a:solidFill>
                  <a:schemeClr val="folHlink"/>
                </a:solidFill>
                <a:latin typeface="微软雅黑" panose="020B0503020204020204" pitchFamily="34" charset="-122"/>
                <a:ea typeface="宋体" panose="02010600030101010101" pitchFamily="2" charset="-122"/>
              </a:rPr>
              <a:t>，</a:t>
            </a:r>
          </a:p>
          <a:p>
            <a:pPr algn="ctr" eaLnBrk="1" hangingPunct="1">
              <a:spcBef>
                <a:spcPct val="0"/>
              </a:spcBef>
              <a:buClrTx/>
              <a:buSzTx/>
              <a:buFontTx/>
              <a:buNone/>
            </a:pPr>
            <a:r>
              <a:rPr lang="zh-CN" altLang="en-US" sz="2100">
                <a:solidFill>
                  <a:schemeClr val="folHlink"/>
                </a:solidFill>
                <a:latin typeface="微软雅黑" panose="020B0503020204020204" pitchFamily="34" charset="-122"/>
                <a:ea typeface="宋体" panose="02010600030101010101" pitchFamily="2" charset="-122"/>
              </a:rPr>
              <a:t>让 </a:t>
            </a:r>
            <a:r>
              <a:rPr lang="en-US" altLang="zh-CN" sz="2100">
                <a:solidFill>
                  <a:schemeClr val="folHlink"/>
                </a:solidFill>
                <a:latin typeface="微软雅黑" panose="020B0503020204020204" pitchFamily="34" charset="-122"/>
                <a:ea typeface="宋体" panose="02010600030101010101" pitchFamily="2" charset="-122"/>
              </a:rPr>
              <a:t>R</a:t>
            </a:r>
            <a:r>
              <a:rPr lang="en-US" altLang="zh-CN" sz="2100" baseline="-25000">
                <a:solidFill>
                  <a:schemeClr val="folHlink"/>
                </a:solidFill>
                <a:latin typeface="微软雅黑" panose="020B0503020204020204" pitchFamily="34" charset="-122"/>
                <a:ea typeface="宋体" panose="02010600030101010101" pitchFamily="2" charset="-122"/>
              </a:rPr>
              <a:t>1 </a:t>
            </a:r>
            <a:r>
              <a:rPr lang="zh-CN" altLang="en-US" sz="2100">
                <a:solidFill>
                  <a:schemeClr val="folHlink"/>
                </a:solidFill>
                <a:latin typeface="微软雅黑" panose="020B0503020204020204" pitchFamily="34" charset="-122"/>
                <a:ea typeface="宋体" panose="02010600030101010101" pitchFamily="2" charset="-122"/>
              </a:rPr>
              <a:t>再转发给下一个路由器。 </a:t>
            </a:r>
          </a:p>
        </p:txBody>
      </p:sp>
      <p:sp>
        <p:nvSpPr>
          <p:cNvPr id="207901" name="幻灯片编号占位符 1">
            <a:extLst>
              <a:ext uri="{FF2B5EF4-FFF2-40B4-BE49-F238E27FC236}">
                <a16:creationId xmlns:a16="http://schemas.microsoft.com/office/drawing/2014/main" id="{502C5D87-6794-EF42-8DA3-A8FF9729A4F9}"/>
              </a:ext>
            </a:extLst>
          </p:cNvPr>
          <p:cNvSpPr>
            <a:spLocks noGrp="1" noChangeArrowheads="1"/>
          </p:cNvSpPr>
          <p:nvPr>
            <p:ph type="sldNum" sz="quarter" idx="10"/>
          </p:nvPr>
        </p:nvSpPr>
        <p:spPr>
          <a:xfrm>
            <a:off x="8755380" y="4868862"/>
            <a:ext cx="388620"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BD0FCF5-0D45-7347-9699-C162ED0FA85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93</a:t>
            </a:fld>
            <a:endParaRPr lang="en-US" altLang="zh-CN" sz="1050" dirty="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985270808"/>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1" name="Rectangle 2">
            <a:extLst>
              <a:ext uri="{FF2B5EF4-FFF2-40B4-BE49-F238E27FC236}">
                <a16:creationId xmlns:a16="http://schemas.microsoft.com/office/drawing/2014/main" id="{583411BC-76EA-714B-8E91-AD8B88A4E132}"/>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9922" name="Rectangle 3">
            <a:extLst>
              <a:ext uri="{FF2B5EF4-FFF2-40B4-BE49-F238E27FC236}">
                <a16:creationId xmlns:a16="http://schemas.microsoft.com/office/drawing/2014/main" id="{B8A1AFEB-A6C8-3F42-A41F-176CCFEB5947}"/>
              </a:ext>
            </a:extLst>
          </p:cNvPr>
          <p:cNvSpPr>
            <a:spLocks noChangeArrowheads="1"/>
          </p:cNvSpPr>
          <p:nvPr/>
        </p:nvSpPr>
        <p:spPr bwMode="auto">
          <a:xfrm>
            <a:off x="1143001" y="2221126"/>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9923" name="Rectangle 4">
            <a:extLst>
              <a:ext uri="{FF2B5EF4-FFF2-40B4-BE49-F238E27FC236}">
                <a16:creationId xmlns:a16="http://schemas.microsoft.com/office/drawing/2014/main" id="{71B1DD9C-7F9E-D34B-A245-17F015FA71D4}"/>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9924" name="Rectangle 5">
            <a:extLst>
              <a:ext uri="{FF2B5EF4-FFF2-40B4-BE49-F238E27FC236}">
                <a16:creationId xmlns:a16="http://schemas.microsoft.com/office/drawing/2014/main" id="{D732E8B5-CDC8-3344-BDC5-0C39FDBD34C0}"/>
              </a:ext>
            </a:extLst>
          </p:cNvPr>
          <p:cNvSpPr>
            <a:spLocks noChangeArrowheads="1"/>
          </p:cNvSpPr>
          <p:nvPr/>
        </p:nvSpPr>
        <p:spPr bwMode="auto">
          <a:xfrm>
            <a:off x="1143001" y="2224698"/>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9925" name="Rectangle 6">
            <a:extLst>
              <a:ext uri="{FF2B5EF4-FFF2-40B4-BE49-F238E27FC236}">
                <a16:creationId xmlns:a16="http://schemas.microsoft.com/office/drawing/2014/main" id="{9E2B60A1-CB07-8747-B690-1C5CACDE2520}"/>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必须强调指出 </a:t>
            </a:r>
          </a:p>
        </p:txBody>
      </p:sp>
      <p:sp>
        <p:nvSpPr>
          <p:cNvPr id="397319" name="Rectangle 7">
            <a:extLst>
              <a:ext uri="{FF2B5EF4-FFF2-40B4-BE49-F238E27FC236}">
                <a16:creationId xmlns:a16="http://schemas.microsoft.com/office/drawing/2014/main" id="{7B8933B9-8720-0747-93AF-5115C04CFE0E}"/>
              </a:ext>
            </a:extLst>
          </p:cNvPr>
          <p:cNvSpPr>
            <a:spLocks noGrp="1" noChangeArrowheads="1"/>
          </p:cNvSpPr>
          <p:nvPr>
            <p:ph type="body" idx="1"/>
          </p:nvPr>
        </p:nvSpPr>
        <p:spPr>
          <a:xfrm>
            <a:off x="251460" y="1116806"/>
            <a:ext cx="8687056" cy="3406379"/>
          </a:xfrm>
        </p:spPr>
        <p:txBody>
          <a:bodyPr/>
          <a:lstStyle/>
          <a:p>
            <a:pPr algn="just" eaLnBrk="1" hangingPunct="1"/>
            <a:r>
              <a:rPr lang="en-US" altLang="zh-CN" dirty="0">
                <a:ea typeface="宋体" panose="02010600030101010101" pitchFamily="2" charset="-122"/>
              </a:rPr>
              <a:t>IP</a:t>
            </a:r>
            <a:r>
              <a:rPr lang="en-US" altLang="zh-CN" sz="1400" dirty="0">
                <a:ea typeface="宋体" panose="02010600030101010101" pitchFamily="2" charset="-122"/>
              </a:rPr>
              <a:t> </a:t>
            </a:r>
            <a:r>
              <a:rPr lang="zh-CN" altLang="en-US" dirty="0">
                <a:ea typeface="宋体" panose="02010600030101010101" pitchFamily="2" charset="-122"/>
              </a:rPr>
              <a:t>数据报的首部中没有地方可以用来指明“下一跳路由器的 </a:t>
            </a:r>
            <a:r>
              <a:rPr lang="en-US" altLang="zh-CN" dirty="0">
                <a:ea typeface="宋体" panose="02010600030101010101" pitchFamily="2" charset="-122"/>
              </a:rPr>
              <a:t>IP </a:t>
            </a:r>
            <a:r>
              <a:rPr lang="zh-CN" altLang="en-US" dirty="0">
                <a:ea typeface="宋体" panose="02010600030101010101" pitchFamily="2" charset="-122"/>
              </a:rPr>
              <a:t>地址”。</a:t>
            </a:r>
          </a:p>
          <a:p>
            <a:pPr algn="just" eaLnBrk="1" hangingPunct="1"/>
            <a:r>
              <a:rPr lang="zh-CN" altLang="en-US" dirty="0">
                <a:ea typeface="宋体" panose="02010600030101010101" pitchFamily="2" charset="-122"/>
              </a:rPr>
              <a:t>当路由器收到待转发的数据报，不是将下一跳路由器的</a:t>
            </a:r>
            <a:r>
              <a:rPr lang="zh-CN" altLang="en-US" sz="1400" dirty="0">
                <a:ea typeface="宋体" panose="02010600030101010101" pitchFamily="2" charset="-122"/>
              </a:rPr>
              <a:t> </a:t>
            </a:r>
            <a:r>
              <a:rPr lang="en-US" altLang="zh-CN" dirty="0">
                <a:ea typeface="宋体" panose="02010600030101010101" pitchFamily="2" charset="-122"/>
              </a:rPr>
              <a:t>IP</a:t>
            </a:r>
            <a:r>
              <a:rPr lang="en-US" altLang="zh-CN" sz="1400" dirty="0">
                <a:ea typeface="宋体" panose="02010600030101010101" pitchFamily="2" charset="-122"/>
              </a:rPr>
              <a:t> </a:t>
            </a:r>
            <a:r>
              <a:rPr lang="zh-CN" altLang="en-US" dirty="0">
                <a:ea typeface="宋体" panose="02010600030101010101" pitchFamily="2" charset="-122"/>
              </a:rPr>
              <a:t>地址填入 </a:t>
            </a:r>
            <a:r>
              <a:rPr lang="en-US" altLang="zh-CN" dirty="0">
                <a:ea typeface="宋体" panose="02010600030101010101" pitchFamily="2" charset="-122"/>
              </a:rPr>
              <a:t>IP </a:t>
            </a:r>
            <a:r>
              <a:rPr lang="zh-CN" altLang="en-US" dirty="0">
                <a:ea typeface="宋体" panose="02010600030101010101" pitchFamily="2" charset="-122"/>
              </a:rPr>
              <a:t>数据报，而是送交下层的</a:t>
            </a:r>
            <a:r>
              <a:rPr lang="zh-CN" altLang="en-US" dirty="0">
                <a:solidFill>
                  <a:srgbClr val="FF0000"/>
                </a:solidFill>
                <a:ea typeface="宋体" panose="02010600030101010101" pitchFamily="2" charset="-122"/>
              </a:rPr>
              <a:t>网络接口软件</a:t>
            </a:r>
            <a:r>
              <a:rPr lang="zh-CN" altLang="en-US" dirty="0">
                <a:ea typeface="宋体" panose="02010600030101010101" pitchFamily="2" charset="-122"/>
              </a:rPr>
              <a:t>。</a:t>
            </a:r>
          </a:p>
          <a:p>
            <a:pPr algn="just" eaLnBrk="1" hangingPunct="1"/>
            <a:r>
              <a:rPr lang="zh-CN" altLang="en-US" dirty="0">
                <a:solidFill>
                  <a:srgbClr val="FF0000"/>
                </a:solidFill>
                <a:ea typeface="宋体" panose="02010600030101010101" pitchFamily="2" charset="-122"/>
              </a:rPr>
              <a:t>网络接口软件使用</a:t>
            </a:r>
            <a:r>
              <a:rPr lang="zh-CN" altLang="en-US" sz="1400" dirty="0">
                <a:solidFill>
                  <a:srgbClr val="FF0000"/>
                </a:solidFill>
                <a:ea typeface="宋体" panose="02010600030101010101" pitchFamily="2" charset="-122"/>
              </a:rPr>
              <a:t> </a:t>
            </a:r>
            <a:r>
              <a:rPr lang="en-US" altLang="zh-CN" dirty="0">
                <a:solidFill>
                  <a:srgbClr val="FF0000"/>
                </a:solidFill>
                <a:ea typeface="宋体" panose="02010600030101010101" pitchFamily="2" charset="-122"/>
              </a:rPr>
              <a:t>ARP</a:t>
            </a:r>
            <a:r>
              <a:rPr lang="en-US" altLang="zh-CN" sz="1400" dirty="0">
                <a:solidFill>
                  <a:srgbClr val="FF0000"/>
                </a:solidFill>
                <a:ea typeface="宋体" panose="02010600030101010101" pitchFamily="2" charset="-122"/>
              </a:rPr>
              <a:t> </a:t>
            </a:r>
            <a:r>
              <a:rPr lang="zh-CN" altLang="en-US" dirty="0">
                <a:solidFill>
                  <a:srgbClr val="FF0000"/>
                </a:solidFill>
                <a:ea typeface="宋体" panose="02010600030101010101" pitchFamily="2" charset="-122"/>
              </a:rPr>
              <a:t>负责将下一跳路由器的 </a:t>
            </a:r>
            <a:r>
              <a:rPr lang="en-US" altLang="zh-CN" dirty="0">
                <a:solidFill>
                  <a:srgbClr val="FF0000"/>
                </a:solidFill>
                <a:ea typeface="宋体" panose="02010600030101010101" pitchFamily="2" charset="-122"/>
              </a:rPr>
              <a:t>IP</a:t>
            </a:r>
            <a:r>
              <a:rPr lang="en-US" altLang="zh-CN" sz="1400" dirty="0">
                <a:solidFill>
                  <a:srgbClr val="FF0000"/>
                </a:solidFill>
                <a:ea typeface="宋体" panose="02010600030101010101" pitchFamily="2" charset="-122"/>
              </a:rPr>
              <a:t> </a:t>
            </a:r>
            <a:r>
              <a:rPr lang="zh-CN" altLang="en-US" dirty="0">
                <a:solidFill>
                  <a:srgbClr val="FF0000"/>
                </a:solidFill>
                <a:ea typeface="宋体" panose="02010600030101010101" pitchFamily="2" charset="-122"/>
              </a:rPr>
              <a:t>地址转换成硬件地址</a:t>
            </a:r>
            <a:r>
              <a:rPr lang="zh-CN" altLang="en-US" dirty="0">
                <a:ea typeface="宋体" panose="02010600030101010101" pitchFamily="2" charset="-122"/>
              </a:rPr>
              <a:t>，并将此硬件地址放在链路层的</a:t>
            </a:r>
            <a:r>
              <a:rPr lang="zh-CN" altLang="en-US" sz="1400" dirty="0">
                <a:ea typeface="宋体" panose="02010600030101010101" pitchFamily="2" charset="-122"/>
              </a:rPr>
              <a:t> </a:t>
            </a:r>
            <a:r>
              <a:rPr lang="en-US" altLang="zh-CN" dirty="0">
                <a:ea typeface="宋体" panose="02010600030101010101" pitchFamily="2" charset="-122"/>
              </a:rPr>
              <a:t>MAC</a:t>
            </a:r>
            <a:r>
              <a:rPr lang="en-US" altLang="zh-CN" sz="1400" dirty="0">
                <a:ea typeface="宋体" panose="02010600030101010101" pitchFamily="2" charset="-122"/>
              </a:rPr>
              <a:t> </a:t>
            </a:r>
            <a:r>
              <a:rPr lang="zh-CN" altLang="en-US" dirty="0">
                <a:ea typeface="宋体" panose="02010600030101010101" pitchFamily="2" charset="-122"/>
              </a:rPr>
              <a:t>帧的首部，然后根据这个硬件地址找到下一跳路由器。  </a:t>
            </a:r>
          </a:p>
        </p:txBody>
      </p:sp>
      <p:sp>
        <p:nvSpPr>
          <p:cNvPr id="209927" name="Rectangle 8">
            <a:extLst>
              <a:ext uri="{FF2B5EF4-FFF2-40B4-BE49-F238E27FC236}">
                <a16:creationId xmlns:a16="http://schemas.microsoft.com/office/drawing/2014/main" id="{16CE8B41-35EF-6F48-AB69-3DA1E59511A8}"/>
              </a:ext>
            </a:extLst>
          </p:cNvPr>
          <p:cNvSpPr>
            <a:spLocks noChangeArrowheads="1"/>
          </p:cNvSpPr>
          <p:nvPr/>
        </p:nvSpPr>
        <p:spPr bwMode="auto">
          <a:xfrm>
            <a:off x="1143001" y="2238986"/>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9928" name="Rectangle 9">
            <a:extLst>
              <a:ext uri="{FF2B5EF4-FFF2-40B4-BE49-F238E27FC236}">
                <a16:creationId xmlns:a16="http://schemas.microsoft.com/office/drawing/2014/main" id="{BD56A2FA-727F-F446-BCB6-0FB1A5ACBD57}"/>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9929" name="幻灯片编号占位符 1">
            <a:extLst>
              <a:ext uri="{FF2B5EF4-FFF2-40B4-BE49-F238E27FC236}">
                <a16:creationId xmlns:a16="http://schemas.microsoft.com/office/drawing/2014/main" id="{CAF99341-0A69-C143-998E-5FFB8762671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ADD7B22B-37D9-644C-9B82-A09E6AC25C4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47746446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9731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9731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69" name="Rectangle 4">
            <a:extLst>
              <a:ext uri="{FF2B5EF4-FFF2-40B4-BE49-F238E27FC236}">
                <a16:creationId xmlns:a16="http://schemas.microsoft.com/office/drawing/2014/main" id="{430DBCB8-B78A-CB49-85AE-9AC2A05DC120}"/>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11971" name="Rectangle 7">
            <a:extLst>
              <a:ext uri="{FF2B5EF4-FFF2-40B4-BE49-F238E27FC236}">
                <a16:creationId xmlns:a16="http://schemas.microsoft.com/office/drawing/2014/main" id="{723B4753-2BBE-1B4A-AF5C-806D6EB64BE9}"/>
              </a:ext>
            </a:extLst>
          </p:cNvPr>
          <p:cNvSpPr>
            <a:spLocks noGrp="1" noChangeArrowheads="1"/>
          </p:cNvSpPr>
          <p:nvPr>
            <p:ph idx="1"/>
          </p:nvPr>
        </p:nvSpPr>
        <p:spPr>
          <a:ln>
            <a:solidFill>
              <a:schemeClr val="tx2"/>
            </a:solidFill>
            <a:miter lim="800000"/>
            <a:headEnd/>
            <a:tailEnd/>
          </a:ln>
        </p:spPr>
        <p:txBody>
          <a:bodyPr/>
          <a:lstStyle/>
          <a:p>
            <a:pPr marL="457200" indent="-457200" algn="just" eaLnBrk="1" hangingPunct="1">
              <a:spcBef>
                <a:spcPct val="0"/>
              </a:spcBef>
              <a:spcAft>
                <a:spcPct val="20000"/>
              </a:spcAft>
              <a:buNone/>
            </a:pPr>
            <a:r>
              <a:rPr lang="en-US" altLang="zh-CN" sz="2100" dirty="0">
                <a:latin typeface="微软雅黑" panose="020B0503020204020204" pitchFamily="34" charset="-122"/>
                <a:ea typeface="宋体" panose="02010600030101010101" pitchFamily="2" charset="-122"/>
              </a:rPr>
              <a:t>(1) </a:t>
            </a:r>
            <a:r>
              <a:rPr lang="zh-CN" altLang="en-US" sz="2100" dirty="0">
                <a:latin typeface="微软雅黑" panose="020B0503020204020204" pitchFamily="34" charset="-122"/>
                <a:ea typeface="宋体" panose="02010600030101010101" pitchFamily="2" charset="-122"/>
              </a:rPr>
              <a:t>从数据报的首部提取</a:t>
            </a:r>
            <a:r>
              <a:rPr lang="zh-CN" altLang="en-US" sz="2100" dirty="0">
                <a:solidFill>
                  <a:srgbClr val="FF0000"/>
                </a:solidFill>
                <a:latin typeface="微软雅黑" panose="020B0503020204020204" pitchFamily="34" charset="-122"/>
                <a:ea typeface="宋体" panose="02010600030101010101" pitchFamily="2" charset="-122"/>
              </a:rPr>
              <a:t>目的主机的</a:t>
            </a:r>
            <a:r>
              <a:rPr lang="zh-CN" altLang="en-US" sz="1350" dirty="0">
                <a:solidFill>
                  <a:srgbClr val="FF0000"/>
                </a:solidFill>
                <a:latin typeface="微软雅黑" panose="020B0503020204020204" pitchFamily="34" charset="-122"/>
                <a:ea typeface="宋体" panose="02010600030101010101" pitchFamily="2" charset="-122"/>
              </a:rPr>
              <a:t> </a:t>
            </a:r>
            <a:r>
              <a:rPr lang="en-US" altLang="zh-CN" sz="2100" dirty="0">
                <a:solidFill>
                  <a:srgbClr val="FF0000"/>
                </a:solidFill>
                <a:latin typeface="微软雅黑" panose="020B0503020204020204" pitchFamily="34" charset="-122"/>
                <a:ea typeface="宋体" panose="02010600030101010101" pitchFamily="2" charset="-122"/>
              </a:rPr>
              <a:t>IP</a:t>
            </a:r>
            <a:r>
              <a:rPr lang="en-US" altLang="zh-CN" sz="1350" dirty="0">
                <a:solidFill>
                  <a:srgbClr val="FF0000"/>
                </a:solidFill>
                <a:latin typeface="微软雅黑" panose="020B0503020204020204" pitchFamily="34" charset="-122"/>
                <a:ea typeface="宋体" panose="02010600030101010101" pitchFamily="2" charset="-122"/>
              </a:rPr>
              <a:t> </a:t>
            </a:r>
            <a:r>
              <a:rPr lang="zh-CN" altLang="en-US" sz="2100" dirty="0">
                <a:solidFill>
                  <a:srgbClr val="FF0000"/>
                </a:solidFill>
                <a:latin typeface="微软雅黑" panose="020B0503020204020204" pitchFamily="34" charset="-122"/>
                <a:ea typeface="宋体" panose="02010600030101010101" pitchFamily="2" charset="-122"/>
              </a:rPr>
              <a:t>地址</a:t>
            </a:r>
            <a:r>
              <a:rPr lang="zh-CN" altLang="en-US" sz="1200" dirty="0">
                <a:solidFill>
                  <a:srgbClr val="FF0000"/>
                </a:solidFill>
                <a:latin typeface="微软雅黑" panose="020B0503020204020204" pitchFamily="34" charset="-122"/>
                <a:ea typeface="宋体" panose="02010600030101010101" pitchFamily="2" charset="-122"/>
              </a:rPr>
              <a:t> </a:t>
            </a:r>
            <a:r>
              <a:rPr lang="en-US" altLang="zh-CN" sz="2100" i="1" dirty="0">
                <a:latin typeface="微软雅黑" panose="020B0503020204020204" pitchFamily="34" charset="-122"/>
                <a:ea typeface="宋体" panose="02010600030101010101" pitchFamily="2" charset="-122"/>
              </a:rPr>
              <a:t>D</a:t>
            </a:r>
            <a:r>
              <a:rPr lang="en-US" altLang="zh-CN" sz="2100" dirty="0">
                <a:latin typeface="微软雅黑" panose="020B0503020204020204" pitchFamily="34" charset="-122"/>
                <a:ea typeface="宋体" panose="02010600030101010101" pitchFamily="2" charset="-122"/>
              </a:rPr>
              <a:t>, </a:t>
            </a:r>
            <a:r>
              <a:rPr lang="zh-CN" altLang="en-US" sz="2100" dirty="0">
                <a:latin typeface="微软雅黑" panose="020B0503020204020204" pitchFamily="34" charset="-122"/>
                <a:ea typeface="宋体" panose="02010600030101010101" pitchFamily="2" charset="-122"/>
              </a:rPr>
              <a:t>得出目的网络地址为</a:t>
            </a:r>
            <a:r>
              <a:rPr lang="zh-CN" altLang="en-US" sz="1200" dirty="0">
                <a:latin typeface="微软雅黑" panose="020B0503020204020204" pitchFamily="34" charset="-122"/>
                <a:ea typeface="宋体" panose="02010600030101010101" pitchFamily="2" charset="-122"/>
              </a:rPr>
              <a:t> </a:t>
            </a:r>
            <a:r>
              <a:rPr lang="en-US" altLang="zh-CN" sz="2100" i="1" dirty="0">
                <a:latin typeface="微软雅黑" panose="020B0503020204020204" pitchFamily="34" charset="-122"/>
                <a:ea typeface="宋体" panose="02010600030101010101" pitchFamily="2" charset="-122"/>
              </a:rPr>
              <a:t>N</a:t>
            </a:r>
            <a:r>
              <a:rPr lang="zh-CN" altLang="en-US" sz="2100" dirty="0">
                <a:latin typeface="微软雅黑" panose="020B0503020204020204" pitchFamily="34" charset="-122"/>
                <a:ea typeface="宋体" panose="02010600030101010101" pitchFamily="2" charset="-122"/>
              </a:rPr>
              <a:t>。</a:t>
            </a:r>
          </a:p>
          <a:p>
            <a:pPr marL="457200" indent="-457200" algn="just" eaLnBrk="1" hangingPunct="1">
              <a:spcBef>
                <a:spcPct val="0"/>
              </a:spcBef>
              <a:spcAft>
                <a:spcPct val="20000"/>
              </a:spcAft>
              <a:buNone/>
            </a:pPr>
            <a:r>
              <a:rPr lang="en-US" altLang="zh-CN" sz="2100" dirty="0">
                <a:latin typeface="微软雅黑" panose="020B0503020204020204" pitchFamily="34" charset="-122"/>
                <a:ea typeface="宋体" panose="02010600030101010101" pitchFamily="2" charset="-122"/>
              </a:rPr>
              <a:t>(2) </a:t>
            </a:r>
            <a:r>
              <a:rPr lang="zh-CN" altLang="en-US" sz="2100" dirty="0">
                <a:latin typeface="微软雅黑" panose="020B0503020204020204" pitchFamily="34" charset="-122"/>
                <a:ea typeface="宋体" panose="02010600030101010101" pitchFamily="2" charset="-122"/>
              </a:rPr>
              <a:t>若网络</a:t>
            </a:r>
            <a:r>
              <a:rPr lang="zh-CN" altLang="en-US" sz="1050" dirty="0">
                <a:latin typeface="微软雅黑" panose="020B0503020204020204" pitchFamily="34" charset="-122"/>
                <a:ea typeface="宋体" panose="02010600030101010101" pitchFamily="2" charset="-122"/>
              </a:rPr>
              <a:t> </a:t>
            </a:r>
            <a:r>
              <a:rPr lang="en-US" altLang="zh-CN" sz="2100" i="1" dirty="0">
                <a:latin typeface="微软雅黑" panose="020B0503020204020204" pitchFamily="34" charset="-122"/>
                <a:ea typeface="宋体" panose="02010600030101010101" pitchFamily="2" charset="-122"/>
              </a:rPr>
              <a:t>N </a:t>
            </a:r>
            <a:r>
              <a:rPr lang="zh-CN" altLang="en-US" sz="2100" dirty="0">
                <a:latin typeface="微软雅黑" panose="020B0503020204020204" pitchFamily="34" charset="-122"/>
                <a:ea typeface="宋体" panose="02010600030101010101" pitchFamily="2" charset="-122"/>
              </a:rPr>
              <a:t>与此路由器直接相连，则把数据报</a:t>
            </a:r>
            <a:r>
              <a:rPr lang="zh-CN" altLang="en-US" sz="2100" dirty="0">
                <a:solidFill>
                  <a:schemeClr val="hlink"/>
                </a:solidFill>
                <a:latin typeface="微软雅黑" panose="020B0503020204020204" pitchFamily="34" charset="-122"/>
                <a:ea typeface="宋体" panose="02010600030101010101" pitchFamily="2" charset="-122"/>
              </a:rPr>
              <a:t>直接交付</a:t>
            </a:r>
            <a:r>
              <a:rPr lang="zh-CN" altLang="en-US" sz="2100" dirty="0">
                <a:latin typeface="微软雅黑" panose="020B0503020204020204" pitchFamily="34" charset="-122"/>
                <a:ea typeface="宋体" panose="02010600030101010101" pitchFamily="2" charset="-122"/>
              </a:rPr>
              <a:t>目的主机</a:t>
            </a:r>
            <a:r>
              <a:rPr lang="zh-CN" altLang="en-US" sz="1050" dirty="0">
                <a:latin typeface="微软雅黑" panose="020B0503020204020204" pitchFamily="34" charset="-122"/>
                <a:ea typeface="宋体" panose="02010600030101010101" pitchFamily="2" charset="-122"/>
              </a:rPr>
              <a:t> </a:t>
            </a:r>
            <a:r>
              <a:rPr lang="en-US" altLang="zh-CN" sz="2100" i="1" dirty="0">
                <a:latin typeface="微软雅黑" panose="020B0503020204020204" pitchFamily="34" charset="-122"/>
                <a:ea typeface="宋体" panose="02010600030101010101" pitchFamily="2" charset="-122"/>
              </a:rPr>
              <a:t>D</a:t>
            </a:r>
            <a:r>
              <a:rPr lang="zh-CN" altLang="en-US" sz="2100" dirty="0">
                <a:latin typeface="微软雅黑" panose="020B0503020204020204" pitchFamily="34" charset="-122"/>
                <a:ea typeface="宋体" panose="02010600030101010101" pitchFamily="2" charset="-122"/>
              </a:rPr>
              <a:t>；否则是</a:t>
            </a:r>
            <a:r>
              <a:rPr lang="zh-CN" altLang="en-US" sz="2100" dirty="0">
                <a:solidFill>
                  <a:schemeClr val="hlink"/>
                </a:solidFill>
                <a:latin typeface="微软雅黑" panose="020B0503020204020204" pitchFamily="34" charset="-122"/>
                <a:ea typeface="宋体" panose="02010600030101010101" pitchFamily="2" charset="-122"/>
              </a:rPr>
              <a:t>间接</a:t>
            </a:r>
            <a:r>
              <a:rPr lang="zh-CN" altLang="en-US" sz="2100" dirty="0">
                <a:latin typeface="微软雅黑" panose="020B0503020204020204" pitchFamily="34" charset="-122"/>
                <a:ea typeface="宋体" panose="02010600030101010101" pitchFamily="2" charset="-122"/>
              </a:rPr>
              <a:t>交付，执行</a:t>
            </a:r>
            <a:r>
              <a:rPr lang="en-US" altLang="zh-CN" sz="2100" dirty="0">
                <a:latin typeface="微软雅黑" panose="020B0503020204020204" pitchFamily="34" charset="-122"/>
                <a:ea typeface="宋体" panose="02010600030101010101" pitchFamily="2" charset="-122"/>
              </a:rPr>
              <a:t>(3)</a:t>
            </a:r>
            <a:r>
              <a:rPr lang="zh-CN" altLang="en-US" sz="2100" dirty="0">
                <a:latin typeface="微软雅黑" panose="020B0503020204020204" pitchFamily="34" charset="-122"/>
                <a:ea typeface="宋体" panose="02010600030101010101" pitchFamily="2" charset="-122"/>
              </a:rPr>
              <a:t>。</a:t>
            </a:r>
          </a:p>
          <a:p>
            <a:pPr marL="457200" indent="-457200" algn="just" eaLnBrk="1" hangingPunct="1">
              <a:spcBef>
                <a:spcPct val="0"/>
              </a:spcBef>
              <a:spcAft>
                <a:spcPct val="20000"/>
              </a:spcAft>
              <a:buNone/>
            </a:pPr>
            <a:r>
              <a:rPr lang="en-US" altLang="zh-CN" sz="2100" dirty="0">
                <a:latin typeface="微软雅黑" panose="020B0503020204020204" pitchFamily="34" charset="-122"/>
                <a:ea typeface="宋体" panose="02010600030101010101" pitchFamily="2" charset="-122"/>
              </a:rPr>
              <a:t>(3) </a:t>
            </a:r>
            <a:r>
              <a:rPr lang="zh-CN" altLang="en-US" sz="2100" dirty="0">
                <a:latin typeface="微软雅黑" panose="020B0503020204020204" pitchFamily="34" charset="-122"/>
                <a:ea typeface="宋体" panose="02010600030101010101" pitchFamily="2" charset="-122"/>
              </a:rPr>
              <a:t>若路由表中有目的地址为 </a:t>
            </a:r>
            <a:r>
              <a:rPr lang="en-US" altLang="zh-CN" sz="2100" i="1" dirty="0">
                <a:latin typeface="微软雅黑" panose="020B0503020204020204" pitchFamily="34" charset="-122"/>
                <a:ea typeface="宋体" panose="02010600030101010101" pitchFamily="2" charset="-122"/>
              </a:rPr>
              <a:t>D </a:t>
            </a:r>
            <a:r>
              <a:rPr lang="zh-CN" altLang="en-US" sz="2100" dirty="0">
                <a:latin typeface="微软雅黑" panose="020B0503020204020204" pitchFamily="34" charset="-122"/>
                <a:ea typeface="宋体" panose="02010600030101010101" pitchFamily="2" charset="-122"/>
              </a:rPr>
              <a:t>的特定主机路由，则把数据报传送给路由表中所指明的下一跳路由器；否则，执行</a:t>
            </a:r>
            <a:r>
              <a:rPr lang="en-US" altLang="zh-CN" sz="2100" dirty="0">
                <a:latin typeface="微软雅黑" panose="020B0503020204020204" pitchFamily="34" charset="-122"/>
                <a:ea typeface="宋体" panose="02010600030101010101" pitchFamily="2" charset="-122"/>
              </a:rPr>
              <a:t>(4)</a:t>
            </a:r>
            <a:r>
              <a:rPr lang="zh-CN" altLang="en-US" sz="2100" dirty="0">
                <a:latin typeface="微软雅黑" panose="020B0503020204020204" pitchFamily="34" charset="-122"/>
                <a:ea typeface="宋体" panose="02010600030101010101" pitchFamily="2" charset="-122"/>
              </a:rPr>
              <a:t>。</a:t>
            </a:r>
          </a:p>
          <a:p>
            <a:pPr marL="457200" indent="-457200" algn="just" eaLnBrk="1" hangingPunct="1">
              <a:spcBef>
                <a:spcPct val="0"/>
              </a:spcBef>
              <a:spcAft>
                <a:spcPct val="20000"/>
              </a:spcAft>
              <a:buNone/>
            </a:pPr>
            <a:r>
              <a:rPr lang="en-US" altLang="zh-CN" sz="2100" dirty="0">
                <a:latin typeface="微软雅黑" panose="020B0503020204020204" pitchFamily="34" charset="-122"/>
                <a:ea typeface="宋体" panose="02010600030101010101" pitchFamily="2" charset="-122"/>
              </a:rPr>
              <a:t>(4) </a:t>
            </a:r>
            <a:r>
              <a:rPr lang="zh-CN" altLang="en-US" sz="2100" dirty="0">
                <a:latin typeface="微软雅黑" panose="020B0503020204020204" pitchFamily="34" charset="-122"/>
                <a:ea typeface="宋体" panose="02010600030101010101" pitchFamily="2" charset="-122"/>
              </a:rPr>
              <a:t>若路由表中有到达网络 </a:t>
            </a:r>
            <a:r>
              <a:rPr lang="en-US" altLang="zh-CN" sz="2100" i="1" dirty="0">
                <a:latin typeface="微软雅黑" panose="020B0503020204020204" pitchFamily="34" charset="-122"/>
                <a:ea typeface="宋体" panose="02010600030101010101" pitchFamily="2" charset="-122"/>
              </a:rPr>
              <a:t>N </a:t>
            </a:r>
            <a:r>
              <a:rPr lang="zh-CN" altLang="en-US" sz="2100" dirty="0">
                <a:latin typeface="微软雅黑" panose="020B0503020204020204" pitchFamily="34" charset="-122"/>
                <a:ea typeface="宋体" panose="02010600030101010101" pitchFamily="2" charset="-122"/>
              </a:rPr>
              <a:t>的路由，则把数据报传送给路由表指明的下一跳路由器；否则，执行</a:t>
            </a:r>
            <a:r>
              <a:rPr lang="en-US" altLang="zh-CN" sz="2100" dirty="0">
                <a:latin typeface="微软雅黑" panose="020B0503020204020204" pitchFamily="34" charset="-122"/>
                <a:ea typeface="宋体" panose="02010600030101010101" pitchFamily="2" charset="-122"/>
              </a:rPr>
              <a:t>(5)</a:t>
            </a:r>
            <a:r>
              <a:rPr lang="zh-CN" altLang="en-US" sz="2100" dirty="0">
                <a:latin typeface="微软雅黑" panose="020B0503020204020204" pitchFamily="34" charset="-122"/>
                <a:ea typeface="宋体" panose="02010600030101010101" pitchFamily="2" charset="-122"/>
              </a:rPr>
              <a:t>。</a:t>
            </a:r>
          </a:p>
          <a:p>
            <a:pPr marL="457200" indent="-457200" algn="just" eaLnBrk="1" hangingPunct="1">
              <a:spcBef>
                <a:spcPct val="0"/>
              </a:spcBef>
              <a:spcAft>
                <a:spcPct val="20000"/>
              </a:spcAft>
              <a:buNone/>
            </a:pPr>
            <a:r>
              <a:rPr lang="en-US" altLang="zh-CN" sz="2100" dirty="0">
                <a:latin typeface="微软雅黑" panose="020B0503020204020204" pitchFamily="34" charset="-122"/>
                <a:ea typeface="宋体" panose="02010600030101010101" pitchFamily="2" charset="-122"/>
              </a:rPr>
              <a:t>(5) </a:t>
            </a:r>
            <a:r>
              <a:rPr lang="zh-CN" altLang="en-US" sz="2100" dirty="0">
                <a:latin typeface="微软雅黑" panose="020B0503020204020204" pitchFamily="34" charset="-122"/>
                <a:ea typeface="宋体" panose="02010600030101010101" pitchFamily="2" charset="-122"/>
              </a:rPr>
              <a:t>若路由表中有一个默认路由，则把数据报传送给路由表中所指明的默认路由器；否则，执行</a:t>
            </a:r>
            <a:r>
              <a:rPr lang="en-US" altLang="zh-CN" sz="2100" dirty="0">
                <a:latin typeface="微软雅黑" panose="020B0503020204020204" pitchFamily="34" charset="-122"/>
                <a:ea typeface="宋体" panose="02010600030101010101" pitchFamily="2" charset="-122"/>
              </a:rPr>
              <a:t>(6)</a:t>
            </a:r>
            <a:r>
              <a:rPr lang="zh-CN" altLang="en-US" sz="2100" dirty="0">
                <a:latin typeface="微软雅黑" panose="020B0503020204020204" pitchFamily="34" charset="-122"/>
                <a:ea typeface="宋体" panose="02010600030101010101" pitchFamily="2" charset="-122"/>
              </a:rPr>
              <a:t>。</a:t>
            </a:r>
          </a:p>
          <a:p>
            <a:pPr marL="457200" indent="-457200" algn="just" eaLnBrk="1" hangingPunct="1">
              <a:spcBef>
                <a:spcPct val="0"/>
              </a:spcBef>
              <a:spcAft>
                <a:spcPct val="20000"/>
              </a:spcAft>
              <a:buNone/>
            </a:pPr>
            <a:r>
              <a:rPr lang="en-US" altLang="zh-CN" sz="2100" dirty="0">
                <a:latin typeface="微软雅黑" panose="020B0503020204020204" pitchFamily="34" charset="-122"/>
                <a:ea typeface="宋体" panose="02010600030101010101" pitchFamily="2" charset="-122"/>
              </a:rPr>
              <a:t>(6)  </a:t>
            </a:r>
            <a:r>
              <a:rPr lang="zh-CN" altLang="en-US" sz="2100" dirty="0">
                <a:latin typeface="微软雅黑" panose="020B0503020204020204" pitchFamily="34" charset="-122"/>
                <a:ea typeface="宋体" panose="02010600030101010101" pitchFamily="2" charset="-122"/>
              </a:rPr>
              <a:t>报告转发分组出错。 </a:t>
            </a:r>
          </a:p>
        </p:txBody>
      </p:sp>
      <p:sp>
        <p:nvSpPr>
          <p:cNvPr id="211973" name="幻灯片编号占位符 1">
            <a:extLst>
              <a:ext uri="{FF2B5EF4-FFF2-40B4-BE49-F238E27FC236}">
                <a16:creationId xmlns:a16="http://schemas.microsoft.com/office/drawing/2014/main" id="{6BB0721D-C96A-D642-B8C5-99339DB27F9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6D63BA7-17D5-8A46-B507-9F840D0DC1E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11970" name="Rectangle 6">
            <a:extLst>
              <a:ext uri="{FF2B5EF4-FFF2-40B4-BE49-F238E27FC236}">
                <a16:creationId xmlns:a16="http://schemas.microsoft.com/office/drawing/2014/main" id="{5B0D8F17-2D80-DC47-9C6C-B6D7185DE0FE}"/>
              </a:ext>
            </a:extLst>
          </p:cNvPr>
          <p:cNvSpPr>
            <a:spLocks noGrp="1" noChangeArrowheads="1"/>
          </p:cNvSpPr>
          <p:nvPr>
            <p:ph type="title"/>
          </p:nvPr>
        </p:nvSpPr>
        <p:spPr/>
        <p:txBody>
          <a:bodyPr/>
          <a:lstStyle/>
          <a:p>
            <a:pPr eaLnBrk="1" hangingPunct="1"/>
            <a:r>
              <a:rPr lang="zh-CN" altLang="en-US" sz="3000" dirty="0">
                <a:latin typeface="微软雅黑" panose="020B0503020204020204" pitchFamily="34" charset="-122"/>
                <a:ea typeface="宋体" panose="02010600030101010101" pitchFamily="2" charset="-122"/>
              </a:rPr>
              <a:t>分组转发算法 </a:t>
            </a:r>
          </a:p>
        </p:txBody>
      </p:sp>
      <p:sp>
        <p:nvSpPr>
          <p:cNvPr id="211972" name="Rectangle 9">
            <a:extLst>
              <a:ext uri="{FF2B5EF4-FFF2-40B4-BE49-F238E27FC236}">
                <a16:creationId xmlns:a16="http://schemas.microsoft.com/office/drawing/2014/main" id="{8F6A8A24-BD9C-774E-8316-1846B6BF94F3}"/>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Tree>
    <p:extLst>
      <p:ext uri="{BB962C8B-B14F-4D97-AF65-F5344CB8AC3E}">
        <p14:creationId xmlns:p14="http://schemas.microsoft.com/office/powerpoint/2010/main" val="1388850622"/>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7" name="Rectangle 2">
            <a:extLst>
              <a:ext uri="{FF2B5EF4-FFF2-40B4-BE49-F238E27FC236}">
                <a16:creationId xmlns:a16="http://schemas.microsoft.com/office/drawing/2014/main" id="{2FA3E808-512C-2B44-9564-D4C0B265ECFE}"/>
              </a:ext>
            </a:extLst>
          </p:cNvPr>
          <p:cNvSpPr>
            <a:spLocks noGrp="1" noChangeArrowheads="1"/>
          </p:cNvSpPr>
          <p:nvPr>
            <p:ph type="title"/>
          </p:nvPr>
        </p:nvSpPr>
        <p:spPr/>
        <p:txBody>
          <a:bodyPr/>
          <a:lstStyle/>
          <a:p>
            <a:pPr eaLnBrk="1" hangingPunct="1"/>
            <a:r>
              <a:rPr lang="en-US" altLang="zh-CN" dirty="0">
                <a:latin typeface="微软雅黑" panose="020B0503020204020204" pitchFamily="34" charset="-122"/>
                <a:ea typeface="宋体" panose="02010600030101010101" pitchFamily="2" charset="-122"/>
              </a:rPr>
              <a:t>4.3   </a:t>
            </a:r>
            <a:r>
              <a:rPr lang="zh-CN" altLang="en-US" dirty="0">
                <a:latin typeface="微软雅黑" panose="020B0503020204020204" pitchFamily="34" charset="-122"/>
                <a:ea typeface="宋体" panose="02010600030101010101" pitchFamily="2" charset="-122"/>
              </a:rPr>
              <a:t>划分子网和构造超网</a:t>
            </a:r>
            <a:endParaRPr lang="zh-CN" altLang="en-US" sz="2700" dirty="0">
              <a:latin typeface="微软雅黑" panose="020B0503020204020204" pitchFamily="34" charset="-122"/>
              <a:ea typeface="宋体" panose="02010600030101010101" pitchFamily="2" charset="-122"/>
            </a:endParaRPr>
          </a:p>
        </p:txBody>
      </p:sp>
      <p:sp>
        <p:nvSpPr>
          <p:cNvPr id="500739" name="Rectangle 3">
            <a:extLst>
              <a:ext uri="{FF2B5EF4-FFF2-40B4-BE49-F238E27FC236}">
                <a16:creationId xmlns:a16="http://schemas.microsoft.com/office/drawing/2014/main" id="{43E786FF-5E53-DD44-9882-B6F36C735ACB}"/>
              </a:ext>
            </a:extLst>
          </p:cNvPr>
          <p:cNvSpPr>
            <a:spLocks noGrp="1" noChangeArrowheads="1"/>
          </p:cNvSpPr>
          <p:nvPr>
            <p:ph type="body" idx="1"/>
          </p:nvPr>
        </p:nvSpPr>
        <p:spPr>
          <a:xfrm>
            <a:off x="175366" y="1707028"/>
            <a:ext cx="8721346" cy="2625805"/>
          </a:xfrm>
        </p:spPr>
        <p:txBody>
          <a:bodyPr/>
          <a:lstStyle/>
          <a:p>
            <a:pPr algn="just" eaLnBrk="1" hangingPunct="1">
              <a:buFont typeface="Wingdings" pitchFamily="2" charset="2"/>
              <a:buNone/>
            </a:pPr>
            <a:r>
              <a:rPr lang="en-US" altLang="zh-CN" dirty="0">
                <a:latin typeface="微软雅黑" panose="020B0503020204020204" pitchFamily="34" charset="-122"/>
                <a:ea typeface="宋体" panose="02010600030101010101" pitchFamily="2" charset="-122"/>
              </a:rPr>
              <a:t>1. </a:t>
            </a:r>
            <a:r>
              <a:rPr lang="zh-CN" altLang="en-US" dirty="0">
                <a:latin typeface="微软雅黑" panose="020B0503020204020204" pitchFamily="34" charset="-122"/>
                <a:ea typeface="宋体" panose="02010600030101010101" pitchFamily="2" charset="-122"/>
              </a:rPr>
              <a:t>从</a:t>
            </a:r>
            <a:r>
              <a:rPr lang="zh-CN" altLang="en-US" dirty="0">
                <a:solidFill>
                  <a:srgbClr val="FF0000"/>
                </a:solidFill>
                <a:latin typeface="微软雅黑" panose="020B0503020204020204" pitchFamily="34" charset="-122"/>
                <a:ea typeface="宋体" panose="02010600030101010101" pitchFamily="2" charset="-122"/>
              </a:rPr>
              <a:t>两级 </a:t>
            </a:r>
            <a:r>
              <a:rPr lang="en-US" altLang="zh-CN" dirty="0">
                <a:solidFill>
                  <a:srgbClr val="FF0000"/>
                </a:solidFill>
                <a:latin typeface="微软雅黑" panose="020B0503020204020204" pitchFamily="34" charset="-122"/>
                <a:ea typeface="宋体" panose="02010600030101010101" pitchFamily="2" charset="-122"/>
              </a:rPr>
              <a:t>IP </a:t>
            </a:r>
            <a:r>
              <a:rPr lang="zh-CN" altLang="en-US" dirty="0">
                <a:latin typeface="微软雅黑" panose="020B0503020204020204" pitchFamily="34" charset="-122"/>
                <a:ea typeface="宋体" panose="02010600030101010101" pitchFamily="2" charset="-122"/>
              </a:rPr>
              <a:t>地址到</a:t>
            </a:r>
            <a:r>
              <a:rPr lang="zh-CN" altLang="en-US" dirty="0">
                <a:solidFill>
                  <a:srgbClr val="FF0000"/>
                </a:solidFill>
                <a:latin typeface="微软雅黑" panose="020B0503020204020204" pitchFamily="34" charset="-122"/>
                <a:ea typeface="宋体" panose="02010600030101010101" pitchFamily="2" charset="-122"/>
              </a:rPr>
              <a:t>三级 </a:t>
            </a:r>
            <a:r>
              <a:rPr lang="en-US" altLang="zh-CN" dirty="0">
                <a:solidFill>
                  <a:srgbClr val="FF0000"/>
                </a:solidFill>
                <a:latin typeface="微软雅黑" panose="020B0503020204020204" pitchFamily="34" charset="-122"/>
                <a:ea typeface="宋体" panose="02010600030101010101" pitchFamily="2" charset="-122"/>
              </a:rPr>
              <a:t>IP </a:t>
            </a:r>
            <a:r>
              <a:rPr lang="zh-CN" altLang="en-US" dirty="0">
                <a:latin typeface="微软雅黑" panose="020B0503020204020204" pitchFamily="34" charset="-122"/>
                <a:ea typeface="宋体" panose="02010600030101010101" pitchFamily="2" charset="-122"/>
              </a:rPr>
              <a:t>地址 </a:t>
            </a:r>
          </a:p>
          <a:p>
            <a:pPr algn="just" eaLnBrk="1" hangingPunct="1"/>
            <a:r>
              <a:rPr lang="zh-CN" altLang="en-US" dirty="0">
                <a:latin typeface="微软雅黑" panose="020B0503020204020204" pitchFamily="34" charset="-122"/>
                <a:ea typeface="宋体" panose="02010600030101010101" pitchFamily="2" charset="-122"/>
              </a:rPr>
              <a:t>在 </a:t>
            </a:r>
            <a:r>
              <a:rPr lang="en-US" altLang="zh-CN" dirty="0">
                <a:latin typeface="微软雅黑" panose="020B0503020204020204" pitchFamily="34" charset="-122"/>
                <a:ea typeface="宋体" panose="02010600030101010101" pitchFamily="2" charset="-122"/>
              </a:rPr>
              <a:t>ARPANET </a:t>
            </a:r>
            <a:r>
              <a:rPr lang="zh-CN" altLang="en-US" dirty="0">
                <a:latin typeface="微软雅黑" panose="020B0503020204020204" pitchFamily="34" charset="-122"/>
                <a:ea typeface="宋体" panose="02010600030101010101" pitchFamily="2" charset="-122"/>
              </a:rPr>
              <a:t>的早期，</a:t>
            </a:r>
            <a:r>
              <a:rPr lang="en-US" altLang="zh-CN" dirty="0">
                <a:latin typeface="微软雅黑" panose="020B0503020204020204" pitchFamily="34" charset="-122"/>
                <a:ea typeface="宋体" panose="02010600030101010101" pitchFamily="2" charset="-122"/>
              </a:rPr>
              <a:t>IP </a:t>
            </a:r>
            <a:r>
              <a:rPr lang="zh-CN" altLang="en-US" dirty="0">
                <a:latin typeface="微软雅黑" panose="020B0503020204020204" pitchFamily="34" charset="-122"/>
                <a:ea typeface="宋体" panose="02010600030101010101" pitchFamily="2" charset="-122"/>
              </a:rPr>
              <a:t>地址的设计确实不够合理。</a:t>
            </a:r>
          </a:p>
          <a:p>
            <a:pPr lvl="1" algn="just" eaLnBrk="1" hangingPunct="1"/>
            <a:r>
              <a:rPr lang="en-US" altLang="zh-CN" dirty="0">
                <a:solidFill>
                  <a:srgbClr val="333399"/>
                </a:solidFill>
                <a:latin typeface="微软雅黑" panose="020B0503020204020204" pitchFamily="34" charset="-122"/>
                <a:ea typeface="宋体" panose="02010600030101010101" pitchFamily="2" charset="-122"/>
              </a:rPr>
              <a:t>IP </a:t>
            </a:r>
            <a:r>
              <a:rPr lang="zh-CN" altLang="en-US" dirty="0">
                <a:solidFill>
                  <a:srgbClr val="333399"/>
                </a:solidFill>
                <a:latin typeface="微软雅黑" panose="020B0503020204020204" pitchFamily="34" charset="-122"/>
                <a:ea typeface="宋体" panose="02010600030101010101" pitchFamily="2" charset="-122"/>
              </a:rPr>
              <a:t>地址空间的利用率有时很低。 </a:t>
            </a:r>
          </a:p>
          <a:p>
            <a:pPr lvl="1" algn="just" eaLnBrk="1" hangingPunct="1"/>
            <a:r>
              <a:rPr lang="zh-CN" altLang="en-US" dirty="0">
                <a:solidFill>
                  <a:srgbClr val="333399"/>
                </a:solidFill>
                <a:latin typeface="微软雅黑" panose="020B0503020204020204" pitchFamily="34" charset="-122"/>
                <a:ea typeface="宋体" panose="02010600030101010101" pitchFamily="2" charset="-122"/>
              </a:rPr>
              <a:t>给每一个物理网络分配一个网络号会使路由表变得太大因而使网络性能变坏。 </a:t>
            </a:r>
          </a:p>
          <a:p>
            <a:pPr lvl="1" algn="just" eaLnBrk="1" hangingPunct="1"/>
            <a:r>
              <a:rPr lang="zh-CN" altLang="en-US" dirty="0">
                <a:solidFill>
                  <a:srgbClr val="333399"/>
                </a:solidFill>
                <a:latin typeface="微软雅黑" panose="020B0503020204020204" pitchFamily="34" charset="-122"/>
                <a:ea typeface="宋体" panose="02010600030101010101" pitchFamily="2" charset="-122"/>
              </a:rPr>
              <a:t>两级的 </a:t>
            </a:r>
            <a:r>
              <a:rPr lang="en-US" altLang="zh-CN" dirty="0">
                <a:solidFill>
                  <a:srgbClr val="333399"/>
                </a:solidFill>
                <a:latin typeface="微软雅黑" panose="020B0503020204020204" pitchFamily="34" charset="-122"/>
                <a:ea typeface="宋体" panose="02010600030101010101" pitchFamily="2" charset="-122"/>
              </a:rPr>
              <a:t>IP </a:t>
            </a:r>
            <a:r>
              <a:rPr lang="zh-CN" altLang="en-US" dirty="0">
                <a:solidFill>
                  <a:srgbClr val="333399"/>
                </a:solidFill>
                <a:latin typeface="微软雅黑" panose="020B0503020204020204" pitchFamily="34" charset="-122"/>
                <a:ea typeface="宋体" panose="02010600030101010101" pitchFamily="2" charset="-122"/>
              </a:rPr>
              <a:t>地址不够灵活。</a:t>
            </a:r>
            <a:r>
              <a:rPr lang="zh-CN" altLang="en-US" dirty="0">
                <a:latin typeface="微软雅黑" panose="020B0503020204020204" pitchFamily="34" charset="-122"/>
                <a:ea typeface="宋体" panose="02010600030101010101" pitchFamily="2" charset="-122"/>
              </a:rPr>
              <a:t>  </a:t>
            </a:r>
          </a:p>
        </p:txBody>
      </p:sp>
      <p:sp>
        <p:nvSpPr>
          <p:cNvPr id="214019" name="幻灯片编号占位符 1">
            <a:extLst>
              <a:ext uri="{FF2B5EF4-FFF2-40B4-BE49-F238E27FC236}">
                <a16:creationId xmlns:a16="http://schemas.microsoft.com/office/drawing/2014/main" id="{CC00397D-454F-CE41-8D64-B1CE10CF2B0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5B3B522-EFC4-0D4B-8C39-289CFD85C63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 name="矩形 1">
            <a:extLst>
              <a:ext uri="{FF2B5EF4-FFF2-40B4-BE49-F238E27FC236}">
                <a16:creationId xmlns:a16="http://schemas.microsoft.com/office/drawing/2014/main" id="{B7C92DB0-6DB1-4D49-BC96-7D4082BF436F}"/>
              </a:ext>
            </a:extLst>
          </p:cNvPr>
          <p:cNvSpPr/>
          <p:nvPr/>
        </p:nvSpPr>
        <p:spPr>
          <a:xfrm>
            <a:off x="133563" y="1138089"/>
            <a:ext cx="4572000" cy="523220"/>
          </a:xfrm>
          <a:prstGeom prst="rect">
            <a:avLst/>
          </a:prstGeom>
        </p:spPr>
        <p:txBody>
          <a:bodyPr>
            <a:spAutoFit/>
          </a:bodyPr>
          <a:lstStyle/>
          <a:p>
            <a:r>
              <a:rPr lang="en-US" altLang="zh-CN" sz="2800" dirty="0">
                <a:latin typeface="微软雅黑" panose="020B0503020204020204" pitchFamily="34" charset="-122"/>
              </a:rPr>
              <a:t>4.3.1   </a:t>
            </a:r>
            <a:r>
              <a:rPr lang="zh-CN" altLang="en-US" sz="2800" dirty="0">
                <a:latin typeface="微软雅黑" panose="020B0503020204020204" pitchFamily="34" charset="-122"/>
              </a:rPr>
              <a:t>划分子网</a:t>
            </a:r>
            <a:endParaRPr lang="zh-CN" altLang="en-US" sz="2800" dirty="0"/>
          </a:p>
        </p:txBody>
      </p:sp>
    </p:spTree>
    <p:extLst>
      <p:ext uri="{BB962C8B-B14F-4D97-AF65-F5344CB8AC3E}">
        <p14:creationId xmlns:p14="http://schemas.microsoft.com/office/powerpoint/2010/main" val="39543030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00739">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00739">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500739">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500739">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62" name="Rectangle 2">
            <a:extLst>
              <a:ext uri="{FF2B5EF4-FFF2-40B4-BE49-F238E27FC236}">
                <a16:creationId xmlns:a16="http://schemas.microsoft.com/office/drawing/2014/main" id="{2C3F1CFE-691B-3540-9378-1ED8B425A68D}"/>
              </a:ext>
            </a:extLst>
          </p:cNvPr>
          <p:cNvSpPr>
            <a:spLocks noGrp="1" noChangeArrowheads="1"/>
          </p:cNvSpPr>
          <p:nvPr>
            <p:ph type="body" idx="1"/>
          </p:nvPr>
        </p:nvSpPr>
        <p:spPr>
          <a:xfrm>
            <a:off x="240030" y="1059656"/>
            <a:ext cx="8698485" cy="3671888"/>
          </a:xfrm>
        </p:spPr>
        <p:txBody>
          <a:bodyPr/>
          <a:lstStyle/>
          <a:p>
            <a:pPr eaLnBrk="1" hangingPunct="1"/>
            <a:r>
              <a:rPr lang="zh-CN" altLang="en-US" dirty="0">
                <a:latin typeface="Times New Roman" panose="02020603050405020304" pitchFamily="18" charset="0"/>
                <a:ea typeface="宋体" panose="02010600030101010101" pitchFamily="2" charset="-122"/>
              </a:rPr>
              <a:t>从 </a:t>
            </a:r>
            <a:r>
              <a:rPr lang="en-US" altLang="zh-CN" dirty="0">
                <a:latin typeface="Times New Roman" panose="02020603050405020304" pitchFamily="18" charset="0"/>
                <a:ea typeface="宋体" panose="02010600030101010101" pitchFamily="2" charset="-122"/>
              </a:rPr>
              <a:t>1985 </a:t>
            </a:r>
            <a:r>
              <a:rPr lang="zh-CN" altLang="en-US" dirty="0">
                <a:latin typeface="Times New Roman" panose="02020603050405020304" pitchFamily="18" charset="0"/>
                <a:ea typeface="宋体" panose="02010600030101010101" pitchFamily="2" charset="-122"/>
              </a:rPr>
              <a:t>年起在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地址中又增加了一个“子网号字段”，使两级的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地址变成为</a:t>
            </a:r>
            <a:r>
              <a:rPr lang="zh-CN" altLang="en-US" dirty="0">
                <a:solidFill>
                  <a:schemeClr val="hlink"/>
                </a:solidFill>
                <a:latin typeface="Times New Roman" panose="02020603050405020304" pitchFamily="18" charset="0"/>
                <a:ea typeface="宋体" panose="02010600030101010101" pitchFamily="2" charset="-122"/>
              </a:rPr>
              <a:t>三级的 </a:t>
            </a:r>
            <a:r>
              <a:rPr lang="en-US" altLang="zh-CN" dirty="0">
                <a:solidFill>
                  <a:schemeClr val="hlink"/>
                </a:solidFill>
                <a:latin typeface="Times New Roman" panose="02020603050405020304" pitchFamily="18" charset="0"/>
                <a:ea typeface="宋体" panose="02010600030101010101" pitchFamily="2" charset="-122"/>
              </a:rPr>
              <a:t>IP </a:t>
            </a:r>
            <a:r>
              <a:rPr lang="zh-CN" altLang="en-US" dirty="0">
                <a:solidFill>
                  <a:schemeClr val="hlink"/>
                </a:solidFill>
                <a:latin typeface="Times New Roman" panose="02020603050405020304" pitchFamily="18" charset="0"/>
                <a:ea typeface="宋体" panose="02010600030101010101" pitchFamily="2" charset="-122"/>
              </a:rPr>
              <a:t>地址</a:t>
            </a:r>
            <a:r>
              <a:rPr lang="zh-CN" altLang="en-US" dirty="0">
                <a:latin typeface="Times New Roman" panose="02020603050405020304" pitchFamily="18" charset="0"/>
                <a:ea typeface="宋体" panose="02010600030101010101" pitchFamily="2" charset="-122"/>
              </a:rPr>
              <a:t>。</a:t>
            </a:r>
          </a:p>
          <a:p>
            <a:pPr eaLnBrk="1" hangingPunct="1"/>
            <a:r>
              <a:rPr lang="zh-CN" altLang="en-US" dirty="0">
                <a:latin typeface="Times New Roman" panose="02020603050405020304" pitchFamily="18" charset="0"/>
                <a:ea typeface="宋体" panose="02010600030101010101" pitchFamily="2" charset="-122"/>
              </a:rPr>
              <a:t>这种做法叫作</a:t>
            </a:r>
            <a:r>
              <a:rPr lang="zh-CN" altLang="en-US" dirty="0">
                <a:solidFill>
                  <a:schemeClr val="hlink"/>
                </a:solidFill>
                <a:latin typeface="Times New Roman" panose="02020603050405020304" pitchFamily="18" charset="0"/>
                <a:ea typeface="宋体" panose="02010600030101010101" pitchFamily="2" charset="-122"/>
              </a:rPr>
              <a:t>划分子网</a:t>
            </a:r>
            <a:r>
              <a:rPr lang="en-US" altLang="zh-CN" dirty="0">
                <a:latin typeface="Times New Roman" panose="02020603050405020304" pitchFamily="18" charset="0"/>
                <a:ea typeface="宋体" panose="02010600030101010101" pitchFamily="2" charset="-122"/>
              </a:rPr>
              <a:t>(subnetting) </a:t>
            </a:r>
            <a:r>
              <a:rPr lang="zh-CN" altLang="en-US" dirty="0">
                <a:latin typeface="Times New Roman" panose="02020603050405020304" pitchFamily="18" charset="0"/>
                <a:ea typeface="宋体" panose="02010600030101010101" pitchFamily="2" charset="-122"/>
              </a:rPr>
              <a:t>。划分子网已成为因特网的正式标准协议。 </a:t>
            </a:r>
          </a:p>
        </p:txBody>
      </p:sp>
      <p:sp>
        <p:nvSpPr>
          <p:cNvPr id="216066" name="Rectangle 3">
            <a:extLst>
              <a:ext uri="{FF2B5EF4-FFF2-40B4-BE49-F238E27FC236}">
                <a16:creationId xmlns:a16="http://schemas.microsoft.com/office/drawing/2014/main" id="{85628B73-4421-AD40-B2A2-10E79B7748B0}"/>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三级的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 </a:t>
            </a:r>
          </a:p>
        </p:txBody>
      </p:sp>
      <p:sp>
        <p:nvSpPr>
          <p:cNvPr id="216067" name="幻灯片编号占位符 1">
            <a:extLst>
              <a:ext uri="{FF2B5EF4-FFF2-40B4-BE49-F238E27FC236}">
                <a16:creationId xmlns:a16="http://schemas.microsoft.com/office/drawing/2014/main" id="{33DA22CD-F168-C744-9619-D4129F4ECCD8}"/>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22A740E-5FD2-F54A-974E-FBB2001B19B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20743444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01762">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786" name="Rectangle 2">
            <a:extLst>
              <a:ext uri="{FF2B5EF4-FFF2-40B4-BE49-F238E27FC236}">
                <a16:creationId xmlns:a16="http://schemas.microsoft.com/office/drawing/2014/main" id="{924909E3-3D1F-764D-9289-2CCF7198FD74}"/>
              </a:ext>
            </a:extLst>
          </p:cNvPr>
          <p:cNvSpPr>
            <a:spLocks noChangeArrowheads="1"/>
          </p:cNvSpPr>
          <p:nvPr/>
        </p:nvSpPr>
        <p:spPr bwMode="auto">
          <a:xfrm>
            <a:off x="1304925" y="3155395"/>
            <a:ext cx="6602016" cy="614363"/>
          </a:xfrm>
          <a:prstGeom prst="rect">
            <a:avLst/>
          </a:prstGeom>
          <a:solidFill>
            <a:srgbClr val="FFFF99"/>
          </a:solidFill>
          <a:ln w="28575">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18114" name="Rectangle 3">
            <a:extLst>
              <a:ext uri="{FF2B5EF4-FFF2-40B4-BE49-F238E27FC236}">
                <a16:creationId xmlns:a16="http://schemas.microsoft.com/office/drawing/2014/main" id="{4FA9D60E-4DDF-5741-8732-73C87F768E4F}"/>
              </a:ext>
            </a:extLst>
          </p:cNvPr>
          <p:cNvSpPr>
            <a:spLocks noGrp="1" noChangeArrowheads="1"/>
          </p:cNvSpPr>
          <p:nvPr>
            <p:ph type="body" idx="1"/>
          </p:nvPr>
        </p:nvSpPr>
        <p:spPr>
          <a:xfrm>
            <a:off x="240030" y="1168004"/>
            <a:ext cx="8698485" cy="3193256"/>
          </a:xfrm>
        </p:spPr>
        <p:txBody>
          <a:bodyPr/>
          <a:lstStyle/>
          <a:p>
            <a:pPr algn="just" eaLnBrk="1" hangingPunct="1">
              <a:spcAft>
                <a:spcPct val="40000"/>
              </a:spcAft>
            </a:pPr>
            <a:r>
              <a:rPr lang="zh-CN" altLang="en-US" dirty="0">
                <a:ea typeface="宋体" panose="02010600030101010101" pitchFamily="2" charset="-122"/>
              </a:rPr>
              <a:t>划分子网纯属一个</a:t>
            </a:r>
            <a:r>
              <a:rPr lang="zh-CN" altLang="en-US" dirty="0">
                <a:solidFill>
                  <a:schemeClr val="hlink"/>
                </a:solidFill>
                <a:ea typeface="宋体" panose="02010600030101010101" pitchFamily="2" charset="-122"/>
              </a:rPr>
              <a:t>单位内部的事情</a:t>
            </a:r>
            <a:r>
              <a:rPr lang="zh-CN" altLang="en-US" dirty="0">
                <a:ea typeface="宋体" panose="02010600030101010101" pitchFamily="2" charset="-122"/>
              </a:rPr>
              <a:t>。单位对外仍然表现为没有划分子网的网络。</a:t>
            </a:r>
          </a:p>
          <a:p>
            <a:pPr algn="just" eaLnBrk="1" hangingPunct="1">
              <a:spcAft>
                <a:spcPct val="80000"/>
              </a:spcAft>
            </a:pPr>
            <a:r>
              <a:rPr lang="zh-CN" altLang="en-US" dirty="0">
                <a:ea typeface="宋体" panose="02010600030101010101" pitchFamily="2" charset="-122"/>
              </a:rPr>
              <a:t>从主机号</a:t>
            </a:r>
            <a:r>
              <a:rPr lang="zh-CN" altLang="en-US" dirty="0">
                <a:solidFill>
                  <a:schemeClr val="hlink"/>
                </a:solidFill>
                <a:ea typeface="宋体" panose="02010600030101010101" pitchFamily="2" charset="-122"/>
              </a:rPr>
              <a:t>借用</a:t>
            </a:r>
            <a:r>
              <a:rPr lang="zh-CN" altLang="en-US" dirty="0">
                <a:ea typeface="宋体" panose="02010600030101010101" pitchFamily="2" charset="-122"/>
              </a:rPr>
              <a:t>若干个位作为</a:t>
            </a:r>
            <a:r>
              <a:rPr lang="zh-CN" altLang="en-US" dirty="0">
                <a:solidFill>
                  <a:schemeClr val="hlink"/>
                </a:solidFill>
                <a:ea typeface="宋体" panose="02010600030101010101" pitchFamily="2" charset="-122"/>
              </a:rPr>
              <a:t>子网号</a:t>
            </a:r>
            <a:r>
              <a:rPr lang="zh-CN" altLang="en-US" dirty="0">
                <a:ea typeface="宋体" panose="02010600030101010101" pitchFamily="2" charset="-122"/>
              </a:rPr>
              <a:t> </a:t>
            </a:r>
            <a:r>
              <a:rPr lang="en-US" altLang="zh-CN" dirty="0">
                <a:ea typeface="宋体" panose="02010600030101010101" pitchFamily="2" charset="-122"/>
              </a:rPr>
              <a:t>subnet-id</a:t>
            </a:r>
            <a:r>
              <a:rPr lang="zh-CN" altLang="en-US" dirty="0">
                <a:ea typeface="宋体" panose="02010600030101010101" pitchFamily="2" charset="-122"/>
              </a:rPr>
              <a:t>，而主机号 </a:t>
            </a:r>
            <a:r>
              <a:rPr lang="en-US" altLang="zh-CN" dirty="0">
                <a:ea typeface="宋体" panose="02010600030101010101" pitchFamily="2" charset="-122"/>
              </a:rPr>
              <a:t>host-id </a:t>
            </a:r>
            <a:r>
              <a:rPr lang="zh-CN" altLang="en-US" dirty="0">
                <a:ea typeface="宋体" panose="02010600030101010101" pitchFamily="2" charset="-122"/>
              </a:rPr>
              <a:t>也就相应减少了若干个位。</a:t>
            </a:r>
            <a:endParaRPr lang="en-US" altLang="zh-CN" dirty="0">
              <a:ea typeface="宋体" panose="02010600030101010101" pitchFamily="2" charset="-122"/>
            </a:endParaRPr>
          </a:p>
          <a:p>
            <a:pPr marL="0" indent="0" algn="just" eaLnBrk="1" hangingPunct="1">
              <a:spcAft>
                <a:spcPct val="80000"/>
              </a:spcAft>
              <a:buNone/>
            </a:pPr>
            <a:r>
              <a:rPr lang="en-US" altLang="zh-CN" sz="2100" dirty="0">
                <a:ea typeface="宋体" panose="02010600030101010101" pitchFamily="2" charset="-122"/>
              </a:rPr>
              <a:t>                    IP</a:t>
            </a:r>
            <a:r>
              <a:rPr lang="zh-CN" altLang="en-US" sz="2100" dirty="0">
                <a:ea typeface="宋体" panose="02010600030101010101" pitchFamily="2" charset="-122"/>
              </a:rPr>
              <a:t>地址 </a:t>
            </a:r>
            <a:r>
              <a:rPr lang="en-US" altLang="zh-CN" sz="2100" dirty="0">
                <a:ea typeface="宋体" panose="02010600030101010101" pitchFamily="2" charset="-122"/>
              </a:rPr>
              <a:t>::= {&lt;</a:t>
            </a:r>
            <a:r>
              <a:rPr lang="zh-CN" altLang="en-US" sz="2100" dirty="0">
                <a:ea typeface="宋体" panose="02010600030101010101" pitchFamily="2" charset="-122"/>
              </a:rPr>
              <a:t>网络号</a:t>
            </a:r>
            <a:r>
              <a:rPr lang="en-US" altLang="zh-CN" sz="2100" dirty="0">
                <a:ea typeface="宋体" panose="02010600030101010101" pitchFamily="2" charset="-122"/>
              </a:rPr>
              <a:t>&gt;, &lt;</a:t>
            </a:r>
            <a:r>
              <a:rPr lang="zh-CN" altLang="en-US" sz="2100" dirty="0">
                <a:ea typeface="宋体" panose="02010600030101010101" pitchFamily="2" charset="-122"/>
              </a:rPr>
              <a:t>子网号</a:t>
            </a:r>
            <a:r>
              <a:rPr lang="en-US" altLang="zh-CN" sz="2100" dirty="0">
                <a:ea typeface="宋体" panose="02010600030101010101" pitchFamily="2" charset="-122"/>
              </a:rPr>
              <a:t>&gt;, &lt;</a:t>
            </a:r>
            <a:r>
              <a:rPr lang="zh-CN" altLang="en-US" sz="2100" dirty="0">
                <a:ea typeface="宋体" panose="02010600030101010101" pitchFamily="2" charset="-122"/>
              </a:rPr>
              <a:t>主机号</a:t>
            </a:r>
            <a:r>
              <a:rPr lang="en-US" altLang="zh-CN" sz="2100" dirty="0">
                <a:ea typeface="宋体" panose="02010600030101010101" pitchFamily="2" charset="-122"/>
              </a:rPr>
              <a:t>&gt;}       (4-2) </a:t>
            </a:r>
          </a:p>
          <a:p>
            <a:pPr algn="just" eaLnBrk="1" hangingPunct="1">
              <a:buFont typeface="Wingdings" pitchFamily="2" charset="2"/>
              <a:buNone/>
            </a:pPr>
            <a:endParaRPr lang="en-US" altLang="zh-CN" sz="2100" dirty="0">
              <a:ea typeface="宋体" panose="02010600030101010101" pitchFamily="2" charset="-122"/>
            </a:endParaRPr>
          </a:p>
        </p:txBody>
      </p:sp>
      <p:sp>
        <p:nvSpPr>
          <p:cNvPr id="218115" name="Rectangle 4">
            <a:extLst>
              <a:ext uri="{FF2B5EF4-FFF2-40B4-BE49-F238E27FC236}">
                <a16:creationId xmlns:a16="http://schemas.microsoft.com/office/drawing/2014/main" id="{69EAA7D1-3D67-2A49-8189-D2F19988F1E3}"/>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划分子网的基本思路 </a:t>
            </a:r>
          </a:p>
        </p:txBody>
      </p:sp>
      <p:sp>
        <p:nvSpPr>
          <p:cNvPr id="218116" name="幻灯片编号占位符 1">
            <a:extLst>
              <a:ext uri="{FF2B5EF4-FFF2-40B4-BE49-F238E27FC236}">
                <a16:creationId xmlns:a16="http://schemas.microsoft.com/office/drawing/2014/main" id="{91E5E0E0-2B2A-E147-BC6D-DBF4ED9EED86}"/>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B291795-9186-CC4A-8326-E05FA9AEBA6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778873716"/>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3810" name="Rectangle 2">
            <a:extLst>
              <a:ext uri="{FF2B5EF4-FFF2-40B4-BE49-F238E27FC236}">
                <a16:creationId xmlns:a16="http://schemas.microsoft.com/office/drawing/2014/main" id="{8BAA7932-00E3-1B49-9656-6A1D15177C88}"/>
              </a:ext>
            </a:extLst>
          </p:cNvPr>
          <p:cNvSpPr>
            <a:spLocks noGrp="1" noChangeArrowheads="1"/>
          </p:cNvSpPr>
          <p:nvPr>
            <p:ph type="body" idx="1"/>
          </p:nvPr>
        </p:nvSpPr>
        <p:spPr>
          <a:xfrm>
            <a:off x="251460" y="1113235"/>
            <a:ext cx="8687055" cy="3618309"/>
          </a:xfrm>
        </p:spPr>
        <p:txBody>
          <a:bodyPr/>
          <a:lstStyle/>
          <a:p>
            <a:pPr algn="just" eaLnBrk="1" hangingPunct="1">
              <a:spcAft>
                <a:spcPct val="30000"/>
              </a:spcAft>
            </a:pPr>
            <a:r>
              <a:rPr lang="zh-CN" altLang="en-US" dirty="0">
                <a:ea typeface="宋体" panose="02010600030101010101" pitchFamily="2" charset="-122"/>
              </a:rPr>
              <a:t>凡是从其他网络发送给本单位某个主机的 </a:t>
            </a:r>
            <a:r>
              <a:rPr lang="en-US" altLang="zh-CN" dirty="0">
                <a:ea typeface="宋体" panose="02010600030101010101" pitchFamily="2" charset="-122"/>
              </a:rPr>
              <a:t>IP </a:t>
            </a:r>
            <a:r>
              <a:rPr lang="zh-CN" altLang="en-US" dirty="0">
                <a:ea typeface="宋体" panose="02010600030101010101" pitchFamily="2" charset="-122"/>
              </a:rPr>
              <a:t>数据报，仍然是根据 </a:t>
            </a:r>
            <a:r>
              <a:rPr lang="en-US" altLang="zh-CN" dirty="0">
                <a:ea typeface="宋体" panose="02010600030101010101" pitchFamily="2" charset="-122"/>
              </a:rPr>
              <a:t>IP </a:t>
            </a:r>
            <a:r>
              <a:rPr lang="zh-CN" altLang="en-US" dirty="0">
                <a:ea typeface="宋体" panose="02010600030101010101" pitchFamily="2" charset="-122"/>
              </a:rPr>
              <a:t>数据报的</a:t>
            </a:r>
            <a:r>
              <a:rPr lang="zh-CN" altLang="en-US" dirty="0">
                <a:solidFill>
                  <a:schemeClr val="hlink"/>
                </a:solidFill>
                <a:ea typeface="宋体" panose="02010600030101010101" pitchFamily="2" charset="-122"/>
              </a:rPr>
              <a:t>目的网络号</a:t>
            </a:r>
            <a:r>
              <a:rPr lang="zh-CN" altLang="en-US" dirty="0">
                <a:ea typeface="宋体" panose="02010600030101010101" pitchFamily="2" charset="-122"/>
              </a:rPr>
              <a:t> </a:t>
            </a:r>
            <a:r>
              <a:rPr lang="en-US" altLang="zh-CN" dirty="0">
                <a:ea typeface="宋体" panose="02010600030101010101" pitchFamily="2" charset="-122"/>
              </a:rPr>
              <a:t>net-id</a:t>
            </a:r>
            <a:r>
              <a:rPr lang="zh-CN" altLang="en-US" dirty="0">
                <a:ea typeface="宋体" panose="02010600030101010101" pitchFamily="2" charset="-122"/>
              </a:rPr>
              <a:t>，先找到连接在</a:t>
            </a:r>
            <a:r>
              <a:rPr lang="zh-CN" altLang="en-US" dirty="0">
                <a:solidFill>
                  <a:schemeClr val="hlink"/>
                </a:solidFill>
                <a:ea typeface="宋体" panose="02010600030101010101" pitchFamily="2" charset="-122"/>
              </a:rPr>
              <a:t>本单位网络上的路由器</a:t>
            </a:r>
            <a:r>
              <a:rPr lang="zh-CN" altLang="en-US" dirty="0">
                <a:ea typeface="宋体" panose="02010600030101010101" pitchFamily="2" charset="-122"/>
              </a:rPr>
              <a:t>。</a:t>
            </a:r>
          </a:p>
          <a:p>
            <a:pPr algn="just" eaLnBrk="1" hangingPunct="1">
              <a:spcAft>
                <a:spcPct val="30000"/>
              </a:spcAft>
            </a:pPr>
            <a:r>
              <a:rPr lang="zh-CN" altLang="en-US" dirty="0">
                <a:ea typeface="宋体" panose="02010600030101010101" pitchFamily="2" charset="-122"/>
              </a:rPr>
              <a:t>然后</a:t>
            </a:r>
            <a:r>
              <a:rPr lang="zh-CN" altLang="en-US" dirty="0">
                <a:solidFill>
                  <a:schemeClr val="hlink"/>
                </a:solidFill>
                <a:ea typeface="宋体" panose="02010600030101010101" pitchFamily="2" charset="-122"/>
              </a:rPr>
              <a:t>此路由器</a:t>
            </a:r>
            <a:r>
              <a:rPr lang="zh-CN" altLang="en-US" dirty="0">
                <a:ea typeface="宋体" panose="02010600030101010101" pitchFamily="2" charset="-122"/>
              </a:rPr>
              <a:t>在收到 </a:t>
            </a:r>
            <a:r>
              <a:rPr lang="en-US" altLang="zh-CN" dirty="0">
                <a:ea typeface="宋体" panose="02010600030101010101" pitchFamily="2" charset="-122"/>
              </a:rPr>
              <a:t>IP </a:t>
            </a:r>
            <a:r>
              <a:rPr lang="zh-CN" altLang="en-US" dirty="0">
                <a:ea typeface="宋体" panose="02010600030101010101" pitchFamily="2" charset="-122"/>
              </a:rPr>
              <a:t>数据报后，再按目的网络号 </a:t>
            </a:r>
            <a:r>
              <a:rPr lang="en-US" altLang="zh-CN" dirty="0">
                <a:ea typeface="宋体" panose="02010600030101010101" pitchFamily="2" charset="-122"/>
              </a:rPr>
              <a:t>net-id </a:t>
            </a:r>
            <a:r>
              <a:rPr lang="zh-CN" altLang="en-US" dirty="0">
                <a:ea typeface="宋体" panose="02010600030101010101" pitchFamily="2" charset="-122"/>
              </a:rPr>
              <a:t>和子网号 </a:t>
            </a:r>
            <a:r>
              <a:rPr lang="en-US" altLang="zh-CN" dirty="0">
                <a:ea typeface="宋体" panose="02010600030101010101" pitchFamily="2" charset="-122"/>
              </a:rPr>
              <a:t>subnet-id </a:t>
            </a:r>
            <a:r>
              <a:rPr lang="zh-CN" altLang="en-US" dirty="0">
                <a:ea typeface="宋体" panose="02010600030101010101" pitchFamily="2" charset="-122"/>
              </a:rPr>
              <a:t>找到目的子网。</a:t>
            </a:r>
          </a:p>
          <a:p>
            <a:pPr algn="just" eaLnBrk="1" hangingPunct="1">
              <a:spcAft>
                <a:spcPct val="30000"/>
              </a:spcAft>
            </a:pPr>
            <a:r>
              <a:rPr lang="zh-CN" altLang="en-US" dirty="0">
                <a:ea typeface="宋体" panose="02010600030101010101" pitchFamily="2" charset="-122"/>
              </a:rPr>
              <a:t>最后就将 </a:t>
            </a:r>
            <a:r>
              <a:rPr lang="en-US" altLang="zh-CN" dirty="0">
                <a:ea typeface="宋体" panose="02010600030101010101" pitchFamily="2" charset="-122"/>
              </a:rPr>
              <a:t>IP </a:t>
            </a:r>
            <a:r>
              <a:rPr lang="zh-CN" altLang="en-US" dirty="0">
                <a:ea typeface="宋体" panose="02010600030101010101" pitchFamily="2" charset="-122"/>
              </a:rPr>
              <a:t>数据报直接交付目的主机。 </a:t>
            </a:r>
          </a:p>
        </p:txBody>
      </p:sp>
      <p:sp>
        <p:nvSpPr>
          <p:cNvPr id="220162" name="Rectangle 3">
            <a:extLst>
              <a:ext uri="{FF2B5EF4-FFF2-40B4-BE49-F238E27FC236}">
                <a16:creationId xmlns:a16="http://schemas.microsoft.com/office/drawing/2014/main" id="{9386E190-25F1-8C48-9DEB-68331D452281}"/>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划分子网的基本思路（续） </a:t>
            </a:r>
          </a:p>
        </p:txBody>
      </p:sp>
      <p:sp>
        <p:nvSpPr>
          <p:cNvPr id="220163" name="幻灯片编号占位符 1">
            <a:extLst>
              <a:ext uri="{FF2B5EF4-FFF2-40B4-BE49-F238E27FC236}">
                <a16:creationId xmlns:a16="http://schemas.microsoft.com/office/drawing/2014/main" id="{175AD0AB-B85E-0B43-A725-339FE745593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1117A16-8B72-2D47-9096-61015A5F0CF8}"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83787430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03810">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03810">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3810" grpId="0" build="p"/>
    </p:bldLst>
  </p:timing>
</p:sld>
</file>

<file path=ppt/slides/slide10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04834" name="AutoShape 2">
            <a:extLst>
              <a:ext uri="{FF2B5EF4-FFF2-40B4-BE49-F238E27FC236}">
                <a16:creationId xmlns:a16="http://schemas.microsoft.com/office/drawing/2014/main" id="{7B86D312-80DB-B34C-8926-554DF1B308CA}"/>
              </a:ext>
            </a:extLst>
          </p:cNvPr>
          <p:cNvSpPr>
            <a:spLocks noChangeArrowheads="1"/>
          </p:cNvSpPr>
          <p:nvPr/>
        </p:nvSpPr>
        <p:spPr bwMode="auto">
          <a:xfrm>
            <a:off x="1502569" y="1129904"/>
            <a:ext cx="1341835" cy="507206"/>
          </a:xfrm>
          <a:prstGeom prst="roundRect">
            <a:avLst>
              <a:gd name="adj" fmla="val 16667"/>
            </a:avLst>
          </a:prstGeom>
          <a:solidFill>
            <a:srgbClr val="FFCCFF"/>
          </a:solidFill>
          <a:ln w="9525">
            <a:solidFill>
              <a:srgbClr val="333399"/>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22210" name="Line 3">
            <a:extLst>
              <a:ext uri="{FF2B5EF4-FFF2-40B4-BE49-F238E27FC236}">
                <a16:creationId xmlns:a16="http://schemas.microsoft.com/office/drawing/2014/main" id="{6CCCAE4F-1107-BA43-AAD5-A9BDA9A51489}"/>
              </a:ext>
            </a:extLst>
          </p:cNvPr>
          <p:cNvSpPr>
            <a:spLocks noChangeShapeType="1"/>
          </p:cNvSpPr>
          <p:nvPr/>
        </p:nvSpPr>
        <p:spPr bwMode="auto">
          <a:xfrm flipV="1">
            <a:off x="2462213" y="3132535"/>
            <a:ext cx="702469"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2211" name="Line 4">
            <a:extLst>
              <a:ext uri="{FF2B5EF4-FFF2-40B4-BE49-F238E27FC236}">
                <a16:creationId xmlns:a16="http://schemas.microsoft.com/office/drawing/2014/main" id="{42C893E4-E249-9D40-8E77-577DFE627F06}"/>
              </a:ext>
            </a:extLst>
          </p:cNvPr>
          <p:cNvSpPr>
            <a:spLocks noChangeShapeType="1"/>
          </p:cNvSpPr>
          <p:nvPr/>
        </p:nvSpPr>
        <p:spPr bwMode="auto">
          <a:xfrm>
            <a:off x="3515916" y="1953816"/>
            <a:ext cx="176213" cy="58816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2212" name="Line 5">
            <a:extLst>
              <a:ext uri="{FF2B5EF4-FFF2-40B4-BE49-F238E27FC236}">
                <a16:creationId xmlns:a16="http://schemas.microsoft.com/office/drawing/2014/main" id="{F38F25BE-2B9B-5546-8677-EB296585A7CC}"/>
              </a:ext>
            </a:extLst>
          </p:cNvPr>
          <p:cNvSpPr>
            <a:spLocks noChangeShapeType="1"/>
          </p:cNvSpPr>
          <p:nvPr/>
        </p:nvSpPr>
        <p:spPr bwMode="auto">
          <a:xfrm flipH="1">
            <a:off x="6796088" y="2189560"/>
            <a:ext cx="466725" cy="58935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2213" name="Line 6">
            <a:extLst>
              <a:ext uri="{FF2B5EF4-FFF2-40B4-BE49-F238E27FC236}">
                <a16:creationId xmlns:a16="http://schemas.microsoft.com/office/drawing/2014/main" id="{4AC5F181-6828-9E44-AD14-830F48450194}"/>
              </a:ext>
            </a:extLst>
          </p:cNvPr>
          <p:cNvSpPr>
            <a:spLocks noChangeShapeType="1"/>
          </p:cNvSpPr>
          <p:nvPr/>
        </p:nvSpPr>
        <p:spPr bwMode="auto">
          <a:xfrm flipH="1">
            <a:off x="5272088" y="1777604"/>
            <a:ext cx="58341" cy="64770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2214" name="Line 7">
            <a:extLst>
              <a:ext uri="{FF2B5EF4-FFF2-40B4-BE49-F238E27FC236}">
                <a16:creationId xmlns:a16="http://schemas.microsoft.com/office/drawing/2014/main" id="{01F6C3CA-34DA-CD48-BE8D-5CDF9CD26EA4}"/>
              </a:ext>
            </a:extLst>
          </p:cNvPr>
          <p:cNvSpPr>
            <a:spLocks noChangeShapeType="1"/>
          </p:cNvSpPr>
          <p:nvPr/>
        </p:nvSpPr>
        <p:spPr bwMode="auto">
          <a:xfrm flipV="1">
            <a:off x="5570935" y="3780235"/>
            <a:ext cx="0" cy="58816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2215" name="Line 8">
            <a:extLst>
              <a:ext uri="{FF2B5EF4-FFF2-40B4-BE49-F238E27FC236}">
                <a16:creationId xmlns:a16="http://schemas.microsoft.com/office/drawing/2014/main" id="{E1FF0249-DC02-3241-95B6-D7ED5A3D8D99}"/>
              </a:ext>
            </a:extLst>
          </p:cNvPr>
          <p:cNvSpPr>
            <a:spLocks noChangeShapeType="1"/>
          </p:cNvSpPr>
          <p:nvPr/>
        </p:nvSpPr>
        <p:spPr bwMode="auto">
          <a:xfrm>
            <a:off x="4101704" y="1837135"/>
            <a:ext cx="0" cy="529828"/>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2216" name="Line 9">
            <a:extLst>
              <a:ext uri="{FF2B5EF4-FFF2-40B4-BE49-F238E27FC236}">
                <a16:creationId xmlns:a16="http://schemas.microsoft.com/office/drawing/2014/main" id="{F6E6ED34-B326-D543-8AD7-65E33B926FEF}"/>
              </a:ext>
            </a:extLst>
          </p:cNvPr>
          <p:cNvSpPr>
            <a:spLocks noChangeShapeType="1"/>
          </p:cNvSpPr>
          <p:nvPr/>
        </p:nvSpPr>
        <p:spPr bwMode="auto">
          <a:xfrm flipH="1">
            <a:off x="6443662" y="1953816"/>
            <a:ext cx="176213" cy="53101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2217" name="Line 10">
            <a:extLst>
              <a:ext uri="{FF2B5EF4-FFF2-40B4-BE49-F238E27FC236}">
                <a16:creationId xmlns:a16="http://schemas.microsoft.com/office/drawing/2014/main" id="{9D848184-DA3D-AC4A-8462-D7D40AFB5DF0}"/>
              </a:ext>
            </a:extLst>
          </p:cNvPr>
          <p:cNvSpPr>
            <a:spLocks noChangeShapeType="1"/>
          </p:cNvSpPr>
          <p:nvPr/>
        </p:nvSpPr>
        <p:spPr bwMode="auto">
          <a:xfrm flipV="1">
            <a:off x="4807744" y="3720704"/>
            <a:ext cx="58341" cy="529828"/>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2218" name="Line 11">
            <a:extLst>
              <a:ext uri="{FF2B5EF4-FFF2-40B4-BE49-F238E27FC236}">
                <a16:creationId xmlns:a16="http://schemas.microsoft.com/office/drawing/2014/main" id="{15C1B6D1-091A-EB4B-A5A3-34804445A7DA}"/>
              </a:ext>
            </a:extLst>
          </p:cNvPr>
          <p:cNvSpPr>
            <a:spLocks noChangeShapeType="1"/>
          </p:cNvSpPr>
          <p:nvPr/>
        </p:nvSpPr>
        <p:spPr bwMode="auto">
          <a:xfrm flipV="1">
            <a:off x="3574257" y="3426619"/>
            <a:ext cx="117872" cy="64770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2219" name="Line 12">
            <a:extLst>
              <a:ext uri="{FF2B5EF4-FFF2-40B4-BE49-F238E27FC236}">
                <a16:creationId xmlns:a16="http://schemas.microsoft.com/office/drawing/2014/main" id="{522C00E5-E6F8-014F-922D-A7608BC44AC4}"/>
              </a:ext>
            </a:extLst>
          </p:cNvPr>
          <p:cNvSpPr>
            <a:spLocks noChangeShapeType="1"/>
          </p:cNvSpPr>
          <p:nvPr/>
        </p:nvSpPr>
        <p:spPr bwMode="auto">
          <a:xfrm flipH="1" flipV="1">
            <a:off x="6911579" y="3544491"/>
            <a:ext cx="644128" cy="117872"/>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pic>
        <p:nvPicPr>
          <p:cNvPr id="222220" name="Picture 13">
            <a:extLst>
              <a:ext uri="{FF2B5EF4-FFF2-40B4-BE49-F238E27FC236}">
                <a16:creationId xmlns:a16="http://schemas.microsoft.com/office/drawing/2014/main" id="{E84F2E8A-BA2A-5440-81FE-B007700BAF4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85022" y="1659732"/>
            <a:ext cx="289322" cy="2928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21" name="Picture 14">
            <a:extLst>
              <a:ext uri="{FF2B5EF4-FFF2-40B4-BE49-F238E27FC236}">
                <a16:creationId xmlns:a16="http://schemas.microsoft.com/office/drawing/2014/main" id="{1754CEEE-5418-1847-982E-81B99E3DAE8D}"/>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98044" y="1900238"/>
            <a:ext cx="289322" cy="2928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22" name="Picture 15">
            <a:extLst>
              <a:ext uri="{FF2B5EF4-FFF2-40B4-BE49-F238E27FC236}">
                <a16:creationId xmlns:a16="http://schemas.microsoft.com/office/drawing/2014/main" id="{23067130-F5FE-3049-A1E9-F3AE17144CF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14938" y="1541860"/>
            <a:ext cx="289322" cy="2928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23" name="Picture 16">
            <a:extLst>
              <a:ext uri="{FF2B5EF4-FFF2-40B4-BE49-F238E27FC236}">
                <a16:creationId xmlns:a16="http://schemas.microsoft.com/office/drawing/2014/main" id="{94CE685B-ADC0-AF45-AA59-768F5669DBC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87791" y="2012157"/>
            <a:ext cx="289322" cy="2940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24" name="Picture 17">
            <a:extLst>
              <a:ext uri="{FF2B5EF4-FFF2-40B4-BE49-F238E27FC236}">
                <a16:creationId xmlns:a16="http://schemas.microsoft.com/office/drawing/2014/main" id="{FC8E953E-7EF5-F44B-847E-65FDC89AC02D}"/>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02003" y="1719262"/>
            <a:ext cx="289322" cy="291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25" name="Picture 18">
            <a:extLst>
              <a:ext uri="{FF2B5EF4-FFF2-40B4-BE49-F238E27FC236}">
                <a16:creationId xmlns:a16="http://schemas.microsoft.com/office/drawing/2014/main" id="{603FA2F4-BD23-3544-98BD-8DE6B411A06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72338" y="3436144"/>
            <a:ext cx="289322" cy="2940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26" name="Picture 19">
            <a:extLst>
              <a:ext uri="{FF2B5EF4-FFF2-40B4-BE49-F238E27FC236}">
                <a16:creationId xmlns:a16="http://schemas.microsoft.com/office/drawing/2014/main" id="{4F0724CD-F8EA-364F-A398-20A7154DC45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34013" y="4250532"/>
            <a:ext cx="289322" cy="2928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27" name="Picture 20">
            <a:extLst>
              <a:ext uri="{FF2B5EF4-FFF2-40B4-BE49-F238E27FC236}">
                <a16:creationId xmlns:a16="http://schemas.microsoft.com/office/drawing/2014/main" id="{C127277D-6C16-1649-9E62-86CD1121A74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89872" y="4192191"/>
            <a:ext cx="289322" cy="2928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28" name="Picture 21">
            <a:extLst>
              <a:ext uri="{FF2B5EF4-FFF2-40B4-BE49-F238E27FC236}">
                <a16:creationId xmlns:a16="http://schemas.microsoft.com/office/drawing/2014/main" id="{832470EF-62A2-2C4A-BEDE-504269745AE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57576" y="3956448"/>
            <a:ext cx="289322" cy="2928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2229" name="Text Box 22">
            <a:extLst>
              <a:ext uri="{FF2B5EF4-FFF2-40B4-BE49-F238E27FC236}">
                <a16:creationId xmlns:a16="http://schemas.microsoft.com/office/drawing/2014/main" id="{F93B4897-9462-E642-A921-7ED5F5197542}"/>
              </a:ext>
            </a:extLst>
          </p:cNvPr>
          <p:cNvSpPr txBox="1">
            <a:spLocks noChangeArrowheads="1"/>
          </p:cNvSpPr>
          <p:nvPr/>
        </p:nvSpPr>
        <p:spPr bwMode="auto">
          <a:xfrm rot="5211293">
            <a:off x="7385277" y="2608079"/>
            <a:ext cx="453970"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2100" b="1">
                <a:latin typeface="Arial" panose="020B0604020202020204" pitchFamily="34" charset="0"/>
                <a:ea typeface="宋体" panose="02010600030101010101" pitchFamily="2" charset="-122"/>
                <a:cs typeface="黑体" panose="02010609060101010101" pitchFamily="49" charset="-122"/>
              </a:rPr>
              <a:t>…</a:t>
            </a:r>
          </a:p>
        </p:txBody>
      </p:sp>
      <p:sp>
        <p:nvSpPr>
          <p:cNvPr id="222230" name="Text Box 23">
            <a:extLst>
              <a:ext uri="{FF2B5EF4-FFF2-40B4-BE49-F238E27FC236}">
                <a16:creationId xmlns:a16="http://schemas.microsoft.com/office/drawing/2014/main" id="{9C1F07A1-9C89-5B4D-8B11-D687AB2304E8}"/>
              </a:ext>
            </a:extLst>
          </p:cNvPr>
          <p:cNvSpPr txBox="1">
            <a:spLocks noChangeArrowheads="1"/>
          </p:cNvSpPr>
          <p:nvPr/>
        </p:nvSpPr>
        <p:spPr bwMode="auto">
          <a:xfrm rot="546999">
            <a:off x="4116415" y="3869547"/>
            <a:ext cx="453970"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2100" b="1">
                <a:latin typeface="Arial" panose="020B0604020202020204" pitchFamily="34" charset="0"/>
                <a:ea typeface="宋体" panose="02010600030101010101" pitchFamily="2" charset="-122"/>
                <a:cs typeface="黑体" panose="02010609060101010101" pitchFamily="49" charset="-122"/>
              </a:rPr>
              <a:t>…</a:t>
            </a:r>
          </a:p>
        </p:txBody>
      </p:sp>
      <p:sp>
        <p:nvSpPr>
          <p:cNvPr id="222231" name="Text Box 24">
            <a:extLst>
              <a:ext uri="{FF2B5EF4-FFF2-40B4-BE49-F238E27FC236}">
                <a16:creationId xmlns:a16="http://schemas.microsoft.com/office/drawing/2014/main" id="{37332962-36B7-0542-9ADE-AFE929E00D1E}"/>
              </a:ext>
            </a:extLst>
          </p:cNvPr>
          <p:cNvSpPr txBox="1">
            <a:spLocks noChangeArrowheads="1"/>
          </p:cNvSpPr>
          <p:nvPr/>
        </p:nvSpPr>
        <p:spPr bwMode="auto">
          <a:xfrm rot="21237460">
            <a:off x="4549803" y="1465674"/>
            <a:ext cx="453970"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2100" b="1">
                <a:latin typeface="Arial" panose="020B0604020202020204" pitchFamily="34" charset="0"/>
                <a:ea typeface="宋体" panose="02010600030101010101" pitchFamily="2" charset="-122"/>
                <a:cs typeface="黑体" panose="02010609060101010101" pitchFamily="49" charset="-122"/>
              </a:rPr>
              <a:t>…</a:t>
            </a:r>
          </a:p>
        </p:txBody>
      </p:sp>
      <p:sp>
        <p:nvSpPr>
          <p:cNvPr id="222232" name="Text Box 25">
            <a:extLst>
              <a:ext uri="{FF2B5EF4-FFF2-40B4-BE49-F238E27FC236}">
                <a16:creationId xmlns:a16="http://schemas.microsoft.com/office/drawing/2014/main" id="{2126305C-C3C2-8E4F-910F-0B670D87FC12}"/>
              </a:ext>
            </a:extLst>
          </p:cNvPr>
          <p:cNvSpPr txBox="1">
            <a:spLocks noChangeArrowheads="1"/>
          </p:cNvSpPr>
          <p:nvPr/>
        </p:nvSpPr>
        <p:spPr bwMode="auto">
          <a:xfrm>
            <a:off x="2844404" y="1626394"/>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145.13.3.10</a:t>
            </a:r>
          </a:p>
        </p:txBody>
      </p:sp>
      <p:sp>
        <p:nvSpPr>
          <p:cNvPr id="222233" name="Text Box 26">
            <a:extLst>
              <a:ext uri="{FF2B5EF4-FFF2-40B4-BE49-F238E27FC236}">
                <a16:creationId xmlns:a16="http://schemas.microsoft.com/office/drawing/2014/main" id="{CEC1B3F5-4DFA-9F41-9554-4503873C9B1A}"/>
              </a:ext>
            </a:extLst>
          </p:cNvPr>
          <p:cNvSpPr txBox="1">
            <a:spLocks noChangeArrowheads="1"/>
          </p:cNvSpPr>
          <p:nvPr/>
        </p:nvSpPr>
        <p:spPr bwMode="auto">
          <a:xfrm>
            <a:off x="3652837" y="1356123"/>
            <a:ext cx="1188274"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145.13.3.11</a:t>
            </a:r>
          </a:p>
        </p:txBody>
      </p:sp>
      <p:sp>
        <p:nvSpPr>
          <p:cNvPr id="222234" name="Text Box 27">
            <a:extLst>
              <a:ext uri="{FF2B5EF4-FFF2-40B4-BE49-F238E27FC236}">
                <a16:creationId xmlns:a16="http://schemas.microsoft.com/office/drawing/2014/main" id="{7F7596F8-8955-0641-B307-93952146DB37}"/>
              </a:ext>
            </a:extLst>
          </p:cNvPr>
          <p:cNvSpPr txBox="1">
            <a:spLocks noChangeArrowheads="1"/>
          </p:cNvSpPr>
          <p:nvPr/>
        </p:nvSpPr>
        <p:spPr bwMode="auto">
          <a:xfrm>
            <a:off x="4794647" y="1247775"/>
            <a:ext cx="1309974"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145.13.3.101</a:t>
            </a:r>
          </a:p>
        </p:txBody>
      </p:sp>
      <p:sp>
        <p:nvSpPr>
          <p:cNvPr id="222235" name="Text Box 28">
            <a:extLst>
              <a:ext uri="{FF2B5EF4-FFF2-40B4-BE49-F238E27FC236}">
                <a16:creationId xmlns:a16="http://schemas.microsoft.com/office/drawing/2014/main" id="{365ACF21-04EB-4C42-8DC5-DC211BA00363}"/>
              </a:ext>
            </a:extLst>
          </p:cNvPr>
          <p:cNvSpPr txBox="1">
            <a:spLocks noChangeArrowheads="1"/>
          </p:cNvSpPr>
          <p:nvPr/>
        </p:nvSpPr>
        <p:spPr bwMode="auto">
          <a:xfrm>
            <a:off x="6111479" y="1464469"/>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145.13.7.34</a:t>
            </a:r>
          </a:p>
        </p:txBody>
      </p:sp>
      <p:sp>
        <p:nvSpPr>
          <p:cNvPr id="222236" name="Text Box 29">
            <a:extLst>
              <a:ext uri="{FF2B5EF4-FFF2-40B4-BE49-F238E27FC236}">
                <a16:creationId xmlns:a16="http://schemas.microsoft.com/office/drawing/2014/main" id="{F254D1AC-156E-9D4A-B090-CECB9F0BBB48}"/>
              </a:ext>
            </a:extLst>
          </p:cNvPr>
          <p:cNvSpPr txBox="1">
            <a:spLocks noChangeArrowheads="1"/>
          </p:cNvSpPr>
          <p:nvPr/>
        </p:nvSpPr>
        <p:spPr bwMode="auto">
          <a:xfrm>
            <a:off x="6786563" y="1762125"/>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145.13.7.35</a:t>
            </a:r>
          </a:p>
        </p:txBody>
      </p:sp>
      <p:sp>
        <p:nvSpPr>
          <p:cNvPr id="222237" name="Text Box 30">
            <a:extLst>
              <a:ext uri="{FF2B5EF4-FFF2-40B4-BE49-F238E27FC236}">
                <a16:creationId xmlns:a16="http://schemas.microsoft.com/office/drawing/2014/main" id="{3FAC495E-8652-864C-8C68-A0226A7A65FE}"/>
              </a:ext>
            </a:extLst>
          </p:cNvPr>
          <p:cNvSpPr txBox="1">
            <a:spLocks noChangeArrowheads="1"/>
          </p:cNvSpPr>
          <p:nvPr/>
        </p:nvSpPr>
        <p:spPr bwMode="auto">
          <a:xfrm>
            <a:off x="6840141" y="3709988"/>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145.13.7.56</a:t>
            </a:r>
          </a:p>
        </p:txBody>
      </p:sp>
      <p:sp>
        <p:nvSpPr>
          <p:cNvPr id="222238" name="Text Box 31">
            <a:extLst>
              <a:ext uri="{FF2B5EF4-FFF2-40B4-BE49-F238E27FC236}">
                <a16:creationId xmlns:a16="http://schemas.microsoft.com/office/drawing/2014/main" id="{D3C16879-3FAB-4F40-8D33-99F249919453}"/>
              </a:ext>
            </a:extLst>
          </p:cNvPr>
          <p:cNvSpPr txBox="1">
            <a:spLocks noChangeArrowheads="1"/>
          </p:cNvSpPr>
          <p:nvPr/>
        </p:nvSpPr>
        <p:spPr bwMode="auto">
          <a:xfrm>
            <a:off x="3061097" y="4194573"/>
            <a:ext cx="1309974"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145.13.21.23</a:t>
            </a:r>
          </a:p>
        </p:txBody>
      </p:sp>
      <p:sp>
        <p:nvSpPr>
          <p:cNvPr id="222239" name="Text Box 32">
            <a:extLst>
              <a:ext uri="{FF2B5EF4-FFF2-40B4-BE49-F238E27FC236}">
                <a16:creationId xmlns:a16="http://schemas.microsoft.com/office/drawing/2014/main" id="{9C662C32-3F78-B443-B27E-C1D92ED9BDEA}"/>
              </a:ext>
            </a:extLst>
          </p:cNvPr>
          <p:cNvSpPr txBox="1">
            <a:spLocks noChangeArrowheads="1"/>
          </p:cNvSpPr>
          <p:nvPr/>
        </p:nvSpPr>
        <p:spPr bwMode="auto">
          <a:xfrm>
            <a:off x="4248150" y="4460082"/>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145.13.21.9</a:t>
            </a:r>
          </a:p>
        </p:txBody>
      </p:sp>
      <p:sp>
        <p:nvSpPr>
          <p:cNvPr id="222240" name="Text Box 33">
            <a:extLst>
              <a:ext uri="{FF2B5EF4-FFF2-40B4-BE49-F238E27FC236}">
                <a16:creationId xmlns:a16="http://schemas.microsoft.com/office/drawing/2014/main" id="{58EC0A5A-9525-1E47-8191-36644BACEB7A}"/>
              </a:ext>
            </a:extLst>
          </p:cNvPr>
          <p:cNvSpPr txBox="1">
            <a:spLocks noChangeArrowheads="1"/>
          </p:cNvSpPr>
          <p:nvPr/>
        </p:nvSpPr>
        <p:spPr bwMode="auto">
          <a:xfrm>
            <a:off x="5697141" y="4245769"/>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145.13.21.8</a:t>
            </a:r>
          </a:p>
        </p:txBody>
      </p:sp>
      <p:sp>
        <p:nvSpPr>
          <p:cNvPr id="222241" name="Line 34">
            <a:extLst>
              <a:ext uri="{FF2B5EF4-FFF2-40B4-BE49-F238E27FC236}">
                <a16:creationId xmlns:a16="http://schemas.microsoft.com/office/drawing/2014/main" id="{4870C4D0-B797-C949-BC63-2B900A640652}"/>
              </a:ext>
            </a:extLst>
          </p:cNvPr>
          <p:cNvSpPr>
            <a:spLocks noChangeShapeType="1"/>
          </p:cNvSpPr>
          <p:nvPr/>
        </p:nvSpPr>
        <p:spPr bwMode="auto">
          <a:xfrm>
            <a:off x="1701404" y="2130029"/>
            <a:ext cx="1112044" cy="1002506"/>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2242" name="Line 35">
            <a:extLst>
              <a:ext uri="{FF2B5EF4-FFF2-40B4-BE49-F238E27FC236}">
                <a16:creationId xmlns:a16="http://schemas.microsoft.com/office/drawing/2014/main" id="{D2FE7879-95F6-4B44-A72C-0842AE2653BB}"/>
              </a:ext>
            </a:extLst>
          </p:cNvPr>
          <p:cNvSpPr>
            <a:spLocks noChangeShapeType="1"/>
          </p:cNvSpPr>
          <p:nvPr/>
        </p:nvSpPr>
        <p:spPr bwMode="auto">
          <a:xfrm>
            <a:off x="1583531" y="2130029"/>
            <a:ext cx="0" cy="1532334"/>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2243" name="Line 36">
            <a:extLst>
              <a:ext uri="{FF2B5EF4-FFF2-40B4-BE49-F238E27FC236}">
                <a16:creationId xmlns:a16="http://schemas.microsoft.com/office/drawing/2014/main" id="{03E725F8-D7CF-944E-9BED-860BA1C76722}"/>
              </a:ext>
            </a:extLst>
          </p:cNvPr>
          <p:cNvSpPr>
            <a:spLocks noChangeShapeType="1"/>
          </p:cNvSpPr>
          <p:nvPr/>
        </p:nvSpPr>
        <p:spPr bwMode="auto">
          <a:xfrm flipV="1">
            <a:off x="1643063" y="3189685"/>
            <a:ext cx="1112044" cy="59055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4869" name="AutoShape 37">
            <a:extLst>
              <a:ext uri="{FF2B5EF4-FFF2-40B4-BE49-F238E27FC236}">
                <a16:creationId xmlns:a16="http://schemas.microsoft.com/office/drawing/2014/main" id="{79BB871C-DC53-7544-8758-430734B68CED}"/>
              </a:ext>
            </a:extLst>
          </p:cNvPr>
          <p:cNvSpPr>
            <a:spLocks noChangeArrowheads="1"/>
          </p:cNvSpPr>
          <p:nvPr/>
        </p:nvSpPr>
        <p:spPr bwMode="auto">
          <a:xfrm>
            <a:off x="1253729" y="4137422"/>
            <a:ext cx="1859756" cy="790575"/>
          </a:xfrm>
          <a:prstGeom prst="wedgeRoundRectCallout">
            <a:avLst>
              <a:gd name="adj1" fmla="val 34699"/>
              <a:gd name="adj2" fmla="val -169426"/>
              <a:gd name="adj3" fmla="val 16667"/>
            </a:avLst>
          </a:prstGeom>
          <a:solidFill>
            <a:srgbClr val="FFFF99"/>
          </a:solidFill>
          <a:ln w="9525">
            <a:solidFill>
              <a:schemeClr val="tx1"/>
            </a:solidFill>
            <a:miter lim="800000"/>
            <a:headEnd/>
            <a:tailEnd/>
          </a:ln>
          <a:effectLst>
            <a:outerShdw blurRad="63500" dist="38099" dir="2700000" algn="ctr" rotWithShape="0">
              <a:schemeClr val="bg2">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endParaRPr kumimoji="1" lang="zh-CN" altLang="zh-CN" sz="1500">
              <a:solidFill>
                <a:srgbClr val="333399"/>
              </a:solidFill>
              <a:latin typeface="Arial" panose="020B0604020202020204" pitchFamily="34" charset="0"/>
            </a:endParaRPr>
          </a:p>
        </p:txBody>
      </p:sp>
      <p:sp>
        <p:nvSpPr>
          <p:cNvPr id="222245" name="Text Box 38">
            <a:extLst>
              <a:ext uri="{FF2B5EF4-FFF2-40B4-BE49-F238E27FC236}">
                <a16:creationId xmlns:a16="http://schemas.microsoft.com/office/drawing/2014/main" id="{E9B74CDE-BDB0-F648-A5EB-3E938CE3565C}"/>
              </a:ext>
            </a:extLst>
          </p:cNvPr>
          <p:cNvSpPr txBox="1">
            <a:spLocks noChangeArrowheads="1"/>
          </p:cNvSpPr>
          <p:nvPr/>
        </p:nvSpPr>
        <p:spPr bwMode="auto">
          <a:xfrm>
            <a:off x="1277541" y="4118372"/>
            <a:ext cx="1901428"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所有到网络 </a:t>
            </a:r>
            <a:r>
              <a:rPr kumimoji="1" lang="en-US" altLang="zh-CN" sz="1500">
                <a:latin typeface="Arial" panose="020B0604020202020204" pitchFamily="34" charset="0"/>
                <a:ea typeface="宋体" panose="02010600030101010101" pitchFamily="2" charset="-122"/>
                <a:cs typeface="黑体" panose="02010609060101010101" pitchFamily="49" charset="-122"/>
              </a:rPr>
              <a:t>145.13.0.0</a:t>
            </a:r>
            <a:r>
              <a:rPr kumimoji="1" lang="zh-CN" altLang="en-US" sz="1500">
                <a:latin typeface="Arial" panose="020B0604020202020204" pitchFamily="34" charset="0"/>
                <a:ea typeface="宋体" panose="02010600030101010101" pitchFamily="2" charset="-122"/>
                <a:cs typeface="黑体" panose="02010609060101010101" pitchFamily="49" charset="-122"/>
              </a:rPr>
              <a:t>的分组均到达此路由器</a:t>
            </a:r>
          </a:p>
        </p:txBody>
      </p:sp>
      <p:pic>
        <p:nvPicPr>
          <p:cNvPr id="222246" name="Picture 39">
            <a:extLst>
              <a:ext uri="{FF2B5EF4-FFF2-40B4-BE49-F238E27FC236}">
                <a16:creationId xmlns:a16="http://schemas.microsoft.com/office/drawing/2014/main" id="{CB2DE40E-29A9-B047-9A51-5AAFD1C3A9EC}"/>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50169" y="3602831"/>
            <a:ext cx="526256"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47" name="Picture 40">
            <a:extLst>
              <a:ext uri="{FF2B5EF4-FFF2-40B4-BE49-F238E27FC236}">
                <a16:creationId xmlns:a16="http://schemas.microsoft.com/office/drawing/2014/main" id="{87FFA342-9EDF-814F-A618-99702BF3A93D}"/>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50169" y="1953817"/>
            <a:ext cx="526256"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2248" name="AutoShape 41">
            <a:extLst>
              <a:ext uri="{FF2B5EF4-FFF2-40B4-BE49-F238E27FC236}">
                <a16:creationId xmlns:a16="http://schemas.microsoft.com/office/drawing/2014/main" id="{76C64E8D-7655-B849-A342-A1143D1128C2}"/>
              </a:ext>
            </a:extLst>
          </p:cNvPr>
          <p:cNvSpPr>
            <a:spLocks noChangeArrowheads="1"/>
          </p:cNvSpPr>
          <p:nvPr/>
        </p:nvSpPr>
        <p:spPr bwMode="auto">
          <a:xfrm rot="19956702">
            <a:off x="1803797" y="3167063"/>
            <a:ext cx="703659" cy="292894"/>
          </a:xfrm>
          <a:prstGeom prst="leftArrow">
            <a:avLst>
              <a:gd name="adj1" fmla="val 42500"/>
              <a:gd name="adj2" fmla="val 90514"/>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22249" name="AutoShape 42">
            <a:extLst>
              <a:ext uri="{FF2B5EF4-FFF2-40B4-BE49-F238E27FC236}">
                <a16:creationId xmlns:a16="http://schemas.microsoft.com/office/drawing/2014/main" id="{0AD17BBC-23F4-A344-8BFE-1F98702BFEEF}"/>
              </a:ext>
            </a:extLst>
          </p:cNvPr>
          <p:cNvSpPr>
            <a:spLocks noChangeArrowheads="1"/>
          </p:cNvSpPr>
          <p:nvPr/>
        </p:nvSpPr>
        <p:spPr bwMode="auto">
          <a:xfrm rot="2494205">
            <a:off x="2041923" y="2334816"/>
            <a:ext cx="702469" cy="295275"/>
          </a:xfrm>
          <a:prstGeom prst="leftArrow">
            <a:avLst>
              <a:gd name="adj1" fmla="val 42500"/>
              <a:gd name="adj2" fmla="val 89632"/>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22250" name="Text Box 43">
            <a:extLst>
              <a:ext uri="{FF2B5EF4-FFF2-40B4-BE49-F238E27FC236}">
                <a16:creationId xmlns:a16="http://schemas.microsoft.com/office/drawing/2014/main" id="{18124D6A-9D3D-884C-BB02-D82788EB8186}"/>
              </a:ext>
            </a:extLst>
          </p:cNvPr>
          <p:cNvSpPr txBox="1">
            <a:spLocks noChangeArrowheads="1"/>
          </p:cNvSpPr>
          <p:nvPr/>
        </p:nvSpPr>
        <p:spPr bwMode="auto">
          <a:xfrm>
            <a:off x="1501379" y="1107281"/>
            <a:ext cx="1340432"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我的网络地址</a:t>
            </a:r>
          </a:p>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是 </a:t>
            </a:r>
            <a:r>
              <a:rPr kumimoji="1" lang="en-US" altLang="zh-CN" sz="1500">
                <a:latin typeface="Arial" panose="020B0604020202020204" pitchFamily="34" charset="0"/>
                <a:ea typeface="宋体" panose="02010600030101010101" pitchFamily="2" charset="-122"/>
                <a:cs typeface="黑体" panose="02010609060101010101" pitchFamily="49" charset="-122"/>
              </a:rPr>
              <a:t>145.13.0.0</a:t>
            </a:r>
          </a:p>
        </p:txBody>
      </p:sp>
      <p:sp>
        <p:nvSpPr>
          <p:cNvPr id="222251" name="Line 44">
            <a:extLst>
              <a:ext uri="{FF2B5EF4-FFF2-40B4-BE49-F238E27FC236}">
                <a16:creationId xmlns:a16="http://schemas.microsoft.com/office/drawing/2014/main" id="{3A8B5C62-5435-2945-9F9D-45E6B169E938}"/>
              </a:ext>
            </a:extLst>
          </p:cNvPr>
          <p:cNvSpPr>
            <a:spLocks noChangeShapeType="1"/>
          </p:cNvSpPr>
          <p:nvPr/>
        </p:nvSpPr>
        <p:spPr bwMode="auto">
          <a:xfrm>
            <a:off x="2170510" y="1659731"/>
            <a:ext cx="258365" cy="863204"/>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2252" name="Line 45">
            <a:extLst>
              <a:ext uri="{FF2B5EF4-FFF2-40B4-BE49-F238E27FC236}">
                <a16:creationId xmlns:a16="http://schemas.microsoft.com/office/drawing/2014/main" id="{5991D19E-4E27-904C-B68E-E45F38EC0CF8}"/>
              </a:ext>
            </a:extLst>
          </p:cNvPr>
          <p:cNvSpPr>
            <a:spLocks noChangeShapeType="1"/>
          </p:cNvSpPr>
          <p:nvPr/>
        </p:nvSpPr>
        <p:spPr bwMode="auto">
          <a:xfrm>
            <a:off x="2052638" y="1659731"/>
            <a:ext cx="117872" cy="1649016"/>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2253" name="Text Box 46">
            <a:extLst>
              <a:ext uri="{FF2B5EF4-FFF2-40B4-BE49-F238E27FC236}">
                <a16:creationId xmlns:a16="http://schemas.microsoft.com/office/drawing/2014/main" id="{474A672D-7422-6C4F-B65E-6239B3F311A2}"/>
              </a:ext>
            </a:extLst>
          </p:cNvPr>
          <p:cNvSpPr txBox="1">
            <a:spLocks noChangeArrowheads="1"/>
          </p:cNvSpPr>
          <p:nvPr/>
        </p:nvSpPr>
        <p:spPr bwMode="auto">
          <a:xfrm>
            <a:off x="2700338" y="2614613"/>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p>
        </p:txBody>
      </p:sp>
      <p:sp>
        <p:nvSpPr>
          <p:cNvPr id="222254" name="Text Box 47">
            <a:extLst>
              <a:ext uri="{FF2B5EF4-FFF2-40B4-BE49-F238E27FC236}">
                <a16:creationId xmlns:a16="http://schemas.microsoft.com/office/drawing/2014/main" id="{30D9386A-B00B-EA41-BA03-BFADC77BBF54}"/>
              </a:ext>
            </a:extLst>
          </p:cNvPr>
          <p:cNvSpPr txBox="1">
            <a:spLocks noChangeArrowheads="1"/>
          </p:cNvSpPr>
          <p:nvPr/>
        </p:nvSpPr>
        <p:spPr bwMode="auto">
          <a:xfrm>
            <a:off x="1202531" y="3300413"/>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3</a:t>
            </a:r>
          </a:p>
        </p:txBody>
      </p:sp>
      <p:sp>
        <p:nvSpPr>
          <p:cNvPr id="222255" name="Text Box 48">
            <a:extLst>
              <a:ext uri="{FF2B5EF4-FFF2-40B4-BE49-F238E27FC236}">
                <a16:creationId xmlns:a16="http://schemas.microsoft.com/office/drawing/2014/main" id="{0A9646F4-9C11-0D49-B3A0-CE16C282A107}"/>
              </a:ext>
            </a:extLst>
          </p:cNvPr>
          <p:cNvSpPr txBox="1">
            <a:spLocks noChangeArrowheads="1"/>
          </p:cNvSpPr>
          <p:nvPr/>
        </p:nvSpPr>
        <p:spPr bwMode="auto">
          <a:xfrm>
            <a:off x="1202531" y="1653779"/>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2</a:t>
            </a:r>
          </a:p>
        </p:txBody>
      </p:sp>
      <p:grpSp>
        <p:nvGrpSpPr>
          <p:cNvPr id="222256" name="Group 49">
            <a:extLst>
              <a:ext uri="{FF2B5EF4-FFF2-40B4-BE49-F238E27FC236}">
                <a16:creationId xmlns:a16="http://schemas.microsoft.com/office/drawing/2014/main" id="{4DCCBE30-8BD4-8541-8DB8-7A27B748FE1D}"/>
              </a:ext>
            </a:extLst>
          </p:cNvPr>
          <p:cNvGrpSpPr>
            <a:grpSpLocks/>
          </p:cNvGrpSpPr>
          <p:nvPr/>
        </p:nvGrpSpPr>
        <p:grpSpPr bwMode="auto">
          <a:xfrm>
            <a:off x="2996804" y="1958579"/>
            <a:ext cx="4254103" cy="2133600"/>
            <a:chOff x="1746" y="890"/>
            <a:chExt cx="3221" cy="1950"/>
          </a:xfrm>
        </p:grpSpPr>
        <p:grpSp>
          <p:nvGrpSpPr>
            <p:cNvPr id="222260" name="Group 50">
              <a:extLst>
                <a:ext uri="{FF2B5EF4-FFF2-40B4-BE49-F238E27FC236}">
                  <a16:creationId xmlns:a16="http://schemas.microsoft.com/office/drawing/2014/main" id="{412A9D48-F26E-A946-872A-02ED1C58A427}"/>
                </a:ext>
              </a:extLst>
            </p:cNvPr>
            <p:cNvGrpSpPr>
              <a:grpSpLocks/>
            </p:cNvGrpSpPr>
            <p:nvPr/>
          </p:nvGrpSpPr>
          <p:grpSpPr bwMode="auto">
            <a:xfrm>
              <a:off x="1746" y="890"/>
              <a:ext cx="3221" cy="1950"/>
              <a:chOff x="912" y="768"/>
              <a:chExt cx="2400" cy="1584"/>
            </a:xfrm>
          </p:grpSpPr>
          <p:sp>
            <p:nvSpPr>
              <p:cNvPr id="222262" name="Oval 51">
                <a:extLst>
                  <a:ext uri="{FF2B5EF4-FFF2-40B4-BE49-F238E27FC236}">
                    <a16:creationId xmlns:a16="http://schemas.microsoft.com/office/drawing/2014/main" id="{1FF01BEF-CFBF-954C-92ED-3161AACB776A}"/>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63" name="Oval 52">
                <a:extLst>
                  <a:ext uri="{FF2B5EF4-FFF2-40B4-BE49-F238E27FC236}">
                    <a16:creationId xmlns:a16="http://schemas.microsoft.com/office/drawing/2014/main" id="{2E48307A-A988-054C-8303-64C850FB8451}"/>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64" name="Oval 53">
                <a:extLst>
                  <a:ext uri="{FF2B5EF4-FFF2-40B4-BE49-F238E27FC236}">
                    <a16:creationId xmlns:a16="http://schemas.microsoft.com/office/drawing/2014/main" id="{B9187E31-2AFA-5248-89EB-E70BAE0FED2E}"/>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65" name="Oval 54">
                <a:extLst>
                  <a:ext uri="{FF2B5EF4-FFF2-40B4-BE49-F238E27FC236}">
                    <a16:creationId xmlns:a16="http://schemas.microsoft.com/office/drawing/2014/main" id="{64F00EB3-20EE-DC41-96B9-ACEA45C50617}"/>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66" name="Oval 55">
                <a:extLst>
                  <a:ext uri="{FF2B5EF4-FFF2-40B4-BE49-F238E27FC236}">
                    <a16:creationId xmlns:a16="http://schemas.microsoft.com/office/drawing/2014/main" id="{5A0042B0-D7D5-6F47-B371-25BC100A5A18}"/>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67" name="Oval 56">
                <a:extLst>
                  <a:ext uri="{FF2B5EF4-FFF2-40B4-BE49-F238E27FC236}">
                    <a16:creationId xmlns:a16="http://schemas.microsoft.com/office/drawing/2014/main" id="{1C72BF3F-2D0B-194B-8D6D-B3F22A959D87}"/>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68" name="Oval 57">
                <a:extLst>
                  <a:ext uri="{FF2B5EF4-FFF2-40B4-BE49-F238E27FC236}">
                    <a16:creationId xmlns:a16="http://schemas.microsoft.com/office/drawing/2014/main" id="{2CBE0879-D539-DB44-BD3E-29EC423950A1}"/>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69" name="Oval 58">
                <a:extLst>
                  <a:ext uri="{FF2B5EF4-FFF2-40B4-BE49-F238E27FC236}">
                    <a16:creationId xmlns:a16="http://schemas.microsoft.com/office/drawing/2014/main" id="{B4DE5A33-849B-FD47-B0EA-D34F61EC13F3}"/>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70" name="Oval 59">
                <a:extLst>
                  <a:ext uri="{FF2B5EF4-FFF2-40B4-BE49-F238E27FC236}">
                    <a16:creationId xmlns:a16="http://schemas.microsoft.com/office/drawing/2014/main" id="{11631ADD-1EB3-C14B-9479-0626A80A1D0D}"/>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222271" name="Group 60">
                <a:extLst>
                  <a:ext uri="{FF2B5EF4-FFF2-40B4-BE49-F238E27FC236}">
                    <a16:creationId xmlns:a16="http://schemas.microsoft.com/office/drawing/2014/main" id="{02E7E49E-94DA-D14B-99BF-6F80EA46D066}"/>
                  </a:ext>
                </a:extLst>
              </p:cNvPr>
              <p:cNvGrpSpPr>
                <a:grpSpLocks/>
              </p:cNvGrpSpPr>
              <p:nvPr/>
            </p:nvGrpSpPr>
            <p:grpSpPr bwMode="auto">
              <a:xfrm>
                <a:off x="912" y="768"/>
                <a:ext cx="2386" cy="1553"/>
                <a:chOff x="912" y="768"/>
                <a:chExt cx="2386" cy="1553"/>
              </a:xfrm>
            </p:grpSpPr>
            <p:sp>
              <p:nvSpPr>
                <p:cNvPr id="222272" name="Oval 61">
                  <a:extLst>
                    <a:ext uri="{FF2B5EF4-FFF2-40B4-BE49-F238E27FC236}">
                      <a16:creationId xmlns:a16="http://schemas.microsoft.com/office/drawing/2014/main" id="{AB979926-69D3-B647-BDF2-C536872C3A31}"/>
                    </a:ext>
                  </a:extLst>
                </p:cNvPr>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73" name="Oval 62">
                  <a:extLst>
                    <a:ext uri="{FF2B5EF4-FFF2-40B4-BE49-F238E27FC236}">
                      <a16:creationId xmlns:a16="http://schemas.microsoft.com/office/drawing/2014/main" id="{B27A7D03-C09F-D748-B617-16D98797B27C}"/>
                    </a:ext>
                  </a:extLst>
                </p:cNvPr>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74" name="Oval 63">
                  <a:extLst>
                    <a:ext uri="{FF2B5EF4-FFF2-40B4-BE49-F238E27FC236}">
                      <a16:creationId xmlns:a16="http://schemas.microsoft.com/office/drawing/2014/main" id="{E35EFDE9-D2B0-604D-B5A7-E1B33F289982}"/>
                    </a:ext>
                  </a:extLst>
                </p:cNvPr>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75" name="Oval 64">
                  <a:extLst>
                    <a:ext uri="{FF2B5EF4-FFF2-40B4-BE49-F238E27FC236}">
                      <a16:creationId xmlns:a16="http://schemas.microsoft.com/office/drawing/2014/main" id="{6A67E7BB-4BAA-F54E-999C-B0AB3C803E45}"/>
                    </a:ext>
                  </a:extLst>
                </p:cNvPr>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76" name="Oval 65">
                  <a:extLst>
                    <a:ext uri="{FF2B5EF4-FFF2-40B4-BE49-F238E27FC236}">
                      <a16:creationId xmlns:a16="http://schemas.microsoft.com/office/drawing/2014/main" id="{5DE6AA63-D3E5-DB40-8143-E3E52147057B}"/>
                    </a:ext>
                  </a:extLst>
                </p:cNvPr>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77" name="Oval 66">
                  <a:extLst>
                    <a:ext uri="{FF2B5EF4-FFF2-40B4-BE49-F238E27FC236}">
                      <a16:creationId xmlns:a16="http://schemas.microsoft.com/office/drawing/2014/main" id="{FDAAF07A-5427-9A4F-A806-12F0B32FCB18}"/>
                    </a:ext>
                  </a:extLst>
                </p:cNvPr>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78" name="Oval 67">
                  <a:extLst>
                    <a:ext uri="{FF2B5EF4-FFF2-40B4-BE49-F238E27FC236}">
                      <a16:creationId xmlns:a16="http://schemas.microsoft.com/office/drawing/2014/main" id="{5D52055C-0C2F-E647-893B-573063B5E7C3}"/>
                    </a:ext>
                  </a:extLst>
                </p:cNvPr>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79" name="Oval 68">
                  <a:extLst>
                    <a:ext uri="{FF2B5EF4-FFF2-40B4-BE49-F238E27FC236}">
                      <a16:creationId xmlns:a16="http://schemas.microsoft.com/office/drawing/2014/main" id="{08C445A9-099B-1C4C-8F61-9F6D5FA63B2D}"/>
                    </a:ext>
                  </a:extLst>
                </p:cNvPr>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80" name="Oval 69">
                  <a:extLst>
                    <a:ext uri="{FF2B5EF4-FFF2-40B4-BE49-F238E27FC236}">
                      <a16:creationId xmlns:a16="http://schemas.microsoft.com/office/drawing/2014/main" id="{57E75C1B-6902-9745-A35B-897B8CB4C36D}"/>
                    </a:ext>
                  </a:extLst>
                </p:cNvPr>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sp>
          <p:nvSpPr>
            <p:cNvPr id="222261" name="Text Box 70">
              <a:extLst>
                <a:ext uri="{FF2B5EF4-FFF2-40B4-BE49-F238E27FC236}">
                  <a16:creationId xmlns:a16="http://schemas.microsoft.com/office/drawing/2014/main" id="{E0B72F16-FFAF-024B-8594-89F6B47FE07C}"/>
                </a:ext>
              </a:extLst>
            </p:cNvPr>
            <p:cNvSpPr txBox="1">
              <a:spLocks noChangeArrowheads="1"/>
            </p:cNvSpPr>
            <p:nvPr/>
          </p:nvSpPr>
          <p:spPr bwMode="auto">
            <a:xfrm>
              <a:off x="2937" y="1410"/>
              <a:ext cx="1242" cy="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2400">
                  <a:latin typeface="Arial" panose="020B0604020202020204" pitchFamily="34" charset="0"/>
                  <a:ea typeface="宋体" panose="02010600030101010101" pitchFamily="2" charset="-122"/>
                  <a:cs typeface="黑体" panose="02010609060101010101" pitchFamily="49" charset="-122"/>
                </a:rPr>
                <a:t>网络</a:t>
              </a:r>
            </a:p>
            <a:p>
              <a:pPr algn="ctr" eaLnBrk="1" hangingPunct="1">
                <a:spcBef>
                  <a:spcPct val="0"/>
                </a:spcBef>
                <a:buClrTx/>
                <a:buSzTx/>
                <a:buFontTx/>
                <a:buNone/>
              </a:pPr>
              <a:r>
                <a:rPr kumimoji="1" lang="en-US" altLang="zh-CN" sz="2400">
                  <a:latin typeface="Arial" panose="020B0604020202020204" pitchFamily="34" charset="0"/>
                  <a:ea typeface="宋体" panose="02010600030101010101" pitchFamily="2" charset="-122"/>
                  <a:cs typeface="黑体" panose="02010609060101010101" pitchFamily="49" charset="-122"/>
                </a:rPr>
                <a:t>145.13.0.0</a:t>
              </a:r>
            </a:p>
          </p:txBody>
        </p:sp>
      </p:grpSp>
      <p:pic>
        <p:nvPicPr>
          <p:cNvPr id="222257" name="Picture 71">
            <a:extLst>
              <a:ext uri="{FF2B5EF4-FFF2-40B4-BE49-F238E27FC236}">
                <a16:creationId xmlns:a16="http://schemas.microsoft.com/office/drawing/2014/main" id="{F260680A-24C0-1D43-A914-7F7183116C60}"/>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80085" y="2955131"/>
            <a:ext cx="526256"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2258" name="Rectangle 72">
            <a:extLst>
              <a:ext uri="{FF2B5EF4-FFF2-40B4-BE49-F238E27FC236}">
                <a16:creationId xmlns:a16="http://schemas.microsoft.com/office/drawing/2014/main" id="{0A874B85-2A5B-6748-83EB-2EF07B98EAF1}"/>
              </a:ext>
            </a:extLst>
          </p:cNvPr>
          <p:cNvSpPr>
            <a:spLocks noGrp="1" noChangeArrowheads="1"/>
          </p:cNvSpPr>
          <p:nvPr>
            <p:ph type="title"/>
          </p:nvPr>
        </p:nvSpPr>
        <p:spPr>
          <a:xfrm>
            <a:off x="1602581" y="267892"/>
            <a:ext cx="5778104" cy="467915"/>
          </a:xfrm>
        </p:spPr>
        <p:txBody>
          <a:bodyPr/>
          <a:lstStyle/>
          <a:p>
            <a:pPr algn="ctr" eaLnBrk="1" hangingPunct="1"/>
            <a:r>
              <a:rPr lang="zh-CN" altLang="en-US" sz="2700">
                <a:latin typeface="Times New Roman" panose="02020603050405020304" pitchFamily="18" charset="0"/>
                <a:ea typeface="宋体" panose="02010600030101010101" pitchFamily="2" charset="-122"/>
              </a:rPr>
              <a:t>一个未划分子网的 </a:t>
            </a:r>
            <a:r>
              <a:rPr lang="en-US" altLang="zh-CN" sz="2700">
                <a:latin typeface="Times New Roman" panose="02020603050405020304" pitchFamily="18" charset="0"/>
                <a:ea typeface="宋体" panose="02010600030101010101" pitchFamily="2" charset="-122"/>
              </a:rPr>
              <a:t>B </a:t>
            </a:r>
            <a:r>
              <a:rPr lang="zh-CN" altLang="en-US" sz="2700">
                <a:latin typeface="Times New Roman" panose="02020603050405020304" pitchFamily="18" charset="0"/>
                <a:ea typeface="宋体" panose="02010600030101010101" pitchFamily="2" charset="-122"/>
              </a:rPr>
              <a:t>类网络</a:t>
            </a:r>
            <a:r>
              <a:rPr lang="en-US" altLang="zh-CN" sz="2700">
                <a:latin typeface="Times New Roman" panose="02020603050405020304" pitchFamily="18" charset="0"/>
                <a:ea typeface="宋体" panose="02010600030101010101" pitchFamily="2" charset="-122"/>
              </a:rPr>
              <a:t>145.13.0.0</a:t>
            </a:r>
          </a:p>
        </p:txBody>
      </p:sp>
      <p:sp>
        <p:nvSpPr>
          <p:cNvPr id="222259" name="幻灯片编号占位符 1">
            <a:extLst>
              <a:ext uri="{FF2B5EF4-FFF2-40B4-BE49-F238E27FC236}">
                <a16:creationId xmlns:a16="http://schemas.microsoft.com/office/drawing/2014/main" id="{8F9F1C64-843B-394C-A219-DF979BAB1A80}"/>
              </a:ext>
            </a:extLst>
          </p:cNvPr>
          <p:cNvSpPr>
            <a:spLocks noGrp="1" noChangeArrowheads="1"/>
          </p:cNvSpPr>
          <p:nvPr>
            <p:ph type="sldNum" sz="quarter" idx="10"/>
          </p:nvPr>
        </p:nvSpPr>
        <p:spPr>
          <a:xfrm>
            <a:off x="8628460" y="4836289"/>
            <a:ext cx="515540"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2B364F5-9275-0843-A9BA-2D30BBFA359A}"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40671209"/>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24257" name="Rectangle 2">
            <a:extLst>
              <a:ext uri="{FF2B5EF4-FFF2-40B4-BE49-F238E27FC236}">
                <a16:creationId xmlns:a16="http://schemas.microsoft.com/office/drawing/2014/main" id="{7EBAC6D9-6ED3-CE48-9F20-8086339964B8}"/>
              </a:ext>
            </a:extLst>
          </p:cNvPr>
          <p:cNvSpPr>
            <a:spLocks noGrp="1" noChangeArrowheads="1"/>
          </p:cNvSpPr>
          <p:nvPr>
            <p:ph type="title"/>
          </p:nvPr>
        </p:nvSpPr>
        <p:spPr>
          <a:xfrm>
            <a:off x="1709737" y="33337"/>
            <a:ext cx="5844779" cy="576263"/>
          </a:xfrm>
        </p:spPr>
        <p:txBody>
          <a:bodyPr/>
          <a:lstStyle/>
          <a:p>
            <a:pPr eaLnBrk="1" hangingPunct="1"/>
            <a:r>
              <a:rPr lang="zh-CN" altLang="en-US" sz="2700">
                <a:latin typeface="Times New Roman" panose="02020603050405020304" pitchFamily="18" charset="0"/>
                <a:ea typeface="宋体" panose="02010600030101010101" pitchFamily="2" charset="-122"/>
              </a:rPr>
              <a:t>划分为三个子网后对外仍是一个网络 </a:t>
            </a:r>
          </a:p>
        </p:txBody>
      </p:sp>
      <p:sp>
        <p:nvSpPr>
          <p:cNvPr id="224258" name="Line 3">
            <a:extLst>
              <a:ext uri="{FF2B5EF4-FFF2-40B4-BE49-F238E27FC236}">
                <a16:creationId xmlns:a16="http://schemas.microsoft.com/office/drawing/2014/main" id="{D784D686-9FB0-CF4D-B13F-CFDA311724B4}"/>
              </a:ext>
            </a:extLst>
          </p:cNvPr>
          <p:cNvSpPr>
            <a:spLocks noChangeShapeType="1"/>
          </p:cNvSpPr>
          <p:nvPr/>
        </p:nvSpPr>
        <p:spPr bwMode="auto">
          <a:xfrm>
            <a:off x="1704975" y="1971675"/>
            <a:ext cx="1102519" cy="102751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4259" name="Line 4">
            <a:extLst>
              <a:ext uri="{FF2B5EF4-FFF2-40B4-BE49-F238E27FC236}">
                <a16:creationId xmlns:a16="http://schemas.microsoft.com/office/drawing/2014/main" id="{9BB9FC82-5E06-C842-933A-D0A0322D2034}"/>
              </a:ext>
            </a:extLst>
          </p:cNvPr>
          <p:cNvSpPr>
            <a:spLocks noChangeShapeType="1"/>
          </p:cNvSpPr>
          <p:nvPr/>
        </p:nvSpPr>
        <p:spPr bwMode="auto">
          <a:xfrm>
            <a:off x="1588294" y="1971675"/>
            <a:ext cx="0" cy="1571625"/>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4260" name="Line 5">
            <a:extLst>
              <a:ext uri="{FF2B5EF4-FFF2-40B4-BE49-F238E27FC236}">
                <a16:creationId xmlns:a16="http://schemas.microsoft.com/office/drawing/2014/main" id="{D286D66D-1608-564B-B191-9362652DC8CC}"/>
              </a:ext>
            </a:extLst>
          </p:cNvPr>
          <p:cNvSpPr>
            <a:spLocks noChangeShapeType="1"/>
          </p:cNvSpPr>
          <p:nvPr/>
        </p:nvSpPr>
        <p:spPr bwMode="auto">
          <a:xfrm flipV="1">
            <a:off x="1646635" y="3058716"/>
            <a:ext cx="1102519" cy="603647"/>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4261" name="AutoShape 6">
            <a:extLst>
              <a:ext uri="{FF2B5EF4-FFF2-40B4-BE49-F238E27FC236}">
                <a16:creationId xmlns:a16="http://schemas.microsoft.com/office/drawing/2014/main" id="{DCBDA09E-98F4-1646-83C4-4736A2C5CE65}"/>
              </a:ext>
            </a:extLst>
          </p:cNvPr>
          <p:cNvSpPr>
            <a:spLocks noChangeArrowheads="1"/>
          </p:cNvSpPr>
          <p:nvPr/>
        </p:nvSpPr>
        <p:spPr bwMode="auto">
          <a:xfrm>
            <a:off x="2913460" y="1006079"/>
            <a:ext cx="5006578" cy="4050506"/>
          </a:xfrm>
          <a:prstGeom prst="roundRect">
            <a:avLst>
              <a:gd name="adj" fmla="val 16667"/>
            </a:avLst>
          </a:prstGeom>
          <a:solidFill>
            <a:srgbClr val="CCECFF"/>
          </a:solidFill>
          <a:ln w="9525">
            <a:solidFill>
              <a:schemeClr val="tx1"/>
            </a:solidFill>
            <a:prstDash val="dash"/>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24262" name="Freeform 7">
            <a:extLst>
              <a:ext uri="{FF2B5EF4-FFF2-40B4-BE49-F238E27FC236}">
                <a16:creationId xmlns:a16="http://schemas.microsoft.com/office/drawing/2014/main" id="{340B4402-54D3-EC48-8EB7-18901B734CDB}"/>
              </a:ext>
            </a:extLst>
          </p:cNvPr>
          <p:cNvSpPr>
            <a:spLocks/>
          </p:cNvSpPr>
          <p:nvPr/>
        </p:nvSpPr>
        <p:spPr bwMode="auto">
          <a:xfrm>
            <a:off x="3026569" y="1066800"/>
            <a:ext cx="2811066" cy="1553766"/>
          </a:xfrm>
          <a:custGeom>
            <a:avLst/>
            <a:gdLst>
              <a:gd name="T0" fmla="*/ 2147483646 w 2326"/>
              <a:gd name="T1" fmla="*/ 2147483646 h 1235"/>
              <a:gd name="T2" fmla="*/ 2147483646 w 2326"/>
              <a:gd name="T3" fmla="*/ 2147483646 h 1235"/>
              <a:gd name="T4" fmla="*/ 2147483646 w 2326"/>
              <a:gd name="T5" fmla="*/ 2147483646 h 1235"/>
              <a:gd name="T6" fmla="*/ 2147483646 w 2326"/>
              <a:gd name="T7" fmla="*/ 2147483646 h 1235"/>
              <a:gd name="T8" fmla="*/ 2147483646 w 2326"/>
              <a:gd name="T9" fmla="*/ 2147483646 h 1235"/>
              <a:gd name="T10" fmla="*/ 2147483646 w 2326"/>
              <a:gd name="T11" fmla="*/ 2147483646 h 1235"/>
              <a:gd name="T12" fmla="*/ 2147483646 w 2326"/>
              <a:gd name="T13" fmla="*/ 2147483646 h 1235"/>
              <a:gd name="T14" fmla="*/ 2147483646 w 2326"/>
              <a:gd name="T15" fmla="*/ 2147483646 h 1235"/>
              <a:gd name="T16" fmla="*/ 2147483646 w 2326"/>
              <a:gd name="T17" fmla="*/ 2147483646 h 1235"/>
              <a:gd name="T18" fmla="*/ 2147483646 w 2326"/>
              <a:gd name="T19" fmla="*/ 2147483646 h 1235"/>
              <a:gd name="T20" fmla="*/ 2147483646 w 2326"/>
              <a:gd name="T21" fmla="*/ 2147483646 h 1235"/>
              <a:gd name="T22" fmla="*/ 2147483646 w 2326"/>
              <a:gd name="T23" fmla="*/ 2147483646 h 1235"/>
              <a:gd name="T24" fmla="*/ 2147483646 w 2326"/>
              <a:gd name="T25" fmla="*/ 2147483646 h 1235"/>
              <a:gd name="T26" fmla="*/ 2147483646 w 2326"/>
              <a:gd name="T27" fmla="*/ 2147483646 h 1235"/>
              <a:gd name="T28" fmla="*/ 2147483646 w 2326"/>
              <a:gd name="T29" fmla="*/ 2147483646 h 1235"/>
              <a:gd name="T30" fmla="*/ 2147483646 w 2326"/>
              <a:gd name="T31" fmla="*/ 2147483646 h 1235"/>
              <a:gd name="T32" fmla="*/ 2147483646 w 2326"/>
              <a:gd name="T33" fmla="*/ 2147483646 h 1235"/>
              <a:gd name="T34" fmla="*/ 2147483646 w 2326"/>
              <a:gd name="T35" fmla="*/ 2147483646 h 1235"/>
              <a:gd name="T36" fmla="*/ 2147483646 w 2326"/>
              <a:gd name="T37" fmla="*/ 2147483646 h 1235"/>
              <a:gd name="T38" fmla="*/ 2147483646 w 2326"/>
              <a:gd name="T39" fmla="*/ 2147483646 h 1235"/>
              <a:gd name="T40" fmla="*/ 2147483646 w 2326"/>
              <a:gd name="T41" fmla="*/ 2147483646 h 1235"/>
              <a:gd name="T42" fmla="*/ 2147483646 w 2326"/>
              <a:gd name="T43" fmla="*/ 2147483646 h 1235"/>
              <a:gd name="T44" fmla="*/ 2147483646 w 2326"/>
              <a:gd name="T45" fmla="*/ 2147483646 h 1235"/>
              <a:gd name="T46" fmla="*/ 2147483646 w 2326"/>
              <a:gd name="T47" fmla="*/ 2147483646 h 1235"/>
              <a:gd name="T48" fmla="*/ 2147483646 w 2326"/>
              <a:gd name="T49" fmla="*/ 2147483646 h 1235"/>
              <a:gd name="T50" fmla="*/ 2147483646 w 2326"/>
              <a:gd name="T51" fmla="*/ 2147483646 h 1235"/>
              <a:gd name="T52" fmla="*/ 2147483646 w 2326"/>
              <a:gd name="T53" fmla="*/ 2147483646 h 1235"/>
              <a:gd name="T54" fmla="*/ 2147483646 w 2326"/>
              <a:gd name="T55" fmla="*/ 2147483646 h 123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326" h="1235">
                <a:moveTo>
                  <a:pt x="61" y="152"/>
                </a:moveTo>
                <a:cubicBezTo>
                  <a:pt x="58" y="176"/>
                  <a:pt x="104" y="118"/>
                  <a:pt x="118" y="113"/>
                </a:cubicBezTo>
                <a:cubicBezTo>
                  <a:pt x="160" y="99"/>
                  <a:pt x="193" y="40"/>
                  <a:pt x="238" y="35"/>
                </a:cubicBezTo>
                <a:cubicBezTo>
                  <a:pt x="318" y="25"/>
                  <a:pt x="478" y="11"/>
                  <a:pt x="478" y="11"/>
                </a:cubicBezTo>
                <a:cubicBezTo>
                  <a:pt x="632" y="18"/>
                  <a:pt x="752" y="26"/>
                  <a:pt x="898" y="47"/>
                </a:cubicBezTo>
                <a:cubicBezTo>
                  <a:pt x="1333" y="37"/>
                  <a:pt x="1265" y="52"/>
                  <a:pt x="1510" y="11"/>
                </a:cubicBezTo>
                <a:cubicBezTo>
                  <a:pt x="1714" y="15"/>
                  <a:pt x="1864" y="0"/>
                  <a:pt x="2068" y="11"/>
                </a:cubicBezTo>
                <a:cubicBezTo>
                  <a:pt x="2116" y="14"/>
                  <a:pt x="2284" y="150"/>
                  <a:pt x="2302" y="203"/>
                </a:cubicBezTo>
                <a:cubicBezTo>
                  <a:pt x="2310" y="227"/>
                  <a:pt x="2326" y="275"/>
                  <a:pt x="2326" y="275"/>
                </a:cubicBezTo>
                <a:cubicBezTo>
                  <a:pt x="2322" y="391"/>
                  <a:pt x="2309" y="459"/>
                  <a:pt x="2302" y="575"/>
                </a:cubicBezTo>
                <a:cubicBezTo>
                  <a:pt x="2297" y="658"/>
                  <a:pt x="2299" y="675"/>
                  <a:pt x="2266" y="773"/>
                </a:cubicBezTo>
                <a:cubicBezTo>
                  <a:pt x="2243" y="841"/>
                  <a:pt x="2211" y="910"/>
                  <a:pt x="2170" y="971"/>
                </a:cubicBezTo>
                <a:cubicBezTo>
                  <a:pt x="2132" y="1028"/>
                  <a:pt x="2077" y="1060"/>
                  <a:pt x="2026" y="1103"/>
                </a:cubicBezTo>
                <a:cubicBezTo>
                  <a:pt x="1966" y="1153"/>
                  <a:pt x="2017" y="1130"/>
                  <a:pt x="1954" y="1151"/>
                </a:cubicBezTo>
                <a:cubicBezTo>
                  <a:pt x="1900" y="1205"/>
                  <a:pt x="1934" y="1182"/>
                  <a:pt x="1846" y="1211"/>
                </a:cubicBezTo>
                <a:cubicBezTo>
                  <a:pt x="1834" y="1215"/>
                  <a:pt x="1822" y="1219"/>
                  <a:pt x="1810" y="1223"/>
                </a:cubicBezTo>
                <a:cubicBezTo>
                  <a:pt x="1798" y="1227"/>
                  <a:pt x="1774" y="1235"/>
                  <a:pt x="1774" y="1235"/>
                </a:cubicBezTo>
                <a:cubicBezTo>
                  <a:pt x="1674" y="1231"/>
                  <a:pt x="1574" y="1230"/>
                  <a:pt x="1474" y="1223"/>
                </a:cubicBezTo>
                <a:cubicBezTo>
                  <a:pt x="1331" y="1213"/>
                  <a:pt x="1204" y="1131"/>
                  <a:pt x="1066" y="1103"/>
                </a:cubicBezTo>
                <a:cubicBezTo>
                  <a:pt x="967" y="1083"/>
                  <a:pt x="863" y="1084"/>
                  <a:pt x="766" y="1055"/>
                </a:cubicBezTo>
                <a:cubicBezTo>
                  <a:pt x="666" y="1025"/>
                  <a:pt x="575" y="983"/>
                  <a:pt x="478" y="947"/>
                </a:cubicBezTo>
                <a:cubicBezTo>
                  <a:pt x="461" y="941"/>
                  <a:pt x="447" y="927"/>
                  <a:pt x="430" y="923"/>
                </a:cubicBezTo>
                <a:cubicBezTo>
                  <a:pt x="401" y="916"/>
                  <a:pt x="181" y="849"/>
                  <a:pt x="169" y="848"/>
                </a:cubicBezTo>
                <a:cubicBezTo>
                  <a:pt x="94" y="794"/>
                  <a:pt x="109" y="776"/>
                  <a:pt x="70" y="725"/>
                </a:cubicBezTo>
                <a:cubicBezTo>
                  <a:pt x="37" y="650"/>
                  <a:pt x="31" y="614"/>
                  <a:pt x="19" y="542"/>
                </a:cubicBezTo>
                <a:cubicBezTo>
                  <a:pt x="15" y="490"/>
                  <a:pt x="0" y="469"/>
                  <a:pt x="7" y="404"/>
                </a:cubicBezTo>
                <a:cubicBezTo>
                  <a:pt x="7" y="358"/>
                  <a:pt x="13" y="305"/>
                  <a:pt x="22" y="263"/>
                </a:cubicBezTo>
                <a:cubicBezTo>
                  <a:pt x="31" y="221"/>
                  <a:pt x="53" y="175"/>
                  <a:pt x="61" y="152"/>
                </a:cubicBezTo>
                <a:close/>
              </a:path>
            </a:pathLst>
          </a:custGeom>
          <a:solidFill>
            <a:schemeClr val="bg1"/>
          </a:solidFill>
          <a:ln w="9525" cap="flat">
            <a:solidFill>
              <a:schemeClr val="tx1"/>
            </a:solidFill>
            <a:prstDash val="dash"/>
            <a:round/>
            <a:headEnd/>
            <a:tailEnd/>
          </a:ln>
        </p:spPr>
        <p:txBody>
          <a:bodyPr/>
          <a:lstStyle/>
          <a:p>
            <a:endParaRPr lang="zh-CN" altLang="en-US"/>
          </a:p>
        </p:txBody>
      </p:sp>
      <p:sp>
        <p:nvSpPr>
          <p:cNvPr id="224263" name="Freeform 8">
            <a:extLst>
              <a:ext uri="{FF2B5EF4-FFF2-40B4-BE49-F238E27FC236}">
                <a16:creationId xmlns:a16="http://schemas.microsoft.com/office/drawing/2014/main" id="{324249DF-4209-274F-BACF-55BCCE0A2C07}"/>
              </a:ext>
            </a:extLst>
          </p:cNvPr>
          <p:cNvSpPr>
            <a:spLocks/>
          </p:cNvSpPr>
          <p:nvPr/>
        </p:nvSpPr>
        <p:spPr bwMode="auto">
          <a:xfrm>
            <a:off x="2980135" y="2093119"/>
            <a:ext cx="871538" cy="846535"/>
          </a:xfrm>
          <a:custGeom>
            <a:avLst/>
            <a:gdLst>
              <a:gd name="T0" fmla="*/ 0 w 732"/>
              <a:gd name="T1" fmla="*/ 2147483646 h 711"/>
              <a:gd name="T2" fmla="*/ 2147483646 w 732"/>
              <a:gd name="T3" fmla="*/ 2147483646 h 711"/>
              <a:gd name="T4" fmla="*/ 2147483646 w 732"/>
              <a:gd name="T5" fmla="*/ 0 h 711"/>
              <a:gd name="T6" fmla="*/ 0 60000 65536"/>
              <a:gd name="T7" fmla="*/ 0 60000 65536"/>
              <a:gd name="T8" fmla="*/ 0 60000 65536"/>
            </a:gdLst>
            <a:ahLst/>
            <a:cxnLst>
              <a:cxn ang="T6">
                <a:pos x="T0" y="T1"/>
              </a:cxn>
              <a:cxn ang="T7">
                <a:pos x="T2" y="T3"/>
              </a:cxn>
              <a:cxn ang="T8">
                <a:pos x="T4" y="T5"/>
              </a:cxn>
            </a:cxnLst>
            <a:rect l="0" t="0" r="r" b="b"/>
            <a:pathLst>
              <a:path w="732" h="711">
                <a:moveTo>
                  <a:pt x="0" y="711"/>
                </a:moveTo>
                <a:lnTo>
                  <a:pt x="732" y="372"/>
                </a:lnTo>
                <a:lnTo>
                  <a:pt x="732" y="0"/>
                </a:lnTo>
              </a:path>
            </a:pathLst>
          </a:custGeom>
          <a:noFill/>
          <a:ln w="38100" cmpd="sng">
            <a:solidFill>
              <a:srgbClr val="333399"/>
            </a:solidFill>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4264" name="Freeform 9">
            <a:extLst>
              <a:ext uri="{FF2B5EF4-FFF2-40B4-BE49-F238E27FC236}">
                <a16:creationId xmlns:a16="http://schemas.microsoft.com/office/drawing/2014/main" id="{AB32FC3D-74B9-D545-BA3D-47FF29EADA7B}"/>
              </a:ext>
            </a:extLst>
          </p:cNvPr>
          <p:cNvSpPr>
            <a:spLocks/>
          </p:cNvSpPr>
          <p:nvPr/>
        </p:nvSpPr>
        <p:spPr bwMode="auto">
          <a:xfrm>
            <a:off x="3211116" y="3188494"/>
            <a:ext cx="3064669" cy="1859756"/>
          </a:xfrm>
          <a:custGeom>
            <a:avLst/>
            <a:gdLst>
              <a:gd name="T0" fmla="*/ 2147483646 w 2574"/>
              <a:gd name="T1" fmla="*/ 2147483646 h 1562"/>
              <a:gd name="T2" fmla="*/ 2147483646 w 2574"/>
              <a:gd name="T3" fmla="*/ 2147483646 h 1562"/>
              <a:gd name="T4" fmla="*/ 2147483646 w 2574"/>
              <a:gd name="T5" fmla="*/ 2147483646 h 1562"/>
              <a:gd name="T6" fmla="*/ 2147483646 w 2574"/>
              <a:gd name="T7" fmla="*/ 2147483646 h 1562"/>
              <a:gd name="T8" fmla="*/ 2147483646 w 2574"/>
              <a:gd name="T9" fmla="*/ 2147483646 h 1562"/>
              <a:gd name="T10" fmla="*/ 2147483646 w 2574"/>
              <a:gd name="T11" fmla="*/ 2147483646 h 1562"/>
              <a:gd name="T12" fmla="*/ 2147483646 w 2574"/>
              <a:gd name="T13" fmla="*/ 2147483646 h 1562"/>
              <a:gd name="T14" fmla="*/ 2147483646 w 2574"/>
              <a:gd name="T15" fmla="*/ 2147483646 h 1562"/>
              <a:gd name="T16" fmla="*/ 2147483646 w 2574"/>
              <a:gd name="T17" fmla="*/ 2147483646 h 1562"/>
              <a:gd name="T18" fmla="*/ 2147483646 w 2574"/>
              <a:gd name="T19" fmla="*/ 2147483646 h 1562"/>
              <a:gd name="T20" fmla="*/ 2147483646 w 2574"/>
              <a:gd name="T21" fmla="*/ 2147483646 h 1562"/>
              <a:gd name="T22" fmla="*/ 2147483646 w 2574"/>
              <a:gd name="T23" fmla="*/ 2147483646 h 1562"/>
              <a:gd name="T24" fmla="*/ 2147483646 w 2574"/>
              <a:gd name="T25" fmla="*/ 2147483646 h 1562"/>
              <a:gd name="T26" fmla="*/ 2147483646 w 2574"/>
              <a:gd name="T27" fmla="*/ 2147483646 h 1562"/>
              <a:gd name="T28" fmla="*/ 2147483646 w 2574"/>
              <a:gd name="T29" fmla="*/ 2147483646 h 1562"/>
              <a:gd name="T30" fmla="*/ 2147483646 w 2574"/>
              <a:gd name="T31" fmla="*/ 2147483646 h 1562"/>
              <a:gd name="T32" fmla="*/ 2147483646 w 2574"/>
              <a:gd name="T33" fmla="*/ 2147483646 h 1562"/>
              <a:gd name="T34" fmla="*/ 2147483646 w 2574"/>
              <a:gd name="T35" fmla="*/ 2147483646 h 1562"/>
              <a:gd name="T36" fmla="*/ 2147483646 w 2574"/>
              <a:gd name="T37" fmla="*/ 2147483646 h 1562"/>
              <a:gd name="T38" fmla="*/ 2147483646 w 2574"/>
              <a:gd name="T39" fmla="*/ 2147483646 h 1562"/>
              <a:gd name="T40" fmla="*/ 2147483646 w 2574"/>
              <a:gd name="T41" fmla="*/ 2147483646 h 1562"/>
              <a:gd name="T42" fmla="*/ 0 w 2574"/>
              <a:gd name="T43" fmla="*/ 2147483646 h 1562"/>
              <a:gd name="T44" fmla="*/ 2147483646 w 2574"/>
              <a:gd name="T45" fmla="*/ 2147483646 h 156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574" h="1562">
                <a:moveTo>
                  <a:pt x="65" y="457"/>
                </a:moveTo>
                <a:cubicBezTo>
                  <a:pt x="262" y="320"/>
                  <a:pt x="371" y="154"/>
                  <a:pt x="612" y="146"/>
                </a:cubicBezTo>
                <a:cubicBezTo>
                  <a:pt x="707" y="122"/>
                  <a:pt x="689" y="145"/>
                  <a:pt x="770" y="89"/>
                </a:cubicBezTo>
                <a:cubicBezTo>
                  <a:pt x="784" y="79"/>
                  <a:pt x="901" y="61"/>
                  <a:pt x="917" y="55"/>
                </a:cubicBezTo>
                <a:cubicBezTo>
                  <a:pt x="952" y="49"/>
                  <a:pt x="1004" y="48"/>
                  <a:pt x="1063" y="50"/>
                </a:cubicBezTo>
                <a:cubicBezTo>
                  <a:pt x="1127" y="44"/>
                  <a:pt x="1196" y="23"/>
                  <a:pt x="1303" y="18"/>
                </a:cubicBezTo>
                <a:cubicBezTo>
                  <a:pt x="1502" y="22"/>
                  <a:pt x="1505" y="0"/>
                  <a:pt x="1703" y="18"/>
                </a:cubicBezTo>
                <a:cubicBezTo>
                  <a:pt x="1770" y="24"/>
                  <a:pt x="2049" y="130"/>
                  <a:pt x="2119" y="154"/>
                </a:cubicBezTo>
                <a:cubicBezTo>
                  <a:pt x="2181" y="203"/>
                  <a:pt x="2213" y="303"/>
                  <a:pt x="2267" y="361"/>
                </a:cubicBezTo>
                <a:cubicBezTo>
                  <a:pt x="2325" y="421"/>
                  <a:pt x="2366" y="514"/>
                  <a:pt x="2401" y="589"/>
                </a:cubicBezTo>
                <a:cubicBezTo>
                  <a:pt x="2414" y="654"/>
                  <a:pt x="2478" y="696"/>
                  <a:pt x="2487" y="762"/>
                </a:cubicBezTo>
                <a:cubicBezTo>
                  <a:pt x="2483" y="898"/>
                  <a:pt x="2574" y="1091"/>
                  <a:pt x="2567" y="1226"/>
                </a:cubicBezTo>
                <a:cubicBezTo>
                  <a:pt x="2564" y="1281"/>
                  <a:pt x="2482" y="1355"/>
                  <a:pt x="2455" y="1394"/>
                </a:cubicBezTo>
                <a:cubicBezTo>
                  <a:pt x="2445" y="1410"/>
                  <a:pt x="2298" y="1442"/>
                  <a:pt x="2287" y="1458"/>
                </a:cubicBezTo>
                <a:cubicBezTo>
                  <a:pt x="2215" y="1562"/>
                  <a:pt x="2111" y="1496"/>
                  <a:pt x="2000" y="1515"/>
                </a:cubicBezTo>
                <a:cubicBezTo>
                  <a:pt x="1918" y="1511"/>
                  <a:pt x="1836" y="1513"/>
                  <a:pt x="1756" y="1502"/>
                </a:cubicBezTo>
                <a:cubicBezTo>
                  <a:pt x="1687" y="1493"/>
                  <a:pt x="1592" y="1406"/>
                  <a:pt x="1512" y="1388"/>
                </a:cubicBezTo>
                <a:cubicBezTo>
                  <a:pt x="1318" y="1344"/>
                  <a:pt x="1150" y="1347"/>
                  <a:pt x="952" y="1337"/>
                </a:cubicBezTo>
                <a:cubicBezTo>
                  <a:pt x="875" y="1324"/>
                  <a:pt x="760" y="1294"/>
                  <a:pt x="684" y="1274"/>
                </a:cubicBezTo>
                <a:cubicBezTo>
                  <a:pt x="620" y="1230"/>
                  <a:pt x="550" y="1217"/>
                  <a:pt x="477" y="1198"/>
                </a:cubicBezTo>
                <a:cubicBezTo>
                  <a:pt x="282" y="1147"/>
                  <a:pt x="242" y="1124"/>
                  <a:pt x="65" y="1036"/>
                </a:cubicBezTo>
                <a:cubicBezTo>
                  <a:pt x="37" y="959"/>
                  <a:pt x="0" y="949"/>
                  <a:pt x="0" y="853"/>
                </a:cubicBezTo>
                <a:cubicBezTo>
                  <a:pt x="0" y="757"/>
                  <a:pt x="52" y="539"/>
                  <a:pt x="65" y="457"/>
                </a:cubicBezTo>
                <a:close/>
              </a:path>
            </a:pathLst>
          </a:custGeom>
          <a:solidFill>
            <a:schemeClr val="bg1"/>
          </a:solidFill>
          <a:ln w="9525" cap="flat">
            <a:solidFill>
              <a:schemeClr val="tx1"/>
            </a:solidFill>
            <a:prstDash val="dash"/>
            <a:round/>
            <a:headEnd/>
            <a:tailEnd/>
          </a:ln>
        </p:spPr>
        <p:txBody>
          <a:bodyPr/>
          <a:lstStyle/>
          <a:p>
            <a:endParaRPr lang="zh-CN" altLang="en-US"/>
          </a:p>
        </p:txBody>
      </p:sp>
      <p:sp>
        <p:nvSpPr>
          <p:cNvPr id="224265" name="Freeform 10">
            <a:extLst>
              <a:ext uri="{FF2B5EF4-FFF2-40B4-BE49-F238E27FC236}">
                <a16:creationId xmlns:a16="http://schemas.microsoft.com/office/drawing/2014/main" id="{D9C6B1B4-8E86-3342-B56E-14943CA47D6E}"/>
              </a:ext>
            </a:extLst>
          </p:cNvPr>
          <p:cNvSpPr>
            <a:spLocks/>
          </p:cNvSpPr>
          <p:nvPr/>
        </p:nvSpPr>
        <p:spPr bwMode="auto">
          <a:xfrm>
            <a:off x="2980135" y="3058716"/>
            <a:ext cx="1044178" cy="603647"/>
          </a:xfrm>
          <a:custGeom>
            <a:avLst/>
            <a:gdLst>
              <a:gd name="T0" fmla="*/ 0 w 877"/>
              <a:gd name="T1" fmla="*/ 0 h 507"/>
              <a:gd name="T2" fmla="*/ 2147483646 w 877"/>
              <a:gd name="T3" fmla="*/ 2147483646 h 507"/>
              <a:gd name="T4" fmla="*/ 2147483646 w 877"/>
              <a:gd name="T5" fmla="*/ 2147483646 h 507"/>
              <a:gd name="T6" fmla="*/ 0 60000 65536"/>
              <a:gd name="T7" fmla="*/ 0 60000 65536"/>
              <a:gd name="T8" fmla="*/ 0 60000 65536"/>
            </a:gdLst>
            <a:ahLst/>
            <a:cxnLst>
              <a:cxn ang="T6">
                <a:pos x="T0" y="T1"/>
              </a:cxn>
              <a:cxn ang="T7">
                <a:pos x="T2" y="T3"/>
              </a:cxn>
              <a:cxn ang="T8">
                <a:pos x="T4" y="T5"/>
              </a:cxn>
            </a:cxnLst>
            <a:rect l="0" t="0" r="r" b="b"/>
            <a:pathLst>
              <a:path w="877" h="507">
                <a:moveTo>
                  <a:pt x="0" y="0"/>
                </a:moveTo>
                <a:lnTo>
                  <a:pt x="877" y="287"/>
                </a:lnTo>
                <a:lnTo>
                  <a:pt x="877" y="507"/>
                </a:lnTo>
              </a:path>
            </a:pathLst>
          </a:custGeom>
          <a:noFill/>
          <a:ln w="38100" cmpd="sng">
            <a:solidFill>
              <a:srgbClr val="333399"/>
            </a:solidFill>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4266" name="Freeform 11">
            <a:extLst>
              <a:ext uri="{FF2B5EF4-FFF2-40B4-BE49-F238E27FC236}">
                <a16:creationId xmlns:a16="http://schemas.microsoft.com/office/drawing/2014/main" id="{9AB21B94-981A-3B4E-BDFF-61E6B8EFF94B}"/>
              </a:ext>
            </a:extLst>
          </p:cNvPr>
          <p:cNvSpPr>
            <a:spLocks/>
          </p:cNvSpPr>
          <p:nvPr/>
        </p:nvSpPr>
        <p:spPr bwMode="auto">
          <a:xfrm>
            <a:off x="5697141" y="1127523"/>
            <a:ext cx="2127647" cy="2972990"/>
          </a:xfrm>
          <a:custGeom>
            <a:avLst/>
            <a:gdLst>
              <a:gd name="T0" fmla="*/ 2147483646 w 1787"/>
              <a:gd name="T1" fmla="*/ 2147483646 h 2497"/>
              <a:gd name="T2" fmla="*/ 2147483646 w 1787"/>
              <a:gd name="T3" fmla="*/ 2147483646 h 2497"/>
              <a:gd name="T4" fmla="*/ 2147483646 w 1787"/>
              <a:gd name="T5" fmla="*/ 2147483646 h 2497"/>
              <a:gd name="T6" fmla="*/ 2147483646 w 1787"/>
              <a:gd name="T7" fmla="*/ 2147483646 h 2497"/>
              <a:gd name="T8" fmla="*/ 2147483646 w 1787"/>
              <a:gd name="T9" fmla="*/ 2147483646 h 2497"/>
              <a:gd name="T10" fmla="*/ 2147483646 w 1787"/>
              <a:gd name="T11" fmla="*/ 2147483646 h 2497"/>
              <a:gd name="T12" fmla="*/ 2147483646 w 1787"/>
              <a:gd name="T13" fmla="*/ 2147483646 h 2497"/>
              <a:gd name="T14" fmla="*/ 2147483646 w 1787"/>
              <a:gd name="T15" fmla="*/ 0 h 2497"/>
              <a:gd name="T16" fmla="*/ 2147483646 w 1787"/>
              <a:gd name="T17" fmla="*/ 2147483646 h 2497"/>
              <a:gd name="T18" fmla="*/ 2147483646 w 1787"/>
              <a:gd name="T19" fmla="*/ 2147483646 h 2497"/>
              <a:gd name="T20" fmla="*/ 2147483646 w 1787"/>
              <a:gd name="T21" fmla="*/ 2147483646 h 2497"/>
              <a:gd name="T22" fmla="*/ 2147483646 w 1787"/>
              <a:gd name="T23" fmla="*/ 2147483646 h 2497"/>
              <a:gd name="T24" fmla="*/ 2147483646 w 1787"/>
              <a:gd name="T25" fmla="*/ 2147483646 h 2497"/>
              <a:gd name="T26" fmla="*/ 2147483646 w 1787"/>
              <a:gd name="T27" fmla="*/ 2147483646 h 2497"/>
              <a:gd name="T28" fmla="*/ 2147483646 w 1787"/>
              <a:gd name="T29" fmla="*/ 2147483646 h 2497"/>
              <a:gd name="T30" fmla="*/ 2147483646 w 1787"/>
              <a:gd name="T31" fmla="*/ 2147483646 h 2497"/>
              <a:gd name="T32" fmla="*/ 2147483646 w 1787"/>
              <a:gd name="T33" fmla="*/ 2147483646 h 2497"/>
              <a:gd name="T34" fmla="*/ 2147483646 w 1787"/>
              <a:gd name="T35" fmla="*/ 2147483646 h 2497"/>
              <a:gd name="T36" fmla="*/ 2147483646 w 1787"/>
              <a:gd name="T37" fmla="*/ 2147483646 h 2497"/>
              <a:gd name="T38" fmla="*/ 2147483646 w 1787"/>
              <a:gd name="T39" fmla="*/ 2147483646 h 2497"/>
              <a:gd name="T40" fmla="*/ 2147483646 w 1787"/>
              <a:gd name="T41" fmla="*/ 2147483646 h 2497"/>
              <a:gd name="T42" fmla="*/ 2147483646 w 1787"/>
              <a:gd name="T43" fmla="*/ 2147483646 h 2497"/>
              <a:gd name="T44" fmla="*/ 2147483646 w 1787"/>
              <a:gd name="T45" fmla="*/ 2147483646 h 2497"/>
              <a:gd name="T46" fmla="*/ 2147483646 w 1787"/>
              <a:gd name="T47" fmla="*/ 2147483646 h 249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87" h="2497">
                <a:moveTo>
                  <a:pt x="289" y="1901"/>
                </a:moveTo>
                <a:cubicBezTo>
                  <a:pt x="270" y="1825"/>
                  <a:pt x="157" y="1859"/>
                  <a:pt x="128" y="1797"/>
                </a:cubicBezTo>
                <a:cubicBezTo>
                  <a:pt x="98" y="1735"/>
                  <a:pt x="36" y="1648"/>
                  <a:pt x="15" y="1583"/>
                </a:cubicBezTo>
                <a:cubicBezTo>
                  <a:pt x="0" y="1365"/>
                  <a:pt x="35" y="1221"/>
                  <a:pt x="83" y="1007"/>
                </a:cubicBezTo>
                <a:cubicBezTo>
                  <a:pt x="108" y="892"/>
                  <a:pt x="242" y="711"/>
                  <a:pt x="264" y="596"/>
                </a:cubicBezTo>
                <a:cubicBezTo>
                  <a:pt x="289" y="467"/>
                  <a:pt x="297" y="335"/>
                  <a:pt x="374" y="228"/>
                </a:cubicBezTo>
                <a:cubicBezTo>
                  <a:pt x="395" y="161"/>
                  <a:pt x="438" y="142"/>
                  <a:pt x="496" y="101"/>
                </a:cubicBezTo>
                <a:cubicBezTo>
                  <a:pt x="582" y="42"/>
                  <a:pt x="673" y="15"/>
                  <a:pt x="776" y="0"/>
                </a:cubicBezTo>
                <a:cubicBezTo>
                  <a:pt x="938" y="4"/>
                  <a:pt x="1101" y="5"/>
                  <a:pt x="1263" y="13"/>
                </a:cubicBezTo>
                <a:cubicBezTo>
                  <a:pt x="1339" y="16"/>
                  <a:pt x="1400" y="71"/>
                  <a:pt x="1470" y="89"/>
                </a:cubicBezTo>
                <a:cubicBezTo>
                  <a:pt x="1495" y="106"/>
                  <a:pt x="1527" y="114"/>
                  <a:pt x="1543" y="139"/>
                </a:cubicBezTo>
                <a:cubicBezTo>
                  <a:pt x="1572" y="183"/>
                  <a:pt x="1599" y="211"/>
                  <a:pt x="1641" y="241"/>
                </a:cubicBezTo>
                <a:cubicBezTo>
                  <a:pt x="1694" y="323"/>
                  <a:pt x="1720" y="435"/>
                  <a:pt x="1738" y="532"/>
                </a:cubicBezTo>
                <a:cubicBezTo>
                  <a:pt x="1763" y="984"/>
                  <a:pt x="1720" y="1534"/>
                  <a:pt x="1787" y="1952"/>
                </a:cubicBezTo>
                <a:cubicBezTo>
                  <a:pt x="1783" y="2058"/>
                  <a:pt x="1785" y="2163"/>
                  <a:pt x="1775" y="2269"/>
                </a:cubicBezTo>
                <a:cubicBezTo>
                  <a:pt x="1762" y="2412"/>
                  <a:pt x="1640" y="2472"/>
                  <a:pt x="1519" y="2497"/>
                </a:cubicBezTo>
                <a:cubicBezTo>
                  <a:pt x="1358" y="2489"/>
                  <a:pt x="1280" y="2483"/>
                  <a:pt x="1141" y="2459"/>
                </a:cubicBezTo>
                <a:cubicBezTo>
                  <a:pt x="1086" y="2430"/>
                  <a:pt x="1030" y="2416"/>
                  <a:pt x="971" y="2396"/>
                </a:cubicBezTo>
                <a:cubicBezTo>
                  <a:pt x="934" y="2383"/>
                  <a:pt x="898" y="2339"/>
                  <a:pt x="861" y="2320"/>
                </a:cubicBezTo>
                <a:cubicBezTo>
                  <a:pt x="845" y="2311"/>
                  <a:pt x="827" y="2306"/>
                  <a:pt x="812" y="2294"/>
                </a:cubicBezTo>
                <a:cubicBezTo>
                  <a:pt x="741" y="2234"/>
                  <a:pt x="706" y="2173"/>
                  <a:pt x="618" y="2142"/>
                </a:cubicBezTo>
                <a:cubicBezTo>
                  <a:pt x="542" y="2084"/>
                  <a:pt x="464" y="2031"/>
                  <a:pt x="386" y="1977"/>
                </a:cubicBezTo>
                <a:cubicBezTo>
                  <a:pt x="372" y="1968"/>
                  <a:pt x="364" y="1949"/>
                  <a:pt x="350" y="1939"/>
                </a:cubicBezTo>
                <a:cubicBezTo>
                  <a:pt x="255" y="1874"/>
                  <a:pt x="365" y="1980"/>
                  <a:pt x="289" y="1901"/>
                </a:cubicBezTo>
                <a:close/>
              </a:path>
            </a:pathLst>
          </a:custGeom>
          <a:solidFill>
            <a:schemeClr val="bg1"/>
          </a:solidFill>
          <a:ln w="9525" cap="flat">
            <a:solidFill>
              <a:schemeClr val="tx1"/>
            </a:solidFill>
            <a:prstDash val="dash"/>
            <a:round/>
            <a:headEnd/>
            <a:tailEnd/>
          </a:ln>
        </p:spPr>
        <p:txBody>
          <a:bodyPr/>
          <a:lstStyle/>
          <a:p>
            <a:endParaRPr lang="zh-CN" altLang="en-US"/>
          </a:p>
        </p:txBody>
      </p:sp>
      <p:sp>
        <p:nvSpPr>
          <p:cNvPr id="224267" name="Line 12">
            <a:extLst>
              <a:ext uri="{FF2B5EF4-FFF2-40B4-BE49-F238E27FC236}">
                <a16:creationId xmlns:a16="http://schemas.microsoft.com/office/drawing/2014/main" id="{0F6C4DDD-88AE-0B4B-B227-9517ED6C3179}"/>
              </a:ext>
            </a:extLst>
          </p:cNvPr>
          <p:cNvSpPr>
            <a:spLocks noChangeShapeType="1"/>
          </p:cNvSpPr>
          <p:nvPr/>
        </p:nvSpPr>
        <p:spPr bwMode="auto">
          <a:xfrm flipV="1">
            <a:off x="2980135" y="2999185"/>
            <a:ext cx="3830240"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4268" name="Line 13">
            <a:extLst>
              <a:ext uri="{FF2B5EF4-FFF2-40B4-BE49-F238E27FC236}">
                <a16:creationId xmlns:a16="http://schemas.microsoft.com/office/drawing/2014/main" id="{5BB1C935-294C-EE47-9F38-C35E112F20CA}"/>
              </a:ext>
            </a:extLst>
          </p:cNvPr>
          <p:cNvSpPr>
            <a:spLocks noChangeShapeType="1"/>
          </p:cNvSpPr>
          <p:nvPr/>
        </p:nvSpPr>
        <p:spPr bwMode="auto">
          <a:xfrm>
            <a:off x="3525441" y="1791891"/>
            <a:ext cx="0" cy="309563"/>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4269" name="Freeform 14">
            <a:extLst>
              <a:ext uri="{FF2B5EF4-FFF2-40B4-BE49-F238E27FC236}">
                <a16:creationId xmlns:a16="http://schemas.microsoft.com/office/drawing/2014/main" id="{7392E438-77F3-2642-B66C-0941FDA72170}"/>
              </a:ext>
            </a:extLst>
          </p:cNvPr>
          <p:cNvSpPr>
            <a:spLocks/>
          </p:cNvSpPr>
          <p:nvPr/>
        </p:nvSpPr>
        <p:spPr bwMode="auto">
          <a:xfrm>
            <a:off x="6800850" y="2082404"/>
            <a:ext cx="371475" cy="381000"/>
          </a:xfrm>
          <a:custGeom>
            <a:avLst/>
            <a:gdLst>
              <a:gd name="T0" fmla="*/ 2147483646 w 308"/>
              <a:gd name="T1" fmla="*/ 0 h 396"/>
              <a:gd name="T2" fmla="*/ 2147483646 w 308"/>
              <a:gd name="T3" fmla="*/ 2147483646 h 396"/>
              <a:gd name="T4" fmla="*/ 0 w 308"/>
              <a:gd name="T5" fmla="*/ 2147483646 h 396"/>
              <a:gd name="T6" fmla="*/ 0 60000 65536"/>
              <a:gd name="T7" fmla="*/ 0 60000 65536"/>
              <a:gd name="T8" fmla="*/ 0 60000 65536"/>
            </a:gdLst>
            <a:ahLst/>
            <a:cxnLst>
              <a:cxn ang="T6">
                <a:pos x="T0" y="T1"/>
              </a:cxn>
              <a:cxn ang="T7">
                <a:pos x="T2" y="T3"/>
              </a:cxn>
              <a:cxn ang="T8">
                <a:pos x="T4" y="T5"/>
              </a:cxn>
            </a:cxnLst>
            <a:rect l="0" t="0" r="r" b="b"/>
            <a:pathLst>
              <a:path w="308" h="396">
                <a:moveTo>
                  <a:pt x="308" y="0"/>
                </a:moveTo>
                <a:lnTo>
                  <a:pt x="308" y="396"/>
                </a:lnTo>
                <a:lnTo>
                  <a:pt x="0" y="392"/>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224270" name="Line 15">
            <a:extLst>
              <a:ext uri="{FF2B5EF4-FFF2-40B4-BE49-F238E27FC236}">
                <a16:creationId xmlns:a16="http://schemas.microsoft.com/office/drawing/2014/main" id="{0DF74686-016C-4041-A2B5-20CAE290F660}"/>
              </a:ext>
            </a:extLst>
          </p:cNvPr>
          <p:cNvSpPr>
            <a:spLocks noChangeShapeType="1"/>
          </p:cNvSpPr>
          <p:nvPr/>
        </p:nvSpPr>
        <p:spPr bwMode="auto">
          <a:xfrm>
            <a:off x="5324475" y="1610916"/>
            <a:ext cx="0" cy="47386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4271" name="Line 16">
            <a:extLst>
              <a:ext uri="{FF2B5EF4-FFF2-40B4-BE49-F238E27FC236}">
                <a16:creationId xmlns:a16="http://schemas.microsoft.com/office/drawing/2014/main" id="{F3F1B393-9B3E-0244-B7AE-23BAED871B16}"/>
              </a:ext>
            </a:extLst>
          </p:cNvPr>
          <p:cNvSpPr>
            <a:spLocks noChangeShapeType="1"/>
          </p:cNvSpPr>
          <p:nvPr/>
        </p:nvSpPr>
        <p:spPr bwMode="auto">
          <a:xfrm flipV="1">
            <a:off x="5610225" y="3652838"/>
            <a:ext cx="7144" cy="80724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4272" name="Line 17">
            <a:extLst>
              <a:ext uri="{FF2B5EF4-FFF2-40B4-BE49-F238E27FC236}">
                <a16:creationId xmlns:a16="http://schemas.microsoft.com/office/drawing/2014/main" id="{54B47578-78DC-8341-AF6B-8EE6385EFDDA}"/>
              </a:ext>
            </a:extLst>
          </p:cNvPr>
          <p:cNvSpPr>
            <a:spLocks noChangeShapeType="1"/>
          </p:cNvSpPr>
          <p:nvPr/>
        </p:nvSpPr>
        <p:spPr bwMode="auto">
          <a:xfrm flipH="1">
            <a:off x="4321969" y="1709738"/>
            <a:ext cx="0" cy="391716"/>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4273" name="Freeform 18">
            <a:extLst>
              <a:ext uri="{FF2B5EF4-FFF2-40B4-BE49-F238E27FC236}">
                <a16:creationId xmlns:a16="http://schemas.microsoft.com/office/drawing/2014/main" id="{DBC2B43E-D5DF-C545-A244-39895F34A448}"/>
              </a:ext>
            </a:extLst>
          </p:cNvPr>
          <p:cNvSpPr>
            <a:spLocks/>
          </p:cNvSpPr>
          <p:nvPr/>
        </p:nvSpPr>
        <p:spPr bwMode="auto">
          <a:xfrm>
            <a:off x="6597253" y="1781175"/>
            <a:ext cx="213122" cy="492919"/>
          </a:xfrm>
          <a:custGeom>
            <a:avLst/>
            <a:gdLst>
              <a:gd name="T0" fmla="*/ 0 w 176"/>
              <a:gd name="T1" fmla="*/ 0 h 392"/>
              <a:gd name="T2" fmla="*/ 0 w 176"/>
              <a:gd name="T3" fmla="*/ 2147483646 h 392"/>
              <a:gd name="T4" fmla="*/ 2147483646 w 176"/>
              <a:gd name="T5" fmla="*/ 2147483646 h 392"/>
              <a:gd name="T6" fmla="*/ 0 60000 65536"/>
              <a:gd name="T7" fmla="*/ 0 60000 65536"/>
              <a:gd name="T8" fmla="*/ 0 60000 65536"/>
            </a:gdLst>
            <a:ahLst/>
            <a:cxnLst>
              <a:cxn ang="T6">
                <a:pos x="T0" y="T1"/>
              </a:cxn>
              <a:cxn ang="T7">
                <a:pos x="T2" y="T3"/>
              </a:cxn>
              <a:cxn ang="T8">
                <a:pos x="T4" y="T5"/>
              </a:cxn>
            </a:cxnLst>
            <a:rect l="0" t="0" r="r" b="b"/>
            <a:pathLst>
              <a:path w="176" h="392">
                <a:moveTo>
                  <a:pt x="0" y="0"/>
                </a:moveTo>
                <a:lnTo>
                  <a:pt x="0" y="392"/>
                </a:lnTo>
                <a:lnTo>
                  <a:pt x="176" y="392"/>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224274" name="Line 19">
            <a:extLst>
              <a:ext uri="{FF2B5EF4-FFF2-40B4-BE49-F238E27FC236}">
                <a16:creationId xmlns:a16="http://schemas.microsoft.com/office/drawing/2014/main" id="{BCEF9B89-7D22-4947-8B0C-2FCB8AC68CF0}"/>
              </a:ext>
            </a:extLst>
          </p:cNvPr>
          <p:cNvSpPr>
            <a:spLocks noChangeShapeType="1"/>
          </p:cNvSpPr>
          <p:nvPr/>
        </p:nvSpPr>
        <p:spPr bwMode="auto">
          <a:xfrm flipH="1" flipV="1">
            <a:off x="4812506" y="3662363"/>
            <a:ext cx="0" cy="51554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4275" name="Line 20">
            <a:extLst>
              <a:ext uri="{FF2B5EF4-FFF2-40B4-BE49-F238E27FC236}">
                <a16:creationId xmlns:a16="http://schemas.microsoft.com/office/drawing/2014/main" id="{AA57F84C-2D6C-F148-AE94-8F4BABE4540A}"/>
              </a:ext>
            </a:extLst>
          </p:cNvPr>
          <p:cNvSpPr>
            <a:spLocks noChangeShapeType="1"/>
          </p:cNvSpPr>
          <p:nvPr/>
        </p:nvSpPr>
        <p:spPr bwMode="auto">
          <a:xfrm flipH="1" flipV="1">
            <a:off x="3768329" y="3662363"/>
            <a:ext cx="0" cy="30361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4276" name="Line 21">
            <a:extLst>
              <a:ext uri="{FF2B5EF4-FFF2-40B4-BE49-F238E27FC236}">
                <a16:creationId xmlns:a16="http://schemas.microsoft.com/office/drawing/2014/main" id="{0F836B28-07CE-5E47-816A-09D81147721D}"/>
              </a:ext>
            </a:extLst>
          </p:cNvPr>
          <p:cNvSpPr>
            <a:spLocks noChangeShapeType="1"/>
          </p:cNvSpPr>
          <p:nvPr/>
        </p:nvSpPr>
        <p:spPr bwMode="auto">
          <a:xfrm flipH="1" flipV="1">
            <a:off x="6810375" y="3512344"/>
            <a:ext cx="638175"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pic>
        <p:nvPicPr>
          <p:cNvPr id="224277" name="Picture 22">
            <a:extLst>
              <a:ext uri="{FF2B5EF4-FFF2-40B4-BE49-F238E27FC236}">
                <a16:creationId xmlns:a16="http://schemas.microsoft.com/office/drawing/2014/main" id="{16B11277-B66A-FD41-9631-5920ECE401A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76713" y="1489473"/>
            <a:ext cx="286941" cy="301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78" name="Picture 23">
            <a:extLst>
              <a:ext uri="{FF2B5EF4-FFF2-40B4-BE49-F238E27FC236}">
                <a16:creationId xmlns:a16="http://schemas.microsoft.com/office/drawing/2014/main" id="{440FCE45-6810-A346-BF63-26AD3879C65B}"/>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75322" y="2817019"/>
            <a:ext cx="522684" cy="364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79" name="Picture 24">
            <a:extLst>
              <a:ext uri="{FF2B5EF4-FFF2-40B4-BE49-F238E27FC236}">
                <a16:creationId xmlns:a16="http://schemas.microsoft.com/office/drawing/2014/main" id="{EE10EA0D-F9F7-4D4D-B934-FC8068868BC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87329" y="1677591"/>
            <a:ext cx="285750"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80" name="Picture 25">
            <a:extLst>
              <a:ext uri="{FF2B5EF4-FFF2-40B4-BE49-F238E27FC236}">
                <a16:creationId xmlns:a16="http://schemas.microsoft.com/office/drawing/2014/main" id="{36F99799-7ECB-1C4E-AACC-B7049185B99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86363" y="1369219"/>
            <a:ext cx="285750"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81" name="Picture 26">
            <a:extLst>
              <a:ext uri="{FF2B5EF4-FFF2-40B4-BE49-F238E27FC236}">
                <a16:creationId xmlns:a16="http://schemas.microsoft.com/office/drawing/2014/main" id="{8B461877-C774-5D41-8ADC-0F731E3963C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42548" y="1851423"/>
            <a:ext cx="286940" cy="301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82" name="Picture 27">
            <a:extLst>
              <a:ext uri="{FF2B5EF4-FFF2-40B4-BE49-F238E27FC236}">
                <a16:creationId xmlns:a16="http://schemas.microsoft.com/office/drawing/2014/main" id="{CB9C2876-6063-C743-9A63-607228A6EC5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62713" y="1550194"/>
            <a:ext cx="285750"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83" name="Picture 28">
            <a:extLst>
              <a:ext uri="{FF2B5EF4-FFF2-40B4-BE49-F238E27FC236}">
                <a16:creationId xmlns:a16="http://schemas.microsoft.com/office/drawing/2014/main" id="{E68CC663-54F7-2B4A-80A6-2F8B8C6D9A1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31869" y="3301603"/>
            <a:ext cx="286941"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84" name="Picture 29">
            <a:extLst>
              <a:ext uri="{FF2B5EF4-FFF2-40B4-BE49-F238E27FC236}">
                <a16:creationId xmlns:a16="http://schemas.microsoft.com/office/drawing/2014/main" id="{B13B55EA-76B2-794A-9B33-C380B242B5B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73304" y="4300537"/>
            <a:ext cx="286940"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85" name="Picture 30">
            <a:extLst>
              <a:ext uri="{FF2B5EF4-FFF2-40B4-BE49-F238E27FC236}">
                <a16:creationId xmlns:a16="http://schemas.microsoft.com/office/drawing/2014/main" id="{A18693E8-F6A4-D447-B72F-8B4B5C3A114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67250" y="4086225"/>
            <a:ext cx="285750" cy="301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86" name="Picture 31">
            <a:extLst>
              <a:ext uri="{FF2B5EF4-FFF2-40B4-BE49-F238E27FC236}">
                <a16:creationId xmlns:a16="http://schemas.microsoft.com/office/drawing/2014/main" id="{08DF1EB1-B8AD-4A4A-A40C-C1F44ABB31B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21881" y="3844528"/>
            <a:ext cx="286941"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287" name="Text Box 32">
            <a:extLst>
              <a:ext uri="{FF2B5EF4-FFF2-40B4-BE49-F238E27FC236}">
                <a16:creationId xmlns:a16="http://schemas.microsoft.com/office/drawing/2014/main" id="{3AB147DA-2CA6-4748-B9E8-6FE50A754291}"/>
              </a:ext>
            </a:extLst>
          </p:cNvPr>
          <p:cNvSpPr txBox="1">
            <a:spLocks noChangeArrowheads="1"/>
          </p:cNvSpPr>
          <p:nvPr/>
        </p:nvSpPr>
        <p:spPr bwMode="auto">
          <a:xfrm>
            <a:off x="2897982" y="1409700"/>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145.13.3.10</a:t>
            </a:r>
          </a:p>
        </p:txBody>
      </p:sp>
      <p:sp>
        <p:nvSpPr>
          <p:cNvPr id="224288" name="Text Box 33">
            <a:extLst>
              <a:ext uri="{FF2B5EF4-FFF2-40B4-BE49-F238E27FC236}">
                <a16:creationId xmlns:a16="http://schemas.microsoft.com/office/drawing/2014/main" id="{E27E3C6B-0C21-3740-8A82-DBF37D39B4EE}"/>
              </a:ext>
            </a:extLst>
          </p:cNvPr>
          <p:cNvSpPr txBox="1">
            <a:spLocks noChangeArrowheads="1"/>
          </p:cNvSpPr>
          <p:nvPr/>
        </p:nvSpPr>
        <p:spPr bwMode="auto">
          <a:xfrm>
            <a:off x="3638550" y="1247775"/>
            <a:ext cx="1188274"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145.13.3.11</a:t>
            </a:r>
          </a:p>
        </p:txBody>
      </p:sp>
      <p:sp>
        <p:nvSpPr>
          <p:cNvPr id="224289" name="Text Box 34">
            <a:extLst>
              <a:ext uri="{FF2B5EF4-FFF2-40B4-BE49-F238E27FC236}">
                <a16:creationId xmlns:a16="http://schemas.microsoft.com/office/drawing/2014/main" id="{9C291F94-D5A4-C14A-95B3-55DA0D7E1BC5}"/>
              </a:ext>
            </a:extLst>
          </p:cNvPr>
          <p:cNvSpPr txBox="1">
            <a:spLocks noChangeArrowheads="1"/>
          </p:cNvSpPr>
          <p:nvPr/>
        </p:nvSpPr>
        <p:spPr bwMode="auto">
          <a:xfrm>
            <a:off x="4624387" y="1139429"/>
            <a:ext cx="1309974"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145.13.3.101</a:t>
            </a:r>
          </a:p>
        </p:txBody>
      </p:sp>
      <p:sp>
        <p:nvSpPr>
          <p:cNvPr id="224290" name="Text Box 35">
            <a:extLst>
              <a:ext uri="{FF2B5EF4-FFF2-40B4-BE49-F238E27FC236}">
                <a16:creationId xmlns:a16="http://schemas.microsoft.com/office/drawing/2014/main" id="{67E7C4E8-4198-BE46-879C-942DA306D5DD}"/>
              </a:ext>
            </a:extLst>
          </p:cNvPr>
          <p:cNvSpPr txBox="1">
            <a:spLocks noChangeArrowheads="1"/>
          </p:cNvSpPr>
          <p:nvPr/>
        </p:nvSpPr>
        <p:spPr bwMode="auto">
          <a:xfrm>
            <a:off x="6132910" y="1241823"/>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145.13.7.34</a:t>
            </a:r>
          </a:p>
        </p:txBody>
      </p:sp>
      <p:sp>
        <p:nvSpPr>
          <p:cNvPr id="224291" name="Text Box 36">
            <a:extLst>
              <a:ext uri="{FF2B5EF4-FFF2-40B4-BE49-F238E27FC236}">
                <a16:creationId xmlns:a16="http://schemas.microsoft.com/office/drawing/2014/main" id="{53F26674-BA78-074A-8043-B405C7C5D963}"/>
              </a:ext>
            </a:extLst>
          </p:cNvPr>
          <p:cNvSpPr txBox="1">
            <a:spLocks noChangeArrowheads="1"/>
          </p:cNvSpPr>
          <p:nvPr/>
        </p:nvSpPr>
        <p:spPr bwMode="auto">
          <a:xfrm>
            <a:off x="6811566" y="1533525"/>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145.13.7.35</a:t>
            </a:r>
          </a:p>
        </p:txBody>
      </p:sp>
      <p:sp>
        <p:nvSpPr>
          <p:cNvPr id="224292" name="Text Box 37">
            <a:extLst>
              <a:ext uri="{FF2B5EF4-FFF2-40B4-BE49-F238E27FC236}">
                <a16:creationId xmlns:a16="http://schemas.microsoft.com/office/drawing/2014/main" id="{70BAC129-09C8-0A4C-849D-A50B763F65F0}"/>
              </a:ext>
            </a:extLst>
          </p:cNvPr>
          <p:cNvSpPr txBox="1">
            <a:spLocks noChangeArrowheads="1"/>
          </p:cNvSpPr>
          <p:nvPr/>
        </p:nvSpPr>
        <p:spPr bwMode="auto">
          <a:xfrm>
            <a:off x="6786563" y="3030141"/>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145.13.7.56</a:t>
            </a:r>
          </a:p>
        </p:txBody>
      </p:sp>
      <p:sp>
        <p:nvSpPr>
          <p:cNvPr id="224293" name="Text Box 38">
            <a:extLst>
              <a:ext uri="{FF2B5EF4-FFF2-40B4-BE49-F238E27FC236}">
                <a16:creationId xmlns:a16="http://schemas.microsoft.com/office/drawing/2014/main" id="{52E7A9C4-EF35-1A4C-B5EF-2DC781816755}"/>
              </a:ext>
            </a:extLst>
          </p:cNvPr>
          <p:cNvSpPr txBox="1">
            <a:spLocks noChangeArrowheads="1"/>
          </p:cNvSpPr>
          <p:nvPr/>
        </p:nvSpPr>
        <p:spPr bwMode="auto">
          <a:xfrm>
            <a:off x="3168253" y="4130279"/>
            <a:ext cx="1309974"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145.13.21.23</a:t>
            </a:r>
          </a:p>
        </p:txBody>
      </p:sp>
      <p:sp>
        <p:nvSpPr>
          <p:cNvPr id="224294" name="Text Box 39">
            <a:extLst>
              <a:ext uri="{FF2B5EF4-FFF2-40B4-BE49-F238E27FC236}">
                <a16:creationId xmlns:a16="http://schemas.microsoft.com/office/drawing/2014/main" id="{327076F2-6DB2-454F-A312-0BCEC003117B}"/>
              </a:ext>
            </a:extLst>
          </p:cNvPr>
          <p:cNvSpPr txBox="1">
            <a:spLocks noChangeArrowheads="1"/>
          </p:cNvSpPr>
          <p:nvPr/>
        </p:nvSpPr>
        <p:spPr bwMode="auto">
          <a:xfrm>
            <a:off x="4185048" y="4354116"/>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145.13.21.9</a:t>
            </a:r>
          </a:p>
        </p:txBody>
      </p:sp>
      <p:sp>
        <p:nvSpPr>
          <p:cNvPr id="224295" name="Text Box 40">
            <a:extLst>
              <a:ext uri="{FF2B5EF4-FFF2-40B4-BE49-F238E27FC236}">
                <a16:creationId xmlns:a16="http://schemas.microsoft.com/office/drawing/2014/main" id="{20C4055C-9A04-4B4B-A78B-AA98CD563679}"/>
              </a:ext>
            </a:extLst>
          </p:cNvPr>
          <p:cNvSpPr txBox="1">
            <a:spLocks noChangeArrowheads="1"/>
          </p:cNvSpPr>
          <p:nvPr/>
        </p:nvSpPr>
        <p:spPr bwMode="auto">
          <a:xfrm>
            <a:off x="5012532" y="4595813"/>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145.13.21.8</a:t>
            </a:r>
          </a:p>
        </p:txBody>
      </p:sp>
      <p:sp>
        <p:nvSpPr>
          <p:cNvPr id="224296" name="Line 41">
            <a:extLst>
              <a:ext uri="{FF2B5EF4-FFF2-40B4-BE49-F238E27FC236}">
                <a16:creationId xmlns:a16="http://schemas.microsoft.com/office/drawing/2014/main" id="{66DD2C9A-502F-1741-B515-B1C4419BF8EC}"/>
              </a:ext>
            </a:extLst>
          </p:cNvPr>
          <p:cNvSpPr>
            <a:spLocks noChangeShapeType="1"/>
          </p:cNvSpPr>
          <p:nvPr/>
        </p:nvSpPr>
        <p:spPr bwMode="auto">
          <a:xfrm flipV="1">
            <a:off x="3502819" y="3651648"/>
            <a:ext cx="2365772" cy="10715"/>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4297" name="Line 42">
            <a:extLst>
              <a:ext uri="{FF2B5EF4-FFF2-40B4-BE49-F238E27FC236}">
                <a16:creationId xmlns:a16="http://schemas.microsoft.com/office/drawing/2014/main" id="{ADAA7D60-7E07-4049-A597-D0D63460F122}"/>
              </a:ext>
            </a:extLst>
          </p:cNvPr>
          <p:cNvSpPr>
            <a:spLocks noChangeShapeType="1"/>
          </p:cNvSpPr>
          <p:nvPr/>
        </p:nvSpPr>
        <p:spPr bwMode="auto">
          <a:xfrm>
            <a:off x="3328987" y="2093119"/>
            <a:ext cx="2320529"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4298" name="Text Box 43">
            <a:extLst>
              <a:ext uri="{FF2B5EF4-FFF2-40B4-BE49-F238E27FC236}">
                <a16:creationId xmlns:a16="http://schemas.microsoft.com/office/drawing/2014/main" id="{FDAF6B20-DE42-D542-8F86-382A6A907AEC}"/>
              </a:ext>
            </a:extLst>
          </p:cNvPr>
          <p:cNvSpPr txBox="1">
            <a:spLocks noChangeArrowheads="1"/>
          </p:cNvSpPr>
          <p:nvPr/>
        </p:nvSpPr>
        <p:spPr bwMode="auto">
          <a:xfrm>
            <a:off x="4135041" y="3759994"/>
            <a:ext cx="377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cs typeface="黑体" panose="02010609060101010101" pitchFamily="49" charset="-122"/>
              </a:rPr>
              <a:t>…</a:t>
            </a:r>
          </a:p>
        </p:txBody>
      </p:sp>
      <p:sp>
        <p:nvSpPr>
          <p:cNvPr id="224299" name="Text Box 44">
            <a:extLst>
              <a:ext uri="{FF2B5EF4-FFF2-40B4-BE49-F238E27FC236}">
                <a16:creationId xmlns:a16="http://schemas.microsoft.com/office/drawing/2014/main" id="{E3EA4B05-61A8-6849-88E6-3E2516F4F5F5}"/>
              </a:ext>
            </a:extLst>
          </p:cNvPr>
          <p:cNvSpPr txBox="1">
            <a:spLocks noChangeArrowheads="1"/>
          </p:cNvSpPr>
          <p:nvPr/>
        </p:nvSpPr>
        <p:spPr bwMode="auto">
          <a:xfrm>
            <a:off x="4470797" y="1393032"/>
            <a:ext cx="377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cs typeface="黑体" panose="02010609060101010101" pitchFamily="49" charset="-122"/>
              </a:rPr>
              <a:t>…</a:t>
            </a:r>
          </a:p>
        </p:txBody>
      </p:sp>
      <p:sp>
        <p:nvSpPr>
          <p:cNvPr id="224300" name="Line 45">
            <a:extLst>
              <a:ext uri="{FF2B5EF4-FFF2-40B4-BE49-F238E27FC236}">
                <a16:creationId xmlns:a16="http://schemas.microsoft.com/office/drawing/2014/main" id="{D3BFCDA3-5535-1542-B3D0-EB249F4EAEAD}"/>
              </a:ext>
            </a:extLst>
          </p:cNvPr>
          <p:cNvSpPr>
            <a:spLocks noChangeShapeType="1"/>
          </p:cNvSpPr>
          <p:nvPr/>
        </p:nvSpPr>
        <p:spPr bwMode="auto">
          <a:xfrm rot="5400000">
            <a:off x="5934075" y="2847975"/>
            <a:ext cx="1752600"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4301" name="Text Box 46">
            <a:extLst>
              <a:ext uri="{FF2B5EF4-FFF2-40B4-BE49-F238E27FC236}">
                <a16:creationId xmlns:a16="http://schemas.microsoft.com/office/drawing/2014/main" id="{DBB0F5FC-540C-144C-AB01-9D467E76DB84}"/>
              </a:ext>
            </a:extLst>
          </p:cNvPr>
          <p:cNvSpPr txBox="1">
            <a:spLocks noChangeArrowheads="1"/>
          </p:cNvSpPr>
          <p:nvPr/>
        </p:nvSpPr>
        <p:spPr bwMode="auto">
          <a:xfrm rot="5400000">
            <a:off x="7124307" y="2628053"/>
            <a:ext cx="377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cs typeface="黑体" panose="02010609060101010101" pitchFamily="49" charset="-122"/>
              </a:rPr>
              <a:t>…</a:t>
            </a:r>
          </a:p>
        </p:txBody>
      </p:sp>
      <p:sp>
        <p:nvSpPr>
          <p:cNvPr id="224302" name="Text Box 47">
            <a:extLst>
              <a:ext uri="{FF2B5EF4-FFF2-40B4-BE49-F238E27FC236}">
                <a16:creationId xmlns:a16="http://schemas.microsoft.com/office/drawing/2014/main" id="{BDA7208C-FD7F-4C42-8B64-28DB41B340F9}"/>
              </a:ext>
            </a:extLst>
          </p:cNvPr>
          <p:cNvSpPr txBox="1">
            <a:spLocks noChangeArrowheads="1"/>
          </p:cNvSpPr>
          <p:nvPr/>
        </p:nvSpPr>
        <p:spPr bwMode="auto">
          <a:xfrm>
            <a:off x="4086225" y="3353991"/>
            <a:ext cx="164019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 </a:t>
            </a:r>
            <a:r>
              <a:rPr kumimoji="1" lang="en-US" altLang="zh-CN" sz="1500">
                <a:solidFill>
                  <a:srgbClr val="FF0000"/>
                </a:solidFill>
                <a:latin typeface="Arial" panose="020B0604020202020204" pitchFamily="34" charset="0"/>
                <a:ea typeface="宋体" panose="02010600030101010101" pitchFamily="2" charset="-122"/>
                <a:cs typeface="黑体" panose="02010609060101010101" pitchFamily="49" charset="-122"/>
              </a:rPr>
              <a:t>145.13.21</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224303" name="Text Box 48">
            <a:extLst>
              <a:ext uri="{FF2B5EF4-FFF2-40B4-BE49-F238E27FC236}">
                <a16:creationId xmlns:a16="http://schemas.microsoft.com/office/drawing/2014/main" id="{3A8B1499-5475-354D-8B69-FF784908BDCF}"/>
              </a:ext>
            </a:extLst>
          </p:cNvPr>
          <p:cNvSpPr txBox="1">
            <a:spLocks noChangeArrowheads="1"/>
          </p:cNvSpPr>
          <p:nvPr/>
        </p:nvSpPr>
        <p:spPr bwMode="auto">
          <a:xfrm>
            <a:off x="4031456" y="2112169"/>
            <a:ext cx="153279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 </a:t>
            </a:r>
            <a:r>
              <a:rPr kumimoji="1" lang="en-US" altLang="zh-CN" sz="1500">
                <a:solidFill>
                  <a:srgbClr val="FF0000"/>
                </a:solidFill>
                <a:latin typeface="Arial" panose="020B0604020202020204" pitchFamily="34" charset="0"/>
                <a:ea typeface="宋体" panose="02010600030101010101" pitchFamily="2" charset="-122"/>
                <a:cs typeface="黑体" panose="02010609060101010101" pitchFamily="49" charset="-122"/>
              </a:rPr>
              <a:t>145.13.3</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224304" name="Text Box 49">
            <a:extLst>
              <a:ext uri="{FF2B5EF4-FFF2-40B4-BE49-F238E27FC236}">
                <a16:creationId xmlns:a16="http://schemas.microsoft.com/office/drawing/2014/main" id="{E8D10932-4D62-6447-95CA-F85AE0E56254}"/>
              </a:ext>
            </a:extLst>
          </p:cNvPr>
          <p:cNvSpPr txBox="1">
            <a:spLocks noChangeArrowheads="1"/>
          </p:cNvSpPr>
          <p:nvPr/>
        </p:nvSpPr>
        <p:spPr bwMode="auto">
          <a:xfrm>
            <a:off x="5651897" y="2446735"/>
            <a:ext cx="1095172"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 </a:t>
            </a:r>
          </a:p>
          <a:p>
            <a:pPr eaLnBrk="1" hangingPunct="1">
              <a:spcBef>
                <a:spcPct val="0"/>
              </a:spcBef>
              <a:buClrTx/>
              <a:buSzTx/>
              <a:buFontTx/>
              <a:buNone/>
            </a:pPr>
            <a:r>
              <a:rPr kumimoji="1" lang="en-US" altLang="zh-CN" sz="1500">
                <a:solidFill>
                  <a:srgbClr val="FF0000"/>
                </a:solidFill>
                <a:latin typeface="Arial" panose="020B0604020202020204" pitchFamily="34" charset="0"/>
                <a:ea typeface="宋体" panose="02010600030101010101" pitchFamily="2" charset="-122"/>
                <a:cs typeface="黑体" panose="02010609060101010101" pitchFamily="49" charset="-122"/>
              </a:rPr>
              <a:t>145.13.7</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pic>
        <p:nvPicPr>
          <p:cNvPr id="224305" name="Picture 50">
            <a:extLst>
              <a:ext uri="{FF2B5EF4-FFF2-40B4-BE49-F238E27FC236}">
                <a16:creationId xmlns:a16="http://schemas.microsoft.com/office/drawing/2014/main" id="{4C05FBDE-849A-6747-96B4-4E61B5CD72CC}"/>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56122" y="3482579"/>
            <a:ext cx="522684"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306" name="Picture 51">
            <a:extLst>
              <a:ext uri="{FF2B5EF4-FFF2-40B4-BE49-F238E27FC236}">
                <a16:creationId xmlns:a16="http://schemas.microsoft.com/office/drawing/2014/main" id="{5F528505-628E-B64F-8D6D-1F43F95421DB}"/>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56122" y="1791891"/>
            <a:ext cx="522684"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5908" name="AutoShape 52">
            <a:extLst>
              <a:ext uri="{FF2B5EF4-FFF2-40B4-BE49-F238E27FC236}">
                <a16:creationId xmlns:a16="http://schemas.microsoft.com/office/drawing/2014/main" id="{B19965F7-6325-B047-843D-C0165A20177D}"/>
              </a:ext>
            </a:extLst>
          </p:cNvPr>
          <p:cNvSpPr>
            <a:spLocks noChangeArrowheads="1"/>
          </p:cNvSpPr>
          <p:nvPr/>
        </p:nvSpPr>
        <p:spPr bwMode="auto">
          <a:xfrm>
            <a:off x="1240631" y="657225"/>
            <a:ext cx="1363266" cy="1045369"/>
          </a:xfrm>
          <a:prstGeom prst="wedgeRoundRectCallout">
            <a:avLst>
              <a:gd name="adj1" fmla="val 67731"/>
              <a:gd name="adj2" fmla="val 164009"/>
              <a:gd name="adj3" fmla="val 16667"/>
            </a:avLst>
          </a:prstGeom>
          <a:solidFill>
            <a:srgbClr val="FFFF99"/>
          </a:solidFill>
          <a:ln w="9525">
            <a:solidFill>
              <a:srgbClr val="333399"/>
            </a:solidFill>
            <a:miter lim="800000"/>
            <a:headEnd/>
            <a:tailEnd/>
          </a:ln>
          <a:effectLst>
            <a:outerShdw blurRad="63500" dist="38099" dir="2700000" algn="ctr" rotWithShape="0">
              <a:schemeClr val="bg2">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endParaRPr kumimoji="1" lang="zh-CN" altLang="zh-CN" sz="1500">
              <a:solidFill>
                <a:srgbClr val="333399"/>
              </a:solidFill>
              <a:latin typeface="Arial" panose="020B0604020202020204" pitchFamily="34" charset="0"/>
            </a:endParaRPr>
          </a:p>
        </p:txBody>
      </p:sp>
      <p:sp>
        <p:nvSpPr>
          <p:cNvPr id="224308" name="Text Box 53">
            <a:extLst>
              <a:ext uri="{FF2B5EF4-FFF2-40B4-BE49-F238E27FC236}">
                <a16:creationId xmlns:a16="http://schemas.microsoft.com/office/drawing/2014/main" id="{F4026ECC-43B3-5745-9BC7-CA1DE304634A}"/>
              </a:ext>
            </a:extLst>
          </p:cNvPr>
          <p:cNvSpPr txBox="1">
            <a:spLocks noChangeArrowheads="1"/>
          </p:cNvSpPr>
          <p:nvPr/>
        </p:nvSpPr>
        <p:spPr bwMode="auto">
          <a:xfrm>
            <a:off x="860821" y="681037"/>
            <a:ext cx="2082404"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所有到达网络 </a:t>
            </a:r>
            <a:r>
              <a:rPr kumimoji="1" lang="en-US" altLang="zh-CN" sz="1500">
                <a:latin typeface="Arial" panose="020B0604020202020204" pitchFamily="34" charset="0"/>
                <a:ea typeface="宋体" panose="02010600030101010101" pitchFamily="2" charset="-122"/>
                <a:cs typeface="黑体" panose="02010609060101010101" pitchFamily="49" charset="-122"/>
              </a:rPr>
              <a:t>145.13.0.0</a:t>
            </a:r>
          </a:p>
          <a:p>
            <a:pPr algn="ct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的分组均到达</a:t>
            </a:r>
          </a:p>
          <a:p>
            <a:pPr algn="ct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此路由器</a:t>
            </a:r>
          </a:p>
        </p:txBody>
      </p:sp>
      <p:sp>
        <p:nvSpPr>
          <p:cNvPr id="224309" name="Line 54">
            <a:extLst>
              <a:ext uri="{FF2B5EF4-FFF2-40B4-BE49-F238E27FC236}">
                <a16:creationId xmlns:a16="http://schemas.microsoft.com/office/drawing/2014/main" id="{2F3CC007-6C2D-AB47-A5CF-20910AB8BA6B}"/>
              </a:ext>
            </a:extLst>
          </p:cNvPr>
          <p:cNvSpPr>
            <a:spLocks noChangeShapeType="1"/>
          </p:cNvSpPr>
          <p:nvPr/>
        </p:nvSpPr>
        <p:spPr bwMode="auto">
          <a:xfrm>
            <a:off x="2110978" y="2153841"/>
            <a:ext cx="403622" cy="394097"/>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24310" name="Line 55">
            <a:extLst>
              <a:ext uri="{FF2B5EF4-FFF2-40B4-BE49-F238E27FC236}">
                <a16:creationId xmlns:a16="http://schemas.microsoft.com/office/drawing/2014/main" id="{A811AC53-B444-D045-8027-58462AF875F5}"/>
              </a:ext>
            </a:extLst>
          </p:cNvPr>
          <p:cNvSpPr>
            <a:spLocks noChangeShapeType="1"/>
          </p:cNvSpPr>
          <p:nvPr/>
        </p:nvSpPr>
        <p:spPr bwMode="auto">
          <a:xfrm rot="17213177">
            <a:off x="1996083" y="2984302"/>
            <a:ext cx="423863" cy="398859"/>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24311" name="Text Box 56">
            <a:extLst>
              <a:ext uri="{FF2B5EF4-FFF2-40B4-BE49-F238E27FC236}">
                <a16:creationId xmlns:a16="http://schemas.microsoft.com/office/drawing/2014/main" id="{BFB91F64-55FA-4242-B036-F567EDA052C3}"/>
              </a:ext>
            </a:extLst>
          </p:cNvPr>
          <p:cNvSpPr txBox="1">
            <a:spLocks noChangeArrowheads="1"/>
          </p:cNvSpPr>
          <p:nvPr/>
        </p:nvSpPr>
        <p:spPr bwMode="auto">
          <a:xfrm>
            <a:off x="6274349" y="4260056"/>
            <a:ext cx="1454244"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2100">
                <a:latin typeface="Arial" panose="020B0604020202020204" pitchFamily="34" charset="0"/>
                <a:ea typeface="宋体" panose="02010600030101010101" pitchFamily="2" charset="-122"/>
                <a:cs typeface="黑体" panose="02010609060101010101" pitchFamily="49" charset="-122"/>
              </a:rPr>
              <a:t>网络</a:t>
            </a:r>
          </a:p>
          <a:p>
            <a:pPr algn="ctr" eaLnBrk="1" hangingPunct="1">
              <a:spcBef>
                <a:spcPct val="0"/>
              </a:spcBef>
              <a:buClrTx/>
              <a:buSzTx/>
              <a:buFontTx/>
              <a:buNone/>
            </a:pPr>
            <a:r>
              <a:rPr kumimoji="1" lang="en-US" altLang="zh-CN" sz="2100">
                <a:latin typeface="Arial" panose="020B0604020202020204" pitchFamily="34" charset="0"/>
                <a:ea typeface="宋体" panose="02010600030101010101" pitchFamily="2" charset="-122"/>
                <a:cs typeface="黑体" panose="02010609060101010101" pitchFamily="49" charset="-122"/>
              </a:rPr>
              <a:t>145.13.0.0</a:t>
            </a:r>
          </a:p>
        </p:txBody>
      </p:sp>
      <p:sp>
        <p:nvSpPr>
          <p:cNvPr id="224312" name="Text Box 57">
            <a:extLst>
              <a:ext uri="{FF2B5EF4-FFF2-40B4-BE49-F238E27FC236}">
                <a16:creationId xmlns:a16="http://schemas.microsoft.com/office/drawing/2014/main" id="{5266877E-83D9-2949-8CA0-76EAFB9CB0CF}"/>
              </a:ext>
            </a:extLst>
          </p:cNvPr>
          <p:cNvSpPr txBox="1">
            <a:spLocks noChangeArrowheads="1"/>
          </p:cNvSpPr>
          <p:nvPr/>
        </p:nvSpPr>
        <p:spPr bwMode="auto">
          <a:xfrm>
            <a:off x="2599135" y="3125391"/>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p>
        </p:txBody>
      </p:sp>
      <p:sp>
        <p:nvSpPr>
          <p:cNvPr id="224313" name="Text Box 58">
            <a:extLst>
              <a:ext uri="{FF2B5EF4-FFF2-40B4-BE49-F238E27FC236}">
                <a16:creationId xmlns:a16="http://schemas.microsoft.com/office/drawing/2014/main" id="{6AFD69CB-E209-794A-99FD-C0FD3855A5B5}"/>
              </a:ext>
            </a:extLst>
          </p:cNvPr>
          <p:cNvSpPr txBox="1">
            <a:spLocks noChangeArrowheads="1"/>
          </p:cNvSpPr>
          <p:nvPr/>
        </p:nvSpPr>
        <p:spPr bwMode="auto">
          <a:xfrm>
            <a:off x="1202531" y="3213498"/>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3</a:t>
            </a:r>
          </a:p>
        </p:txBody>
      </p:sp>
      <p:sp>
        <p:nvSpPr>
          <p:cNvPr id="224314" name="Text Box 59">
            <a:extLst>
              <a:ext uri="{FF2B5EF4-FFF2-40B4-BE49-F238E27FC236}">
                <a16:creationId xmlns:a16="http://schemas.microsoft.com/office/drawing/2014/main" id="{83AEA038-FF56-5D40-9E6A-A761DB3F81F3}"/>
              </a:ext>
            </a:extLst>
          </p:cNvPr>
          <p:cNvSpPr txBox="1">
            <a:spLocks noChangeArrowheads="1"/>
          </p:cNvSpPr>
          <p:nvPr/>
        </p:nvSpPr>
        <p:spPr bwMode="auto">
          <a:xfrm>
            <a:off x="1256110" y="2059782"/>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2</a:t>
            </a:r>
          </a:p>
        </p:txBody>
      </p:sp>
      <p:sp>
        <p:nvSpPr>
          <p:cNvPr id="224315" name="幻灯片编号占位符 1">
            <a:extLst>
              <a:ext uri="{FF2B5EF4-FFF2-40B4-BE49-F238E27FC236}">
                <a16:creationId xmlns:a16="http://schemas.microsoft.com/office/drawing/2014/main" id="{02F4BE44-0922-0642-963E-723C9CEB7F1F}"/>
              </a:ext>
            </a:extLst>
          </p:cNvPr>
          <p:cNvSpPr>
            <a:spLocks noGrp="1" noChangeArrowheads="1"/>
          </p:cNvSpPr>
          <p:nvPr>
            <p:ph type="sldNum" sz="quarter" idx="10"/>
          </p:nvPr>
        </p:nvSpPr>
        <p:spPr>
          <a:xfrm>
            <a:off x="8698230" y="4861401"/>
            <a:ext cx="445770"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C10C6D1-F03E-ED4E-AB56-AD5DE822BA22}"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101</a:t>
            </a:fld>
            <a:endParaRPr lang="en-US" altLang="zh-CN" sz="1050" dirty="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546893794"/>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6882" name="Rectangle 2">
            <a:extLst>
              <a:ext uri="{FF2B5EF4-FFF2-40B4-BE49-F238E27FC236}">
                <a16:creationId xmlns:a16="http://schemas.microsoft.com/office/drawing/2014/main" id="{AB7A9C4A-1717-AC4B-89FC-E18D48A1D38F}"/>
              </a:ext>
            </a:extLst>
          </p:cNvPr>
          <p:cNvSpPr>
            <a:spLocks noGrp="1" noChangeArrowheads="1"/>
          </p:cNvSpPr>
          <p:nvPr>
            <p:ph type="body" idx="1"/>
          </p:nvPr>
        </p:nvSpPr>
        <p:spPr>
          <a:xfrm>
            <a:off x="283845" y="1113235"/>
            <a:ext cx="8608695" cy="3618309"/>
          </a:xfrm>
        </p:spPr>
        <p:txBody>
          <a:bodyPr/>
          <a:lstStyle/>
          <a:p>
            <a:pPr algn="just" eaLnBrk="1" hangingPunct="1"/>
            <a:r>
              <a:rPr lang="zh-CN" altLang="en-US" dirty="0">
                <a:latin typeface="Times New Roman" panose="02020603050405020304" pitchFamily="18" charset="0"/>
                <a:ea typeface="宋体" panose="02010600030101010101" pitchFamily="2" charset="-122"/>
              </a:rPr>
              <a:t>当没有划分子网时，</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地址是</a:t>
            </a:r>
            <a:r>
              <a:rPr lang="zh-CN" altLang="en-US" dirty="0">
                <a:solidFill>
                  <a:srgbClr val="FF0000"/>
                </a:solidFill>
                <a:latin typeface="Times New Roman" panose="02020603050405020304" pitchFamily="18" charset="0"/>
                <a:ea typeface="宋体" panose="02010600030101010101" pitchFamily="2" charset="-122"/>
              </a:rPr>
              <a:t>两级结构</a:t>
            </a:r>
            <a:r>
              <a:rPr lang="zh-CN" altLang="en-US" dirty="0">
                <a:latin typeface="Times New Roman" panose="02020603050405020304" pitchFamily="18" charset="0"/>
                <a:ea typeface="宋体" panose="02010600030101010101" pitchFamily="2" charset="-122"/>
              </a:rPr>
              <a:t>。</a:t>
            </a:r>
          </a:p>
          <a:p>
            <a:pPr algn="just" eaLnBrk="1" hangingPunct="1"/>
            <a:r>
              <a:rPr lang="zh-CN" altLang="en-US" dirty="0">
                <a:latin typeface="Times New Roman" panose="02020603050405020304" pitchFamily="18" charset="0"/>
                <a:ea typeface="宋体" panose="02010600030101010101" pitchFamily="2" charset="-122"/>
              </a:rPr>
              <a:t>划分子网后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地址就变成了</a:t>
            </a:r>
            <a:r>
              <a:rPr lang="zh-CN" altLang="en-US" dirty="0">
                <a:solidFill>
                  <a:schemeClr val="hlink"/>
                </a:solidFill>
                <a:latin typeface="Times New Roman" panose="02020603050405020304" pitchFamily="18" charset="0"/>
                <a:ea typeface="宋体" panose="02010600030101010101" pitchFamily="2" charset="-122"/>
              </a:rPr>
              <a:t>三级结构</a:t>
            </a:r>
            <a:r>
              <a:rPr lang="zh-CN" altLang="en-US" dirty="0">
                <a:latin typeface="Times New Roman" panose="02020603050405020304" pitchFamily="18" charset="0"/>
                <a:ea typeface="宋体" panose="02010600030101010101" pitchFamily="2" charset="-122"/>
              </a:rPr>
              <a:t>。</a:t>
            </a:r>
          </a:p>
          <a:p>
            <a:pPr algn="just" eaLnBrk="1" hangingPunct="1"/>
            <a:r>
              <a:rPr lang="zh-CN" altLang="en-US" dirty="0">
                <a:latin typeface="Times New Roman" panose="02020603050405020304" pitchFamily="18" charset="0"/>
                <a:ea typeface="宋体" panose="02010600030101010101" pitchFamily="2" charset="-122"/>
              </a:rPr>
              <a:t>划分子网只是把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地址的主机号 </a:t>
            </a:r>
            <a:r>
              <a:rPr lang="en-US" altLang="zh-CN" dirty="0">
                <a:latin typeface="Times New Roman" panose="02020603050405020304" pitchFamily="18" charset="0"/>
                <a:ea typeface="宋体" panose="02010600030101010101" pitchFamily="2" charset="-122"/>
              </a:rPr>
              <a:t>host-id </a:t>
            </a:r>
            <a:r>
              <a:rPr lang="zh-CN" altLang="en-US" dirty="0">
                <a:latin typeface="Times New Roman" panose="02020603050405020304" pitchFamily="18" charset="0"/>
                <a:ea typeface="宋体" panose="02010600030101010101" pitchFamily="2" charset="-122"/>
              </a:rPr>
              <a:t>这部分进行再划分，而不改变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地址原来的网络号 </a:t>
            </a:r>
            <a:r>
              <a:rPr lang="en-US" altLang="zh-CN" dirty="0">
                <a:latin typeface="Times New Roman" panose="02020603050405020304" pitchFamily="18" charset="0"/>
                <a:ea typeface="宋体" panose="02010600030101010101" pitchFamily="2" charset="-122"/>
              </a:rPr>
              <a:t>net-id</a:t>
            </a:r>
            <a:r>
              <a:rPr lang="zh-CN" altLang="en-US" dirty="0">
                <a:latin typeface="Times New Roman" panose="02020603050405020304" pitchFamily="18" charset="0"/>
                <a:ea typeface="宋体" panose="02010600030101010101" pitchFamily="2" charset="-122"/>
              </a:rPr>
              <a:t>。 </a:t>
            </a:r>
          </a:p>
        </p:txBody>
      </p:sp>
      <p:sp>
        <p:nvSpPr>
          <p:cNvPr id="226306" name="Rectangle 3">
            <a:extLst>
              <a:ext uri="{FF2B5EF4-FFF2-40B4-BE49-F238E27FC236}">
                <a16:creationId xmlns:a16="http://schemas.microsoft.com/office/drawing/2014/main" id="{437EAF67-1919-8347-ADAF-FA4ABA28AAC3}"/>
              </a:ext>
            </a:extLst>
          </p:cNvPr>
          <p:cNvSpPr>
            <a:spLocks noGrp="1" noChangeArrowheads="1"/>
          </p:cNvSpPr>
          <p:nvPr>
            <p:ph type="title"/>
          </p:nvPr>
        </p:nvSpPr>
        <p:spPr>
          <a:xfrm>
            <a:off x="160020" y="250031"/>
            <a:ext cx="7529037" cy="647700"/>
          </a:xfrm>
        </p:spPr>
        <p:txBody>
          <a:bodyPr/>
          <a:lstStyle/>
          <a:p>
            <a:pPr eaLnBrk="1" hangingPunct="1"/>
            <a:r>
              <a:rPr lang="zh-CN" altLang="en-US" dirty="0">
                <a:latin typeface="Times New Roman" panose="02020603050405020304" pitchFamily="18" charset="0"/>
                <a:ea typeface="宋体" panose="02010600030101010101" pitchFamily="2" charset="-122"/>
              </a:rPr>
              <a:t>划分子网后变成了三级结构 </a:t>
            </a:r>
          </a:p>
        </p:txBody>
      </p:sp>
      <p:sp>
        <p:nvSpPr>
          <p:cNvPr id="226307" name="幻灯片编号占位符 1">
            <a:extLst>
              <a:ext uri="{FF2B5EF4-FFF2-40B4-BE49-F238E27FC236}">
                <a16:creationId xmlns:a16="http://schemas.microsoft.com/office/drawing/2014/main" id="{6E959506-D727-7D47-AE82-5683EFAD164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BD3BB6C-860D-5E4E-9588-2499F7B58B1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88710714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06882">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0688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7906" name="Rectangle 2">
            <a:extLst>
              <a:ext uri="{FF2B5EF4-FFF2-40B4-BE49-F238E27FC236}">
                <a16:creationId xmlns:a16="http://schemas.microsoft.com/office/drawing/2014/main" id="{BC6760B3-BFB1-154D-8427-8AF9EED39971}"/>
              </a:ext>
            </a:extLst>
          </p:cNvPr>
          <p:cNvSpPr>
            <a:spLocks noGrp="1" noChangeArrowheads="1"/>
          </p:cNvSpPr>
          <p:nvPr>
            <p:ph type="body" idx="1"/>
          </p:nvPr>
        </p:nvSpPr>
        <p:spPr>
          <a:xfrm>
            <a:off x="160020" y="1059656"/>
            <a:ext cx="8686799" cy="3671888"/>
          </a:xfrm>
        </p:spPr>
        <p:txBody>
          <a:bodyPr/>
          <a:lstStyle/>
          <a:p>
            <a:pPr algn="just" eaLnBrk="1" hangingPunct="1"/>
            <a:r>
              <a:rPr lang="zh-CN" altLang="en-US" dirty="0">
                <a:latin typeface="Times New Roman" panose="02020603050405020304" pitchFamily="18" charset="0"/>
                <a:ea typeface="宋体" panose="02010600030101010101" pitchFamily="2" charset="-122"/>
              </a:rPr>
              <a:t>从一个</a:t>
            </a:r>
            <a:r>
              <a:rPr lang="zh-CN" altLang="en-US" sz="1500" dirty="0">
                <a:ea typeface="宋体" panose="02010600030101010101" pitchFamily="2" charset="-122"/>
              </a:rPr>
              <a:t> </a:t>
            </a:r>
            <a:r>
              <a:rPr lang="en-US" altLang="zh-CN" dirty="0">
                <a:latin typeface="Times New Roman" panose="02020603050405020304" pitchFamily="18" charset="0"/>
                <a:ea typeface="宋体" panose="02010600030101010101" pitchFamily="2" charset="-122"/>
              </a:rPr>
              <a:t>IP</a:t>
            </a:r>
            <a:r>
              <a:rPr lang="en-US" altLang="zh-CN" sz="1500" dirty="0">
                <a:ea typeface="宋体" panose="02010600030101010101" pitchFamily="2" charset="-122"/>
              </a:rPr>
              <a:t> </a:t>
            </a:r>
            <a:r>
              <a:rPr lang="zh-CN" altLang="en-US" dirty="0">
                <a:latin typeface="Times New Roman" panose="02020603050405020304" pitchFamily="18" charset="0"/>
                <a:ea typeface="宋体" panose="02010600030101010101" pitchFamily="2" charset="-122"/>
              </a:rPr>
              <a:t>数据报的首部</a:t>
            </a:r>
            <a:r>
              <a:rPr lang="zh-CN" altLang="en-US" dirty="0">
                <a:solidFill>
                  <a:schemeClr val="hlink"/>
                </a:solidFill>
                <a:latin typeface="Times New Roman" panose="02020603050405020304" pitchFamily="18" charset="0"/>
                <a:ea typeface="宋体" panose="02010600030101010101" pitchFamily="2" charset="-122"/>
              </a:rPr>
              <a:t>并不能判断</a:t>
            </a:r>
            <a:r>
              <a:rPr lang="zh-CN" altLang="en-US" dirty="0">
                <a:latin typeface="Times New Roman" panose="02020603050405020304" pitchFamily="18" charset="0"/>
                <a:ea typeface="宋体" panose="02010600030101010101" pitchFamily="2" charset="-122"/>
              </a:rPr>
              <a:t>源主机或目的主机所连接的网络是否进行了子网的划分。</a:t>
            </a:r>
          </a:p>
          <a:p>
            <a:pPr algn="just" eaLnBrk="1" hangingPunct="1"/>
            <a:r>
              <a:rPr lang="zh-CN" altLang="en-US" dirty="0">
                <a:latin typeface="Times New Roman" panose="02020603050405020304" pitchFamily="18" charset="0"/>
                <a:ea typeface="宋体" panose="02010600030101010101" pitchFamily="2" charset="-122"/>
              </a:rPr>
              <a:t>使用</a:t>
            </a:r>
            <a:r>
              <a:rPr lang="zh-CN" altLang="en-US" dirty="0">
                <a:solidFill>
                  <a:schemeClr val="hlink"/>
                </a:solidFill>
                <a:latin typeface="Times New Roman" panose="02020603050405020304" pitchFamily="18" charset="0"/>
                <a:ea typeface="宋体" panose="02010600030101010101" pitchFamily="2" charset="-122"/>
              </a:rPr>
              <a:t>子网掩码</a:t>
            </a:r>
            <a:r>
              <a:rPr lang="en-US" altLang="zh-CN" dirty="0">
                <a:latin typeface="Times New Roman" panose="02020603050405020304" pitchFamily="18" charset="0"/>
                <a:ea typeface="宋体" panose="02010600030101010101" pitchFamily="2" charset="-122"/>
              </a:rPr>
              <a:t>(subnet mask)</a:t>
            </a:r>
            <a:r>
              <a:rPr lang="zh-CN" altLang="en-US" dirty="0">
                <a:latin typeface="Times New Roman" panose="02020603050405020304" pitchFamily="18" charset="0"/>
                <a:ea typeface="宋体" panose="02010600030101010101" pitchFamily="2" charset="-122"/>
              </a:rPr>
              <a:t>可以找出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地址中的子网部分。  </a:t>
            </a:r>
          </a:p>
        </p:txBody>
      </p:sp>
      <p:sp>
        <p:nvSpPr>
          <p:cNvPr id="228354" name="Rectangle 3">
            <a:extLst>
              <a:ext uri="{FF2B5EF4-FFF2-40B4-BE49-F238E27FC236}">
                <a16:creationId xmlns:a16="http://schemas.microsoft.com/office/drawing/2014/main" id="{6F7C7319-E031-F74C-B1FA-B7D4D4A00E24}"/>
              </a:ext>
            </a:extLst>
          </p:cNvPr>
          <p:cNvSpPr>
            <a:spLocks noGrp="1" noChangeArrowheads="1"/>
          </p:cNvSpPr>
          <p:nvPr>
            <p:ph type="title"/>
          </p:nvPr>
        </p:nvSpPr>
        <p:spPr>
          <a:xfrm>
            <a:off x="160021" y="160735"/>
            <a:ext cx="7327822" cy="736997"/>
          </a:xfrm>
        </p:spPr>
        <p:txBody>
          <a:bodyPr/>
          <a:lstStyle/>
          <a:p>
            <a:pPr eaLnBrk="1" hangingPunct="1"/>
            <a:r>
              <a:rPr lang="en-US" altLang="zh-CN" dirty="0">
                <a:latin typeface="Times New Roman" panose="02020603050405020304" pitchFamily="18" charset="0"/>
                <a:ea typeface="宋体" panose="02010600030101010101" pitchFamily="2" charset="-122"/>
              </a:rPr>
              <a:t>2.  </a:t>
            </a:r>
            <a:r>
              <a:rPr lang="zh-CN" altLang="en-US" dirty="0">
                <a:latin typeface="Times New Roman" panose="02020603050405020304" pitchFamily="18" charset="0"/>
                <a:ea typeface="宋体" panose="02010600030101010101" pitchFamily="2" charset="-122"/>
              </a:rPr>
              <a:t>子网掩码</a:t>
            </a:r>
          </a:p>
        </p:txBody>
      </p:sp>
      <p:sp>
        <p:nvSpPr>
          <p:cNvPr id="228355" name="幻灯片编号占位符 1">
            <a:extLst>
              <a:ext uri="{FF2B5EF4-FFF2-40B4-BE49-F238E27FC236}">
                <a16:creationId xmlns:a16="http://schemas.microsoft.com/office/drawing/2014/main" id="{C67C0A28-4978-3745-86CC-7F56661AC4B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87163D8-DE8D-6146-86EA-3C5D7D2B3B74}"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24291020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07906">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8930" name="Rectangle 2">
            <a:extLst>
              <a:ext uri="{FF2B5EF4-FFF2-40B4-BE49-F238E27FC236}">
                <a16:creationId xmlns:a16="http://schemas.microsoft.com/office/drawing/2014/main" id="{A2E08BDD-9AA3-084B-9E2F-9C1D8A577C6D}"/>
              </a:ext>
            </a:extLst>
          </p:cNvPr>
          <p:cNvSpPr>
            <a:spLocks noChangeArrowheads="1"/>
          </p:cNvSpPr>
          <p:nvPr/>
        </p:nvSpPr>
        <p:spPr bwMode="auto">
          <a:xfrm>
            <a:off x="2490788" y="2733676"/>
            <a:ext cx="5332810" cy="354806"/>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30402" name="Rectangle 3">
            <a:extLst>
              <a:ext uri="{FF2B5EF4-FFF2-40B4-BE49-F238E27FC236}">
                <a16:creationId xmlns:a16="http://schemas.microsoft.com/office/drawing/2014/main" id="{4C6B9439-8C68-D94E-8C6B-17E265ACCDBD}"/>
              </a:ext>
            </a:extLst>
          </p:cNvPr>
          <p:cNvSpPr>
            <a:spLocks noChangeArrowheads="1"/>
          </p:cNvSpPr>
          <p:nvPr/>
        </p:nvSpPr>
        <p:spPr bwMode="auto">
          <a:xfrm>
            <a:off x="2490788" y="1778794"/>
            <a:ext cx="5332810" cy="347663"/>
          </a:xfrm>
          <a:prstGeom prst="rect">
            <a:avLst/>
          </a:prstGeom>
          <a:solidFill>
            <a:srgbClr val="CCECFF"/>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30403" name="Rectangle 4">
            <a:extLst>
              <a:ext uri="{FF2B5EF4-FFF2-40B4-BE49-F238E27FC236}">
                <a16:creationId xmlns:a16="http://schemas.microsoft.com/office/drawing/2014/main" id="{61BC0C54-4209-C049-91DD-FAF18637A458}"/>
              </a:ext>
            </a:extLst>
          </p:cNvPr>
          <p:cNvSpPr>
            <a:spLocks noGrp="1" noChangeArrowheads="1"/>
          </p:cNvSpPr>
          <p:nvPr>
            <p:ph type="title"/>
          </p:nvPr>
        </p:nvSpPr>
        <p:spPr/>
        <p:txBody>
          <a:bodyPr/>
          <a:lstStyle/>
          <a:p>
            <a:pPr algn="ctr" eaLnBrk="1" hangingPunct="1"/>
            <a:r>
              <a:rPr lang="en-US" altLang="zh-CN">
                <a:latin typeface="Times New Roman" panose="02020603050405020304" pitchFamily="18" charset="0"/>
                <a:ea typeface="宋体" panose="02010600030101010101" pitchFamily="2" charset="-122"/>
              </a:rPr>
              <a:t>IP </a:t>
            </a:r>
            <a:r>
              <a:rPr lang="zh-CN" altLang="en-US">
                <a:latin typeface="Times New Roman" panose="02020603050405020304" pitchFamily="18" charset="0"/>
                <a:ea typeface="宋体" panose="02010600030101010101" pitchFamily="2" charset="-122"/>
              </a:rPr>
              <a:t>地址的各字段和子网掩码 </a:t>
            </a:r>
          </a:p>
        </p:txBody>
      </p:sp>
      <p:sp>
        <p:nvSpPr>
          <p:cNvPr id="508933" name="Line 5">
            <a:extLst>
              <a:ext uri="{FF2B5EF4-FFF2-40B4-BE49-F238E27FC236}">
                <a16:creationId xmlns:a16="http://schemas.microsoft.com/office/drawing/2014/main" id="{FB14BCB5-26CE-A14A-BD20-E1B925237E6A}"/>
              </a:ext>
            </a:extLst>
          </p:cNvPr>
          <p:cNvSpPr>
            <a:spLocks noChangeShapeType="1"/>
          </p:cNvSpPr>
          <p:nvPr/>
        </p:nvSpPr>
        <p:spPr bwMode="auto">
          <a:xfrm>
            <a:off x="2516981" y="3306366"/>
            <a:ext cx="3933825" cy="4763"/>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508934" name="Line 6">
            <a:extLst>
              <a:ext uri="{FF2B5EF4-FFF2-40B4-BE49-F238E27FC236}">
                <a16:creationId xmlns:a16="http://schemas.microsoft.com/office/drawing/2014/main" id="{6E7733FA-968B-5C42-A4CB-41B378A59F79}"/>
              </a:ext>
            </a:extLst>
          </p:cNvPr>
          <p:cNvSpPr>
            <a:spLocks noChangeShapeType="1"/>
          </p:cNvSpPr>
          <p:nvPr/>
        </p:nvSpPr>
        <p:spPr bwMode="auto">
          <a:xfrm flipV="1">
            <a:off x="6474619" y="3306366"/>
            <a:ext cx="1333500" cy="0"/>
          </a:xfrm>
          <a:prstGeom prst="line">
            <a:avLst/>
          </a:prstGeom>
          <a:noFill/>
          <a:ln w="12700">
            <a:solidFill>
              <a:schemeClr val="tx2"/>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30406" name="Rectangle 8">
            <a:extLst>
              <a:ext uri="{FF2B5EF4-FFF2-40B4-BE49-F238E27FC236}">
                <a16:creationId xmlns:a16="http://schemas.microsoft.com/office/drawing/2014/main" id="{7CEF1314-0028-F246-876C-228E569FCC98}"/>
              </a:ext>
            </a:extLst>
          </p:cNvPr>
          <p:cNvSpPr>
            <a:spLocks noChangeArrowheads="1"/>
          </p:cNvSpPr>
          <p:nvPr/>
        </p:nvSpPr>
        <p:spPr bwMode="auto">
          <a:xfrm>
            <a:off x="2501504" y="1788319"/>
            <a:ext cx="2618184" cy="332185"/>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30407" name="Rectangle 9">
            <a:extLst>
              <a:ext uri="{FF2B5EF4-FFF2-40B4-BE49-F238E27FC236}">
                <a16:creationId xmlns:a16="http://schemas.microsoft.com/office/drawing/2014/main" id="{02F13CB9-52F6-A94A-A4BC-CB684EEE680D}"/>
              </a:ext>
            </a:extLst>
          </p:cNvPr>
          <p:cNvSpPr>
            <a:spLocks noChangeArrowheads="1"/>
          </p:cNvSpPr>
          <p:nvPr/>
        </p:nvSpPr>
        <p:spPr bwMode="auto">
          <a:xfrm>
            <a:off x="2951560" y="1762126"/>
            <a:ext cx="2445382" cy="34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145        </a:t>
            </a:r>
            <a:r>
              <a:rPr kumimoji="1" lang="en-US" altLang="zh-CN" sz="1800" b="1">
                <a:latin typeface="微软雅黑" panose="020B0503020204020204" pitchFamily="34" charset="-122"/>
                <a:ea typeface="宋体" panose="02010600030101010101" pitchFamily="2" charset="-122"/>
              </a:rPr>
              <a:t>.</a:t>
            </a:r>
            <a:r>
              <a:rPr kumimoji="1" lang="en-US" altLang="zh-CN" sz="1500">
                <a:latin typeface="微软雅黑" panose="020B0503020204020204" pitchFamily="34" charset="-122"/>
                <a:ea typeface="宋体" panose="02010600030101010101" pitchFamily="2" charset="-122"/>
              </a:rPr>
              <a:t>        13            </a:t>
            </a:r>
            <a:r>
              <a:rPr kumimoji="1" lang="en-US" altLang="zh-CN" sz="1800" b="1">
                <a:latin typeface="微软雅黑" panose="020B0503020204020204" pitchFamily="34" charset="-122"/>
                <a:ea typeface="宋体" panose="02010600030101010101" pitchFamily="2" charset="-122"/>
              </a:rPr>
              <a:t>.</a:t>
            </a:r>
          </a:p>
        </p:txBody>
      </p:sp>
      <p:sp>
        <p:nvSpPr>
          <p:cNvPr id="230408" name="Rectangle 10">
            <a:extLst>
              <a:ext uri="{FF2B5EF4-FFF2-40B4-BE49-F238E27FC236}">
                <a16:creationId xmlns:a16="http://schemas.microsoft.com/office/drawing/2014/main" id="{A7FA9DA9-BF08-AE4C-A7D2-4477C4F70463}"/>
              </a:ext>
            </a:extLst>
          </p:cNvPr>
          <p:cNvSpPr>
            <a:spLocks noChangeArrowheads="1"/>
          </p:cNvSpPr>
          <p:nvPr/>
        </p:nvSpPr>
        <p:spPr bwMode="auto">
          <a:xfrm>
            <a:off x="5760244" y="1762126"/>
            <a:ext cx="1578158" cy="34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         </a:t>
            </a:r>
            <a:r>
              <a:rPr kumimoji="1" lang="en-US" altLang="zh-CN" sz="1800" b="1">
                <a:latin typeface="微软雅黑" panose="020B0503020204020204" pitchFamily="34" charset="-122"/>
                <a:ea typeface="宋体" panose="02010600030101010101" pitchFamily="2" charset="-122"/>
              </a:rPr>
              <a:t>.</a:t>
            </a:r>
            <a:r>
              <a:rPr kumimoji="1" lang="en-US" altLang="zh-CN" sz="1500">
                <a:latin typeface="微软雅黑" panose="020B0503020204020204" pitchFamily="34" charset="-122"/>
                <a:ea typeface="宋体" panose="02010600030101010101" pitchFamily="2" charset="-122"/>
              </a:rPr>
              <a:t>         10</a:t>
            </a:r>
          </a:p>
        </p:txBody>
      </p:sp>
      <p:sp>
        <p:nvSpPr>
          <p:cNvPr id="230409" name="Rectangle 11">
            <a:extLst>
              <a:ext uri="{FF2B5EF4-FFF2-40B4-BE49-F238E27FC236}">
                <a16:creationId xmlns:a16="http://schemas.microsoft.com/office/drawing/2014/main" id="{7E62BDB6-27BF-1140-AF90-29CC42AD8519}"/>
              </a:ext>
            </a:extLst>
          </p:cNvPr>
          <p:cNvSpPr>
            <a:spLocks noChangeArrowheads="1"/>
          </p:cNvSpPr>
          <p:nvPr/>
        </p:nvSpPr>
        <p:spPr bwMode="auto">
          <a:xfrm>
            <a:off x="1277541" y="1788319"/>
            <a:ext cx="11950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两级 </a:t>
            </a:r>
            <a:r>
              <a:rPr kumimoji="1" lang="en-US" altLang="zh-CN" sz="1500">
                <a:latin typeface="微软雅黑" panose="020B0503020204020204" pitchFamily="34" charset="-122"/>
                <a:ea typeface="宋体" panose="02010600030101010101" pitchFamily="2" charset="-122"/>
              </a:rPr>
              <a:t>IP </a:t>
            </a:r>
            <a:r>
              <a:rPr kumimoji="1" lang="zh-CN" altLang="en-US" sz="1500">
                <a:latin typeface="微软雅黑" panose="020B0503020204020204" pitchFamily="34" charset="-122"/>
                <a:ea typeface="宋体" panose="02010600030101010101" pitchFamily="2" charset="-122"/>
              </a:rPr>
              <a:t>地址</a:t>
            </a:r>
          </a:p>
        </p:txBody>
      </p:sp>
      <p:sp>
        <p:nvSpPr>
          <p:cNvPr id="508940" name="Rectangle 12">
            <a:extLst>
              <a:ext uri="{FF2B5EF4-FFF2-40B4-BE49-F238E27FC236}">
                <a16:creationId xmlns:a16="http://schemas.microsoft.com/office/drawing/2014/main" id="{1339B5E5-5816-0540-B516-A80421261F57}"/>
              </a:ext>
            </a:extLst>
          </p:cNvPr>
          <p:cNvSpPr>
            <a:spLocks noChangeArrowheads="1"/>
          </p:cNvSpPr>
          <p:nvPr/>
        </p:nvSpPr>
        <p:spPr bwMode="auto">
          <a:xfrm>
            <a:off x="3359944" y="3227785"/>
            <a:ext cx="870347" cy="19645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30411" name="Line 13">
            <a:extLst>
              <a:ext uri="{FF2B5EF4-FFF2-40B4-BE49-F238E27FC236}">
                <a16:creationId xmlns:a16="http://schemas.microsoft.com/office/drawing/2014/main" id="{6370C89A-0BB8-1E41-8079-4C481B0D2E7D}"/>
              </a:ext>
            </a:extLst>
          </p:cNvPr>
          <p:cNvSpPr>
            <a:spLocks noChangeShapeType="1"/>
          </p:cNvSpPr>
          <p:nvPr/>
        </p:nvSpPr>
        <p:spPr bwMode="auto">
          <a:xfrm>
            <a:off x="5125641" y="1784748"/>
            <a:ext cx="0" cy="34051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08942" name="Rectangle 14">
            <a:extLst>
              <a:ext uri="{FF2B5EF4-FFF2-40B4-BE49-F238E27FC236}">
                <a16:creationId xmlns:a16="http://schemas.microsoft.com/office/drawing/2014/main" id="{E1FC7324-A774-BE40-B987-3702BCF88651}"/>
              </a:ext>
            </a:extLst>
          </p:cNvPr>
          <p:cNvSpPr>
            <a:spLocks noChangeArrowheads="1"/>
          </p:cNvSpPr>
          <p:nvPr/>
        </p:nvSpPr>
        <p:spPr bwMode="auto">
          <a:xfrm>
            <a:off x="3330178" y="3161110"/>
            <a:ext cx="2480648" cy="29816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子网号为 </a:t>
            </a:r>
            <a:r>
              <a:rPr kumimoji="1" lang="en-US" altLang="zh-CN" sz="1500">
                <a:latin typeface="微软雅黑" panose="020B0503020204020204" pitchFamily="34" charset="-122"/>
                <a:ea typeface="宋体" panose="02010600030101010101" pitchFamily="2" charset="-122"/>
              </a:rPr>
              <a:t>3 </a:t>
            </a:r>
            <a:r>
              <a:rPr kumimoji="1" lang="zh-CN" altLang="en-US" sz="1500">
                <a:latin typeface="微软雅黑" panose="020B0503020204020204" pitchFamily="34" charset="-122"/>
                <a:ea typeface="宋体" panose="02010600030101010101" pitchFamily="2" charset="-122"/>
              </a:rPr>
              <a:t>的网络的网络号</a:t>
            </a:r>
          </a:p>
        </p:txBody>
      </p:sp>
      <p:sp>
        <p:nvSpPr>
          <p:cNvPr id="508943" name="Rectangle 15">
            <a:extLst>
              <a:ext uri="{FF2B5EF4-FFF2-40B4-BE49-F238E27FC236}">
                <a16:creationId xmlns:a16="http://schemas.microsoft.com/office/drawing/2014/main" id="{0C874B8D-9DF4-9247-BF38-DE957B006AD7}"/>
              </a:ext>
            </a:extLst>
          </p:cNvPr>
          <p:cNvSpPr>
            <a:spLocks noChangeArrowheads="1"/>
          </p:cNvSpPr>
          <p:nvPr/>
        </p:nvSpPr>
        <p:spPr bwMode="auto">
          <a:xfrm>
            <a:off x="2511029" y="2749154"/>
            <a:ext cx="3951684" cy="332184"/>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508946" name="Rectangle 18">
            <a:extLst>
              <a:ext uri="{FF2B5EF4-FFF2-40B4-BE49-F238E27FC236}">
                <a16:creationId xmlns:a16="http://schemas.microsoft.com/office/drawing/2014/main" id="{275C657F-E1B2-FA43-B899-8C5FC2D11AEB}"/>
              </a:ext>
            </a:extLst>
          </p:cNvPr>
          <p:cNvSpPr>
            <a:spLocks noChangeArrowheads="1"/>
          </p:cNvSpPr>
          <p:nvPr/>
        </p:nvSpPr>
        <p:spPr bwMode="auto">
          <a:xfrm>
            <a:off x="1277541" y="2749154"/>
            <a:ext cx="11950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三级 </a:t>
            </a:r>
            <a:r>
              <a:rPr kumimoji="1" lang="en-US" altLang="zh-CN" sz="1500">
                <a:latin typeface="微软雅黑" panose="020B0503020204020204" pitchFamily="34" charset="-122"/>
                <a:ea typeface="宋体" panose="02010600030101010101" pitchFamily="2" charset="-122"/>
              </a:rPr>
              <a:t>IP </a:t>
            </a:r>
            <a:r>
              <a:rPr kumimoji="1" lang="zh-CN" altLang="en-US" sz="1500">
                <a:latin typeface="微软雅黑" panose="020B0503020204020204" pitchFamily="34" charset="-122"/>
                <a:ea typeface="宋体" panose="02010600030101010101" pitchFamily="2" charset="-122"/>
              </a:rPr>
              <a:t>地址</a:t>
            </a:r>
          </a:p>
        </p:txBody>
      </p:sp>
      <p:sp>
        <p:nvSpPr>
          <p:cNvPr id="508947" name="Rectangle 19">
            <a:extLst>
              <a:ext uri="{FF2B5EF4-FFF2-40B4-BE49-F238E27FC236}">
                <a16:creationId xmlns:a16="http://schemas.microsoft.com/office/drawing/2014/main" id="{50B6E135-1584-4E44-AB64-D430270A01DD}"/>
              </a:ext>
            </a:extLst>
          </p:cNvPr>
          <p:cNvSpPr>
            <a:spLocks noChangeArrowheads="1"/>
          </p:cNvSpPr>
          <p:nvPr/>
        </p:nvSpPr>
        <p:spPr bwMode="auto">
          <a:xfrm>
            <a:off x="6873479" y="3227785"/>
            <a:ext cx="666750" cy="2143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508948" name="Line 20">
            <a:extLst>
              <a:ext uri="{FF2B5EF4-FFF2-40B4-BE49-F238E27FC236}">
                <a16:creationId xmlns:a16="http://schemas.microsoft.com/office/drawing/2014/main" id="{21EB7C0D-732D-4148-B0D9-A7DAFD594A71}"/>
              </a:ext>
            </a:extLst>
          </p:cNvPr>
          <p:cNvSpPr>
            <a:spLocks noChangeShapeType="1"/>
          </p:cNvSpPr>
          <p:nvPr/>
        </p:nvSpPr>
        <p:spPr bwMode="auto">
          <a:xfrm>
            <a:off x="5125641" y="2747962"/>
            <a:ext cx="0" cy="33813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08949" name="Rectangle 21">
            <a:extLst>
              <a:ext uri="{FF2B5EF4-FFF2-40B4-BE49-F238E27FC236}">
                <a16:creationId xmlns:a16="http://schemas.microsoft.com/office/drawing/2014/main" id="{475DEF27-9B47-E44F-BC78-BAC727279F6B}"/>
              </a:ext>
            </a:extLst>
          </p:cNvPr>
          <p:cNvSpPr>
            <a:spLocks noChangeArrowheads="1"/>
          </p:cNvSpPr>
          <p:nvPr/>
        </p:nvSpPr>
        <p:spPr bwMode="auto">
          <a:xfrm>
            <a:off x="6835379" y="3112294"/>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主机号</a:t>
            </a:r>
          </a:p>
        </p:txBody>
      </p:sp>
      <p:sp>
        <p:nvSpPr>
          <p:cNvPr id="508951" name="Line 23">
            <a:extLst>
              <a:ext uri="{FF2B5EF4-FFF2-40B4-BE49-F238E27FC236}">
                <a16:creationId xmlns:a16="http://schemas.microsoft.com/office/drawing/2014/main" id="{1E3DD3F8-C05B-3F4C-A217-567CC8E562A8}"/>
              </a:ext>
            </a:extLst>
          </p:cNvPr>
          <p:cNvSpPr>
            <a:spLocks noChangeShapeType="1"/>
          </p:cNvSpPr>
          <p:nvPr/>
        </p:nvSpPr>
        <p:spPr bwMode="auto">
          <a:xfrm>
            <a:off x="6474619" y="2738437"/>
            <a:ext cx="0" cy="33932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08955" name="Line 27">
            <a:extLst>
              <a:ext uri="{FF2B5EF4-FFF2-40B4-BE49-F238E27FC236}">
                <a16:creationId xmlns:a16="http://schemas.microsoft.com/office/drawing/2014/main" id="{49620D51-04A2-E149-9CB3-4EC3251C1CF0}"/>
              </a:ext>
            </a:extLst>
          </p:cNvPr>
          <p:cNvSpPr>
            <a:spLocks noChangeShapeType="1"/>
          </p:cNvSpPr>
          <p:nvPr/>
        </p:nvSpPr>
        <p:spPr bwMode="auto">
          <a:xfrm>
            <a:off x="2500313" y="3117056"/>
            <a:ext cx="0" cy="2952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8956" name="Line 28">
            <a:extLst>
              <a:ext uri="{FF2B5EF4-FFF2-40B4-BE49-F238E27FC236}">
                <a16:creationId xmlns:a16="http://schemas.microsoft.com/office/drawing/2014/main" id="{744366EE-AFE2-A34C-A636-991039A997D4}"/>
              </a:ext>
            </a:extLst>
          </p:cNvPr>
          <p:cNvSpPr>
            <a:spLocks noChangeShapeType="1"/>
          </p:cNvSpPr>
          <p:nvPr/>
        </p:nvSpPr>
        <p:spPr bwMode="auto">
          <a:xfrm>
            <a:off x="6474619" y="2356248"/>
            <a:ext cx="0" cy="3262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8957" name="Rectangle 29">
            <a:extLst>
              <a:ext uri="{FF2B5EF4-FFF2-40B4-BE49-F238E27FC236}">
                <a16:creationId xmlns:a16="http://schemas.microsoft.com/office/drawing/2014/main" id="{A98F4782-7515-D241-939B-E8516D212AE0}"/>
              </a:ext>
            </a:extLst>
          </p:cNvPr>
          <p:cNvSpPr>
            <a:spLocks noChangeArrowheads="1"/>
          </p:cNvSpPr>
          <p:nvPr/>
        </p:nvSpPr>
        <p:spPr bwMode="auto">
          <a:xfrm>
            <a:off x="1277541" y="3489723"/>
            <a:ext cx="1195039" cy="52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三级 </a:t>
            </a:r>
            <a:r>
              <a:rPr kumimoji="1" lang="en-US" altLang="zh-CN" sz="1500">
                <a:latin typeface="微软雅黑" panose="020B0503020204020204" pitchFamily="34" charset="-122"/>
                <a:ea typeface="宋体" panose="02010600030101010101" pitchFamily="2" charset="-122"/>
              </a:rPr>
              <a:t>IP </a:t>
            </a:r>
            <a:r>
              <a:rPr kumimoji="1" lang="zh-CN" altLang="en-US" sz="1500">
                <a:latin typeface="微软雅黑" panose="020B0503020204020204" pitchFamily="34" charset="-122"/>
                <a:ea typeface="宋体" panose="02010600030101010101" pitchFamily="2" charset="-122"/>
              </a:rPr>
              <a:t>地址</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的子网掩码</a:t>
            </a:r>
          </a:p>
        </p:txBody>
      </p:sp>
      <p:sp>
        <p:nvSpPr>
          <p:cNvPr id="230422" name="Line 30">
            <a:extLst>
              <a:ext uri="{FF2B5EF4-FFF2-40B4-BE49-F238E27FC236}">
                <a16:creationId xmlns:a16="http://schemas.microsoft.com/office/drawing/2014/main" id="{EE2DB05E-474D-6C44-958E-C7E3F84D448D}"/>
              </a:ext>
            </a:extLst>
          </p:cNvPr>
          <p:cNvSpPr>
            <a:spLocks noChangeShapeType="1"/>
          </p:cNvSpPr>
          <p:nvPr/>
        </p:nvSpPr>
        <p:spPr bwMode="auto">
          <a:xfrm>
            <a:off x="2500313" y="1569244"/>
            <a:ext cx="261223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30423" name="Line 31">
            <a:extLst>
              <a:ext uri="{FF2B5EF4-FFF2-40B4-BE49-F238E27FC236}">
                <a16:creationId xmlns:a16="http://schemas.microsoft.com/office/drawing/2014/main" id="{4D98E108-2554-0947-A11F-C8814EF392FC}"/>
              </a:ext>
            </a:extLst>
          </p:cNvPr>
          <p:cNvSpPr>
            <a:spLocks noChangeShapeType="1"/>
          </p:cNvSpPr>
          <p:nvPr/>
        </p:nvSpPr>
        <p:spPr bwMode="auto">
          <a:xfrm>
            <a:off x="2500313" y="1410891"/>
            <a:ext cx="0" cy="3000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30424" name="Line 32">
            <a:extLst>
              <a:ext uri="{FF2B5EF4-FFF2-40B4-BE49-F238E27FC236}">
                <a16:creationId xmlns:a16="http://schemas.microsoft.com/office/drawing/2014/main" id="{A93A7E58-C803-774F-9BC2-8C4B8E281E8A}"/>
              </a:ext>
            </a:extLst>
          </p:cNvPr>
          <p:cNvSpPr>
            <a:spLocks noChangeShapeType="1"/>
          </p:cNvSpPr>
          <p:nvPr/>
        </p:nvSpPr>
        <p:spPr bwMode="auto">
          <a:xfrm>
            <a:off x="7823597" y="1410892"/>
            <a:ext cx="0" cy="2881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30425" name="Rectangle 33">
            <a:extLst>
              <a:ext uri="{FF2B5EF4-FFF2-40B4-BE49-F238E27FC236}">
                <a16:creationId xmlns:a16="http://schemas.microsoft.com/office/drawing/2014/main" id="{77270BA4-F4DD-0D4D-A793-3FFDC7FA17A9}"/>
              </a:ext>
            </a:extLst>
          </p:cNvPr>
          <p:cNvSpPr>
            <a:spLocks noChangeArrowheads="1"/>
          </p:cNvSpPr>
          <p:nvPr/>
        </p:nvSpPr>
        <p:spPr bwMode="auto">
          <a:xfrm>
            <a:off x="3474244" y="1383507"/>
            <a:ext cx="714139" cy="29816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solidFill>
                  <a:schemeClr val="folHlink"/>
                </a:solidFill>
                <a:latin typeface="微软雅黑" panose="020B0503020204020204" pitchFamily="34" charset="-122"/>
                <a:ea typeface="宋体" panose="02010600030101010101" pitchFamily="2" charset="-122"/>
              </a:rPr>
              <a:t>网络号</a:t>
            </a:r>
          </a:p>
        </p:txBody>
      </p:sp>
      <p:sp>
        <p:nvSpPr>
          <p:cNvPr id="230426" name="Line 34">
            <a:extLst>
              <a:ext uri="{FF2B5EF4-FFF2-40B4-BE49-F238E27FC236}">
                <a16:creationId xmlns:a16="http://schemas.microsoft.com/office/drawing/2014/main" id="{B0E24C95-F6D2-4549-B0E9-CFC75071967F}"/>
              </a:ext>
            </a:extLst>
          </p:cNvPr>
          <p:cNvSpPr>
            <a:spLocks noChangeShapeType="1"/>
          </p:cNvSpPr>
          <p:nvPr/>
        </p:nvSpPr>
        <p:spPr bwMode="auto">
          <a:xfrm>
            <a:off x="5145881" y="1569244"/>
            <a:ext cx="26872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30427" name="Rectangle 35">
            <a:extLst>
              <a:ext uri="{FF2B5EF4-FFF2-40B4-BE49-F238E27FC236}">
                <a16:creationId xmlns:a16="http://schemas.microsoft.com/office/drawing/2014/main" id="{25233AD8-BECD-CD47-99E7-91155D93CA3F}"/>
              </a:ext>
            </a:extLst>
          </p:cNvPr>
          <p:cNvSpPr>
            <a:spLocks noChangeArrowheads="1"/>
          </p:cNvSpPr>
          <p:nvPr/>
        </p:nvSpPr>
        <p:spPr bwMode="auto">
          <a:xfrm>
            <a:off x="6132910" y="1383507"/>
            <a:ext cx="714139" cy="29816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solidFill>
                  <a:schemeClr val="folHlink"/>
                </a:solidFill>
                <a:latin typeface="微软雅黑" panose="020B0503020204020204" pitchFamily="34" charset="-122"/>
                <a:ea typeface="宋体" panose="02010600030101010101" pitchFamily="2" charset="-122"/>
              </a:rPr>
              <a:t>主机号</a:t>
            </a:r>
          </a:p>
        </p:txBody>
      </p:sp>
      <p:sp>
        <p:nvSpPr>
          <p:cNvPr id="230428" name="Line 36">
            <a:extLst>
              <a:ext uri="{FF2B5EF4-FFF2-40B4-BE49-F238E27FC236}">
                <a16:creationId xmlns:a16="http://schemas.microsoft.com/office/drawing/2014/main" id="{F68BDCB2-A578-ED40-B0B8-E395E31DE3B2}"/>
              </a:ext>
            </a:extLst>
          </p:cNvPr>
          <p:cNvSpPr>
            <a:spLocks noChangeShapeType="1"/>
          </p:cNvSpPr>
          <p:nvPr/>
        </p:nvSpPr>
        <p:spPr bwMode="auto">
          <a:xfrm>
            <a:off x="5125641" y="1410891"/>
            <a:ext cx="0" cy="3000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8965" name="Line 37">
            <a:extLst>
              <a:ext uri="{FF2B5EF4-FFF2-40B4-BE49-F238E27FC236}">
                <a16:creationId xmlns:a16="http://schemas.microsoft.com/office/drawing/2014/main" id="{D05B2889-B6D7-034F-A1CF-7DB9A3DD4A21}"/>
              </a:ext>
            </a:extLst>
          </p:cNvPr>
          <p:cNvSpPr>
            <a:spLocks noChangeShapeType="1"/>
          </p:cNvSpPr>
          <p:nvPr/>
        </p:nvSpPr>
        <p:spPr bwMode="auto">
          <a:xfrm flipV="1">
            <a:off x="2500313" y="2507456"/>
            <a:ext cx="2621756" cy="9525"/>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508966" name="Line 38">
            <a:extLst>
              <a:ext uri="{FF2B5EF4-FFF2-40B4-BE49-F238E27FC236}">
                <a16:creationId xmlns:a16="http://schemas.microsoft.com/office/drawing/2014/main" id="{0AB25D72-6847-C84F-81B8-16F0CD99E611}"/>
              </a:ext>
            </a:extLst>
          </p:cNvPr>
          <p:cNvSpPr>
            <a:spLocks noChangeShapeType="1"/>
          </p:cNvSpPr>
          <p:nvPr/>
        </p:nvSpPr>
        <p:spPr bwMode="auto">
          <a:xfrm>
            <a:off x="2500313" y="2358628"/>
            <a:ext cx="0" cy="3000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8967" name="Line 39">
            <a:extLst>
              <a:ext uri="{FF2B5EF4-FFF2-40B4-BE49-F238E27FC236}">
                <a16:creationId xmlns:a16="http://schemas.microsoft.com/office/drawing/2014/main" id="{305490EF-70DD-F24B-B630-6370796D7D55}"/>
              </a:ext>
            </a:extLst>
          </p:cNvPr>
          <p:cNvSpPr>
            <a:spLocks noChangeShapeType="1"/>
          </p:cNvSpPr>
          <p:nvPr/>
        </p:nvSpPr>
        <p:spPr bwMode="auto">
          <a:xfrm>
            <a:off x="7823597" y="2358629"/>
            <a:ext cx="0" cy="2881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8969" name="Line 41">
            <a:extLst>
              <a:ext uri="{FF2B5EF4-FFF2-40B4-BE49-F238E27FC236}">
                <a16:creationId xmlns:a16="http://schemas.microsoft.com/office/drawing/2014/main" id="{0A5F038A-3DA5-4D43-9B5A-FC19B7D0D93A}"/>
              </a:ext>
            </a:extLst>
          </p:cNvPr>
          <p:cNvSpPr>
            <a:spLocks noChangeShapeType="1"/>
          </p:cNvSpPr>
          <p:nvPr/>
        </p:nvSpPr>
        <p:spPr bwMode="auto">
          <a:xfrm flipV="1">
            <a:off x="5145881" y="2507456"/>
            <a:ext cx="2677716" cy="9525"/>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508971" name="Line 43">
            <a:extLst>
              <a:ext uri="{FF2B5EF4-FFF2-40B4-BE49-F238E27FC236}">
                <a16:creationId xmlns:a16="http://schemas.microsoft.com/office/drawing/2014/main" id="{AD3DEB9A-F334-D440-A33E-CA54BAFDEC0B}"/>
              </a:ext>
            </a:extLst>
          </p:cNvPr>
          <p:cNvSpPr>
            <a:spLocks noChangeShapeType="1"/>
          </p:cNvSpPr>
          <p:nvPr/>
        </p:nvSpPr>
        <p:spPr bwMode="auto">
          <a:xfrm>
            <a:off x="5125641" y="2358628"/>
            <a:ext cx="0" cy="3000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8972" name="Line 44">
            <a:extLst>
              <a:ext uri="{FF2B5EF4-FFF2-40B4-BE49-F238E27FC236}">
                <a16:creationId xmlns:a16="http://schemas.microsoft.com/office/drawing/2014/main" id="{8100A6E9-B305-F44D-9665-71706F913D1E}"/>
              </a:ext>
            </a:extLst>
          </p:cNvPr>
          <p:cNvSpPr>
            <a:spLocks noChangeShapeType="1"/>
          </p:cNvSpPr>
          <p:nvPr/>
        </p:nvSpPr>
        <p:spPr bwMode="auto">
          <a:xfrm>
            <a:off x="6462713" y="3156348"/>
            <a:ext cx="0" cy="34051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08973" name="Line 45">
            <a:extLst>
              <a:ext uri="{FF2B5EF4-FFF2-40B4-BE49-F238E27FC236}">
                <a16:creationId xmlns:a16="http://schemas.microsoft.com/office/drawing/2014/main" id="{75DDB62E-0600-4D47-9B8E-D2D8B3EC709B}"/>
              </a:ext>
            </a:extLst>
          </p:cNvPr>
          <p:cNvSpPr>
            <a:spLocks noChangeShapeType="1"/>
          </p:cNvSpPr>
          <p:nvPr/>
        </p:nvSpPr>
        <p:spPr bwMode="auto">
          <a:xfrm>
            <a:off x="7823597" y="3117057"/>
            <a:ext cx="0" cy="34051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08974" name="Rectangle 46">
            <a:extLst>
              <a:ext uri="{FF2B5EF4-FFF2-40B4-BE49-F238E27FC236}">
                <a16:creationId xmlns:a16="http://schemas.microsoft.com/office/drawing/2014/main" id="{EEFE2686-C91D-B44F-A7DF-F5A62CDF91CC}"/>
              </a:ext>
            </a:extLst>
          </p:cNvPr>
          <p:cNvSpPr>
            <a:spLocks noChangeArrowheads="1"/>
          </p:cNvSpPr>
          <p:nvPr/>
        </p:nvSpPr>
        <p:spPr bwMode="auto">
          <a:xfrm>
            <a:off x="1401745" y="4127898"/>
            <a:ext cx="906499" cy="52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500">
                <a:latin typeface="微软雅黑" panose="020B0503020204020204" pitchFamily="34" charset="-122"/>
                <a:ea typeface="宋体" panose="02010600030101010101" pitchFamily="2" charset="-122"/>
              </a:rPr>
              <a:t>子网的</a:t>
            </a:r>
          </a:p>
          <a:p>
            <a:pPr algn="ctr">
              <a:spcBef>
                <a:spcPct val="0"/>
              </a:spcBef>
              <a:buClrTx/>
              <a:buSzTx/>
              <a:buFontTx/>
              <a:buNone/>
            </a:pPr>
            <a:r>
              <a:rPr kumimoji="1" lang="zh-CN" altLang="en-US" sz="1500">
                <a:latin typeface="微软雅黑" panose="020B0503020204020204" pitchFamily="34" charset="-122"/>
                <a:ea typeface="宋体" panose="02010600030101010101" pitchFamily="2" charset="-122"/>
              </a:rPr>
              <a:t>网络地址</a:t>
            </a:r>
          </a:p>
        </p:txBody>
      </p:sp>
      <p:sp>
        <p:nvSpPr>
          <p:cNvPr id="508975" name="Rectangle 47">
            <a:extLst>
              <a:ext uri="{FF2B5EF4-FFF2-40B4-BE49-F238E27FC236}">
                <a16:creationId xmlns:a16="http://schemas.microsoft.com/office/drawing/2014/main" id="{6DF775A7-2707-7E4A-8236-901F587B5132}"/>
              </a:ext>
            </a:extLst>
          </p:cNvPr>
          <p:cNvSpPr>
            <a:spLocks noChangeArrowheads="1"/>
          </p:cNvSpPr>
          <p:nvPr/>
        </p:nvSpPr>
        <p:spPr bwMode="auto">
          <a:xfrm>
            <a:off x="6462713" y="3598069"/>
            <a:ext cx="1350169" cy="377429"/>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508976" name="Rectangle 48">
            <a:extLst>
              <a:ext uri="{FF2B5EF4-FFF2-40B4-BE49-F238E27FC236}">
                <a16:creationId xmlns:a16="http://schemas.microsoft.com/office/drawing/2014/main" id="{B0482EEA-529D-9943-8C8C-EFE2F0EB28CC}"/>
              </a:ext>
            </a:extLst>
          </p:cNvPr>
          <p:cNvSpPr>
            <a:spLocks noChangeArrowheads="1"/>
          </p:cNvSpPr>
          <p:nvPr/>
        </p:nvSpPr>
        <p:spPr bwMode="auto">
          <a:xfrm>
            <a:off x="2519363" y="3598069"/>
            <a:ext cx="3943350" cy="377429"/>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nvGrpSpPr>
          <p:cNvPr id="508977" name="Group 49">
            <a:extLst>
              <a:ext uri="{FF2B5EF4-FFF2-40B4-BE49-F238E27FC236}">
                <a16:creationId xmlns:a16="http://schemas.microsoft.com/office/drawing/2014/main" id="{CE9DB7C1-B211-214F-AEFA-0FB6711E1337}"/>
              </a:ext>
            </a:extLst>
          </p:cNvPr>
          <p:cNvGrpSpPr>
            <a:grpSpLocks/>
          </p:cNvGrpSpPr>
          <p:nvPr/>
        </p:nvGrpSpPr>
        <p:grpSpPr bwMode="auto">
          <a:xfrm>
            <a:off x="2424113" y="3620698"/>
            <a:ext cx="5472113" cy="301229"/>
            <a:chOff x="1064" y="3111"/>
            <a:chExt cx="4596" cy="253"/>
          </a:xfrm>
        </p:grpSpPr>
        <p:sp>
          <p:nvSpPr>
            <p:cNvPr id="230452" name="Rectangle 50">
              <a:extLst>
                <a:ext uri="{FF2B5EF4-FFF2-40B4-BE49-F238E27FC236}">
                  <a16:creationId xmlns:a16="http://schemas.microsoft.com/office/drawing/2014/main" id="{51C05077-40D8-F040-A20C-6CE128ED385F}"/>
                </a:ext>
              </a:extLst>
            </p:cNvPr>
            <p:cNvSpPr>
              <a:spLocks noChangeArrowheads="1"/>
            </p:cNvSpPr>
            <p:nvPr/>
          </p:nvSpPr>
          <p:spPr bwMode="auto">
            <a:xfrm>
              <a:off x="1064" y="3114"/>
              <a:ext cx="344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1 1 1 1 1 1 1 1 1 1 1 1 1 1 1 11 1 1 1 1 1 1 1</a:t>
              </a:r>
            </a:p>
          </p:txBody>
        </p:sp>
        <p:sp>
          <p:nvSpPr>
            <p:cNvPr id="230453" name="Rectangle 51">
              <a:extLst>
                <a:ext uri="{FF2B5EF4-FFF2-40B4-BE49-F238E27FC236}">
                  <a16:creationId xmlns:a16="http://schemas.microsoft.com/office/drawing/2014/main" id="{3502ED70-2A60-9144-9386-0AA1DE5C890D}"/>
                </a:ext>
              </a:extLst>
            </p:cNvPr>
            <p:cNvSpPr>
              <a:spLocks noChangeArrowheads="1"/>
            </p:cNvSpPr>
            <p:nvPr/>
          </p:nvSpPr>
          <p:spPr bwMode="auto">
            <a:xfrm>
              <a:off x="4452" y="3111"/>
              <a:ext cx="120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0 0 0 0 0 0 0 0</a:t>
              </a:r>
            </a:p>
          </p:txBody>
        </p:sp>
      </p:grpSp>
      <p:sp>
        <p:nvSpPr>
          <p:cNvPr id="508980" name="Line 52">
            <a:extLst>
              <a:ext uri="{FF2B5EF4-FFF2-40B4-BE49-F238E27FC236}">
                <a16:creationId xmlns:a16="http://schemas.microsoft.com/office/drawing/2014/main" id="{9ED5E48B-B670-0145-925B-5CEF69BF03B0}"/>
              </a:ext>
            </a:extLst>
          </p:cNvPr>
          <p:cNvSpPr>
            <a:spLocks noChangeShapeType="1"/>
          </p:cNvSpPr>
          <p:nvPr/>
        </p:nvSpPr>
        <p:spPr bwMode="auto">
          <a:xfrm>
            <a:off x="5125642" y="3598069"/>
            <a:ext cx="1190" cy="37742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08981" name="Rectangle 53">
            <a:extLst>
              <a:ext uri="{FF2B5EF4-FFF2-40B4-BE49-F238E27FC236}">
                <a16:creationId xmlns:a16="http://schemas.microsoft.com/office/drawing/2014/main" id="{A4FF89B8-F001-204F-A9FE-6B0842B52AFB}"/>
              </a:ext>
            </a:extLst>
          </p:cNvPr>
          <p:cNvSpPr>
            <a:spLocks noChangeArrowheads="1"/>
          </p:cNvSpPr>
          <p:nvPr/>
        </p:nvSpPr>
        <p:spPr bwMode="auto">
          <a:xfrm>
            <a:off x="6462713" y="4245769"/>
            <a:ext cx="1350169" cy="377429"/>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508982" name="Rectangle 54">
            <a:extLst>
              <a:ext uri="{FF2B5EF4-FFF2-40B4-BE49-F238E27FC236}">
                <a16:creationId xmlns:a16="http://schemas.microsoft.com/office/drawing/2014/main" id="{698C8892-7F82-184F-AE27-B29C94EB642F}"/>
              </a:ext>
            </a:extLst>
          </p:cNvPr>
          <p:cNvSpPr>
            <a:spLocks noChangeArrowheads="1"/>
          </p:cNvSpPr>
          <p:nvPr/>
        </p:nvSpPr>
        <p:spPr bwMode="auto">
          <a:xfrm>
            <a:off x="2519363" y="4245769"/>
            <a:ext cx="3943350" cy="377429"/>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508983" name="Line 55">
            <a:extLst>
              <a:ext uri="{FF2B5EF4-FFF2-40B4-BE49-F238E27FC236}">
                <a16:creationId xmlns:a16="http://schemas.microsoft.com/office/drawing/2014/main" id="{C5CC0A88-00BD-3D44-B961-983B8DE387BA}"/>
              </a:ext>
            </a:extLst>
          </p:cNvPr>
          <p:cNvSpPr>
            <a:spLocks noChangeShapeType="1"/>
          </p:cNvSpPr>
          <p:nvPr/>
        </p:nvSpPr>
        <p:spPr bwMode="auto">
          <a:xfrm>
            <a:off x="5125642" y="4245769"/>
            <a:ext cx="1190" cy="37742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08986" name="Rectangle 58">
            <a:extLst>
              <a:ext uri="{FF2B5EF4-FFF2-40B4-BE49-F238E27FC236}">
                <a16:creationId xmlns:a16="http://schemas.microsoft.com/office/drawing/2014/main" id="{1B54F4FF-3F89-0C48-8442-05E244004C51}"/>
              </a:ext>
            </a:extLst>
          </p:cNvPr>
          <p:cNvSpPr>
            <a:spLocks noChangeArrowheads="1"/>
          </p:cNvSpPr>
          <p:nvPr/>
        </p:nvSpPr>
        <p:spPr bwMode="auto">
          <a:xfrm>
            <a:off x="7002066" y="4263629"/>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230445" name="Rectangle 60">
            <a:extLst>
              <a:ext uri="{FF2B5EF4-FFF2-40B4-BE49-F238E27FC236}">
                <a16:creationId xmlns:a16="http://schemas.microsoft.com/office/drawing/2014/main" id="{22969885-1320-F948-BACA-6900A035060E}"/>
              </a:ext>
            </a:extLst>
          </p:cNvPr>
          <p:cNvSpPr>
            <a:spLocks noChangeArrowheads="1"/>
          </p:cNvSpPr>
          <p:nvPr/>
        </p:nvSpPr>
        <p:spPr bwMode="auto">
          <a:xfrm>
            <a:off x="3492104" y="2356248"/>
            <a:ext cx="714139" cy="29816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solidFill>
                  <a:schemeClr val="folHlink"/>
                </a:solidFill>
                <a:latin typeface="微软雅黑" panose="020B0503020204020204" pitchFamily="34" charset="-122"/>
                <a:ea typeface="宋体" panose="02010600030101010101" pitchFamily="2" charset="-122"/>
              </a:rPr>
              <a:t>网络号</a:t>
            </a:r>
          </a:p>
        </p:txBody>
      </p:sp>
      <p:sp>
        <p:nvSpPr>
          <p:cNvPr id="230446" name="Rectangle 25">
            <a:extLst>
              <a:ext uri="{FF2B5EF4-FFF2-40B4-BE49-F238E27FC236}">
                <a16:creationId xmlns:a16="http://schemas.microsoft.com/office/drawing/2014/main" id="{F9B046F5-10BB-EF4C-A4B7-5F33A7E8077C}"/>
              </a:ext>
            </a:extLst>
          </p:cNvPr>
          <p:cNvSpPr>
            <a:spLocks noChangeArrowheads="1"/>
          </p:cNvSpPr>
          <p:nvPr/>
        </p:nvSpPr>
        <p:spPr bwMode="auto">
          <a:xfrm>
            <a:off x="5485210" y="2356248"/>
            <a:ext cx="714139" cy="29816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子网号</a:t>
            </a:r>
          </a:p>
        </p:txBody>
      </p:sp>
      <p:sp>
        <p:nvSpPr>
          <p:cNvPr id="508945" name="Rectangle 17">
            <a:extLst>
              <a:ext uri="{FF2B5EF4-FFF2-40B4-BE49-F238E27FC236}">
                <a16:creationId xmlns:a16="http://schemas.microsoft.com/office/drawing/2014/main" id="{51C95532-3FBA-4448-98E8-BE4738B0E970}"/>
              </a:ext>
            </a:extLst>
          </p:cNvPr>
          <p:cNvSpPr>
            <a:spLocks noChangeArrowheads="1"/>
          </p:cNvSpPr>
          <p:nvPr/>
        </p:nvSpPr>
        <p:spPr bwMode="auto">
          <a:xfrm>
            <a:off x="6818710" y="2356248"/>
            <a:ext cx="714139" cy="29816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主机号</a:t>
            </a:r>
          </a:p>
        </p:txBody>
      </p:sp>
      <p:sp>
        <p:nvSpPr>
          <p:cNvPr id="230448" name="Rectangle 61">
            <a:extLst>
              <a:ext uri="{FF2B5EF4-FFF2-40B4-BE49-F238E27FC236}">
                <a16:creationId xmlns:a16="http://schemas.microsoft.com/office/drawing/2014/main" id="{A085E285-1AC1-2347-B0C6-2F166D507A57}"/>
              </a:ext>
            </a:extLst>
          </p:cNvPr>
          <p:cNvSpPr>
            <a:spLocks noChangeArrowheads="1"/>
          </p:cNvSpPr>
          <p:nvPr/>
        </p:nvSpPr>
        <p:spPr bwMode="auto">
          <a:xfrm>
            <a:off x="2951560" y="2733676"/>
            <a:ext cx="2445382" cy="34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145        </a:t>
            </a:r>
            <a:r>
              <a:rPr kumimoji="1" lang="en-US" altLang="zh-CN" sz="1800" b="1">
                <a:latin typeface="微软雅黑" panose="020B0503020204020204" pitchFamily="34" charset="-122"/>
                <a:ea typeface="宋体" panose="02010600030101010101" pitchFamily="2" charset="-122"/>
              </a:rPr>
              <a:t>.</a:t>
            </a:r>
            <a:r>
              <a:rPr kumimoji="1" lang="en-US" altLang="zh-CN" sz="1500">
                <a:latin typeface="微软雅黑" panose="020B0503020204020204" pitchFamily="34" charset="-122"/>
                <a:ea typeface="宋体" panose="02010600030101010101" pitchFamily="2" charset="-122"/>
              </a:rPr>
              <a:t>        13            </a:t>
            </a:r>
            <a:r>
              <a:rPr kumimoji="1" lang="en-US" altLang="zh-CN" sz="1800" b="1">
                <a:latin typeface="微软雅黑" panose="020B0503020204020204" pitchFamily="34" charset="-122"/>
                <a:ea typeface="宋体" panose="02010600030101010101" pitchFamily="2" charset="-122"/>
              </a:rPr>
              <a:t>.</a:t>
            </a:r>
          </a:p>
        </p:txBody>
      </p:sp>
      <p:sp>
        <p:nvSpPr>
          <p:cNvPr id="230449" name="Rectangle 63">
            <a:extLst>
              <a:ext uri="{FF2B5EF4-FFF2-40B4-BE49-F238E27FC236}">
                <a16:creationId xmlns:a16="http://schemas.microsoft.com/office/drawing/2014/main" id="{7B263620-E36B-8C4C-9AD0-F6B16AA8C3BC}"/>
              </a:ext>
            </a:extLst>
          </p:cNvPr>
          <p:cNvSpPr>
            <a:spLocks noChangeArrowheads="1"/>
          </p:cNvSpPr>
          <p:nvPr/>
        </p:nvSpPr>
        <p:spPr bwMode="auto">
          <a:xfrm>
            <a:off x="2951560" y="4245769"/>
            <a:ext cx="3192381" cy="34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145        </a:t>
            </a:r>
            <a:r>
              <a:rPr kumimoji="1" lang="en-US" altLang="zh-CN" sz="1800" b="1">
                <a:latin typeface="微软雅黑" panose="020B0503020204020204" pitchFamily="34" charset="-122"/>
                <a:ea typeface="宋体" panose="02010600030101010101" pitchFamily="2" charset="-122"/>
              </a:rPr>
              <a:t>.</a:t>
            </a:r>
            <a:r>
              <a:rPr kumimoji="1" lang="en-US" altLang="zh-CN" sz="1500">
                <a:latin typeface="微软雅黑" panose="020B0503020204020204" pitchFamily="34" charset="-122"/>
                <a:ea typeface="宋体" panose="02010600030101010101" pitchFamily="2" charset="-122"/>
              </a:rPr>
              <a:t>        13            </a:t>
            </a:r>
            <a:r>
              <a:rPr kumimoji="1" lang="en-US" altLang="zh-CN" sz="1800" b="1">
                <a:latin typeface="微软雅黑" panose="020B0503020204020204" pitchFamily="34" charset="-122"/>
                <a:ea typeface="宋体" panose="02010600030101010101" pitchFamily="2" charset="-122"/>
              </a:rPr>
              <a:t>.</a:t>
            </a:r>
            <a:r>
              <a:rPr kumimoji="1" lang="en-US" altLang="zh-CN" sz="1500">
                <a:latin typeface="微软雅黑" panose="020B0503020204020204" pitchFamily="34" charset="-122"/>
                <a:ea typeface="宋体" panose="02010600030101010101" pitchFamily="2" charset="-122"/>
              </a:rPr>
              <a:t>           3</a:t>
            </a:r>
          </a:p>
        </p:txBody>
      </p:sp>
      <p:sp>
        <p:nvSpPr>
          <p:cNvPr id="230450" name="Rectangle 64">
            <a:extLst>
              <a:ext uri="{FF2B5EF4-FFF2-40B4-BE49-F238E27FC236}">
                <a16:creationId xmlns:a16="http://schemas.microsoft.com/office/drawing/2014/main" id="{6C72CCF8-AF7B-464B-8F02-4E55A7E8FBF0}"/>
              </a:ext>
            </a:extLst>
          </p:cNvPr>
          <p:cNvSpPr>
            <a:spLocks noChangeArrowheads="1"/>
          </p:cNvSpPr>
          <p:nvPr/>
        </p:nvSpPr>
        <p:spPr bwMode="auto">
          <a:xfrm>
            <a:off x="5760244" y="2733676"/>
            <a:ext cx="1578158" cy="34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         </a:t>
            </a:r>
            <a:r>
              <a:rPr kumimoji="1" lang="en-US" altLang="zh-CN" sz="1800" b="1">
                <a:latin typeface="微软雅黑" panose="020B0503020204020204" pitchFamily="34" charset="-122"/>
                <a:ea typeface="宋体" panose="02010600030101010101" pitchFamily="2" charset="-122"/>
              </a:rPr>
              <a:t>.</a:t>
            </a:r>
            <a:r>
              <a:rPr kumimoji="1" lang="en-US" altLang="zh-CN" sz="1500">
                <a:latin typeface="微软雅黑" panose="020B0503020204020204" pitchFamily="34" charset="-122"/>
                <a:ea typeface="宋体" panose="02010600030101010101" pitchFamily="2" charset="-122"/>
              </a:rPr>
              <a:t>         10</a:t>
            </a:r>
          </a:p>
        </p:txBody>
      </p:sp>
      <p:sp>
        <p:nvSpPr>
          <p:cNvPr id="230451" name="幻灯片编号占位符 1">
            <a:extLst>
              <a:ext uri="{FF2B5EF4-FFF2-40B4-BE49-F238E27FC236}">
                <a16:creationId xmlns:a16="http://schemas.microsoft.com/office/drawing/2014/main" id="{D668CD64-F449-8541-BA56-95974910B82F}"/>
              </a:ext>
            </a:extLst>
          </p:cNvPr>
          <p:cNvSpPr>
            <a:spLocks noGrp="1" noChangeArrowheads="1"/>
          </p:cNvSpPr>
          <p:nvPr>
            <p:ph type="sldNum" sz="quarter" idx="10"/>
          </p:nvPr>
        </p:nvSpPr>
        <p:spPr>
          <a:xfrm>
            <a:off x="8709660" y="4856162"/>
            <a:ext cx="434340" cy="2873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E07088E-38C5-D442-9094-25A75F9991CD}"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104</a:t>
            </a:fld>
            <a:endParaRPr lang="en-US" altLang="zh-CN" sz="1050" dirty="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22916090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08930"/>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08933"/>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508934"/>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50894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08942"/>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0894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08945"/>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08946"/>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08947"/>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50894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508949"/>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508951"/>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508955"/>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508956"/>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508965"/>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508966"/>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508967"/>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508969"/>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508971"/>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508972"/>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508973"/>
                                        </p:tgtEl>
                                        <p:attrNameLst>
                                          <p:attrName>style.visibility</p:attrName>
                                        </p:attrNameLst>
                                      </p:cBhvr>
                                      <p:to>
                                        <p:strVal val="visible"/>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508957"/>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508975"/>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508976"/>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508977"/>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508980"/>
                                        </p:tgtEl>
                                        <p:attrNameLst>
                                          <p:attrName>style.visibility</p:attrName>
                                        </p:attrNameLst>
                                      </p:cBhvr>
                                      <p:to>
                                        <p:strVal val="visible"/>
                                      </p:to>
                                    </p:set>
                                  </p:childTnLst>
                                </p:cTn>
                              </p:par>
                            </p:childTnLst>
                          </p:cTn>
                        </p:par>
                        <p:par>
                          <p:cTn id="59" fill="hold" nodeType="afterGroup">
                            <p:stCondLst>
                              <p:cond delay="0"/>
                            </p:stCondLst>
                            <p:childTnLst>
                              <p:par>
                                <p:cTn id="60" presetID="35" presetClass="emph" presetSubtype="0" repeatCount="3000" fill="hold" nodeType="afterEffect">
                                  <p:stCondLst>
                                    <p:cond delay="500"/>
                                  </p:stCondLst>
                                  <p:childTnLst>
                                    <p:anim calcmode="discrete" valueType="str">
                                      <p:cBhvr>
                                        <p:cTn id="61" dur="1000" fill="hold"/>
                                        <p:tgtEl>
                                          <p:spTgt spid="508977"/>
                                        </p:tgtEl>
                                        <p:attrNameLst>
                                          <p:attrName>style.visibility</p:attrName>
                                        </p:attrNameLst>
                                      </p:cBhvr>
                                      <p:tavLst>
                                        <p:tav tm="0">
                                          <p:val>
                                            <p:strVal val="hidden"/>
                                          </p:val>
                                        </p:tav>
                                        <p:tav tm="50000">
                                          <p:val>
                                            <p:strVal val="visible"/>
                                          </p:val>
                                        </p:tav>
                                      </p:tavLst>
                                    </p:anim>
                                  </p:childTnLst>
                                </p:cTn>
                              </p:par>
                            </p:childTnLst>
                          </p:cTn>
                        </p:par>
                      </p:childTnLst>
                    </p:cTn>
                  </p:par>
                  <p:par>
                    <p:cTn id="62" fill="hold" nodeType="clickPar">
                      <p:stCondLst>
                        <p:cond delay="indefinite"/>
                      </p:stCondLst>
                      <p:childTnLst>
                        <p:par>
                          <p:cTn id="63" fill="hold" nodeType="withGroup">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508974"/>
                                        </p:tgtEl>
                                        <p:attrNameLst>
                                          <p:attrName>style.visibility</p:attrName>
                                        </p:attrNameLst>
                                      </p:cBhvr>
                                      <p:to>
                                        <p:strVal val="visible"/>
                                      </p:to>
                                    </p:set>
                                  </p:childTnLst>
                                </p:cTn>
                              </p:par>
                              <p:par>
                                <p:cTn id="66" presetID="1" presetClass="entr" presetSubtype="0" fill="hold" grpId="0" nodeType="withEffect">
                                  <p:stCondLst>
                                    <p:cond delay="0"/>
                                  </p:stCondLst>
                                  <p:childTnLst>
                                    <p:set>
                                      <p:cBhvr>
                                        <p:cTn id="67" dur="1" fill="hold">
                                          <p:stCondLst>
                                            <p:cond delay="0"/>
                                          </p:stCondLst>
                                        </p:cTn>
                                        <p:tgtEl>
                                          <p:spTgt spid="508981"/>
                                        </p:tgtEl>
                                        <p:attrNameLst>
                                          <p:attrName>style.visibility</p:attrName>
                                        </p:attrNameLst>
                                      </p:cBhvr>
                                      <p:to>
                                        <p:strVal val="visible"/>
                                      </p:to>
                                    </p:set>
                                  </p:childTnLst>
                                </p:cTn>
                              </p:par>
                              <p:par>
                                <p:cTn id="68" presetID="1" presetClass="entr" presetSubtype="0" fill="hold" grpId="0" nodeType="withEffect">
                                  <p:stCondLst>
                                    <p:cond delay="0"/>
                                  </p:stCondLst>
                                  <p:childTnLst>
                                    <p:set>
                                      <p:cBhvr>
                                        <p:cTn id="69" dur="1" fill="hold">
                                          <p:stCondLst>
                                            <p:cond delay="0"/>
                                          </p:stCondLst>
                                        </p:cTn>
                                        <p:tgtEl>
                                          <p:spTgt spid="508982"/>
                                        </p:tgtEl>
                                        <p:attrNameLst>
                                          <p:attrName>style.visibility</p:attrName>
                                        </p:attrNameLst>
                                      </p:cBhvr>
                                      <p:to>
                                        <p:strVal val="visible"/>
                                      </p:to>
                                    </p:set>
                                  </p:childTnLst>
                                </p:cTn>
                              </p:par>
                              <p:par>
                                <p:cTn id="70" presetID="1" presetClass="entr" presetSubtype="0" fill="hold" nodeType="withEffect">
                                  <p:stCondLst>
                                    <p:cond delay="0"/>
                                  </p:stCondLst>
                                  <p:childTnLst>
                                    <p:set>
                                      <p:cBhvr>
                                        <p:cTn id="71" dur="1" fill="hold">
                                          <p:stCondLst>
                                            <p:cond delay="0"/>
                                          </p:stCondLst>
                                        </p:cTn>
                                        <p:tgtEl>
                                          <p:spTgt spid="508983"/>
                                        </p:tgtEl>
                                        <p:attrNameLst>
                                          <p:attrName>style.visibility</p:attrName>
                                        </p:attrNameLst>
                                      </p:cBhvr>
                                      <p:to>
                                        <p:strVal val="visible"/>
                                      </p:to>
                                    </p:set>
                                  </p:childTnLst>
                                </p:cTn>
                              </p:par>
                              <p:par>
                                <p:cTn id="72" presetID="1" presetClass="entr" presetSubtype="0" fill="hold" grpId="0" nodeType="withEffect">
                                  <p:stCondLst>
                                    <p:cond delay="0"/>
                                  </p:stCondLst>
                                  <p:childTnLst>
                                    <p:set>
                                      <p:cBhvr>
                                        <p:cTn id="73" dur="1" fill="hold">
                                          <p:stCondLst>
                                            <p:cond delay="0"/>
                                          </p:stCondLst>
                                        </p:cTn>
                                        <p:tgtEl>
                                          <p:spTgt spid="508986"/>
                                        </p:tgtEl>
                                        <p:attrNameLst>
                                          <p:attrName>style.visibility</p:attrName>
                                        </p:attrNameLst>
                                      </p:cBhvr>
                                      <p:to>
                                        <p:strVal val="visible"/>
                                      </p:to>
                                    </p:set>
                                  </p:childTnLst>
                                </p:cTn>
                              </p:par>
                            </p:childTnLst>
                          </p:cTn>
                        </p:par>
                        <p:par>
                          <p:cTn id="74" fill="hold" nodeType="afterGroup">
                            <p:stCondLst>
                              <p:cond delay="0"/>
                            </p:stCondLst>
                            <p:childTnLst>
                              <p:par>
                                <p:cTn id="75" presetID="35" presetClass="emph" presetSubtype="0" repeatCount="3000" fill="hold" grpId="1" nodeType="afterEffect">
                                  <p:stCondLst>
                                    <p:cond delay="500"/>
                                  </p:stCondLst>
                                  <p:childTnLst>
                                    <p:anim calcmode="discrete" valueType="str">
                                      <p:cBhvr>
                                        <p:cTn id="76" dur="1000" fill="hold"/>
                                        <p:tgtEl>
                                          <p:spTgt spid="50897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8930" grpId="0" animBg="1"/>
      <p:bldP spid="508940" grpId="0" animBg="1"/>
      <p:bldP spid="508942" grpId="0" animBg="1"/>
      <p:bldP spid="508943" grpId="0" animBg="1"/>
      <p:bldP spid="508946" grpId="0"/>
      <p:bldP spid="508947" grpId="0" animBg="1"/>
      <p:bldP spid="508949" grpId="0"/>
      <p:bldP spid="508957" grpId="0"/>
      <p:bldP spid="508974" grpId="0"/>
      <p:bldP spid="508974" grpId="1"/>
      <p:bldP spid="508975" grpId="0" animBg="1"/>
      <p:bldP spid="508976" grpId="0" animBg="1"/>
      <p:bldP spid="508981" grpId="0" animBg="1"/>
      <p:bldP spid="508982" grpId="0" animBg="1"/>
      <p:bldP spid="508986" grpId="0"/>
      <p:bldP spid="508945"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49" name="Rectangle 2">
            <a:extLst>
              <a:ext uri="{FF2B5EF4-FFF2-40B4-BE49-F238E27FC236}">
                <a16:creationId xmlns:a16="http://schemas.microsoft.com/office/drawing/2014/main" id="{B77146ED-295C-4C43-AAD6-D1C2AE439019}"/>
              </a:ext>
            </a:extLst>
          </p:cNvPr>
          <p:cNvSpPr>
            <a:spLocks noChangeArrowheads="1"/>
          </p:cNvSpPr>
          <p:nvPr/>
        </p:nvSpPr>
        <p:spPr bwMode="auto">
          <a:xfrm>
            <a:off x="2490788" y="2415778"/>
            <a:ext cx="5332810" cy="347663"/>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50" name="Rectangle 3">
            <a:extLst>
              <a:ext uri="{FF2B5EF4-FFF2-40B4-BE49-F238E27FC236}">
                <a16:creationId xmlns:a16="http://schemas.microsoft.com/office/drawing/2014/main" id="{1D54EE1B-761C-FB43-A1D7-62E82805B433}"/>
              </a:ext>
            </a:extLst>
          </p:cNvPr>
          <p:cNvSpPr>
            <a:spLocks noChangeArrowheads="1"/>
          </p:cNvSpPr>
          <p:nvPr/>
        </p:nvSpPr>
        <p:spPr bwMode="auto">
          <a:xfrm>
            <a:off x="2490788" y="1453753"/>
            <a:ext cx="5332810" cy="347663"/>
          </a:xfrm>
          <a:prstGeom prst="rect">
            <a:avLst/>
          </a:prstGeom>
          <a:solidFill>
            <a:srgbClr val="CCECFF"/>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09956" name="Rectangle 4">
            <a:extLst>
              <a:ext uri="{FF2B5EF4-FFF2-40B4-BE49-F238E27FC236}">
                <a16:creationId xmlns:a16="http://schemas.microsoft.com/office/drawing/2014/main" id="{2EC59DBB-05B4-864A-B522-BA4F9CE365AD}"/>
              </a:ext>
            </a:extLst>
          </p:cNvPr>
          <p:cNvSpPr>
            <a:spLocks noGrp="1" noChangeArrowheads="1"/>
          </p:cNvSpPr>
          <p:nvPr>
            <p:ph type="title"/>
          </p:nvPr>
        </p:nvSpPr>
        <p:spPr>
          <a:xfrm>
            <a:off x="1331119" y="160735"/>
            <a:ext cx="6519863" cy="683419"/>
          </a:xfrm>
        </p:spPr>
        <p:txBody>
          <a:bodyPr/>
          <a:lstStyle/>
          <a:p>
            <a:pPr algn="ctr" eaLnBrk="1" hangingPunct="1"/>
            <a:r>
              <a:rPr lang="en-US" altLang="zh-CN" sz="3000">
                <a:latin typeface="Times New Roman" panose="02020603050405020304" pitchFamily="18" charset="0"/>
                <a:ea typeface="宋体" panose="02010600030101010101" pitchFamily="2" charset="-122"/>
              </a:rPr>
              <a:t>(IP</a:t>
            </a:r>
            <a:r>
              <a:rPr lang="en-US" altLang="zh-CN" sz="1350">
                <a:latin typeface="Times New Roman" panose="02020603050405020304" pitchFamily="18" charset="0"/>
                <a:ea typeface="宋体" panose="02010600030101010101" pitchFamily="2" charset="-122"/>
              </a:rPr>
              <a:t> </a:t>
            </a:r>
            <a:r>
              <a:rPr lang="zh-CN" altLang="en-US" sz="3000">
                <a:latin typeface="Times New Roman" panose="02020603050405020304" pitchFamily="18" charset="0"/>
                <a:ea typeface="宋体" panose="02010600030101010101" pitchFamily="2" charset="-122"/>
              </a:rPr>
              <a:t>地址</a:t>
            </a:r>
            <a:r>
              <a:rPr lang="en-US" altLang="zh-CN" sz="3000">
                <a:latin typeface="Times New Roman" panose="02020603050405020304" pitchFamily="18" charset="0"/>
                <a:ea typeface="宋体" panose="02010600030101010101" pitchFamily="2" charset="-122"/>
              </a:rPr>
              <a:t>) AND (</a:t>
            </a:r>
            <a:r>
              <a:rPr lang="zh-CN" altLang="en-US" sz="3000">
                <a:latin typeface="Times New Roman" panose="02020603050405020304" pitchFamily="18" charset="0"/>
                <a:ea typeface="宋体" panose="02010600030101010101" pitchFamily="2" charset="-122"/>
              </a:rPr>
              <a:t>子网掩码</a:t>
            </a:r>
            <a:r>
              <a:rPr lang="en-US" altLang="zh-CN" sz="3000">
                <a:latin typeface="Times New Roman" panose="02020603050405020304" pitchFamily="18" charset="0"/>
                <a:ea typeface="宋体" panose="02010600030101010101" pitchFamily="2" charset="-122"/>
              </a:rPr>
              <a:t>) =</a:t>
            </a:r>
            <a:r>
              <a:rPr lang="zh-CN" altLang="en-US" sz="3000">
                <a:latin typeface="Times New Roman" panose="02020603050405020304" pitchFamily="18" charset="0"/>
                <a:ea typeface="宋体" panose="02010600030101010101" pitchFamily="2" charset="-122"/>
              </a:rPr>
              <a:t>网络地址</a:t>
            </a:r>
          </a:p>
        </p:txBody>
      </p:sp>
      <p:sp>
        <p:nvSpPr>
          <p:cNvPr id="232452" name="Line 5">
            <a:extLst>
              <a:ext uri="{FF2B5EF4-FFF2-40B4-BE49-F238E27FC236}">
                <a16:creationId xmlns:a16="http://schemas.microsoft.com/office/drawing/2014/main" id="{FB030FE7-2F88-B347-B52F-0A3EAC9796DD}"/>
              </a:ext>
            </a:extLst>
          </p:cNvPr>
          <p:cNvSpPr>
            <a:spLocks noChangeShapeType="1"/>
          </p:cNvSpPr>
          <p:nvPr/>
        </p:nvSpPr>
        <p:spPr bwMode="auto">
          <a:xfrm flipV="1">
            <a:off x="2516982" y="2981325"/>
            <a:ext cx="2608660"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32453" name="Line 6">
            <a:extLst>
              <a:ext uri="{FF2B5EF4-FFF2-40B4-BE49-F238E27FC236}">
                <a16:creationId xmlns:a16="http://schemas.microsoft.com/office/drawing/2014/main" id="{37FCD631-1554-0C44-BED6-2A9A27A98A5D}"/>
              </a:ext>
            </a:extLst>
          </p:cNvPr>
          <p:cNvSpPr>
            <a:spLocks noChangeShapeType="1"/>
          </p:cNvSpPr>
          <p:nvPr/>
        </p:nvSpPr>
        <p:spPr bwMode="auto">
          <a:xfrm flipV="1">
            <a:off x="6474619" y="2981325"/>
            <a:ext cx="1333500" cy="0"/>
          </a:xfrm>
          <a:prstGeom prst="line">
            <a:avLst/>
          </a:prstGeom>
          <a:noFill/>
          <a:ln w="12700">
            <a:solidFill>
              <a:schemeClr val="tx2"/>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32454" name="Line 7">
            <a:extLst>
              <a:ext uri="{FF2B5EF4-FFF2-40B4-BE49-F238E27FC236}">
                <a16:creationId xmlns:a16="http://schemas.microsoft.com/office/drawing/2014/main" id="{3EAEF011-BD25-E348-A625-A8AB5EAF60DC}"/>
              </a:ext>
            </a:extLst>
          </p:cNvPr>
          <p:cNvSpPr>
            <a:spLocks noChangeShapeType="1"/>
          </p:cNvSpPr>
          <p:nvPr/>
        </p:nvSpPr>
        <p:spPr bwMode="auto">
          <a:xfrm flipV="1">
            <a:off x="5125641" y="2981325"/>
            <a:ext cx="1343025"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32455" name="Rectangle 8">
            <a:extLst>
              <a:ext uri="{FF2B5EF4-FFF2-40B4-BE49-F238E27FC236}">
                <a16:creationId xmlns:a16="http://schemas.microsoft.com/office/drawing/2014/main" id="{87FC6EA9-EED5-E546-B932-A384AD839143}"/>
              </a:ext>
            </a:extLst>
          </p:cNvPr>
          <p:cNvSpPr>
            <a:spLocks noChangeArrowheads="1"/>
          </p:cNvSpPr>
          <p:nvPr/>
        </p:nvSpPr>
        <p:spPr bwMode="auto">
          <a:xfrm>
            <a:off x="2501504" y="1463279"/>
            <a:ext cx="2618184" cy="332184"/>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56" name="Rectangle 9">
            <a:extLst>
              <a:ext uri="{FF2B5EF4-FFF2-40B4-BE49-F238E27FC236}">
                <a16:creationId xmlns:a16="http://schemas.microsoft.com/office/drawing/2014/main" id="{EA039F8D-AFE2-1043-B411-3278E98CA418}"/>
              </a:ext>
            </a:extLst>
          </p:cNvPr>
          <p:cNvSpPr>
            <a:spLocks noChangeArrowheads="1"/>
          </p:cNvSpPr>
          <p:nvPr/>
        </p:nvSpPr>
        <p:spPr bwMode="auto">
          <a:xfrm>
            <a:off x="3432572" y="1437085"/>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网络号</a:t>
            </a:r>
          </a:p>
        </p:txBody>
      </p:sp>
      <p:sp>
        <p:nvSpPr>
          <p:cNvPr id="232457" name="Rectangle 10">
            <a:extLst>
              <a:ext uri="{FF2B5EF4-FFF2-40B4-BE49-F238E27FC236}">
                <a16:creationId xmlns:a16="http://schemas.microsoft.com/office/drawing/2014/main" id="{8586A4A3-12BF-EF4C-AE96-DEA5706B3885}"/>
              </a:ext>
            </a:extLst>
          </p:cNvPr>
          <p:cNvSpPr>
            <a:spLocks noChangeArrowheads="1"/>
          </p:cNvSpPr>
          <p:nvPr/>
        </p:nvSpPr>
        <p:spPr bwMode="auto">
          <a:xfrm>
            <a:off x="6132910" y="1479948"/>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主机号</a:t>
            </a:r>
          </a:p>
        </p:txBody>
      </p:sp>
      <p:sp>
        <p:nvSpPr>
          <p:cNvPr id="232458" name="Rectangle 11">
            <a:extLst>
              <a:ext uri="{FF2B5EF4-FFF2-40B4-BE49-F238E27FC236}">
                <a16:creationId xmlns:a16="http://schemas.microsoft.com/office/drawing/2014/main" id="{10455956-C98D-5F4B-9765-B44AB73EDCFC}"/>
              </a:ext>
            </a:extLst>
          </p:cNvPr>
          <p:cNvSpPr>
            <a:spLocks noChangeArrowheads="1"/>
          </p:cNvSpPr>
          <p:nvPr/>
        </p:nvSpPr>
        <p:spPr bwMode="auto">
          <a:xfrm>
            <a:off x="1277541" y="1463279"/>
            <a:ext cx="118997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两级 </a:t>
            </a:r>
            <a:r>
              <a:rPr kumimoji="1" lang="en-US" altLang="zh-CN" sz="1500">
                <a:latin typeface="Arial" panose="020B0604020202020204" pitchFamily="34" charset="0"/>
                <a:ea typeface="宋体" panose="02010600030101010101" pitchFamily="2" charset="-122"/>
                <a:cs typeface="黑体" panose="02010609060101010101" pitchFamily="49" charset="-122"/>
              </a:rPr>
              <a:t>IP </a:t>
            </a:r>
            <a:r>
              <a:rPr kumimoji="1" lang="zh-CN" altLang="en-US" sz="1500">
                <a:latin typeface="Arial" panose="020B0604020202020204" pitchFamily="34" charset="0"/>
                <a:ea typeface="宋体" panose="02010600030101010101" pitchFamily="2" charset="-122"/>
                <a:cs typeface="黑体" panose="02010609060101010101" pitchFamily="49" charset="-122"/>
              </a:rPr>
              <a:t>地址</a:t>
            </a:r>
          </a:p>
        </p:txBody>
      </p:sp>
      <p:sp>
        <p:nvSpPr>
          <p:cNvPr id="232459" name="Rectangle 12">
            <a:extLst>
              <a:ext uri="{FF2B5EF4-FFF2-40B4-BE49-F238E27FC236}">
                <a16:creationId xmlns:a16="http://schemas.microsoft.com/office/drawing/2014/main" id="{B34DCEB5-DEB5-D945-97F3-F160A504E891}"/>
              </a:ext>
            </a:extLst>
          </p:cNvPr>
          <p:cNvSpPr>
            <a:spLocks noChangeArrowheads="1"/>
          </p:cNvSpPr>
          <p:nvPr/>
        </p:nvSpPr>
        <p:spPr bwMode="auto">
          <a:xfrm>
            <a:off x="3359944" y="2902744"/>
            <a:ext cx="870347" cy="19645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60" name="Line 13">
            <a:extLst>
              <a:ext uri="{FF2B5EF4-FFF2-40B4-BE49-F238E27FC236}">
                <a16:creationId xmlns:a16="http://schemas.microsoft.com/office/drawing/2014/main" id="{ACE22FEA-0BC8-E04D-B88D-26F86B4A815C}"/>
              </a:ext>
            </a:extLst>
          </p:cNvPr>
          <p:cNvSpPr>
            <a:spLocks noChangeShapeType="1"/>
          </p:cNvSpPr>
          <p:nvPr/>
        </p:nvSpPr>
        <p:spPr bwMode="auto">
          <a:xfrm>
            <a:off x="5125641" y="1459707"/>
            <a:ext cx="0" cy="34051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2461" name="Rectangle 14">
            <a:extLst>
              <a:ext uri="{FF2B5EF4-FFF2-40B4-BE49-F238E27FC236}">
                <a16:creationId xmlns:a16="http://schemas.microsoft.com/office/drawing/2014/main" id="{10817725-DF72-114F-B5C6-A52ED996ACEE}"/>
              </a:ext>
            </a:extLst>
          </p:cNvPr>
          <p:cNvSpPr>
            <a:spLocks noChangeArrowheads="1"/>
          </p:cNvSpPr>
          <p:nvPr/>
        </p:nvSpPr>
        <p:spPr bwMode="auto">
          <a:xfrm>
            <a:off x="3423047" y="2844404"/>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网络号</a:t>
            </a:r>
          </a:p>
        </p:txBody>
      </p:sp>
      <p:sp>
        <p:nvSpPr>
          <p:cNvPr id="232462" name="Rectangle 15">
            <a:extLst>
              <a:ext uri="{FF2B5EF4-FFF2-40B4-BE49-F238E27FC236}">
                <a16:creationId xmlns:a16="http://schemas.microsoft.com/office/drawing/2014/main" id="{BDDD5910-E812-E446-B19D-CA3166403840}"/>
              </a:ext>
            </a:extLst>
          </p:cNvPr>
          <p:cNvSpPr>
            <a:spLocks noChangeArrowheads="1"/>
          </p:cNvSpPr>
          <p:nvPr/>
        </p:nvSpPr>
        <p:spPr bwMode="auto">
          <a:xfrm>
            <a:off x="2511029" y="2424113"/>
            <a:ext cx="2599134" cy="332185"/>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63" name="Rectangle 16">
            <a:extLst>
              <a:ext uri="{FF2B5EF4-FFF2-40B4-BE49-F238E27FC236}">
                <a16:creationId xmlns:a16="http://schemas.microsoft.com/office/drawing/2014/main" id="{E5E15C19-87E0-3F4D-8B20-E932157EDDBE}"/>
              </a:ext>
            </a:extLst>
          </p:cNvPr>
          <p:cNvSpPr>
            <a:spLocks noChangeArrowheads="1"/>
          </p:cNvSpPr>
          <p:nvPr/>
        </p:nvSpPr>
        <p:spPr bwMode="auto">
          <a:xfrm>
            <a:off x="1277541" y="2424113"/>
            <a:ext cx="118997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三级 </a:t>
            </a:r>
            <a:r>
              <a:rPr kumimoji="1" lang="en-US" altLang="zh-CN" sz="1500">
                <a:latin typeface="Arial" panose="020B0604020202020204" pitchFamily="34" charset="0"/>
                <a:ea typeface="宋体" panose="02010600030101010101" pitchFamily="2" charset="-122"/>
                <a:cs typeface="黑体" panose="02010609060101010101" pitchFamily="49" charset="-122"/>
              </a:rPr>
              <a:t>IP </a:t>
            </a:r>
            <a:r>
              <a:rPr kumimoji="1" lang="zh-CN" altLang="en-US" sz="1500">
                <a:latin typeface="Arial" panose="020B0604020202020204" pitchFamily="34" charset="0"/>
                <a:ea typeface="宋体" panose="02010600030101010101" pitchFamily="2" charset="-122"/>
                <a:cs typeface="黑体" panose="02010609060101010101" pitchFamily="49" charset="-122"/>
              </a:rPr>
              <a:t>地址</a:t>
            </a:r>
          </a:p>
        </p:txBody>
      </p:sp>
      <p:sp>
        <p:nvSpPr>
          <p:cNvPr id="232464" name="Rectangle 17">
            <a:extLst>
              <a:ext uri="{FF2B5EF4-FFF2-40B4-BE49-F238E27FC236}">
                <a16:creationId xmlns:a16="http://schemas.microsoft.com/office/drawing/2014/main" id="{E164DEC6-363E-844E-BB3D-A5AD8B08A2DC}"/>
              </a:ext>
            </a:extLst>
          </p:cNvPr>
          <p:cNvSpPr>
            <a:spLocks noChangeArrowheads="1"/>
          </p:cNvSpPr>
          <p:nvPr/>
        </p:nvSpPr>
        <p:spPr bwMode="auto">
          <a:xfrm>
            <a:off x="6873479" y="2902744"/>
            <a:ext cx="666750" cy="2143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65" name="Line 18">
            <a:extLst>
              <a:ext uri="{FF2B5EF4-FFF2-40B4-BE49-F238E27FC236}">
                <a16:creationId xmlns:a16="http://schemas.microsoft.com/office/drawing/2014/main" id="{E401A4D0-FDDC-7542-9781-24E74F075CEC}"/>
              </a:ext>
            </a:extLst>
          </p:cNvPr>
          <p:cNvSpPr>
            <a:spLocks noChangeShapeType="1"/>
          </p:cNvSpPr>
          <p:nvPr/>
        </p:nvSpPr>
        <p:spPr bwMode="auto">
          <a:xfrm>
            <a:off x="5125641" y="2422922"/>
            <a:ext cx="0" cy="33813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2466" name="Rectangle 19">
            <a:extLst>
              <a:ext uri="{FF2B5EF4-FFF2-40B4-BE49-F238E27FC236}">
                <a16:creationId xmlns:a16="http://schemas.microsoft.com/office/drawing/2014/main" id="{026F7456-8B42-1843-A514-84A2B8C42AF1}"/>
              </a:ext>
            </a:extLst>
          </p:cNvPr>
          <p:cNvSpPr>
            <a:spLocks noChangeArrowheads="1"/>
          </p:cNvSpPr>
          <p:nvPr/>
        </p:nvSpPr>
        <p:spPr bwMode="auto">
          <a:xfrm>
            <a:off x="6805613" y="2836069"/>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主机号</a:t>
            </a:r>
          </a:p>
        </p:txBody>
      </p:sp>
      <p:sp>
        <p:nvSpPr>
          <p:cNvPr id="232467" name="Rectangle 20">
            <a:extLst>
              <a:ext uri="{FF2B5EF4-FFF2-40B4-BE49-F238E27FC236}">
                <a16:creationId xmlns:a16="http://schemas.microsoft.com/office/drawing/2014/main" id="{CCE107AC-AE0E-0D44-88EB-EB2C1AC4A010}"/>
              </a:ext>
            </a:extLst>
          </p:cNvPr>
          <p:cNvSpPr>
            <a:spLocks noChangeArrowheads="1"/>
          </p:cNvSpPr>
          <p:nvPr/>
        </p:nvSpPr>
        <p:spPr bwMode="auto">
          <a:xfrm>
            <a:off x="5488781" y="2894410"/>
            <a:ext cx="666750" cy="2143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68" name="Line 21">
            <a:extLst>
              <a:ext uri="{FF2B5EF4-FFF2-40B4-BE49-F238E27FC236}">
                <a16:creationId xmlns:a16="http://schemas.microsoft.com/office/drawing/2014/main" id="{1973A01C-0F4C-F448-BF1A-5DDD59ADB182}"/>
              </a:ext>
            </a:extLst>
          </p:cNvPr>
          <p:cNvSpPr>
            <a:spLocks noChangeShapeType="1"/>
          </p:cNvSpPr>
          <p:nvPr/>
        </p:nvSpPr>
        <p:spPr bwMode="auto">
          <a:xfrm>
            <a:off x="6474619" y="2413398"/>
            <a:ext cx="0" cy="33932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2469" name="Rectangle 23">
            <a:extLst>
              <a:ext uri="{FF2B5EF4-FFF2-40B4-BE49-F238E27FC236}">
                <a16:creationId xmlns:a16="http://schemas.microsoft.com/office/drawing/2014/main" id="{104C8A15-DAF3-744E-BAFF-57DCAA69E3B8}"/>
              </a:ext>
            </a:extLst>
          </p:cNvPr>
          <p:cNvSpPr>
            <a:spLocks noChangeArrowheads="1"/>
          </p:cNvSpPr>
          <p:nvPr/>
        </p:nvSpPr>
        <p:spPr bwMode="auto">
          <a:xfrm>
            <a:off x="3437335" y="2438400"/>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网络号</a:t>
            </a:r>
          </a:p>
        </p:txBody>
      </p:sp>
      <p:sp>
        <p:nvSpPr>
          <p:cNvPr id="232470" name="Rectangle 24">
            <a:extLst>
              <a:ext uri="{FF2B5EF4-FFF2-40B4-BE49-F238E27FC236}">
                <a16:creationId xmlns:a16="http://schemas.microsoft.com/office/drawing/2014/main" id="{2DE75826-588F-1C40-AC8D-5ED8AFA937FC}"/>
              </a:ext>
            </a:extLst>
          </p:cNvPr>
          <p:cNvSpPr>
            <a:spLocks noChangeArrowheads="1"/>
          </p:cNvSpPr>
          <p:nvPr/>
        </p:nvSpPr>
        <p:spPr bwMode="auto">
          <a:xfrm>
            <a:off x="6788944" y="2439591"/>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solidFill>
                  <a:schemeClr val="hlink"/>
                </a:solidFill>
                <a:latin typeface="Arial" panose="020B0604020202020204" pitchFamily="34" charset="0"/>
                <a:ea typeface="宋体" panose="02010600030101010101" pitchFamily="2" charset="-122"/>
                <a:cs typeface="黑体" panose="02010609060101010101" pitchFamily="49" charset="-122"/>
              </a:rPr>
              <a:t>主机号</a:t>
            </a:r>
          </a:p>
        </p:txBody>
      </p:sp>
      <p:sp>
        <p:nvSpPr>
          <p:cNvPr id="232471" name="Rectangle 25">
            <a:extLst>
              <a:ext uri="{FF2B5EF4-FFF2-40B4-BE49-F238E27FC236}">
                <a16:creationId xmlns:a16="http://schemas.microsoft.com/office/drawing/2014/main" id="{7B69B3D7-AA85-B747-888B-5065D4D184DD}"/>
              </a:ext>
            </a:extLst>
          </p:cNvPr>
          <p:cNvSpPr>
            <a:spLocks noChangeArrowheads="1"/>
          </p:cNvSpPr>
          <p:nvPr/>
        </p:nvSpPr>
        <p:spPr bwMode="auto">
          <a:xfrm>
            <a:off x="5485210" y="2438400"/>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子网号</a:t>
            </a:r>
          </a:p>
        </p:txBody>
      </p:sp>
      <p:sp>
        <p:nvSpPr>
          <p:cNvPr id="232472" name="Rectangle 26">
            <a:extLst>
              <a:ext uri="{FF2B5EF4-FFF2-40B4-BE49-F238E27FC236}">
                <a16:creationId xmlns:a16="http://schemas.microsoft.com/office/drawing/2014/main" id="{1586001B-37A7-FD49-B9EA-69435FF51EEF}"/>
              </a:ext>
            </a:extLst>
          </p:cNvPr>
          <p:cNvSpPr>
            <a:spLocks noChangeArrowheads="1"/>
          </p:cNvSpPr>
          <p:nvPr/>
        </p:nvSpPr>
        <p:spPr bwMode="auto">
          <a:xfrm>
            <a:off x="5411391" y="2844404"/>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子网号</a:t>
            </a:r>
          </a:p>
        </p:txBody>
      </p:sp>
      <p:sp>
        <p:nvSpPr>
          <p:cNvPr id="232473" name="Line 27">
            <a:extLst>
              <a:ext uri="{FF2B5EF4-FFF2-40B4-BE49-F238E27FC236}">
                <a16:creationId xmlns:a16="http://schemas.microsoft.com/office/drawing/2014/main" id="{E5F4D943-0B17-B647-82A6-F9FF5CDACAC9}"/>
              </a:ext>
            </a:extLst>
          </p:cNvPr>
          <p:cNvSpPr>
            <a:spLocks noChangeShapeType="1"/>
          </p:cNvSpPr>
          <p:nvPr/>
        </p:nvSpPr>
        <p:spPr bwMode="auto">
          <a:xfrm>
            <a:off x="2500313" y="2792016"/>
            <a:ext cx="0" cy="2952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32474" name="Line 28">
            <a:extLst>
              <a:ext uri="{FF2B5EF4-FFF2-40B4-BE49-F238E27FC236}">
                <a16:creationId xmlns:a16="http://schemas.microsoft.com/office/drawing/2014/main" id="{591A69B5-A161-1246-9B67-CBC71E5A2E10}"/>
              </a:ext>
            </a:extLst>
          </p:cNvPr>
          <p:cNvSpPr>
            <a:spLocks noChangeShapeType="1"/>
          </p:cNvSpPr>
          <p:nvPr/>
        </p:nvSpPr>
        <p:spPr bwMode="auto">
          <a:xfrm>
            <a:off x="6474619" y="2792017"/>
            <a:ext cx="0" cy="3262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32475" name="Rectangle 29">
            <a:extLst>
              <a:ext uri="{FF2B5EF4-FFF2-40B4-BE49-F238E27FC236}">
                <a16:creationId xmlns:a16="http://schemas.microsoft.com/office/drawing/2014/main" id="{1F9DCD2E-BD52-D749-9CE1-08A4CC62BED8}"/>
              </a:ext>
            </a:extLst>
          </p:cNvPr>
          <p:cNvSpPr>
            <a:spLocks noChangeArrowheads="1"/>
          </p:cNvSpPr>
          <p:nvPr/>
        </p:nvSpPr>
        <p:spPr bwMode="auto">
          <a:xfrm>
            <a:off x="1277541" y="3218260"/>
            <a:ext cx="1189974" cy="52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三级 </a:t>
            </a:r>
            <a:r>
              <a:rPr kumimoji="1" lang="en-US" altLang="zh-CN" sz="1500">
                <a:latin typeface="Arial" panose="020B0604020202020204" pitchFamily="34" charset="0"/>
                <a:ea typeface="宋体" panose="02010600030101010101" pitchFamily="2" charset="-122"/>
                <a:cs typeface="黑体" panose="02010609060101010101" pitchFamily="49" charset="-122"/>
              </a:rPr>
              <a:t>IP </a:t>
            </a:r>
            <a:r>
              <a:rPr kumimoji="1" lang="zh-CN" altLang="en-US" sz="1500">
                <a:latin typeface="Arial" panose="020B0604020202020204" pitchFamily="34" charset="0"/>
                <a:ea typeface="宋体" panose="02010600030101010101" pitchFamily="2" charset="-122"/>
                <a:cs typeface="黑体" panose="02010609060101010101" pitchFamily="49" charset="-122"/>
              </a:rPr>
              <a:t>地址</a:t>
            </a:r>
          </a:p>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的子网掩码</a:t>
            </a:r>
          </a:p>
        </p:txBody>
      </p:sp>
      <p:sp>
        <p:nvSpPr>
          <p:cNvPr id="232476" name="Line 44">
            <a:extLst>
              <a:ext uri="{FF2B5EF4-FFF2-40B4-BE49-F238E27FC236}">
                <a16:creationId xmlns:a16="http://schemas.microsoft.com/office/drawing/2014/main" id="{F348AB74-136C-4F46-9EB6-68F39815FC44}"/>
              </a:ext>
            </a:extLst>
          </p:cNvPr>
          <p:cNvSpPr>
            <a:spLocks noChangeShapeType="1"/>
          </p:cNvSpPr>
          <p:nvPr/>
        </p:nvSpPr>
        <p:spPr bwMode="auto">
          <a:xfrm>
            <a:off x="5125641" y="2831307"/>
            <a:ext cx="0" cy="34051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2477" name="Line 45">
            <a:extLst>
              <a:ext uri="{FF2B5EF4-FFF2-40B4-BE49-F238E27FC236}">
                <a16:creationId xmlns:a16="http://schemas.microsoft.com/office/drawing/2014/main" id="{70EDFABB-F47E-A946-9878-3380C76C0AB9}"/>
              </a:ext>
            </a:extLst>
          </p:cNvPr>
          <p:cNvSpPr>
            <a:spLocks noChangeShapeType="1"/>
          </p:cNvSpPr>
          <p:nvPr/>
        </p:nvSpPr>
        <p:spPr bwMode="auto">
          <a:xfrm>
            <a:off x="7823597" y="2792016"/>
            <a:ext cx="0" cy="34051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2478" name="Rectangle 46">
            <a:extLst>
              <a:ext uri="{FF2B5EF4-FFF2-40B4-BE49-F238E27FC236}">
                <a16:creationId xmlns:a16="http://schemas.microsoft.com/office/drawing/2014/main" id="{46A7BD2B-1D7E-6643-9C7F-3A74425D9595}"/>
              </a:ext>
            </a:extLst>
          </p:cNvPr>
          <p:cNvSpPr>
            <a:spLocks noChangeArrowheads="1"/>
          </p:cNvSpPr>
          <p:nvPr/>
        </p:nvSpPr>
        <p:spPr bwMode="auto">
          <a:xfrm>
            <a:off x="1455323" y="3802857"/>
            <a:ext cx="906499" cy="52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子网的</a:t>
            </a:r>
          </a:p>
          <a:p>
            <a:pPr algn="ct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网络地址</a:t>
            </a:r>
          </a:p>
        </p:txBody>
      </p:sp>
      <p:sp>
        <p:nvSpPr>
          <p:cNvPr id="232479" name="Rectangle 47">
            <a:extLst>
              <a:ext uri="{FF2B5EF4-FFF2-40B4-BE49-F238E27FC236}">
                <a16:creationId xmlns:a16="http://schemas.microsoft.com/office/drawing/2014/main" id="{11E998CE-6857-D047-9A81-78B0EC0A8E94}"/>
              </a:ext>
            </a:extLst>
          </p:cNvPr>
          <p:cNvSpPr>
            <a:spLocks noChangeArrowheads="1"/>
          </p:cNvSpPr>
          <p:nvPr/>
        </p:nvSpPr>
        <p:spPr bwMode="auto">
          <a:xfrm>
            <a:off x="6462713" y="3273029"/>
            <a:ext cx="1350169" cy="377428"/>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80" name="Rectangle 48">
            <a:extLst>
              <a:ext uri="{FF2B5EF4-FFF2-40B4-BE49-F238E27FC236}">
                <a16:creationId xmlns:a16="http://schemas.microsoft.com/office/drawing/2014/main" id="{68E86C3D-BED5-274A-9FD4-952CF02819E0}"/>
              </a:ext>
            </a:extLst>
          </p:cNvPr>
          <p:cNvSpPr>
            <a:spLocks noChangeArrowheads="1"/>
          </p:cNvSpPr>
          <p:nvPr/>
        </p:nvSpPr>
        <p:spPr bwMode="auto">
          <a:xfrm>
            <a:off x="2519363" y="3273029"/>
            <a:ext cx="3943350" cy="377428"/>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510001" name="Group 49">
            <a:extLst>
              <a:ext uri="{FF2B5EF4-FFF2-40B4-BE49-F238E27FC236}">
                <a16:creationId xmlns:a16="http://schemas.microsoft.com/office/drawing/2014/main" id="{5346B4DC-1110-0948-8E7A-C85FC9B00000}"/>
              </a:ext>
            </a:extLst>
          </p:cNvPr>
          <p:cNvGrpSpPr>
            <a:grpSpLocks/>
          </p:cNvGrpSpPr>
          <p:nvPr/>
        </p:nvGrpSpPr>
        <p:grpSpPr bwMode="auto">
          <a:xfrm>
            <a:off x="2486026" y="3273030"/>
            <a:ext cx="5338762" cy="344091"/>
            <a:chOff x="1128" y="3022"/>
            <a:chExt cx="4484" cy="289"/>
          </a:xfrm>
        </p:grpSpPr>
        <p:sp>
          <p:nvSpPr>
            <p:cNvPr id="232492" name="Rectangle 50">
              <a:extLst>
                <a:ext uri="{FF2B5EF4-FFF2-40B4-BE49-F238E27FC236}">
                  <a16:creationId xmlns:a16="http://schemas.microsoft.com/office/drawing/2014/main" id="{6DDC2925-5B61-5A4C-AEE9-D1AEFCEA49DC}"/>
                </a:ext>
              </a:extLst>
            </p:cNvPr>
            <p:cNvSpPr>
              <a:spLocks noChangeArrowheads="1"/>
            </p:cNvSpPr>
            <p:nvPr/>
          </p:nvSpPr>
          <p:spPr bwMode="auto">
            <a:xfrm>
              <a:off x="1128" y="3022"/>
              <a:ext cx="3388" cy="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1 1 1 1 1 1 1 1 1 1 1 1 1 1 1 1</a:t>
              </a:r>
              <a:r>
                <a:rPr kumimoji="1" lang="en-US" altLang="zh-CN" sz="1800">
                  <a:latin typeface="Arial" panose="020B0604020202020204" pitchFamily="34" charset="0"/>
                  <a:ea typeface="宋体" panose="02010600030101010101" pitchFamily="2" charset="-122"/>
                  <a:cs typeface="黑体" panose="02010609060101010101" pitchFamily="49" charset="-122"/>
                </a:rPr>
                <a:t>  </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1 1 1 1 1 1 1 1</a:t>
              </a:r>
            </a:p>
          </p:txBody>
        </p:sp>
        <p:sp>
          <p:nvSpPr>
            <p:cNvPr id="232493" name="Rectangle 51">
              <a:extLst>
                <a:ext uri="{FF2B5EF4-FFF2-40B4-BE49-F238E27FC236}">
                  <a16:creationId xmlns:a16="http://schemas.microsoft.com/office/drawing/2014/main" id="{0BBB0154-E70F-8F43-B407-660697C1BD39}"/>
                </a:ext>
              </a:extLst>
            </p:cNvPr>
            <p:cNvSpPr>
              <a:spLocks noChangeArrowheads="1"/>
            </p:cNvSpPr>
            <p:nvPr/>
          </p:nvSpPr>
          <p:spPr bwMode="auto">
            <a:xfrm>
              <a:off x="4464" y="3041"/>
              <a:ext cx="114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hlink"/>
                  </a:solidFill>
                  <a:latin typeface="Arial" panose="020B0604020202020204" pitchFamily="34" charset="0"/>
                  <a:ea typeface="宋体" panose="02010600030101010101" pitchFamily="2" charset="-122"/>
                  <a:cs typeface="黑体" panose="02010609060101010101" pitchFamily="49" charset="-122"/>
                </a:rPr>
                <a:t>0 0 0 0 0 0 0 0</a:t>
              </a:r>
            </a:p>
          </p:txBody>
        </p:sp>
      </p:grpSp>
      <p:sp>
        <p:nvSpPr>
          <p:cNvPr id="232482" name="Line 52">
            <a:extLst>
              <a:ext uri="{FF2B5EF4-FFF2-40B4-BE49-F238E27FC236}">
                <a16:creationId xmlns:a16="http://schemas.microsoft.com/office/drawing/2014/main" id="{1A5BA26D-D52E-D44E-9374-EE91AFB0B35E}"/>
              </a:ext>
            </a:extLst>
          </p:cNvPr>
          <p:cNvSpPr>
            <a:spLocks noChangeShapeType="1"/>
          </p:cNvSpPr>
          <p:nvPr/>
        </p:nvSpPr>
        <p:spPr bwMode="auto">
          <a:xfrm>
            <a:off x="5125642" y="3273029"/>
            <a:ext cx="1190" cy="37742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2483" name="Rectangle 53">
            <a:extLst>
              <a:ext uri="{FF2B5EF4-FFF2-40B4-BE49-F238E27FC236}">
                <a16:creationId xmlns:a16="http://schemas.microsoft.com/office/drawing/2014/main" id="{F47E2AB4-0CDC-6E48-B893-2579CC865BAC}"/>
              </a:ext>
            </a:extLst>
          </p:cNvPr>
          <p:cNvSpPr>
            <a:spLocks noChangeArrowheads="1"/>
          </p:cNvSpPr>
          <p:nvPr/>
        </p:nvSpPr>
        <p:spPr bwMode="auto">
          <a:xfrm>
            <a:off x="6462713" y="3920729"/>
            <a:ext cx="1350169" cy="377428"/>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84" name="Rectangle 54">
            <a:extLst>
              <a:ext uri="{FF2B5EF4-FFF2-40B4-BE49-F238E27FC236}">
                <a16:creationId xmlns:a16="http://schemas.microsoft.com/office/drawing/2014/main" id="{EF195341-293F-994F-8941-2E1F0D8A999F}"/>
              </a:ext>
            </a:extLst>
          </p:cNvPr>
          <p:cNvSpPr>
            <a:spLocks noChangeArrowheads="1"/>
          </p:cNvSpPr>
          <p:nvPr/>
        </p:nvSpPr>
        <p:spPr bwMode="auto">
          <a:xfrm>
            <a:off x="2519363" y="3920729"/>
            <a:ext cx="3943350" cy="377428"/>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85" name="Line 55">
            <a:extLst>
              <a:ext uri="{FF2B5EF4-FFF2-40B4-BE49-F238E27FC236}">
                <a16:creationId xmlns:a16="http://schemas.microsoft.com/office/drawing/2014/main" id="{34C930DE-484B-0646-A73F-AF3B0CE51256}"/>
              </a:ext>
            </a:extLst>
          </p:cNvPr>
          <p:cNvSpPr>
            <a:spLocks noChangeShapeType="1"/>
          </p:cNvSpPr>
          <p:nvPr/>
        </p:nvSpPr>
        <p:spPr bwMode="auto">
          <a:xfrm>
            <a:off x="5125642" y="3920729"/>
            <a:ext cx="1190" cy="37742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2486" name="Rectangle 57">
            <a:extLst>
              <a:ext uri="{FF2B5EF4-FFF2-40B4-BE49-F238E27FC236}">
                <a16:creationId xmlns:a16="http://schemas.microsoft.com/office/drawing/2014/main" id="{F1D03F56-9A1B-2E4C-8041-4603B13A2E98}"/>
              </a:ext>
            </a:extLst>
          </p:cNvPr>
          <p:cNvSpPr>
            <a:spLocks noChangeArrowheads="1"/>
          </p:cNvSpPr>
          <p:nvPr/>
        </p:nvSpPr>
        <p:spPr bwMode="auto">
          <a:xfrm>
            <a:off x="3492104" y="3938588"/>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网络号</a:t>
            </a:r>
          </a:p>
        </p:txBody>
      </p:sp>
      <p:sp>
        <p:nvSpPr>
          <p:cNvPr id="232487" name="Rectangle 58">
            <a:extLst>
              <a:ext uri="{FF2B5EF4-FFF2-40B4-BE49-F238E27FC236}">
                <a16:creationId xmlns:a16="http://schemas.microsoft.com/office/drawing/2014/main" id="{9B6F1FDF-4FB6-A947-A539-7DD9D48F3AAD}"/>
              </a:ext>
            </a:extLst>
          </p:cNvPr>
          <p:cNvSpPr>
            <a:spLocks noChangeArrowheads="1"/>
          </p:cNvSpPr>
          <p:nvPr/>
        </p:nvSpPr>
        <p:spPr bwMode="auto">
          <a:xfrm>
            <a:off x="5430441" y="3938588"/>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子网号</a:t>
            </a:r>
          </a:p>
        </p:txBody>
      </p:sp>
      <p:sp>
        <p:nvSpPr>
          <p:cNvPr id="232488" name="Rectangle 59">
            <a:extLst>
              <a:ext uri="{FF2B5EF4-FFF2-40B4-BE49-F238E27FC236}">
                <a16:creationId xmlns:a16="http://schemas.microsoft.com/office/drawing/2014/main" id="{54672CD2-0C23-2B4C-99E4-98C04454BCFE}"/>
              </a:ext>
            </a:extLst>
          </p:cNvPr>
          <p:cNvSpPr>
            <a:spLocks noChangeArrowheads="1"/>
          </p:cNvSpPr>
          <p:nvPr/>
        </p:nvSpPr>
        <p:spPr bwMode="auto">
          <a:xfrm>
            <a:off x="7030641" y="393858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hlink"/>
                </a:solidFill>
                <a:latin typeface="Arial" panose="020B0604020202020204" pitchFamily="34" charset="0"/>
                <a:ea typeface="宋体" panose="02010600030101010101" pitchFamily="2" charset="-122"/>
                <a:cs typeface="黑体" panose="02010609060101010101" pitchFamily="49" charset="-122"/>
              </a:rPr>
              <a:t>0</a:t>
            </a:r>
          </a:p>
        </p:txBody>
      </p:sp>
      <p:sp>
        <p:nvSpPr>
          <p:cNvPr id="510012" name="Rectangle 60">
            <a:extLst>
              <a:ext uri="{FF2B5EF4-FFF2-40B4-BE49-F238E27FC236}">
                <a16:creationId xmlns:a16="http://schemas.microsoft.com/office/drawing/2014/main" id="{79CF0E9C-FFD0-5748-8FD3-3E4E08668CE5}"/>
              </a:ext>
            </a:extLst>
          </p:cNvPr>
          <p:cNvSpPr>
            <a:spLocks noChangeArrowheads="1"/>
          </p:cNvSpPr>
          <p:nvPr/>
        </p:nvSpPr>
        <p:spPr bwMode="auto">
          <a:xfrm>
            <a:off x="2438401" y="2787254"/>
            <a:ext cx="5441156" cy="450056"/>
          </a:xfrm>
          <a:prstGeom prst="rect">
            <a:avLst/>
          </a:prstGeom>
          <a:solidFill>
            <a:srgbClr val="66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700">
                <a:latin typeface="Arial" panose="020B0604020202020204" pitchFamily="34" charset="0"/>
                <a:ea typeface="宋体" panose="02010600030101010101" pitchFamily="2" charset="-122"/>
                <a:cs typeface="黑体" panose="02010609060101010101" pitchFamily="49" charset="-122"/>
              </a:rPr>
              <a:t>逐位进行 </a:t>
            </a:r>
            <a:r>
              <a:rPr lang="en-US" altLang="zh-CN" sz="2700">
                <a:latin typeface="Arial" panose="020B0604020202020204" pitchFamily="34" charset="0"/>
                <a:ea typeface="宋体" panose="02010600030101010101" pitchFamily="2" charset="-122"/>
                <a:cs typeface="黑体" panose="02010609060101010101" pitchFamily="49" charset="-122"/>
              </a:rPr>
              <a:t>AND </a:t>
            </a:r>
            <a:r>
              <a:rPr lang="zh-CN" altLang="en-US" sz="2700">
                <a:latin typeface="Arial" panose="020B0604020202020204" pitchFamily="34" charset="0"/>
                <a:ea typeface="宋体" panose="02010600030101010101" pitchFamily="2" charset="-122"/>
                <a:cs typeface="黑体" panose="02010609060101010101" pitchFamily="49" charset="-122"/>
              </a:rPr>
              <a:t>运算</a:t>
            </a:r>
          </a:p>
        </p:txBody>
      </p:sp>
      <p:sp>
        <p:nvSpPr>
          <p:cNvPr id="510013" name="AutoShape 61">
            <a:extLst>
              <a:ext uri="{FF2B5EF4-FFF2-40B4-BE49-F238E27FC236}">
                <a16:creationId xmlns:a16="http://schemas.microsoft.com/office/drawing/2014/main" id="{D38326F4-69C0-0E4F-82EE-44BF6F797708}"/>
              </a:ext>
            </a:extLst>
          </p:cNvPr>
          <p:cNvSpPr>
            <a:spLocks noChangeArrowheads="1"/>
          </p:cNvSpPr>
          <p:nvPr/>
        </p:nvSpPr>
        <p:spPr bwMode="auto">
          <a:xfrm>
            <a:off x="4787504" y="3705225"/>
            <a:ext cx="648890" cy="377429"/>
          </a:xfrm>
          <a:prstGeom prst="downArrow">
            <a:avLst>
              <a:gd name="adj1" fmla="val 50000"/>
              <a:gd name="adj2" fmla="val 25000"/>
            </a:avLst>
          </a:prstGeom>
          <a:solidFill>
            <a:schemeClr val="accent1"/>
          </a:solidFill>
          <a:ln w="9525">
            <a:solidFill>
              <a:schemeClr val="tx1"/>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91" name="幻灯片编号占位符 1">
            <a:extLst>
              <a:ext uri="{FF2B5EF4-FFF2-40B4-BE49-F238E27FC236}">
                <a16:creationId xmlns:a16="http://schemas.microsoft.com/office/drawing/2014/main" id="{601EFACD-3212-F846-A272-88A6921F11CF}"/>
              </a:ext>
            </a:extLst>
          </p:cNvPr>
          <p:cNvSpPr>
            <a:spLocks noGrp="1" noChangeArrowheads="1"/>
          </p:cNvSpPr>
          <p:nvPr>
            <p:ph type="sldNum" sz="quarter" idx="10"/>
          </p:nvPr>
        </p:nvSpPr>
        <p:spPr>
          <a:xfrm>
            <a:off x="8709659" y="4845446"/>
            <a:ext cx="405289"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078A07F-88A3-4045-A83E-78A558EA9A1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87257960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509956"/>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1" presetClass="entr" presetSubtype="0" fill="hold" grpId="0" nodeType="afterEffect">
                                  <p:stCondLst>
                                    <p:cond delay="500"/>
                                  </p:stCondLst>
                                  <p:childTnLst>
                                    <p:set>
                                      <p:cBhvr>
                                        <p:cTn id="9" dur="1" fill="hold">
                                          <p:stCondLst>
                                            <p:cond delay="0"/>
                                          </p:stCondLst>
                                        </p:cTn>
                                        <p:tgtEl>
                                          <p:spTgt spid="510012"/>
                                        </p:tgtEl>
                                        <p:attrNameLst>
                                          <p:attrName>style.visibility</p:attrName>
                                        </p:attrNameLst>
                                      </p:cBhvr>
                                      <p:to>
                                        <p:strVal val="visible"/>
                                      </p:to>
                                    </p:set>
                                  </p:childTnLst>
                                </p:cTn>
                              </p:par>
                              <p:par>
                                <p:cTn id="10" presetID="35" presetClass="emph" presetSubtype="0" repeatCount="3000" fill="hold" nodeType="withEffect">
                                  <p:stCondLst>
                                    <p:cond delay="0"/>
                                  </p:stCondLst>
                                  <p:childTnLst>
                                    <p:anim calcmode="discrete" valueType="str">
                                      <p:cBhvr>
                                        <p:cTn id="11" dur="1000" fill="hold"/>
                                        <p:tgtEl>
                                          <p:spTgt spid="510001"/>
                                        </p:tgtEl>
                                        <p:attrNameLst>
                                          <p:attrName>style.visibility</p:attrName>
                                        </p:attrNameLst>
                                      </p:cBhvr>
                                      <p:tavLst>
                                        <p:tav tm="0">
                                          <p:val>
                                            <p:strVal val="hidden"/>
                                          </p:val>
                                        </p:tav>
                                        <p:tav tm="50000">
                                          <p:val>
                                            <p:strVal val="visible"/>
                                          </p:val>
                                        </p:tav>
                                      </p:tavLst>
                                    </p:anim>
                                  </p:childTnLst>
                                </p:cTn>
                              </p:par>
                            </p:childTnLst>
                          </p:cTn>
                        </p:par>
                        <p:par>
                          <p:cTn id="12" fill="hold" nodeType="afterGroup">
                            <p:stCondLst>
                              <p:cond delay="6000"/>
                            </p:stCondLst>
                            <p:childTnLst>
                              <p:par>
                                <p:cTn id="13" presetID="1" presetClass="entr" presetSubtype="0" fill="hold" grpId="0" nodeType="afterEffect">
                                  <p:stCondLst>
                                    <p:cond delay="0"/>
                                  </p:stCondLst>
                                  <p:childTnLst>
                                    <p:set>
                                      <p:cBhvr>
                                        <p:cTn id="14" dur="1" fill="hold">
                                          <p:stCondLst>
                                            <p:cond delay="0"/>
                                          </p:stCondLst>
                                        </p:cTn>
                                        <p:tgtEl>
                                          <p:spTgt spid="5100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9956" grpId="0"/>
      <p:bldP spid="510012" grpId="0" animBg="1"/>
      <p:bldP spid="510013" grpId="0" animBg="1"/>
    </p:bldLst>
  </p:timing>
</p:sld>
</file>

<file path=ppt/slides/slide10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34497" name="Rectangle 54">
            <a:extLst>
              <a:ext uri="{FF2B5EF4-FFF2-40B4-BE49-F238E27FC236}">
                <a16:creationId xmlns:a16="http://schemas.microsoft.com/office/drawing/2014/main" id="{1353B5AA-F58C-964C-8064-1AB31C2BB6D4}"/>
              </a:ext>
            </a:extLst>
          </p:cNvPr>
          <p:cNvSpPr>
            <a:spLocks noChangeArrowheads="1"/>
          </p:cNvSpPr>
          <p:nvPr/>
        </p:nvSpPr>
        <p:spPr bwMode="auto">
          <a:xfrm>
            <a:off x="6477000" y="4502944"/>
            <a:ext cx="1191816" cy="372666"/>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498" name="Rectangle 35">
            <a:extLst>
              <a:ext uri="{FF2B5EF4-FFF2-40B4-BE49-F238E27FC236}">
                <a16:creationId xmlns:a16="http://schemas.microsoft.com/office/drawing/2014/main" id="{708C3370-CEAD-7B48-8D1A-C6D4E5D5D594}"/>
              </a:ext>
            </a:extLst>
          </p:cNvPr>
          <p:cNvSpPr>
            <a:spLocks noChangeArrowheads="1"/>
          </p:cNvSpPr>
          <p:nvPr/>
        </p:nvSpPr>
        <p:spPr bwMode="auto">
          <a:xfrm>
            <a:off x="2968228" y="4512469"/>
            <a:ext cx="3509963" cy="372666"/>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499" name="Rectangle 39">
            <a:extLst>
              <a:ext uri="{FF2B5EF4-FFF2-40B4-BE49-F238E27FC236}">
                <a16:creationId xmlns:a16="http://schemas.microsoft.com/office/drawing/2014/main" id="{9A12E00A-B349-F648-A5B5-9CDA65DEA42E}"/>
              </a:ext>
            </a:extLst>
          </p:cNvPr>
          <p:cNvSpPr>
            <a:spLocks noChangeArrowheads="1"/>
          </p:cNvSpPr>
          <p:nvPr/>
        </p:nvSpPr>
        <p:spPr bwMode="auto">
          <a:xfrm>
            <a:off x="2987279" y="4544616"/>
            <a:ext cx="355145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ea typeface="宋体" panose="02010600030101010101" pitchFamily="2" charset="-122"/>
                <a:cs typeface="黑体" panose="02010609060101010101" pitchFamily="49" charset="-122"/>
              </a:rPr>
              <a:t>1 1 1 1 1 1 1 1 1 1 1 1 1 1 1 1 1 1 1 1 1 1 1 1</a:t>
            </a:r>
          </a:p>
        </p:txBody>
      </p:sp>
      <p:sp>
        <p:nvSpPr>
          <p:cNvPr id="234500" name="Rectangle 44">
            <a:extLst>
              <a:ext uri="{FF2B5EF4-FFF2-40B4-BE49-F238E27FC236}">
                <a16:creationId xmlns:a16="http://schemas.microsoft.com/office/drawing/2014/main" id="{BE86F07E-27E1-B043-B6FD-2A9D98B9D98E}"/>
              </a:ext>
            </a:extLst>
          </p:cNvPr>
          <p:cNvSpPr>
            <a:spLocks noChangeArrowheads="1"/>
          </p:cNvSpPr>
          <p:nvPr/>
        </p:nvSpPr>
        <p:spPr bwMode="auto">
          <a:xfrm>
            <a:off x="6440092" y="4544616"/>
            <a:ext cx="124313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ea typeface="宋体" panose="02010600030101010101" pitchFamily="2" charset="-122"/>
                <a:cs typeface="黑体" panose="02010609060101010101" pitchFamily="49" charset="-122"/>
              </a:rPr>
              <a:t>0 0 0 0 0 0 0 0</a:t>
            </a:r>
          </a:p>
        </p:txBody>
      </p:sp>
      <p:sp>
        <p:nvSpPr>
          <p:cNvPr id="234501" name="Rectangle 53">
            <a:extLst>
              <a:ext uri="{FF2B5EF4-FFF2-40B4-BE49-F238E27FC236}">
                <a16:creationId xmlns:a16="http://schemas.microsoft.com/office/drawing/2014/main" id="{ABC3430D-80B7-5C46-B4D3-5DCBC6BB8652}"/>
              </a:ext>
            </a:extLst>
          </p:cNvPr>
          <p:cNvSpPr>
            <a:spLocks noChangeArrowheads="1"/>
          </p:cNvSpPr>
          <p:nvPr/>
        </p:nvSpPr>
        <p:spPr bwMode="auto">
          <a:xfrm>
            <a:off x="5274469" y="3189685"/>
            <a:ext cx="2391966" cy="370284"/>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02" name="Rectangle 42">
            <a:extLst>
              <a:ext uri="{FF2B5EF4-FFF2-40B4-BE49-F238E27FC236}">
                <a16:creationId xmlns:a16="http://schemas.microsoft.com/office/drawing/2014/main" id="{80CF4E38-CCBE-664F-B51C-488DFEFFE5A3}"/>
              </a:ext>
            </a:extLst>
          </p:cNvPr>
          <p:cNvSpPr>
            <a:spLocks noChangeArrowheads="1"/>
          </p:cNvSpPr>
          <p:nvPr/>
        </p:nvSpPr>
        <p:spPr bwMode="auto">
          <a:xfrm>
            <a:off x="5279232" y="3219450"/>
            <a:ext cx="239729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ea typeface="宋体" panose="02010600030101010101" pitchFamily="2" charset="-122"/>
                <a:cs typeface="黑体" panose="02010609060101010101" pitchFamily="49" charset="-122"/>
              </a:rPr>
              <a:t>0 0 0 0 0 0 0 0 0 0 0 0 0 0 0 0</a:t>
            </a:r>
          </a:p>
        </p:txBody>
      </p:sp>
      <p:sp>
        <p:nvSpPr>
          <p:cNvPr id="234503" name="Rectangle 29">
            <a:extLst>
              <a:ext uri="{FF2B5EF4-FFF2-40B4-BE49-F238E27FC236}">
                <a16:creationId xmlns:a16="http://schemas.microsoft.com/office/drawing/2014/main" id="{9D07F44D-688A-0C42-B4A1-74962BE5016A}"/>
              </a:ext>
            </a:extLst>
          </p:cNvPr>
          <p:cNvSpPr>
            <a:spLocks noChangeArrowheads="1"/>
          </p:cNvSpPr>
          <p:nvPr/>
        </p:nvSpPr>
        <p:spPr bwMode="auto">
          <a:xfrm>
            <a:off x="2972992" y="3194447"/>
            <a:ext cx="2306240" cy="370284"/>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04" name="Rectangle 41">
            <a:extLst>
              <a:ext uri="{FF2B5EF4-FFF2-40B4-BE49-F238E27FC236}">
                <a16:creationId xmlns:a16="http://schemas.microsoft.com/office/drawing/2014/main" id="{FDFDFCA9-B67C-A946-A7A3-CEF74B617D24}"/>
              </a:ext>
            </a:extLst>
          </p:cNvPr>
          <p:cNvSpPr>
            <a:spLocks noChangeArrowheads="1"/>
          </p:cNvSpPr>
          <p:nvPr/>
        </p:nvSpPr>
        <p:spPr bwMode="auto">
          <a:xfrm>
            <a:off x="2949179" y="3219450"/>
            <a:ext cx="239729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ea typeface="宋体" panose="02010600030101010101" pitchFamily="2" charset="-122"/>
                <a:cs typeface="黑体" panose="02010609060101010101" pitchFamily="49" charset="-122"/>
              </a:rPr>
              <a:t>1 1 1 1 1 1 1 1 1 1 1 1 1 1 1 1</a:t>
            </a:r>
          </a:p>
        </p:txBody>
      </p:sp>
      <p:sp>
        <p:nvSpPr>
          <p:cNvPr id="234505" name="Rectangle 19">
            <a:extLst>
              <a:ext uri="{FF2B5EF4-FFF2-40B4-BE49-F238E27FC236}">
                <a16:creationId xmlns:a16="http://schemas.microsoft.com/office/drawing/2014/main" id="{ACC0774D-57DF-554C-90F8-5EF77589789D}"/>
              </a:ext>
            </a:extLst>
          </p:cNvPr>
          <p:cNvSpPr>
            <a:spLocks noChangeArrowheads="1"/>
          </p:cNvSpPr>
          <p:nvPr/>
        </p:nvSpPr>
        <p:spPr bwMode="auto">
          <a:xfrm>
            <a:off x="2972992" y="1876425"/>
            <a:ext cx="1202531" cy="370285"/>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06" name="Rectangle 52">
            <a:extLst>
              <a:ext uri="{FF2B5EF4-FFF2-40B4-BE49-F238E27FC236}">
                <a16:creationId xmlns:a16="http://schemas.microsoft.com/office/drawing/2014/main" id="{89B20EC4-F152-464F-A137-49F589B5D27E}"/>
              </a:ext>
            </a:extLst>
          </p:cNvPr>
          <p:cNvSpPr>
            <a:spLocks noChangeArrowheads="1"/>
          </p:cNvSpPr>
          <p:nvPr/>
        </p:nvSpPr>
        <p:spPr bwMode="auto">
          <a:xfrm>
            <a:off x="4160044" y="1877616"/>
            <a:ext cx="3489722" cy="370284"/>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07" name="Rectangle 43">
            <a:extLst>
              <a:ext uri="{FF2B5EF4-FFF2-40B4-BE49-F238E27FC236}">
                <a16:creationId xmlns:a16="http://schemas.microsoft.com/office/drawing/2014/main" id="{2A0283CB-DECC-1A42-9EA8-2FB17E9655A5}"/>
              </a:ext>
            </a:extLst>
          </p:cNvPr>
          <p:cNvSpPr>
            <a:spLocks noChangeArrowheads="1"/>
          </p:cNvSpPr>
          <p:nvPr/>
        </p:nvSpPr>
        <p:spPr bwMode="auto">
          <a:xfrm>
            <a:off x="2958704" y="1913335"/>
            <a:ext cx="124313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ea typeface="宋体" panose="02010600030101010101" pitchFamily="2" charset="-122"/>
                <a:cs typeface="黑体" panose="02010609060101010101" pitchFamily="49" charset="-122"/>
              </a:rPr>
              <a:t>1 1 1 1 1 1 1 1</a:t>
            </a:r>
          </a:p>
        </p:txBody>
      </p:sp>
      <p:sp>
        <p:nvSpPr>
          <p:cNvPr id="234508" name="Rectangle 40">
            <a:extLst>
              <a:ext uri="{FF2B5EF4-FFF2-40B4-BE49-F238E27FC236}">
                <a16:creationId xmlns:a16="http://schemas.microsoft.com/office/drawing/2014/main" id="{3A8C254C-955B-C14E-8771-CAE310025BAC}"/>
              </a:ext>
            </a:extLst>
          </p:cNvPr>
          <p:cNvSpPr>
            <a:spLocks noChangeArrowheads="1"/>
          </p:cNvSpPr>
          <p:nvPr/>
        </p:nvSpPr>
        <p:spPr bwMode="auto">
          <a:xfrm>
            <a:off x="4139804" y="1913335"/>
            <a:ext cx="355145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ea typeface="宋体" panose="02010600030101010101" pitchFamily="2" charset="-122"/>
                <a:cs typeface="黑体" panose="02010609060101010101" pitchFamily="49" charset="-122"/>
              </a:rPr>
              <a:t>0 0 0 0 0 0 0 0 0 0 0 0 0 0 0 0 0 0 0 0 0 0 0 0</a:t>
            </a:r>
          </a:p>
        </p:txBody>
      </p:sp>
      <p:sp>
        <p:nvSpPr>
          <p:cNvPr id="234509" name="Rectangle 2">
            <a:extLst>
              <a:ext uri="{FF2B5EF4-FFF2-40B4-BE49-F238E27FC236}">
                <a16:creationId xmlns:a16="http://schemas.microsoft.com/office/drawing/2014/main" id="{EF9834B2-3AE2-9D4C-8040-677B09D2F8A9}"/>
              </a:ext>
            </a:extLst>
          </p:cNvPr>
          <p:cNvSpPr>
            <a:spLocks noChangeArrowheads="1"/>
          </p:cNvSpPr>
          <p:nvPr/>
        </p:nvSpPr>
        <p:spPr bwMode="auto">
          <a:xfrm>
            <a:off x="1159669" y="1184672"/>
            <a:ext cx="6774656" cy="38719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10" name="Rectangle 3">
            <a:extLst>
              <a:ext uri="{FF2B5EF4-FFF2-40B4-BE49-F238E27FC236}">
                <a16:creationId xmlns:a16="http://schemas.microsoft.com/office/drawing/2014/main" id="{7AD8DE90-EA88-2547-B36D-5B3E057919FD}"/>
              </a:ext>
            </a:extLst>
          </p:cNvPr>
          <p:cNvSpPr>
            <a:spLocks noChangeArrowheads="1"/>
          </p:cNvSpPr>
          <p:nvPr/>
        </p:nvSpPr>
        <p:spPr bwMode="auto">
          <a:xfrm>
            <a:off x="2970610" y="3914775"/>
            <a:ext cx="3509963" cy="372666"/>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11" name="Rectangle 4">
            <a:extLst>
              <a:ext uri="{FF2B5EF4-FFF2-40B4-BE49-F238E27FC236}">
                <a16:creationId xmlns:a16="http://schemas.microsoft.com/office/drawing/2014/main" id="{2C06461B-B205-354C-B3D4-B42995543720}"/>
              </a:ext>
            </a:extLst>
          </p:cNvPr>
          <p:cNvSpPr>
            <a:spLocks noChangeArrowheads="1"/>
          </p:cNvSpPr>
          <p:nvPr/>
        </p:nvSpPr>
        <p:spPr bwMode="auto">
          <a:xfrm>
            <a:off x="4650581" y="3930254"/>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ea typeface="宋体" panose="02010600030101010101" pitchFamily="2" charset="-122"/>
                <a:cs typeface="黑体" panose="02010609060101010101" pitchFamily="49" charset="-122"/>
              </a:rPr>
              <a:t>网络号</a:t>
            </a:r>
          </a:p>
        </p:txBody>
      </p:sp>
      <p:sp>
        <p:nvSpPr>
          <p:cNvPr id="234512" name="Line 5">
            <a:extLst>
              <a:ext uri="{FF2B5EF4-FFF2-40B4-BE49-F238E27FC236}">
                <a16:creationId xmlns:a16="http://schemas.microsoft.com/office/drawing/2014/main" id="{F2C42AD6-D85A-3544-8D4A-6C72963D431A}"/>
              </a:ext>
            </a:extLst>
          </p:cNvPr>
          <p:cNvSpPr>
            <a:spLocks noChangeShapeType="1"/>
          </p:cNvSpPr>
          <p:nvPr/>
        </p:nvSpPr>
        <p:spPr bwMode="auto">
          <a:xfrm>
            <a:off x="6484144" y="3902869"/>
            <a:ext cx="0" cy="37981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4513" name="Rectangle 6">
            <a:extLst>
              <a:ext uri="{FF2B5EF4-FFF2-40B4-BE49-F238E27FC236}">
                <a16:creationId xmlns:a16="http://schemas.microsoft.com/office/drawing/2014/main" id="{4FBC7ED2-DF92-8449-927F-954F90E9108D}"/>
              </a:ext>
            </a:extLst>
          </p:cNvPr>
          <p:cNvSpPr>
            <a:spLocks noChangeArrowheads="1"/>
          </p:cNvSpPr>
          <p:nvPr/>
        </p:nvSpPr>
        <p:spPr bwMode="auto">
          <a:xfrm>
            <a:off x="2967038" y="3905250"/>
            <a:ext cx="4707731" cy="38933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14" name="Rectangle 7">
            <a:extLst>
              <a:ext uri="{FF2B5EF4-FFF2-40B4-BE49-F238E27FC236}">
                <a16:creationId xmlns:a16="http://schemas.microsoft.com/office/drawing/2014/main" id="{CE5970F2-FA8C-4544-AACA-51EB8FC704A3}"/>
              </a:ext>
            </a:extLst>
          </p:cNvPr>
          <p:cNvSpPr>
            <a:spLocks noChangeArrowheads="1"/>
          </p:cNvSpPr>
          <p:nvPr/>
        </p:nvSpPr>
        <p:spPr bwMode="auto">
          <a:xfrm>
            <a:off x="2974181" y="1328738"/>
            <a:ext cx="1177529" cy="370285"/>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15" name="Rectangle 8">
            <a:extLst>
              <a:ext uri="{FF2B5EF4-FFF2-40B4-BE49-F238E27FC236}">
                <a16:creationId xmlns:a16="http://schemas.microsoft.com/office/drawing/2014/main" id="{B705E664-2A05-3B41-AEB0-A7FFE763B6E2}"/>
              </a:ext>
            </a:extLst>
          </p:cNvPr>
          <p:cNvSpPr>
            <a:spLocks noChangeArrowheads="1"/>
          </p:cNvSpPr>
          <p:nvPr/>
        </p:nvSpPr>
        <p:spPr bwMode="auto">
          <a:xfrm>
            <a:off x="4176713" y="1343025"/>
            <a:ext cx="3486150" cy="36195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16" name="Rectangle 9">
            <a:extLst>
              <a:ext uri="{FF2B5EF4-FFF2-40B4-BE49-F238E27FC236}">
                <a16:creationId xmlns:a16="http://schemas.microsoft.com/office/drawing/2014/main" id="{348939DE-0F6A-934A-8363-449FA0EC01D8}"/>
              </a:ext>
            </a:extLst>
          </p:cNvPr>
          <p:cNvSpPr>
            <a:spLocks noChangeArrowheads="1"/>
          </p:cNvSpPr>
          <p:nvPr/>
        </p:nvSpPr>
        <p:spPr bwMode="auto">
          <a:xfrm>
            <a:off x="3253979" y="1368029"/>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ea typeface="宋体" panose="02010600030101010101" pitchFamily="2" charset="-122"/>
                <a:cs typeface="黑体" panose="02010609060101010101" pitchFamily="49" charset="-122"/>
              </a:rPr>
              <a:t>网络号</a:t>
            </a:r>
          </a:p>
        </p:txBody>
      </p:sp>
      <p:sp>
        <p:nvSpPr>
          <p:cNvPr id="234517" name="Rectangle 10">
            <a:extLst>
              <a:ext uri="{FF2B5EF4-FFF2-40B4-BE49-F238E27FC236}">
                <a16:creationId xmlns:a16="http://schemas.microsoft.com/office/drawing/2014/main" id="{6444808E-D68B-BA42-8539-DF36973ED80E}"/>
              </a:ext>
            </a:extLst>
          </p:cNvPr>
          <p:cNvSpPr>
            <a:spLocks noChangeArrowheads="1"/>
          </p:cNvSpPr>
          <p:nvPr/>
        </p:nvSpPr>
        <p:spPr bwMode="auto">
          <a:xfrm>
            <a:off x="5357813" y="1368029"/>
            <a:ext cx="124313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ea typeface="宋体" panose="02010600030101010101" pitchFamily="2" charset="-122"/>
                <a:cs typeface="黑体" panose="02010609060101010101" pitchFamily="49" charset="-122"/>
              </a:rPr>
              <a:t>主机号为全 </a:t>
            </a:r>
            <a:r>
              <a:rPr kumimoji="1" lang="en-US" altLang="zh-CN" sz="1500">
                <a:ea typeface="宋体" panose="02010600030101010101" pitchFamily="2" charset="-122"/>
                <a:cs typeface="黑体" panose="02010609060101010101" pitchFamily="49" charset="-122"/>
              </a:rPr>
              <a:t>0</a:t>
            </a:r>
          </a:p>
        </p:txBody>
      </p:sp>
      <p:sp>
        <p:nvSpPr>
          <p:cNvPr id="234518" name="Line 11">
            <a:extLst>
              <a:ext uri="{FF2B5EF4-FFF2-40B4-BE49-F238E27FC236}">
                <a16:creationId xmlns:a16="http://schemas.microsoft.com/office/drawing/2014/main" id="{74E9E296-AFD2-2642-B066-3308F684A18A}"/>
              </a:ext>
            </a:extLst>
          </p:cNvPr>
          <p:cNvSpPr>
            <a:spLocks noChangeShapeType="1"/>
          </p:cNvSpPr>
          <p:nvPr/>
        </p:nvSpPr>
        <p:spPr bwMode="auto">
          <a:xfrm>
            <a:off x="4162425" y="1325166"/>
            <a:ext cx="0" cy="3810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4519" name="Rectangle 12">
            <a:extLst>
              <a:ext uri="{FF2B5EF4-FFF2-40B4-BE49-F238E27FC236}">
                <a16:creationId xmlns:a16="http://schemas.microsoft.com/office/drawing/2014/main" id="{17757D66-2EA3-904F-AA02-3D74016CE1B3}"/>
              </a:ext>
            </a:extLst>
          </p:cNvPr>
          <p:cNvSpPr>
            <a:spLocks noChangeArrowheads="1"/>
          </p:cNvSpPr>
          <p:nvPr/>
        </p:nvSpPr>
        <p:spPr bwMode="auto">
          <a:xfrm>
            <a:off x="2968228" y="1318022"/>
            <a:ext cx="4710113" cy="3905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20" name="Rectangle 13">
            <a:extLst>
              <a:ext uri="{FF2B5EF4-FFF2-40B4-BE49-F238E27FC236}">
                <a16:creationId xmlns:a16="http://schemas.microsoft.com/office/drawing/2014/main" id="{EE53D51D-B051-A647-859E-3F74D7FEA7ED}"/>
              </a:ext>
            </a:extLst>
          </p:cNvPr>
          <p:cNvSpPr>
            <a:spLocks noChangeArrowheads="1"/>
          </p:cNvSpPr>
          <p:nvPr/>
        </p:nvSpPr>
        <p:spPr bwMode="auto">
          <a:xfrm>
            <a:off x="2970610" y="2611041"/>
            <a:ext cx="2308622" cy="370284"/>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21" name="Rectangle 14">
            <a:extLst>
              <a:ext uri="{FF2B5EF4-FFF2-40B4-BE49-F238E27FC236}">
                <a16:creationId xmlns:a16="http://schemas.microsoft.com/office/drawing/2014/main" id="{5D7F3DB8-E55B-8749-BB4F-C631C2DDC478}"/>
              </a:ext>
            </a:extLst>
          </p:cNvPr>
          <p:cNvSpPr>
            <a:spLocks noChangeArrowheads="1"/>
          </p:cNvSpPr>
          <p:nvPr/>
        </p:nvSpPr>
        <p:spPr bwMode="auto">
          <a:xfrm>
            <a:off x="3827860" y="2655094"/>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ea typeface="宋体" panose="02010600030101010101" pitchFamily="2" charset="-122"/>
                <a:cs typeface="黑体" panose="02010609060101010101" pitchFamily="49" charset="-122"/>
              </a:rPr>
              <a:t>网络号</a:t>
            </a:r>
          </a:p>
        </p:txBody>
      </p:sp>
      <p:sp>
        <p:nvSpPr>
          <p:cNvPr id="234522" name="Line 15">
            <a:extLst>
              <a:ext uri="{FF2B5EF4-FFF2-40B4-BE49-F238E27FC236}">
                <a16:creationId xmlns:a16="http://schemas.microsoft.com/office/drawing/2014/main" id="{7FC107D1-592D-F441-A93B-24D5A099298A}"/>
              </a:ext>
            </a:extLst>
          </p:cNvPr>
          <p:cNvSpPr>
            <a:spLocks noChangeShapeType="1"/>
          </p:cNvSpPr>
          <p:nvPr/>
        </p:nvSpPr>
        <p:spPr bwMode="auto">
          <a:xfrm>
            <a:off x="5293519" y="2607469"/>
            <a:ext cx="0" cy="3810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4523" name="Rectangle 16">
            <a:extLst>
              <a:ext uri="{FF2B5EF4-FFF2-40B4-BE49-F238E27FC236}">
                <a16:creationId xmlns:a16="http://schemas.microsoft.com/office/drawing/2014/main" id="{69D4C376-1B19-D24E-8BBD-7FBCC6AB8189}"/>
              </a:ext>
            </a:extLst>
          </p:cNvPr>
          <p:cNvSpPr>
            <a:spLocks noChangeArrowheads="1"/>
          </p:cNvSpPr>
          <p:nvPr/>
        </p:nvSpPr>
        <p:spPr bwMode="auto">
          <a:xfrm>
            <a:off x="2965847" y="2600325"/>
            <a:ext cx="4708922" cy="38933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24" name="Rectangle 18">
            <a:extLst>
              <a:ext uri="{FF2B5EF4-FFF2-40B4-BE49-F238E27FC236}">
                <a16:creationId xmlns:a16="http://schemas.microsoft.com/office/drawing/2014/main" id="{0C915138-AB07-5E4B-8818-C220545C178A}"/>
              </a:ext>
            </a:extLst>
          </p:cNvPr>
          <p:cNvSpPr>
            <a:spLocks noChangeArrowheads="1"/>
          </p:cNvSpPr>
          <p:nvPr/>
        </p:nvSpPr>
        <p:spPr bwMode="auto">
          <a:xfrm>
            <a:off x="6491287" y="3914775"/>
            <a:ext cx="1166813" cy="36195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25" name="Rectangle 21">
            <a:extLst>
              <a:ext uri="{FF2B5EF4-FFF2-40B4-BE49-F238E27FC236}">
                <a16:creationId xmlns:a16="http://schemas.microsoft.com/office/drawing/2014/main" id="{72D0A56E-029B-6E40-ABE4-5B731BBDFA76}"/>
              </a:ext>
            </a:extLst>
          </p:cNvPr>
          <p:cNvSpPr>
            <a:spLocks noChangeArrowheads="1"/>
          </p:cNvSpPr>
          <p:nvPr/>
        </p:nvSpPr>
        <p:spPr bwMode="auto">
          <a:xfrm>
            <a:off x="2967037" y="1865710"/>
            <a:ext cx="4710113" cy="389334"/>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26" name="Rectangle 22">
            <a:extLst>
              <a:ext uri="{FF2B5EF4-FFF2-40B4-BE49-F238E27FC236}">
                <a16:creationId xmlns:a16="http://schemas.microsoft.com/office/drawing/2014/main" id="{69666EB5-24AF-E648-8F51-A6E9083B3E90}"/>
              </a:ext>
            </a:extLst>
          </p:cNvPr>
          <p:cNvSpPr>
            <a:spLocks noChangeArrowheads="1"/>
          </p:cNvSpPr>
          <p:nvPr/>
        </p:nvSpPr>
        <p:spPr bwMode="auto">
          <a:xfrm>
            <a:off x="1920858" y="1368029"/>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500">
                <a:ea typeface="宋体" panose="02010600030101010101" pitchFamily="2" charset="-122"/>
                <a:cs typeface="黑体" panose="02010609060101010101" pitchFamily="49" charset="-122"/>
              </a:rPr>
              <a:t>网络地址</a:t>
            </a:r>
          </a:p>
        </p:txBody>
      </p:sp>
      <p:sp>
        <p:nvSpPr>
          <p:cNvPr id="234527" name="Text Box 23">
            <a:extLst>
              <a:ext uri="{FF2B5EF4-FFF2-40B4-BE49-F238E27FC236}">
                <a16:creationId xmlns:a16="http://schemas.microsoft.com/office/drawing/2014/main" id="{7340C2D8-D782-F349-9C85-83751D8D2BC3}"/>
              </a:ext>
            </a:extLst>
          </p:cNvPr>
          <p:cNvSpPr txBox="1">
            <a:spLocks noChangeArrowheads="1"/>
          </p:cNvSpPr>
          <p:nvPr/>
        </p:nvSpPr>
        <p:spPr bwMode="auto">
          <a:xfrm>
            <a:off x="1217020" y="1304926"/>
            <a:ext cx="377027" cy="877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85000"/>
              </a:lnSpc>
              <a:spcBef>
                <a:spcPct val="0"/>
              </a:spcBef>
              <a:buClrTx/>
              <a:buSzTx/>
              <a:buFontTx/>
              <a:buNone/>
            </a:pPr>
            <a:r>
              <a:rPr kumimoji="1" lang="en-US" altLang="zh-CN" sz="1500">
                <a:ea typeface="宋体" panose="02010600030101010101" pitchFamily="2" charset="-122"/>
                <a:cs typeface="黑体" panose="02010609060101010101" pitchFamily="49" charset="-122"/>
              </a:rPr>
              <a:t>A</a:t>
            </a:r>
          </a:p>
          <a:p>
            <a:pPr algn="ctr" eaLnBrk="1" hangingPunct="1">
              <a:lnSpc>
                <a:spcPct val="85000"/>
              </a:lnSpc>
              <a:spcBef>
                <a:spcPct val="0"/>
              </a:spcBef>
              <a:buClrTx/>
              <a:buSzTx/>
              <a:buFontTx/>
              <a:buNone/>
            </a:pPr>
            <a:r>
              <a:rPr kumimoji="1" lang="zh-CN" altLang="en-US" sz="1500">
                <a:ea typeface="宋体" panose="02010600030101010101" pitchFamily="2" charset="-122"/>
                <a:cs typeface="黑体" panose="02010609060101010101" pitchFamily="49" charset="-122"/>
              </a:rPr>
              <a:t>类</a:t>
            </a:r>
          </a:p>
          <a:p>
            <a:pPr algn="ctr" eaLnBrk="1" hangingPunct="1">
              <a:lnSpc>
                <a:spcPct val="85000"/>
              </a:lnSpc>
              <a:spcBef>
                <a:spcPct val="0"/>
              </a:spcBef>
              <a:buClrTx/>
              <a:buSzTx/>
              <a:buFontTx/>
              <a:buNone/>
            </a:pPr>
            <a:r>
              <a:rPr kumimoji="1" lang="zh-CN" altLang="en-US" sz="1500">
                <a:ea typeface="宋体" panose="02010600030101010101" pitchFamily="2" charset="-122"/>
                <a:cs typeface="黑体" panose="02010609060101010101" pitchFamily="49" charset="-122"/>
              </a:rPr>
              <a:t>地</a:t>
            </a:r>
          </a:p>
          <a:p>
            <a:pPr algn="ctr" eaLnBrk="1" hangingPunct="1">
              <a:lnSpc>
                <a:spcPct val="85000"/>
              </a:lnSpc>
              <a:spcBef>
                <a:spcPct val="0"/>
              </a:spcBef>
              <a:buClrTx/>
              <a:buSzTx/>
              <a:buFontTx/>
              <a:buNone/>
            </a:pPr>
            <a:r>
              <a:rPr kumimoji="1" lang="zh-CN" altLang="en-US" sz="1500">
                <a:ea typeface="宋体" panose="02010600030101010101" pitchFamily="2" charset="-122"/>
                <a:cs typeface="黑体" panose="02010609060101010101" pitchFamily="49" charset="-122"/>
              </a:rPr>
              <a:t>址</a:t>
            </a:r>
          </a:p>
        </p:txBody>
      </p:sp>
      <p:sp>
        <p:nvSpPr>
          <p:cNvPr id="234528" name="Rectangle 24">
            <a:extLst>
              <a:ext uri="{FF2B5EF4-FFF2-40B4-BE49-F238E27FC236}">
                <a16:creationId xmlns:a16="http://schemas.microsoft.com/office/drawing/2014/main" id="{F52C008E-AABF-6240-B976-ADDC94EE5D42}"/>
              </a:ext>
            </a:extLst>
          </p:cNvPr>
          <p:cNvSpPr>
            <a:spLocks noChangeArrowheads="1"/>
          </p:cNvSpPr>
          <p:nvPr/>
        </p:nvSpPr>
        <p:spPr bwMode="auto">
          <a:xfrm>
            <a:off x="1713018" y="1844279"/>
            <a:ext cx="1291221"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zh-CN" altLang="en-US" sz="1500">
                <a:ea typeface="宋体" panose="02010600030101010101" pitchFamily="2" charset="-122"/>
                <a:cs typeface="黑体" panose="02010609060101010101" pitchFamily="49" charset="-122"/>
              </a:rPr>
              <a:t>默认子网掩码</a:t>
            </a:r>
          </a:p>
          <a:p>
            <a:pPr algn="ctr">
              <a:lnSpc>
                <a:spcPct val="90000"/>
              </a:lnSpc>
              <a:spcBef>
                <a:spcPct val="0"/>
              </a:spcBef>
              <a:buClrTx/>
              <a:buSzTx/>
              <a:buFontTx/>
              <a:buNone/>
            </a:pPr>
            <a:r>
              <a:rPr kumimoji="1" lang="en-US" altLang="zh-CN" sz="1500">
                <a:ea typeface="宋体" panose="02010600030101010101" pitchFamily="2" charset="-122"/>
                <a:cs typeface="黑体" panose="02010609060101010101" pitchFamily="49" charset="-122"/>
              </a:rPr>
              <a:t>255.0.0.0</a:t>
            </a:r>
          </a:p>
        </p:txBody>
      </p:sp>
      <p:sp>
        <p:nvSpPr>
          <p:cNvPr id="234529" name="Rectangle 25">
            <a:extLst>
              <a:ext uri="{FF2B5EF4-FFF2-40B4-BE49-F238E27FC236}">
                <a16:creationId xmlns:a16="http://schemas.microsoft.com/office/drawing/2014/main" id="{C5FC09DF-B87F-FC4D-9E72-48129DCB9135}"/>
              </a:ext>
            </a:extLst>
          </p:cNvPr>
          <p:cNvSpPr>
            <a:spLocks noChangeArrowheads="1"/>
          </p:cNvSpPr>
          <p:nvPr/>
        </p:nvSpPr>
        <p:spPr bwMode="auto">
          <a:xfrm>
            <a:off x="1926810" y="2655094"/>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500">
                <a:ea typeface="宋体" panose="02010600030101010101" pitchFamily="2" charset="-122"/>
                <a:cs typeface="黑体" panose="02010609060101010101" pitchFamily="49" charset="-122"/>
              </a:rPr>
              <a:t>网络地址</a:t>
            </a:r>
          </a:p>
        </p:txBody>
      </p:sp>
      <p:sp>
        <p:nvSpPr>
          <p:cNvPr id="234530" name="Text Box 26">
            <a:extLst>
              <a:ext uri="{FF2B5EF4-FFF2-40B4-BE49-F238E27FC236}">
                <a16:creationId xmlns:a16="http://schemas.microsoft.com/office/drawing/2014/main" id="{B4AB1E2C-67B6-4345-A7F6-C17F46C23D14}"/>
              </a:ext>
            </a:extLst>
          </p:cNvPr>
          <p:cNvSpPr txBox="1">
            <a:spLocks noChangeArrowheads="1"/>
          </p:cNvSpPr>
          <p:nvPr/>
        </p:nvSpPr>
        <p:spPr bwMode="auto">
          <a:xfrm>
            <a:off x="1218806" y="2571751"/>
            <a:ext cx="377027" cy="877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85000"/>
              </a:lnSpc>
              <a:spcBef>
                <a:spcPct val="0"/>
              </a:spcBef>
              <a:buClrTx/>
              <a:buSzTx/>
              <a:buFontTx/>
              <a:buNone/>
            </a:pPr>
            <a:r>
              <a:rPr kumimoji="1" lang="en-US" altLang="zh-CN" sz="1500">
                <a:ea typeface="宋体" panose="02010600030101010101" pitchFamily="2" charset="-122"/>
                <a:cs typeface="黑体" panose="02010609060101010101" pitchFamily="49" charset="-122"/>
              </a:rPr>
              <a:t>B</a:t>
            </a:r>
          </a:p>
          <a:p>
            <a:pPr algn="ctr" eaLnBrk="1" hangingPunct="1">
              <a:lnSpc>
                <a:spcPct val="85000"/>
              </a:lnSpc>
              <a:spcBef>
                <a:spcPct val="0"/>
              </a:spcBef>
              <a:buClrTx/>
              <a:buSzTx/>
              <a:buFontTx/>
              <a:buNone/>
            </a:pPr>
            <a:r>
              <a:rPr kumimoji="1" lang="zh-CN" altLang="en-US" sz="1500">
                <a:ea typeface="宋体" panose="02010600030101010101" pitchFamily="2" charset="-122"/>
                <a:cs typeface="黑体" panose="02010609060101010101" pitchFamily="49" charset="-122"/>
              </a:rPr>
              <a:t>类</a:t>
            </a:r>
          </a:p>
          <a:p>
            <a:pPr algn="ctr" eaLnBrk="1" hangingPunct="1">
              <a:lnSpc>
                <a:spcPct val="85000"/>
              </a:lnSpc>
              <a:spcBef>
                <a:spcPct val="0"/>
              </a:spcBef>
              <a:buClrTx/>
              <a:buSzTx/>
              <a:buFontTx/>
              <a:buNone/>
            </a:pPr>
            <a:r>
              <a:rPr kumimoji="1" lang="zh-CN" altLang="en-US" sz="1500">
                <a:ea typeface="宋体" panose="02010600030101010101" pitchFamily="2" charset="-122"/>
                <a:cs typeface="黑体" panose="02010609060101010101" pitchFamily="49" charset="-122"/>
              </a:rPr>
              <a:t>地</a:t>
            </a:r>
          </a:p>
          <a:p>
            <a:pPr algn="ctr" eaLnBrk="1" hangingPunct="1">
              <a:lnSpc>
                <a:spcPct val="85000"/>
              </a:lnSpc>
              <a:spcBef>
                <a:spcPct val="0"/>
              </a:spcBef>
              <a:buClrTx/>
              <a:buSzTx/>
              <a:buFontTx/>
              <a:buNone/>
            </a:pPr>
            <a:r>
              <a:rPr kumimoji="1" lang="zh-CN" altLang="en-US" sz="1500">
                <a:ea typeface="宋体" panose="02010600030101010101" pitchFamily="2" charset="-122"/>
                <a:cs typeface="黑体" panose="02010609060101010101" pitchFamily="49" charset="-122"/>
              </a:rPr>
              <a:t>址</a:t>
            </a:r>
          </a:p>
        </p:txBody>
      </p:sp>
      <p:sp>
        <p:nvSpPr>
          <p:cNvPr id="234531" name="Rectangle 27">
            <a:extLst>
              <a:ext uri="{FF2B5EF4-FFF2-40B4-BE49-F238E27FC236}">
                <a16:creationId xmlns:a16="http://schemas.microsoft.com/office/drawing/2014/main" id="{221A49C0-9FDE-4B4F-AF75-26FA1D1B5C71}"/>
              </a:ext>
            </a:extLst>
          </p:cNvPr>
          <p:cNvSpPr>
            <a:spLocks noChangeArrowheads="1"/>
          </p:cNvSpPr>
          <p:nvPr/>
        </p:nvSpPr>
        <p:spPr bwMode="auto">
          <a:xfrm>
            <a:off x="1688015" y="3112294"/>
            <a:ext cx="1291221"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zh-CN" altLang="en-US" sz="1500">
                <a:ea typeface="宋体" panose="02010600030101010101" pitchFamily="2" charset="-122"/>
                <a:cs typeface="黑体" panose="02010609060101010101" pitchFamily="49" charset="-122"/>
              </a:rPr>
              <a:t>默认子网掩码</a:t>
            </a:r>
          </a:p>
          <a:p>
            <a:pPr algn="ctr">
              <a:lnSpc>
                <a:spcPct val="90000"/>
              </a:lnSpc>
              <a:spcBef>
                <a:spcPct val="0"/>
              </a:spcBef>
              <a:buClrTx/>
              <a:buSzTx/>
              <a:buFontTx/>
              <a:buNone/>
            </a:pPr>
            <a:r>
              <a:rPr kumimoji="1" lang="en-US" altLang="zh-CN" sz="1500">
                <a:ea typeface="宋体" panose="02010600030101010101" pitchFamily="2" charset="-122"/>
                <a:cs typeface="黑体" panose="02010609060101010101" pitchFamily="49" charset="-122"/>
              </a:rPr>
              <a:t>255.255.0.0</a:t>
            </a:r>
          </a:p>
        </p:txBody>
      </p:sp>
      <p:sp>
        <p:nvSpPr>
          <p:cNvPr id="234532" name="Rectangle 31">
            <a:extLst>
              <a:ext uri="{FF2B5EF4-FFF2-40B4-BE49-F238E27FC236}">
                <a16:creationId xmlns:a16="http://schemas.microsoft.com/office/drawing/2014/main" id="{2EDD7532-D68B-354B-9072-4D3D61E3D70B}"/>
              </a:ext>
            </a:extLst>
          </p:cNvPr>
          <p:cNvSpPr>
            <a:spLocks noChangeArrowheads="1"/>
          </p:cNvSpPr>
          <p:nvPr/>
        </p:nvSpPr>
        <p:spPr bwMode="auto">
          <a:xfrm>
            <a:off x="2967037" y="3183731"/>
            <a:ext cx="4710113" cy="3905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33" name="Rectangle 32">
            <a:extLst>
              <a:ext uri="{FF2B5EF4-FFF2-40B4-BE49-F238E27FC236}">
                <a16:creationId xmlns:a16="http://schemas.microsoft.com/office/drawing/2014/main" id="{72B1367E-4251-4942-B83F-6236003D4887}"/>
              </a:ext>
            </a:extLst>
          </p:cNvPr>
          <p:cNvSpPr>
            <a:spLocks noChangeArrowheads="1"/>
          </p:cNvSpPr>
          <p:nvPr/>
        </p:nvSpPr>
        <p:spPr bwMode="auto">
          <a:xfrm>
            <a:off x="1926810" y="3950494"/>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500">
                <a:ea typeface="宋体" panose="02010600030101010101" pitchFamily="2" charset="-122"/>
                <a:cs typeface="黑体" panose="02010609060101010101" pitchFamily="49" charset="-122"/>
              </a:rPr>
              <a:t>网络地址</a:t>
            </a:r>
          </a:p>
        </p:txBody>
      </p:sp>
      <p:sp>
        <p:nvSpPr>
          <p:cNvPr id="234534" name="Text Box 33">
            <a:extLst>
              <a:ext uri="{FF2B5EF4-FFF2-40B4-BE49-F238E27FC236}">
                <a16:creationId xmlns:a16="http://schemas.microsoft.com/office/drawing/2014/main" id="{56BE24A0-FD43-2C4C-8A2A-D0A1CC883FAF}"/>
              </a:ext>
            </a:extLst>
          </p:cNvPr>
          <p:cNvSpPr txBox="1">
            <a:spLocks noChangeArrowheads="1"/>
          </p:cNvSpPr>
          <p:nvPr/>
        </p:nvSpPr>
        <p:spPr bwMode="auto">
          <a:xfrm>
            <a:off x="1218806" y="3893344"/>
            <a:ext cx="377027" cy="877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85000"/>
              </a:lnSpc>
              <a:spcBef>
                <a:spcPct val="0"/>
              </a:spcBef>
              <a:buClrTx/>
              <a:buSzTx/>
              <a:buFontTx/>
              <a:buNone/>
            </a:pPr>
            <a:r>
              <a:rPr kumimoji="1" lang="en-US" altLang="zh-CN" sz="1500">
                <a:ea typeface="宋体" panose="02010600030101010101" pitchFamily="2" charset="-122"/>
                <a:cs typeface="黑体" panose="02010609060101010101" pitchFamily="49" charset="-122"/>
              </a:rPr>
              <a:t>C</a:t>
            </a:r>
          </a:p>
          <a:p>
            <a:pPr algn="ctr" eaLnBrk="1" hangingPunct="1">
              <a:lnSpc>
                <a:spcPct val="85000"/>
              </a:lnSpc>
              <a:spcBef>
                <a:spcPct val="0"/>
              </a:spcBef>
              <a:buClrTx/>
              <a:buSzTx/>
              <a:buFontTx/>
              <a:buNone/>
            </a:pPr>
            <a:r>
              <a:rPr kumimoji="1" lang="zh-CN" altLang="en-US" sz="1500">
                <a:ea typeface="宋体" panose="02010600030101010101" pitchFamily="2" charset="-122"/>
                <a:cs typeface="黑体" panose="02010609060101010101" pitchFamily="49" charset="-122"/>
              </a:rPr>
              <a:t>类</a:t>
            </a:r>
          </a:p>
          <a:p>
            <a:pPr algn="ctr" eaLnBrk="1" hangingPunct="1">
              <a:lnSpc>
                <a:spcPct val="85000"/>
              </a:lnSpc>
              <a:spcBef>
                <a:spcPct val="0"/>
              </a:spcBef>
              <a:buClrTx/>
              <a:buSzTx/>
              <a:buFontTx/>
              <a:buNone/>
            </a:pPr>
            <a:r>
              <a:rPr kumimoji="1" lang="zh-CN" altLang="en-US" sz="1500">
                <a:ea typeface="宋体" panose="02010600030101010101" pitchFamily="2" charset="-122"/>
                <a:cs typeface="黑体" panose="02010609060101010101" pitchFamily="49" charset="-122"/>
              </a:rPr>
              <a:t>地</a:t>
            </a:r>
          </a:p>
          <a:p>
            <a:pPr algn="ctr" eaLnBrk="1" hangingPunct="1">
              <a:lnSpc>
                <a:spcPct val="85000"/>
              </a:lnSpc>
              <a:spcBef>
                <a:spcPct val="0"/>
              </a:spcBef>
              <a:buClrTx/>
              <a:buSzTx/>
              <a:buFontTx/>
              <a:buNone/>
            </a:pPr>
            <a:r>
              <a:rPr kumimoji="1" lang="zh-CN" altLang="en-US" sz="1500">
                <a:ea typeface="宋体" panose="02010600030101010101" pitchFamily="2" charset="-122"/>
                <a:cs typeface="黑体" panose="02010609060101010101" pitchFamily="49" charset="-122"/>
              </a:rPr>
              <a:t>址</a:t>
            </a:r>
          </a:p>
        </p:txBody>
      </p:sp>
      <p:sp>
        <p:nvSpPr>
          <p:cNvPr id="234535" name="Rectangle 34">
            <a:extLst>
              <a:ext uri="{FF2B5EF4-FFF2-40B4-BE49-F238E27FC236}">
                <a16:creationId xmlns:a16="http://schemas.microsoft.com/office/drawing/2014/main" id="{273EF7E6-B8C3-6E40-B06E-87D11A9E53D6}"/>
              </a:ext>
            </a:extLst>
          </p:cNvPr>
          <p:cNvSpPr>
            <a:spLocks noChangeArrowheads="1"/>
          </p:cNvSpPr>
          <p:nvPr/>
        </p:nvSpPr>
        <p:spPr bwMode="auto">
          <a:xfrm>
            <a:off x="1688015" y="4468417"/>
            <a:ext cx="1291221"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zh-CN" altLang="en-US" sz="1500">
                <a:ea typeface="宋体" panose="02010600030101010101" pitchFamily="2" charset="-122"/>
                <a:cs typeface="黑体" panose="02010609060101010101" pitchFamily="49" charset="-122"/>
              </a:rPr>
              <a:t>默认子网掩码</a:t>
            </a:r>
          </a:p>
          <a:p>
            <a:pPr algn="ctr">
              <a:lnSpc>
                <a:spcPct val="90000"/>
              </a:lnSpc>
              <a:spcBef>
                <a:spcPct val="0"/>
              </a:spcBef>
              <a:buClrTx/>
              <a:buSzTx/>
              <a:buFontTx/>
              <a:buNone/>
            </a:pPr>
            <a:r>
              <a:rPr kumimoji="1" lang="en-US" altLang="zh-CN" sz="1500">
                <a:ea typeface="宋体" panose="02010600030101010101" pitchFamily="2" charset="-122"/>
                <a:cs typeface="黑体" panose="02010609060101010101" pitchFamily="49" charset="-122"/>
              </a:rPr>
              <a:t>255.255.255.0</a:t>
            </a:r>
          </a:p>
        </p:txBody>
      </p:sp>
      <p:sp>
        <p:nvSpPr>
          <p:cNvPr id="234536" name="Rectangle 37">
            <a:extLst>
              <a:ext uri="{FF2B5EF4-FFF2-40B4-BE49-F238E27FC236}">
                <a16:creationId xmlns:a16="http://schemas.microsoft.com/office/drawing/2014/main" id="{699E30BC-E060-B149-80C5-27E32C081681}"/>
              </a:ext>
            </a:extLst>
          </p:cNvPr>
          <p:cNvSpPr>
            <a:spLocks noChangeArrowheads="1"/>
          </p:cNvSpPr>
          <p:nvPr/>
        </p:nvSpPr>
        <p:spPr bwMode="auto">
          <a:xfrm>
            <a:off x="2963466" y="4501754"/>
            <a:ext cx="4708922" cy="3905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37" name="Rectangle 45">
            <a:extLst>
              <a:ext uri="{FF2B5EF4-FFF2-40B4-BE49-F238E27FC236}">
                <a16:creationId xmlns:a16="http://schemas.microsoft.com/office/drawing/2014/main" id="{99C0CB51-AFD4-854F-BA2D-C3AA751E9BD8}"/>
              </a:ext>
            </a:extLst>
          </p:cNvPr>
          <p:cNvSpPr>
            <a:spLocks noChangeArrowheads="1"/>
          </p:cNvSpPr>
          <p:nvPr/>
        </p:nvSpPr>
        <p:spPr bwMode="auto">
          <a:xfrm>
            <a:off x="5300663" y="2609850"/>
            <a:ext cx="2362200" cy="36195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38" name="Rectangle 46">
            <a:extLst>
              <a:ext uri="{FF2B5EF4-FFF2-40B4-BE49-F238E27FC236}">
                <a16:creationId xmlns:a16="http://schemas.microsoft.com/office/drawing/2014/main" id="{8EA80257-B0A6-1D41-BCFD-C27993F59ADE}"/>
              </a:ext>
            </a:extLst>
          </p:cNvPr>
          <p:cNvSpPr>
            <a:spLocks noChangeArrowheads="1"/>
          </p:cNvSpPr>
          <p:nvPr/>
        </p:nvSpPr>
        <p:spPr bwMode="auto">
          <a:xfrm>
            <a:off x="6457951" y="3933825"/>
            <a:ext cx="124313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ea typeface="宋体" panose="02010600030101010101" pitchFamily="2" charset="-122"/>
                <a:cs typeface="黑体" panose="02010609060101010101" pitchFamily="49" charset="-122"/>
              </a:rPr>
              <a:t>主机号为全 </a:t>
            </a:r>
            <a:r>
              <a:rPr kumimoji="1" lang="en-US" altLang="zh-CN" sz="1500">
                <a:ea typeface="宋体" panose="02010600030101010101" pitchFamily="2" charset="-122"/>
                <a:cs typeface="黑体" panose="02010609060101010101" pitchFamily="49" charset="-122"/>
              </a:rPr>
              <a:t>0</a:t>
            </a:r>
          </a:p>
        </p:txBody>
      </p:sp>
      <p:sp>
        <p:nvSpPr>
          <p:cNvPr id="234539" name="Rectangle 47">
            <a:extLst>
              <a:ext uri="{FF2B5EF4-FFF2-40B4-BE49-F238E27FC236}">
                <a16:creationId xmlns:a16="http://schemas.microsoft.com/office/drawing/2014/main" id="{16D1729C-1C6B-184D-8AB3-109ABCC915E9}"/>
              </a:ext>
            </a:extLst>
          </p:cNvPr>
          <p:cNvSpPr>
            <a:spLocks noChangeArrowheads="1"/>
          </p:cNvSpPr>
          <p:nvPr/>
        </p:nvSpPr>
        <p:spPr bwMode="auto">
          <a:xfrm>
            <a:off x="5865019" y="2655094"/>
            <a:ext cx="124313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ea typeface="宋体" panose="02010600030101010101" pitchFamily="2" charset="-122"/>
                <a:cs typeface="黑体" panose="02010609060101010101" pitchFamily="49" charset="-122"/>
              </a:rPr>
              <a:t>主机号为全 </a:t>
            </a:r>
            <a:r>
              <a:rPr kumimoji="1" lang="en-US" altLang="zh-CN" sz="1500">
                <a:ea typeface="宋体" panose="02010600030101010101" pitchFamily="2" charset="-122"/>
                <a:cs typeface="黑体" panose="02010609060101010101" pitchFamily="49" charset="-122"/>
              </a:rPr>
              <a:t>0</a:t>
            </a:r>
          </a:p>
        </p:txBody>
      </p:sp>
      <p:sp>
        <p:nvSpPr>
          <p:cNvPr id="234540" name="Line 48">
            <a:extLst>
              <a:ext uri="{FF2B5EF4-FFF2-40B4-BE49-F238E27FC236}">
                <a16:creationId xmlns:a16="http://schemas.microsoft.com/office/drawing/2014/main" id="{8E1096A8-DCD7-524B-B49F-E39DB568A2B6}"/>
              </a:ext>
            </a:extLst>
          </p:cNvPr>
          <p:cNvSpPr>
            <a:spLocks noChangeShapeType="1"/>
          </p:cNvSpPr>
          <p:nvPr/>
        </p:nvSpPr>
        <p:spPr bwMode="auto">
          <a:xfrm>
            <a:off x="1159669" y="2420541"/>
            <a:ext cx="677465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34541" name="Line 49">
            <a:extLst>
              <a:ext uri="{FF2B5EF4-FFF2-40B4-BE49-F238E27FC236}">
                <a16:creationId xmlns:a16="http://schemas.microsoft.com/office/drawing/2014/main" id="{14CB1E1E-5749-CB43-A1F5-9752F20043C5}"/>
              </a:ext>
            </a:extLst>
          </p:cNvPr>
          <p:cNvSpPr>
            <a:spLocks noChangeShapeType="1"/>
          </p:cNvSpPr>
          <p:nvPr/>
        </p:nvSpPr>
        <p:spPr bwMode="auto">
          <a:xfrm>
            <a:off x="1159669" y="3738563"/>
            <a:ext cx="677465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34542" name="Line 50">
            <a:extLst>
              <a:ext uri="{FF2B5EF4-FFF2-40B4-BE49-F238E27FC236}">
                <a16:creationId xmlns:a16="http://schemas.microsoft.com/office/drawing/2014/main" id="{820334FC-75D0-A840-A20E-3AB6BF3D737B}"/>
              </a:ext>
            </a:extLst>
          </p:cNvPr>
          <p:cNvSpPr>
            <a:spLocks noChangeShapeType="1"/>
          </p:cNvSpPr>
          <p:nvPr/>
        </p:nvSpPr>
        <p:spPr bwMode="auto">
          <a:xfrm>
            <a:off x="1649016" y="1184672"/>
            <a:ext cx="0" cy="387191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1027" name="Rectangle 51">
            <a:extLst>
              <a:ext uri="{FF2B5EF4-FFF2-40B4-BE49-F238E27FC236}">
                <a16:creationId xmlns:a16="http://schemas.microsoft.com/office/drawing/2014/main" id="{2452FE01-36E1-B348-A5AA-C3F036E9D8B1}"/>
              </a:ext>
            </a:extLst>
          </p:cNvPr>
          <p:cNvSpPr>
            <a:spLocks noGrp="1" noChangeArrowheads="1"/>
          </p:cNvSpPr>
          <p:nvPr>
            <p:ph type="title"/>
          </p:nvPr>
        </p:nvSpPr>
        <p:spPr>
          <a:xfrm>
            <a:off x="3492103" y="322660"/>
            <a:ext cx="2538413" cy="521494"/>
          </a:xfrm>
          <a:solidFill>
            <a:srgbClr val="FFFFCC"/>
          </a:solidFill>
          <a:ln>
            <a:solidFill>
              <a:srgbClr val="333399"/>
            </a:solidFill>
            <a:miter lim="800000"/>
            <a:headEnd/>
            <a:tailEnd/>
          </a:ln>
          <a:effectLst>
            <a:outerShdw blurRad="63500" dist="38099" dir="2700000" algn="ctr" rotWithShape="0">
              <a:schemeClr val="bg2">
                <a:alpha val="74997"/>
              </a:schemeClr>
            </a:outerShdw>
          </a:effectLst>
        </p:spPr>
        <p:txBody>
          <a:bodyPr/>
          <a:lstStyle/>
          <a:p>
            <a:pPr algn="ctr" eaLnBrk="1" hangingPunct="1">
              <a:defRPr/>
            </a:pPr>
            <a:r>
              <a:rPr lang="zh-CN" altLang="en-US" sz="3000">
                <a:latin typeface="Times New Roman" panose="02020603050405020304" pitchFamily="18" charset="0"/>
                <a:ea typeface="宋体" panose="02010600030101010101" pitchFamily="2" charset="-122"/>
              </a:rPr>
              <a:t>默认子网掩码 </a:t>
            </a:r>
          </a:p>
        </p:txBody>
      </p:sp>
      <p:sp>
        <p:nvSpPr>
          <p:cNvPr id="234544" name="幻灯片编号占位符 1">
            <a:extLst>
              <a:ext uri="{FF2B5EF4-FFF2-40B4-BE49-F238E27FC236}">
                <a16:creationId xmlns:a16="http://schemas.microsoft.com/office/drawing/2014/main" id="{3A6404DD-A903-B345-BE36-20875285BA18}"/>
              </a:ext>
            </a:extLst>
          </p:cNvPr>
          <p:cNvSpPr>
            <a:spLocks noGrp="1" noChangeArrowheads="1"/>
          </p:cNvSpPr>
          <p:nvPr>
            <p:ph type="sldNum" sz="quarter" idx="10"/>
          </p:nvPr>
        </p:nvSpPr>
        <p:spPr>
          <a:xfrm>
            <a:off x="8686801" y="4833398"/>
            <a:ext cx="457199"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530EA13-5ABB-A14B-94E5-0E6BCBDA0B9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249730327"/>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5" name="Rectangle 2">
            <a:extLst>
              <a:ext uri="{FF2B5EF4-FFF2-40B4-BE49-F238E27FC236}">
                <a16:creationId xmlns:a16="http://schemas.microsoft.com/office/drawing/2014/main" id="{7367E5C8-9853-5D48-A1C3-EFADE2AE03B6}"/>
              </a:ext>
            </a:extLst>
          </p:cNvPr>
          <p:cNvSpPr>
            <a:spLocks noGrp="1" noChangeArrowheads="1"/>
          </p:cNvSpPr>
          <p:nvPr>
            <p:ph type="title"/>
          </p:nvPr>
        </p:nvSpPr>
        <p:spPr>
          <a:xfrm>
            <a:off x="160020" y="195263"/>
            <a:ext cx="7286149" cy="683419"/>
          </a:xfrm>
        </p:spPr>
        <p:txBody>
          <a:bodyPr/>
          <a:lstStyle/>
          <a:p>
            <a:pPr eaLnBrk="1" hangingPunct="1"/>
            <a:r>
              <a:rPr lang="zh-CN" altLang="en-US" sz="3000" dirty="0">
                <a:ea typeface="宋体" panose="02010600030101010101" pitchFamily="2" charset="-122"/>
              </a:rPr>
              <a:t>子网掩码是一个重要属性</a:t>
            </a:r>
          </a:p>
        </p:txBody>
      </p:sp>
      <p:sp>
        <p:nvSpPr>
          <p:cNvPr id="236546" name="Rectangle 3">
            <a:extLst>
              <a:ext uri="{FF2B5EF4-FFF2-40B4-BE49-F238E27FC236}">
                <a16:creationId xmlns:a16="http://schemas.microsoft.com/office/drawing/2014/main" id="{1C396442-B2E3-B544-AABB-23E0FFEBD93D}"/>
              </a:ext>
            </a:extLst>
          </p:cNvPr>
          <p:cNvSpPr>
            <a:spLocks noGrp="1" noChangeArrowheads="1"/>
          </p:cNvSpPr>
          <p:nvPr>
            <p:ph type="body" idx="1"/>
          </p:nvPr>
        </p:nvSpPr>
        <p:spPr>
          <a:xfrm>
            <a:off x="251460" y="1059657"/>
            <a:ext cx="8606790" cy="3726656"/>
          </a:xfrm>
        </p:spPr>
        <p:txBody>
          <a:bodyPr/>
          <a:lstStyle/>
          <a:p>
            <a:pPr eaLnBrk="1" hangingPunct="1"/>
            <a:r>
              <a:rPr lang="zh-CN" altLang="en-US" dirty="0">
                <a:ea typeface="宋体" panose="02010600030101010101" pitchFamily="2" charset="-122"/>
              </a:rPr>
              <a:t>子网掩码是一个网络或一个子网的重要属性。</a:t>
            </a:r>
          </a:p>
          <a:p>
            <a:pPr eaLnBrk="1" hangingPunct="1"/>
            <a:r>
              <a:rPr lang="zh-CN" altLang="en-US" dirty="0">
                <a:ea typeface="宋体" panose="02010600030101010101" pitchFamily="2" charset="-122"/>
              </a:rPr>
              <a:t>路由器在和相邻路由器</a:t>
            </a:r>
            <a:r>
              <a:rPr lang="zh-CN" altLang="en-US" dirty="0">
                <a:solidFill>
                  <a:srgbClr val="FF0000"/>
                </a:solidFill>
                <a:ea typeface="宋体" panose="02010600030101010101" pitchFamily="2" charset="-122"/>
              </a:rPr>
              <a:t>交换路由信息</a:t>
            </a:r>
            <a:r>
              <a:rPr lang="zh-CN" altLang="en-US" dirty="0">
                <a:ea typeface="宋体" panose="02010600030101010101" pitchFamily="2" charset="-122"/>
              </a:rPr>
              <a:t>时，必须把自己所在网络（或子网）的子网掩码</a:t>
            </a:r>
            <a:r>
              <a:rPr lang="zh-CN" altLang="en-US" dirty="0">
                <a:solidFill>
                  <a:srgbClr val="FF0000"/>
                </a:solidFill>
                <a:ea typeface="宋体" panose="02010600030101010101" pitchFamily="2" charset="-122"/>
              </a:rPr>
              <a:t>告诉相邻路由器</a:t>
            </a:r>
            <a:r>
              <a:rPr lang="zh-CN" altLang="en-US" dirty="0">
                <a:ea typeface="宋体" panose="02010600030101010101" pitchFamily="2" charset="-122"/>
              </a:rPr>
              <a:t>。</a:t>
            </a:r>
          </a:p>
          <a:p>
            <a:pPr eaLnBrk="1" hangingPunct="1"/>
            <a:r>
              <a:rPr lang="zh-CN" altLang="en-US" dirty="0">
                <a:ea typeface="宋体" panose="02010600030101010101" pitchFamily="2" charset="-122"/>
              </a:rPr>
              <a:t>路由器的路由表中的每一个项目，除了要给</a:t>
            </a:r>
            <a:r>
              <a:rPr lang="zh-CN" altLang="en-US" dirty="0">
                <a:solidFill>
                  <a:srgbClr val="FF0000"/>
                </a:solidFill>
                <a:ea typeface="宋体" panose="02010600030101010101" pitchFamily="2" charset="-122"/>
              </a:rPr>
              <a:t>出目的网络地址</a:t>
            </a:r>
            <a:r>
              <a:rPr lang="zh-CN" altLang="en-US" dirty="0">
                <a:ea typeface="宋体" panose="02010600030101010101" pitchFamily="2" charset="-122"/>
              </a:rPr>
              <a:t>外，还必须</a:t>
            </a:r>
            <a:r>
              <a:rPr lang="zh-CN" altLang="en-US" dirty="0">
                <a:solidFill>
                  <a:srgbClr val="FF0000"/>
                </a:solidFill>
                <a:ea typeface="宋体" panose="02010600030101010101" pitchFamily="2" charset="-122"/>
              </a:rPr>
              <a:t>同时给出该网络的子网掩码</a:t>
            </a:r>
            <a:r>
              <a:rPr lang="zh-CN" altLang="en-US" dirty="0">
                <a:ea typeface="宋体" panose="02010600030101010101" pitchFamily="2" charset="-122"/>
              </a:rPr>
              <a:t>。</a:t>
            </a:r>
          </a:p>
          <a:p>
            <a:pPr eaLnBrk="1" hangingPunct="1"/>
            <a:r>
              <a:rPr lang="zh-CN" altLang="en-US" dirty="0">
                <a:ea typeface="宋体" panose="02010600030101010101" pitchFamily="2" charset="-122"/>
              </a:rPr>
              <a:t>若一个路由器连接在两个子网上就拥有两个网络地址和两个子网掩码。</a:t>
            </a:r>
          </a:p>
        </p:txBody>
      </p:sp>
      <p:sp>
        <p:nvSpPr>
          <p:cNvPr id="236547" name="幻灯片编号占位符 1">
            <a:extLst>
              <a:ext uri="{FF2B5EF4-FFF2-40B4-BE49-F238E27FC236}">
                <a16:creationId xmlns:a16="http://schemas.microsoft.com/office/drawing/2014/main" id="{0350F9F6-0366-6F4D-84B0-E97DA0ABD2F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FE9B475-8AF8-2F43-AD71-36491802008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195692967"/>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38593" name="Freeform 57">
            <a:extLst>
              <a:ext uri="{FF2B5EF4-FFF2-40B4-BE49-F238E27FC236}">
                <a16:creationId xmlns:a16="http://schemas.microsoft.com/office/drawing/2014/main" id="{FB117CC7-19CE-1847-98DB-F056C92E9A47}"/>
              </a:ext>
            </a:extLst>
          </p:cNvPr>
          <p:cNvSpPr>
            <a:spLocks/>
          </p:cNvSpPr>
          <p:nvPr/>
        </p:nvSpPr>
        <p:spPr bwMode="auto">
          <a:xfrm>
            <a:off x="5828110" y="1599010"/>
            <a:ext cx="917972" cy="229790"/>
          </a:xfrm>
          <a:custGeom>
            <a:avLst/>
            <a:gdLst>
              <a:gd name="T0" fmla="*/ 2147483646 w 771"/>
              <a:gd name="T1" fmla="*/ 0 h 181"/>
              <a:gd name="T2" fmla="*/ 2147483646 w 771"/>
              <a:gd name="T3" fmla="*/ 0 h 181"/>
              <a:gd name="T4" fmla="*/ 2147483646 w 771"/>
              <a:gd name="T5" fmla="*/ 2147483646 h 181"/>
              <a:gd name="T6" fmla="*/ 0 w 771"/>
              <a:gd name="T7" fmla="*/ 2147483646 h 181"/>
              <a:gd name="T8" fmla="*/ 2147483646 w 771"/>
              <a:gd name="T9" fmla="*/ 0 h 1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71" h="181">
                <a:moveTo>
                  <a:pt x="181" y="0"/>
                </a:moveTo>
                <a:lnTo>
                  <a:pt x="589" y="0"/>
                </a:lnTo>
                <a:lnTo>
                  <a:pt x="771" y="181"/>
                </a:lnTo>
                <a:lnTo>
                  <a:pt x="0" y="181"/>
                </a:lnTo>
                <a:lnTo>
                  <a:pt x="181" y="0"/>
                </a:lnTo>
                <a:close/>
              </a:path>
            </a:pathLst>
          </a:custGeom>
          <a:solidFill>
            <a:srgbClr val="66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594" name="Rectangle 43">
            <a:extLst>
              <a:ext uri="{FF2B5EF4-FFF2-40B4-BE49-F238E27FC236}">
                <a16:creationId xmlns:a16="http://schemas.microsoft.com/office/drawing/2014/main" id="{DA328D8C-162D-A54A-A78B-7B4D447FE930}"/>
              </a:ext>
            </a:extLst>
          </p:cNvPr>
          <p:cNvSpPr>
            <a:spLocks noChangeArrowheads="1"/>
          </p:cNvSpPr>
          <p:nvPr/>
        </p:nvSpPr>
        <p:spPr bwMode="auto">
          <a:xfrm>
            <a:off x="3896916" y="2849167"/>
            <a:ext cx="2187178" cy="258365"/>
          </a:xfrm>
          <a:prstGeom prst="rect">
            <a:avLst/>
          </a:prstGeom>
          <a:solidFill>
            <a:srgbClr val="FFCC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8595" name="Text Box 49">
            <a:extLst>
              <a:ext uri="{FF2B5EF4-FFF2-40B4-BE49-F238E27FC236}">
                <a16:creationId xmlns:a16="http://schemas.microsoft.com/office/drawing/2014/main" id="{1F586B67-24F7-E34E-B855-B24B4B2EC9E2}"/>
              </a:ext>
            </a:extLst>
          </p:cNvPr>
          <p:cNvSpPr txBox="1">
            <a:spLocks noChangeArrowheads="1"/>
          </p:cNvSpPr>
          <p:nvPr/>
        </p:nvSpPr>
        <p:spPr bwMode="auto">
          <a:xfrm>
            <a:off x="4261247" y="2857501"/>
            <a:ext cx="264687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141       .        14            . 0 1 </a:t>
            </a:r>
            <a:r>
              <a:rPr kumimoji="1" lang="en-US" altLang="zh-CN" sz="1200">
                <a:solidFill>
                  <a:schemeClr val="folHlink"/>
                </a:solidFill>
                <a:ea typeface="宋体" panose="02010600030101010101" pitchFamily="2" charset="-122"/>
                <a:cs typeface="黑体" panose="02010609060101010101" pitchFamily="49" charset="-122"/>
              </a:rPr>
              <a:t>0 0 0 0 0 0 </a:t>
            </a:r>
            <a:endParaRPr kumimoji="1" lang="en-US" altLang="zh-CN" sz="1200" b="1">
              <a:solidFill>
                <a:schemeClr val="folHlink"/>
              </a:solidFill>
              <a:ea typeface="宋体" panose="02010600030101010101" pitchFamily="2" charset="-122"/>
              <a:cs typeface="黑体" panose="02010609060101010101" pitchFamily="49" charset="-122"/>
            </a:endParaRPr>
          </a:p>
        </p:txBody>
      </p:sp>
      <p:sp>
        <p:nvSpPr>
          <p:cNvPr id="238596" name="Rectangle 36">
            <a:extLst>
              <a:ext uri="{FF2B5EF4-FFF2-40B4-BE49-F238E27FC236}">
                <a16:creationId xmlns:a16="http://schemas.microsoft.com/office/drawing/2014/main" id="{DC002904-5F96-2D4F-813F-9F4B1A85AC3C}"/>
              </a:ext>
            </a:extLst>
          </p:cNvPr>
          <p:cNvSpPr>
            <a:spLocks noChangeArrowheads="1"/>
          </p:cNvSpPr>
          <p:nvPr/>
        </p:nvSpPr>
        <p:spPr bwMode="auto">
          <a:xfrm>
            <a:off x="3890963" y="2313385"/>
            <a:ext cx="2152650" cy="257175"/>
          </a:xfrm>
          <a:prstGeom prst="rect">
            <a:avLst/>
          </a:prstGeom>
          <a:solidFill>
            <a:srgbClr val="FFCC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8597" name="Rectangle 41">
            <a:extLst>
              <a:ext uri="{FF2B5EF4-FFF2-40B4-BE49-F238E27FC236}">
                <a16:creationId xmlns:a16="http://schemas.microsoft.com/office/drawing/2014/main" id="{2D1E4331-8222-3740-94CD-62311888C2E9}"/>
              </a:ext>
            </a:extLst>
          </p:cNvPr>
          <p:cNvSpPr>
            <a:spLocks noChangeArrowheads="1"/>
          </p:cNvSpPr>
          <p:nvPr/>
        </p:nvSpPr>
        <p:spPr bwMode="auto">
          <a:xfrm>
            <a:off x="3873103" y="2301479"/>
            <a:ext cx="2935901" cy="2750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200">
                <a:solidFill>
                  <a:schemeClr val="folHlink"/>
                </a:solidFill>
                <a:ea typeface="宋体" panose="02010600030101010101" pitchFamily="2" charset="-122"/>
                <a:cs typeface="黑体" panose="02010609060101010101" pitchFamily="49" charset="-122"/>
              </a:rPr>
              <a:t>1 1 1 1 1 1 1 1 1 1 1 1 1 1 1 1</a:t>
            </a:r>
            <a:r>
              <a:rPr kumimoji="1" lang="en-US" altLang="zh-CN" sz="1350">
                <a:solidFill>
                  <a:schemeClr val="folHlink"/>
                </a:solidFill>
                <a:ea typeface="宋体" panose="02010600030101010101" pitchFamily="2" charset="-122"/>
                <a:cs typeface="黑体" panose="02010609060101010101" pitchFamily="49" charset="-122"/>
              </a:rPr>
              <a:t>  </a:t>
            </a:r>
            <a:r>
              <a:rPr kumimoji="1" lang="en-US" altLang="zh-CN" sz="600">
                <a:solidFill>
                  <a:schemeClr val="folHlink"/>
                </a:solidFill>
                <a:ea typeface="宋体" panose="02010600030101010101" pitchFamily="2" charset="-122"/>
                <a:cs typeface="黑体" panose="02010609060101010101" pitchFamily="49" charset="-122"/>
              </a:rPr>
              <a:t> </a:t>
            </a:r>
            <a:r>
              <a:rPr kumimoji="1" lang="en-US" altLang="zh-CN" sz="1200">
                <a:solidFill>
                  <a:schemeClr val="folHlink"/>
                </a:solidFill>
                <a:ea typeface="宋体" panose="02010600030101010101" pitchFamily="2" charset="-122"/>
                <a:cs typeface="黑体" panose="02010609060101010101" pitchFamily="49" charset="-122"/>
              </a:rPr>
              <a:t>1 1 0 0 0 0 0 0</a:t>
            </a:r>
          </a:p>
        </p:txBody>
      </p:sp>
      <p:sp>
        <p:nvSpPr>
          <p:cNvPr id="987138" name="Rectangle 2">
            <a:extLst>
              <a:ext uri="{FF2B5EF4-FFF2-40B4-BE49-F238E27FC236}">
                <a16:creationId xmlns:a16="http://schemas.microsoft.com/office/drawing/2014/main" id="{759A8E8D-BFB2-2C40-A876-1154782F3236}"/>
              </a:ext>
            </a:extLst>
          </p:cNvPr>
          <p:cNvSpPr>
            <a:spLocks noGrp="1" noChangeArrowheads="1"/>
          </p:cNvSpPr>
          <p:nvPr>
            <p:ph type="title"/>
          </p:nvPr>
        </p:nvSpPr>
        <p:spPr>
          <a:xfrm>
            <a:off x="1494235" y="195263"/>
            <a:ext cx="6356747" cy="791766"/>
          </a:xfrm>
          <a:solidFill>
            <a:srgbClr val="FFFFCC"/>
          </a:solidFill>
          <a:ln>
            <a:solidFill>
              <a:srgbClr val="333399"/>
            </a:solidFill>
            <a:miter lim="800000"/>
            <a:headEnd/>
            <a:tailEnd/>
          </a:ln>
          <a:effectLst>
            <a:outerShdw blurRad="63500" dist="38099" dir="2700000" algn="ctr" rotWithShape="0">
              <a:schemeClr val="bg2">
                <a:alpha val="74997"/>
              </a:schemeClr>
            </a:outerShdw>
          </a:effectLst>
        </p:spPr>
        <p:txBody>
          <a:bodyPr/>
          <a:lstStyle/>
          <a:p>
            <a:pPr algn="ctr" eaLnBrk="1" hangingPunct="1">
              <a:defRPr/>
            </a:pPr>
            <a:r>
              <a:rPr lang="en-US" altLang="zh-CN" sz="2400">
                <a:ea typeface="宋体" panose="02010600030101010101" pitchFamily="2" charset="-122"/>
              </a:rPr>
              <a:t>【</a:t>
            </a:r>
            <a:r>
              <a:rPr lang="zh-CN" altLang="en-US" sz="2400">
                <a:ea typeface="宋体" panose="02010600030101010101" pitchFamily="2" charset="-122"/>
              </a:rPr>
              <a:t>例</a:t>
            </a:r>
            <a:r>
              <a:rPr lang="en-US" altLang="zh-CN" sz="2400">
                <a:ea typeface="宋体" panose="02010600030101010101" pitchFamily="2" charset="-122"/>
              </a:rPr>
              <a:t>4-2】</a:t>
            </a:r>
            <a:r>
              <a:rPr lang="zh-CN" altLang="en-US" sz="2400">
                <a:ea typeface="宋体" panose="02010600030101010101" pitchFamily="2" charset="-122"/>
              </a:rPr>
              <a:t>已知 </a:t>
            </a:r>
            <a:r>
              <a:rPr lang="en-US" altLang="zh-CN" sz="2400">
                <a:ea typeface="宋体" panose="02010600030101010101" pitchFamily="2" charset="-122"/>
              </a:rPr>
              <a:t>IP </a:t>
            </a:r>
            <a:r>
              <a:rPr lang="zh-CN" altLang="en-US" sz="2400">
                <a:ea typeface="宋体" panose="02010600030101010101" pitchFamily="2" charset="-122"/>
              </a:rPr>
              <a:t>地址是 </a:t>
            </a:r>
            <a:r>
              <a:rPr lang="en-US" altLang="zh-CN" sz="2400">
                <a:ea typeface="宋体" panose="02010600030101010101" pitchFamily="2" charset="-122"/>
              </a:rPr>
              <a:t>141.14.72.24</a:t>
            </a:r>
            <a:r>
              <a:rPr lang="zh-CN" altLang="en-US" sz="2400">
                <a:ea typeface="宋体" panose="02010600030101010101" pitchFamily="2" charset="-122"/>
              </a:rPr>
              <a:t>，子网掩码是 </a:t>
            </a:r>
            <a:r>
              <a:rPr lang="en-US" altLang="zh-CN" sz="2400">
                <a:ea typeface="宋体" panose="02010600030101010101" pitchFamily="2" charset="-122"/>
              </a:rPr>
              <a:t>255.255.192.0</a:t>
            </a:r>
            <a:r>
              <a:rPr lang="zh-CN" altLang="en-US" sz="2400">
                <a:ea typeface="宋体" panose="02010600030101010101" pitchFamily="2" charset="-122"/>
              </a:rPr>
              <a:t>。试求网络地址。 </a:t>
            </a:r>
          </a:p>
        </p:txBody>
      </p:sp>
      <p:sp>
        <p:nvSpPr>
          <p:cNvPr id="238599" name="Rectangle 33">
            <a:extLst>
              <a:ext uri="{FF2B5EF4-FFF2-40B4-BE49-F238E27FC236}">
                <a16:creationId xmlns:a16="http://schemas.microsoft.com/office/drawing/2014/main" id="{1776A8E6-0877-A64B-89FF-73A9454A67AF}"/>
              </a:ext>
            </a:extLst>
          </p:cNvPr>
          <p:cNvSpPr>
            <a:spLocks noChangeArrowheads="1"/>
          </p:cNvSpPr>
          <p:nvPr/>
        </p:nvSpPr>
        <p:spPr bwMode="auto">
          <a:xfrm>
            <a:off x="3886200" y="1339453"/>
            <a:ext cx="3852863" cy="27027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8600" name="Rectangle 34">
            <a:extLst>
              <a:ext uri="{FF2B5EF4-FFF2-40B4-BE49-F238E27FC236}">
                <a16:creationId xmlns:a16="http://schemas.microsoft.com/office/drawing/2014/main" id="{F6AE3E1B-F259-7A47-A556-960A895AC19B}"/>
              </a:ext>
            </a:extLst>
          </p:cNvPr>
          <p:cNvSpPr>
            <a:spLocks noChangeArrowheads="1"/>
          </p:cNvSpPr>
          <p:nvPr/>
        </p:nvSpPr>
        <p:spPr bwMode="auto">
          <a:xfrm>
            <a:off x="1115616" y="1346598"/>
            <a:ext cx="263267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rPr>
              <a:t>(a) </a:t>
            </a:r>
            <a:r>
              <a:rPr kumimoji="1" lang="zh-CN" altLang="en-US" sz="1500">
                <a:solidFill>
                  <a:schemeClr val="folHlink"/>
                </a:solidFill>
                <a:latin typeface="Arial" panose="020B0604020202020204" pitchFamily="34" charset="0"/>
                <a:ea typeface="宋体" panose="02010600030101010101" pitchFamily="2" charset="-122"/>
              </a:rPr>
              <a:t>点分十进制表示的 </a:t>
            </a:r>
            <a:r>
              <a:rPr kumimoji="1" lang="en-US" altLang="zh-CN" sz="1500">
                <a:solidFill>
                  <a:schemeClr val="folHlink"/>
                </a:solidFill>
                <a:latin typeface="Arial" panose="020B0604020202020204" pitchFamily="34" charset="0"/>
                <a:ea typeface="宋体" panose="02010600030101010101" pitchFamily="2" charset="-122"/>
              </a:rPr>
              <a:t>IP </a:t>
            </a:r>
            <a:r>
              <a:rPr kumimoji="1" lang="zh-CN" altLang="en-US" sz="1500">
                <a:solidFill>
                  <a:schemeClr val="folHlink"/>
                </a:solidFill>
                <a:latin typeface="Arial" panose="020B0604020202020204" pitchFamily="34" charset="0"/>
                <a:ea typeface="宋体" panose="02010600030101010101" pitchFamily="2" charset="-122"/>
              </a:rPr>
              <a:t>地址</a:t>
            </a:r>
          </a:p>
        </p:txBody>
      </p:sp>
      <p:sp>
        <p:nvSpPr>
          <p:cNvPr id="238601" name="Rectangle 35">
            <a:extLst>
              <a:ext uri="{FF2B5EF4-FFF2-40B4-BE49-F238E27FC236}">
                <a16:creationId xmlns:a16="http://schemas.microsoft.com/office/drawing/2014/main" id="{6B6355B9-A9CD-2F44-B269-2E06AD813AFC}"/>
              </a:ext>
            </a:extLst>
          </p:cNvPr>
          <p:cNvSpPr>
            <a:spLocks noChangeArrowheads="1"/>
          </p:cNvSpPr>
          <p:nvPr/>
        </p:nvSpPr>
        <p:spPr bwMode="auto">
          <a:xfrm>
            <a:off x="3886200" y="3381376"/>
            <a:ext cx="3852863" cy="270272"/>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8602" name="Rectangle 37">
            <a:extLst>
              <a:ext uri="{FF2B5EF4-FFF2-40B4-BE49-F238E27FC236}">
                <a16:creationId xmlns:a16="http://schemas.microsoft.com/office/drawing/2014/main" id="{A91DD706-A044-7040-B656-15B87A45C041}"/>
              </a:ext>
            </a:extLst>
          </p:cNvPr>
          <p:cNvSpPr>
            <a:spLocks noChangeArrowheads="1"/>
          </p:cNvSpPr>
          <p:nvPr/>
        </p:nvSpPr>
        <p:spPr bwMode="auto">
          <a:xfrm>
            <a:off x="1115616" y="2301479"/>
            <a:ext cx="266178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rPr>
              <a:t>(c) </a:t>
            </a:r>
            <a:r>
              <a:rPr kumimoji="1" lang="zh-CN" altLang="en-US" sz="1500">
                <a:solidFill>
                  <a:schemeClr val="folHlink"/>
                </a:solidFill>
                <a:latin typeface="Arial" panose="020B0604020202020204" pitchFamily="34" charset="0"/>
                <a:ea typeface="宋体" panose="02010600030101010101" pitchFamily="2" charset="-122"/>
              </a:rPr>
              <a:t>子网掩码是 </a:t>
            </a:r>
            <a:r>
              <a:rPr kumimoji="1" lang="en-US" altLang="zh-CN" sz="1500">
                <a:solidFill>
                  <a:schemeClr val="folHlink"/>
                </a:solidFill>
                <a:latin typeface="Arial" panose="020B0604020202020204" pitchFamily="34" charset="0"/>
                <a:ea typeface="宋体" panose="02010600030101010101" pitchFamily="2" charset="-122"/>
              </a:rPr>
              <a:t>255.255.192.0</a:t>
            </a:r>
          </a:p>
        </p:txBody>
      </p:sp>
      <p:sp>
        <p:nvSpPr>
          <p:cNvPr id="238603" name="Line 38">
            <a:extLst>
              <a:ext uri="{FF2B5EF4-FFF2-40B4-BE49-F238E27FC236}">
                <a16:creationId xmlns:a16="http://schemas.microsoft.com/office/drawing/2014/main" id="{CE79C95B-1683-984B-AF10-33C121246E4B}"/>
              </a:ext>
            </a:extLst>
          </p:cNvPr>
          <p:cNvSpPr>
            <a:spLocks noChangeShapeType="1"/>
          </p:cNvSpPr>
          <p:nvPr/>
        </p:nvSpPr>
        <p:spPr bwMode="auto">
          <a:xfrm>
            <a:off x="5790010" y="2311004"/>
            <a:ext cx="0" cy="264319"/>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8604" name="Line 39">
            <a:extLst>
              <a:ext uri="{FF2B5EF4-FFF2-40B4-BE49-F238E27FC236}">
                <a16:creationId xmlns:a16="http://schemas.microsoft.com/office/drawing/2014/main" id="{518AB5F9-6B26-E943-B0C0-5D88424C4FEA}"/>
              </a:ext>
            </a:extLst>
          </p:cNvPr>
          <p:cNvSpPr>
            <a:spLocks noChangeShapeType="1"/>
          </p:cNvSpPr>
          <p:nvPr/>
        </p:nvSpPr>
        <p:spPr bwMode="auto">
          <a:xfrm>
            <a:off x="6765131" y="2303860"/>
            <a:ext cx="0" cy="26789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8605" name="Rectangle 40">
            <a:extLst>
              <a:ext uri="{FF2B5EF4-FFF2-40B4-BE49-F238E27FC236}">
                <a16:creationId xmlns:a16="http://schemas.microsoft.com/office/drawing/2014/main" id="{1859846F-5D34-344C-8B35-3CAB89481106}"/>
              </a:ext>
            </a:extLst>
          </p:cNvPr>
          <p:cNvSpPr>
            <a:spLocks noChangeArrowheads="1"/>
          </p:cNvSpPr>
          <p:nvPr/>
        </p:nvSpPr>
        <p:spPr bwMode="auto">
          <a:xfrm>
            <a:off x="3886200" y="2306241"/>
            <a:ext cx="3852863" cy="27027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8606" name="Rectangle 42">
            <a:extLst>
              <a:ext uri="{FF2B5EF4-FFF2-40B4-BE49-F238E27FC236}">
                <a16:creationId xmlns:a16="http://schemas.microsoft.com/office/drawing/2014/main" id="{0A40217C-58E4-944B-9C18-72D41E51202B}"/>
              </a:ext>
            </a:extLst>
          </p:cNvPr>
          <p:cNvSpPr>
            <a:spLocks noChangeArrowheads="1"/>
          </p:cNvSpPr>
          <p:nvPr/>
        </p:nvSpPr>
        <p:spPr bwMode="auto">
          <a:xfrm>
            <a:off x="6746082" y="2324100"/>
            <a:ext cx="1021915" cy="251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200">
                <a:solidFill>
                  <a:schemeClr val="folHlink"/>
                </a:solidFill>
                <a:ea typeface="宋体" panose="02010600030101010101" pitchFamily="2" charset="-122"/>
                <a:cs typeface="黑体" panose="02010609060101010101" pitchFamily="49" charset="-122"/>
              </a:rPr>
              <a:t>0 0 0 0 0 0 0 0</a:t>
            </a:r>
          </a:p>
        </p:txBody>
      </p:sp>
      <p:sp>
        <p:nvSpPr>
          <p:cNvPr id="238607" name="Rectangle 44">
            <a:extLst>
              <a:ext uri="{FF2B5EF4-FFF2-40B4-BE49-F238E27FC236}">
                <a16:creationId xmlns:a16="http://schemas.microsoft.com/office/drawing/2014/main" id="{E9CB214C-E691-884B-868C-852921D16713}"/>
              </a:ext>
            </a:extLst>
          </p:cNvPr>
          <p:cNvSpPr>
            <a:spLocks noChangeArrowheads="1"/>
          </p:cNvSpPr>
          <p:nvPr/>
        </p:nvSpPr>
        <p:spPr bwMode="auto">
          <a:xfrm>
            <a:off x="3893344" y="2842022"/>
            <a:ext cx="3852863" cy="27027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8608" name="Text Box 45">
            <a:extLst>
              <a:ext uri="{FF2B5EF4-FFF2-40B4-BE49-F238E27FC236}">
                <a16:creationId xmlns:a16="http://schemas.microsoft.com/office/drawing/2014/main" id="{7ACDCCC7-FA8F-7F4D-8A25-EA0321F25EAA}"/>
              </a:ext>
            </a:extLst>
          </p:cNvPr>
          <p:cNvSpPr txBox="1">
            <a:spLocks noChangeArrowheads="1"/>
          </p:cNvSpPr>
          <p:nvPr/>
        </p:nvSpPr>
        <p:spPr bwMode="auto">
          <a:xfrm>
            <a:off x="4261248" y="1346598"/>
            <a:ext cx="16850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141       .        14            .</a:t>
            </a:r>
          </a:p>
        </p:txBody>
      </p:sp>
      <p:sp>
        <p:nvSpPr>
          <p:cNvPr id="238609" name="Text Box 46">
            <a:extLst>
              <a:ext uri="{FF2B5EF4-FFF2-40B4-BE49-F238E27FC236}">
                <a16:creationId xmlns:a16="http://schemas.microsoft.com/office/drawing/2014/main" id="{4265B54F-58F3-7E4F-B7B2-860D3BBA948F}"/>
              </a:ext>
            </a:extLst>
          </p:cNvPr>
          <p:cNvSpPr txBox="1">
            <a:spLocks noChangeArrowheads="1"/>
          </p:cNvSpPr>
          <p:nvPr/>
        </p:nvSpPr>
        <p:spPr bwMode="auto">
          <a:xfrm>
            <a:off x="6098381" y="1346598"/>
            <a:ext cx="133882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 72          .          24</a:t>
            </a:r>
          </a:p>
        </p:txBody>
      </p:sp>
      <p:sp>
        <p:nvSpPr>
          <p:cNvPr id="238610" name="Text Box 47">
            <a:extLst>
              <a:ext uri="{FF2B5EF4-FFF2-40B4-BE49-F238E27FC236}">
                <a16:creationId xmlns:a16="http://schemas.microsoft.com/office/drawing/2014/main" id="{2D3DE24F-F96B-C44E-AF2D-44A615B34F98}"/>
              </a:ext>
            </a:extLst>
          </p:cNvPr>
          <p:cNvSpPr txBox="1">
            <a:spLocks noChangeArrowheads="1"/>
          </p:cNvSpPr>
          <p:nvPr/>
        </p:nvSpPr>
        <p:spPr bwMode="auto">
          <a:xfrm>
            <a:off x="4261248" y="3396854"/>
            <a:ext cx="16850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141       .        14            .</a:t>
            </a:r>
          </a:p>
        </p:txBody>
      </p:sp>
      <p:sp>
        <p:nvSpPr>
          <p:cNvPr id="238611" name="Text Box 48">
            <a:extLst>
              <a:ext uri="{FF2B5EF4-FFF2-40B4-BE49-F238E27FC236}">
                <a16:creationId xmlns:a16="http://schemas.microsoft.com/office/drawing/2014/main" id="{6AC43394-DD3B-F54A-BE01-A4B0B7DF8D8A}"/>
              </a:ext>
            </a:extLst>
          </p:cNvPr>
          <p:cNvSpPr txBox="1">
            <a:spLocks noChangeArrowheads="1"/>
          </p:cNvSpPr>
          <p:nvPr/>
        </p:nvSpPr>
        <p:spPr bwMode="auto">
          <a:xfrm>
            <a:off x="6138863" y="3396854"/>
            <a:ext cx="13003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64          .            </a:t>
            </a:r>
            <a:r>
              <a:rPr kumimoji="1" lang="en-US" altLang="zh-CN" sz="1200">
                <a:solidFill>
                  <a:schemeClr val="folHlink"/>
                </a:solidFill>
                <a:ea typeface="宋体" panose="02010600030101010101" pitchFamily="2" charset="-122"/>
                <a:cs typeface="黑体" panose="02010609060101010101" pitchFamily="49" charset="-122"/>
              </a:rPr>
              <a:t>0</a:t>
            </a:r>
          </a:p>
        </p:txBody>
      </p:sp>
      <p:sp>
        <p:nvSpPr>
          <p:cNvPr id="238612" name="Text Box 50">
            <a:extLst>
              <a:ext uri="{FF2B5EF4-FFF2-40B4-BE49-F238E27FC236}">
                <a16:creationId xmlns:a16="http://schemas.microsoft.com/office/drawing/2014/main" id="{FA1B114E-7BAB-574C-B36B-240C754AC52A}"/>
              </a:ext>
            </a:extLst>
          </p:cNvPr>
          <p:cNvSpPr txBox="1">
            <a:spLocks noChangeArrowheads="1"/>
          </p:cNvSpPr>
          <p:nvPr/>
        </p:nvSpPr>
        <p:spPr bwMode="auto">
          <a:xfrm>
            <a:off x="6709173" y="2857501"/>
            <a:ext cx="7232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           </a:t>
            </a:r>
            <a:r>
              <a:rPr kumimoji="1" lang="en-US" altLang="zh-CN" sz="1200">
                <a:solidFill>
                  <a:schemeClr val="folHlink"/>
                </a:solidFill>
                <a:ea typeface="宋体" panose="02010600030101010101" pitchFamily="2" charset="-122"/>
                <a:cs typeface="黑体" panose="02010609060101010101" pitchFamily="49" charset="-122"/>
              </a:rPr>
              <a:t>0</a:t>
            </a:r>
          </a:p>
        </p:txBody>
      </p:sp>
      <p:sp>
        <p:nvSpPr>
          <p:cNvPr id="238613" name="Line 51">
            <a:extLst>
              <a:ext uri="{FF2B5EF4-FFF2-40B4-BE49-F238E27FC236}">
                <a16:creationId xmlns:a16="http://schemas.microsoft.com/office/drawing/2014/main" id="{AFEB26C1-A1CC-7742-B9C9-986D23070D9A}"/>
              </a:ext>
            </a:extLst>
          </p:cNvPr>
          <p:cNvSpPr>
            <a:spLocks noChangeShapeType="1"/>
          </p:cNvSpPr>
          <p:nvPr/>
        </p:nvSpPr>
        <p:spPr bwMode="auto">
          <a:xfrm>
            <a:off x="4855369" y="2303860"/>
            <a:ext cx="0" cy="264319"/>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8614" name="Rectangle 52">
            <a:extLst>
              <a:ext uri="{FF2B5EF4-FFF2-40B4-BE49-F238E27FC236}">
                <a16:creationId xmlns:a16="http://schemas.microsoft.com/office/drawing/2014/main" id="{21D1B77D-CF82-B64A-A17C-5AD69FCA4B5D}"/>
              </a:ext>
            </a:extLst>
          </p:cNvPr>
          <p:cNvSpPr>
            <a:spLocks noChangeArrowheads="1"/>
          </p:cNvSpPr>
          <p:nvPr/>
        </p:nvSpPr>
        <p:spPr bwMode="auto">
          <a:xfrm>
            <a:off x="5773341" y="1825228"/>
            <a:ext cx="1021915" cy="251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200">
                <a:solidFill>
                  <a:schemeClr val="folHlink"/>
                </a:solidFill>
                <a:ea typeface="宋体" panose="02010600030101010101" pitchFamily="2" charset="-122"/>
                <a:cs typeface="黑体" panose="02010609060101010101" pitchFamily="49" charset="-122"/>
              </a:rPr>
              <a:t>0 1 0 0 1 0 0 0</a:t>
            </a:r>
          </a:p>
        </p:txBody>
      </p:sp>
      <p:sp>
        <p:nvSpPr>
          <p:cNvPr id="238615" name="Rectangle 53">
            <a:extLst>
              <a:ext uri="{FF2B5EF4-FFF2-40B4-BE49-F238E27FC236}">
                <a16:creationId xmlns:a16="http://schemas.microsoft.com/office/drawing/2014/main" id="{281CE903-46AA-B943-8DC2-A72CFF37B048}"/>
              </a:ext>
            </a:extLst>
          </p:cNvPr>
          <p:cNvSpPr>
            <a:spLocks noChangeArrowheads="1"/>
          </p:cNvSpPr>
          <p:nvPr/>
        </p:nvSpPr>
        <p:spPr bwMode="auto">
          <a:xfrm>
            <a:off x="3883819" y="1814513"/>
            <a:ext cx="3852863" cy="27027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8616" name="Text Box 54">
            <a:extLst>
              <a:ext uri="{FF2B5EF4-FFF2-40B4-BE49-F238E27FC236}">
                <a16:creationId xmlns:a16="http://schemas.microsoft.com/office/drawing/2014/main" id="{634A8362-077B-C843-9C7D-16761C4AF421}"/>
              </a:ext>
            </a:extLst>
          </p:cNvPr>
          <p:cNvSpPr txBox="1">
            <a:spLocks noChangeArrowheads="1"/>
          </p:cNvSpPr>
          <p:nvPr/>
        </p:nvSpPr>
        <p:spPr bwMode="auto">
          <a:xfrm>
            <a:off x="4261248" y="1822848"/>
            <a:ext cx="16850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141       .        14            .</a:t>
            </a:r>
          </a:p>
        </p:txBody>
      </p:sp>
      <p:sp>
        <p:nvSpPr>
          <p:cNvPr id="238617" name="Text Box 55">
            <a:extLst>
              <a:ext uri="{FF2B5EF4-FFF2-40B4-BE49-F238E27FC236}">
                <a16:creationId xmlns:a16="http://schemas.microsoft.com/office/drawing/2014/main" id="{EFCC6DAF-6C4B-B74F-8ECC-F1AEBEE4DA1A}"/>
              </a:ext>
            </a:extLst>
          </p:cNvPr>
          <p:cNvSpPr txBox="1">
            <a:spLocks noChangeArrowheads="1"/>
          </p:cNvSpPr>
          <p:nvPr/>
        </p:nvSpPr>
        <p:spPr bwMode="auto">
          <a:xfrm>
            <a:off x="6692504" y="1822848"/>
            <a:ext cx="7617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          24</a:t>
            </a:r>
          </a:p>
        </p:txBody>
      </p:sp>
      <p:sp>
        <p:nvSpPr>
          <p:cNvPr id="238618" name="Rectangle 56">
            <a:extLst>
              <a:ext uri="{FF2B5EF4-FFF2-40B4-BE49-F238E27FC236}">
                <a16:creationId xmlns:a16="http://schemas.microsoft.com/office/drawing/2014/main" id="{5792772D-AF86-E74F-BB76-588C0C58F41F}"/>
              </a:ext>
            </a:extLst>
          </p:cNvPr>
          <p:cNvSpPr>
            <a:spLocks noChangeArrowheads="1"/>
          </p:cNvSpPr>
          <p:nvPr/>
        </p:nvSpPr>
        <p:spPr bwMode="auto">
          <a:xfrm>
            <a:off x="6043613" y="1346597"/>
            <a:ext cx="485775" cy="270272"/>
          </a:xfrm>
          <a:prstGeom prst="rect">
            <a:avLst/>
          </a:prstGeom>
          <a:noFill/>
          <a:ln w="5715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8619" name="Rectangle 58">
            <a:extLst>
              <a:ext uri="{FF2B5EF4-FFF2-40B4-BE49-F238E27FC236}">
                <a16:creationId xmlns:a16="http://schemas.microsoft.com/office/drawing/2014/main" id="{A5E3A515-FADB-7947-88EB-3431E5A51034}"/>
              </a:ext>
            </a:extLst>
          </p:cNvPr>
          <p:cNvSpPr>
            <a:spLocks noChangeArrowheads="1"/>
          </p:cNvSpPr>
          <p:nvPr/>
        </p:nvSpPr>
        <p:spPr bwMode="auto">
          <a:xfrm>
            <a:off x="1115616" y="1814513"/>
            <a:ext cx="279297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(b) IP </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地址的第 </a:t>
            </a: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3 </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字节是二进制</a:t>
            </a:r>
          </a:p>
        </p:txBody>
      </p:sp>
      <p:sp>
        <p:nvSpPr>
          <p:cNvPr id="238620" name="Rectangle 59">
            <a:extLst>
              <a:ext uri="{FF2B5EF4-FFF2-40B4-BE49-F238E27FC236}">
                <a16:creationId xmlns:a16="http://schemas.microsoft.com/office/drawing/2014/main" id="{74CD0338-A186-7E40-BF39-920BAC4F4A29}"/>
              </a:ext>
            </a:extLst>
          </p:cNvPr>
          <p:cNvSpPr>
            <a:spLocks noChangeArrowheads="1"/>
          </p:cNvSpPr>
          <p:nvPr/>
        </p:nvSpPr>
        <p:spPr bwMode="auto">
          <a:xfrm>
            <a:off x="1115615" y="2840832"/>
            <a:ext cx="277213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(d) IP </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地址与子网掩码逐位相与</a:t>
            </a:r>
          </a:p>
        </p:txBody>
      </p:sp>
      <p:sp>
        <p:nvSpPr>
          <p:cNvPr id="238621" name="Rectangle 60">
            <a:extLst>
              <a:ext uri="{FF2B5EF4-FFF2-40B4-BE49-F238E27FC236}">
                <a16:creationId xmlns:a16="http://schemas.microsoft.com/office/drawing/2014/main" id="{670FA8D6-9952-9B4D-BC9B-AB1DDBF4A177}"/>
              </a:ext>
            </a:extLst>
          </p:cNvPr>
          <p:cNvSpPr>
            <a:spLocks noChangeArrowheads="1"/>
          </p:cNvSpPr>
          <p:nvPr/>
        </p:nvSpPr>
        <p:spPr bwMode="auto">
          <a:xfrm>
            <a:off x="1115615" y="3399235"/>
            <a:ext cx="292628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rPr>
              <a:t>(e) </a:t>
            </a:r>
            <a:r>
              <a:rPr kumimoji="1" lang="zh-CN" altLang="en-US" sz="1500">
                <a:solidFill>
                  <a:srgbClr val="FF0000"/>
                </a:solidFill>
                <a:latin typeface="Arial" panose="020B0604020202020204" pitchFamily="34" charset="0"/>
                <a:ea typeface="宋体" panose="02010600030101010101" pitchFamily="2" charset="-122"/>
              </a:rPr>
              <a:t>网络地址</a:t>
            </a:r>
            <a:r>
              <a:rPr kumimoji="1" lang="zh-CN" altLang="en-US" sz="1500">
                <a:solidFill>
                  <a:schemeClr val="folHlink"/>
                </a:solidFill>
                <a:latin typeface="Arial" panose="020B0604020202020204" pitchFamily="34" charset="0"/>
                <a:ea typeface="宋体" panose="02010600030101010101" pitchFamily="2" charset="-122"/>
              </a:rPr>
              <a:t>（点分十进制表示）</a:t>
            </a:r>
          </a:p>
        </p:txBody>
      </p:sp>
      <p:sp>
        <p:nvSpPr>
          <p:cNvPr id="238622" name="幻灯片编号占位符 1">
            <a:extLst>
              <a:ext uri="{FF2B5EF4-FFF2-40B4-BE49-F238E27FC236}">
                <a16:creationId xmlns:a16="http://schemas.microsoft.com/office/drawing/2014/main" id="{F1D81807-9C39-4F4C-9C7E-2776724D59B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C23528E-5718-CB43-BDFA-DA790B84F83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412374990"/>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40641" name="Rectangle 3">
            <a:extLst>
              <a:ext uri="{FF2B5EF4-FFF2-40B4-BE49-F238E27FC236}">
                <a16:creationId xmlns:a16="http://schemas.microsoft.com/office/drawing/2014/main" id="{B6F44CE5-8352-B047-9DD2-2171A36C20EC}"/>
              </a:ext>
            </a:extLst>
          </p:cNvPr>
          <p:cNvSpPr>
            <a:spLocks noChangeArrowheads="1"/>
          </p:cNvSpPr>
          <p:nvPr/>
        </p:nvSpPr>
        <p:spPr bwMode="auto">
          <a:xfrm>
            <a:off x="3951685" y="2849167"/>
            <a:ext cx="2263378" cy="258365"/>
          </a:xfrm>
          <a:prstGeom prst="rect">
            <a:avLst/>
          </a:prstGeom>
          <a:solidFill>
            <a:srgbClr val="FFCC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40642" name="Text Box 4">
            <a:extLst>
              <a:ext uri="{FF2B5EF4-FFF2-40B4-BE49-F238E27FC236}">
                <a16:creationId xmlns:a16="http://schemas.microsoft.com/office/drawing/2014/main" id="{77BAE107-1F90-BF4D-A55C-04B8ACEE7CB7}"/>
              </a:ext>
            </a:extLst>
          </p:cNvPr>
          <p:cNvSpPr txBox="1">
            <a:spLocks noChangeArrowheads="1"/>
          </p:cNvSpPr>
          <p:nvPr/>
        </p:nvSpPr>
        <p:spPr bwMode="auto">
          <a:xfrm>
            <a:off x="4316016" y="2857501"/>
            <a:ext cx="264687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141       .        14            . 0 1 0</a:t>
            </a:r>
            <a:r>
              <a:rPr kumimoji="1" lang="en-US" altLang="zh-CN" sz="1200">
                <a:solidFill>
                  <a:schemeClr val="folHlink"/>
                </a:solidFill>
                <a:ea typeface="宋体" panose="02010600030101010101" pitchFamily="2" charset="-122"/>
                <a:cs typeface="黑体" panose="02010609060101010101" pitchFamily="49" charset="-122"/>
              </a:rPr>
              <a:t> 0 0 0 0 0 </a:t>
            </a:r>
            <a:endParaRPr kumimoji="1" lang="en-US" altLang="zh-CN" sz="1200" b="1">
              <a:solidFill>
                <a:schemeClr val="folHlink"/>
              </a:solidFill>
              <a:ea typeface="宋体" panose="02010600030101010101" pitchFamily="2" charset="-122"/>
              <a:cs typeface="黑体" panose="02010609060101010101" pitchFamily="49" charset="-122"/>
            </a:endParaRPr>
          </a:p>
        </p:txBody>
      </p:sp>
      <p:sp>
        <p:nvSpPr>
          <p:cNvPr id="240643" name="Rectangle 5">
            <a:extLst>
              <a:ext uri="{FF2B5EF4-FFF2-40B4-BE49-F238E27FC236}">
                <a16:creationId xmlns:a16="http://schemas.microsoft.com/office/drawing/2014/main" id="{AB9FB1A8-818D-D14A-9EE2-8BC82D6E5650}"/>
              </a:ext>
            </a:extLst>
          </p:cNvPr>
          <p:cNvSpPr>
            <a:spLocks noChangeArrowheads="1"/>
          </p:cNvSpPr>
          <p:nvPr/>
        </p:nvSpPr>
        <p:spPr bwMode="auto">
          <a:xfrm>
            <a:off x="3945731" y="2313385"/>
            <a:ext cx="2266950" cy="257175"/>
          </a:xfrm>
          <a:prstGeom prst="rect">
            <a:avLst/>
          </a:prstGeom>
          <a:solidFill>
            <a:srgbClr val="FFCC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40644" name="Rectangle 6">
            <a:extLst>
              <a:ext uri="{FF2B5EF4-FFF2-40B4-BE49-F238E27FC236}">
                <a16:creationId xmlns:a16="http://schemas.microsoft.com/office/drawing/2014/main" id="{BA808EDE-5D4F-664B-AFF3-D7B8EF0E9AEC}"/>
              </a:ext>
            </a:extLst>
          </p:cNvPr>
          <p:cNvSpPr>
            <a:spLocks noChangeArrowheads="1"/>
          </p:cNvSpPr>
          <p:nvPr/>
        </p:nvSpPr>
        <p:spPr bwMode="auto">
          <a:xfrm>
            <a:off x="3927872" y="2301479"/>
            <a:ext cx="2935901" cy="2750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200">
                <a:solidFill>
                  <a:schemeClr val="folHlink"/>
                </a:solidFill>
                <a:ea typeface="宋体" panose="02010600030101010101" pitchFamily="2" charset="-122"/>
                <a:cs typeface="黑体" panose="02010609060101010101" pitchFamily="49" charset="-122"/>
              </a:rPr>
              <a:t>1 1 1 1 1 1 1 1 1 1 1 1 1 1 1 1</a:t>
            </a:r>
            <a:r>
              <a:rPr kumimoji="1" lang="en-US" altLang="zh-CN" sz="1350">
                <a:solidFill>
                  <a:schemeClr val="folHlink"/>
                </a:solidFill>
                <a:ea typeface="宋体" panose="02010600030101010101" pitchFamily="2" charset="-122"/>
                <a:cs typeface="黑体" panose="02010609060101010101" pitchFamily="49" charset="-122"/>
              </a:rPr>
              <a:t>  </a:t>
            </a:r>
            <a:r>
              <a:rPr kumimoji="1" lang="en-US" altLang="zh-CN" sz="600">
                <a:solidFill>
                  <a:schemeClr val="folHlink"/>
                </a:solidFill>
                <a:ea typeface="宋体" panose="02010600030101010101" pitchFamily="2" charset="-122"/>
                <a:cs typeface="黑体" panose="02010609060101010101" pitchFamily="49" charset="-122"/>
              </a:rPr>
              <a:t> </a:t>
            </a:r>
            <a:r>
              <a:rPr kumimoji="1" lang="en-US" altLang="zh-CN" sz="1200">
                <a:solidFill>
                  <a:schemeClr val="folHlink"/>
                </a:solidFill>
                <a:ea typeface="宋体" panose="02010600030101010101" pitchFamily="2" charset="-122"/>
                <a:cs typeface="黑体" panose="02010609060101010101" pitchFamily="49" charset="-122"/>
              </a:rPr>
              <a:t>1 1 1 0 0 0 0 0</a:t>
            </a:r>
          </a:p>
        </p:txBody>
      </p:sp>
      <p:sp>
        <p:nvSpPr>
          <p:cNvPr id="240645" name="Freeform 2">
            <a:extLst>
              <a:ext uri="{FF2B5EF4-FFF2-40B4-BE49-F238E27FC236}">
                <a16:creationId xmlns:a16="http://schemas.microsoft.com/office/drawing/2014/main" id="{C1FE2A5F-CEAF-7543-AE32-8529092FD721}"/>
              </a:ext>
            </a:extLst>
          </p:cNvPr>
          <p:cNvSpPr>
            <a:spLocks/>
          </p:cNvSpPr>
          <p:nvPr/>
        </p:nvSpPr>
        <p:spPr bwMode="auto">
          <a:xfrm>
            <a:off x="5882878" y="1599010"/>
            <a:ext cx="917972" cy="229790"/>
          </a:xfrm>
          <a:custGeom>
            <a:avLst/>
            <a:gdLst>
              <a:gd name="T0" fmla="*/ 2147483646 w 771"/>
              <a:gd name="T1" fmla="*/ 0 h 181"/>
              <a:gd name="T2" fmla="*/ 2147483646 w 771"/>
              <a:gd name="T3" fmla="*/ 0 h 181"/>
              <a:gd name="T4" fmla="*/ 2147483646 w 771"/>
              <a:gd name="T5" fmla="*/ 2147483646 h 181"/>
              <a:gd name="T6" fmla="*/ 0 w 771"/>
              <a:gd name="T7" fmla="*/ 2147483646 h 181"/>
              <a:gd name="T8" fmla="*/ 2147483646 w 771"/>
              <a:gd name="T9" fmla="*/ 0 h 1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71" h="181">
                <a:moveTo>
                  <a:pt x="181" y="0"/>
                </a:moveTo>
                <a:lnTo>
                  <a:pt x="589" y="0"/>
                </a:lnTo>
                <a:lnTo>
                  <a:pt x="771" y="181"/>
                </a:lnTo>
                <a:lnTo>
                  <a:pt x="0" y="181"/>
                </a:lnTo>
                <a:lnTo>
                  <a:pt x="181" y="0"/>
                </a:lnTo>
                <a:close/>
              </a:path>
            </a:pathLst>
          </a:custGeom>
          <a:solidFill>
            <a:srgbClr val="66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89191" name="Rectangle 7">
            <a:extLst>
              <a:ext uri="{FF2B5EF4-FFF2-40B4-BE49-F238E27FC236}">
                <a16:creationId xmlns:a16="http://schemas.microsoft.com/office/drawing/2014/main" id="{9E42F51A-1395-3147-9B09-F442D888B2AF}"/>
              </a:ext>
            </a:extLst>
          </p:cNvPr>
          <p:cNvSpPr>
            <a:spLocks noGrp="1" noChangeArrowheads="1"/>
          </p:cNvSpPr>
          <p:nvPr>
            <p:ph type="title"/>
          </p:nvPr>
        </p:nvSpPr>
        <p:spPr>
          <a:xfrm>
            <a:off x="857251" y="195263"/>
            <a:ext cx="7062788" cy="791766"/>
          </a:xfrm>
          <a:solidFill>
            <a:srgbClr val="FFFFCC"/>
          </a:solidFill>
          <a:ln>
            <a:solidFill>
              <a:srgbClr val="333399"/>
            </a:solidFill>
            <a:miter lim="800000"/>
            <a:headEnd/>
            <a:tailEnd/>
          </a:ln>
          <a:effectLst>
            <a:outerShdw blurRad="63500" dist="38099" dir="2700000" algn="ctr" rotWithShape="0">
              <a:schemeClr val="bg2">
                <a:alpha val="74997"/>
              </a:schemeClr>
            </a:outerShdw>
          </a:effectLst>
        </p:spPr>
        <p:txBody>
          <a:bodyPr/>
          <a:lstStyle/>
          <a:p>
            <a:pPr algn="ctr" eaLnBrk="1" hangingPunct="1">
              <a:defRPr/>
            </a:pPr>
            <a:r>
              <a:rPr lang="en-US" altLang="zh-CN" sz="2400" dirty="0">
                <a:ea typeface="宋体" panose="02010600030101010101" pitchFamily="2" charset="-122"/>
              </a:rPr>
              <a:t>【</a:t>
            </a:r>
            <a:r>
              <a:rPr lang="zh-CN" altLang="en-US" sz="2400" dirty="0">
                <a:ea typeface="宋体" panose="02010600030101010101" pitchFamily="2" charset="-122"/>
              </a:rPr>
              <a:t>例</a:t>
            </a:r>
            <a:r>
              <a:rPr lang="en-US" altLang="zh-CN" sz="2400" dirty="0">
                <a:ea typeface="宋体" panose="02010600030101010101" pitchFamily="2" charset="-122"/>
              </a:rPr>
              <a:t>4-3】</a:t>
            </a:r>
            <a:r>
              <a:rPr lang="zh-CN" altLang="en-US" sz="2400" dirty="0">
                <a:ea typeface="宋体" panose="02010600030101010101" pitchFamily="2" charset="-122"/>
              </a:rPr>
              <a:t>在上例中，若子网掩码改为</a:t>
            </a:r>
            <a:r>
              <a:rPr lang="en-US" altLang="zh-CN" sz="2400" dirty="0">
                <a:ea typeface="宋体" panose="02010600030101010101" pitchFamily="2" charset="-122"/>
              </a:rPr>
              <a:t>255.255.224.0</a:t>
            </a:r>
            <a:r>
              <a:rPr lang="zh-CN" altLang="en-US" sz="2400" dirty="0">
                <a:ea typeface="宋体" panose="02010600030101010101" pitchFamily="2" charset="-122"/>
              </a:rPr>
              <a:t>。试求网络地址，讨论所得结果。 </a:t>
            </a:r>
          </a:p>
        </p:txBody>
      </p:sp>
      <p:sp>
        <p:nvSpPr>
          <p:cNvPr id="240647" name="Rectangle 8">
            <a:extLst>
              <a:ext uri="{FF2B5EF4-FFF2-40B4-BE49-F238E27FC236}">
                <a16:creationId xmlns:a16="http://schemas.microsoft.com/office/drawing/2014/main" id="{D3F50E27-F074-3840-8EE9-09B3479A6453}"/>
              </a:ext>
            </a:extLst>
          </p:cNvPr>
          <p:cNvSpPr>
            <a:spLocks noChangeArrowheads="1"/>
          </p:cNvSpPr>
          <p:nvPr/>
        </p:nvSpPr>
        <p:spPr bwMode="auto">
          <a:xfrm>
            <a:off x="3940969" y="1339453"/>
            <a:ext cx="3852863" cy="27027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40648" name="Rectangle 9">
            <a:extLst>
              <a:ext uri="{FF2B5EF4-FFF2-40B4-BE49-F238E27FC236}">
                <a16:creationId xmlns:a16="http://schemas.microsoft.com/office/drawing/2014/main" id="{49887010-43E6-1D40-856B-0B1B6B28D909}"/>
              </a:ext>
            </a:extLst>
          </p:cNvPr>
          <p:cNvSpPr>
            <a:spLocks noChangeArrowheads="1"/>
          </p:cNvSpPr>
          <p:nvPr/>
        </p:nvSpPr>
        <p:spPr bwMode="auto">
          <a:xfrm>
            <a:off x="1169194" y="1346598"/>
            <a:ext cx="263267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rPr>
              <a:t>(a) </a:t>
            </a:r>
            <a:r>
              <a:rPr kumimoji="1" lang="zh-CN" altLang="en-US" sz="1500">
                <a:solidFill>
                  <a:schemeClr val="folHlink"/>
                </a:solidFill>
                <a:latin typeface="Arial" panose="020B0604020202020204" pitchFamily="34" charset="0"/>
                <a:ea typeface="宋体" panose="02010600030101010101" pitchFamily="2" charset="-122"/>
              </a:rPr>
              <a:t>点分十进制表示的 </a:t>
            </a:r>
            <a:r>
              <a:rPr kumimoji="1" lang="en-US" altLang="zh-CN" sz="1500">
                <a:solidFill>
                  <a:schemeClr val="folHlink"/>
                </a:solidFill>
                <a:latin typeface="Arial" panose="020B0604020202020204" pitchFamily="34" charset="0"/>
                <a:ea typeface="宋体" panose="02010600030101010101" pitchFamily="2" charset="-122"/>
              </a:rPr>
              <a:t>IP </a:t>
            </a:r>
            <a:r>
              <a:rPr kumimoji="1" lang="zh-CN" altLang="en-US" sz="1500">
                <a:solidFill>
                  <a:schemeClr val="folHlink"/>
                </a:solidFill>
                <a:latin typeface="Arial" panose="020B0604020202020204" pitchFamily="34" charset="0"/>
                <a:ea typeface="宋体" panose="02010600030101010101" pitchFamily="2" charset="-122"/>
              </a:rPr>
              <a:t>地址</a:t>
            </a:r>
          </a:p>
        </p:txBody>
      </p:sp>
      <p:sp>
        <p:nvSpPr>
          <p:cNvPr id="240649" name="Rectangle 10">
            <a:extLst>
              <a:ext uri="{FF2B5EF4-FFF2-40B4-BE49-F238E27FC236}">
                <a16:creationId xmlns:a16="http://schemas.microsoft.com/office/drawing/2014/main" id="{163AA820-74C5-F64D-90A4-A2BCBC49FA50}"/>
              </a:ext>
            </a:extLst>
          </p:cNvPr>
          <p:cNvSpPr>
            <a:spLocks noChangeArrowheads="1"/>
          </p:cNvSpPr>
          <p:nvPr/>
        </p:nvSpPr>
        <p:spPr bwMode="auto">
          <a:xfrm>
            <a:off x="3940969" y="3381376"/>
            <a:ext cx="3852863" cy="270272"/>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40650" name="Rectangle 11">
            <a:extLst>
              <a:ext uri="{FF2B5EF4-FFF2-40B4-BE49-F238E27FC236}">
                <a16:creationId xmlns:a16="http://schemas.microsoft.com/office/drawing/2014/main" id="{F01303C1-B9D4-A743-B30A-08314C550BB2}"/>
              </a:ext>
            </a:extLst>
          </p:cNvPr>
          <p:cNvSpPr>
            <a:spLocks noChangeArrowheads="1"/>
          </p:cNvSpPr>
          <p:nvPr/>
        </p:nvSpPr>
        <p:spPr bwMode="auto">
          <a:xfrm>
            <a:off x="1169194" y="2301479"/>
            <a:ext cx="266178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rPr>
              <a:t>(c) </a:t>
            </a:r>
            <a:r>
              <a:rPr kumimoji="1" lang="zh-CN" altLang="en-US" sz="1500">
                <a:solidFill>
                  <a:schemeClr val="folHlink"/>
                </a:solidFill>
                <a:latin typeface="Arial" panose="020B0604020202020204" pitchFamily="34" charset="0"/>
                <a:ea typeface="宋体" panose="02010600030101010101" pitchFamily="2" charset="-122"/>
              </a:rPr>
              <a:t>子网掩码是 </a:t>
            </a:r>
            <a:r>
              <a:rPr kumimoji="1" lang="en-US" altLang="zh-CN" sz="1500">
                <a:solidFill>
                  <a:schemeClr val="folHlink"/>
                </a:solidFill>
                <a:latin typeface="Arial" panose="020B0604020202020204" pitchFamily="34" charset="0"/>
                <a:ea typeface="宋体" panose="02010600030101010101" pitchFamily="2" charset="-122"/>
              </a:rPr>
              <a:t>255.255.224.0</a:t>
            </a:r>
          </a:p>
        </p:txBody>
      </p:sp>
      <p:sp>
        <p:nvSpPr>
          <p:cNvPr id="240651" name="Line 12">
            <a:extLst>
              <a:ext uri="{FF2B5EF4-FFF2-40B4-BE49-F238E27FC236}">
                <a16:creationId xmlns:a16="http://schemas.microsoft.com/office/drawing/2014/main" id="{AF665827-2559-BE46-9CBE-5C77C34FB7F3}"/>
              </a:ext>
            </a:extLst>
          </p:cNvPr>
          <p:cNvSpPr>
            <a:spLocks noChangeShapeType="1"/>
          </p:cNvSpPr>
          <p:nvPr/>
        </p:nvSpPr>
        <p:spPr bwMode="auto">
          <a:xfrm>
            <a:off x="5844779" y="2311004"/>
            <a:ext cx="0" cy="264319"/>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40652" name="Line 13">
            <a:extLst>
              <a:ext uri="{FF2B5EF4-FFF2-40B4-BE49-F238E27FC236}">
                <a16:creationId xmlns:a16="http://schemas.microsoft.com/office/drawing/2014/main" id="{D00890D4-4F28-4C4F-9652-FBDBA873E28F}"/>
              </a:ext>
            </a:extLst>
          </p:cNvPr>
          <p:cNvSpPr>
            <a:spLocks noChangeShapeType="1"/>
          </p:cNvSpPr>
          <p:nvPr/>
        </p:nvSpPr>
        <p:spPr bwMode="auto">
          <a:xfrm>
            <a:off x="6819900" y="2303860"/>
            <a:ext cx="0" cy="26789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40653" name="Rectangle 14">
            <a:extLst>
              <a:ext uri="{FF2B5EF4-FFF2-40B4-BE49-F238E27FC236}">
                <a16:creationId xmlns:a16="http://schemas.microsoft.com/office/drawing/2014/main" id="{B14382CF-BC9B-F848-AE49-D386E34FE12B}"/>
              </a:ext>
            </a:extLst>
          </p:cNvPr>
          <p:cNvSpPr>
            <a:spLocks noChangeArrowheads="1"/>
          </p:cNvSpPr>
          <p:nvPr/>
        </p:nvSpPr>
        <p:spPr bwMode="auto">
          <a:xfrm>
            <a:off x="3940969" y="2306241"/>
            <a:ext cx="3852863" cy="27027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40654" name="Rectangle 15">
            <a:extLst>
              <a:ext uri="{FF2B5EF4-FFF2-40B4-BE49-F238E27FC236}">
                <a16:creationId xmlns:a16="http://schemas.microsoft.com/office/drawing/2014/main" id="{1ACF879D-9220-B445-BB7E-F984FA1069C6}"/>
              </a:ext>
            </a:extLst>
          </p:cNvPr>
          <p:cNvSpPr>
            <a:spLocks noChangeArrowheads="1"/>
          </p:cNvSpPr>
          <p:nvPr/>
        </p:nvSpPr>
        <p:spPr bwMode="auto">
          <a:xfrm>
            <a:off x="6800850" y="2324100"/>
            <a:ext cx="1021915" cy="251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200">
                <a:solidFill>
                  <a:schemeClr val="folHlink"/>
                </a:solidFill>
                <a:ea typeface="宋体" panose="02010600030101010101" pitchFamily="2" charset="-122"/>
                <a:cs typeface="黑体" panose="02010609060101010101" pitchFamily="49" charset="-122"/>
              </a:rPr>
              <a:t>0 0 0 0 0 0 0 0</a:t>
            </a:r>
          </a:p>
        </p:txBody>
      </p:sp>
      <p:sp>
        <p:nvSpPr>
          <p:cNvPr id="240655" name="Rectangle 16">
            <a:extLst>
              <a:ext uri="{FF2B5EF4-FFF2-40B4-BE49-F238E27FC236}">
                <a16:creationId xmlns:a16="http://schemas.microsoft.com/office/drawing/2014/main" id="{87F005E6-C4C9-2346-8A17-AE6B28BCAE29}"/>
              </a:ext>
            </a:extLst>
          </p:cNvPr>
          <p:cNvSpPr>
            <a:spLocks noChangeArrowheads="1"/>
          </p:cNvSpPr>
          <p:nvPr/>
        </p:nvSpPr>
        <p:spPr bwMode="auto">
          <a:xfrm>
            <a:off x="3948112" y="2842022"/>
            <a:ext cx="3852863" cy="27027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40656" name="Text Box 17">
            <a:extLst>
              <a:ext uri="{FF2B5EF4-FFF2-40B4-BE49-F238E27FC236}">
                <a16:creationId xmlns:a16="http://schemas.microsoft.com/office/drawing/2014/main" id="{E68A4D9D-96A8-2E4F-BB46-8FC35046A4ED}"/>
              </a:ext>
            </a:extLst>
          </p:cNvPr>
          <p:cNvSpPr txBox="1">
            <a:spLocks noChangeArrowheads="1"/>
          </p:cNvSpPr>
          <p:nvPr/>
        </p:nvSpPr>
        <p:spPr bwMode="auto">
          <a:xfrm>
            <a:off x="4316016" y="1346598"/>
            <a:ext cx="16850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141       .        14            .</a:t>
            </a:r>
          </a:p>
        </p:txBody>
      </p:sp>
      <p:sp>
        <p:nvSpPr>
          <p:cNvPr id="240657" name="Text Box 18">
            <a:extLst>
              <a:ext uri="{FF2B5EF4-FFF2-40B4-BE49-F238E27FC236}">
                <a16:creationId xmlns:a16="http://schemas.microsoft.com/office/drawing/2014/main" id="{3E47B1D4-DF73-D644-96D8-00BB80C79F70}"/>
              </a:ext>
            </a:extLst>
          </p:cNvPr>
          <p:cNvSpPr txBox="1">
            <a:spLocks noChangeArrowheads="1"/>
          </p:cNvSpPr>
          <p:nvPr/>
        </p:nvSpPr>
        <p:spPr bwMode="auto">
          <a:xfrm>
            <a:off x="6153150" y="1346598"/>
            <a:ext cx="133882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 72          .          24</a:t>
            </a:r>
          </a:p>
        </p:txBody>
      </p:sp>
      <p:sp>
        <p:nvSpPr>
          <p:cNvPr id="240658" name="Text Box 19">
            <a:extLst>
              <a:ext uri="{FF2B5EF4-FFF2-40B4-BE49-F238E27FC236}">
                <a16:creationId xmlns:a16="http://schemas.microsoft.com/office/drawing/2014/main" id="{5310AD18-708B-4444-9E59-3B3C728626A8}"/>
              </a:ext>
            </a:extLst>
          </p:cNvPr>
          <p:cNvSpPr txBox="1">
            <a:spLocks noChangeArrowheads="1"/>
          </p:cNvSpPr>
          <p:nvPr/>
        </p:nvSpPr>
        <p:spPr bwMode="auto">
          <a:xfrm>
            <a:off x="4316016" y="3396854"/>
            <a:ext cx="16850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141       .        14            .</a:t>
            </a:r>
          </a:p>
        </p:txBody>
      </p:sp>
      <p:sp>
        <p:nvSpPr>
          <p:cNvPr id="240659" name="Text Box 20">
            <a:extLst>
              <a:ext uri="{FF2B5EF4-FFF2-40B4-BE49-F238E27FC236}">
                <a16:creationId xmlns:a16="http://schemas.microsoft.com/office/drawing/2014/main" id="{7090ECD9-5DAD-3849-AA90-E1BC21DF4344}"/>
              </a:ext>
            </a:extLst>
          </p:cNvPr>
          <p:cNvSpPr txBox="1">
            <a:spLocks noChangeArrowheads="1"/>
          </p:cNvSpPr>
          <p:nvPr/>
        </p:nvSpPr>
        <p:spPr bwMode="auto">
          <a:xfrm>
            <a:off x="6193631" y="3396854"/>
            <a:ext cx="13003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64          .            </a:t>
            </a:r>
            <a:r>
              <a:rPr kumimoji="1" lang="en-US" altLang="zh-CN" sz="1200">
                <a:solidFill>
                  <a:schemeClr val="folHlink"/>
                </a:solidFill>
                <a:ea typeface="宋体" panose="02010600030101010101" pitchFamily="2" charset="-122"/>
                <a:cs typeface="黑体" panose="02010609060101010101" pitchFamily="49" charset="-122"/>
              </a:rPr>
              <a:t>0</a:t>
            </a:r>
          </a:p>
        </p:txBody>
      </p:sp>
      <p:sp>
        <p:nvSpPr>
          <p:cNvPr id="240660" name="Text Box 21">
            <a:extLst>
              <a:ext uri="{FF2B5EF4-FFF2-40B4-BE49-F238E27FC236}">
                <a16:creationId xmlns:a16="http://schemas.microsoft.com/office/drawing/2014/main" id="{EB32E2C8-C94F-1A47-BB14-2AEA76792E86}"/>
              </a:ext>
            </a:extLst>
          </p:cNvPr>
          <p:cNvSpPr txBox="1">
            <a:spLocks noChangeArrowheads="1"/>
          </p:cNvSpPr>
          <p:nvPr/>
        </p:nvSpPr>
        <p:spPr bwMode="auto">
          <a:xfrm>
            <a:off x="6763942" y="2857501"/>
            <a:ext cx="7232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           </a:t>
            </a:r>
            <a:r>
              <a:rPr kumimoji="1" lang="en-US" altLang="zh-CN" sz="1200">
                <a:solidFill>
                  <a:schemeClr val="folHlink"/>
                </a:solidFill>
                <a:ea typeface="宋体" panose="02010600030101010101" pitchFamily="2" charset="-122"/>
                <a:cs typeface="黑体" panose="02010609060101010101" pitchFamily="49" charset="-122"/>
              </a:rPr>
              <a:t>0</a:t>
            </a:r>
          </a:p>
        </p:txBody>
      </p:sp>
      <p:sp>
        <p:nvSpPr>
          <p:cNvPr id="240661" name="Line 22">
            <a:extLst>
              <a:ext uri="{FF2B5EF4-FFF2-40B4-BE49-F238E27FC236}">
                <a16:creationId xmlns:a16="http://schemas.microsoft.com/office/drawing/2014/main" id="{D02A1667-0552-4F4D-B876-CC3207AF4475}"/>
              </a:ext>
            </a:extLst>
          </p:cNvPr>
          <p:cNvSpPr>
            <a:spLocks noChangeShapeType="1"/>
          </p:cNvSpPr>
          <p:nvPr/>
        </p:nvSpPr>
        <p:spPr bwMode="auto">
          <a:xfrm>
            <a:off x="4910138" y="2303860"/>
            <a:ext cx="0" cy="264319"/>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40662" name="Rectangle 23">
            <a:extLst>
              <a:ext uri="{FF2B5EF4-FFF2-40B4-BE49-F238E27FC236}">
                <a16:creationId xmlns:a16="http://schemas.microsoft.com/office/drawing/2014/main" id="{9DDCDE6A-E665-A643-96F8-59D3B330A679}"/>
              </a:ext>
            </a:extLst>
          </p:cNvPr>
          <p:cNvSpPr>
            <a:spLocks noChangeArrowheads="1"/>
          </p:cNvSpPr>
          <p:nvPr/>
        </p:nvSpPr>
        <p:spPr bwMode="auto">
          <a:xfrm>
            <a:off x="5828110" y="1825228"/>
            <a:ext cx="1021915" cy="251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200">
                <a:solidFill>
                  <a:schemeClr val="folHlink"/>
                </a:solidFill>
                <a:ea typeface="宋体" panose="02010600030101010101" pitchFamily="2" charset="-122"/>
                <a:cs typeface="黑体" panose="02010609060101010101" pitchFamily="49" charset="-122"/>
              </a:rPr>
              <a:t>0 1 0 0 1 0 0 0</a:t>
            </a:r>
          </a:p>
        </p:txBody>
      </p:sp>
      <p:sp>
        <p:nvSpPr>
          <p:cNvPr id="240663" name="Rectangle 24">
            <a:extLst>
              <a:ext uri="{FF2B5EF4-FFF2-40B4-BE49-F238E27FC236}">
                <a16:creationId xmlns:a16="http://schemas.microsoft.com/office/drawing/2014/main" id="{CFC93407-BB65-D043-BBA1-F38269D49E8D}"/>
              </a:ext>
            </a:extLst>
          </p:cNvPr>
          <p:cNvSpPr>
            <a:spLocks noChangeArrowheads="1"/>
          </p:cNvSpPr>
          <p:nvPr/>
        </p:nvSpPr>
        <p:spPr bwMode="auto">
          <a:xfrm>
            <a:off x="3938587" y="1814513"/>
            <a:ext cx="3852863" cy="27027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40664" name="Text Box 25">
            <a:extLst>
              <a:ext uri="{FF2B5EF4-FFF2-40B4-BE49-F238E27FC236}">
                <a16:creationId xmlns:a16="http://schemas.microsoft.com/office/drawing/2014/main" id="{F8CCC51B-CFF7-EC44-96AB-B3F08F7A10AC}"/>
              </a:ext>
            </a:extLst>
          </p:cNvPr>
          <p:cNvSpPr txBox="1">
            <a:spLocks noChangeArrowheads="1"/>
          </p:cNvSpPr>
          <p:nvPr/>
        </p:nvSpPr>
        <p:spPr bwMode="auto">
          <a:xfrm>
            <a:off x="4316016" y="1822848"/>
            <a:ext cx="16850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141       .        14            .</a:t>
            </a:r>
          </a:p>
        </p:txBody>
      </p:sp>
      <p:sp>
        <p:nvSpPr>
          <p:cNvPr id="240665" name="Text Box 26">
            <a:extLst>
              <a:ext uri="{FF2B5EF4-FFF2-40B4-BE49-F238E27FC236}">
                <a16:creationId xmlns:a16="http://schemas.microsoft.com/office/drawing/2014/main" id="{A16488CB-107E-F544-A852-F0010DE9ABC9}"/>
              </a:ext>
            </a:extLst>
          </p:cNvPr>
          <p:cNvSpPr txBox="1">
            <a:spLocks noChangeArrowheads="1"/>
          </p:cNvSpPr>
          <p:nvPr/>
        </p:nvSpPr>
        <p:spPr bwMode="auto">
          <a:xfrm>
            <a:off x="6747273" y="1822848"/>
            <a:ext cx="7617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          24</a:t>
            </a:r>
          </a:p>
        </p:txBody>
      </p:sp>
      <p:sp>
        <p:nvSpPr>
          <p:cNvPr id="240666" name="Rectangle 27">
            <a:extLst>
              <a:ext uri="{FF2B5EF4-FFF2-40B4-BE49-F238E27FC236}">
                <a16:creationId xmlns:a16="http://schemas.microsoft.com/office/drawing/2014/main" id="{34C6408E-CFE8-9C4A-9481-5BEAB57398FA}"/>
              </a:ext>
            </a:extLst>
          </p:cNvPr>
          <p:cNvSpPr>
            <a:spLocks noChangeArrowheads="1"/>
          </p:cNvSpPr>
          <p:nvPr/>
        </p:nvSpPr>
        <p:spPr bwMode="auto">
          <a:xfrm>
            <a:off x="6098381" y="1346597"/>
            <a:ext cx="485775" cy="270272"/>
          </a:xfrm>
          <a:prstGeom prst="rect">
            <a:avLst/>
          </a:prstGeom>
          <a:noFill/>
          <a:ln w="5715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40667" name="Rectangle 28">
            <a:extLst>
              <a:ext uri="{FF2B5EF4-FFF2-40B4-BE49-F238E27FC236}">
                <a16:creationId xmlns:a16="http://schemas.microsoft.com/office/drawing/2014/main" id="{7234A8E1-6A63-304C-BF86-6A88441AA616}"/>
              </a:ext>
            </a:extLst>
          </p:cNvPr>
          <p:cNvSpPr>
            <a:spLocks noChangeArrowheads="1"/>
          </p:cNvSpPr>
          <p:nvPr/>
        </p:nvSpPr>
        <p:spPr bwMode="auto">
          <a:xfrm>
            <a:off x="1169194" y="1814513"/>
            <a:ext cx="279297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(b) IP </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地址的第 </a:t>
            </a: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3 </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字节是二进制</a:t>
            </a:r>
          </a:p>
        </p:txBody>
      </p:sp>
      <p:sp>
        <p:nvSpPr>
          <p:cNvPr id="240668" name="Rectangle 29">
            <a:extLst>
              <a:ext uri="{FF2B5EF4-FFF2-40B4-BE49-F238E27FC236}">
                <a16:creationId xmlns:a16="http://schemas.microsoft.com/office/drawing/2014/main" id="{661C9D58-C71D-F64E-8C58-4ADFD2DD5AF7}"/>
              </a:ext>
            </a:extLst>
          </p:cNvPr>
          <p:cNvSpPr>
            <a:spLocks noChangeArrowheads="1"/>
          </p:cNvSpPr>
          <p:nvPr/>
        </p:nvSpPr>
        <p:spPr bwMode="auto">
          <a:xfrm>
            <a:off x="1169194" y="2840832"/>
            <a:ext cx="277213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(d) IP </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地址与子网掩码逐位相与</a:t>
            </a:r>
          </a:p>
        </p:txBody>
      </p:sp>
      <p:sp>
        <p:nvSpPr>
          <p:cNvPr id="240669" name="Rectangle 30">
            <a:extLst>
              <a:ext uri="{FF2B5EF4-FFF2-40B4-BE49-F238E27FC236}">
                <a16:creationId xmlns:a16="http://schemas.microsoft.com/office/drawing/2014/main" id="{FA053450-C7AF-E849-B36D-16CB240AB3B2}"/>
              </a:ext>
            </a:extLst>
          </p:cNvPr>
          <p:cNvSpPr>
            <a:spLocks noChangeArrowheads="1"/>
          </p:cNvSpPr>
          <p:nvPr/>
        </p:nvSpPr>
        <p:spPr bwMode="auto">
          <a:xfrm>
            <a:off x="1169194" y="3399235"/>
            <a:ext cx="292628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rPr>
              <a:t>(e) </a:t>
            </a:r>
            <a:r>
              <a:rPr kumimoji="1" lang="zh-CN" altLang="en-US" sz="1500">
                <a:solidFill>
                  <a:srgbClr val="FF0000"/>
                </a:solidFill>
                <a:latin typeface="Arial" panose="020B0604020202020204" pitchFamily="34" charset="0"/>
                <a:ea typeface="宋体" panose="02010600030101010101" pitchFamily="2" charset="-122"/>
              </a:rPr>
              <a:t>网络地址</a:t>
            </a:r>
            <a:r>
              <a:rPr kumimoji="1" lang="zh-CN" altLang="en-US" sz="1500">
                <a:solidFill>
                  <a:schemeClr val="folHlink"/>
                </a:solidFill>
                <a:latin typeface="Arial" panose="020B0604020202020204" pitchFamily="34" charset="0"/>
                <a:ea typeface="宋体" panose="02010600030101010101" pitchFamily="2" charset="-122"/>
              </a:rPr>
              <a:t>（点分十进制表示）</a:t>
            </a:r>
          </a:p>
        </p:txBody>
      </p:sp>
      <p:sp>
        <p:nvSpPr>
          <p:cNvPr id="989215" name="Text Box 31">
            <a:extLst>
              <a:ext uri="{FF2B5EF4-FFF2-40B4-BE49-F238E27FC236}">
                <a16:creationId xmlns:a16="http://schemas.microsoft.com/office/drawing/2014/main" id="{FD092B31-1207-AF42-8FED-143B845D1F69}"/>
              </a:ext>
            </a:extLst>
          </p:cNvPr>
          <p:cNvSpPr txBox="1">
            <a:spLocks noChangeArrowheads="1"/>
          </p:cNvSpPr>
          <p:nvPr/>
        </p:nvSpPr>
        <p:spPr bwMode="auto">
          <a:xfrm>
            <a:off x="2205276" y="4015979"/>
            <a:ext cx="5416868" cy="830997"/>
          </a:xfrm>
          <a:prstGeom prst="rect">
            <a:avLst/>
          </a:prstGeom>
          <a:solidFill>
            <a:srgbClr val="FFFF99"/>
          </a:solidFill>
          <a:ln w="9525">
            <a:solidFill>
              <a:srgbClr val="333399"/>
            </a:solidFill>
            <a:miter lim="800000"/>
            <a:headEnd/>
            <a:tailEnd/>
          </a:ln>
          <a:effectLst>
            <a:outerShdw blurRad="63500" dist="38099" dir="2700000" algn="ctr" rotWithShape="0">
              <a:schemeClr val="bg2">
                <a:alpha val="74997"/>
              </a:schemeClr>
            </a:outerShdw>
          </a:effectLst>
        </p:spPr>
        <p:txBody>
          <a:bodyPr wrap="none">
            <a:spAutoFit/>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lang="zh-CN" altLang="en-US" sz="2400">
                <a:solidFill>
                  <a:schemeClr val="folHlink"/>
                </a:solidFill>
                <a:ea typeface="宋体" panose="02010600030101010101" pitchFamily="2" charset="-122"/>
              </a:rPr>
              <a:t>不同的子网掩码得出</a:t>
            </a:r>
            <a:r>
              <a:rPr lang="zh-CN" altLang="en-US" sz="2400">
                <a:solidFill>
                  <a:schemeClr val="hlink"/>
                </a:solidFill>
                <a:ea typeface="宋体" panose="02010600030101010101" pitchFamily="2" charset="-122"/>
              </a:rPr>
              <a:t>相同</a:t>
            </a:r>
            <a:r>
              <a:rPr lang="zh-CN" altLang="en-US" sz="2400">
                <a:solidFill>
                  <a:schemeClr val="folHlink"/>
                </a:solidFill>
                <a:ea typeface="宋体" panose="02010600030101010101" pitchFamily="2" charset="-122"/>
              </a:rPr>
              <a:t>的网络地址。</a:t>
            </a:r>
          </a:p>
          <a:p>
            <a:pPr algn="ctr" eaLnBrk="1" hangingPunct="1">
              <a:defRPr/>
            </a:pPr>
            <a:r>
              <a:rPr lang="zh-CN" altLang="en-US" sz="2400">
                <a:solidFill>
                  <a:schemeClr val="folHlink"/>
                </a:solidFill>
                <a:ea typeface="宋体" panose="02010600030101010101" pitchFamily="2" charset="-122"/>
              </a:rPr>
              <a:t>但不同的掩码的效果是不同的。</a:t>
            </a:r>
            <a:r>
              <a:rPr lang="zh-CN" altLang="en-US" sz="2400">
                <a:ea typeface="宋体" panose="02010600030101010101" pitchFamily="2" charset="-122"/>
              </a:rPr>
              <a:t> </a:t>
            </a:r>
          </a:p>
        </p:txBody>
      </p:sp>
      <p:sp>
        <p:nvSpPr>
          <p:cNvPr id="240671" name="幻灯片编号占位符 1">
            <a:extLst>
              <a:ext uri="{FF2B5EF4-FFF2-40B4-BE49-F238E27FC236}">
                <a16:creationId xmlns:a16="http://schemas.microsoft.com/office/drawing/2014/main" id="{E6FC2B9B-B092-FD46-8D51-B56C4E6F89D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46DC98C-07F4-C44D-BFC8-F1E3F0B0407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885342962"/>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02" name="Rectangle 2">
            <a:extLst>
              <a:ext uri="{FF2B5EF4-FFF2-40B4-BE49-F238E27FC236}">
                <a16:creationId xmlns:a16="http://schemas.microsoft.com/office/drawing/2014/main" id="{22F1F081-E2D5-6641-ADC6-6A77FA82A298}"/>
              </a:ext>
            </a:extLst>
          </p:cNvPr>
          <p:cNvSpPr>
            <a:spLocks noGrp="1" noChangeArrowheads="1"/>
          </p:cNvSpPr>
          <p:nvPr>
            <p:ph type="body" idx="1"/>
          </p:nvPr>
        </p:nvSpPr>
        <p:spPr>
          <a:xfrm>
            <a:off x="160020" y="1059656"/>
            <a:ext cx="8778240" cy="3671888"/>
          </a:xfrm>
        </p:spPr>
        <p:txBody>
          <a:bodyPr/>
          <a:lstStyle/>
          <a:p>
            <a:pPr eaLnBrk="1" hangingPunct="1"/>
            <a:r>
              <a:rPr lang="zh-CN" altLang="en-US" dirty="0">
                <a:latin typeface="Times New Roman" panose="02020603050405020304" pitchFamily="18" charset="0"/>
                <a:ea typeface="宋体" panose="02010600030101010101" pitchFamily="2" charset="-122"/>
              </a:rPr>
              <a:t>在</a:t>
            </a:r>
            <a:r>
              <a:rPr lang="zh-CN" altLang="en-US" dirty="0">
                <a:solidFill>
                  <a:srgbClr val="C00000"/>
                </a:solidFill>
                <a:latin typeface="Times New Roman" panose="02020603050405020304" pitchFamily="18" charset="0"/>
                <a:ea typeface="宋体" panose="02010600030101010101" pitchFamily="2" charset="-122"/>
              </a:rPr>
              <a:t>不划分子网</a:t>
            </a:r>
            <a:r>
              <a:rPr lang="zh-CN" altLang="en-US" dirty="0">
                <a:latin typeface="Times New Roman" panose="02020603050405020304" pitchFamily="18" charset="0"/>
                <a:ea typeface="宋体" panose="02010600030101010101" pitchFamily="2" charset="-122"/>
              </a:rPr>
              <a:t>的两级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地址下，从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地址得出网络地址是个很简单的事。</a:t>
            </a:r>
          </a:p>
          <a:p>
            <a:pPr eaLnBrk="1" hangingPunct="1"/>
            <a:r>
              <a:rPr lang="zh-CN" altLang="en-US" dirty="0">
                <a:latin typeface="Times New Roman" panose="02020603050405020304" pitchFamily="18" charset="0"/>
                <a:ea typeface="宋体" panose="02010600030101010101" pitchFamily="2" charset="-122"/>
              </a:rPr>
              <a:t>但在</a:t>
            </a:r>
            <a:r>
              <a:rPr lang="zh-CN" altLang="en-US" dirty="0">
                <a:solidFill>
                  <a:srgbClr val="C00000"/>
                </a:solidFill>
                <a:latin typeface="Times New Roman" panose="02020603050405020304" pitchFamily="18" charset="0"/>
                <a:ea typeface="宋体" panose="02010600030101010101" pitchFamily="2" charset="-122"/>
              </a:rPr>
              <a:t>划分子网</a:t>
            </a:r>
            <a:r>
              <a:rPr lang="zh-CN" altLang="en-US" dirty="0">
                <a:latin typeface="Times New Roman" panose="02020603050405020304" pitchFamily="18" charset="0"/>
                <a:ea typeface="宋体" panose="02010600030101010101" pitchFamily="2" charset="-122"/>
              </a:rPr>
              <a:t>的情况下，从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地址却不能唯一地得出网络地址来，这是因为网络地址取决于那个网络所采用的</a:t>
            </a:r>
            <a:r>
              <a:rPr lang="zh-CN" altLang="en-US" dirty="0">
                <a:solidFill>
                  <a:srgbClr val="C00000"/>
                </a:solidFill>
                <a:latin typeface="Times New Roman" panose="02020603050405020304" pitchFamily="18" charset="0"/>
                <a:ea typeface="宋体" panose="02010600030101010101" pitchFamily="2" charset="-122"/>
              </a:rPr>
              <a:t>子网掩码</a:t>
            </a:r>
            <a:r>
              <a:rPr lang="zh-CN" altLang="en-US" dirty="0">
                <a:latin typeface="Times New Roman" panose="02020603050405020304" pitchFamily="18" charset="0"/>
                <a:ea typeface="宋体" panose="02010600030101010101" pitchFamily="2" charset="-122"/>
              </a:rPr>
              <a:t>，但数据报的首部并没有提供子网掩码的信息。</a:t>
            </a:r>
          </a:p>
          <a:p>
            <a:pPr eaLnBrk="1" hangingPunct="1"/>
            <a:r>
              <a:rPr lang="zh-CN" altLang="en-US" dirty="0">
                <a:latin typeface="Times New Roman" panose="02020603050405020304" pitchFamily="18" charset="0"/>
                <a:ea typeface="宋体" panose="02010600030101010101" pitchFamily="2" charset="-122"/>
              </a:rPr>
              <a:t>因此分组转发的算法也必须做相应的改动。 </a:t>
            </a:r>
          </a:p>
        </p:txBody>
      </p:sp>
      <p:sp>
        <p:nvSpPr>
          <p:cNvPr id="242690" name="Rectangle 3">
            <a:extLst>
              <a:ext uri="{FF2B5EF4-FFF2-40B4-BE49-F238E27FC236}">
                <a16:creationId xmlns:a16="http://schemas.microsoft.com/office/drawing/2014/main" id="{A5CAA14D-7A6A-C24E-8846-B45A1BA50A09}"/>
              </a:ext>
            </a:extLst>
          </p:cNvPr>
          <p:cNvSpPr>
            <a:spLocks noGrp="1" noChangeArrowheads="1"/>
          </p:cNvSpPr>
          <p:nvPr>
            <p:ph type="title"/>
          </p:nvPr>
        </p:nvSpPr>
        <p:spPr>
          <a:xfrm>
            <a:off x="160020" y="141685"/>
            <a:ext cx="7770734" cy="756047"/>
          </a:xfrm>
        </p:spPr>
        <p:txBody>
          <a:bodyPr/>
          <a:lstStyle/>
          <a:p>
            <a:pPr eaLnBrk="1" hangingPunct="1"/>
            <a:r>
              <a:rPr lang="en-US" altLang="zh-CN" sz="3000" dirty="0">
                <a:ea typeface="宋体" panose="02010600030101010101" pitchFamily="2" charset="-122"/>
              </a:rPr>
              <a:t>4.3.2  </a:t>
            </a:r>
            <a:r>
              <a:rPr lang="zh-CN" altLang="en-US" sz="3000" dirty="0">
                <a:ea typeface="宋体" panose="02010600030101010101" pitchFamily="2" charset="-122"/>
              </a:rPr>
              <a:t>使用子网掩码的分组转发过程</a:t>
            </a:r>
          </a:p>
        </p:txBody>
      </p:sp>
      <p:sp>
        <p:nvSpPr>
          <p:cNvPr id="242691" name="幻灯片编号占位符 1">
            <a:extLst>
              <a:ext uri="{FF2B5EF4-FFF2-40B4-BE49-F238E27FC236}">
                <a16:creationId xmlns:a16="http://schemas.microsoft.com/office/drawing/2014/main" id="{F32CC302-8312-6D4A-8F43-6913ED76B97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665FC47-21F6-974C-97A6-418D52A2B8F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110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14409551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12002">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1200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739" name="幻灯片编号占位符 1">
            <a:extLst>
              <a:ext uri="{FF2B5EF4-FFF2-40B4-BE49-F238E27FC236}">
                <a16:creationId xmlns:a16="http://schemas.microsoft.com/office/drawing/2014/main" id="{61DDCB8E-88DA-C04F-A15F-2BD265F75EC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2038C98-AC2C-DE40-8B4C-A3F3750A616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111</a:t>
            </a:fld>
            <a:endParaRPr lang="en-US" altLang="zh-CN" sz="1050" dirty="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44737" name="Rectangle 2">
            <a:extLst>
              <a:ext uri="{FF2B5EF4-FFF2-40B4-BE49-F238E27FC236}">
                <a16:creationId xmlns:a16="http://schemas.microsoft.com/office/drawing/2014/main" id="{4476DBE1-B076-034F-A9B3-2F8B3EC49718}"/>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在划分子网的情况下路由器转发分组的算法 </a:t>
            </a:r>
          </a:p>
        </p:txBody>
      </p:sp>
      <p:sp>
        <p:nvSpPr>
          <p:cNvPr id="244738" name="Text Box 3">
            <a:extLst>
              <a:ext uri="{FF2B5EF4-FFF2-40B4-BE49-F238E27FC236}">
                <a16:creationId xmlns:a16="http://schemas.microsoft.com/office/drawing/2014/main" id="{45FC880B-77AE-8843-BB3A-60D1EA009010}"/>
              </a:ext>
            </a:extLst>
          </p:cNvPr>
          <p:cNvSpPr txBox="1">
            <a:spLocks noChangeArrowheads="1"/>
          </p:cNvSpPr>
          <p:nvPr/>
        </p:nvSpPr>
        <p:spPr bwMode="auto">
          <a:xfrm>
            <a:off x="213574" y="1005520"/>
            <a:ext cx="8713256" cy="4034951"/>
          </a:xfrm>
          <a:prstGeom prst="rect">
            <a:avLst/>
          </a:prstGeom>
          <a:solidFill>
            <a:srgbClr val="FFFF99"/>
          </a:solidFill>
          <a:ln w="9525">
            <a:solidFill>
              <a:srgbClr val="333399"/>
            </a:solidFill>
            <a:miter lim="800000"/>
            <a:headEnd/>
            <a:tailEnd/>
          </a:ln>
        </p:spPr>
        <p:txBody>
          <a:bodyPr wrap="square">
            <a:spAutoFit/>
          </a:bodyPr>
          <a:lstStyle>
            <a:lvl1pPr marL="3429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8001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2573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7145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1717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628900" indent="-3429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3086100" indent="-3429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543300" indent="-3429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4000500" indent="-3429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spcAft>
                <a:spcPct val="10000"/>
              </a:spcAft>
            </a:pPr>
            <a:r>
              <a:rPr lang="en-US" altLang="zh-CN" sz="2100" dirty="0">
                <a:solidFill>
                  <a:schemeClr val="tx2"/>
                </a:solidFill>
                <a:latin typeface="微软雅黑" panose="020B0503020204020204" pitchFamily="34" charset="-122"/>
              </a:rPr>
              <a:t>(1) </a:t>
            </a:r>
            <a:r>
              <a:rPr lang="zh-CN" altLang="en-US" sz="2100" dirty="0">
                <a:solidFill>
                  <a:schemeClr val="tx2"/>
                </a:solidFill>
                <a:latin typeface="微软雅黑" panose="020B0503020204020204" pitchFamily="34" charset="-122"/>
              </a:rPr>
              <a:t>从收到的分组的首部提取目的 </a:t>
            </a:r>
            <a:r>
              <a:rPr lang="en-US" altLang="zh-CN" sz="2100" dirty="0">
                <a:solidFill>
                  <a:srgbClr val="FF0000"/>
                </a:solidFill>
                <a:latin typeface="微软雅黑" panose="020B0503020204020204" pitchFamily="34" charset="-122"/>
              </a:rPr>
              <a:t>IP </a:t>
            </a:r>
            <a:r>
              <a:rPr lang="zh-CN" altLang="en-US" sz="2100" dirty="0">
                <a:solidFill>
                  <a:srgbClr val="FF0000"/>
                </a:solidFill>
                <a:latin typeface="微软雅黑" panose="020B0503020204020204" pitchFamily="34" charset="-122"/>
              </a:rPr>
              <a:t>地址 </a:t>
            </a:r>
            <a:r>
              <a:rPr lang="en-US" altLang="zh-CN" sz="2100" i="1" dirty="0">
                <a:solidFill>
                  <a:schemeClr val="tx2"/>
                </a:solidFill>
                <a:latin typeface="微软雅黑" panose="020B0503020204020204" pitchFamily="34" charset="-122"/>
              </a:rPr>
              <a:t>D</a:t>
            </a:r>
            <a:r>
              <a:rPr lang="zh-CN" altLang="en-US" sz="2100" dirty="0">
                <a:solidFill>
                  <a:schemeClr val="tx2"/>
                </a:solidFill>
                <a:latin typeface="微软雅黑" panose="020B0503020204020204" pitchFamily="34" charset="-122"/>
              </a:rPr>
              <a:t>。</a:t>
            </a:r>
          </a:p>
          <a:p>
            <a:pPr eaLnBrk="1" hangingPunct="1"/>
            <a:r>
              <a:rPr lang="en-US" altLang="zh-CN" sz="2100" dirty="0">
                <a:solidFill>
                  <a:schemeClr val="tx2"/>
                </a:solidFill>
                <a:latin typeface="微软雅黑" panose="020B0503020204020204" pitchFamily="34" charset="-122"/>
              </a:rPr>
              <a:t>(2) </a:t>
            </a:r>
            <a:r>
              <a:rPr lang="zh-CN" altLang="en-US" sz="2100" dirty="0">
                <a:solidFill>
                  <a:schemeClr val="tx2"/>
                </a:solidFill>
                <a:latin typeface="微软雅黑" panose="020B0503020204020204" pitchFamily="34" charset="-122"/>
              </a:rPr>
              <a:t>先用</a:t>
            </a:r>
            <a:r>
              <a:rPr lang="zh-CN" altLang="en-US" sz="2100" dirty="0">
                <a:solidFill>
                  <a:srgbClr val="FF0000"/>
                </a:solidFill>
                <a:latin typeface="微软雅黑" panose="020B0503020204020204" pitchFamily="34" charset="-122"/>
              </a:rPr>
              <a:t>各网络</a:t>
            </a:r>
            <a:r>
              <a:rPr lang="zh-CN" altLang="en-US" sz="2100" dirty="0">
                <a:solidFill>
                  <a:schemeClr val="tx2"/>
                </a:solidFill>
                <a:latin typeface="微软雅黑" panose="020B0503020204020204" pitchFamily="34" charset="-122"/>
              </a:rPr>
              <a:t>的</a:t>
            </a:r>
            <a:r>
              <a:rPr lang="zh-CN" altLang="en-US" sz="2100" dirty="0">
                <a:solidFill>
                  <a:srgbClr val="FF0000"/>
                </a:solidFill>
                <a:latin typeface="微软雅黑" panose="020B0503020204020204" pitchFamily="34" charset="-122"/>
              </a:rPr>
              <a:t>子网掩码</a:t>
            </a:r>
            <a:r>
              <a:rPr lang="zh-CN" altLang="en-US" sz="2100" dirty="0">
                <a:solidFill>
                  <a:schemeClr val="tx2"/>
                </a:solidFill>
                <a:latin typeface="微软雅黑" panose="020B0503020204020204" pitchFamily="34" charset="-122"/>
              </a:rPr>
              <a:t>和 </a:t>
            </a:r>
            <a:r>
              <a:rPr lang="en-US" altLang="zh-CN" sz="2100" i="1" dirty="0">
                <a:solidFill>
                  <a:srgbClr val="FF0000"/>
                </a:solidFill>
                <a:latin typeface="微软雅黑" panose="020B0503020204020204" pitchFamily="34" charset="-122"/>
              </a:rPr>
              <a:t>D </a:t>
            </a:r>
            <a:r>
              <a:rPr lang="zh-CN" altLang="en-US" sz="2100" dirty="0">
                <a:solidFill>
                  <a:schemeClr val="tx2"/>
                </a:solidFill>
                <a:latin typeface="微软雅黑" panose="020B0503020204020204" pitchFamily="34" charset="-122"/>
              </a:rPr>
              <a:t>逐位相</a:t>
            </a:r>
            <a:r>
              <a:rPr lang="zh-CN" altLang="en-US" sz="2100" dirty="0">
                <a:solidFill>
                  <a:schemeClr val="tx2"/>
                </a:solidFill>
                <a:latin typeface="Arial" panose="020B0604020202020204" pitchFamily="34" charset="0"/>
              </a:rPr>
              <a:t>“</a:t>
            </a:r>
            <a:r>
              <a:rPr lang="zh-CN" altLang="en-US" sz="2100" dirty="0">
                <a:solidFill>
                  <a:schemeClr val="tx2"/>
                </a:solidFill>
                <a:latin typeface="微软雅黑" panose="020B0503020204020204" pitchFamily="34" charset="-122"/>
              </a:rPr>
              <a:t>与</a:t>
            </a:r>
            <a:r>
              <a:rPr lang="zh-CN" altLang="en-US" sz="2100" dirty="0">
                <a:solidFill>
                  <a:schemeClr val="tx2"/>
                </a:solidFill>
                <a:latin typeface="Arial" panose="020B0604020202020204" pitchFamily="34" charset="0"/>
              </a:rPr>
              <a:t>”</a:t>
            </a:r>
            <a:r>
              <a:rPr lang="zh-CN" altLang="en-US" sz="2100" dirty="0">
                <a:solidFill>
                  <a:schemeClr val="tx2"/>
                </a:solidFill>
                <a:latin typeface="微软雅黑" panose="020B0503020204020204" pitchFamily="34" charset="-122"/>
              </a:rPr>
              <a:t>，看是否和相应的网络地址匹配。若匹配，则将分组直接交付。</a:t>
            </a:r>
          </a:p>
          <a:p>
            <a:pPr eaLnBrk="1" hangingPunct="1">
              <a:spcBef>
                <a:spcPct val="10000"/>
              </a:spcBef>
            </a:pPr>
            <a:r>
              <a:rPr lang="zh-CN" altLang="en-US" sz="2100" dirty="0">
                <a:solidFill>
                  <a:schemeClr val="tx2"/>
                </a:solidFill>
                <a:latin typeface="微软雅黑" panose="020B0503020204020204" pitchFamily="34" charset="-122"/>
              </a:rPr>
              <a:t>     否则就是间接交付，执行</a:t>
            </a:r>
            <a:r>
              <a:rPr lang="en-US" altLang="zh-CN" sz="2100" dirty="0">
                <a:solidFill>
                  <a:schemeClr val="tx2"/>
                </a:solidFill>
                <a:latin typeface="微软雅黑" panose="020B0503020204020204" pitchFamily="34" charset="-122"/>
              </a:rPr>
              <a:t>(3)</a:t>
            </a:r>
            <a:r>
              <a:rPr lang="zh-CN" altLang="en-US" sz="2100" dirty="0">
                <a:solidFill>
                  <a:schemeClr val="tx2"/>
                </a:solidFill>
                <a:latin typeface="微软雅黑" panose="020B0503020204020204" pitchFamily="34" charset="-122"/>
              </a:rPr>
              <a:t>。</a:t>
            </a:r>
          </a:p>
          <a:p>
            <a:pPr eaLnBrk="1" hangingPunct="1"/>
            <a:r>
              <a:rPr lang="en-US" altLang="zh-CN" sz="2100" dirty="0">
                <a:solidFill>
                  <a:schemeClr val="tx2"/>
                </a:solidFill>
                <a:latin typeface="微软雅黑" panose="020B0503020204020204" pitchFamily="34" charset="-122"/>
              </a:rPr>
              <a:t>(3) </a:t>
            </a:r>
            <a:r>
              <a:rPr lang="zh-CN" altLang="en-US" sz="2100" dirty="0">
                <a:solidFill>
                  <a:schemeClr val="tx2"/>
                </a:solidFill>
                <a:latin typeface="微软雅黑" panose="020B0503020204020204" pitchFamily="34" charset="-122"/>
              </a:rPr>
              <a:t>若</a:t>
            </a:r>
            <a:r>
              <a:rPr lang="zh-CN" altLang="en-US" sz="2100" dirty="0">
                <a:solidFill>
                  <a:srgbClr val="FF0000"/>
                </a:solidFill>
                <a:latin typeface="微软雅黑" panose="020B0503020204020204" pitchFamily="34" charset="-122"/>
              </a:rPr>
              <a:t>路由表中</a:t>
            </a:r>
            <a:r>
              <a:rPr lang="zh-CN" altLang="en-US" sz="2100" dirty="0">
                <a:solidFill>
                  <a:schemeClr val="tx2"/>
                </a:solidFill>
                <a:latin typeface="微软雅黑" panose="020B0503020204020204" pitchFamily="34" charset="-122"/>
              </a:rPr>
              <a:t>有目的地址为 </a:t>
            </a:r>
            <a:r>
              <a:rPr lang="en-US" altLang="zh-CN" sz="2100" i="1" dirty="0">
                <a:solidFill>
                  <a:schemeClr val="tx2"/>
                </a:solidFill>
                <a:latin typeface="微软雅黑" panose="020B0503020204020204" pitchFamily="34" charset="-122"/>
              </a:rPr>
              <a:t>D </a:t>
            </a:r>
            <a:r>
              <a:rPr lang="zh-CN" altLang="en-US" sz="2100" dirty="0">
                <a:solidFill>
                  <a:schemeClr val="tx2"/>
                </a:solidFill>
                <a:latin typeface="微软雅黑" panose="020B0503020204020204" pitchFamily="34" charset="-122"/>
              </a:rPr>
              <a:t>的特定主机路由，则将</a:t>
            </a:r>
          </a:p>
          <a:p>
            <a:pPr eaLnBrk="1" hangingPunct="1"/>
            <a:r>
              <a:rPr lang="zh-CN" altLang="en-US" sz="2100" dirty="0">
                <a:solidFill>
                  <a:schemeClr val="tx2"/>
                </a:solidFill>
                <a:latin typeface="微软雅黑" panose="020B0503020204020204" pitchFamily="34" charset="-122"/>
              </a:rPr>
              <a:t>     分组传送给指明的下一跳路由器；否则，执行</a:t>
            </a:r>
            <a:r>
              <a:rPr lang="en-US" altLang="zh-CN" sz="2100" dirty="0">
                <a:solidFill>
                  <a:schemeClr val="tx2"/>
                </a:solidFill>
                <a:latin typeface="微软雅黑" panose="020B0503020204020204" pitchFamily="34" charset="-122"/>
              </a:rPr>
              <a:t>(4)</a:t>
            </a:r>
            <a:r>
              <a:rPr lang="zh-CN" altLang="en-US" sz="2100" dirty="0">
                <a:solidFill>
                  <a:schemeClr val="tx2"/>
                </a:solidFill>
                <a:latin typeface="微软雅黑" panose="020B0503020204020204" pitchFamily="34" charset="-122"/>
              </a:rPr>
              <a:t>。</a:t>
            </a:r>
          </a:p>
          <a:p>
            <a:pPr eaLnBrk="1" hangingPunct="1"/>
            <a:r>
              <a:rPr lang="en-US" altLang="zh-CN" sz="2100" dirty="0">
                <a:solidFill>
                  <a:schemeClr val="tx2"/>
                </a:solidFill>
                <a:latin typeface="微软雅黑" panose="020B0503020204020204" pitchFamily="34" charset="-122"/>
              </a:rPr>
              <a:t>(4) </a:t>
            </a:r>
            <a:r>
              <a:rPr lang="zh-CN" altLang="en-US" sz="2100" dirty="0">
                <a:solidFill>
                  <a:schemeClr val="tx2"/>
                </a:solidFill>
                <a:latin typeface="微软雅黑" panose="020B0503020204020204" pitchFamily="34" charset="-122"/>
              </a:rPr>
              <a:t>对路由表中的</a:t>
            </a:r>
            <a:r>
              <a:rPr lang="zh-CN" altLang="en-US" sz="2100" dirty="0">
                <a:solidFill>
                  <a:srgbClr val="FF0000"/>
                </a:solidFill>
                <a:latin typeface="微软雅黑" panose="020B0503020204020204" pitchFamily="34" charset="-122"/>
              </a:rPr>
              <a:t>每一行的子网掩码</a:t>
            </a:r>
            <a:r>
              <a:rPr lang="zh-CN" altLang="en-US" sz="2100" dirty="0">
                <a:solidFill>
                  <a:schemeClr val="tx2"/>
                </a:solidFill>
                <a:latin typeface="微软雅黑" panose="020B0503020204020204" pitchFamily="34" charset="-122"/>
              </a:rPr>
              <a:t>和</a:t>
            </a:r>
            <a:r>
              <a:rPr lang="zh-CN" altLang="en-US" sz="1350" dirty="0">
                <a:solidFill>
                  <a:schemeClr val="tx2"/>
                </a:solidFill>
                <a:latin typeface="微软雅黑" panose="020B0503020204020204" pitchFamily="34" charset="-122"/>
              </a:rPr>
              <a:t> </a:t>
            </a:r>
            <a:r>
              <a:rPr lang="en-US" altLang="zh-CN" sz="2100" i="1" dirty="0">
                <a:solidFill>
                  <a:srgbClr val="FF0000"/>
                </a:solidFill>
                <a:latin typeface="微软雅黑" panose="020B0503020204020204" pitchFamily="34" charset="-122"/>
              </a:rPr>
              <a:t>D </a:t>
            </a:r>
            <a:r>
              <a:rPr lang="zh-CN" altLang="en-US" sz="2100" dirty="0">
                <a:solidFill>
                  <a:schemeClr val="tx2"/>
                </a:solidFill>
                <a:latin typeface="微软雅黑" panose="020B0503020204020204" pitchFamily="34" charset="-122"/>
              </a:rPr>
              <a:t>逐位相</a:t>
            </a:r>
            <a:r>
              <a:rPr lang="zh-CN" altLang="en-US" sz="2100" dirty="0">
                <a:solidFill>
                  <a:schemeClr val="tx2"/>
                </a:solidFill>
                <a:latin typeface="Arial" panose="020B0604020202020204" pitchFamily="34" charset="0"/>
              </a:rPr>
              <a:t>“</a:t>
            </a:r>
            <a:r>
              <a:rPr lang="zh-CN" altLang="en-US" sz="2100" dirty="0">
                <a:solidFill>
                  <a:schemeClr val="tx2"/>
                </a:solidFill>
                <a:latin typeface="微软雅黑" panose="020B0503020204020204" pitchFamily="34" charset="-122"/>
              </a:rPr>
              <a:t>与</a:t>
            </a:r>
            <a:r>
              <a:rPr lang="zh-CN" altLang="en-US" sz="2100" dirty="0">
                <a:solidFill>
                  <a:schemeClr val="tx2"/>
                </a:solidFill>
                <a:latin typeface="Arial" panose="020B0604020202020204" pitchFamily="34" charset="0"/>
              </a:rPr>
              <a:t>”</a:t>
            </a:r>
            <a:r>
              <a:rPr lang="zh-CN" altLang="en-US" sz="2100" dirty="0">
                <a:solidFill>
                  <a:schemeClr val="tx2"/>
                </a:solidFill>
                <a:latin typeface="微软雅黑" panose="020B0503020204020204" pitchFamily="34" charset="-122"/>
              </a:rPr>
              <a:t>，</a:t>
            </a:r>
          </a:p>
          <a:p>
            <a:pPr eaLnBrk="1" hangingPunct="1"/>
            <a:r>
              <a:rPr lang="zh-CN" altLang="en-US" sz="2100" dirty="0">
                <a:solidFill>
                  <a:schemeClr val="tx2"/>
                </a:solidFill>
                <a:latin typeface="微软雅黑" panose="020B0503020204020204" pitchFamily="34" charset="-122"/>
              </a:rPr>
              <a:t>     若其结果与该行的目的网络地址匹配，则将分组传送</a:t>
            </a:r>
          </a:p>
          <a:p>
            <a:pPr eaLnBrk="1" hangingPunct="1"/>
            <a:r>
              <a:rPr lang="zh-CN" altLang="en-US" sz="2100" dirty="0">
                <a:solidFill>
                  <a:schemeClr val="tx2"/>
                </a:solidFill>
                <a:latin typeface="微软雅黑" panose="020B0503020204020204" pitchFamily="34" charset="-122"/>
              </a:rPr>
              <a:t>     给该行指明的下一跳路由器；否则，执行</a:t>
            </a:r>
            <a:r>
              <a:rPr lang="en-US" altLang="zh-CN" sz="2100" dirty="0">
                <a:solidFill>
                  <a:schemeClr val="tx2"/>
                </a:solidFill>
                <a:latin typeface="微软雅黑" panose="020B0503020204020204" pitchFamily="34" charset="-122"/>
              </a:rPr>
              <a:t>(5)</a:t>
            </a:r>
            <a:r>
              <a:rPr lang="zh-CN" altLang="en-US" sz="2100" dirty="0">
                <a:solidFill>
                  <a:schemeClr val="tx2"/>
                </a:solidFill>
                <a:latin typeface="微软雅黑" panose="020B0503020204020204" pitchFamily="34" charset="-122"/>
              </a:rPr>
              <a:t>。</a:t>
            </a:r>
          </a:p>
          <a:p>
            <a:pPr eaLnBrk="1" hangingPunct="1"/>
            <a:r>
              <a:rPr lang="en-US" altLang="zh-CN" sz="2100" dirty="0">
                <a:solidFill>
                  <a:schemeClr val="tx2"/>
                </a:solidFill>
                <a:latin typeface="微软雅黑" panose="020B0503020204020204" pitchFamily="34" charset="-122"/>
              </a:rPr>
              <a:t>(5) </a:t>
            </a:r>
            <a:r>
              <a:rPr lang="zh-CN" altLang="en-US" sz="2100" dirty="0">
                <a:solidFill>
                  <a:schemeClr val="tx2"/>
                </a:solidFill>
                <a:latin typeface="微软雅黑" panose="020B0503020204020204" pitchFamily="34" charset="-122"/>
              </a:rPr>
              <a:t>若路由表中有一个默认路由，则将分组传送给路由表</a:t>
            </a:r>
          </a:p>
          <a:p>
            <a:pPr eaLnBrk="1" hangingPunct="1"/>
            <a:r>
              <a:rPr lang="zh-CN" altLang="en-US" sz="2100" dirty="0">
                <a:solidFill>
                  <a:schemeClr val="tx2"/>
                </a:solidFill>
                <a:latin typeface="微软雅黑" panose="020B0503020204020204" pitchFamily="34" charset="-122"/>
              </a:rPr>
              <a:t>     中所指明的默认路由器；否则，执行</a:t>
            </a:r>
            <a:r>
              <a:rPr lang="en-US" altLang="zh-CN" sz="2100" dirty="0">
                <a:solidFill>
                  <a:schemeClr val="tx2"/>
                </a:solidFill>
                <a:latin typeface="微软雅黑" panose="020B0503020204020204" pitchFamily="34" charset="-122"/>
              </a:rPr>
              <a:t>(6)</a:t>
            </a:r>
            <a:r>
              <a:rPr lang="zh-CN" altLang="en-US" sz="2100" dirty="0">
                <a:solidFill>
                  <a:schemeClr val="tx2"/>
                </a:solidFill>
                <a:latin typeface="微软雅黑" panose="020B0503020204020204" pitchFamily="34" charset="-122"/>
              </a:rPr>
              <a:t>。</a:t>
            </a:r>
          </a:p>
          <a:p>
            <a:pPr eaLnBrk="1" hangingPunct="1"/>
            <a:r>
              <a:rPr lang="en-US" altLang="zh-CN" sz="2100" dirty="0">
                <a:solidFill>
                  <a:schemeClr val="tx2"/>
                </a:solidFill>
                <a:latin typeface="微软雅黑" panose="020B0503020204020204" pitchFamily="34" charset="-122"/>
              </a:rPr>
              <a:t>(6) </a:t>
            </a:r>
            <a:r>
              <a:rPr lang="zh-CN" altLang="en-US" sz="2100" dirty="0">
                <a:solidFill>
                  <a:schemeClr val="tx2"/>
                </a:solidFill>
                <a:latin typeface="微软雅黑" panose="020B0503020204020204" pitchFamily="34" charset="-122"/>
              </a:rPr>
              <a:t>报告转发分组出错。</a:t>
            </a:r>
          </a:p>
        </p:txBody>
      </p:sp>
    </p:spTree>
    <p:extLst>
      <p:ext uri="{BB962C8B-B14F-4D97-AF65-F5344CB8AC3E}">
        <p14:creationId xmlns:p14="http://schemas.microsoft.com/office/powerpoint/2010/main" val="1496315583"/>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46785" name="Freeform 2">
            <a:extLst>
              <a:ext uri="{FF2B5EF4-FFF2-40B4-BE49-F238E27FC236}">
                <a16:creationId xmlns:a16="http://schemas.microsoft.com/office/drawing/2014/main" id="{852CE35D-E86E-9448-BA06-95F04FB761D9}"/>
              </a:ext>
            </a:extLst>
          </p:cNvPr>
          <p:cNvSpPr>
            <a:spLocks/>
          </p:cNvSpPr>
          <p:nvPr/>
        </p:nvSpPr>
        <p:spPr bwMode="auto">
          <a:xfrm>
            <a:off x="3055144" y="1533526"/>
            <a:ext cx="1260872" cy="1364456"/>
          </a:xfrm>
          <a:custGeom>
            <a:avLst/>
            <a:gdLst>
              <a:gd name="T0" fmla="*/ 2147483646 w 1059"/>
              <a:gd name="T1" fmla="*/ 2147483646 h 1146"/>
              <a:gd name="T2" fmla="*/ 2147483646 w 1059"/>
              <a:gd name="T3" fmla="*/ 0 h 1146"/>
              <a:gd name="T4" fmla="*/ 2147483646 w 1059"/>
              <a:gd name="T5" fmla="*/ 2147483646 h 1146"/>
              <a:gd name="T6" fmla="*/ 0 w 1059"/>
              <a:gd name="T7" fmla="*/ 2147483646 h 11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59" h="1146">
                <a:moveTo>
                  <a:pt x="5" y="1146"/>
                </a:moveTo>
                <a:lnTo>
                  <a:pt x="1048" y="0"/>
                </a:lnTo>
                <a:lnTo>
                  <a:pt x="1059" y="880"/>
                </a:lnTo>
                <a:lnTo>
                  <a:pt x="0" y="1111"/>
                </a:lnTo>
              </a:path>
            </a:pathLst>
          </a:custGeom>
          <a:gradFill rotWithShape="1">
            <a:gsLst>
              <a:gs pos="0">
                <a:srgbClr val="B9B96F"/>
              </a:gs>
              <a:gs pos="100000">
                <a:srgbClr val="FFFF99"/>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786" name="Text Box 4">
            <a:extLst>
              <a:ext uri="{FF2B5EF4-FFF2-40B4-BE49-F238E27FC236}">
                <a16:creationId xmlns:a16="http://schemas.microsoft.com/office/drawing/2014/main" id="{361284BA-5A6A-0644-BD68-68A451819A55}"/>
              </a:ext>
            </a:extLst>
          </p:cNvPr>
          <p:cNvSpPr txBox="1">
            <a:spLocks noChangeArrowheads="1"/>
          </p:cNvSpPr>
          <p:nvPr/>
        </p:nvSpPr>
        <p:spPr bwMode="auto">
          <a:xfrm>
            <a:off x="3055144" y="234553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graphicFrame>
        <p:nvGraphicFramePr>
          <p:cNvPr id="513029" name="Group 5">
            <a:extLst>
              <a:ext uri="{FF2B5EF4-FFF2-40B4-BE49-F238E27FC236}">
                <a16:creationId xmlns:a16="http://schemas.microsoft.com/office/drawing/2014/main" id="{487BAAE7-3B5A-8D46-9206-077FA3D607AC}"/>
              </a:ext>
            </a:extLst>
          </p:cNvPr>
          <p:cNvGraphicFramePr>
            <a:graphicFrameLocks noGrp="1"/>
          </p:cNvGraphicFramePr>
          <p:nvPr>
            <p:extLst>
              <p:ext uri="{D42A27DB-BD31-4B8C-83A1-F6EECF244321}">
                <p14:modId xmlns:p14="http://schemas.microsoft.com/office/powerpoint/2010/main" val="951094448"/>
              </p:ext>
            </p:extLst>
          </p:nvPr>
        </p:nvGraphicFramePr>
        <p:xfrm>
          <a:off x="4316016" y="1539146"/>
          <a:ext cx="3604021" cy="1039153"/>
        </p:xfrm>
        <a:graphic>
          <a:graphicData uri="http://schemas.openxmlformats.org/drawingml/2006/table">
            <a:tbl>
              <a:tblPr/>
              <a:tblGrid>
                <a:gridCol w="1294541">
                  <a:extLst>
                    <a:ext uri="{9D8B030D-6E8A-4147-A177-3AD203B41FA5}">
                      <a16:colId xmlns:a16="http://schemas.microsoft.com/office/drawing/2014/main" val="20000"/>
                    </a:ext>
                  </a:extLst>
                </a:gridCol>
                <a:gridCol w="1550739">
                  <a:extLst>
                    <a:ext uri="{9D8B030D-6E8A-4147-A177-3AD203B41FA5}">
                      <a16:colId xmlns:a16="http://schemas.microsoft.com/office/drawing/2014/main" val="20001"/>
                    </a:ext>
                  </a:extLst>
                </a:gridCol>
                <a:gridCol w="758741">
                  <a:extLst>
                    <a:ext uri="{9D8B030D-6E8A-4147-A177-3AD203B41FA5}">
                      <a16:colId xmlns:a16="http://schemas.microsoft.com/office/drawing/2014/main" val="20002"/>
                    </a:ext>
                  </a:extLst>
                </a:gridCol>
              </a:tblGrid>
              <a:tr h="25372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目的网络地址</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子网掩码</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下一跳</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7856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128.30.36.0</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255.255.255.0</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R</a:t>
                      </a:r>
                      <a:r>
                        <a:rPr kumimoji="0" lang="en-US" altLang="zh-CN" sz="1400" b="0" i="0" u="none" strike="noStrike" cap="none" normalizeH="0" baseline="-25000" dirty="0">
                          <a:ln>
                            <a:noFill/>
                          </a:ln>
                          <a:solidFill>
                            <a:srgbClr val="333399"/>
                          </a:solidFill>
                          <a:effectLst/>
                          <a:latin typeface="Arial" panose="020B0604020202020204" pitchFamily="34" charset="0"/>
                          <a:ea typeface="宋体" panose="02010600030101010101" pitchFamily="2" charset="-122"/>
                        </a:rPr>
                        <a:t>2</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1"/>
                  </a:ext>
                </a:extLst>
              </a:tr>
            </a:tbl>
          </a:graphicData>
        </a:graphic>
      </p:graphicFrame>
      <p:sp>
        <p:nvSpPr>
          <p:cNvPr id="246801" name="Line 19">
            <a:extLst>
              <a:ext uri="{FF2B5EF4-FFF2-40B4-BE49-F238E27FC236}">
                <a16:creationId xmlns:a16="http://schemas.microsoft.com/office/drawing/2014/main" id="{CCF70423-47EF-1C42-8467-A49294ABEC5E}"/>
              </a:ext>
            </a:extLst>
          </p:cNvPr>
          <p:cNvSpPr>
            <a:spLocks noChangeShapeType="1"/>
          </p:cNvSpPr>
          <p:nvPr/>
        </p:nvSpPr>
        <p:spPr bwMode="auto">
          <a:xfrm>
            <a:off x="3034904" y="2328863"/>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02" name="Line 20">
            <a:extLst>
              <a:ext uri="{FF2B5EF4-FFF2-40B4-BE49-F238E27FC236}">
                <a16:creationId xmlns:a16="http://schemas.microsoft.com/office/drawing/2014/main" id="{52A72CD1-2C4E-8B48-812B-4E6FB0D63608}"/>
              </a:ext>
            </a:extLst>
          </p:cNvPr>
          <p:cNvSpPr>
            <a:spLocks noChangeShapeType="1"/>
          </p:cNvSpPr>
          <p:nvPr/>
        </p:nvSpPr>
        <p:spPr bwMode="auto">
          <a:xfrm>
            <a:off x="1378744" y="2315766"/>
            <a:ext cx="1191"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03" name="Line 21">
            <a:extLst>
              <a:ext uri="{FF2B5EF4-FFF2-40B4-BE49-F238E27FC236}">
                <a16:creationId xmlns:a16="http://schemas.microsoft.com/office/drawing/2014/main" id="{2EE9320F-F2A1-1145-91CF-A398D187A3E8}"/>
              </a:ext>
            </a:extLst>
          </p:cNvPr>
          <p:cNvSpPr>
            <a:spLocks noChangeShapeType="1"/>
          </p:cNvSpPr>
          <p:nvPr/>
        </p:nvSpPr>
        <p:spPr bwMode="auto">
          <a:xfrm flipV="1">
            <a:off x="1215628" y="2328863"/>
            <a:ext cx="3032522"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04" name="Line 22">
            <a:extLst>
              <a:ext uri="{FF2B5EF4-FFF2-40B4-BE49-F238E27FC236}">
                <a16:creationId xmlns:a16="http://schemas.microsoft.com/office/drawing/2014/main" id="{A0EE001E-E11E-C44C-BE88-0ED6A986B6DA}"/>
              </a:ext>
            </a:extLst>
          </p:cNvPr>
          <p:cNvSpPr>
            <a:spLocks noChangeShapeType="1"/>
          </p:cNvSpPr>
          <p:nvPr/>
        </p:nvSpPr>
        <p:spPr bwMode="auto">
          <a:xfrm>
            <a:off x="1864519" y="1901429"/>
            <a:ext cx="1191"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46805" name="Picture 23">
            <a:extLst>
              <a:ext uri="{FF2B5EF4-FFF2-40B4-BE49-F238E27FC236}">
                <a16:creationId xmlns:a16="http://schemas.microsoft.com/office/drawing/2014/main" id="{CE42C094-E2D3-F348-8C04-BFAE4D3DF45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35932" y="1707357"/>
            <a:ext cx="298847"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806" name="Text Box 24">
            <a:extLst>
              <a:ext uri="{FF2B5EF4-FFF2-40B4-BE49-F238E27FC236}">
                <a16:creationId xmlns:a16="http://schemas.microsoft.com/office/drawing/2014/main" id="{DAC2BA7F-9731-3D43-AB64-1D79D4CF8E1C}"/>
              </a:ext>
            </a:extLst>
          </p:cNvPr>
          <p:cNvSpPr txBox="1">
            <a:spLocks noChangeArrowheads="1"/>
          </p:cNvSpPr>
          <p:nvPr/>
        </p:nvSpPr>
        <p:spPr bwMode="auto">
          <a:xfrm>
            <a:off x="1332310" y="1441847"/>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FF0000"/>
                </a:solidFill>
                <a:latin typeface="Arial" panose="020B0604020202020204" pitchFamily="34" charset="0"/>
                <a:ea typeface="宋体" panose="02010600030101010101" pitchFamily="2" charset="-122"/>
                <a:cs typeface="黑体" panose="02010609060101010101" pitchFamily="49" charset="-122"/>
              </a:rPr>
              <a:t>128.30.33.13</a:t>
            </a:r>
          </a:p>
        </p:txBody>
      </p:sp>
      <p:sp>
        <p:nvSpPr>
          <p:cNvPr id="246807" name="Text Box 25">
            <a:extLst>
              <a:ext uri="{FF2B5EF4-FFF2-40B4-BE49-F238E27FC236}">
                <a16:creationId xmlns:a16="http://schemas.microsoft.com/office/drawing/2014/main" id="{CD441D70-C3E8-8F4E-A298-7D89A800DD04}"/>
              </a:ext>
            </a:extLst>
          </p:cNvPr>
          <p:cNvSpPr txBox="1">
            <a:spLocks noChangeArrowheads="1"/>
          </p:cNvSpPr>
          <p:nvPr/>
        </p:nvSpPr>
        <p:spPr bwMode="auto">
          <a:xfrm>
            <a:off x="1139834" y="1653779"/>
            <a:ext cx="704040"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源主机</a:t>
            </a:r>
          </a:p>
          <a:p>
            <a:pPr algn="ctr" eaLnBrk="1" hangingPunct="1">
              <a:spcBef>
                <a:spcPct val="0"/>
              </a:spcBef>
              <a:buClrTx/>
              <a:buSzTx/>
              <a:buFontTx/>
              <a:buNone/>
            </a:pPr>
            <a:r>
              <a:rPr kumimoji="1" lang="en-US" altLang="zh-CN" sz="1350">
                <a:solidFill>
                  <a:srgbClr val="FF0000"/>
                </a:solidFill>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solidFill>
                  <a:srgbClr val="FF0000"/>
                </a:solidFill>
                <a:latin typeface="Arial" panose="020B0604020202020204" pitchFamily="34" charset="0"/>
                <a:ea typeface="宋体" panose="02010600030101010101" pitchFamily="2" charset="-122"/>
                <a:cs typeface="黑体" panose="02010609060101010101" pitchFamily="49" charset="-122"/>
              </a:rPr>
              <a:t>1</a:t>
            </a:r>
          </a:p>
        </p:txBody>
      </p:sp>
      <p:sp>
        <p:nvSpPr>
          <p:cNvPr id="246808" name="Line 27">
            <a:extLst>
              <a:ext uri="{FF2B5EF4-FFF2-40B4-BE49-F238E27FC236}">
                <a16:creationId xmlns:a16="http://schemas.microsoft.com/office/drawing/2014/main" id="{7EF09156-50D3-3A46-B0F6-BCE426D25C15}"/>
              </a:ext>
            </a:extLst>
          </p:cNvPr>
          <p:cNvSpPr>
            <a:spLocks noChangeShapeType="1"/>
          </p:cNvSpPr>
          <p:nvPr/>
        </p:nvSpPr>
        <p:spPr bwMode="auto">
          <a:xfrm>
            <a:off x="2364581" y="375880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09" name="Line 28">
            <a:extLst>
              <a:ext uri="{FF2B5EF4-FFF2-40B4-BE49-F238E27FC236}">
                <a16:creationId xmlns:a16="http://schemas.microsoft.com/office/drawing/2014/main" id="{8E8CBDA4-3158-324E-8CEE-3964DA352B5A}"/>
              </a:ext>
            </a:extLst>
          </p:cNvPr>
          <p:cNvSpPr>
            <a:spLocks noChangeShapeType="1"/>
          </p:cNvSpPr>
          <p:nvPr/>
        </p:nvSpPr>
        <p:spPr bwMode="auto">
          <a:xfrm>
            <a:off x="5760244"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10" name="Line 29">
            <a:extLst>
              <a:ext uri="{FF2B5EF4-FFF2-40B4-BE49-F238E27FC236}">
                <a16:creationId xmlns:a16="http://schemas.microsoft.com/office/drawing/2014/main" id="{7D38964E-F47C-2D40-AE68-5BA4402E93C5}"/>
              </a:ext>
            </a:extLst>
          </p:cNvPr>
          <p:cNvSpPr>
            <a:spLocks noChangeShapeType="1"/>
          </p:cNvSpPr>
          <p:nvPr/>
        </p:nvSpPr>
        <p:spPr bwMode="auto">
          <a:xfrm>
            <a:off x="1768079" y="4281488"/>
            <a:ext cx="1190"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11" name="Line 30">
            <a:extLst>
              <a:ext uri="{FF2B5EF4-FFF2-40B4-BE49-F238E27FC236}">
                <a16:creationId xmlns:a16="http://schemas.microsoft.com/office/drawing/2014/main" id="{E78D4092-1EFA-1248-BFF4-1CBA4F0E8B29}"/>
              </a:ext>
            </a:extLst>
          </p:cNvPr>
          <p:cNvSpPr>
            <a:spLocks noChangeShapeType="1"/>
          </p:cNvSpPr>
          <p:nvPr/>
        </p:nvSpPr>
        <p:spPr bwMode="auto">
          <a:xfrm>
            <a:off x="2364581" y="330041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12" name="Line 31">
            <a:extLst>
              <a:ext uri="{FF2B5EF4-FFF2-40B4-BE49-F238E27FC236}">
                <a16:creationId xmlns:a16="http://schemas.microsoft.com/office/drawing/2014/main" id="{21CE9164-5F8A-C54A-8059-641548698752}"/>
              </a:ext>
            </a:extLst>
          </p:cNvPr>
          <p:cNvSpPr>
            <a:spLocks noChangeShapeType="1"/>
          </p:cNvSpPr>
          <p:nvPr/>
        </p:nvSpPr>
        <p:spPr bwMode="auto">
          <a:xfrm>
            <a:off x="3039667" y="2757488"/>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46813" name="Picture 32">
            <a:extLst>
              <a:ext uri="{FF2B5EF4-FFF2-40B4-BE49-F238E27FC236}">
                <a16:creationId xmlns:a16="http://schemas.microsoft.com/office/drawing/2014/main" id="{EE65BB44-C170-2D41-A422-4D8D623C92A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37110" y="4513660"/>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814" name="Picture 33">
            <a:extLst>
              <a:ext uri="{FF2B5EF4-FFF2-40B4-BE49-F238E27FC236}">
                <a16:creationId xmlns:a16="http://schemas.microsoft.com/office/drawing/2014/main" id="{E1444E71-FFC1-F348-8832-00CEE5BD24C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21582" y="25598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6815" name="Group 34">
            <a:extLst>
              <a:ext uri="{FF2B5EF4-FFF2-40B4-BE49-F238E27FC236}">
                <a16:creationId xmlns:a16="http://schemas.microsoft.com/office/drawing/2014/main" id="{178EE1B9-26EC-0F45-ABBF-017727AAD383}"/>
              </a:ext>
            </a:extLst>
          </p:cNvPr>
          <p:cNvGrpSpPr>
            <a:grpSpLocks/>
          </p:cNvGrpSpPr>
          <p:nvPr/>
        </p:nvGrpSpPr>
        <p:grpSpPr bwMode="auto">
          <a:xfrm>
            <a:off x="2844404" y="2594373"/>
            <a:ext cx="459581" cy="345281"/>
            <a:chOff x="864" y="1824"/>
            <a:chExt cx="432" cy="288"/>
          </a:xfrm>
        </p:grpSpPr>
        <p:pic>
          <p:nvPicPr>
            <p:cNvPr id="246847" name="Picture 35">
              <a:extLst>
                <a:ext uri="{FF2B5EF4-FFF2-40B4-BE49-F238E27FC236}">
                  <a16:creationId xmlns:a16="http://schemas.microsoft.com/office/drawing/2014/main" id="{7EBEA937-F73E-6040-AD4D-32091A3330E7}"/>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848" name="Picture 36">
              <a:extLst>
                <a:ext uri="{FF2B5EF4-FFF2-40B4-BE49-F238E27FC236}">
                  <a16:creationId xmlns:a16="http://schemas.microsoft.com/office/drawing/2014/main" id="{DB4EB253-917F-C844-863A-67450107BBDC}"/>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46816" name="Picture 37">
            <a:extLst>
              <a:ext uri="{FF2B5EF4-FFF2-40B4-BE49-F238E27FC236}">
                <a16:creationId xmlns:a16="http://schemas.microsoft.com/office/drawing/2014/main" id="{586CA134-056F-1949-9090-5024470B4EC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36419" y="3584973"/>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817" name="Line 38">
            <a:extLst>
              <a:ext uri="{FF2B5EF4-FFF2-40B4-BE49-F238E27FC236}">
                <a16:creationId xmlns:a16="http://schemas.microsoft.com/office/drawing/2014/main" id="{6555279A-4AD4-7F40-ACA4-96807FF7A3AA}"/>
              </a:ext>
            </a:extLst>
          </p:cNvPr>
          <p:cNvSpPr>
            <a:spLocks noChangeShapeType="1"/>
          </p:cNvSpPr>
          <p:nvPr/>
        </p:nvSpPr>
        <p:spPr bwMode="auto">
          <a:xfrm>
            <a:off x="1844279" y="3284935"/>
            <a:ext cx="521136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18" name="Line 39">
            <a:extLst>
              <a:ext uri="{FF2B5EF4-FFF2-40B4-BE49-F238E27FC236}">
                <a16:creationId xmlns:a16="http://schemas.microsoft.com/office/drawing/2014/main" id="{40F4B014-3A45-B441-920F-DB4004C7182F}"/>
              </a:ext>
            </a:extLst>
          </p:cNvPr>
          <p:cNvSpPr>
            <a:spLocks noChangeShapeType="1"/>
          </p:cNvSpPr>
          <p:nvPr/>
        </p:nvSpPr>
        <p:spPr bwMode="auto">
          <a:xfrm>
            <a:off x="1533525" y="4296967"/>
            <a:ext cx="587692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19" name="Text Box 40">
            <a:extLst>
              <a:ext uri="{FF2B5EF4-FFF2-40B4-BE49-F238E27FC236}">
                <a16:creationId xmlns:a16="http://schemas.microsoft.com/office/drawing/2014/main" id="{A0D6D70C-C036-444C-A0BD-30C0ACEFD312}"/>
              </a:ext>
            </a:extLst>
          </p:cNvPr>
          <p:cNvSpPr txBox="1">
            <a:spLocks noChangeArrowheads="1"/>
          </p:cNvSpPr>
          <p:nvPr/>
        </p:nvSpPr>
        <p:spPr bwMode="auto">
          <a:xfrm>
            <a:off x="1772841" y="2918222"/>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128.30.33.130</a:t>
            </a:r>
          </a:p>
        </p:txBody>
      </p:sp>
      <p:grpSp>
        <p:nvGrpSpPr>
          <p:cNvPr id="513065" name="Group 41">
            <a:extLst>
              <a:ext uri="{FF2B5EF4-FFF2-40B4-BE49-F238E27FC236}">
                <a16:creationId xmlns:a16="http://schemas.microsoft.com/office/drawing/2014/main" id="{DB3A0264-0FFB-4342-A556-B16EE94F9775}"/>
              </a:ext>
            </a:extLst>
          </p:cNvPr>
          <p:cNvGrpSpPr>
            <a:grpSpLocks/>
          </p:cNvGrpSpPr>
          <p:nvPr/>
        </p:nvGrpSpPr>
        <p:grpSpPr bwMode="auto">
          <a:xfrm>
            <a:off x="3328987" y="1221582"/>
            <a:ext cx="4400551" cy="1731169"/>
            <a:chOff x="1836" y="1026"/>
            <a:chExt cx="3696" cy="1454"/>
          </a:xfrm>
        </p:grpSpPr>
        <p:sp>
          <p:nvSpPr>
            <p:cNvPr id="246845" name="Text Box 42">
              <a:extLst>
                <a:ext uri="{FF2B5EF4-FFF2-40B4-BE49-F238E27FC236}">
                  <a16:creationId xmlns:a16="http://schemas.microsoft.com/office/drawing/2014/main" id="{AFCFCFF7-32BE-1344-AC0F-C32DD5F8C309}"/>
                </a:ext>
              </a:extLst>
            </p:cNvPr>
            <p:cNvSpPr txBox="1">
              <a:spLocks noChangeArrowheads="1"/>
            </p:cNvSpPr>
            <p:nvPr/>
          </p:nvSpPr>
          <p:spPr bwMode="auto">
            <a:xfrm>
              <a:off x="2894" y="1026"/>
              <a:ext cx="2638"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的路由表（未给出默认路由器）</a:t>
              </a:r>
              <a:endParaRPr kumimoji="1" lang="zh-CN" altLang="en-US"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46846" name="Text Box 43">
              <a:extLst>
                <a:ext uri="{FF2B5EF4-FFF2-40B4-BE49-F238E27FC236}">
                  <a16:creationId xmlns:a16="http://schemas.microsoft.com/office/drawing/2014/main" id="{71DFC828-57DA-1D46-BBF9-FECD9CD7AB69}"/>
                </a:ext>
              </a:extLst>
            </p:cNvPr>
            <p:cNvSpPr txBox="1">
              <a:spLocks noChangeArrowheads="1"/>
            </p:cNvSpPr>
            <p:nvPr/>
          </p:nvSpPr>
          <p:spPr bwMode="auto">
            <a:xfrm>
              <a:off x="1836" y="2228"/>
              <a:ext cx="31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grpSp>
      <p:sp>
        <p:nvSpPr>
          <p:cNvPr id="246821" name="Text Box 44">
            <a:extLst>
              <a:ext uri="{FF2B5EF4-FFF2-40B4-BE49-F238E27FC236}">
                <a16:creationId xmlns:a16="http://schemas.microsoft.com/office/drawing/2014/main" id="{DD7BBA45-D4C2-0F46-9FA4-B7815EA8014D}"/>
              </a:ext>
            </a:extLst>
          </p:cNvPr>
          <p:cNvSpPr txBox="1">
            <a:spLocks noChangeArrowheads="1"/>
          </p:cNvSpPr>
          <p:nvPr/>
        </p:nvSpPr>
        <p:spPr bwMode="auto">
          <a:xfrm>
            <a:off x="3043237" y="2922985"/>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46822" name="Line 45">
            <a:extLst>
              <a:ext uri="{FF2B5EF4-FFF2-40B4-BE49-F238E27FC236}">
                <a16:creationId xmlns:a16="http://schemas.microsoft.com/office/drawing/2014/main" id="{3E8BB002-506E-FA40-94D2-6F28DB8C6B7B}"/>
              </a:ext>
            </a:extLst>
          </p:cNvPr>
          <p:cNvSpPr>
            <a:spLocks noChangeShapeType="1"/>
          </p:cNvSpPr>
          <p:nvPr/>
        </p:nvSpPr>
        <p:spPr bwMode="auto">
          <a:xfrm>
            <a:off x="4157663"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46823" name="Group 46">
            <a:extLst>
              <a:ext uri="{FF2B5EF4-FFF2-40B4-BE49-F238E27FC236}">
                <a16:creationId xmlns:a16="http://schemas.microsoft.com/office/drawing/2014/main" id="{E2857911-82EA-AF44-ADF6-7818C087477F}"/>
              </a:ext>
            </a:extLst>
          </p:cNvPr>
          <p:cNvGrpSpPr>
            <a:grpSpLocks/>
          </p:cNvGrpSpPr>
          <p:nvPr/>
        </p:nvGrpSpPr>
        <p:grpSpPr bwMode="auto">
          <a:xfrm>
            <a:off x="2169319" y="3632598"/>
            <a:ext cx="459581" cy="345281"/>
            <a:chOff x="864" y="1824"/>
            <a:chExt cx="432" cy="288"/>
          </a:xfrm>
        </p:grpSpPr>
        <p:pic>
          <p:nvPicPr>
            <p:cNvPr id="246843" name="Picture 47">
              <a:extLst>
                <a:ext uri="{FF2B5EF4-FFF2-40B4-BE49-F238E27FC236}">
                  <a16:creationId xmlns:a16="http://schemas.microsoft.com/office/drawing/2014/main" id="{5C59AB2B-5410-C848-B336-218B7A0756E8}"/>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844" name="Picture 48">
              <a:extLst>
                <a:ext uri="{FF2B5EF4-FFF2-40B4-BE49-F238E27FC236}">
                  <a16:creationId xmlns:a16="http://schemas.microsoft.com/office/drawing/2014/main" id="{30759DE1-C2AB-D744-9C24-D5F68AC978EB}"/>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6824" name="Text Box 49">
            <a:extLst>
              <a:ext uri="{FF2B5EF4-FFF2-40B4-BE49-F238E27FC236}">
                <a16:creationId xmlns:a16="http://schemas.microsoft.com/office/drawing/2014/main" id="{91901C5C-164E-A64F-8611-3DD85C5412F9}"/>
              </a:ext>
            </a:extLst>
          </p:cNvPr>
          <p:cNvSpPr txBox="1">
            <a:spLocks noChangeArrowheads="1"/>
          </p:cNvSpPr>
          <p:nvPr/>
        </p:nvSpPr>
        <p:spPr bwMode="auto">
          <a:xfrm>
            <a:off x="1871663" y="3619500"/>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46825" name="Line 50">
            <a:extLst>
              <a:ext uri="{FF2B5EF4-FFF2-40B4-BE49-F238E27FC236}">
                <a16:creationId xmlns:a16="http://schemas.microsoft.com/office/drawing/2014/main" id="{149EE3AC-AD2A-0945-87C0-A4EE3FA1E1A4}"/>
              </a:ext>
            </a:extLst>
          </p:cNvPr>
          <p:cNvSpPr>
            <a:spLocks noChangeShapeType="1"/>
          </p:cNvSpPr>
          <p:nvPr/>
        </p:nvSpPr>
        <p:spPr bwMode="auto">
          <a:xfrm>
            <a:off x="2806304" y="4280297"/>
            <a:ext cx="1190"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46826" name="Picture 51">
            <a:extLst>
              <a:ext uri="{FF2B5EF4-FFF2-40B4-BE49-F238E27FC236}">
                <a16:creationId xmlns:a16="http://schemas.microsoft.com/office/drawing/2014/main" id="{BCF95798-E572-3C4B-8E8E-7D33155DA0D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26694" y="35885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827" name="Text Box 52">
            <a:extLst>
              <a:ext uri="{FF2B5EF4-FFF2-40B4-BE49-F238E27FC236}">
                <a16:creationId xmlns:a16="http://schemas.microsoft.com/office/drawing/2014/main" id="{AADF23BA-865A-EE45-8DD8-595D6B19BDC4}"/>
              </a:ext>
            </a:extLst>
          </p:cNvPr>
          <p:cNvSpPr txBox="1">
            <a:spLocks noChangeArrowheads="1"/>
          </p:cNvSpPr>
          <p:nvPr/>
        </p:nvSpPr>
        <p:spPr bwMode="auto">
          <a:xfrm>
            <a:off x="4106466" y="2761060"/>
            <a:ext cx="343614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2</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128.30.33.128</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255.255.255.128</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46828" name="Text Box 53">
            <a:extLst>
              <a:ext uri="{FF2B5EF4-FFF2-40B4-BE49-F238E27FC236}">
                <a16:creationId xmlns:a16="http://schemas.microsoft.com/office/drawing/2014/main" id="{A222B989-0E1B-AD44-B1BD-E54D4364FD21}"/>
              </a:ext>
            </a:extLst>
          </p:cNvPr>
          <p:cNvSpPr txBox="1">
            <a:spLocks noChangeArrowheads="1"/>
          </p:cNvSpPr>
          <p:nvPr/>
        </p:nvSpPr>
        <p:spPr bwMode="auto">
          <a:xfrm>
            <a:off x="3654029" y="3921919"/>
            <a:ext cx="111440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目的主机 </a:t>
            </a:r>
            <a:r>
              <a:rPr kumimoji="1" lang="en-US" altLang="zh-CN" sz="1350">
                <a:solidFill>
                  <a:srgbClr val="FF0000"/>
                </a:solidFill>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solidFill>
                  <a:srgbClr val="FF0000"/>
                </a:solidFill>
                <a:latin typeface="Arial" panose="020B0604020202020204" pitchFamily="34" charset="0"/>
                <a:ea typeface="宋体" panose="02010600030101010101" pitchFamily="2" charset="-122"/>
                <a:cs typeface="黑体" panose="02010609060101010101" pitchFamily="49" charset="-122"/>
              </a:rPr>
              <a:t>2</a:t>
            </a:r>
          </a:p>
        </p:txBody>
      </p:sp>
      <p:sp>
        <p:nvSpPr>
          <p:cNvPr id="246829" name="Text Box 54">
            <a:extLst>
              <a:ext uri="{FF2B5EF4-FFF2-40B4-BE49-F238E27FC236}">
                <a16:creationId xmlns:a16="http://schemas.microsoft.com/office/drawing/2014/main" id="{793B91BA-747E-4045-BE32-4D3FC9B3BCEB}"/>
              </a:ext>
            </a:extLst>
          </p:cNvPr>
          <p:cNvSpPr txBox="1">
            <a:spLocks noChangeArrowheads="1"/>
          </p:cNvSpPr>
          <p:nvPr/>
        </p:nvSpPr>
        <p:spPr bwMode="auto">
          <a:xfrm>
            <a:off x="4248150" y="3570685"/>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FF0000"/>
                </a:solidFill>
                <a:latin typeface="Arial" panose="020B0604020202020204" pitchFamily="34" charset="0"/>
                <a:ea typeface="宋体" panose="02010600030101010101" pitchFamily="2" charset="-122"/>
                <a:cs typeface="黑体" panose="02010609060101010101" pitchFamily="49" charset="-122"/>
              </a:rPr>
              <a:t>128.30.33.138</a:t>
            </a:r>
          </a:p>
        </p:txBody>
      </p:sp>
      <p:sp>
        <p:nvSpPr>
          <p:cNvPr id="246830" name="Text Box 55">
            <a:extLst>
              <a:ext uri="{FF2B5EF4-FFF2-40B4-BE49-F238E27FC236}">
                <a16:creationId xmlns:a16="http://schemas.microsoft.com/office/drawing/2014/main" id="{D166837A-0DEF-D04C-AA3C-31574C83C8E5}"/>
              </a:ext>
            </a:extLst>
          </p:cNvPr>
          <p:cNvSpPr txBox="1">
            <a:spLocks noChangeArrowheads="1"/>
          </p:cNvSpPr>
          <p:nvPr/>
        </p:nvSpPr>
        <p:spPr bwMode="auto">
          <a:xfrm>
            <a:off x="2124075" y="3403997"/>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46831" name="Text Box 56">
            <a:extLst>
              <a:ext uri="{FF2B5EF4-FFF2-40B4-BE49-F238E27FC236}">
                <a16:creationId xmlns:a16="http://schemas.microsoft.com/office/drawing/2014/main" id="{E0181C90-FDD6-EE40-BDAE-057641D7F03A}"/>
              </a:ext>
            </a:extLst>
          </p:cNvPr>
          <p:cNvSpPr txBox="1">
            <a:spLocks noChangeArrowheads="1"/>
          </p:cNvSpPr>
          <p:nvPr/>
        </p:nvSpPr>
        <p:spPr bwMode="auto">
          <a:xfrm>
            <a:off x="2124075" y="394454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46832" name="Text Box 57">
            <a:extLst>
              <a:ext uri="{FF2B5EF4-FFF2-40B4-BE49-F238E27FC236}">
                <a16:creationId xmlns:a16="http://schemas.microsoft.com/office/drawing/2014/main" id="{BC3C1D93-2CC8-AF42-85F9-93777C029CF3}"/>
              </a:ext>
            </a:extLst>
          </p:cNvPr>
          <p:cNvSpPr txBox="1">
            <a:spLocks noChangeArrowheads="1"/>
          </p:cNvSpPr>
          <p:nvPr/>
        </p:nvSpPr>
        <p:spPr bwMode="auto">
          <a:xfrm>
            <a:off x="2357437" y="3403997"/>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128.30.33.129</a:t>
            </a:r>
          </a:p>
        </p:txBody>
      </p:sp>
      <p:pic>
        <p:nvPicPr>
          <p:cNvPr id="246833" name="Picture 58">
            <a:extLst>
              <a:ext uri="{FF2B5EF4-FFF2-40B4-BE49-F238E27FC236}">
                <a16:creationId xmlns:a16="http://schemas.microsoft.com/office/drawing/2014/main" id="{B3A0D113-540F-DB4A-B1AE-2A1B3C7876E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75335" y="4512469"/>
            <a:ext cx="300038"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834" name="Text Box 59">
            <a:extLst>
              <a:ext uri="{FF2B5EF4-FFF2-40B4-BE49-F238E27FC236}">
                <a16:creationId xmlns:a16="http://schemas.microsoft.com/office/drawing/2014/main" id="{24D8EBC3-7650-A74A-9ACA-A92A59463914}"/>
              </a:ext>
            </a:extLst>
          </p:cNvPr>
          <p:cNvSpPr txBox="1">
            <a:spLocks noChangeArrowheads="1"/>
          </p:cNvSpPr>
          <p:nvPr/>
        </p:nvSpPr>
        <p:spPr bwMode="auto">
          <a:xfrm>
            <a:off x="2412206" y="4488656"/>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246835" name="Text Box 60">
            <a:extLst>
              <a:ext uri="{FF2B5EF4-FFF2-40B4-BE49-F238E27FC236}">
                <a16:creationId xmlns:a16="http://schemas.microsoft.com/office/drawing/2014/main" id="{3A320B1E-69FA-A142-9673-F9D6810CE4CB}"/>
              </a:ext>
            </a:extLst>
          </p:cNvPr>
          <p:cNvSpPr txBox="1">
            <a:spLocks noChangeArrowheads="1"/>
          </p:cNvSpPr>
          <p:nvPr/>
        </p:nvSpPr>
        <p:spPr bwMode="auto">
          <a:xfrm>
            <a:off x="2408635" y="394335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128.30.36.2</a:t>
            </a:r>
          </a:p>
        </p:txBody>
      </p:sp>
      <p:sp>
        <p:nvSpPr>
          <p:cNvPr id="246836" name="Text Box 61">
            <a:extLst>
              <a:ext uri="{FF2B5EF4-FFF2-40B4-BE49-F238E27FC236}">
                <a16:creationId xmlns:a16="http://schemas.microsoft.com/office/drawing/2014/main" id="{1DFD19D9-3F7D-B446-85BF-B20EB3C20579}"/>
              </a:ext>
            </a:extLst>
          </p:cNvPr>
          <p:cNvSpPr txBox="1">
            <a:spLocks noChangeArrowheads="1"/>
          </p:cNvSpPr>
          <p:nvPr/>
        </p:nvSpPr>
        <p:spPr bwMode="auto">
          <a:xfrm>
            <a:off x="4157663" y="4341019"/>
            <a:ext cx="287450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3</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128.30.36.0</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255.255.255.0</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46837" name="Text Box 62">
            <a:extLst>
              <a:ext uri="{FF2B5EF4-FFF2-40B4-BE49-F238E27FC236}">
                <a16:creationId xmlns:a16="http://schemas.microsoft.com/office/drawing/2014/main" id="{6DAA08EC-7901-D045-A27B-269E376D7C49}"/>
              </a:ext>
            </a:extLst>
          </p:cNvPr>
          <p:cNvSpPr txBox="1">
            <a:spLocks noChangeArrowheads="1"/>
          </p:cNvSpPr>
          <p:nvPr/>
        </p:nvSpPr>
        <p:spPr bwMode="auto">
          <a:xfrm>
            <a:off x="2893219" y="4542235"/>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128.30.36.12</a:t>
            </a:r>
          </a:p>
        </p:txBody>
      </p:sp>
      <p:sp>
        <p:nvSpPr>
          <p:cNvPr id="513087" name="Rectangle 63">
            <a:extLst>
              <a:ext uri="{FF2B5EF4-FFF2-40B4-BE49-F238E27FC236}">
                <a16:creationId xmlns:a16="http://schemas.microsoft.com/office/drawing/2014/main" id="{E1C58A6B-6E4B-B84B-A1DB-53AD07C98D4A}"/>
              </a:ext>
            </a:extLst>
          </p:cNvPr>
          <p:cNvSpPr>
            <a:spLocks noGrp="1" noChangeArrowheads="1"/>
          </p:cNvSpPr>
          <p:nvPr>
            <p:ph type="title"/>
          </p:nvPr>
        </p:nvSpPr>
        <p:spPr>
          <a:xfrm>
            <a:off x="1331119" y="72629"/>
            <a:ext cx="6426994" cy="1095375"/>
          </a:xfrm>
          <a:solidFill>
            <a:srgbClr val="CCECFF"/>
          </a:solidFill>
          <a:ln>
            <a:solidFill>
              <a:srgbClr val="333399"/>
            </a:solidFill>
            <a:miter lim="800000"/>
            <a:headEnd/>
            <a:tailEnd/>
          </a:ln>
          <a:effectLst>
            <a:outerShdw blurRad="63500" dist="38099" dir="2700000" algn="ctr" rotWithShape="0">
              <a:schemeClr val="bg2">
                <a:alpha val="74997"/>
              </a:schemeClr>
            </a:outerShdw>
          </a:effectLst>
        </p:spPr>
        <p:txBody>
          <a:bodyPr/>
          <a:lstStyle/>
          <a:p>
            <a:pPr algn="ctr" eaLnBrk="1" hangingPunct="1">
              <a:defRPr/>
            </a:pPr>
            <a:r>
              <a:rPr lang="en-US" altLang="zh-CN" sz="2100">
                <a:latin typeface="Times New Roman" panose="02020603050405020304" pitchFamily="18" charset="0"/>
                <a:ea typeface="宋体" panose="02010600030101010101" pitchFamily="2" charset="-122"/>
              </a:rPr>
              <a:t>【</a:t>
            </a:r>
            <a:r>
              <a:rPr lang="zh-CN" altLang="en-US" sz="2100">
                <a:latin typeface="Times New Roman" panose="02020603050405020304" pitchFamily="18" charset="0"/>
                <a:ea typeface="宋体" panose="02010600030101010101" pitchFamily="2" charset="-122"/>
              </a:rPr>
              <a:t>例</a:t>
            </a:r>
            <a:r>
              <a:rPr lang="en-US" altLang="zh-CN" sz="2100">
                <a:latin typeface="Times New Roman" panose="02020603050405020304" pitchFamily="18" charset="0"/>
                <a:ea typeface="宋体" panose="02010600030101010101" pitchFamily="2" charset="-122"/>
              </a:rPr>
              <a:t>4-4】</a:t>
            </a:r>
            <a:r>
              <a:rPr lang="zh-CN" altLang="en-US" sz="2100">
                <a:latin typeface="Times New Roman" panose="02020603050405020304" pitchFamily="18" charset="0"/>
                <a:ea typeface="宋体" panose="02010600030101010101" pitchFamily="2" charset="-122"/>
              </a:rPr>
              <a:t>已知互联网和路由器 </a:t>
            </a:r>
            <a:r>
              <a:rPr lang="en-US" altLang="zh-CN" sz="2100">
                <a:latin typeface="Times New Roman" panose="02020603050405020304" pitchFamily="18" charset="0"/>
                <a:ea typeface="宋体" panose="02010600030101010101" pitchFamily="2" charset="-122"/>
              </a:rPr>
              <a:t>R</a:t>
            </a:r>
            <a:r>
              <a:rPr lang="en-US" altLang="zh-CN" sz="2100" baseline="-25000">
                <a:latin typeface="Times New Roman" panose="02020603050405020304" pitchFamily="18" charset="0"/>
                <a:ea typeface="宋体" panose="02010600030101010101" pitchFamily="2" charset="-122"/>
              </a:rPr>
              <a:t>1 </a:t>
            </a:r>
            <a:r>
              <a:rPr lang="zh-CN" altLang="en-US" sz="2100">
                <a:latin typeface="Times New Roman" panose="02020603050405020304" pitchFamily="18" charset="0"/>
                <a:ea typeface="宋体" panose="02010600030101010101" pitchFamily="2" charset="-122"/>
              </a:rPr>
              <a:t>中的路由表。主机 </a:t>
            </a:r>
            <a:r>
              <a:rPr lang="en-US" altLang="zh-CN" sz="2100">
                <a:latin typeface="Times New Roman" panose="02020603050405020304" pitchFamily="18" charset="0"/>
                <a:ea typeface="宋体" panose="02010600030101010101" pitchFamily="2" charset="-122"/>
              </a:rPr>
              <a:t>H</a:t>
            </a:r>
            <a:r>
              <a:rPr lang="en-US" altLang="zh-CN" sz="2100" baseline="-25000">
                <a:latin typeface="Times New Roman" panose="02020603050405020304" pitchFamily="18" charset="0"/>
                <a:ea typeface="宋体" panose="02010600030101010101" pitchFamily="2" charset="-122"/>
              </a:rPr>
              <a:t>1 </a:t>
            </a:r>
            <a:r>
              <a:rPr lang="zh-CN" altLang="en-US" sz="2100">
                <a:latin typeface="Times New Roman" panose="02020603050405020304" pitchFamily="18" charset="0"/>
                <a:ea typeface="宋体" panose="02010600030101010101" pitchFamily="2" charset="-122"/>
              </a:rPr>
              <a:t>向 </a:t>
            </a:r>
            <a:r>
              <a:rPr lang="en-US" altLang="zh-CN" sz="2100">
                <a:latin typeface="Times New Roman" panose="02020603050405020304" pitchFamily="18" charset="0"/>
                <a:ea typeface="宋体" panose="02010600030101010101" pitchFamily="2" charset="-122"/>
              </a:rPr>
              <a:t>H</a:t>
            </a:r>
            <a:r>
              <a:rPr lang="en-US" altLang="zh-CN" sz="2100" baseline="-25000">
                <a:latin typeface="Times New Roman" panose="02020603050405020304" pitchFamily="18" charset="0"/>
                <a:ea typeface="宋体" panose="02010600030101010101" pitchFamily="2" charset="-122"/>
              </a:rPr>
              <a:t>2 </a:t>
            </a:r>
            <a:r>
              <a:rPr lang="zh-CN" altLang="en-US" sz="2100">
                <a:latin typeface="Times New Roman" panose="02020603050405020304" pitchFamily="18" charset="0"/>
                <a:ea typeface="宋体" panose="02010600030101010101" pitchFamily="2" charset="-122"/>
              </a:rPr>
              <a:t>发送分组。试讨论 </a:t>
            </a:r>
            <a:r>
              <a:rPr lang="en-US" altLang="zh-CN" sz="2100">
                <a:latin typeface="Times New Roman" panose="02020603050405020304" pitchFamily="18" charset="0"/>
                <a:ea typeface="宋体" panose="02010600030101010101" pitchFamily="2" charset="-122"/>
              </a:rPr>
              <a:t>R</a:t>
            </a:r>
            <a:r>
              <a:rPr lang="en-US" altLang="zh-CN" sz="2100" baseline="-25000">
                <a:latin typeface="Times New Roman" panose="02020603050405020304" pitchFamily="18" charset="0"/>
                <a:ea typeface="宋体" panose="02010600030101010101" pitchFamily="2" charset="-122"/>
              </a:rPr>
              <a:t>1 </a:t>
            </a:r>
            <a:r>
              <a:rPr lang="zh-CN" altLang="en-US" sz="2100">
                <a:latin typeface="Times New Roman" panose="02020603050405020304" pitchFamily="18" charset="0"/>
                <a:ea typeface="宋体" panose="02010600030101010101" pitchFamily="2" charset="-122"/>
              </a:rPr>
              <a:t>收到 </a:t>
            </a:r>
            <a:r>
              <a:rPr lang="en-US" altLang="zh-CN" sz="2100">
                <a:latin typeface="Times New Roman" panose="02020603050405020304" pitchFamily="18" charset="0"/>
                <a:ea typeface="宋体" panose="02010600030101010101" pitchFamily="2" charset="-122"/>
              </a:rPr>
              <a:t>H</a:t>
            </a:r>
            <a:r>
              <a:rPr lang="en-US" altLang="zh-CN" sz="2100" baseline="-25000">
                <a:latin typeface="Times New Roman" panose="02020603050405020304" pitchFamily="18" charset="0"/>
                <a:ea typeface="宋体" panose="02010600030101010101" pitchFamily="2" charset="-122"/>
              </a:rPr>
              <a:t>1 </a:t>
            </a:r>
            <a:br>
              <a:rPr lang="en-US" altLang="zh-CN" sz="2100" baseline="-25000">
                <a:latin typeface="Times New Roman" panose="02020603050405020304" pitchFamily="18" charset="0"/>
                <a:ea typeface="宋体" panose="02010600030101010101" pitchFamily="2" charset="-122"/>
              </a:rPr>
            </a:br>
            <a:r>
              <a:rPr lang="zh-CN" altLang="en-US" sz="2100">
                <a:latin typeface="Times New Roman" panose="02020603050405020304" pitchFamily="18" charset="0"/>
                <a:ea typeface="宋体" panose="02010600030101010101" pitchFamily="2" charset="-122"/>
              </a:rPr>
              <a:t>向 </a:t>
            </a:r>
            <a:r>
              <a:rPr lang="en-US" altLang="zh-CN" sz="2100">
                <a:latin typeface="Times New Roman" panose="02020603050405020304" pitchFamily="18" charset="0"/>
                <a:ea typeface="宋体" panose="02010600030101010101" pitchFamily="2" charset="-122"/>
              </a:rPr>
              <a:t>H</a:t>
            </a:r>
            <a:r>
              <a:rPr lang="en-US" altLang="zh-CN" sz="2100" baseline="-25000">
                <a:latin typeface="Times New Roman" panose="02020603050405020304" pitchFamily="18" charset="0"/>
                <a:ea typeface="宋体" panose="02010600030101010101" pitchFamily="2" charset="-122"/>
              </a:rPr>
              <a:t>2 </a:t>
            </a:r>
            <a:r>
              <a:rPr lang="zh-CN" altLang="en-US" sz="2100">
                <a:latin typeface="Times New Roman" panose="02020603050405020304" pitchFamily="18" charset="0"/>
                <a:ea typeface="宋体" panose="02010600030101010101" pitchFamily="2" charset="-122"/>
              </a:rPr>
              <a:t>发送的分组后查找路由表的过程。 </a:t>
            </a:r>
          </a:p>
        </p:txBody>
      </p:sp>
      <p:sp>
        <p:nvSpPr>
          <p:cNvPr id="246839" name="Line 64">
            <a:extLst>
              <a:ext uri="{FF2B5EF4-FFF2-40B4-BE49-F238E27FC236}">
                <a16:creationId xmlns:a16="http://schemas.microsoft.com/office/drawing/2014/main" id="{80276F3E-F480-BD4B-94F6-50FDC4C57897}"/>
              </a:ext>
            </a:extLst>
          </p:cNvPr>
          <p:cNvSpPr>
            <a:spLocks noChangeShapeType="1"/>
          </p:cNvSpPr>
          <p:nvPr/>
        </p:nvSpPr>
        <p:spPr bwMode="auto">
          <a:xfrm>
            <a:off x="1871663" y="1977628"/>
            <a:ext cx="2268141" cy="1728788"/>
          </a:xfrm>
          <a:prstGeom prst="line">
            <a:avLst/>
          </a:prstGeom>
          <a:noFill/>
          <a:ln w="76200">
            <a:solidFill>
              <a:srgbClr val="FF9933">
                <a:alpha val="61176"/>
              </a:srgbClr>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46840" name="Text Box 26">
            <a:extLst>
              <a:ext uri="{FF2B5EF4-FFF2-40B4-BE49-F238E27FC236}">
                <a16:creationId xmlns:a16="http://schemas.microsoft.com/office/drawing/2014/main" id="{1B0C4B89-F3C7-EC4C-B14F-DD11FCB322EB}"/>
              </a:ext>
            </a:extLst>
          </p:cNvPr>
          <p:cNvSpPr txBox="1">
            <a:spLocks noChangeArrowheads="1"/>
          </p:cNvSpPr>
          <p:nvPr/>
        </p:nvSpPr>
        <p:spPr bwMode="auto">
          <a:xfrm>
            <a:off x="1547813" y="1641873"/>
            <a:ext cx="2620566" cy="715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子网</a:t>
            </a:r>
            <a:r>
              <a:rPr kumimoji="1" lang="en-US" altLang="zh-CN" sz="1350">
                <a:latin typeface="Arial" panose="020B0604020202020204" pitchFamily="34" charset="0"/>
                <a:ea typeface="宋体" panose="02010600030101010101" pitchFamily="2" charset="-122"/>
                <a:cs typeface="黑体" panose="02010609060101010101" pitchFamily="49" charset="-122"/>
              </a:rPr>
              <a:t>1</a:t>
            </a:r>
            <a:r>
              <a:rPr kumimoji="1" lang="zh-CN" altLang="en-US" sz="1350">
                <a:latin typeface="Arial" panose="020B0604020202020204" pitchFamily="34" charset="0"/>
                <a:ea typeface="宋体" panose="02010600030101010101" pitchFamily="2" charset="-122"/>
                <a:cs typeface="黑体" panose="02010609060101010101" pitchFamily="49" charset="-122"/>
              </a:rPr>
              <a:t>：</a:t>
            </a:r>
          </a:p>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    网络地址 </a:t>
            </a:r>
            <a:r>
              <a:rPr kumimoji="1" lang="en-US" altLang="zh-CN" sz="1350">
                <a:latin typeface="Arial" panose="020B0604020202020204" pitchFamily="34" charset="0"/>
                <a:ea typeface="宋体" panose="02010600030101010101" pitchFamily="2" charset="-122"/>
                <a:cs typeface="黑体" panose="02010609060101010101" pitchFamily="49" charset="-122"/>
              </a:rPr>
              <a:t>128.30.33.0</a:t>
            </a:r>
          </a:p>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350">
                <a:latin typeface="Arial" panose="020B0604020202020204" pitchFamily="34" charset="0"/>
                <a:ea typeface="宋体" panose="02010600030101010101" pitchFamily="2" charset="-122"/>
                <a:cs typeface="黑体" panose="02010609060101010101" pitchFamily="49" charset="-122"/>
              </a:rPr>
              <a:t>255.255.255.128</a:t>
            </a:r>
          </a:p>
        </p:txBody>
      </p:sp>
      <p:sp>
        <p:nvSpPr>
          <p:cNvPr id="246841" name="Text Box 3">
            <a:extLst>
              <a:ext uri="{FF2B5EF4-FFF2-40B4-BE49-F238E27FC236}">
                <a16:creationId xmlns:a16="http://schemas.microsoft.com/office/drawing/2014/main" id="{36DE58BD-84D5-3149-A0F1-4029E570345F}"/>
              </a:ext>
            </a:extLst>
          </p:cNvPr>
          <p:cNvSpPr txBox="1">
            <a:spLocks noChangeArrowheads="1"/>
          </p:cNvSpPr>
          <p:nvPr/>
        </p:nvSpPr>
        <p:spPr bwMode="auto">
          <a:xfrm>
            <a:off x="1980010" y="232410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a:t>
            </a:r>
          </a:p>
        </p:txBody>
      </p:sp>
      <p:sp>
        <p:nvSpPr>
          <p:cNvPr id="246842" name="幻灯片编号占位符 1">
            <a:extLst>
              <a:ext uri="{FF2B5EF4-FFF2-40B4-BE49-F238E27FC236}">
                <a16:creationId xmlns:a16="http://schemas.microsoft.com/office/drawing/2014/main" id="{6F0C6159-C556-5B48-B47B-E2E898057233}"/>
              </a:ext>
            </a:extLst>
          </p:cNvPr>
          <p:cNvSpPr>
            <a:spLocks noGrp="1" noChangeArrowheads="1"/>
          </p:cNvSpPr>
          <p:nvPr>
            <p:ph type="sldNum" sz="quarter" idx="10"/>
          </p:nvPr>
        </p:nvSpPr>
        <p:spPr>
          <a:xfrm>
            <a:off x="8663940" y="4853315"/>
            <a:ext cx="480060"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D09DE45-FEA6-254C-8A19-5F667B460981}"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112</a:t>
            </a:fld>
            <a:endParaRPr lang="en-US" altLang="zh-CN" sz="1050" dirty="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90527056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nodeType="afterEffect">
                                  <p:stCondLst>
                                    <p:cond delay="500"/>
                                  </p:stCondLst>
                                  <p:childTnLst>
                                    <p:anim calcmode="discrete" valueType="str">
                                      <p:cBhvr>
                                        <p:cTn id="6" dur="1000" fill="hold"/>
                                        <p:tgtEl>
                                          <p:spTgt spid="51306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48833" name="Rectangle 2">
            <a:extLst>
              <a:ext uri="{FF2B5EF4-FFF2-40B4-BE49-F238E27FC236}">
                <a16:creationId xmlns:a16="http://schemas.microsoft.com/office/drawing/2014/main" id="{BABB299E-FE7A-C549-869D-E31088CE97D0}"/>
              </a:ext>
            </a:extLst>
          </p:cNvPr>
          <p:cNvSpPr>
            <a:spLocks noGrp="1" noChangeArrowheads="1"/>
          </p:cNvSpPr>
          <p:nvPr>
            <p:ph type="title"/>
          </p:nvPr>
        </p:nvSpPr>
        <p:spPr>
          <a:xfrm>
            <a:off x="2222898" y="195263"/>
            <a:ext cx="4455319" cy="467916"/>
          </a:xfrm>
        </p:spPr>
        <p:txBody>
          <a:bodyPr/>
          <a:lstStyle/>
          <a:p>
            <a:pPr algn="ctr" eaLnBrk="1" hangingPunct="1"/>
            <a:r>
              <a:rPr lang="zh-CN" altLang="en-US">
                <a:latin typeface="Times New Roman" panose="02020603050405020304" pitchFamily="18" charset="0"/>
                <a:ea typeface="宋体" panose="02010600030101010101" pitchFamily="2" charset="-122"/>
              </a:rPr>
              <a:t>主机 </a:t>
            </a:r>
            <a:r>
              <a:rPr lang="en-US" altLang="zh-CN">
                <a:latin typeface="Times New Roman" panose="02020603050405020304" pitchFamily="18" charset="0"/>
                <a:ea typeface="宋体" panose="02010600030101010101" pitchFamily="2" charset="-122"/>
              </a:rPr>
              <a:t>H</a:t>
            </a:r>
            <a:r>
              <a:rPr lang="en-US" altLang="zh-CN" baseline="-25000">
                <a:latin typeface="Times New Roman" panose="02020603050405020304" pitchFamily="18" charset="0"/>
                <a:ea typeface="宋体" panose="02010600030101010101" pitchFamily="2" charset="-122"/>
              </a:rPr>
              <a:t>1 </a:t>
            </a:r>
            <a:r>
              <a:rPr lang="zh-CN" altLang="en-US">
                <a:latin typeface="Times New Roman" panose="02020603050405020304" pitchFamily="18" charset="0"/>
                <a:ea typeface="宋体" panose="02010600030101010101" pitchFamily="2" charset="-122"/>
              </a:rPr>
              <a:t>要发送分组给 </a:t>
            </a:r>
            <a:r>
              <a:rPr lang="en-US" altLang="zh-CN">
                <a:latin typeface="Times New Roman" panose="02020603050405020304" pitchFamily="18" charset="0"/>
                <a:ea typeface="宋体" panose="02010600030101010101" pitchFamily="2" charset="-122"/>
              </a:rPr>
              <a:t>H</a:t>
            </a:r>
            <a:r>
              <a:rPr lang="en-US" altLang="zh-CN" baseline="-25000">
                <a:latin typeface="Times New Roman" panose="02020603050405020304" pitchFamily="18" charset="0"/>
                <a:ea typeface="宋体" panose="02010600030101010101" pitchFamily="2" charset="-122"/>
              </a:rPr>
              <a:t>2</a:t>
            </a:r>
            <a:r>
              <a:rPr lang="en-US" altLang="zh-CN">
                <a:latin typeface="Times New Roman" panose="02020603050405020304" pitchFamily="18" charset="0"/>
                <a:ea typeface="宋体" panose="02010600030101010101" pitchFamily="2" charset="-122"/>
              </a:rPr>
              <a:t> </a:t>
            </a:r>
          </a:p>
        </p:txBody>
      </p:sp>
      <p:sp>
        <p:nvSpPr>
          <p:cNvPr id="248834" name="Freeform 3">
            <a:extLst>
              <a:ext uri="{FF2B5EF4-FFF2-40B4-BE49-F238E27FC236}">
                <a16:creationId xmlns:a16="http://schemas.microsoft.com/office/drawing/2014/main" id="{46A3EA51-E531-C643-A2C9-455BE0E507D1}"/>
              </a:ext>
            </a:extLst>
          </p:cNvPr>
          <p:cNvSpPr>
            <a:spLocks/>
          </p:cNvSpPr>
          <p:nvPr/>
        </p:nvSpPr>
        <p:spPr bwMode="auto">
          <a:xfrm>
            <a:off x="3055144" y="1533526"/>
            <a:ext cx="1260872" cy="1364456"/>
          </a:xfrm>
          <a:custGeom>
            <a:avLst/>
            <a:gdLst>
              <a:gd name="T0" fmla="*/ 2147483646 w 1059"/>
              <a:gd name="T1" fmla="*/ 2147483646 h 1146"/>
              <a:gd name="T2" fmla="*/ 2147483646 w 1059"/>
              <a:gd name="T3" fmla="*/ 0 h 1146"/>
              <a:gd name="T4" fmla="*/ 2147483646 w 1059"/>
              <a:gd name="T5" fmla="*/ 2147483646 h 1146"/>
              <a:gd name="T6" fmla="*/ 0 w 1059"/>
              <a:gd name="T7" fmla="*/ 2147483646 h 11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59" h="1146">
                <a:moveTo>
                  <a:pt x="5" y="1146"/>
                </a:moveTo>
                <a:lnTo>
                  <a:pt x="1048" y="0"/>
                </a:lnTo>
                <a:lnTo>
                  <a:pt x="1059" y="880"/>
                </a:lnTo>
                <a:lnTo>
                  <a:pt x="0" y="1111"/>
                </a:lnTo>
              </a:path>
            </a:pathLst>
          </a:custGeom>
          <a:gradFill rotWithShape="1">
            <a:gsLst>
              <a:gs pos="0">
                <a:srgbClr val="767647"/>
              </a:gs>
              <a:gs pos="100000">
                <a:srgbClr val="FFFF99"/>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8835" name="Text Box 4">
            <a:extLst>
              <a:ext uri="{FF2B5EF4-FFF2-40B4-BE49-F238E27FC236}">
                <a16:creationId xmlns:a16="http://schemas.microsoft.com/office/drawing/2014/main" id="{2561C8BD-AC18-AF41-BC9A-F33BC37D14B3}"/>
              </a:ext>
            </a:extLst>
          </p:cNvPr>
          <p:cNvSpPr txBox="1">
            <a:spLocks noChangeArrowheads="1"/>
          </p:cNvSpPr>
          <p:nvPr/>
        </p:nvSpPr>
        <p:spPr bwMode="auto">
          <a:xfrm>
            <a:off x="1980010" y="232410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a:t>
            </a:r>
          </a:p>
        </p:txBody>
      </p:sp>
      <p:sp>
        <p:nvSpPr>
          <p:cNvPr id="248836" name="Text Box 5">
            <a:extLst>
              <a:ext uri="{FF2B5EF4-FFF2-40B4-BE49-F238E27FC236}">
                <a16:creationId xmlns:a16="http://schemas.microsoft.com/office/drawing/2014/main" id="{8C36A19F-6B8B-4842-A2C4-09FAE572BF3F}"/>
              </a:ext>
            </a:extLst>
          </p:cNvPr>
          <p:cNvSpPr txBox="1">
            <a:spLocks noChangeArrowheads="1"/>
          </p:cNvSpPr>
          <p:nvPr/>
        </p:nvSpPr>
        <p:spPr bwMode="auto">
          <a:xfrm>
            <a:off x="3055144" y="234553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graphicFrame>
        <p:nvGraphicFramePr>
          <p:cNvPr id="514054" name="Group 6">
            <a:extLst>
              <a:ext uri="{FF2B5EF4-FFF2-40B4-BE49-F238E27FC236}">
                <a16:creationId xmlns:a16="http://schemas.microsoft.com/office/drawing/2014/main" id="{08C0C946-724D-0A49-937E-B57366EB3F59}"/>
              </a:ext>
            </a:extLst>
          </p:cNvPr>
          <p:cNvGraphicFramePr>
            <a:graphicFrameLocks noGrp="1"/>
          </p:cNvGraphicFramePr>
          <p:nvPr>
            <p:extLst>
              <p:ext uri="{D42A27DB-BD31-4B8C-83A1-F6EECF244321}">
                <p14:modId xmlns:p14="http://schemas.microsoft.com/office/powerpoint/2010/main" val="2129672707"/>
              </p:ext>
            </p:extLst>
          </p:nvPr>
        </p:nvGraphicFramePr>
        <p:xfrm>
          <a:off x="4335066" y="1562606"/>
          <a:ext cx="3606403" cy="1039153"/>
        </p:xfrm>
        <a:graphic>
          <a:graphicData uri="http://schemas.openxmlformats.org/drawingml/2006/table">
            <a:tbl>
              <a:tblPr/>
              <a:tblGrid>
                <a:gridCol w="1295396">
                  <a:extLst>
                    <a:ext uri="{9D8B030D-6E8A-4147-A177-3AD203B41FA5}">
                      <a16:colId xmlns:a16="http://schemas.microsoft.com/office/drawing/2014/main" val="20000"/>
                    </a:ext>
                  </a:extLst>
                </a:gridCol>
                <a:gridCol w="1551764">
                  <a:extLst>
                    <a:ext uri="{9D8B030D-6E8A-4147-A177-3AD203B41FA5}">
                      <a16:colId xmlns:a16="http://schemas.microsoft.com/office/drawing/2014/main" val="20001"/>
                    </a:ext>
                  </a:extLst>
                </a:gridCol>
                <a:gridCol w="759243">
                  <a:extLst>
                    <a:ext uri="{9D8B030D-6E8A-4147-A177-3AD203B41FA5}">
                      <a16:colId xmlns:a16="http://schemas.microsoft.com/office/drawing/2014/main" val="20002"/>
                    </a:ext>
                  </a:extLst>
                </a:gridCol>
              </a:tblGrid>
              <a:tr h="25372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目的网络地址</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子网掩码</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下一跳</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7856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128.30.36.0</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255.255.255.0</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R</a:t>
                      </a:r>
                      <a:r>
                        <a:rPr kumimoji="0" lang="en-US" altLang="zh-CN" sz="1400" b="0" i="0" u="none" strike="noStrike" cap="none" normalizeH="0" baseline="-25000" dirty="0">
                          <a:ln>
                            <a:noFill/>
                          </a:ln>
                          <a:solidFill>
                            <a:srgbClr val="333399"/>
                          </a:solidFill>
                          <a:effectLst/>
                          <a:latin typeface="Arial" panose="020B0604020202020204" pitchFamily="34" charset="0"/>
                          <a:ea typeface="宋体" panose="02010600030101010101" pitchFamily="2" charset="-122"/>
                        </a:rPr>
                        <a:t>2</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1"/>
                  </a:ext>
                </a:extLst>
              </a:tr>
            </a:tbl>
          </a:graphicData>
        </a:graphic>
      </p:graphicFrame>
      <p:sp>
        <p:nvSpPr>
          <p:cNvPr id="248851" name="Text Box 20">
            <a:extLst>
              <a:ext uri="{FF2B5EF4-FFF2-40B4-BE49-F238E27FC236}">
                <a16:creationId xmlns:a16="http://schemas.microsoft.com/office/drawing/2014/main" id="{70062E6C-3A24-3246-B7FE-0A6E73C67BBA}"/>
              </a:ext>
            </a:extLst>
          </p:cNvPr>
          <p:cNvSpPr txBox="1">
            <a:spLocks noChangeArrowheads="1"/>
          </p:cNvSpPr>
          <p:nvPr/>
        </p:nvSpPr>
        <p:spPr bwMode="auto">
          <a:xfrm>
            <a:off x="4588669" y="1221582"/>
            <a:ext cx="314060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的路由表（未给出默认路由器）</a:t>
            </a:r>
            <a:endParaRPr kumimoji="1" lang="zh-CN" altLang="en-US"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48852" name="Line 21">
            <a:extLst>
              <a:ext uri="{FF2B5EF4-FFF2-40B4-BE49-F238E27FC236}">
                <a16:creationId xmlns:a16="http://schemas.microsoft.com/office/drawing/2014/main" id="{592C1BFA-29ED-DD4C-88BC-3C353CFAA782}"/>
              </a:ext>
            </a:extLst>
          </p:cNvPr>
          <p:cNvSpPr>
            <a:spLocks noChangeShapeType="1"/>
          </p:cNvSpPr>
          <p:nvPr/>
        </p:nvSpPr>
        <p:spPr bwMode="auto">
          <a:xfrm>
            <a:off x="3034904" y="2328863"/>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8853" name="Line 22">
            <a:extLst>
              <a:ext uri="{FF2B5EF4-FFF2-40B4-BE49-F238E27FC236}">
                <a16:creationId xmlns:a16="http://schemas.microsoft.com/office/drawing/2014/main" id="{A2767802-E552-0049-968C-0DFDAA65AF95}"/>
              </a:ext>
            </a:extLst>
          </p:cNvPr>
          <p:cNvSpPr>
            <a:spLocks noChangeShapeType="1"/>
          </p:cNvSpPr>
          <p:nvPr/>
        </p:nvSpPr>
        <p:spPr bwMode="auto">
          <a:xfrm>
            <a:off x="1378744" y="2315766"/>
            <a:ext cx="1191"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8854" name="Line 23">
            <a:extLst>
              <a:ext uri="{FF2B5EF4-FFF2-40B4-BE49-F238E27FC236}">
                <a16:creationId xmlns:a16="http://schemas.microsoft.com/office/drawing/2014/main" id="{EE31D5C5-044F-E448-853F-CE5984B291BF}"/>
              </a:ext>
            </a:extLst>
          </p:cNvPr>
          <p:cNvSpPr>
            <a:spLocks noChangeShapeType="1"/>
          </p:cNvSpPr>
          <p:nvPr/>
        </p:nvSpPr>
        <p:spPr bwMode="auto">
          <a:xfrm>
            <a:off x="1169194" y="2328863"/>
            <a:ext cx="2862263"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8855" name="Line 24">
            <a:extLst>
              <a:ext uri="{FF2B5EF4-FFF2-40B4-BE49-F238E27FC236}">
                <a16:creationId xmlns:a16="http://schemas.microsoft.com/office/drawing/2014/main" id="{B0793500-3458-BB42-965B-3539BC390562}"/>
              </a:ext>
            </a:extLst>
          </p:cNvPr>
          <p:cNvSpPr>
            <a:spLocks noChangeShapeType="1"/>
          </p:cNvSpPr>
          <p:nvPr/>
        </p:nvSpPr>
        <p:spPr bwMode="auto">
          <a:xfrm>
            <a:off x="1503760" y="1901429"/>
            <a:ext cx="1190"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48856" name="Picture 25">
            <a:extLst>
              <a:ext uri="{FF2B5EF4-FFF2-40B4-BE49-F238E27FC236}">
                <a16:creationId xmlns:a16="http://schemas.microsoft.com/office/drawing/2014/main" id="{5B300423-E5EE-B744-9D28-6DE592FE97D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75172" y="1707357"/>
            <a:ext cx="298847"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857" name="Text Box 26">
            <a:extLst>
              <a:ext uri="{FF2B5EF4-FFF2-40B4-BE49-F238E27FC236}">
                <a16:creationId xmlns:a16="http://schemas.microsoft.com/office/drawing/2014/main" id="{D251B750-232A-924B-AB34-D4E9F3C83E6B}"/>
              </a:ext>
            </a:extLst>
          </p:cNvPr>
          <p:cNvSpPr txBox="1">
            <a:spLocks noChangeArrowheads="1"/>
          </p:cNvSpPr>
          <p:nvPr/>
        </p:nvSpPr>
        <p:spPr bwMode="auto">
          <a:xfrm>
            <a:off x="1115615" y="1441847"/>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a:t>
            </a:r>
          </a:p>
        </p:txBody>
      </p:sp>
      <p:sp>
        <p:nvSpPr>
          <p:cNvPr id="248858" name="Text Box 27">
            <a:extLst>
              <a:ext uri="{FF2B5EF4-FFF2-40B4-BE49-F238E27FC236}">
                <a16:creationId xmlns:a16="http://schemas.microsoft.com/office/drawing/2014/main" id="{1DFBFF4D-1F68-7549-8BF9-8A07AF735E02}"/>
              </a:ext>
            </a:extLst>
          </p:cNvPr>
          <p:cNvSpPr txBox="1">
            <a:spLocks noChangeArrowheads="1"/>
          </p:cNvSpPr>
          <p:nvPr/>
        </p:nvSpPr>
        <p:spPr bwMode="auto">
          <a:xfrm>
            <a:off x="1115615" y="1716881"/>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48859" name="Text Box 28">
            <a:extLst>
              <a:ext uri="{FF2B5EF4-FFF2-40B4-BE49-F238E27FC236}">
                <a16:creationId xmlns:a16="http://schemas.microsoft.com/office/drawing/2014/main" id="{CAF990BC-F0A3-B84C-86D1-46B92049597B}"/>
              </a:ext>
            </a:extLst>
          </p:cNvPr>
          <p:cNvSpPr txBox="1">
            <a:spLocks noChangeArrowheads="1"/>
          </p:cNvSpPr>
          <p:nvPr/>
        </p:nvSpPr>
        <p:spPr bwMode="auto">
          <a:xfrm>
            <a:off x="1331119" y="1641873"/>
            <a:ext cx="2620566" cy="715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子网</a:t>
            </a:r>
            <a:r>
              <a:rPr kumimoji="1" lang="en-US" altLang="zh-CN" sz="1350">
                <a:latin typeface="Arial" panose="020B0604020202020204" pitchFamily="34" charset="0"/>
                <a:ea typeface="宋体" panose="02010600030101010101" pitchFamily="2" charset="-122"/>
                <a:cs typeface="黑体" panose="02010609060101010101" pitchFamily="49" charset="-122"/>
              </a:rPr>
              <a:t>1</a:t>
            </a:r>
            <a:r>
              <a:rPr kumimoji="1" lang="zh-CN" altLang="en-US" sz="1350">
                <a:latin typeface="Arial" panose="020B0604020202020204" pitchFamily="34" charset="0"/>
                <a:ea typeface="宋体" panose="02010600030101010101" pitchFamily="2" charset="-122"/>
                <a:cs typeface="黑体" panose="02010609060101010101" pitchFamily="49" charset="-122"/>
              </a:rPr>
              <a:t>：</a:t>
            </a:r>
          </a:p>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    网络地址 </a:t>
            </a:r>
            <a:r>
              <a:rPr kumimoji="1" lang="en-US" altLang="zh-CN" sz="1350">
                <a:latin typeface="Arial" panose="020B0604020202020204" pitchFamily="34" charset="0"/>
                <a:ea typeface="宋体" panose="02010600030101010101" pitchFamily="2" charset="-122"/>
                <a:cs typeface="黑体" panose="02010609060101010101" pitchFamily="49" charset="-122"/>
              </a:rPr>
              <a:t>128.30.33.0</a:t>
            </a:r>
          </a:p>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350">
                <a:latin typeface="Arial" panose="020B0604020202020204" pitchFamily="34" charset="0"/>
                <a:ea typeface="宋体" panose="02010600030101010101" pitchFamily="2" charset="-122"/>
                <a:cs typeface="黑体" panose="02010609060101010101" pitchFamily="49" charset="-122"/>
              </a:rPr>
              <a:t>255.255.255.128</a:t>
            </a:r>
          </a:p>
        </p:txBody>
      </p:sp>
      <p:sp>
        <p:nvSpPr>
          <p:cNvPr id="248860" name="Line 29">
            <a:extLst>
              <a:ext uri="{FF2B5EF4-FFF2-40B4-BE49-F238E27FC236}">
                <a16:creationId xmlns:a16="http://schemas.microsoft.com/office/drawing/2014/main" id="{56461467-7405-AD48-B786-E7621F77859C}"/>
              </a:ext>
            </a:extLst>
          </p:cNvPr>
          <p:cNvSpPr>
            <a:spLocks noChangeShapeType="1"/>
          </p:cNvSpPr>
          <p:nvPr/>
        </p:nvSpPr>
        <p:spPr bwMode="auto">
          <a:xfrm>
            <a:off x="2364581" y="375880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8861" name="Line 30">
            <a:extLst>
              <a:ext uri="{FF2B5EF4-FFF2-40B4-BE49-F238E27FC236}">
                <a16:creationId xmlns:a16="http://schemas.microsoft.com/office/drawing/2014/main" id="{29FC7409-8EE8-834D-9F72-8E726968DA71}"/>
              </a:ext>
            </a:extLst>
          </p:cNvPr>
          <p:cNvSpPr>
            <a:spLocks noChangeShapeType="1"/>
          </p:cNvSpPr>
          <p:nvPr/>
        </p:nvSpPr>
        <p:spPr bwMode="auto">
          <a:xfrm>
            <a:off x="5760244"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8862" name="Line 31">
            <a:extLst>
              <a:ext uri="{FF2B5EF4-FFF2-40B4-BE49-F238E27FC236}">
                <a16:creationId xmlns:a16="http://schemas.microsoft.com/office/drawing/2014/main" id="{1D20F0FA-B5FB-9B46-9A31-85B951DC06C2}"/>
              </a:ext>
            </a:extLst>
          </p:cNvPr>
          <p:cNvSpPr>
            <a:spLocks noChangeShapeType="1"/>
          </p:cNvSpPr>
          <p:nvPr/>
        </p:nvSpPr>
        <p:spPr bwMode="auto">
          <a:xfrm>
            <a:off x="1768079" y="4281488"/>
            <a:ext cx="1190"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8863" name="Line 32">
            <a:extLst>
              <a:ext uri="{FF2B5EF4-FFF2-40B4-BE49-F238E27FC236}">
                <a16:creationId xmlns:a16="http://schemas.microsoft.com/office/drawing/2014/main" id="{F56233B7-3249-5B4B-BA65-4FEDACE90DCB}"/>
              </a:ext>
            </a:extLst>
          </p:cNvPr>
          <p:cNvSpPr>
            <a:spLocks noChangeShapeType="1"/>
          </p:cNvSpPr>
          <p:nvPr/>
        </p:nvSpPr>
        <p:spPr bwMode="auto">
          <a:xfrm>
            <a:off x="2364581" y="330041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8864" name="Line 33">
            <a:extLst>
              <a:ext uri="{FF2B5EF4-FFF2-40B4-BE49-F238E27FC236}">
                <a16:creationId xmlns:a16="http://schemas.microsoft.com/office/drawing/2014/main" id="{F98A01C5-2AA5-AC4E-9818-5685FAFCEF2F}"/>
              </a:ext>
            </a:extLst>
          </p:cNvPr>
          <p:cNvSpPr>
            <a:spLocks noChangeShapeType="1"/>
          </p:cNvSpPr>
          <p:nvPr/>
        </p:nvSpPr>
        <p:spPr bwMode="auto">
          <a:xfrm>
            <a:off x="3039667" y="2757488"/>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48865" name="Picture 34">
            <a:extLst>
              <a:ext uri="{FF2B5EF4-FFF2-40B4-BE49-F238E27FC236}">
                <a16:creationId xmlns:a16="http://schemas.microsoft.com/office/drawing/2014/main" id="{2521ABF4-7B30-C64A-A0F7-922F2D6AAB8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37110" y="4513660"/>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8866" name="Picture 35">
            <a:extLst>
              <a:ext uri="{FF2B5EF4-FFF2-40B4-BE49-F238E27FC236}">
                <a16:creationId xmlns:a16="http://schemas.microsoft.com/office/drawing/2014/main" id="{5CFEFA36-552C-5045-BD76-38A81BA06DA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21582" y="25598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8867" name="Group 36">
            <a:extLst>
              <a:ext uri="{FF2B5EF4-FFF2-40B4-BE49-F238E27FC236}">
                <a16:creationId xmlns:a16="http://schemas.microsoft.com/office/drawing/2014/main" id="{978571F7-5CD5-774E-B522-83FF647D6DB0}"/>
              </a:ext>
            </a:extLst>
          </p:cNvPr>
          <p:cNvGrpSpPr>
            <a:grpSpLocks/>
          </p:cNvGrpSpPr>
          <p:nvPr/>
        </p:nvGrpSpPr>
        <p:grpSpPr bwMode="auto">
          <a:xfrm>
            <a:off x="2844404" y="2594373"/>
            <a:ext cx="459581" cy="345281"/>
            <a:chOff x="864" y="1824"/>
            <a:chExt cx="432" cy="288"/>
          </a:xfrm>
        </p:grpSpPr>
        <p:pic>
          <p:nvPicPr>
            <p:cNvPr id="248898" name="Picture 37">
              <a:extLst>
                <a:ext uri="{FF2B5EF4-FFF2-40B4-BE49-F238E27FC236}">
                  <a16:creationId xmlns:a16="http://schemas.microsoft.com/office/drawing/2014/main" id="{8E1FF07A-3FAC-EF43-AC50-646AEFFE83B1}"/>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8899" name="Picture 38">
              <a:extLst>
                <a:ext uri="{FF2B5EF4-FFF2-40B4-BE49-F238E27FC236}">
                  <a16:creationId xmlns:a16="http://schemas.microsoft.com/office/drawing/2014/main" id="{5EDD10F5-D527-A349-99CD-44CF946E5365}"/>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48868" name="Picture 39">
            <a:extLst>
              <a:ext uri="{FF2B5EF4-FFF2-40B4-BE49-F238E27FC236}">
                <a16:creationId xmlns:a16="http://schemas.microsoft.com/office/drawing/2014/main" id="{C43094C5-ABEB-AB43-9096-5CA2EED0A1E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36419" y="3584973"/>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869" name="Line 40">
            <a:extLst>
              <a:ext uri="{FF2B5EF4-FFF2-40B4-BE49-F238E27FC236}">
                <a16:creationId xmlns:a16="http://schemas.microsoft.com/office/drawing/2014/main" id="{66C8EC26-2EF2-A545-AB8A-B315EF789990}"/>
              </a:ext>
            </a:extLst>
          </p:cNvPr>
          <p:cNvSpPr>
            <a:spLocks noChangeShapeType="1"/>
          </p:cNvSpPr>
          <p:nvPr/>
        </p:nvSpPr>
        <p:spPr bwMode="auto">
          <a:xfrm>
            <a:off x="1844279" y="3284935"/>
            <a:ext cx="521136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8870" name="Line 41">
            <a:extLst>
              <a:ext uri="{FF2B5EF4-FFF2-40B4-BE49-F238E27FC236}">
                <a16:creationId xmlns:a16="http://schemas.microsoft.com/office/drawing/2014/main" id="{23FAF06B-7B81-B04C-8719-BD1B5DE03363}"/>
              </a:ext>
            </a:extLst>
          </p:cNvPr>
          <p:cNvSpPr>
            <a:spLocks noChangeShapeType="1"/>
          </p:cNvSpPr>
          <p:nvPr/>
        </p:nvSpPr>
        <p:spPr bwMode="auto">
          <a:xfrm>
            <a:off x="1533525" y="4296967"/>
            <a:ext cx="587692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8871" name="Text Box 42">
            <a:extLst>
              <a:ext uri="{FF2B5EF4-FFF2-40B4-BE49-F238E27FC236}">
                <a16:creationId xmlns:a16="http://schemas.microsoft.com/office/drawing/2014/main" id="{8AD838C0-F83F-5E4C-8401-449474B3DFE3}"/>
              </a:ext>
            </a:extLst>
          </p:cNvPr>
          <p:cNvSpPr txBox="1">
            <a:spLocks noChangeArrowheads="1"/>
          </p:cNvSpPr>
          <p:nvPr/>
        </p:nvSpPr>
        <p:spPr bwMode="auto">
          <a:xfrm>
            <a:off x="1772841" y="2918222"/>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128.30.33.130</a:t>
            </a:r>
          </a:p>
        </p:txBody>
      </p:sp>
      <p:sp>
        <p:nvSpPr>
          <p:cNvPr id="248872" name="Text Box 43">
            <a:extLst>
              <a:ext uri="{FF2B5EF4-FFF2-40B4-BE49-F238E27FC236}">
                <a16:creationId xmlns:a16="http://schemas.microsoft.com/office/drawing/2014/main" id="{969BFB0B-3B38-4149-A2C2-F9CD4172A4EB}"/>
              </a:ext>
            </a:extLst>
          </p:cNvPr>
          <p:cNvSpPr txBox="1">
            <a:spLocks noChangeArrowheads="1"/>
          </p:cNvSpPr>
          <p:nvPr/>
        </p:nvSpPr>
        <p:spPr bwMode="auto">
          <a:xfrm>
            <a:off x="3328988" y="2652712"/>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48873" name="Text Box 44">
            <a:extLst>
              <a:ext uri="{FF2B5EF4-FFF2-40B4-BE49-F238E27FC236}">
                <a16:creationId xmlns:a16="http://schemas.microsoft.com/office/drawing/2014/main" id="{731B148D-06F4-6440-BFD7-E0F7BC8EE5AB}"/>
              </a:ext>
            </a:extLst>
          </p:cNvPr>
          <p:cNvSpPr txBox="1">
            <a:spLocks noChangeArrowheads="1"/>
          </p:cNvSpPr>
          <p:nvPr/>
        </p:nvSpPr>
        <p:spPr bwMode="auto">
          <a:xfrm>
            <a:off x="3043237" y="2922985"/>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48874" name="Line 45">
            <a:extLst>
              <a:ext uri="{FF2B5EF4-FFF2-40B4-BE49-F238E27FC236}">
                <a16:creationId xmlns:a16="http://schemas.microsoft.com/office/drawing/2014/main" id="{BF4678DA-BFA1-5946-AB95-C4A7FAE52441}"/>
              </a:ext>
            </a:extLst>
          </p:cNvPr>
          <p:cNvSpPr>
            <a:spLocks noChangeShapeType="1"/>
          </p:cNvSpPr>
          <p:nvPr/>
        </p:nvSpPr>
        <p:spPr bwMode="auto">
          <a:xfrm>
            <a:off x="4157663"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48875" name="Group 46">
            <a:extLst>
              <a:ext uri="{FF2B5EF4-FFF2-40B4-BE49-F238E27FC236}">
                <a16:creationId xmlns:a16="http://schemas.microsoft.com/office/drawing/2014/main" id="{D328E013-72C5-B24D-B112-073CAF999F2E}"/>
              </a:ext>
            </a:extLst>
          </p:cNvPr>
          <p:cNvGrpSpPr>
            <a:grpSpLocks/>
          </p:cNvGrpSpPr>
          <p:nvPr/>
        </p:nvGrpSpPr>
        <p:grpSpPr bwMode="auto">
          <a:xfrm>
            <a:off x="2169319" y="3632598"/>
            <a:ext cx="459581" cy="345281"/>
            <a:chOff x="864" y="1824"/>
            <a:chExt cx="432" cy="288"/>
          </a:xfrm>
        </p:grpSpPr>
        <p:pic>
          <p:nvPicPr>
            <p:cNvPr id="248896" name="Picture 47">
              <a:extLst>
                <a:ext uri="{FF2B5EF4-FFF2-40B4-BE49-F238E27FC236}">
                  <a16:creationId xmlns:a16="http://schemas.microsoft.com/office/drawing/2014/main" id="{9C556538-7062-804E-8037-BA66C19F911A}"/>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8897" name="Picture 48">
              <a:extLst>
                <a:ext uri="{FF2B5EF4-FFF2-40B4-BE49-F238E27FC236}">
                  <a16:creationId xmlns:a16="http://schemas.microsoft.com/office/drawing/2014/main" id="{63F4EE90-72BC-B649-80B9-6985E2CEB38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8876" name="Text Box 49">
            <a:extLst>
              <a:ext uri="{FF2B5EF4-FFF2-40B4-BE49-F238E27FC236}">
                <a16:creationId xmlns:a16="http://schemas.microsoft.com/office/drawing/2014/main" id="{D1FF78AD-402A-1940-8409-7290E16D5080}"/>
              </a:ext>
            </a:extLst>
          </p:cNvPr>
          <p:cNvSpPr txBox="1">
            <a:spLocks noChangeArrowheads="1"/>
          </p:cNvSpPr>
          <p:nvPr/>
        </p:nvSpPr>
        <p:spPr bwMode="auto">
          <a:xfrm>
            <a:off x="1871663" y="3619500"/>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48877" name="Line 50">
            <a:extLst>
              <a:ext uri="{FF2B5EF4-FFF2-40B4-BE49-F238E27FC236}">
                <a16:creationId xmlns:a16="http://schemas.microsoft.com/office/drawing/2014/main" id="{1EFDDF58-C871-BD40-9C9B-E1AA96E056AA}"/>
              </a:ext>
            </a:extLst>
          </p:cNvPr>
          <p:cNvSpPr>
            <a:spLocks noChangeShapeType="1"/>
          </p:cNvSpPr>
          <p:nvPr/>
        </p:nvSpPr>
        <p:spPr bwMode="auto">
          <a:xfrm>
            <a:off x="2806304" y="4280297"/>
            <a:ext cx="1190"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48878" name="Picture 51">
            <a:extLst>
              <a:ext uri="{FF2B5EF4-FFF2-40B4-BE49-F238E27FC236}">
                <a16:creationId xmlns:a16="http://schemas.microsoft.com/office/drawing/2014/main" id="{B899CC74-D939-EA42-8516-17435802C57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26694" y="35885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879" name="Text Box 52">
            <a:extLst>
              <a:ext uri="{FF2B5EF4-FFF2-40B4-BE49-F238E27FC236}">
                <a16:creationId xmlns:a16="http://schemas.microsoft.com/office/drawing/2014/main" id="{08314F8F-A46F-0B46-91BF-5F1471700575}"/>
              </a:ext>
            </a:extLst>
          </p:cNvPr>
          <p:cNvSpPr txBox="1">
            <a:spLocks noChangeArrowheads="1"/>
          </p:cNvSpPr>
          <p:nvPr/>
        </p:nvSpPr>
        <p:spPr bwMode="auto">
          <a:xfrm>
            <a:off x="4106466" y="2761060"/>
            <a:ext cx="343614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2</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128.30.33.128</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255.255.255.128</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48880" name="Text Box 53">
            <a:extLst>
              <a:ext uri="{FF2B5EF4-FFF2-40B4-BE49-F238E27FC236}">
                <a16:creationId xmlns:a16="http://schemas.microsoft.com/office/drawing/2014/main" id="{9F288F26-6721-0747-95D0-41B7EFF23CFE}"/>
              </a:ext>
            </a:extLst>
          </p:cNvPr>
          <p:cNvSpPr txBox="1">
            <a:spLocks noChangeArrowheads="1"/>
          </p:cNvSpPr>
          <p:nvPr/>
        </p:nvSpPr>
        <p:spPr bwMode="auto">
          <a:xfrm>
            <a:off x="3761185" y="3598069"/>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48881" name="Text Box 54">
            <a:extLst>
              <a:ext uri="{FF2B5EF4-FFF2-40B4-BE49-F238E27FC236}">
                <a16:creationId xmlns:a16="http://schemas.microsoft.com/office/drawing/2014/main" id="{B68C90ED-3742-344E-B7FE-8F2B7005F7E1}"/>
              </a:ext>
            </a:extLst>
          </p:cNvPr>
          <p:cNvSpPr txBox="1">
            <a:spLocks noChangeArrowheads="1"/>
          </p:cNvSpPr>
          <p:nvPr/>
        </p:nvSpPr>
        <p:spPr bwMode="auto">
          <a:xfrm>
            <a:off x="4248150" y="3570685"/>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128.30.33.138</a:t>
            </a:r>
          </a:p>
        </p:txBody>
      </p:sp>
      <p:sp>
        <p:nvSpPr>
          <p:cNvPr id="248882" name="Text Box 55">
            <a:extLst>
              <a:ext uri="{FF2B5EF4-FFF2-40B4-BE49-F238E27FC236}">
                <a16:creationId xmlns:a16="http://schemas.microsoft.com/office/drawing/2014/main" id="{7FE9C4F1-96D9-EA4B-B82D-2995DF62E556}"/>
              </a:ext>
            </a:extLst>
          </p:cNvPr>
          <p:cNvSpPr txBox="1">
            <a:spLocks noChangeArrowheads="1"/>
          </p:cNvSpPr>
          <p:nvPr/>
        </p:nvSpPr>
        <p:spPr bwMode="auto">
          <a:xfrm>
            <a:off x="2124075" y="3403997"/>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48883" name="Text Box 56">
            <a:extLst>
              <a:ext uri="{FF2B5EF4-FFF2-40B4-BE49-F238E27FC236}">
                <a16:creationId xmlns:a16="http://schemas.microsoft.com/office/drawing/2014/main" id="{07F2637A-4D5D-F24F-A2D1-33E3445AFE71}"/>
              </a:ext>
            </a:extLst>
          </p:cNvPr>
          <p:cNvSpPr txBox="1">
            <a:spLocks noChangeArrowheads="1"/>
          </p:cNvSpPr>
          <p:nvPr/>
        </p:nvSpPr>
        <p:spPr bwMode="auto">
          <a:xfrm>
            <a:off x="2124075" y="394454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48884" name="Text Box 57">
            <a:extLst>
              <a:ext uri="{FF2B5EF4-FFF2-40B4-BE49-F238E27FC236}">
                <a16:creationId xmlns:a16="http://schemas.microsoft.com/office/drawing/2014/main" id="{014FE8A2-3BED-7B44-9E51-3D187FC28037}"/>
              </a:ext>
            </a:extLst>
          </p:cNvPr>
          <p:cNvSpPr txBox="1">
            <a:spLocks noChangeArrowheads="1"/>
          </p:cNvSpPr>
          <p:nvPr/>
        </p:nvSpPr>
        <p:spPr bwMode="auto">
          <a:xfrm>
            <a:off x="2357437" y="3403997"/>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128.30.33.129</a:t>
            </a:r>
          </a:p>
        </p:txBody>
      </p:sp>
      <p:pic>
        <p:nvPicPr>
          <p:cNvPr id="248885" name="Picture 58">
            <a:extLst>
              <a:ext uri="{FF2B5EF4-FFF2-40B4-BE49-F238E27FC236}">
                <a16:creationId xmlns:a16="http://schemas.microsoft.com/office/drawing/2014/main" id="{1B1E11F3-577D-5947-ABAA-98A03350277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75335" y="4512469"/>
            <a:ext cx="300038"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886" name="Text Box 59">
            <a:extLst>
              <a:ext uri="{FF2B5EF4-FFF2-40B4-BE49-F238E27FC236}">
                <a16:creationId xmlns:a16="http://schemas.microsoft.com/office/drawing/2014/main" id="{A6E7236B-6367-C844-8825-B8CEBCE6CD79}"/>
              </a:ext>
            </a:extLst>
          </p:cNvPr>
          <p:cNvSpPr txBox="1">
            <a:spLocks noChangeArrowheads="1"/>
          </p:cNvSpPr>
          <p:nvPr/>
        </p:nvSpPr>
        <p:spPr bwMode="auto">
          <a:xfrm>
            <a:off x="2412206" y="4488656"/>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248887" name="Text Box 60">
            <a:extLst>
              <a:ext uri="{FF2B5EF4-FFF2-40B4-BE49-F238E27FC236}">
                <a16:creationId xmlns:a16="http://schemas.microsoft.com/office/drawing/2014/main" id="{ADE83009-5020-D549-9745-D9360FE1636F}"/>
              </a:ext>
            </a:extLst>
          </p:cNvPr>
          <p:cNvSpPr txBox="1">
            <a:spLocks noChangeArrowheads="1"/>
          </p:cNvSpPr>
          <p:nvPr/>
        </p:nvSpPr>
        <p:spPr bwMode="auto">
          <a:xfrm>
            <a:off x="2408635" y="394335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128.30.36.2</a:t>
            </a:r>
          </a:p>
        </p:txBody>
      </p:sp>
      <p:sp>
        <p:nvSpPr>
          <p:cNvPr id="248888" name="Text Box 61">
            <a:extLst>
              <a:ext uri="{FF2B5EF4-FFF2-40B4-BE49-F238E27FC236}">
                <a16:creationId xmlns:a16="http://schemas.microsoft.com/office/drawing/2014/main" id="{3748C636-AF8C-8F46-AF2E-01A44827580A}"/>
              </a:ext>
            </a:extLst>
          </p:cNvPr>
          <p:cNvSpPr txBox="1">
            <a:spLocks noChangeArrowheads="1"/>
          </p:cNvSpPr>
          <p:nvPr/>
        </p:nvSpPr>
        <p:spPr bwMode="auto">
          <a:xfrm>
            <a:off x="4157663" y="4341019"/>
            <a:ext cx="287450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3</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128.30.36.0</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255.255.255.0</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48889" name="Text Box 62">
            <a:extLst>
              <a:ext uri="{FF2B5EF4-FFF2-40B4-BE49-F238E27FC236}">
                <a16:creationId xmlns:a16="http://schemas.microsoft.com/office/drawing/2014/main" id="{EB9C6844-3F2A-8244-8E15-F7E3B20523CD}"/>
              </a:ext>
            </a:extLst>
          </p:cNvPr>
          <p:cNvSpPr txBox="1">
            <a:spLocks noChangeArrowheads="1"/>
          </p:cNvSpPr>
          <p:nvPr/>
        </p:nvSpPr>
        <p:spPr bwMode="auto">
          <a:xfrm>
            <a:off x="2893219" y="4542235"/>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128.30.36.12</a:t>
            </a:r>
          </a:p>
        </p:txBody>
      </p:sp>
      <p:sp>
        <p:nvSpPr>
          <p:cNvPr id="514111" name="Line 63">
            <a:extLst>
              <a:ext uri="{FF2B5EF4-FFF2-40B4-BE49-F238E27FC236}">
                <a16:creationId xmlns:a16="http://schemas.microsoft.com/office/drawing/2014/main" id="{EC442DE5-137A-4149-99D5-72311778641D}"/>
              </a:ext>
            </a:extLst>
          </p:cNvPr>
          <p:cNvSpPr>
            <a:spLocks noChangeShapeType="1"/>
          </p:cNvSpPr>
          <p:nvPr/>
        </p:nvSpPr>
        <p:spPr bwMode="auto">
          <a:xfrm>
            <a:off x="1494235" y="1815703"/>
            <a:ext cx="2645569" cy="1890713"/>
          </a:xfrm>
          <a:prstGeom prst="line">
            <a:avLst/>
          </a:prstGeom>
          <a:noFill/>
          <a:ln w="76200">
            <a:solidFill>
              <a:schemeClr val="hlink"/>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48891" name="Rectangle 64">
            <a:extLst>
              <a:ext uri="{FF2B5EF4-FFF2-40B4-BE49-F238E27FC236}">
                <a16:creationId xmlns:a16="http://schemas.microsoft.com/office/drawing/2014/main" id="{5F060551-B27A-AE44-BB3F-17EA3AFE98F5}"/>
              </a:ext>
            </a:extLst>
          </p:cNvPr>
          <p:cNvSpPr>
            <a:spLocks noChangeArrowheads="1"/>
          </p:cNvSpPr>
          <p:nvPr/>
        </p:nvSpPr>
        <p:spPr bwMode="auto">
          <a:xfrm>
            <a:off x="1980010" y="735807"/>
            <a:ext cx="4860131" cy="378619"/>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just" eaLnBrk="1" hangingPunct="1">
              <a:spcBef>
                <a:spcPct val="0"/>
              </a:spcBef>
              <a:buClrTx/>
              <a:buSzTx/>
              <a:buFontTx/>
              <a:buNone/>
            </a:pPr>
            <a:r>
              <a:rPr lang="zh-CN" altLang="en-US" sz="1800">
                <a:latin typeface="Arial" panose="020B0604020202020204" pitchFamily="34" charset="0"/>
                <a:ea typeface="宋体" panose="02010600030101010101" pitchFamily="2" charset="-122"/>
                <a:cs typeface="黑体" panose="02010609060101010101" pitchFamily="49" charset="-122"/>
              </a:rPr>
              <a:t>要发送的分组的目的 </a:t>
            </a:r>
            <a:r>
              <a:rPr lang="en-US" altLang="zh-CN" sz="1800">
                <a:latin typeface="Arial" panose="020B0604020202020204" pitchFamily="34" charset="0"/>
                <a:ea typeface="宋体" panose="02010600030101010101" pitchFamily="2" charset="-122"/>
                <a:cs typeface="黑体" panose="02010609060101010101" pitchFamily="49" charset="-122"/>
              </a:rPr>
              <a:t>IP </a:t>
            </a:r>
            <a:r>
              <a:rPr lang="zh-CN" altLang="en-US" sz="1800">
                <a:latin typeface="Arial" panose="020B0604020202020204" pitchFamily="34" charset="0"/>
                <a:ea typeface="宋体" panose="02010600030101010101" pitchFamily="2" charset="-122"/>
                <a:cs typeface="黑体" panose="02010609060101010101" pitchFamily="49" charset="-122"/>
              </a:rPr>
              <a:t>地址：</a:t>
            </a:r>
            <a:r>
              <a:rPr lang="en-US" altLang="zh-CN" sz="1800">
                <a:latin typeface="Arial" panose="020B0604020202020204" pitchFamily="34" charset="0"/>
                <a:ea typeface="宋体" panose="02010600030101010101" pitchFamily="2" charset="-122"/>
                <a:cs typeface="黑体" panose="02010609060101010101" pitchFamily="49" charset="-122"/>
              </a:rPr>
              <a:t>128.30.33.138</a:t>
            </a:r>
          </a:p>
        </p:txBody>
      </p:sp>
      <p:sp>
        <p:nvSpPr>
          <p:cNvPr id="248892" name="Line 65">
            <a:extLst>
              <a:ext uri="{FF2B5EF4-FFF2-40B4-BE49-F238E27FC236}">
                <a16:creationId xmlns:a16="http://schemas.microsoft.com/office/drawing/2014/main" id="{C79EE496-1705-9341-A601-B4F46CAE3FFD}"/>
              </a:ext>
            </a:extLst>
          </p:cNvPr>
          <p:cNvSpPr>
            <a:spLocks noChangeShapeType="1"/>
          </p:cNvSpPr>
          <p:nvPr/>
        </p:nvSpPr>
        <p:spPr bwMode="auto">
          <a:xfrm flipH="1">
            <a:off x="2627710" y="1113235"/>
            <a:ext cx="972740" cy="1512094"/>
          </a:xfrm>
          <a:prstGeom prst="line">
            <a:avLst/>
          </a:prstGeom>
          <a:noFill/>
          <a:ln w="28575">
            <a:solidFill>
              <a:schemeClr val="hlink"/>
            </a:solidFill>
            <a:prstDash val="dash"/>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4114" name="Rectangle 66">
            <a:extLst>
              <a:ext uri="{FF2B5EF4-FFF2-40B4-BE49-F238E27FC236}">
                <a16:creationId xmlns:a16="http://schemas.microsoft.com/office/drawing/2014/main" id="{9C4419BB-9205-5A47-B2E0-5D9A3BCB1B34}"/>
              </a:ext>
            </a:extLst>
          </p:cNvPr>
          <p:cNvSpPr>
            <a:spLocks noChangeArrowheads="1"/>
          </p:cNvSpPr>
          <p:nvPr/>
        </p:nvSpPr>
        <p:spPr bwMode="auto">
          <a:xfrm>
            <a:off x="1143000" y="3975498"/>
            <a:ext cx="6858000" cy="1168003"/>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请注意：</a:t>
            </a:r>
            <a:r>
              <a:rPr lang="en-US" altLang="zh-CN" sz="2100">
                <a:latin typeface="Arial" panose="020B0604020202020204" pitchFamily="34" charset="0"/>
                <a:ea typeface="宋体" panose="02010600030101010101" pitchFamily="2" charset="-122"/>
                <a:cs typeface="黑体" panose="02010609060101010101" pitchFamily="49" charset="-122"/>
              </a:rPr>
              <a:t>H</a:t>
            </a:r>
            <a:r>
              <a:rPr lang="en-US" altLang="zh-CN" sz="2100" baseline="-25000">
                <a:latin typeface="Arial" panose="020B0604020202020204" pitchFamily="34" charset="0"/>
                <a:ea typeface="宋体" panose="02010600030101010101" pitchFamily="2" charset="-122"/>
                <a:cs typeface="黑体" panose="02010609060101010101" pitchFamily="49" charset="-122"/>
              </a:rPr>
              <a:t>1</a:t>
            </a:r>
            <a:r>
              <a:rPr lang="en-US" altLang="zh-CN" sz="900">
                <a:latin typeface="Arial" panose="020B0604020202020204" pitchFamily="34" charset="0"/>
                <a:ea typeface="宋体" panose="02010600030101010101" pitchFamily="2" charset="-122"/>
                <a:cs typeface="黑体" panose="02010609060101010101" pitchFamily="49" charset="-122"/>
              </a:rPr>
              <a:t> </a:t>
            </a:r>
            <a:r>
              <a:rPr lang="zh-CN" altLang="en-US" sz="2100">
                <a:solidFill>
                  <a:schemeClr val="hlink"/>
                </a:solidFill>
                <a:latin typeface="Arial" panose="020B0604020202020204" pitchFamily="34" charset="0"/>
                <a:ea typeface="宋体" panose="02010600030101010101" pitchFamily="2" charset="-122"/>
                <a:cs typeface="黑体" panose="02010609060101010101" pitchFamily="49" charset="-122"/>
              </a:rPr>
              <a:t>并不知道</a:t>
            </a:r>
            <a:r>
              <a:rPr lang="zh-CN" altLang="en-US" sz="1350">
                <a:latin typeface="Arial" panose="020B0604020202020204" pitchFamily="34" charset="0"/>
                <a:ea typeface="宋体" panose="02010600030101010101" pitchFamily="2" charset="-122"/>
                <a:cs typeface="黑体" panose="02010609060101010101" pitchFamily="49" charset="-122"/>
              </a:rPr>
              <a:t> </a:t>
            </a:r>
            <a:r>
              <a:rPr lang="en-US" altLang="zh-CN" sz="2100">
                <a:latin typeface="Arial" panose="020B0604020202020204" pitchFamily="34" charset="0"/>
                <a:ea typeface="宋体" panose="02010600030101010101" pitchFamily="2" charset="-122"/>
                <a:cs typeface="黑体" panose="02010609060101010101" pitchFamily="49" charset="-122"/>
              </a:rPr>
              <a:t>H</a:t>
            </a:r>
            <a:r>
              <a:rPr lang="en-US" altLang="zh-CN" sz="2100" baseline="-25000">
                <a:latin typeface="Arial" panose="020B0604020202020204" pitchFamily="34" charset="0"/>
                <a:ea typeface="宋体" panose="02010600030101010101" pitchFamily="2" charset="-122"/>
                <a:cs typeface="黑体" panose="02010609060101010101" pitchFamily="49" charset="-122"/>
              </a:rPr>
              <a:t>2</a:t>
            </a:r>
            <a:r>
              <a:rPr lang="en-US" altLang="zh-CN" sz="135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连接在哪一个网络上。</a:t>
            </a:r>
          </a:p>
          <a:p>
            <a:pPr algn="ct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H</a:t>
            </a:r>
            <a:r>
              <a:rPr lang="en-US" altLang="zh-CN" sz="2100" baseline="-25000">
                <a:latin typeface="Arial" panose="020B0604020202020204" pitchFamily="34" charset="0"/>
                <a:ea typeface="宋体" panose="02010600030101010101" pitchFamily="2" charset="-122"/>
                <a:cs typeface="黑体" panose="02010609060101010101" pitchFamily="49" charset="-122"/>
              </a:rPr>
              <a:t>1</a:t>
            </a:r>
            <a:r>
              <a:rPr lang="en-US" altLang="zh-CN" sz="135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仅仅知道</a:t>
            </a:r>
            <a:r>
              <a:rPr lang="zh-CN" altLang="en-US" sz="1350">
                <a:latin typeface="Arial" panose="020B0604020202020204" pitchFamily="34" charset="0"/>
                <a:ea typeface="宋体" panose="02010600030101010101" pitchFamily="2" charset="-122"/>
                <a:cs typeface="黑体" panose="02010609060101010101" pitchFamily="49" charset="-122"/>
              </a:rPr>
              <a:t> </a:t>
            </a:r>
            <a:r>
              <a:rPr lang="en-US" altLang="zh-CN" sz="2100">
                <a:latin typeface="Arial" panose="020B0604020202020204" pitchFamily="34" charset="0"/>
                <a:ea typeface="宋体" panose="02010600030101010101" pitchFamily="2" charset="-122"/>
                <a:cs typeface="黑体" panose="02010609060101010101" pitchFamily="49" charset="-122"/>
              </a:rPr>
              <a:t>H</a:t>
            </a:r>
            <a:r>
              <a:rPr lang="en-US" altLang="zh-CN" sz="2100" baseline="-25000">
                <a:latin typeface="Arial" panose="020B0604020202020204" pitchFamily="34" charset="0"/>
                <a:ea typeface="宋体" panose="02010600030101010101" pitchFamily="2" charset="-122"/>
                <a:cs typeface="黑体" panose="02010609060101010101" pitchFamily="49" charset="-122"/>
              </a:rPr>
              <a:t>2</a:t>
            </a:r>
            <a:r>
              <a:rPr lang="en-US" altLang="zh-CN" sz="135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的</a:t>
            </a:r>
            <a:r>
              <a:rPr lang="zh-CN" altLang="en-US" sz="1350">
                <a:latin typeface="Arial" panose="020B0604020202020204" pitchFamily="34" charset="0"/>
                <a:ea typeface="宋体" panose="02010600030101010101" pitchFamily="2" charset="-122"/>
                <a:cs typeface="黑体" panose="02010609060101010101" pitchFamily="49" charset="-122"/>
              </a:rPr>
              <a:t> </a:t>
            </a:r>
            <a:r>
              <a:rPr lang="en-US" altLang="zh-CN" sz="2100">
                <a:latin typeface="Arial" panose="020B0604020202020204" pitchFamily="34" charset="0"/>
                <a:ea typeface="宋体" panose="02010600030101010101" pitchFamily="2" charset="-122"/>
                <a:cs typeface="黑体" panose="02010609060101010101" pitchFamily="49" charset="-122"/>
              </a:rPr>
              <a:t>IP</a:t>
            </a:r>
            <a:r>
              <a:rPr lang="en-US" altLang="zh-CN" sz="135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地址是</a:t>
            </a:r>
          </a:p>
          <a:p>
            <a:pPr algn="ct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128.30.33.138</a:t>
            </a:r>
          </a:p>
        </p:txBody>
      </p:sp>
      <p:sp>
        <p:nvSpPr>
          <p:cNvPr id="514115" name="Rectangle 67">
            <a:extLst>
              <a:ext uri="{FF2B5EF4-FFF2-40B4-BE49-F238E27FC236}">
                <a16:creationId xmlns:a16="http://schemas.microsoft.com/office/drawing/2014/main" id="{82ADEC6D-C939-5C4E-86F1-074FF8AF154C}"/>
              </a:ext>
            </a:extLst>
          </p:cNvPr>
          <p:cNvSpPr>
            <a:spLocks noChangeArrowheads="1"/>
          </p:cNvSpPr>
          <p:nvPr/>
        </p:nvSpPr>
        <p:spPr bwMode="auto">
          <a:xfrm>
            <a:off x="588169" y="4097170"/>
            <a:ext cx="8001000" cy="862013"/>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10000"/>
              </a:lnSpc>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因此</a:t>
            </a:r>
            <a:r>
              <a:rPr lang="zh-CN" altLang="en-US" sz="750" dirty="0">
                <a:latin typeface="Arial" panose="020B0604020202020204" pitchFamily="34" charset="0"/>
                <a:ea typeface="宋体" panose="02010600030101010101" pitchFamily="2" charset="-122"/>
                <a:cs typeface="黑体" panose="02010609060101010101" pitchFamily="49" charset="-122"/>
              </a:rPr>
              <a:t> </a:t>
            </a:r>
            <a:r>
              <a:rPr lang="en-US" altLang="zh-CN" sz="2100" dirty="0">
                <a:latin typeface="Arial" panose="020B0604020202020204" pitchFamily="34" charset="0"/>
                <a:ea typeface="宋体" panose="02010600030101010101" pitchFamily="2" charset="-122"/>
                <a:cs typeface="黑体" panose="02010609060101010101" pitchFamily="49" charset="-122"/>
              </a:rPr>
              <a:t>H</a:t>
            </a:r>
            <a:r>
              <a:rPr lang="en-US" altLang="zh-CN" sz="2100" baseline="-25000" dirty="0">
                <a:latin typeface="Arial" panose="020B0604020202020204" pitchFamily="34" charset="0"/>
                <a:ea typeface="宋体" panose="02010600030101010101" pitchFamily="2" charset="-122"/>
                <a:cs typeface="黑体" panose="02010609060101010101" pitchFamily="49" charset="-122"/>
              </a:rPr>
              <a:t>1</a:t>
            </a:r>
            <a:r>
              <a:rPr lang="en-US" altLang="zh-CN" sz="1050" baseline="-25000" dirty="0">
                <a:latin typeface="Arial" panose="020B0604020202020204" pitchFamily="34" charset="0"/>
                <a:ea typeface="宋体" panose="02010600030101010101" pitchFamily="2" charset="-122"/>
                <a:cs typeface="黑体" panose="02010609060101010101" pitchFamily="49" charset="-122"/>
              </a:rPr>
              <a:t> </a:t>
            </a:r>
            <a:r>
              <a:rPr lang="zh-CN" altLang="en-US" sz="2100" dirty="0">
                <a:latin typeface="Arial" panose="020B0604020202020204" pitchFamily="34" charset="0"/>
                <a:ea typeface="宋体" panose="02010600030101010101" pitchFamily="2" charset="-122"/>
                <a:cs typeface="黑体" panose="02010609060101010101" pitchFamily="49" charset="-122"/>
              </a:rPr>
              <a:t>首先检查主机</a:t>
            </a:r>
            <a:r>
              <a:rPr lang="zh-CN" altLang="en-US" sz="1050" dirty="0">
                <a:latin typeface="Arial" panose="020B0604020202020204" pitchFamily="34" charset="0"/>
                <a:ea typeface="宋体" panose="02010600030101010101" pitchFamily="2" charset="-122"/>
                <a:cs typeface="黑体" panose="02010609060101010101" pitchFamily="49" charset="-122"/>
              </a:rPr>
              <a:t> </a:t>
            </a:r>
            <a:r>
              <a:rPr lang="en-US" altLang="zh-CN" sz="2100" dirty="0">
                <a:latin typeface="Arial" panose="020B0604020202020204" pitchFamily="34" charset="0"/>
                <a:ea typeface="宋体" panose="02010600030101010101" pitchFamily="2" charset="-122"/>
                <a:cs typeface="黑体" panose="02010609060101010101" pitchFamily="49" charset="-122"/>
              </a:rPr>
              <a:t>128.30.33.138</a:t>
            </a:r>
            <a:r>
              <a:rPr lang="en-US" altLang="zh-CN" sz="1200" dirty="0">
                <a:latin typeface="Arial" panose="020B0604020202020204" pitchFamily="34" charset="0"/>
                <a:ea typeface="宋体" panose="02010600030101010101" pitchFamily="2" charset="-122"/>
                <a:cs typeface="黑体" panose="02010609060101010101" pitchFamily="49" charset="-122"/>
              </a:rPr>
              <a:t> </a:t>
            </a:r>
            <a:r>
              <a:rPr lang="zh-CN" altLang="en-US" sz="2100" dirty="0">
                <a:latin typeface="Arial" panose="020B0604020202020204" pitchFamily="34" charset="0"/>
                <a:ea typeface="宋体" panose="02010600030101010101" pitchFamily="2" charset="-122"/>
                <a:cs typeface="黑体" panose="02010609060101010101" pitchFamily="49" charset="-122"/>
              </a:rPr>
              <a:t>是否连接在本网络上</a:t>
            </a:r>
          </a:p>
          <a:p>
            <a:pPr algn="ctr" eaLnBrk="1" hangingPunct="1">
              <a:lnSpc>
                <a:spcPct val="110000"/>
              </a:lnSpc>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如果是，则直接交付；否则，就送交路由器</a:t>
            </a:r>
            <a:r>
              <a:rPr lang="zh-CN" altLang="en-US" sz="900" dirty="0">
                <a:latin typeface="Arial" panose="020B0604020202020204" pitchFamily="34" charset="0"/>
                <a:ea typeface="宋体" panose="02010600030101010101" pitchFamily="2" charset="-122"/>
                <a:cs typeface="黑体" panose="02010609060101010101" pitchFamily="49" charset="-122"/>
              </a:rPr>
              <a:t> </a:t>
            </a:r>
            <a:r>
              <a:rPr lang="en-US" altLang="zh-CN" sz="2100" dirty="0">
                <a:latin typeface="Arial" panose="020B0604020202020204" pitchFamily="34" charset="0"/>
                <a:ea typeface="宋体" panose="02010600030101010101" pitchFamily="2" charset="-122"/>
                <a:cs typeface="黑体" panose="02010609060101010101" pitchFamily="49" charset="-122"/>
              </a:rPr>
              <a:t>R</a:t>
            </a:r>
            <a:r>
              <a:rPr lang="en-US" altLang="zh-CN" sz="2100" baseline="-25000" dirty="0">
                <a:latin typeface="Arial" panose="020B0604020202020204" pitchFamily="34" charset="0"/>
                <a:ea typeface="宋体" panose="02010600030101010101" pitchFamily="2" charset="-122"/>
                <a:cs typeface="黑体" panose="02010609060101010101" pitchFamily="49" charset="-122"/>
              </a:rPr>
              <a:t>1</a:t>
            </a:r>
            <a:r>
              <a:rPr lang="zh-CN" altLang="en-US" sz="2100" dirty="0">
                <a:latin typeface="Arial" panose="020B0604020202020204" pitchFamily="34" charset="0"/>
                <a:ea typeface="宋体" panose="02010600030101010101" pitchFamily="2" charset="-122"/>
                <a:cs typeface="黑体" panose="02010609060101010101" pitchFamily="49" charset="-122"/>
              </a:rPr>
              <a:t>，并逐项查找路由表。</a:t>
            </a:r>
          </a:p>
        </p:txBody>
      </p:sp>
      <p:sp>
        <p:nvSpPr>
          <p:cNvPr id="248895" name="幻灯片编号占位符 1">
            <a:extLst>
              <a:ext uri="{FF2B5EF4-FFF2-40B4-BE49-F238E27FC236}">
                <a16:creationId xmlns:a16="http://schemas.microsoft.com/office/drawing/2014/main" id="{9E44A20C-56EA-564B-ACBB-5887F6C59D75}"/>
              </a:ext>
            </a:extLst>
          </p:cNvPr>
          <p:cNvSpPr>
            <a:spLocks noGrp="1" noChangeArrowheads="1"/>
          </p:cNvSpPr>
          <p:nvPr>
            <p:ph type="sldNum" sz="quarter" idx="10"/>
          </p:nvPr>
        </p:nvSpPr>
        <p:spPr>
          <a:xfrm>
            <a:off x="8740378" y="4849222"/>
            <a:ext cx="419076"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184D614-6224-254D-B8DB-9A78A338AEF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113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18096470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nodeType="afterEffect">
                                  <p:stCondLst>
                                    <p:cond delay="0"/>
                                  </p:stCondLst>
                                  <p:childTnLst>
                                    <p:set>
                                      <p:cBhvr>
                                        <p:cTn id="6" dur="1" fill="hold">
                                          <p:stCondLst>
                                            <p:cond delay="0"/>
                                          </p:stCondLst>
                                        </p:cTn>
                                        <p:tgtEl>
                                          <p:spTgt spid="514111"/>
                                        </p:tgtEl>
                                        <p:attrNameLst>
                                          <p:attrName>style.visibility</p:attrName>
                                        </p:attrNameLst>
                                      </p:cBhvr>
                                      <p:to>
                                        <p:strVal val="visible"/>
                                      </p:to>
                                    </p:set>
                                    <p:animEffect transition="in" filter="wipe(left)">
                                      <p:cBhvr>
                                        <p:cTn id="7" dur="2000"/>
                                        <p:tgtEl>
                                          <p:spTgt spid="514111"/>
                                        </p:tgtEl>
                                      </p:cBhvr>
                                    </p:animEffect>
                                  </p:childTnLst>
                                </p:cTn>
                              </p:par>
                            </p:childTnLst>
                          </p:cTn>
                        </p:par>
                        <p:par>
                          <p:cTn id="8" fill="hold" nodeType="afterGroup">
                            <p:stCondLst>
                              <p:cond delay="2000"/>
                            </p:stCondLst>
                            <p:childTnLst>
                              <p:par>
                                <p:cTn id="9" presetID="4" presetClass="entr" presetSubtype="32" fill="hold" grpId="0" nodeType="afterEffect">
                                  <p:stCondLst>
                                    <p:cond delay="0"/>
                                  </p:stCondLst>
                                  <p:childTnLst>
                                    <p:set>
                                      <p:cBhvr>
                                        <p:cTn id="10" dur="1" fill="hold">
                                          <p:stCondLst>
                                            <p:cond delay="0"/>
                                          </p:stCondLst>
                                        </p:cTn>
                                        <p:tgtEl>
                                          <p:spTgt spid="514114"/>
                                        </p:tgtEl>
                                        <p:attrNameLst>
                                          <p:attrName>style.visibility</p:attrName>
                                        </p:attrNameLst>
                                      </p:cBhvr>
                                      <p:to>
                                        <p:strVal val="visible"/>
                                      </p:to>
                                    </p:set>
                                    <p:animEffect transition="in" filter="box(out)">
                                      <p:cBhvr>
                                        <p:cTn id="11" dur="2000"/>
                                        <p:tgtEl>
                                          <p:spTgt spid="514114"/>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5141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4114" grpId="0" animBg="1"/>
      <p:bldP spid="514115" grpId="0" animBg="1"/>
    </p:bldLst>
  </p:timing>
</p:sld>
</file>

<file path=ppt/slides/slide1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50881" name="Freeform 2">
            <a:extLst>
              <a:ext uri="{FF2B5EF4-FFF2-40B4-BE49-F238E27FC236}">
                <a16:creationId xmlns:a16="http://schemas.microsoft.com/office/drawing/2014/main" id="{C52AC460-3D2A-F14D-BE9A-E5D114C0C29B}"/>
              </a:ext>
            </a:extLst>
          </p:cNvPr>
          <p:cNvSpPr>
            <a:spLocks/>
          </p:cNvSpPr>
          <p:nvPr/>
        </p:nvSpPr>
        <p:spPr bwMode="auto">
          <a:xfrm>
            <a:off x="3055144" y="1533526"/>
            <a:ext cx="1260872" cy="1364456"/>
          </a:xfrm>
          <a:custGeom>
            <a:avLst/>
            <a:gdLst>
              <a:gd name="T0" fmla="*/ 2147483646 w 1059"/>
              <a:gd name="T1" fmla="*/ 2147483646 h 1146"/>
              <a:gd name="T2" fmla="*/ 2147483646 w 1059"/>
              <a:gd name="T3" fmla="*/ 0 h 1146"/>
              <a:gd name="T4" fmla="*/ 2147483646 w 1059"/>
              <a:gd name="T5" fmla="*/ 2147483646 h 1146"/>
              <a:gd name="T6" fmla="*/ 0 w 1059"/>
              <a:gd name="T7" fmla="*/ 2147483646 h 11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59" h="1146">
                <a:moveTo>
                  <a:pt x="5" y="1146"/>
                </a:moveTo>
                <a:lnTo>
                  <a:pt x="1048" y="0"/>
                </a:lnTo>
                <a:lnTo>
                  <a:pt x="1059" y="880"/>
                </a:lnTo>
                <a:lnTo>
                  <a:pt x="0" y="1111"/>
                </a:lnTo>
              </a:path>
            </a:pathLst>
          </a:cu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50882" name="Text Box 3">
            <a:extLst>
              <a:ext uri="{FF2B5EF4-FFF2-40B4-BE49-F238E27FC236}">
                <a16:creationId xmlns:a16="http://schemas.microsoft.com/office/drawing/2014/main" id="{110D479F-48C2-2444-8F45-969292F8BAB3}"/>
              </a:ext>
            </a:extLst>
          </p:cNvPr>
          <p:cNvSpPr txBox="1">
            <a:spLocks noChangeArrowheads="1"/>
          </p:cNvSpPr>
          <p:nvPr/>
        </p:nvSpPr>
        <p:spPr bwMode="auto">
          <a:xfrm>
            <a:off x="2141935" y="1968103"/>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a:t>
            </a:r>
          </a:p>
        </p:txBody>
      </p:sp>
      <p:sp>
        <p:nvSpPr>
          <p:cNvPr id="250883" name="Text Box 4">
            <a:extLst>
              <a:ext uri="{FF2B5EF4-FFF2-40B4-BE49-F238E27FC236}">
                <a16:creationId xmlns:a16="http://schemas.microsoft.com/office/drawing/2014/main" id="{F476BF20-5944-7F4F-BAA0-5A842BC2263E}"/>
              </a:ext>
            </a:extLst>
          </p:cNvPr>
          <p:cNvSpPr txBox="1">
            <a:spLocks noChangeArrowheads="1"/>
          </p:cNvSpPr>
          <p:nvPr/>
        </p:nvSpPr>
        <p:spPr bwMode="auto">
          <a:xfrm>
            <a:off x="3217069" y="1989535"/>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graphicFrame>
        <p:nvGraphicFramePr>
          <p:cNvPr id="515077" name="Group 5">
            <a:extLst>
              <a:ext uri="{FF2B5EF4-FFF2-40B4-BE49-F238E27FC236}">
                <a16:creationId xmlns:a16="http://schemas.microsoft.com/office/drawing/2014/main" id="{910CC2F0-892D-D44A-B692-AEAA686CB8F2}"/>
              </a:ext>
            </a:extLst>
          </p:cNvPr>
          <p:cNvGraphicFramePr>
            <a:graphicFrameLocks noGrp="1"/>
          </p:cNvGraphicFramePr>
          <p:nvPr/>
        </p:nvGraphicFramePr>
        <p:xfrm>
          <a:off x="4316016" y="1539478"/>
          <a:ext cx="3483769" cy="1182584"/>
        </p:xfrm>
        <a:graphic>
          <a:graphicData uri="http://schemas.openxmlformats.org/drawingml/2006/table">
            <a:tbl>
              <a:tblPr/>
              <a:tblGrid>
                <a:gridCol w="1251347">
                  <a:extLst>
                    <a:ext uri="{9D8B030D-6E8A-4147-A177-3AD203B41FA5}">
                      <a16:colId xmlns:a16="http://schemas.microsoft.com/office/drawing/2014/main" val="20000"/>
                    </a:ext>
                  </a:extLst>
                </a:gridCol>
                <a:gridCol w="1498997">
                  <a:extLst>
                    <a:ext uri="{9D8B030D-6E8A-4147-A177-3AD203B41FA5}">
                      <a16:colId xmlns:a16="http://schemas.microsoft.com/office/drawing/2014/main" val="20001"/>
                    </a:ext>
                  </a:extLst>
                </a:gridCol>
                <a:gridCol w="733425">
                  <a:extLst>
                    <a:ext uri="{9D8B030D-6E8A-4147-A177-3AD203B41FA5}">
                      <a16:colId xmlns:a16="http://schemas.microsoft.com/office/drawing/2014/main" val="20002"/>
                    </a:ext>
                  </a:extLst>
                </a:gridCol>
              </a:tblGrid>
              <a:tr h="25372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目的网络地址</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子网掩码</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下一跳</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7856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128.30.36.0</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255.255.255.0</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R</a:t>
                      </a:r>
                      <a:r>
                        <a:rPr kumimoji="0" lang="en-US" altLang="zh-CN" sz="1400" b="0" i="0" u="none" strike="noStrike" cap="none" normalizeH="0" baseline="-25000">
                          <a:ln>
                            <a:noFill/>
                          </a:ln>
                          <a:solidFill>
                            <a:srgbClr val="333399"/>
                          </a:solidFill>
                          <a:effectLst/>
                          <a:latin typeface="Arial" panose="020B0604020202020204" pitchFamily="34" charset="0"/>
                          <a:ea typeface="宋体" panose="02010600030101010101" pitchFamily="2" charset="-122"/>
                        </a:rPr>
                        <a:t>2</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1"/>
                  </a:ext>
                </a:extLst>
              </a:tr>
            </a:tbl>
          </a:graphicData>
        </a:graphic>
      </p:graphicFrame>
      <p:sp>
        <p:nvSpPr>
          <p:cNvPr id="250898" name="Line 20">
            <a:extLst>
              <a:ext uri="{FF2B5EF4-FFF2-40B4-BE49-F238E27FC236}">
                <a16:creationId xmlns:a16="http://schemas.microsoft.com/office/drawing/2014/main" id="{D500AA6D-9BBB-5A4E-862D-C523A3F9BBA4}"/>
              </a:ext>
            </a:extLst>
          </p:cNvPr>
          <p:cNvSpPr>
            <a:spLocks noChangeShapeType="1"/>
          </p:cNvSpPr>
          <p:nvPr/>
        </p:nvSpPr>
        <p:spPr bwMode="auto">
          <a:xfrm>
            <a:off x="3196829" y="1972866"/>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899" name="Line 21">
            <a:extLst>
              <a:ext uri="{FF2B5EF4-FFF2-40B4-BE49-F238E27FC236}">
                <a16:creationId xmlns:a16="http://schemas.microsoft.com/office/drawing/2014/main" id="{34D40850-7CDA-964C-9A91-E4BDE4C6B81D}"/>
              </a:ext>
            </a:extLst>
          </p:cNvPr>
          <p:cNvSpPr>
            <a:spLocks noChangeShapeType="1"/>
          </p:cNvSpPr>
          <p:nvPr/>
        </p:nvSpPr>
        <p:spPr bwMode="auto">
          <a:xfrm>
            <a:off x="1540669" y="1959769"/>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00" name="Line 22">
            <a:extLst>
              <a:ext uri="{FF2B5EF4-FFF2-40B4-BE49-F238E27FC236}">
                <a16:creationId xmlns:a16="http://schemas.microsoft.com/office/drawing/2014/main" id="{66462473-875E-E94A-91CA-E86DDC4C56AC}"/>
              </a:ext>
            </a:extLst>
          </p:cNvPr>
          <p:cNvSpPr>
            <a:spLocks noChangeShapeType="1"/>
          </p:cNvSpPr>
          <p:nvPr/>
        </p:nvSpPr>
        <p:spPr bwMode="auto">
          <a:xfrm>
            <a:off x="1331119" y="1972866"/>
            <a:ext cx="2862263"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01" name="Line 23">
            <a:extLst>
              <a:ext uri="{FF2B5EF4-FFF2-40B4-BE49-F238E27FC236}">
                <a16:creationId xmlns:a16="http://schemas.microsoft.com/office/drawing/2014/main" id="{2DF81C18-9B85-4A41-BDB9-86957A4CBE5C}"/>
              </a:ext>
            </a:extLst>
          </p:cNvPr>
          <p:cNvSpPr>
            <a:spLocks noChangeShapeType="1"/>
          </p:cNvSpPr>
          <p:nvPr/>
        </p:nvSpPr>
        <p:spPr bwMode="auto">
          <a:xfrm>
            <a:off x="1665685" y="1545432"/>
            <a:ext cx="1190"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0902" name="Picture 24">
            <a:extLst>
              <a:ext uri="{FF2B5EF4-FFF2-40B4-BE49-F238E27FC236}">
                <a16:creationId xmlns:a16="http://schemas.microsoft.com/office/drawing/2014/main" id="{1674202F-2DE0-5445-9F54-4AC6ACB1B29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37097" y="1576388"/>
            <a:ext cx="298847"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03" name="Text Box 25">
            <a:extLst>
              <a:ext uri="{FF2B5EF4-FFF2-40B4-BE49-F238E27FC236}">
                <a16:creationId xmlns:a16="http://schemas.microsoft.com/office/drawing/2014/main" id="{2E18F866-F71F-C146-BF81-A92A519BCA1C}"/>
              </a:ext>
            </a:extLst>
          </p:cNvPr>
          <p:cNvSpPr txBox="1">
            <a:spLocks noChangeArrowheads="1"/>
          </p:cNvSpPr>
          <p:nvPr/>
        </p:nvSpPr>
        <p:spPr bwMode="auto">
          <a:xfrm>
            <a:off x="1115615" y="1491853"/>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50904" name="Text Box 26">
            <a:extLst>
              <a:ext uri="{FF2B5EF4-FFF2-40B4-BE49-F238E27FC236}">
                <a16:creationId xmlns:a16="http://schemas.microsoft.com/office/drawing/2014/main" id="{0906A7F5-C8FA-D745-A6D8-855DBDCCCD42}"/>
              </a:ext>
            </a:extLst>
          </p:cNvPr>
          <p:cNvSpPr txBox="1">
            <a:spLocks noChangeArrowheads="1"/>
          </p:cNvSpPr>
          <p:nvPr/>
        </p:nvSpPr>
        <p:spPr bwMode="auto">
          <a:xfrm>
            <a:off x="1331119" y="1641873"/>
            <a:ext cx="2620566" cy="715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子网</a:t>
            </a:r>
            <a:r>
              <a:rPr kumimoji="1" lang="en-US" altLang="zh-CN" sz="1350">
                <a:latin typeface="Arial" panose="020B0604020202020204" pitchFamily="34" charset="0"/>
                <a:ea typeface="宋体" panose="02010600030101010101" pitchFamily="2" charset="-122"/>
                <a:cs typeface="黑体" panose="02010609060101010101" pitchFamily="49" charset="-122"/>
              </a:rPr>
              <a:t>1</a:t>
            </a:r>
            <a:r>
              <a:rPr kumimoji="1" lang="zh-CN" altLang="en-US" sz="1350">
                <a:latin typeface="Arial" panose="020B0604020202020204" pitchFamily="34" charset="0"/>
                <a:ea typeface="宋体" panose="02010600030101010101" pitchFamily="2" charset="-122"/>
                <a:cs typeface="黑体" panose="02010609060101010101" pitchFamily="49" charset="-122"/>
              </a:rPr>
              <a:t>：</a:t>
            </a:r>
          </a:p>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    网络地址 </a:t>
            </a:r>
            <a:r>
              <a:rPr kumimoji="1" lang="en-US" altLang="zh-CN" sz="1350">
                <a:latin typeface="Arial" panose="020B0604020202020204" pitchFamily="34" charset="0"/>
                <a:ea typeface="宋体" panose="02010600030101010101" pitchFamily="2" charset="-122"/>
                <a:cs typeface="黑体" panose="02010609060101010101" pitchFamily="49" charset="-122"/>
              </a:rPr>
              <a:t>128.30.33.0</a:t>
            </a:r>
          </a:p>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350">
                <a:latin typeface="Arial" panose="020B0604020202020204" pitchFamily="34" charset="0"/>
                <a:ea typeface="宋体" panose="02010600030101010101" pitchFamily="2" charset="-122"/>
                <a:cs typeface="黑体" panose="02010609060101010101" pitchFamily="49" charset="-122"/>
              </a:rPr>
              <a:t>255.255.255.128</a:t>
            </a:r>
          </a:p>
        </p:txBody>
      </p:sp>
      <p:sp>
        <p:nvSpPr>
          <p:cNvPr id="250905" name="Line 27">
            <a:extLst>
              <a:ext uri="{FF2B5EF4-FFF2-40B4-BE49-F238E27FC236}">
                <a16:creationId xmlns:a16="http://schemas.microsoft.com/office/drawing/2014/main" id="{C6E4C29F-F20C-F94C-A463-2F6B682C46BA}"/>
              </a:ext>
            </a:extLst>
          </p:cNvPr>
          <p:cNvSpPr>
            <a:spLocks noChangeShapeType="1"/>
          </p:cNvSpPr>
          <p:nvPr/>
        </p:nvSpPr>
        <p:spPr bwMode="auto">
          <a:xfrm>
            <a:off x="2796779" y="3758803"/>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06" name="Line 28">
            <a:extLst>
              <a:ext uri="{FF2B5EF4-FFF2-40B4-BE49-F238E27FC236}">
                <a16:creationId xmlns:a16="http://schemas.microsoft.com/office/drawing/2014/main" id="{95BCB72B-3B38-2C40-B75D-591373BA4BC6}"/>
              </a:ext>
            </a:extLst>
          </p:cNvPr>
          <p:cNvSpPr>
            <a:spLocks noChangeShapeType="1"/>
          </p:cNvSpPr>
          <p:nvPr/>
        </p:nvSpPr>
        <p:spPr bwMode="auto">
          <a:xfrm>
            <a:off x="5922169" y="2944416"/>
            <a:ext cx="1191"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07" name="Line 29">
            <a:extLst>
              <a:ext uri="{FF2B5EF4-FFF2-40B4-BE49-F238E27FC236}">
                <a16:creationId xmlns:a16="http://schemas.microsoft.com/office/drawing/2014/main" id="{4F480F7B-D422-D445-945D-DE340CDE22C7}"/>
              </a:ext>
            </a:extLst>
          </p:cNvPr>
          <p:cNvSpPr>
            <a:spLocks noChangeShapeType="1"/>
          </p:cNvSpPr>
          <p:nvPr/>
        </p:nvSpPr>
        <p:spPr bwMode="auto">
          <a:xfrm>
            <a:off x="2200275" y="4281488"/>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08" name="Line 30">
            <a:extLst>
              <a:ext uri="{FF2B5EF4-FFF2-40B4-BE49-F238E27FC236}">
                <a16:creationId xmlns:a16="http://schemas.microsoft.com/office/drawing/2014/main" id="{CBEE6CAD-E721-3D4A-A29C-CD67DF47AFCE}"/>
              </a:ext>
            </a:extLst>
          </p:cNvPr>
          <p:cNvSpPr>
            <a:spLocks noChangeShapeType="1"/>
          </p:cNvSpPr>
          <p:nvPr/>
        </p:nvSpPr>
        <p:spPr bwMode="auto">
          <a:xfrm>
            <a:off x="2526506" y="2944416"/>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09" name="Line 31">
            <a:extLst>
              <a:ext uri="{FF2B5EF4-FFF2-40B4-BE49-F238E27FC236}">
                <a16:creationId xmlns:a16="http://schemas.microsoft.com/office/drawing/2014/main" id="{6A170AA4-35C2-1640-B3F3-9713A4318279}"/>
              </a:ext>
            </a:extLst>
          </p:cNvPr>
          <p:cNvSpPr>
            <a:spLocks noChangeShapeType="1"/>
          </p:cNvSpPr>
          <p:nvPr/>
        </p:nvSpPr>
        <p:spPr bwMode="auto">
          <a:xfrm>
            <a:off x="3201592" y="2401491"/>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0910" name="Picture 32">
            <a:extLst>
              <a:ext uri="{FF2B5EF4-FFF2-40B4-BE49-F238E27FC236}">
                <a16:creationId xmlns:a16="http://schemas.microsoft.com/office/drawing/2014/main" id="{0024BC04-1D31-0849-8F2A-BDF8356961D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69307" y="4513660"/>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0911" name="Picture 33">
            <a:extLst>
              <a:ext uri="{FF2B5EF4-FFF2-40B4-BE49-F238E27FC236}">
                <a16:creationId xmlns:a16="http://schemas.microsoft.com/office/drawing/2014/main" id="{325C6EBF-3619-8945-AA17-ADC052F8FF7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83507" y="2203848"/>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0912" name="Group 34">
            <a:extLst>
              <a:ext uri="{FF2B5EF4-FFF2-40B4-BE49-F238E27FC236}">
                <a16:creationId xmlns:a16="http://schemas.microsoft.com/office/drawing/2014/main" id="{4A785B97-4143-8240-9244-3DAC8005EBC9}"/>
              </a:ext>
            </a:extLst>
          </p:cNvPr>
          <p:cNvGrpSpPr>
            <a:grpSpLocks/>
          </p:cNvGrpSpPr>
          <p:nvPr/>
        </p:nvGrpSpPr>
        <p:grpSpPr bwMode="auto">
          <a:xfrm>
            <a:off x="3006329" y="2238376"/>
            <a:ext cx="459581" cy="345281"/>
            <a:chOff x="864" y="1824"/>
            <a:chExt cx="432" cy="288"/>
          </a:xfrm>
        </p:grpSpPr>
        <p:pic>
          <p:nvPicPr>
            <p:cNvPr id="250958" name="Picture 35">
              <a:extLst>
                <a:ext uri="{FF2B5EF4-FFF2-40B4-BE49-F238E27FC236}">
                  <a16:creationId xmlns:a16="http://schemas.microsoft.com/office/drawing/2014/main" id="{19AB76FE-29AE-0C47-AE08-CF6FA73A5F7E}"/>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0959" name="Picture 36">
              <a:extLst>
                <a:ext uri="{FF2B5EF4-FFF2-40B4-BE49-F238E27FC236}">
                  <a16:creationId xmlns:a16="http://schemas.microsoft.com/office/drawing/2014/main" id="{91E4B0A0-A5FC-424B-9DE0-ECB19507C2D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50913" name="Picture 37">
            <a:extLst>
              <a:ext uri="{FF2B5EF4-FFF2-40B4-BE49-F238E27FC236}">
                <a16:creationId xmlns:a16="http://schemas.microsoft.com/office/drawing/2014/main" id="{FC990520-5011-BF4E-859E-B923138A754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98344" y="3228975"/>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14" name="Line 38">
            <a:extLst>
              <a:ext uri="{FF2B5EF4-FFF2-40B4-BE49-F238E27FC236}">
                <a16:creationId xmlns:a16="http://schemas.microsoft.com/office/drawing/2014/main" id="{8E386309-2FBD-F445-B560-B393F513E571}"/>
              </a:ext>
            </a:extLst>
          </p:cNvPr>
          <p:cNvSpPr>
            <a:spLocks noChangeShapeType="1"/>
          </p:cNvSpPr>
          <p:nvPr/>
        </p:nvSpPr>
        <p:spPr bwMode="auto">
          <a:xfrm>
            <a:off x="2006204" y="2928938"/>
            <a:ext cx="5211365" cy="119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15" name="Line 39">
            <a:extLst>
              <a:ext uri="{FF2B5EF4-FFF2-40B4-BE49-F238E27FC236}">
                <a16:creationId xmlns:a16="http://schemas.microsoft.com/office/drawing/2014/main" id="{CEB30870-1AE0-7545-BB2D-A818BE24F411}"/>
              </a:ext>
            </a:extLst>
          </p:cNvPr>
          <p:cNvSpPr>
            <a:spLocks noChangeShapeType="1"/>
          </p:cNvSpPr>
          <p:nvPr/>
        </p:nvSpPr>
        <p:spPr bwMode="auto">
          <a:xfrm>
            <a:off x="1533525" y="4296967"/>
            <a:ext cx="587692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16" name="Text Box 40">
            <a:extLst>
              <a:ext uri="{FF2B5EF4-FFF2-40B4-BE49-F238E27FC236}">
                <a16:creationId xmlns:a16="http://schemas.microsoft.com/office/drawing/2014/main" id="{D2CB41FC-6645-D742-AD0D-D9AD1A0D7849}"/>
              </a:ext>
            </a:extLst>
          </p:cNvPr>
          <p:cNvSpPr txBox="1">
            <a:spLocks noChangeArrowheads="1"/>
          </p:cNvSpPr>
          <p:nvPr/>
        </p:nvSpPr>
        <p:spPr bwMode="auto">
          <a:xfrm>
            <a:off x="3123010" y="2562225"/>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128.30.33.130</a:t>
            </a:r>
          </a:p>
        </p:txBody>
      </p:sp>
      <p:sp>
        <p:nvSpPr>
          <p:cNvPr id="250917" name="Text Box 41">
            <a:extLst>
              <a:ext uri="{FF2B5EF4-FFF2-40B4-BE49-F238E27FC236}">
                <a16:creationId xmlns:a16="http://schemas.microsoft.com/office/drawing/2014/main" id="{329FF31B-AB59-6848-93F9-6A170DC25124}"/>
              </a:ext>
            </a:extLst>
          </p:cNvPr>
          <p:cNvSpPr txBox="1">
            <a:spLocks noChangeArrowheads="1"/>
          </p:cNvSpPr>
          <p:nvPr/>
        </p:nvSpPr>
        <p:spPr bwMode="auto">
          <a:xfrm>
            <a:off x="3490913" y="2296716"/>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50918" name="Text Box 42">
            <a:extLst>
              <a:ext uri="{FF2B5EF4-FFF2-40B4-BE49-F238E27FC236}">
                <a16:creationId xmlns:a16="http://schemas.microsoft.com/office/drawing/2014/main" id="{898B557C-39A5-A540-ADC4-40656396F7DD}"/>
              </a:ext>
            </a:extLst>
          </p:cNvPr>
          <p:cNvSpPr txBox="1">
            <a:spLocks noChangeArrowheads="1"/>
          </p:cNvSpPr>
          <p:nvPr/>
        </p:nvSpPr>
        <p:spPr bwMode="auto">
          <a:xfrm>
            <a:off x="4393406" y="2566987"/>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0919" name="Line 43">
            <a:extLst>
              <a:ext uri="{FF2B5EF4-FFF2-40B4-BE49-F238E27FC236}">
                <a16:creationId xmlns:a16="http://schemas.microsoft.com/office/drawing/2014/main" id="{B27089B9-E4F6-C64F-A434-B267D04B5114}"/>
              </a:ext>
            </a:extLst>
          </p:cNvPr>
          <p:cNvSpPr>
            <a:spLocks noChangeShapeType="1"/>
          </p:cNvSpPr>
          <p:nvPr/>
        </p:nvSpPr>
        <p:spPr bwMode="auto">
          <a:xfrm>
            <a:off x="4841081" y="2944416"/>
            <a:ext cx="1191"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50920" name="Group 44">
            <a:extLst>
              <a:ext uri="{FF2B5EF4-FFF2-40B4-BE49-F238E27FC236}">
                <a16:creationId xmlns:a16="http://schemas.microsoft.com/office/drawing/2014/main" id="{0659497B-9958-924A-A2AA-C23569A1B03B}"/>
              </a:ext>
            </a:extLst>
          </p:cNvPr>
          <p:cNvGrpSpPr>
            <a:grpSpLocks/>
          </p:cNvGrpSpPr>
          <p:nvPr/>
        </p:nvGrpSpPr>
        <p:grpSpPr bwMode="auto">
          <a:xfrm>
            <a:off x="2331244" y="3276601"/>
            <a:ext cx="459581" cy="345281"/>
            <a:chOff x="864" y="1824"/>
            <a:chExt cx="432" cy="288"/>
          </a:xfrm>
        </p:grpSpPr>
        <p:pic>
          <p:nvPicPr>
            <p:cNvPr id="250956" name="Picture 45">
              <a:extLst>
                <a:ext uri="{FF2B5EF4-FFF2-40B4-BE49-F238E27FC236}">
                  <a16:creationId xmlns:a16="http://schemas.microsoft.com/office/drawing/2014/main" id="{915B8546-B531-9944-BC37-ED78C8345150}"/>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0957" name="Picture 46">
              <a:extLst>
                <a:ext uri="{FF2B5EF4-FFF2-40B4-BE49-F238E27FC236}">
                  <a16:creationId xmlns:a16="http://schemas.microsoft.com/office/drawing/2014/main" id="{6D98845D-DF9F-8845-B311-E7E0D4702B79}"/>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0921" name="Text Box 47">
            <a:extLst>
              <a:ext uri="{FF2B5EF4-FFF2-40B4-BE49-F238E27FC236}">
                <a16:creationId xmlns:a16="http://schemas.microsoft.com/office/drawing/2014/main" id="{3B8418E8-8624-6148-97ED-C5F88FFF676B}"/>
              </a:ext>
            </a:extLst>
          </p:cNvPr>
          <p:cNvSpPr txBox="1">
            <a:spLocks noChangeArrowheads="1"/>
          </p:cNvSpPr>
          <p:nvPr/>
        </p:nvSpPr>
        <p:spPr bwMode="auto">
          <a:xfrm>
            <a:off x="2033588" y="3263503"/>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50922" name="Line 48">
            <a:extLst>
              <a:ext uri="{FF2B5EF4-FFF2-40B4-BE49-F238E27FC236}">
                <a16:creationId xmlns:a16="http://schemas.microsoft.com/office/drawing/2014/main" id="{96B48BF8-E1EE-4042-A059-2CD75E8A5C46}"/>
              </a:ext>
            </a:extLst>
          </p:cNvPr>
          <p:cNvSpPr>
            <a:spLocks noChangeShapeType="1"/>
          </p:cNvSpPr>
          <p:nvPr/>
        </p:nvSpPr>
        <p:spPr bwMode="auto">
          <a:xfrm>
            <a:off x="3238500" y="4280297"/>
            <a:ext cx="1191"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0923" name="Picture 49">
            <a:extLst>
              <a:ext uri="{FF2B5EF4-FFF2-40B4-BE49-F238E27FC236}">
                <a16:creationId xmlns:a16="http://schemas.microsoft.com/office/drawing/2014/main" id="{133CA075-1EEE-BB45-8B68-5DDD206AAD1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88619" y="3232548"/>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24" name="Text Box 50">
            <a:extLst>
              <a:ext uri="{FF2B5EF4-FFF2-40B4-BE49-F238E27FC236}">
                <a16:creationId xmlns:a16="http://schemas.microsoft.com/office/drawing/2014/main" id="{7D503340-5148-3443-BE6F-EA793F9DB105}"/>
              </a:ext>
            </a:extLst>
          </p:cNvPr>
          <p:cNvSpPr txBox="1">
            <a:spLocks noChangeArrowheads="1"/>
          </p:cNvSpPr>
          <p:nvPr/>
        </p:nvSpPr>
        <p:spPr bwMode="auto">
          <a:xfrm>
            <a:off x="4268391" y="2405062"/>
            <a:ext cx="343614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2</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128.30.33.128</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255.255.255.128</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0925" name="Text Box 51">
            <a:extLst>
              <a:ext uri="{FF2B5EF4-FFF2-40B4-BE49-F238E27FC236}">
                <a16:creationId xmlns:a16="http://schemas.microsoft.com/office/drawing/2014/main" id="{E67CD00A-85F7-A34A-AED6-C6D7C07E30C9}"/>
              </a:ext>
            </a:extLst>
          </p:cNvPr>
          <p:cNvSpPr txBox="1">
            <a:spLocks noChangeArrowheads="1"/>
          </p:cNvSpPr>
          <p:nvPr/>
        </p:nvSpPr>
        <p:spPr bwMode="auto">
          <a:xfrm>
            <a:off x="3977879" y="3161110"/>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50926" name="Text Box 52">
            <a:extLst>
              <a:ext uri="{FF2B5EF4-FFF2-40B4-BE49-F238E27FC236}">
                <a16:creationId xmlns:a16="http://schemas.microsoft.com/office/drawing/2014/main" id="{25FB6767-722B-384D-B84E-27D960CD7581}"/>
              </a:ext>
            </a:extLst>
          </p:cNvPr>
          <p:cNvSpPr txBox="1">
            <a:spLocks noChangeArrowheads="1"/>
          </p:cNvSpPr>
          <p:nvPr/>
        </p:nvSpPr>
        <p:spPr bwMode="auto">
          <a:xfrm>
            <a:off x="1115615" y="1441847"/>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a:t>
            </a:r>
          </a:p>
        </p:txBody>
      </p:sp>
      <p:sp>
        <p:nvSpPr>
          <p:cNvPr id="250927" name="Text Box 53">
            <a:extLst>
              <a:ext uri="{FF2B5EF4-FFF2-40B4-BE49-F238E27FC236}">
                <a16:creationId xmlns:a16="http://schemas.microsoft.com/office/drawing/2014/main" id="{2332CED7-8D44-AE48-81C8-E58BA4203194}"/>
              </a:ext>
            </a:extLst>
          </p:cNvPr>
          <p:cNvSpPr txBox="1">
            <a:spLocks noChangeArrowheads="1"/>
          </p:cNvSpPr>
          <p:nvPr/>
        </p:nvSpPr>
        <p:spPr bwMode="auto">
          <a:xfrm>
            <a:off x="4410075" y="3214687"/>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128.30.33.138</a:t>
            </a:r>
          </a:p>
        </p:txBody>
      </p:sp>
      <p:sp>
        <p:nvSpPr>
          <p:cNvPr id="250928" name="Text Box 54">
            <a:extLst>
              <a:ext uri="{FF2B5EF4-FFF2-40B4-BE49-F238E27FC236}">
                <a16:creationId xmlns:a16="http://schemas.microsoft.com/office/drawing/2014/main" id="{5117D630-0342-B64B-9934-EEFA420ABC4D}"/>
              </a:ext>
            </a:extLst>
          </p:cNvPr>
          <p:cNvSpPr txBox="1">
            <a:spLocks noChangeArrowheads="1"/>
          </p:cNvSpPr>
          <p:nvPr/>
        </p:nvSpPr>
        <p:spPr bwMode="auto">
          <a:xfrm>
            <a:off x="3474244" y="3048000"/>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0929" name="Text Box 55">
            <a:extLst>
              <a:ext uri="{FF2B5EF4-FFF2-40B4-BE49-F238E27FC236}">
                <a16:creationId xmlns:a16="http://schemas.microsoft.com/office/drawing/2014/main" id="{B12F6B5E-E9AE-774F-B035-A80308DCB5F2}"/>
              </a:ext>
            </a:extLst>
          </p:cNvPr>
          <p:cNvSpPr txBox="1">
            <a:spLocks noChangeArrowheads="1"/>
          </p:cNvSpPr>
          <p:nvPr/>
        </p:nvSpPr>
        <p:spPr bwMode="auto">
          <a:xfrm>
            <a:off x="2556272" y="3719512"/>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0930" name="Text Box 56">
            <a:extLst>
              <a:ext uri="{FF2B5EF4-FFF2-40B4-BE49-F238E27FC236}">
                <a16:creationId xmlns:a16="http://schemas.microsoft.com/office/drawing/2014/main" id="{6CA33FD8-0270-A745-86A4-C420D0E29868}"/>
              </a:ext>
            </a:extLst>
          </p:cNvPr>
          <p:cNvSpPr txBox="1">
            <a:spLocks noChangeArrowheads="1"/>
          </p:cNvSpPr>
          <p:nvPr/>
        </p:nvSpPr>
        <p:spPr bwMode="auto">
          <a:xfrm>
            <a:off x="3707606" y="3048000"/>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128.30.33.129</a:t>
            </a:r>
          </a:p>
        </p:txBody>
      </p:sp>
      <p:pic>
        <p:nvPicPr>
          <p:cNvPr id="250931" name="Picture 57">
            <a:extLst>
              <a:ext uri="{FF2B5EF4-FFF2-40B4-BE49-F238E27FC236}">
                <a16:creationId xmlns:a16="http://schemas.microsoft.com/office/drawing/2014/main" id="{8B8776E4-FE68-BA4E-A0AA-F6C6CD7A901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07531" y="4512469"/>
            <a:ext cx="300038"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32" name="Text Box 58">
            <a:extLst>
              <a:ext uri="{FF2B5EF4-FFF2-40B4-BE49-F238E27FC236}">
                <a16:creationId xmlns:a16="http://schemas.microsoft.com/office/drawing/2014/main" id="{A3BF02A8-EA80-0241-8945-F98CCDBCC8A7}"/>
              </a:ext>
            </a:extLst>
          </p:cNvPr>
          <p:cNvSpPr txBox="1">
            <a:spLocks noChangeArrowheads="1"/>
          </p:cNvSpPr>
          <p:nvPr/>
        </p:nvSpPr>
        <p:spPr bwMode="auto">
          <a:xfrm>
            <a:off x="2844404" y="4488656"/>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250933" name="Text Box 59">
            <a:extLst>
              <a:ext uri="{FF2B5EF4-FFF2-40B4-BE49-F238E27FC236}">
                <a16:creationId xmlns:a16="http://schemas.microsoft.com/office/drawing/2014/main" id="{3FBCF43C-DDE3-FD4C-B0BD-8DB147D0D2F0}"/>
              </a:ext>
            </a:extLst>
          </p:cNvPr>
          <p:cNvSpPr txBox="1">
            <a:spLocks noChangeArrowheads="1"/>
          </p:cNvSpPr>
          <p:nvPr/>
        </p:nvSpPr>
        <p:spPr bwMode="auto">
          <a:xfrm>
            <a:off x="2840831" y="3718322"/>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128.30.36.2</a:t>
            </a:r>
          </a:p>
        </p:txBody>
      </p:sp>
      <p:sp>
        <p:nvSpPr>
          <p:cNvPr id="250934" name="Text Box 60">
            <a:extLst>
              <a:ext uri="{FF2B5EF4-FFF2-40B4-BE49-F238E27FC236}">
                <a16:creationId xmlns:a16="http://schemas.microsoft.com/office/drawing/2014/main" id="{2CCF9BEE-3B4F-1644-9C93-9BEBFCA51250}"/>
              </a:ext>
            </a:extLst>
          </p:cNvPr>
          <p:cNvSpPr txBox="1">
            <a:spLocks noChangeArrowheads="1"/>
          </p:cNvSpPr>
          <p:nvPr/>
        </p:nvSpPr>
        <p:spPr bwMode="auto">
          <a:xfrm>
            <a:off x="4157663" y="4341019"/>
            <a:ext cx="287450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3</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128.30.36.0</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255.255.255.0</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0935" name="Text Box 61">
            <a:extLst>
              <a:ext uri="{FF2B5EF4-FFF2-40B4-BE49-F238E27FC236}">
                <a16:creationId xmlns:a16="http://schemas.microsoft.com/office/drawing/2014/main" id="{BD6AE848-E3A1-E34D-863A-C71EF6F5F529}"/>
              </a:ext>
            </a:extLst>
          </p:cNvPr>
          <p:cNvSpPr txBox="1">
            <a:spLocks noChangeArrowheads="1"/>
          </p:cNvSpPr>
          <p:nvPr/>
        </p:nvSpPr>
        <p:spPr bwMode="auto">
          <a:xfrm>
            <a:off x="3325416" y="4542235"/>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128.30.36.12</a:t>
            </a:r>
          </a:p>
        </p:txBody>
      </p:sp>
      <p:sp>
        <p:nvSpPr>
          <p:cNvPr id="250936" name="Line 62">
            <a:extLst>
              <a:ext uri="{FF2B5EF4-FFF2-40B4-BE49-F238E27FC236}">
                <a16:creationId xmlns:a16="http://schemas.microsoft.com/office/drawing/2014/main" id="{072F746D-3192-9C47-877E-1E1AEBCFA523}"/>
              </a:ext>
            </a:extLst>
          </p:cNvPr>
          <p:cNvSpPr>
            <a:spLocks noChangeShapeType="1"/>
          </p:cNvSpPr>
          <p:nvPr/>
        </p:nvSpPr>
        <p:spPr bwMode="auto">
          <a:xfrm>
            <a:off x="1494235" y="1590675"/>
            <a:ext cx="2699147" cy="1782366"/>
          </a:xfrm>
          <a:prstGeom prst="line">
            <a:avLst/>
          </a:prstGeom>
          <a:noFill/>
          <a:ln w="76200">
            <a:solidFill>
              <a:schemeClr val="hlink"/>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50937" name="Rectangle 63">
            <a:extLst>
              <a:ext uri="{FF2B5EF4-FFF2-40B4-BE49-F238E27FC236}">
                <a16:creationId xmlns:a16="http://schemas.microsoft.com/office/drawing/2014/main" id="{2DCE01BF-4E76-F847-91BE-0E884136D847}"/>
              </a:ext>
            </a:extLst>
          </p:cNvPr>
          <p:cNvSpPr>
            <a:spLocks noGrp="1" noChangeArrowheads="1"/>
          </p:cNvSpPr>
          <p:nvPr>
            <p:ph type="title"/>
          </p:nvPr>
        </p:nvSpPr>
        <p:spPr>
          <a:xfrm>
            <a:off x="182879" y="141685"/>
            <a:ext cx="8943261" cy="972740"/>
          </a:xfrm>
        </p:spPr>
        <p:txBody>
          <a:bodyPr/>
          <a:lstStyle/>
          <a:p>
            <a:pPr eaLnBrk="1" hangingPunct="1">
              <a:lnSpc>
                <a:spcPct val="110000"/>
              </a:lnSpc>
            </a:pPr>
            <a:r>
              <a:rPr lang="zh-CN" altLang="en-US" sz="2100" dirty="0">
                <a:latin typeface="Times New Roman" panose="02020603050405020304" pitchFamily="18" charset="0"/>
                <a:ea typeface="宋体" panose="02010600030101010101" pitchFamily="2" charset="-122"/>
              </a:rPr>
              <a:t>主机 </a:t>
            </a:r>
            <a:r>
              <a:rPr lang="en-US" altLang="zh-CN" sz="2100" dirty="0">
                <a:latin typeface="Times New Roman" panose="02020603050405020304" pitchFamily="18" charset="0"/>
                <a:ea typeface="宋体" panose="02010600030101010101" pitchFamily="2" charset="-122"/>
              </a:rPr>
              <a:t>H</a:t>
            </a:r>
            <a:r>
              <a:rPr lang="en-US" altLang="zh-CN" sz="2100" baseline="-25000" dirty="0">
                <a:latin typeface="Times New Roman" panose="02020603050405020304" pitchFamily="18" charset="0"/>
                <a:ea typeface="宋体" panose="02010600030101010101" pitchFamily="2" charset="-122"/>
              </a:rPr>
              <a:t>1</a:t>
            </a:r>
            <a:r>
              <a:rPr lang="en-US" altLang="zh-CN" sz="2100" dirty="0">
                <a:latin typeface="Times New Roman" panose="02020603050405020304" pitchFamily="18" charset="0"/>
                <a:ea typeface="宋体" panose="02010600030101010101" pitchFamily="2" charset="-122"/>
              </a:rPr>
              <a:t> </a:t>
            </a:r>
            <a:r>
              <a:rPr lang="zh-CN" altLang="en-US" sz="2100" dirty="0">
                <a:latin typeface="Times New Roman" panose="02020603050405020304" pitchFamily="18" charset="0"/>
                <a:ea typeface="宋体" panose="02010600030101010101" pitchFamily="2" charset="-122"/>
              </a:rPr>
              <a:t>首先将</a:t>
            </a:r>
            <a:br>
              <a:rPr lang="zh-CN" altLang="en-US" sz="2100" dirty="0">
                <a:latin typeface="Times New Roman" panose="02020603050405020304" pitchFamily="18" charset="0"/>
                <a:ea typeface="宋体" panose="02010600030101010101" pitchFamily="2" charset="-122"/>
              </a:rPr>
            </a:br>
            <a:r>
              <a:rPr lang="zh-CN" altLang="en-US" sz="2100" dirty="0">
                <a:latin typeface="Times New Roman" panose="02020603050405020304" pitchFamily="18" charset="0"/>
                <a:ea typeface="宋体" panose="02010600030101010101" pitchFamily="2" charset="-122"/>
              </a:rPr>
              <a:t>本子网的子网掩码 </a:t>
            </a:r>
            <a:r>
              <a:rPr lang="en-US" altLang="zh-CN" sz="2100" dirty="0">
                <a:latin typeface="Times New Roman" panose="02020603050405020304" pitchFamily="18" charset="0"/>
                <a:ea typeface="宋体" panose="02010600030101010101" pitchFamily="2" charset="-122"/>
              </a:rPr>
              <a:t>255.255.255.128</a:t>
            </a:r>
            <a:br>
              <a:rPr lang="en-US" altLang="zh-CN" sz="2100" dirty="0">
                <a:latin typeface="Times New Roman" panose="02020603050405020304" pitchFamily="18" charset="0"/>
                <a:ea typeface="宋体" panose="02010600030101010101" pitchFamily="2" charset="-122"/>
              </a:rPr>
            </a:br>
            <a:r>
              <a:rPr lang="zh-CN" altLang="en-US" sz="2100" dirty="0">
                <a:latin typeface="Times New Roman" panose="02020603050405020304" pitchFamily="18" charset="0"/>
                <a:ea typeface="宋体" panose="02010600030101010101" pitchFamily="2" charset="-122"/>
              </a:rPr>
              <a:t>与分组的</a:t>
            </a:r>
            <a:r>
              <a:rPr lang="zh-CN" altLang="en-US" sz="1200" dirty="0">
                <a:latin typeface="Times New Roman" panose="02020603050405020304" pitchFamily="18" charset="0"/>
                <a:ea typeface="宋体" panose="02010600030101010101" pitchFamily="2" charset="-122"/>
              </a:rPr>
              <a:t> </a:t>
            </a:r>
            <a:r>
              <a:rPr lang="en-US" altLang="zh-CN" sz="2100" dirty="0">
                <a:latin typeface="Times New Roman" panose="02020603050405020304" pitchFamily="18" charset="0"/>
                <a:ea typeface="宋体" panose="02010600030101010101" pitchFamily="2" charset="-122"/>
              </a:rPr>
              <a:t>IP</a:t>
            </a:r>
            <a:r>
              <a:rPr lang="en-US" altLang="zh-CN" sz="1200" dirty="0">
                <a:latin typeface="Times New Roman" panose="02020603050405020304" pitchFamily="18" charset="0"/>
                <a:ea typeface="宋体" panose="02010600030101010101" pitchFamily="2" charset="-122"/>
              </a:rPr>
              <a:t> </a:t>
            </a:r>
            <a:r>
              <a:rPr lang="zh-CN" altLang="en-US" sz="2100" dirty="0">
                <a:latin typeface="Times New Roman" panose="02020603050405020304" pitchFamily="18" charset="0"/>
                <a:ea typeface="宋体" panose="02010600030101010101" pitchFamily="2" charset="-122"/>
              </a:rPr>
              <a:t>地址 </a:t>
            </a:r>
            <a:r>
              <a:rPr lang="en-US" altLang="zh-CN" sz="2100" dirty="0">
                <a:latin typeface="Times New Roman" panose="02020603050405020304" pitchFamily="18" charset="0"/>
                <a:ea typeface="宋体" panose="02010600030101010101" pitchFamily="2" charset="-122"/>
              </a:rPr>
              <a:t>128.30.33.138 </a:t>
            </a:r>
            <a:r>
              <a:rPr lang="zh-CN" altLang="en-US" sz="2100" dirty="0">
                <a:latin typeface="Times New Roman" panose="02020603050405020304" pitchFamily="18" charset="0"/>
                <a:ea typeface="宋体" panose="02010600030101010101" pitchFamily="2" charset="-122"/>
              </a:rPr>
              <a:t>逐比特相“</a:t>
            </a:r>
            <a:r>
              <a:rPr lang="zh-CN" altLang="en-US" sz="2100" dirty="0">
                <a:solidFill>
                  <a:schemeClr val="hlink"/>
                </a:solidFill>
                <a:latin typeface="Times New Roman" panose="02020603050405020304" pitchFamily="18" charset="0"/>
                <a:ea typeface="宋体" panose="02010600030101010101" pitchFamily="2" charset="-122"/>
              </a:rPr>
              <a:t>与</a:t>
            </a:r>
            <a:r>
              <a:rPr lang="zh-CN" altLang="en-US" sz="2100" dirty="0">
                <a:latin typeface="Times New Roman" panose="02020603050405020304" pitchFamily="18" charset="0"/>
                <a:ea typeface="宋体" panose="02010600030101010101" pitchFamily="2" charset="-122"/>
              </a:rPr>
              <a:t>”</a:t>
            </a:r>
            <a:r>
              <a:rPr lang="en-US" altLang="zh-CN" sz="2100" dirty="0">
                <a:latin typeface="Times New Roman" panose="02020603050405020304" pitchFamily="18" charset="0"/>
                <a:ea typeface="宋体" panose="02010600030101010101" pitchFamily="2" charset="-122"/>
              </a:rPr>
              <a:t>(</a:t>
            </a:r>
            <a:r>
              <a:rPr lang="en-US" altLang="zh-CN" sz="2100" dirty="0">
                <a:solidFill>
                  <a:schemeClr val="hlink"/>
                </a:solidFill>
                <a:latin typeface="Times New Roman" panose="02020603050405020304" pitchFamily="18" charset="0"/>
                <a:ea typeface="宋体" panose="02010600030101010101" pitchFamily="2" charset="-122"/>
              </a:rPr>
              <a:t>AND</a:t>
            </a:r>
            <a:r>
              <a:rPr lang="en-US" altLang="zh-CN" sz="2100" dirty="0">
                <a:latin typeface="Times New Roman" panose="02020603050405020304" pitchFamily="18" charset="0"/>
                <a:ea typeface="宋体" panose="02010600030101010101" pitchFamily="2" charset="-122"/>
              </a:rPr>
              <a:t> </a:t>
            </a:r>
            <a:r>
              <a:rPr lang="zh-CN" altLang="en-US" sz="2100" dirty="0">
                <a:latin typeface="Times New Roman" panose="02020603050405020304" pitchFamily="18" charset="0"/>
                <a:ea typeface="宋体" panose="02010600030101010101" pitchFamily="2" charset="-122"/>
              </a:rPr>
              <a:t>操作</a:t>
            </a:r>
            <a:r>
              <a:rPr lang="en-US" altLang="zh-CN" sz="2100" dirty="0">
                <a:latin typeface="Times New Roman" panose="02020603050405020304" pitchFamily="18" charset="0"/>
                <a:ea typeface="宋体" panose="02010600030101010101" pitchFamily="2" charset="-122"/>
              </a:rPr>
              <a:t>) </a:t>
            </a:r>
          </a:p>
        </p:txBody>
      </p:sp>
      <p:sp>
        <p:nvSpPr>
          <p:cNvPr id="250938" name="Rectangle 64">
            <a:extLst>
              <a:ext uri="{FF2B5EF4-FFF2-40B4-BE49-F238E27FC236}">
                <a16:creationId xmlns:a16="http://schemas.microsoft.com/office/drawing/2014/main" id="{6D9571DD-01CE-7E48-A2C4-A6EAB2F79B51}"/>
              </a:ext>
            </a:extLst>
          </p:cNvPr>
          <p:cNvSpPr>
            <a:spLocks noChangeArrowheads="1"/>
          </p:cNvSpPr>
          <p:nvPr/>
        </p:nvSpPr>
        <p:spPr bwMode="auto">
          <a:xfrm>
            <a:off x="880111" y="1350170"/>
            <a:ext cx="7463789" cy="3761036"/>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lang="zh-CN" altLang="zh-CN" sz="2100">
              <a:solidFill>
                <a:schemeClr val="tx1"/>
              </a:solidFill>
              <a:latin typeface="Tahoma" panose="020B0604030504040204" pitchFamily="34" charset="0"/>
              <a:ea typeface="宋体" panose="02010600030101010101" pitchFamily="2" charset="-122"/>
            </a:endParaRPr>
          </a:p>
        </p:txBody>
      </p:sp>
      <p:sp>
        <p:nvSpPr>
          <p:cNvPr id="250939" name="Text Box 65">
            <a:extLst>
              <a:ext uri="{FF2B5EF4-FFF2-40B4-BE49-F238E27FC236}">
                <a16:creationId xmlns:a16="http://schemas.microsoft.com/office/drawing/2014/main" id="{E56933C6-B6E0-3B42-8A7B-C2DBCA36D194}"/>
              </a:ext>
            </a:extLst>
          </p:cNvPr>
          <p:cNvSpPr txBox="1">
            <a:spLocks noChangeArrowheads="1"/>
          </p:cNvSpPr>
          <p:nvPr/>
        </p:nvSpPr>
        <p:spPr bwMode="auto">
          <a:xfrm>
            <a:off x="1818085" y="1329928"/>
            <a:ext cx="550298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dirty="0">
                <a:latin typeface="Arial" panose="020B0604020202020204" pitchFamily="34" charset="0"/>
                <a:ea typeface="宋体" panose="02010600030101010101" pitchFamily="2" charset="-122"/>
                <a:cs typeface="黑体" panose="02010609060101010101" pitchFamily="49" charset="-122"/>
              </a:rPr>
              <a:t>255.255.255.128 </a:t>
            </a:r>
            <a:r>
              <a:rPr lang="en-US" altLang="zh-CN" sz="2100" dirty="0">
                <a:solidFill>
                  <a:schemeClr val="hlink"/>
                </a:solidFill>
                <a:latin typeface="Arial" panose="020B0604020202020204" pitchFamily="34" charset="0"/>
                <a:ea typeface="宋体" panose="02010600030101010101" pitchFamily="2" charset="-122"/>
                <a:cs typeface="黑体" panose="02010609060101010101" pitchFamily="49" charset="-122"/>
              </a:rPr>
              <a:t>AND</a:t>
            </a:r>
            <a:r>
              <a:rPr lang="en-US" altLang="zh-CN" sz="2100" dirty="0">
                <a:latin typeface="Arial" panose="020B0604020202020204" pitchFamily="34" charset="0"/>
                <a:ea typeface="宋体" panose="02010600030101010101" pitchFamily="2" charset="-122"/>
                <a:cs typeface="黑体" panose="02010609060101010101" pitchFamily="49" charset="-122"/>
              </a:rPr>
              <a:t> 128.30.33.138 </a:t>
            </a:r>
            <a:r>
              <a:rPr lang="zh-CN" altLang="en-US" sz="2100" dirty="0">
                <a:latin typeface="Arial" panose="020B0604020202020204" pitchFamily="34" charset="0"/>
                <a:ea typeface="宋体" panose="02010600030101010101" pitchFamily="2" charset="-122"/>
                <a:cs typeface="黑体" panose="02010609060101010101" pitchFamily="49" charset="-122"/>
              </a:rPr>
              <a:t>的计算</a:t>
            </a:r>
          </a:p>
        </p:txBody>
      </p:sp>
      <p:sp>
        <p:nvSpPr>
          <p:cNvPr id="250940" name="Text Box 66">
            <a:extLst>
              <a:ext uri="{FF2B5EF4-FFF2-40B4-BE49-F238E27FC236}">
                <a16:creationId xmlns:a16="http://schemas.microsoft.com/office/drawing/2014/main" id="{AB3E110C-B11A-C045-959A-22A0C5C1D041}"/>
              </a:ext>
            </a:extLst>
          </p:cNvPr>
          <p:cNvSpPr txBox="1">
            <a:spLocks noChangeArrowheads="1"/>
          </p:cNvSpPr>
          <p:nvPr/>
        </p:nvSpPr>
        <p:spPr bwMode="auto">
          <a:xfrm>
            <a:off x="1493044" y="1783556"/>
            <a:ext cx="623555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dirty="0">
                <a:latin typeface="Arial" panose="020B0604020202020204" pitchFamily="34" charset="0"/>
                <a:ea typeface="宋体" panose="02010600030101010101" pitchFamily="2" charset="-122"/>
                <a:cs typeface="黑体" panose="02010609060101010101" pitchFamily="49" charset="-122"/>
              </a:rPr>
              <a:t>255 </a:t>
            </a:r>
            <a:r>
              <a:rPr lang="zh-CN" altLang="en-US" sz="2100" dirty="0">
                <a:latin typeface="Arial" panose="020B0604020202020204" pitchFamily="34" charset="0"/>
                <a:ea typeface="宋体" panose="02010600030101010101" pitchFamily="2" charset="-122"/>
                <a:cs typeface="黑体" panose="02010609060101010101" pitchFamily="49" charset="-122"/>
              </a:rPr>
              <a:t>就是二进制的全 </a:t>
            </a:r>
            <a:r>
              <a:rPr lang="en-US" altLang="zh-CN" sz="2100" dirty="0">
                <a:latin typeface="Arial" panose="020B0604020202020204" pitchFamily="34" charset="0"/>
                <a:ea typeface="宋体" panose="02010600030101010101" pitchFamily="2" charset="-122"/>
                <a:cs typeface="黑体" panose="02010609060101010101" pitchFamily="49" charset="-122"/>
              </a:rPr>
              <a:t>1</a:t>
            </a:r>
            <a:r>
              <a:rPr lang="zh-CN" altLang="en-US" sz="2100" dirty="0">
                <a:latin typeface="Arial" panose="020B0604020202020204" pitchFamily="34" charset="0"/>
                <a:ea typeface="宋体" panose="02010600030101010101" pitchFamily="2" charset="-122"/>
                <a:cs typeface="黑体" panose="02010609060101010101" pitchFamily="49" charset="-122"/>
              </a:rPr>
              <a:t>，因此 </a:t>
            </a:r>
            <a:r>
              <a:rPr lang="en-US" altLang="zh-CN" sz="2100" dirty="0">
                <a:latin typeface="Arial" panose="020B0604020202020204" pitchFamily="34" charset="0"/>
                <a:ea typeface="宋体" panose="02010600030101010101" pitchFamily="2" charset="-122"/>
                <a:cs typeface="黑体" panose="02010609060101010101" pitchFamily="49" charset="-122"/>
              </a:rPr>
              <a:t>255 </a:t>
            </a:r>
            <a:r>
              <a:rPr lang="en-US" altLang="zh-CN" sz="2100" dirty="0">
                <a:solidFill>
                  <a:schemeClr val="hlink"/>
                </a:solidFill>
                <a:latin typeface="Arial" panose="020B0604020202020204" pitchFamily="34" charset="0"/>
                <a:ea typeface="宋体" panose="02010600030101010101" pitchFamily="2" charset="-122"/>
                <a:cs typeface="黑体" panose="02010609060101010101" pitchFamily="49" charset="-122"/>
              </a:rPr>
              <a:t>AND</a:t>
            </a:r>
            <a:r>
              <a:rPr lang="en-US" altLang="zh-CN" sz="2100" dirty="0">
                <a:latin typeface="Arial" panose="020B0604020202020204" pitchFamily="34" charset="0"/>
                <a:ea typeface="宋体" panose="02010600030101010101" pitchFamily="2" charset="-122"/>
                <a:cs typeface="黑体" panose="02010609060101010101" pitchFamily="49" charset="-122"/>
              </a:rPr>
              <a:t> </a:t>
            </a:r>
            <a:r>
              <a:rPr lang="en-US" altLang="zh-CN" sz="2100" dirty="0" err="1">
                <a:latin typeface="Arial" panose="020B0604020202020204" pitchFamily="34" charset="0"/>
                <a:ea typeface="宋体" panose="02010600030101010101" pitchFamily="2" charset="-122"/>
                <a:cs typeface="黑体" panose="02010609060101010101" pitchFamily="49" charset="-122"/>
              </a:rPr>
              <a:t>xyz</a:t>
            </a:r>
            <a:r>
              <a:rPr lang="en-US" altLang="zh-CN" sz="2100" dirty="0">
                <a:latin typeface="Arial" panose="020B0604020202020204" pitchFamily="34" charset="0"/>
                <a:ea typeface="宋体" panose="02010600030101010101" pitchFamily="2" charset="-122"/>
                <a:cs typeface="黑体" panose="02010609060101010101" pitchFamily="49" charset="-122"/>
              </a:rPr>
              <a:t> = </a:t>
            </a:r>
            <a:r>
              <a:rPr lang="en-US" altLang="zh-CN" sz="2100" dirty="0" err="1">
                <a:latin typeface="Arial" panose="020B0604020202020204" pitchFamily="34" charset="0"/>
                <a:ea typeface="宋体" panose="02010600030101010101" pitchFamily="2" charset="-122"/>
                <a:cs typeface="黑体" panose="02010609060101010101" pitchFamily="49" charset="-122"/>
              </a:rPr>
              <a:t>xyz</a:t>
            </a:r>
            <a:r>
              <a:rPr lang="zh-CN" altLang="en-US" sz="2100" dirty="0">
                <a:latin typeface="Arial" panose="020B0604020202020204" pitchFamily="34" charset="0"/>
                <a:ea typeface="宋体" panose="02010600030101010101" pitchFamily="2" charset="-122"/>
                <a:cs typeface="黑体" panose="02010609060101010101" pitchFamily="49" charset="-122"/>
              </a:rPr>
              <a:t>，</a:t>
            </a:r>
          </a:p>
          <a:p>
            <a:pPr eaLnBrk="1" hangingPunct="1">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这里只需计算最后的 </a:t>
            </a:r>
            <a:r>
              <a:rPr lang="en-US" altLang="zh-CN" sz="2100" dirty="0">
                <a:latin typeface="Arial" panose="020B0604020202020204" pitchFamily="34" charset="0"/>
                <a:ea typeface="宋体" panose="02010600030101010101" pitchFamily="2" charset="-122"/>
                <a:cs typeface="黑体" panose="02010609060101010101" pitchFamily="49" charset="-122"/>
              </a:rPr>
              <a:t>128 </a:t>
            </a:r>
            <a:r>
              <a:rPr lang="en-US" altLang="zh-CN" sz="2100" dirty="0">
                <a:solidFill>
                  <a:schemeClr val="hlink"/>
                </a:solidFill>
                <a:latin typeface="Arial" panose="020B0604020202020204" pitchFamily="34" charset="0"/>
                <a:ea typeface="宋体" panose="02010600030101010101" pitchFamily="2" charset="-122"/>
                <a:cs typeface="黑体" panose="02010609060101010101" pitchFamily="49" charset="-122"/>
              </a:rPr>
              <a:t>AND</a:t>
            </a:r>
            <a:r>
              <a:rPr lang="en-US" altLang="zh-CN" sz="2100" dirty="0">
                <a:latin typeface="Arial" panose="020B0604020202020204" pitchFamily="34" charset="0"/>
                <a:ea typeface="宋体" panose="02010600030101010101" pitchFamily="2" charset="-122"/>
                <a:cs typeface="黑体" panose="02010609060101010101" pitchFamily="49" charset="-122"/>
              </a:rPr>
              <a:t> 138 </a:t>
            </a:r>
            <a:r>
              <a:rPr lang="zh-CN" altLang="en-US" sz="2100" dirty="0">
                <a:latin typeface="Arial" panose="020B0604020202020204" pitchFamily="34" charset="0"/>
                <a:ea typeface="宋体" panose="02010600030101010101" pitchFamily="2" charset="-122"/>
                <a:cs typeface="黑体" panose="02010609060101010101" pitchFamily="49" charset="-122"/>
              </a:rPr>
              <a:t>即可。</a:t>
            </a:r>
          </a:p>
        </p:txBody>
      </p:sp>
      <p:sp>
        <p:nvSpPr>
          <p:cNvPr id="250941" name="Text Box 67">
            <a:extLst>
              <a:ext uri="{FF2B5EF4-FFF2-40B4-BE49-F238E27FC236}">
                <a16:creationId xmlns:a16="http://schemas.microsoft.com/office/drawing/2014/main" id="{5C4B6A18-59AF-804A-97CE-3C3B0C4A7876}"/>
              </a:ext>
            </a:extLst>
          </p:cNvPr>
          <p:cNvSpPr txBox="1">
            <a:spLocks noChangeArrowheads="1"/>
          </p:cNvSpPr>
          <p:nvPr/>
        </p:nvSpPr>
        <p:spPr bwMode="auto">
          <a:xfrm>
            <a:off x="3006329" y="2486025"/>
            <a:ext cx="224452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128 → 10000000</a:t>
            </a:r>
          </a:p>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138 → 10001010</a:t>
            </a:r>
          </a:p>
        </p:txBody>
      </p:sp>
      <p:sp>
        <p:nvSpPr>
          <p:cNvPr id="250942" name="Line 68">
            <a:extLst>
              <a:ext uri="{FF2B5EF4-FFF2-40B4-BE49-F238E27FC236}">
                <a16:creationId xmlns:a16="http://schemas.microsoft.com/office/drawing/2014/main" id="{B40C031D-E7D9-6F41-B5C5-B92D84B118DC}"/>
              </a:ext>
            </a:extLst>
          </p:cNvPr>
          <p:cNvSpPr>
            <a:spLocks noChangeShapeType="1"/>
          </p:cNvSpPr>
          <p:nvPr/>
        </p:nvSpPr>
        <p:spPr bwMode="auto">
          <a:xfrm>
            <a:off x="2844404" y="3187304"/>
            <a:ext cx="2483644"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43" name="Text Box 69">
            <a:extLst>
              <a:ext uri="{FF2B5EF4-FFF2-40B4-BE49-F238E27FC236}">
                <a16:creationId xmlns:a16="http://schemas.microsoft.com/office/drawing/2014/main" id="{C33CCF9A-0A22-6F4D-96DC-E3752915AE21}"/>
              </a:ext>
            </a:extLst>
          </p:cNvPr>
          <p:cNvSpPr txBox="1">
            <a:spLocks noChangeArrowheads="1"/>
          </p:cNvSpPr>
          <p:nvPr/>
        </p:nvSpPr>
        <p:spPr bwMode="auto">
          <a:xfrm>
            <a:off x="1307306" y="3231356"/>
            <a:ext cx="4823756"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Tahoma" panose="020B0604030504040204" pitchFamily="34" charset="0"/>
                <a:ea typeface="宋体" panose="02010600030101010101" pitchFamily="2" charset="-122"/>
                <a:cs typeface="黑体" panose="02010609060101010101" pitchFamily="49" charset="-122"/>
              </a:rPr>
              <a:t>逐比特 </a:t>
            </a:r>
            <a:r>
              <a:rPr lang="en-US" altLang="zh-CN" sz="2100">
                <a:solidFill>
                  <a:schemeClr val="hlink"/>
                </a:solidFill>
                <a:latin typeface="Tahoma" panose="020B0604030504040204" pitchFamily="34" charset="0"/>
                <a:ea typeface="宋体" panose="02010600030101010101" pitchFamily="2" charset="-122"/>
                <a:cs typeface="黑体" panose="02010609060101010101" pitchFamily="49" charset="-122"/>
              </a:rPr>
              <a:t>AND</a:t>
            </a:r>
            <a:r>
              <a:rPr lang="en-US" altLang="zh-CN" sz="2100">
                <a:latin typeface="Tahoma" panose="020B0604030504040204" pitchFamily="34" charset="0"/>
                <a:ea typeface="宋体" panose="02010600030101010101" pitchFamily="2" charset="-122"/>
                <a:cs typeface="黑体" panose="02010609060101010101" pitchFamily="49" charset="-122"/>
              </a:rPr>
              <a:t> </a:t>
            </a:r>
            <a:r>
              <a:rPr lang="zh-CN" altLang="en-US" sz="2100">
                <a:latin typeface="Tahoma" panose="020B0604030504040204" pitchFamily="34" charset="0"/>
                <a:ea typeface="宋体" panose="02010600030101010101" pitchFamily="2" charset="-122"/>
                <a:cs typeface="黑体" panose="02010609060101010101" pitchFamily="49" charset="-122"/>
              </a:rPr>
              <a:t>操作后：</a:t>
            </a:r>
            <a:r>
              <a:rPr lang="en-US" altLang="zh-CN" sz="2100">
                <a:latin typeface="Arial" panose="020B0604020202020204" pitchFamily="34" charset="0"/>
                <a:ea typeface="宋体" panose="02010600030101010101" pitchFamily="2" charset="-122"/>
                <a:cs typeface="黑体" panose="02010609060101010101" pitchFamily="49" charset="-122"/>
              </a:rPr>
              <a:t>10000000 → 128</a:t>
            </a:r>
          </a:p>
        </p:txBody>
      </p:sp>
      <p:sp>
        <p:nvSpPr>
          <p:cNvPr id="515142" name="Rectangle 70">
            <a:extLst>
              <a:ext uri="{FF2B5EF4-FFF2-40B4-BE49-F238E27FC236}">
                <a16:creationId xmlns:a16="http://schemas.microsoft.com/office/drawing/2014/main" id="{DFE5362B-4EFB-6441-A175-F2BCA577292A}"/>
              </a:ext>
            </a:extLst>
          </p:cNvPr>
          <p:cNvSpPr>
            <a:spLocks noChangeArrowheads="1"/>
          </p:cNvSpPr>
          <p:nvPr/>
        </p:nvSpPr>
        <p:spPr bwMode="auto">
          <a:xfrm>
            <a:off x="3944541" y="2486025"/>
            <a:ext cx="148828" cy="1138238"/>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15143" name="Rectangle 71">
            <a:extLst>
              <a:ext uri="{FF2B5EF4-FFF2-40B4-BE49-F238E27FC236}">
                <a16:creationId xmlns:a16="http://schemas.microsoft.com/office/drawing/2014/main" id="{7B2FED53-F8B2-214C-9C0E-1A302C88263B}"/>
              </a:ext>
            </a:extLst>
          </p:cNvPr>
          <p:cNvSpPr>
            <a:spLocks noChangeArrowheads="1"/>
          </p:cNvSpPr>
          <p:nvPr/>
        </p:nvSpPr>
        <p:spPr bwMode="auto">
          <a:xfrm>
            <a:off x="4094560" y="2486026"/>
            <a:ext cx="1109663" cy="1135856"/>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515144" name="Group 72">
            <a:extLst>
              <a:ext uri="{FF2B5EF4-FFF2-40B4-BE49-F238E27FC236}">
                <a16:creationId xmlns:a16="http://schemas.microsoft.com/office/drawing/2014/main" id="{0CA3569E-D081-AB43-8CB1-C99DD752987F}"/>
              </a:ext>
            </a:extLst>
          </p:cNvPr>
          <p:cNvGrpSpPr>
            <a:grpSpLocks/>
          </p:cNvGrpSpPr>
          <p:nvPr/>
        </p:nvGrpSpPr>
        <p:grpSpPr bwMode="auto">
          <a:xfrm>
            <a:off x="1443038" y="3759994"/>
            <a:ext cx="4360068" cy="1171575"/>
            <a:chOff x="252" y="3158"/>
            <a:chExt cx="3662" cy="984"/>
          </a:xfrm>
        </p:grpSpPr>
        <p:sp>
          <p:nvSpPr>
            <p:cNvPr id="250952" name="Text Box 73">
              <a:extLst>
                <a:ext uri="{FF2B5EF4-FFF2-40B4-BE49-F238E27FC236}">
                  <a16:creationId xmlns:a16="http://schemas.microsoft.com/office/drawing/2014/main" id="{6C077517-35B4-074E-9B0C-6C45D5006A8B}"/>
                </a:ext>
              </a:extLst>
            </p:cNvPr>
            <p:cNvSpPr txBox="1">
              <a:spLocks noChangeArrowheads="1"/>
            </p:cNvSpPr>
            <p:nvPr/>
          </p:nvSpPr>
          <p:spPr bwMode="auto">
            <a:xfrm>
              <a:off x="2064" y="3158"/>
              <a:ext cx="1850" cy="6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255.255.255.128</a:t>
              </a:r>
            </a:p>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128.  30.  33.138</a:t>
              </a:r>
            </a:p>
          </p:txBody>
        </p:sp>
        <p:sp>
          <p:nvSpPr>
            <p:cNvPr id="250953" name="Text Box 74">
              <a:extLst>
                <a:ext uri="{FF2B5EF4-FFF2-40B4-BE49-F238E27FC236}">
                  <a16:creationId xmlns:a16="http://schemas.microsoft.com/office/drawing/2014/main" id="{0E7E3127-9DF5-124A-B900-8E330C4A89B6}"/>
                </a:ext>
              </a:extLst>
            </p:cNvPr>
            <p:cNvSpPr txBox="1">
              <a:spLocks noChangeArrowheads="1"/>
            </p:cNvSpPr>
            <p:nvPr/>
          </p:nvSpPr>
          <p:spPr bwMode="auto">
            <a:xfrm>
              <a:off x="2064" y="3793"/>
              <a:ext cx="1850"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128.  30.  33.128</a:t>
              </a:r>
            </a:p>
          </p:txBody>
        </p:sp>
        <p:sp>
          <p:nvSpPr>
            <p:cNvPr id="250954" name="Line 75">
              <a:extLst>
                <a:ext uri="{FF2B5EF4-FFF2-40B4-BE49-F238E27FC236}">
                  <a16:creationId xmlns:a16="http://schemas.microsoft.com/office/drawing/2014/main" id="{9E366456-28F8-A343-A961-6129402344CD}"/>
                </a:ext>
              </a:extLst>
            </p:cNvPr>
            <p:cNvSpPr>
              <a:spLocks noChangeShapeType="1"/>
            </p:cNvSpPr>
            <p:nvPr/>
          </p:nvSpPr>
          <p:spPr bwMode="auto">
            <a:xfrm>
              <a:off x="295" y="3748"/>
              <a:ext cx="3583"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55" name="Text Box 76">
              <a:extLst>
                <a:ext uri="{FF2B5EF4-FFF2-40B4-BE49-F238E27FC236}">
                  <a16:creationId xmlns:a16="http://schemas.microsoft.com/office/drawing/2014/main" id="{B3B41B2F-B0DA-634F-9EEE-39611BE10ABD}"/>
                </a:ext>
              </a:extLst>
            </p:cNvPr>
            <p:cNvSpPr txBox="1">
              <a:spLocks noChangeArrowheads="1"/>
            </p:cNvSpPr>
            <p:nvPr/>
          </p:nvSpPr>
          <p:spPr bwMode="auto">
            <a:xfrm>
              <a:off x="252" y="3421"/>
              <a:ext cx="1869"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Tahoma" panose="020B0604030504040204" pitchFamily="34" charset="0"/>
                  <a:ea typeface="宋体" panose="02010600030101010101" pitchFamily="2" charset="-122"/>
                  <a:cs typeface="黑体" panose="02010609060101010101" pitchFamily="49" charset="-122"/>
                </a:rPr>
                <a:t>逐比特 </a:t>
              </a:r>
              <a:r>
                <a:rPr lang="en-US" altLang="zh-CN" sz="2100">
                  <a:solidFill>
                    <a:schemeClr val="hlink"/>
                  </a:solidFill>
                  <a:latin typeface="Tahoma" panose="020B0604030504040204" pitchFamily="34" charset="0"/>
                  <a:ea typeface="宋体" panose="02010600030101010101" pitchFamily="2" charset="-122"/>
                  <a:cs typeface="黑体" panose="02010609060101010101" pitchFamily="49" charset="-122"/>
                </a:rPr>
                <a:t>AND</a:t>
              </a:r>
              <a:r>
                <a:rPr lang="en-US" altLang="zh-CN" sz="2100">
                  <a:latin typeface="Tahoma" panose="020B0604030504040204" pitchFamily="34" charset="0"/>
                  <a:ea typeface="宋体" panose="02010600030101010101" pitchFamily="2" charset="-122"/>
                  <a:cs typeface="黑体" panose="02010609060101010101" pitchFamily="49" charset="-122"/>
                </a:rPr>
                <a:t> </a:t>
              </a:r>
              <a:r>
                <a:rPr lang="zh-CN" altLang="en-US" sz="2100">
                  <a:latin typeface="Tahoma" panose="020B0604030504040204" pitchFamily="34" charset="0"/>
                  <a:ea typeface="宋体" panose="02010600030101010101" pitchFamily="2" charset="-122"/>
                  <a:cs typeface="黑体" panose="02010609060101010101" pitchFamily="49" charset="-122"/>
                </a:rPr>
                <a:t>操作</a:t>
              </a:r>
              <a:endParaRPr lang="zh-CN" altLang="en-US" sz="2100">
                <a:latin typeface="Arial" panose="020B0604020202020204" pitchFamily="34" charset="0"/>
                <a:ea typeface="宋体" panose="02010600030101010101" pitchFamily="2" charset="-122"/>
                <a:cs typeface="黑体" panose="02010609060101010101" pitchFamily="49" charset="-122"/>
              </a:endParaRPr>
            </a:p>
          </p:txBody>
        </p:sp>
      </p:grpSp>
      <p:sp>
        <p:nvSpPr>
          <p:cNvPr id="515149" name="Rectangle 77">
            <a:extLst>
              <a:ext uri="{FF2B5EF4-FFF2-40B4-BE49-F238E27FC236}">
                <a16:creationId xmlns:a16="http://schemas.microsoft.com/office/drawing/2014/main" id="{E7B7AA32-1F78-2B41-9C84-3F498B167D82}"/>
              </a:ext>
            </a:extLst>
          </p:cNvPr>
          <p:cNvSpPr>
            <a:spLocks noChangeArrowheads="1"/>
          </p:cNvSpPr>
          <p:nvPr/>
        </p:nvSpPr>
        <p:spPr bwMode="auto">
          <a:xfrm>
            <a:off x="3600450" y="3768329"/>
            <a:ext cx="1619250" cy="1125140"/>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15150" name="Rectangle 78">
            <a:extLst>
              <a:ext uri="{FF2B5EF4-FFF2-40B4-BE49-F238E27FC236}">
                <a16:creationId xmlns:a16="http://schemas.microsoft.com/office/drawing/2014/main" id="{1930F61C-6A36-2340-A90E-9BCB63A27C96}"/>
              </a:ext>
            </a:extLst>
          </p:cNvPr>
          <p:cNvSpPr>
            <a:spLocks noChangeArrowheads="1"/>
          </p:cNvSpPr>
          <p:nvPr/>
        </p:nvSpPr>
        <p:spPr bwMode="auto">
          <a:xfrm>
            <a:off x="5220891" y="3773091"/>
            <a:ext cx="539353" cy="1120378"/>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15151" name="Text Box 79">
            <a:extLst>
              <a:ext uri="{FF2B5EF4-FFF2-40B4-BE49-F238E27FC236}">
                <a16:creationId xmlns:a16="http://schemas.microsoft.com/office/drawing/2014/main" id="{B4CEE543-093C-4B49-B897-CBAC1CF49CF0}"/>
              </a:ext>
            </a:extLst>
          </p:cNvPr>
          <p:cNvSpPr txBox="1">
            <a:spLocks noChangeArrowheads="1"/>
          </p:cNvSpPr>
          <p:nvPr/>
        </p:nvSpPr>
        <p:spPr bwMode="auto">
          <a:xfrm>
            <a:off x="5773342" y="4435079"/>
            <a:ext cx="210025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400" b="1" dirty="0">
                <a:solidFill>
                  <a:schemeClr val="hlink"/>
                </a:solidFill>
                <a:latin typeface="Arial" panose="020B0604020202020204" pitchFamily="34" charset="0"/>
                <a:ea typeface="宋体" panose="02010600030101010101" pitchFamily="2" charset="-122"/>
                <a:cs typeface="黑体" panose="02010609060101010101" pitchFamily="49" charset="-122"/>
                <a:sym typeface="Symbol" pitchFamily="2" charset="2"/>
              </a:rPr>
              <a:t></a:t>
            </a:r>
            <a:r>
              <a:rPr lang="en-US" altLang="zh-CN" sz="2100" dirty="0">
                <a:latin typeface="Arial" panose="020B0604020202020204" pitchFamily="34" charset="0"/>
                <a:ea typeface="宋体" panose="02010600030101010101" pitchFamily="2" charset="-122"/>
                <a:cs typeface="黑体" panose="02010609060101010101" pitchFamily="49" charset="-122"/>
                <a:sym typeface="Symbol" pitchFamily="2" charset="2"/>
              </a:rPr>
              <a:t> H</a:t>
            </a:r>
            <a:r>
              <a:rPr lang="en-US" altLang="zh-CN" sz="2100" baseline="-25000" dirty="0">
                <a:latin typeface="Arial" panose="020B0604020202020204" pitchFamily="34" charset="0"/>
                <a:ea typeface="宋体" panose="02010600030101010101" pitchFamily="2" charset="-122"/>
                <a:cs typeface="黑体" panose="02010609060101010101" pitchFamily="49" charset="-122"/>
                <a:sym typeface="Symbol" pitchFamily="2" charset="2"/>
              </a:rPr>
              <a:t>1</a:t>
            </a:r>
            <a:r>
              <a:rPr lang="en-US" altLang="zh-CN" sz="900" dirty="0">
                <a:latin typeface="Arial" panose="020B0604020202020204" pitchFamily="34" charset="0"/>
                <a:ea typeface="宋体" panose="02010600030101010101" pitchFamily="2" charset="-122"/>
                <a:cs typeface="黑体" panose="02010609060101010101" pitchFamily="49" charset="-122"/>
                <a:sym typeface="Symbol" pitchFamily="2" charset="2"/>
              </a:rPr>
              <a:t> </a:t>
            </a:r>
            <a:r>
              <a:rPr lang="zh-CN" altLang="en-US" sz="2100" dirty="0">
                <a:latin typeface="Arial" panose="020B0604020202020204" pitchFamily="34" charset="0"/>
                <a:ea typeface="宋体" panose="02010600030101010101" pitchFamily="2" charset="-122"/>
                <a:cs typeface="黑体" panose="02010609060101010101" pitchFamily="49" charset="-122"/>
                <a:sym typeface="Symbol" pitchFamily="2" charset="2"/>
              </a:rPr>
              <a:t>的网络地址</a:t>
            </a:r>
          </a:p>
        </p:txBody>
      </p:sp>
      <p:sp>
        <p:nvSpPr>
          <p:cNvPr id="250950" name="幻灯片编号占位符 1">
            <a:extLst>
              <a:ext uri="{FF2B5EF4-FFF2-40B4-BE49-F238E27FC236}">
                <a16:creationId xmlns:a16="http://schemas.microsoft.com/office/drawing/2014/main" id="{BCDDE3BF-3F28-7947-98E1-BDA45914B69C}"/>
              </a:ext>
            </a:extLst>
          </p:cNvPr>
          <p:cNvSpPr>
            <a:spLocks noGrp="1" noChangeArrowheads="1"/>
          </p:cNvSpPr>
          <p:nvPr>
            <p:ph type="sldNum" sz="quarter" idx="10"/>
          </p:nvPr>
        </p:nvSpPr>
        <p:spPr>
          <a:xfrm>
            <a:off x="8647847" y="4836567"/>
            <a:ext cx="478294"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9B0927A-155B-274C-9974-982141A6963A}"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114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50951" name="Text Box 74">
            <a:extLst>
              <a:ext uri="{FF2B5EF4-FFF2-40B4-BE49-F238E27FC236}">
                <a16:creationId xmlns:a16="http://schemas.microsoft.com/office/drawing/2014/main" id="{5B354421-4DF9-4B45-9577-6454D8E453A5}"/>
              </a:ext>
            </a:extLst>
          </p:cNvPr>
          <p:cNvSpPr txBox="1">
            <a:spLocks noChangeArrowheads="1"/>
          </p:cNvSpPr>
          <p:nvPr/>
        </p:nvSpPr>
        <p:spPr bwMode="auto">
          <a:xfrm>
            <a:off x="5995987" y="4740178"/>
            <a:ext cx="1782860"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dirty="0">
                <a:latin typeface="Arial" panose="020B0604020202020204" pitchFamily="34" charset="0"/>
                <a:ea typeface="宋体" panose="02010600030101010101" pitchFamily="2" charset="-122"/>
                <a:cs typeface="黑体" panose="02010609060101010101" pitchFamily="49" charset="-122"/>
              </a:rPr>
              <a:t>(128.30.33.0)</a:t>
            </a:r>
          </a:p>
        </p:txBody>
      </p:sp>
    </p:spTree>
    <p:extLst>
      <p:ext uri="{BB962C8B-B14F-4D97-AF65-F5344CB8AC3E}">
        <p14:creationId xmlns:p14="http://schemas.microsoft.com/office/powerpoint/2010/main" val="156369629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15142"/>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2000" fill="hold" grpId="1" nodeType="afterEffect">
                                  <p:stCondLst>
                                    <p:cond delay="500"/>
                                  </p:stCondLst>
                                  <p:childTnLst>
                                    <p:anim calcmode="discrete" valueType="str">
                                      <p:cBhvr>
                                        <p:cTn id="9" dur="1000" fill="hold"/>
                                        <p:tgtEl>
                                          <p:spTgt spid="515142"/>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2500"/>
                            </p:stCondLst>
                            <p:childTnLst>
                              <p:par>
                                <p:cTn id="11" presetID="1" presetClass="exit" presetSubtype="0" fill="hold" grpId="2" nodeType="afterEffect">
                                  <p:stCondLst>
                                    <p:cond delay="0"/>
                                  </p:stCondLst>
                                  <p:childTnLst>
                                    <p:set>
                                      <p:cBhvr>
                                        <p:cTn id="12" dur="1" fill="hold">
                                          <p:stCondLst>
                                            <p:cond delay="0"/>
                                          </p:stCondLst>
                                        </p:cTn>
                                        <p:tgtEl>
                                          <p:spTgt spid="515142"/>
                                        </p:tgtEl>
                                        <p:attrNameLst>
                                          <p:attrName>style.visibility</p:attrName>
                                        </p:attrNameLst>
                                      </p:cBhvr>
                                      <p:to>
                                        <p:strVal val="hidden"/>
                                      </p:to>
                                    </p:set>
                                  </p:childTnLst>
                                </p:cTn>
                              </p:par>
                            </p:childTnLst>
                          </p:cTn>
                        </p:par>
                        <p:par>
                          <p:cTn id="13" fill="hold" nodeType="afterGroup">
                            <p:stCondLst>
                              <p:cond delay="2500"/>
                            </p:stCondLst>
                            <p:childTnLst>
                              <p:par>
                                <p:cTn id="14" presetID="1" presetClass="entr" presetSubtype="0" fill="hold" grpId="0" nodeType="afterEffect">
                                  <p:stCondLst>
                                    <p:cond delay="0"/>
                                  </p:stCondLst>
                                  <p:childTnLst>
                                    <p:set>
                                      <p:cBhvr>
                                        <p:cTn id="15" dur="1" fill="hold">
                                          <p:stCondLst>
                                            <p:cond delay="0"/>
                                          </p:stCondLst>
                                        </p:cTn>
                                        <p:tgtEl>
                                          <p:spTgt spid="515143"/>
                                        </p:tgtEl>
                                        <p:attrNameLst>
                                          <p:attrName>style.visibility</p:attrName>
                                        </p:attrNameLst>
                                      </p:cBhvr>
                                      <p:to>
                                        <p:strVal val="visible"/>
                                      </p:to>
                                    </p:set>
                                  </p:childTnLst>
                                </p:cTn>
                              </p:par>
                            </p:childTnLst>
                          </p:cTn>
                        </p:par>
                        <p:par>
                          <p:cTn id="16" fill="hold" nodeType="afterGroup">
                            <p:stCondLst>
                              <p:cond delay="2500"/>
                            </p:stCondLst>
                            <p:childTnLst>
                              <p:par>
                                <p:cTn id="17" presetID="35" presetClass="emph" presetSubtype="0" repeatCount="3000" fill="hold" grpId="1" nodeType="afterEffect">
                                  <p:stCondLst>
                                    <p:cond delay="0"/>
                                  </p:stCondLst>
                                  <p:childTnLst>
                                    <p:anim calcmode="discrete" valueType="str">
                                      <p:cBhvr>
                                        <p:cTn id="18" dur="1000" fill="hold"/>
                                        <p:tgtEl>
                                          <p:spTgt spid="515143"/>
                                        </p:tgtEl>
                                        <p:attrNameLst>
                                          <p:attrName>style.visibility</p:attrName>
                                        </p:attrNameLst>
                                      </p:cBhvr>
                                      <p:tavLst>
                                        <p:tav tm="0">
                                          <p:val>
                                            <p:strVal val="hidden"/>
                                          </p:val>
                                        </p:tav>
                                        <p:tav tm="50000">
                                          <p:val>
                                            <p:strVal val="visible"/>
                                          </p:val>
                                        </p:tav>
                                      </p:tavLst>
                                    </p:anim>
                                  </p:childTnLst>
                                </p:cTn>
                              </p:par>
                            </p:childTnLst>
                          </p:cTn>
                        </p:par>
                        <p:par>
                          <p:cTn id="19" fill="hold" nodeType="afterGroup">
                            <p:stCondLst>
                              <p:cond delay="5500"/>
                            </p:stCondLst>
                            <p:childTnLst>
                              <p:par>
                                <p:cTn id="20" presetID="1" presetClass="exit" presetSubtype="0" fill="hold" grpId="2" nodeType="afterEffect">
                                  <p:stCondLst>
                                    <p:cond delay="0"/>
                                  </p:stCondLst>
                                  <p:childTnLst>
                                    <p:set>
                                      <p:cBhvr>
                                        <p:cTn id="21" dur="1" fill="hold">
                                          <p:stCondLst>
                                            <p:cond delay="0"/>
                                          </p:stCondLst>
                                        </p:cTn>
                                        <p:tgtEl>
                                          <p:spTgt spid="515143"/>
                                        </p:tgtEl>
                                        <p:attrNameLst>
                                          <p:attrName>style.visibility</p:attrName>
                                        </p:attrNameLst>
                                      </p:cBhvr>
                                      <p:to>
                                        <p:strVal val="hidden"/>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nodeType="clickEffect">
                                  <p:stCondLst>
                                    <p:cond delay="0"/>
                                  </p:stCondLst>
                                  <p:childTnLst>
                                    <p:set>
                                      <p:cBhvr>
                                        <p:cTn id="25" dur="1" fill="hold">
                                          <p:stCondLst>
                                            <p:cond delay="0"/>
                                          </p:stCondLst>
                                        </p:cTn>
                                        <p:tgtEl>
                                          <p:spTgt spid="515144"/>
                                        </p:tgtEl>
                                        <p:attrNameLst>
                                          <p:attrName>style.visibility</p:attrName>
                                        </p:attrNameLst>
                                      </p:cBhvr>
                                      <p:to>
                                        <p:strVal val="visible"/>
                                      </p:to>
                                    </p:set>
                                  </p:childTnLst>
                                </p:cTn>
                              </p:par>
                            </p:childTnLst>
                          </p:cTn>
                        </p:par>
                        <p:par>
                          <p:cTn id="26" fill="hold" nodeType="afterGroup">
                            <p:stCondLst>
                              <p:cond delay="0"/>
                            </p:stCondLst>
                            <p:childTnLst>
                              <p:par>
                                <p:cTn id="27" presetID="1" presetClass="entr" presetSubtype="0" fill="hold" grpId="0" nodeType="afterEffect">
                                  <p:stCondLst>
                                    <p:cond delay="0"/>
                                  </p:stCondLst>
                                  <p:childTnLst>
                                    <p:set>
                                      <p:cBhvr>
                                        <p:cTn id="28" dur="1" fill="hold">
                                          <p:stCondLst>
                                            <p:cond delay="0"/>
                                          </p:stCondLst>
                                        </p:cTn>
                                        <p:tgtEl>
                                          <p:spTgt spid="515149"/>
                                        </p:tgtEl>
                                        <p:attrNameLst>
                                          <p:attrName>style.visibility</p:attrName>
                                        </p:attrNameLst>
                                      </p:cBhvr>
                                      <p:to>
                                        <p:strVal val="visible"/>
                                      </p:to>
                                    </p:set>
                                  </p:childTnLst>
                                </p:cTn>
                              </p:par>
                            </p:childTnLst>
                          </p:cTn>
                        </p:par>
                        <p:par>
                          <p:cTn id="29" fill="hold" nodeType="afterGroup">
                            <p:stCondLst>
                              <p:cond delay="0"/>
                            </p:stCondLst>
                            <p:childTnLst>
                              <p:par>
                                <p:cTn id="30" presetID="35" presetClass="emph" presetSubtype="0" repeatCount="3000" fill="hold" grpId="1" nodeType="afterEffect">
                                  <p:stCondLst>
                                    <p:cond delay="0"/>
                                  </p:stCondLst>
                                  <p:childTnLst>
                                    <p:anim calcmode="discrete" valueType="str">
                                      <p:cBhvr>
                                        <p:cTn id="31" dur="1000" fill="hold"/>
                                        <p:tgtEl>
                                          <p:spTgt spid="515149"/>
                                        </p:tgtEl>
                                        <p:attrNameLst>
                                          <p:attrName>style.visibility</p:attrName>
                                        </p:attrNameLst>
                                      </p:cBhvr>
                                      <p:tavLst>
                                        <p:tav tm="0">
                                          <p:val>
                                            <p:strVal val="hidden"/>
                                          </p:val>
                                        </p:tav>
                                        <p:tav tm="50000">
                                          <p:val>
                                            <p:strVal val="visible"/>
                                          </p:val>
                                        </p:tav>
                                      </p:tavLst>
                                    </p:anim>
                                  </p:childTnLst>
                                </p:cTn>
                              </p:par>
                            </p:childTnLst>
                          </p:cTn>
                        </p:par>
                        <p:par>
                          <p:cTn id="32" fill="hold" nodeType="afterGroup">
                            <p:stCondLst>
                              <p:cond delay="3000"/>
                            </p:stCondLst>
                            <p:childTnLst>
                              <p:par>
                                <p:cTn id="33" presetID="1" presetClass="exit" presetSubtype="0" fill="hold" grpId="2" nodeType="afterEffect">
                                  <p:stCondLst>
                                    <p:cond delay="0"/>
                                  </p:stCondLst>
                                  <p:childTnLst>
                                    <p:set>
                                      <p:cBhvr>
                                        <p:cTn id="34" dur="1" fill="hold">
                                          <p:stCondLst>
                                            <p:cond delay="0"/>
                                          </p:stCondLst>
                                        </p:cTn>
                                        <p:tgtEl>
                                          <p:spTgt spid="515149"/>
                                        </p:tgtEl>
                                        <p:attrNameLst>
                                          <p:attrName>style.visibility</p:attrName>
                                        </p:attrNameLst>
                                      </p:cBhvr>
                                      <p:to>
                                        <p:strVal val="hidden"/>
                                      </p:to>
                                    </p:set>
                                  </p:childTnLst>
                                </p:cTn>
                              </p:par>
                            </p:childTnLst>
                          </p:cTn>
                        </p:par>
                        <p:par>
                          <p:cTn id="35" fill="hold" nodeType="afterGroup">
                            <p:stCondLst>
                              <p:cond delay="3000"/>
                            </p:stCondLst>
                            <p:childTnLst>
                              <p:par>
                                <p:cTn id="36" presetID="1" presetClass="entr" presetSubtype="0" fill="hold" grpId="0" nodeType="afterEffect">
                                  <p:stCondLst>
                                    <p:cond delay="0"/>
                                  </p:stCondLst>
                                  <p:childTnLst>
                                    <p:set>
                                      <p:cBhvr>
                                        <p:cTn id="37" dur="1" fill="hold">
                                          <p:stCondLst>
                                            <p:cond delay="0"/>
                                          </p:stCondLst>
                                        </p:cTn>
                                        <p:tgtEl>
                                          <p:spTgt spid="515150"/>
                                        </p:tgtEl>
                                        <p:attrNameLst>
                                          <p:attrName>style.visibility</p:attrName>
                                        </p:attrNameLst>
                                      </p:cBhvr>
                                      <p:to>
                                        <p:strVal val="visible"/>
                                      </p:to>
                                    </p:set>
                                  </p:childTnLst>
                                </p:cTn>
                              </p:par>
                            </p:childTnLst>
                          </p:cTn>
                        </p:par>
                        <p:par>
                          <p:cTn id="38" fill="hold" nodeType="afterGroup">
                            <p:stCondLst>
                              <p:cond delay="3000"/>
                            </p:stCondLst>
                            <p:childTnLst>
                              <p:par>
                                <p:cTn id="39" presetID="35" presetClass="emph" presetSubtype="0" repeatCount="3000" fill="hold" grpId="1" nodeType="afterEffect">
                                  <p:stCondLst>
                                    <p:cond delay="0"/>
                                  </p:stCondLst>
                                  <p:childTnLst>
                                    <p:anim calcmode="discrete" valueType="str">
                                      <p:cBhvr>
                                        <p:cTn id="40" dur="1000" fill="hold"/>
                                        <p:tgtEl>
                                          <p:spTgt spid="515150"/>
                                        </p:tgtEl>
                                        <p:attrNameLst>
                                          <p:attrName>style.visibility</p:attrName>
                                        </p:attrNameLst>
                                      </p:cBhvr>
                                      <p:tavLst>
                                        <p:tav tm="0">
                                          <p:val>
                                            <p:strVal val="hidden"/>
                                          </p:val>
                                        </p:tav>
                                        <p:tav tm="50000">
                                          <p:val>
                                            <p:strVal val="visible"/>
                                          </p:val>
                                        </p:tav>
                                      </p:tavLst>
                                    </p:anim>
                                  </p:childTnLst>
                                </p:cTn>
                              </p:par>
                            </p:childTnLst>
                          </p:cTn>
                        </p:par>
                        <p:par>
                          <p:cTn id="41" fill="hold" nodeType="afterGroup">
                            <p:stCondLst>
                              <p:cond delay="6000"/>
                            </p:stCondLst>
                            <p:childTnLst>
                              <p:par>
                                <p:cTn id="42" presetID="1" presetClass="exit" presetSubtype="0" fill="hold" grpId="2" nodeType="afterEffect">
                                  <p:stCondLst>
                                    <p:cond delay="0"/>
                                  </p:stCondLst>
                                  <p:childTnLst>
                                    <p:set>
                                      <p:cBhvr>
                                        <p:cTn id="43" dur="1" fill="hold">
                                          <p:stCondLst>
                                            <p:cond delay="0"/>
                                          </p:stCondLst>
                                        </p:cTn>
                                        <p:tgtEl>
                                          <p:spTgt spid="515150"/>
                                        </p:tgtEl>
                                        <p:attrNameLst>
                                          <p:attrName>style.visibility</p:attrName>
                                        </p:attrNameLst>
                                      </p:cBhvr>
                                      <p:to>
                                        <p:strVal val="hidden"/>
                                      </p:to>
                                    </p:set>
                                  </p:childTnLst>
                                </p:cTn>
                              </p:par>
                            </p:childTnLst>
                          </p:cTn>
                        </p:par>
                        <p:par>
                          <p:cTn id="44" fill="hold" nodeType="afterGroup">
                            <p:stCondLst>
                              <p:cond delay="6000"/>
                            </p:stCondLst>
                            <p:childTnLst>
                              <p:par>
                                <p:cTn id="45" presetID="1" presetClass="entr" presetSubtype="0" fill="hold" grpId="0" nodeType="afterEffect">
                                  <p:stCondLst>
                                    <p:cond delay="500"/>
                                  </p:stCondLst>
                                  <p:childTnLst>
                                    <p:set>
                                      <p:cBhvr>
                                        <p:cTn id="46" dur="1" fill="hold">
                                          <p:stCondLst>
                                            <p:cond delay="0"/>
                                          </p:stCondLst>
                                        </p:cTn>
                                        <p:tgtEl>
                                          <p:spTgt spid="5151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5142" grpId="0" animBg="1"/>
      <p:bldP spid="515142" grpId="1" animBg="1"/>
      <p:bldP spid="515142" grpId="2" animBg="1"/>
      <p:bldP spid="515143" grpId="0" animBg="1"/>
      <p:bldP spid="515143" grpId="1" animBg="1"/>
      <p:bldP spid="515143" grpId="2" animBg="1"/>
      <p:bldP spid="515149" grpId="0" animBg="1"/>
      <p:bldP spid="515149" grpId="1" animBg="1"/>
      <p:bldP spid="515149" grpId="2" animBg="1"/>
      <p:bldP spid="515150" grpId="0" animBg="1"/>
      <p:bldP spid="515150" grpId="1" animBg="1"/>
      <p:bldP spid="515150" grpId="2" animBg="1"/>
      <p:bldP spid="515151" grpId="0"/>
    </p:bldLst>
  </p:timing>
</p:sld>
</file>

<file path=ppt/slides/slide1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52929" name="Rectangle 2">
            <a:extLst>
              <a:ext uri="{FF2B5EF4-FFF2-40B4-BE49-F238E27FC236}">
                <a16:creationId xmlns:a16="http://schemas.microsoft.com/office/drawing/2014/main" id="{0FDEDADF-3957-E64E-8707-92AD9E276298}"/>
              </a:ext>
            </a:extLst>
          </p:cNvPr>
          <p:cNvSpPr>
            <a:spLocks noGrp="1" noChangeArrowheads="1"/>
          </p:cNvSpPr>
          <p:nvPr>
            <p:ph type="title"/>
          </p:nvPr>
        </p:nvSpPr>
        <p:spPr>
          <a:xfrm>
            <a:off x="1223963" y="153591"/>
            <a:ext cx="6669881" cy="797719"/>
          </a:xfrm>
          <a:solidFill>
            <a:srgbClr val="CCECFF"/>
          </a:solidFill>
          <a:ln>
            <a:solidFill>
              <a:schemeClr val="tx2"/>
            </a:solidFill>
            <a:miter lim="800000"/>
            <a:headEnd/>
            <a:tailEnd/>
          </a:ln>
        </p:spPr>
        <p:txBody>
          <a:bodyPr/>
          <a:lstStyle/>
          <a:p>
            <a:pPr algn="ctr" eaLnBrk="1" hangingPunct="1"/>
            <a:r>
              <a:rPr lang="zh-CN" altLang="en-US">
                <a:latin typeface="Times New Roman" panose="02020603050405020304" pitchFamily="18" charset="0"/>
                <a:ea typeface="宋体" panose="02010600030101010101" pitchFamily="2" charset="-122"/>
              </a:rPr>
              <a:t>因此 </a:t>
            </a:r>
            <a:r>
              <a:rPr lang="en-US" altLang="zh-CN">
                <a:latin typeface="Times New Roman" panose="02020603050405020304" pitchFamily="18" charset="0"/>
                <a:ea typeface="宋体" panose="02010600030101010101" pitchFamily="2" charset="-122"/>
              </a:rPr>
              <a:t>H</a:t>
            </a:r>
            <a:r>
              <a:rPr lang="en-US" altLang="zh-CN" baseline="-25000">
                <a:latin typeface="Times New Roman" panose="02020603050405020304" pitchFamily="18" charset="0"/>
                <a:ea typeface="宋体" panose="02010600030101010101" pitchFamily="2" charset="-122"/>
              </a:rPr>
              <a:t>1 </a:t>
            </a:r>
            <a:r>
              <a:rPr lang="zh-CN" altLang="en-US">
                <a:latin typeface="Times New Roman" panose="02020603050405020304" pitchFamily="18" charset="0"/>
                <a:ea typeface="宋体" panose="02010600030101010101" pitchFamily="2" charset="-122"/>
              </a:rPr>
              <a:t>必须把分组传送到路由器 </a:t>
            </a:r>
            <a:r>
              <a:rPr lang="en-US" altLang="zh-CN">
                <a:latin typeface="Times New Roman" panose="02020603050405020304" pitchFamily="18" charset="0"/>
                <a:ea typeface="宋体" panose="02010600030101010101" pitchFamily="2" charset="-122"/>
              </a:rPr>
              <a:t>R</a:t>
            </a:r>
            <a:r>
              <a:rPr lang="en-US" altLang="zh-CN" baseline="-25000">
                <a:latin typeface="Times New Roman" panose="02020603050405020304" pitchFamily="18" charset="0"/>
                <a:ea typeface="宋体" panose="02010600030101010101" pitchFamily="2" charset="-122"/>
              </a:rPr>
              <a:t>1</a:t>
            </a:r>
            <a:br>
              <a:rPr lang="en-US" altLang="zh-CN">
                <a:latin typeface="Times New Roman" panose="02020603050405020304" pitchFamily="18" charset="0"/>
                <a:ea typeface="宋体" panose="02010600030101010101" pitchFamily="2" charset="-122"/>
              </a:rPr>
            </a:br>
            <a:r>
              <a:rPr lang="zh-CN" altLang="en-US">
                <a:latin typeface="Times New Roman" panose="02020603050405020304" pitchFamily="18" charset="0"/>
                <a:ea typeface="宋体" panose="02010600030101010101" pitchFamily="2" charset="-122"/>
              </a:rPr>
              <a:t>然后逐项查找路由表</a:t>
            </a:r>
          </a:p>
        </p:txBody>
      </p:sp>
      <p:sp>
        <p:nvSpPr>
          <p:cNvPr id="252930" name="Freeform 3">
            <a:extLst>
              <a:ext uri="{FF2B5EF4-FFF2-40B4-BE49-F238E27FC236}">
                <a16:creationId xmlns:a16="http://schemas.microsoft.com/office/drawing/2014/main" id="{BD7DB70E-7F07-2648-A23C-DE312D3E4F19}"/>
              </a:ext>
            </a:extLst>
          </p:cNvPr>
          <p:cNvSpPr>
            <a:spLocks/>
          </p:cNvSpPr>
          <p:nvPr/>
        </p:nvSpPr>
        <p:spPr bwMode="auto">
          <a:xfrm>
            <a:off x="3055144" y="1533526"/>
            <a:ext cx="1260872" cy="1364456"/>
          </a:xfrm>
          <a:custGeom>
            <a:avLst/>
            <a:gdLst>
              <a:gd name="T0" fmla="*/ 2147483646 w 1059"/>
              <a:gd name="T1" fmla="*/ 2147483646 h 1146"/>
              <a:gd name="T2" fmla="*/ 2147483646 w 1059"/>
              <a:gd name="T3" fmla="*/ 0 h 1146"/>
              <a:gd name="T4" fmla="*/ 2147483646 w 1059"/>
              <a:gd name="T5" fmla="*/ 2147483646 h 1146"/>
              <a:gd name="T6" fmla="*/ 0 w 1059"/>
              <a:gd name="T7" fmla="*/ 2147483646 h 11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59" h="1146">
                <a:moveTo>
                  <a:pt x="5" y="1146"/>
                </a:moveTo>
                <a:lnTo>
                  <a:pt x="1048" y="0"/>
                </a:lnTo>
                <a:lnTo>
                  <a:pt x="1059" y="880"/>
                </a:lnTo>
                <a:lnTo>
                  <a:pt x="0" y="1111"/>
                </a:lnTo>
              </a:path>
            </a:pathLst>
          </a:custGeom>
          <a:gradFill rotWithShape="1">
            <a:gsLst>
              <a:gs pos="0">
                <a:srgbClr val="767647"/>
              </a:gs>
              <a:gs pos="100000">
                <a:srgbClr val="FFFF99"/>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52931" name="Text Box 4">
            <a:extLst>
              <a:ext uri="{FF2B5EF4-FFF2-40B4-BE49-F238E27FC236}">
                <a16:creationId xmlns:a16="http://schemas.microsoft.com/office/drawing/2014/main" id="{51B50C6F-8909-2E43-BD07-CE676F88B0CF}"/>
              </a:ext>
            </a:extLst>
          </p:cNvPr>
          <p:cNvSpPr txBox="1">
            <a:spLocks noChangeArrowheads="1"/>
          </p:cNvSpPr>
          <p:nvPr/>
        </p:nvSpPr>
        <p:spPr bwMode="auto">
          <a:xfrm>
            <a:off x="1980010" y="232410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a:t>
            </a:r>
          </a:p>
        </p:txBody>
      </p:sp>
      <p:sp>
        <p:nvSpPr>
          <p:cNvPr id="252932" name="Text Box 5">
            <a:extLst>
              <a:ext uri="{FF2B5EF4-FFF2-40B4-BE49-F238E27FC236}">
                <a16:creationId xmlns:a16="http://schemas.microsoft.com/office/drawing/2014/main" id="{F8788B87-9585-0348-8387-D65B5013985F}"/>
              </a:ext>
            </a:extLst>
          </p:cNvPr>
          <p:cNvSpPr txBox="1">
            <a:spLocks noChangeArrowheads="1"/>
          </p:cNvSpPr>
          <p:nvPr/>
        </p:nvSpPr>
        <p:spPr bwMode="auto">
          <a:xfrm>
            <a:off x="3055144" y="234553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graphicFrame>
        <p:nvGraphicFramePr>
          <p:cNvPr id="516102" name="Group 6">
            <a:extLst>
              <a:ext uri="{FF2B5EF4-FFF2-40B4-BE49-F238E27FC236}">
                <a16:creationId xmlns:a16="http://schemas.microsoft.com/office/drawing/2014/main" id="{CD997C5E-966A-6C4C-89EC-59865661616E}"/>
              </a:ext>
            </a:extLst>
          </p:cNvPr>
          <p:cNvGraphicFramePr>
            <a:graphicFrameLocks noGrp="1"/>
          </p:cNvGraphicFramePr>
          <p:nvPr>
            <p:extLst>
              <p:ext uri="{D42A27DB-BD31-4B8C-83A1-F6EECF244321}">
                <p14:modId xmlns:p14="http://schemas.microsoft.com/office/powerpoint/2010/main" val="3215838294"/>
              </p:ext>
            </p:extLst>
          </p:nvPr>
        </p:nvGraphicFramePr>
        <p:xfrm>
          <a:off x="4316016" y="1539478"/>
          <a:ext cx="3606402" cy="1039153"/>
        </p:xfrm>
        <a:graphic>
          <a:graphicData uri="http://schemas.openxmlformats.org/drawingml/2006/table">
            <a:tbl>
              <a:tblPr/>
              <a:tblGrid>
                <a:gridCol w="1295396">
                  <a:extLst>
                    <a:ext uri="{9D8B030D-6E8A-4147-A177-3AD203B41FA5}">
                      <a16:colId xmlns:a16="http://schemas.microsoft.com/office/drawing/2014/main" val="20000"/>
                    </a:ext>
                  </a:extLst>
                </a:gridCol>
                <a:gridCol w="1551764">
                  <a:extLst>
                    <a:ext uri="{9D8B030D-6E8A-4147-A177-3AD203B41FA5}">
                      <a16:colId xmlns:a16="http://schemas.microsoft.com/office/drawing/2014/main" val="20001"/>
                    </a:ext>
                  </a:extLst>
                </a:gridCol>
                <a:gridCol w="759242">
                  <a:extLst>
                    <a:ext uri="{9D8B030D-6E8A-4147-A177-3AD203B41FA5}">
                      <a16:colId xmlns:a16="http://schemas.microsoft.com/office/drawing/2014/main" val="20002"/>
                    </a:ext>
                  </a:extLst>
                </a:gridCol>
              </a:tblGrid>
              <a:tr h="25372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目的网络地址</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子网掩码</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下一跳</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7856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128.30.36.0</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255.255.255.0</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R</a:t>
                      </a:r>
                      <a:r>
                        <a:rPr kumimoji="0" lang="en-US" altLang="zh-CN" sz="1400" b="0" i="0" u="none" strike="noStrike" cap="none" normalizeH="0" baseline="-25000" dirty="0">
                          <a:ln>
                            <a:noFill/>
                          </a:ln>
                          <a:solidFill>
                            <a:srgbClr val="333399"/>
                          </a:solidFill>
                          <a:effectLst/>
                          <a:latin typeface="Arial" panose="020B0604020202020204" pitchFamily="34" charset="0"/>
                          <a:ea typeface="宋体" panose="02010600030101010101" pitchFamily="2" charset="-122"/>
                        </a:rPr>
                        <a:t>2</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1"/>
                  </a:ext>
                </a:extLst>
              </a:tr>
            </a:tbl>
          </a:graphicData>
        </a:graphic>
      </p:graphicFrame>
      <p:sp>
        <p:nvSpPr>
          <p:cNvPr id="252947" name="Text Box 20">
            <a:extLst>
              <a:ext uri="{FF2B5EF4-FFF2-40B4-BE49-F238E27FC236}">
                <a16:creationId xmlns:a16="http://schemas.microsoft.com/office/drawing/2014/main" id="{7F0EEA35-E202-4748-96B3-2F68961E86EC}"/>
              </a:ext>
            </a:extLst>
          </p:cNvPr>
          <p:cNvSpPr txBox="1">
            <a:spLocks noChangeArrowheads="1"/>
          </p:cNvSpPr>
          <p:nvPr/>
        </p:nvSpPr>
        <p:spPr bwMode="auto">
          <a:xfrm>
            <a:off x="4588669" y="1221582"/>
            <a:ext cx="314060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的路由表（未给出默认路由器）</a:t>
            </a:r>
            <a:endParaRPr kumimoji="1" lang="zh-CN" altLang="en-US"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2948" name="Line 21">
            <a:extLst>
              <a:ext uri="{FF2B5EF4-FFF2-40B4-BE49-F238E27FC236}">
                <a16:creationId xmlns:a16="http://schemas.microsoft.com/office/drawing/2014/main" id="{5FA22563-E270-D148-A506-499BCFB80D74}"/>
              </a:ext>
            </a:extLst>
          </p:cNvPr>
          <p:cNvSpPr>
            <a:spLocks noChangeShapeType="1"/>
          </p:cNvSpPr>
          <p:nvPr/>
        </p:nvSpPr>
        <p:spPr bwMode="auto">
          <a:xfrm>
            <a:off x="3034904" y="2328863"/>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2949" name="Line 22">
            <a:extLst>
              <a:ext uri="{FF2B5EF4-FFF2-40B4-BE49-F238E27FC236}">
                <a16:creationId xmlns:a16="http://schemas.microsoft.com/office/drawing/2014/main" id="{F4F96452-C30B-9F46-B985-E62D4124880C}"/>
              </a:ext>
            </a:extLst>
          </p:cNvPr>
          <p:cNvSpPr>
            <a:spLocks noChangeShapeType="1"/>
          </p:cNvSpPr>
          <p:nvPr/>
        </p:nvSpPr>
        <p:spPr bwMode="auto">
          <a:xfrm>
            <a:off x="1378744" y="2315766"/>
            <a:ext cx="1191"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2950" name="Line 23">
            <a:extLst>
              <a:ext uri="{FF2B5EF4-FFF2-40B4-BE49-F238E27FC236}">
                <a16:creationId xmlns:a16="http://schemas.microsoft.com/office/drawing/2014/main" id="{07C8FAFB-AB30-7F4F-8B7C-7F23C5D1CF0E}"/>
              </a:ext>
            </a:extLst>
          </p:cNvPr>
          <p:cNvSpPr>
            <a:spLocks noChangeShapeType="1"/>
          </p:cNvSpPr>
          <p:nvPr/>
        </p:nvSpPr>
        <p:spPr bwMode="auto">
          <a:xfrm>
            <a:off x="1169194" y="2328863"/>
            <a:ext cx="2862263"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2951" name="Line 24">
            <a:extLst>
              <a:ext uri="{FF2B5EF4-FFF2-40B4-BE49-F238E27FC236}">
                <a16:creationId xmlns:a16="http://schemas.microsoft.com/office/drawing/2014/main" id="{A3F55B04-BC8E-244B-82FB-0A186B9371C6}"/>
              </a:ext>
            </a:extLst>
          </p:cNvPr>
          <p:cNvSpPr>
            <a:spLocks noChangeShapeType="1"/>
          </p:cNvSpPr>
          <p:nvPr/>
        </p:nvSpPr>
        <p:spPr bwMode="auto">
          <a:xfrm>
            <a:off x="1503760" y="1901429"/>
            <a:ext cx="1190"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2952" name="Picture 25">
            <a:extLst>
              <a:ext uri="{FF2B5EF4-FFF2-40B4-BE49-F238E27FC236}">
                <a16:creationId xmlns:a16="http://schemas.microsoft.com/office/drawing/2014/main" id="{72260E97-FD0C-7045-B9EA-FBD16378C36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75172" y="1707357"/>
            <a:ext cx="298847"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53" name="Text Box 26">
            <a:extLst>
              <a:ext uri="{FF2B5EF4-FFF2-40B4-BE49-F238E27FC236}">
                <a16:creationId xmlns:a16="http://schemas.microsoft.com/office/drawing/2014/main" id="{39B3EC0F-BC2D-F046-BEE3-DF6AEC11C53D}"/>
              </a:ext>
            </a:extLst>
          </p:cNvPr>
          <p:cNvSpPr txBox="1">
            <a:spLocks noChangeArrowheads="1"/>
          </p:cNvSpPr>
          <p:nvPr/>
        </p:nvSpPr>
        <p:spPr bwMode="auto">
          <a:xfrm>
            <a:off x="1115615" y="1441847"/>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a:t>
            </a:r>
          </a:p>
        </p:txBody>
      </p:sp>
      <p:sp>
        <p:nvSpPr>
          <p:cNvPr id="252954" name="Text Box 27">
            <a:extLst>
              <a:ext uri="{FF2B5EF4-FFF2-40B4-BE49-F238E27FC236}">
                <a16:creationId xmlns:a16="http://schemas.microsoft.com/office/drawing/2014/main" id="{4DA57F39-BF95-D247-A24D-204EE1FF622F}"/>
              </a:ext>
            </a:extLst>
          </p:cNvPr>
          <p:cNvSpPr txBox="1">
            <a:spLocks noChangeArrowheads="1"/>
          </p:cNvSpPr>
          <p:nvPr/>
        </p:nvSpPr>
        <p:spPr bwMode="auto">
          <a:xfrm>
            <a:off x="1115615" y="1716881"/>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52955" name="Text Box 28">
            <a:extLst>
              <a:ext uri="{FF2B5EF4-FFF2-40B4-BE49-F238E27FC236}">
                <a16:creationId xmlns:a16="http://schemas.microsoft.com/office/drawing/2014/main" id="{118AA423-5813-0040-80C1-7C4AC84AAE28}"/>
              </a:ext>
            </a:extLst>
          </p:cNvPr>
          <p:cNvSpPr txBox="1">
            <a:spLocks noChangeArrowheads="1"/>
          </p:cNvSpPr>
          <p:nvPr/>
        </p:nvSpPr>
        <p:spPr bwMode="auto">
          <a:xfrm>
            <a:off x="1331119" y="1641873"/>
            <a:ext cx="2620566" cy="715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子网</a:t>
            </a:r>
            <a:r>
              <a:rPr kumimoji="1" lang="en-US" altLang="zh-CN" sz="1350">
                <a:latin typeface="Arial" panose="020B0604020202020204" pitchFamily="34" charset="0"/>
                <a:ea typeface="宋体" panose="02010600030101010101" pitchFamily="2" charset="-122"/>
                <a:cs typeface="黑体" panose="02010609060101010101" pitchFamily="49" charset="-122"/>
              </a:rPr>
              <a:t>1</a:t>
            </a:r>
            <a:r>
              <a:rPr kumimoji="1" lang="zh-CN" altLang="en-US" sz="1350">
                <a:latin typeface="Arial" panose="020B0604020202020204" pitchFamily="34" charset="0"/>
                <a:ea typeface="宋体" panose="02010600030101010101" pitchFamily="2" charset="-122"/>
                <a:cs typeface="黑体" panose="02010609060101010101" pitchFamily="49" charset="-122"/>
              </a:rPr>
              <a:t>：</a:t>
            </a:r>
          </a:p>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    网络地址 </a:t>
            </a:r>
            <a:r>
              <a:rPr kumimoji="1" lang="en-US" altLang="zh-CN" sz="1350">
                <a:latin typeface="Arial" panose="020B0604020202020204" pitchFamily="34" charset="0"/>
                <a:ea typeface="宋体" panose="02010600030101010101" pitchFamily="2" charset="-122"/>
                <a:cs typeface="黑体" panose="02010609060101010101" pitchFamily="49" charset="-122"/>
              </a:rPr>
              <a:t>128.30.33.0</a:t>
            </a:r>
          </a:p>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350">
                <a:latin typeface="Arial" panose="020B0604020202020204" pitchFamily="34" charset="0"/>
                <a:ea typeface="宋体" panose="02010600030101010101" pitchFamily="2" charset="-122"/>
                <a:cs typeface="黑体" panose="02010609060101010101" pitchFamily="49" charset="-122"/>
              </a:rPr>
              <a:t>255.255.255.128</a:t>
            </a:r>
          </a:p>
        </p:txBody>
      </p:sp>
      <p:sp>
        <p:nvSpPr>
          <p:cNvPr id="252956" name="Line 29">
            <a:extLst>
              <a:ext uri="{FF2B5EF4-FFF2-40B4-BE49-F238E27FC236}">
                <a16:creationId xmlns:a16="http://schemas.microsoft.com/office/drawing/2014/main" id="{0EDAAB6A-2876-0046-9D76-3D6940211C12}"/>
              </a:ext>
            </a:extLst>
          </p:cNvPr>
          <p:cNvSpPr>
            <a:spLocks noChangeShapeType="1"/>
          </p:cNvSpPr>
          <p:nvPr/>
        </p:nvSpPr>
        <p:spPr bwMode="auto">
          <a:xfrm>
            <a:off x="2364581" y="375880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2957" name="Line 30">
            <a:extLst>
              <a:ext uri="{FF2B5EF4-FFF2-40B4-BE49-F238E27FC236}">
                <a16:creationId xmlns:a16="http://schemas.microsoft.com/office/drawing/2014/main" id="{0C7923E1-8B1B-2240-8F07-5F0934C36024}"/>
              </a:ext>
            </a:extLst>
          </p:cNvPr>
          <p:cNvSpPr>
            <a:spLocks noChangeShapeType="1"/>
          </p:cNvSpPr>
          <p:nvPr/>
        </p:nvSpPr>
        <p:spPr bwMode="auto">
          <a:xfrm>
            <a:off x="5760244"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2958" name="Line 31">
            <a:extLst>
              <a:ext uri="{FF2B5EF4-FFF2-40B4-BE49-F238E27FC236}">
                <a16:creationId xmlns:a16="http://schemas.microsoft.com/office/drawing/2014/main" id="{D95FD9C7-C2A7-4B4F-8319-7EEEB5B890A7}"/>
              </a:ext>
            </a:extLst>
          </p:cNvPr>
          <p:cNvSpPr>
            <a:spLocks noChangeShapeType="1"/>
          </p:cNvSpPr>
          <p:nvPr/>
        </p:nvSpPr>
        <p:spPr bwMode="auto">
          <a:xfrm>
            <a:off x="1768079" y="4281488"/>
            <a:ext cx="1190"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2959" name="Line 32">
            <a:extLst>
              <a:ext uri="{FF2B5EF4-FFF2-40B4-BE49-F238E27FC236}">
                <a16:creationId xmlns:a16="http://schemas.microsoft.com/office/drawing/2014/main" id="{C2FA9B76-C2AA-A94D-BAA3-88C113E15C55}"/>
              </a:ext>
            </a:extLst>
          </p:cNvPr>
          <p:cNvSpPr>
            <a:spLocks noChangeShapeType="1"/>
          </p:cNvSpPr>
          <p:nvPr/>
        </p:nvSpPr>
        <p:spPr bwMode="auto">
          <a:xfrm>
            <a:off x="2364581" y="330041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2960" name="Line 33">
            <a:extLst>
              <a:ext uri="{FF2B5EF4-FFF2-40B4-BE49-F238E27FC236}">
                <a16:creationId xmlns:a16="http://schemas.microsoft.com/office/drawing/2014/main" id="{D18AE4AE-4778-F84F-9579-EA45B421488E}"/>
              </a:ext>
            </a:extLst>
          </p:cNvPr>
          <p:cNvSpPr>
            <a:spLocks noChangeShapeType="1"/>
          </p:cNvSpPr>
          <p:nvPr/>
        </p:nvSpPr>
        <p:spPr bwMode="auto">
          <a:xfrm>
            <a:off x="3039667" y="2757488"/>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2961" name="Picture 34">
            <a:extLst>
              <a:ext uri="{FF2B5EF4-FFF2-40B4-BE49-F238E27FC236}">
                <a16:creationId xmlns:a16="http://schemas.microsoft.com/office/drawing/2014/main" id="{8A618E94-9962-D046-B18F-716CD4DB868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37110" y="4513660"/>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962" name="Picture 35">
            <a:extLst>
              <a:ext uri="{FF2B5EF4-FFF2-40B4-BE49-F238E27FC236}">
                <a16:creationId xmlns:a16="http://schemas.microsoft.com/office/drawing/2014/main" id="{CA049037-2DB9-1142-8185-67CEF2E150DD}"/>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21582" y="25598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2963" name="Group 36">
            <a:extLst>
              <a:ext uri="{FF2B5EF4-FFF2-40B4-BE49-F238E27FC236}">
                <a16:creationId xmlns:a16="http://schemas.microsoft.com/office/drawing/2014/main" id="{7AEC81EC-B7B7-1E4B-9AF5-AC5CDDEC792D}"/>
              </a:ext>
            </a:extLst>
          </p:cNvPr>
          <p:cNvGrpSpPr>
            <a:grpSpLocks/>
          </p:cNvGrpSpPr>
          <p:nvPr/>
        </p:nvGrpSpPr>
        <p:grpSpPr bwMode="auto">
          <a:xfrm>
            <a:off x="2844404" y="2594373"/>
            <a:ext cx="459581" cy="345281"/>
            <a:chOff x="864" y="1824"/>
            <a:chExt cx="432" cy="288"/>
          </a:xfrm>
        </p:grpSpPr>
        <p:pic>
          <p:nvPicPr>
            <p:cNvPr id="252992" name="Picture 37">
              <a:extLst>
                <a:ext uri="{FF2B5EF4-FFF2-40B4-BE49-F238E27FC236}">
                  <a16:creationId xmlns:a16="http://schemas.microsoft.com/office/drawing/2014/main" id="{C84FD85F-B949-9B43-B24F-D6C92532B80A}"/>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993" name="Picture 38">
              <a:extLst>
                <a:ext uri="{FF2B5EF4-FFF2-40B4-BE49-F238E27FC236}">
                  <a16:creationId xmlns:a16="http://schemas.microsoft.com/office/drawing/2014/main" id="{4DD19F5E-0F1F-1C49-B249-4E1BA3A9C68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52964" name="Picture 39">
            <a:extLst>
              <a:ext uri="{FF2B5EF4-FFF2-40B4-BE49-F238E27FC236}">
                <a16:creationId xmlns:a16="http://schemas.microsoft.com/office/drawing/2014/main" id="{76AE8B47-D5F0-5C46-B63D-876E68E3294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36419" y="3584973"/>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65" name="Line 40">
            <a:extLst>
              <a:ext uri="{FF2B5EF4-FFF2-40B4-BE49-F238E27FC236}">
                <a16:creationId xmlns:a16="http://schemas.microsoft.com/office/drawing/2014/main" id="{18BA83F2-F96C-0342-AF0B-DEA88D9E408A}"/>
              </a:ext>
            </a:extLst>
          </p:cNvPr>
          <p:cNvSpPr>
            <a:spLocks noChangeShapeType="1"/>
          </p:cNvSpPr>
          <p:nvPr/>
        </p:nvSpPr>
        <p:spPr bwMode="auto">
          <a:xfrm>
            <a:off x="1844279" y="3284935"/>
            <a:ext cx="521136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2966" name="Line 41">
            <a:extLst>
              <a:ext uri="{FF2B5EF4-FFF2-40B4-BE49-F238E27FC236}">
                <a16:creationId xmlns:a16="http://schemas.microsoft.com/office/drawing/2014/main" id="{D7A261AD-9826-BE4D-83CF-51A52126DB6B}"/>
              </a:ext>
            </a:extLst>
          </p:cNvPr>
          <p:cNvSpPr>
            <a:spLocks noChangeShapeType="1"/>
          </p:cNvSpPr>
          <p:nvPr/>
        </p:nvSpPr>
        <p:spPr bwMode="auto">
          <a:xfrm>
            <a:off x="1533525" y="4296967"/>
            <a:ext cx="587692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2967" name="Text Box 42">
            <a:extLst>
              <a:ext uri="{FF2B5EF4-FFF2-40B4-BE49-F238E27FC236}">
                <a16:creationId xmlns:a16="http://schemas.microsoft.com/office/drawing/2014/main" id="{E5E96FE1-E062-284F-ACEA-429AAD3FBC1D}"/>
              </a:ext>
            </a:extLst>
          </p:cNvPr>
          <p:cNvSpPr txBox="1">
            <a:spLocks noChangeArrowheads="1"/>
          </p:cNvSpPr>
          <p:nvPr/>
        </p:nvSpPr>
        <p:spPr bwMode="auto">
          <a:xfrm>
            <a:off x="1772841" y="2918222"/>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128.30.33.130</a:t>
            </a:r>
          </a:p>
        </p:txBody>
      </p:sp>
      <p:sp>
        <p:nvSpPr>
          <p:cNvPr id="252968" name="Text Box 43">
            <a:extLst>
              <a:ext uri="{FF2B5EF4-FFF2-40B4-BE49-F238E27FC236}">
                <a16:creationId xmlns:a16="http://schemas.microsoft.com/office/drawing/2014/main" id="{40CB508D-BD7B-CC47-B96D-1DDEB477345E}"/>
              </a:ext>
            </a:extLst>
          </p:cNvPr>
          <p:cNvSpPr txBox="1">
            <a:spLocks noChangeArrowheads="1"/>
          </p:cNvSpPr>
          <p:nvPr/>
        </p:nvSpPr>
        <p:spPr bwMode="auto">
          <a:xfrm>
            <a:off x="3328988" y="2652712"/>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52969" name="Text Box 44">
            <a:extLst>
              <a:ext uri="{FF2B5EF4-FFF2-40B4-BE49-F238E27FC236}">
                <a16:creationId xmlns:a16="http://schemas.microsoft.com/office/drawing/2014/main" id="{996A1650-B63E-FB42-9AF7-46D84E136499}"/>
              </a:ext>
            </a:extLst>
          </p:cNvPr>
          <p:cNvSpPr txBox="1">
            <a:spLocks noChangeArrowheads="1"/>
          </p:cNvSpPr>
          <p:nvPr/>
        </p:nvSpPr>
        <p:spPr bwMode="auto">
          <a:xfrm>
            <a:off x="3043237" y="2922985"/>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2970" name="Line 45">
            <a:extLst>
              <a:ext uri="{FF2B5EF4-FFF2-40B4-BE49-F238E27FC236}">
                <a16:creationId xmlns:a16="http://schemas.microsoft.com/office/drawing/2014/main" id="{EFA41820-BED7-9940-8FAD-373A728B36FA}"/>
              </a:ext>
            </a:extLst>
          </p:cNvPr>
          <p:cNvSpPr>
            <a:spLocks noChangeShapeType="1"/>
          </p:cNvSpPr>
          <p:nvPr/>
        </p:nvSpPr>
        <p:spPr bwMode="auto">
          <a:xfrm>
            <a:off x="4157663"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52971" name="Group 46">
            <a:extLst>
              <a:ext uri="{FF2B5EF4-FFF2-40B4-BE49-F238E27FC236}">
                <a16:creationId xmlns:a16="http://schemas.microsoft.com/office/drawing/2014/main" id="{76EA8075-66F2-C140-8F83-3CA16A45BAC0}"/>
              </a:ext>
            </a:extLst>
          </p:cNvPr>
          <p:cNvGrpSpPr>
            <a:grpSpLocks/>
          </p:cNvGrpSpPr>
          <p:nvPr/>
        </p:nvGrpSpPr>
        <p:grpSpPr bwMode="auto">
          <a:xfrm>
            <a:off x="2169319" y="3632598"/>
            <a:ext cx="459581" cy="345281"/>
            <a:chOff x="864" y="1824"/>
            <a:chExt cx="432" cy="288"/>
          </a:xfrm>
        </p:grpSpPr>
        <p:pic>
          <p:nvPicPr>
            <p:cNvPr id="252990" name="Picture 47">
              <a:extLst>
                <a:ext uri="{FF2B5EF4-FFF2-40B4-BE49-F238E27FC236}">
                  <a16:creationId xmlns:a16="http://schemas.microsoft.com/office/drawing/2014/main" id="{AABD1CF8-9E9F-9C48-BD03-40D9937A9A9A}"/>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991" name="Picture 48">
              <a:extLst>
                <a:ext uri="{FF2B5EF4-FFF2-40B4-BE49-F238E27FC236}">
                  <a16:creationId xmlns:a16="http://schemas.microsoft.com/office/drawing/2014/main" id="{291C3C36-E819-5A47-B8DA-58F21211CA97}"/>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2972" name="Text Box 49">
            <a:extLst>
              <a:ext uri="{FF2B5EF4-FFF2-40B4-BE49-F238E27FC236}">
                <a16:creationId xmlns:a16="http://schemas.microsoft.com/office/drawing/2014/main" id="{7F734A6F-CD60-FE44-9369-14A5CFFAF321}"/>
              </a:ext>
            </a:extLst>
          </p:cNvPr>
          <p:cNvSpPr txBox="1">
            <a:spLocks noChangeArrowheads="1"/>
          </p:cNvSpPr>
          <p:nvPr/>
        </p:nvSpPr>
        <p:spPr bwMode="auto">
          <a:xfrm>
            <a:off x="1871663" y="3619500"/>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52973" name="Line 50">
            <a:extLst>
              <a:ext uri="{FF2B5EF4-FFF2-40B4-BE49-F238E27FC236}">
                <a16:creationId xmlns:a16="http://schemas.microsoft.com/office/drawing/2014/main" id="{B28D226B-3CE2-2342-A4C9-5F3BE16E60A1}"/>
              </a:ext>
            </a:extLst>
          </p:cNvPr>
          <p:cNvSpPr>
            <a:spLocks noChangeShapeType="1"/>
          </p:cNvSpPr>
          <p:nvPr/>
        </p:nvSpPr>
        <p:spPr bwMode="auto">
          <a:xfrm>
            <a:off x="2806304" y="4280297"/>
            <a:ext cx="1190"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2974" name="Picture 51">
            <a:extLst>
              <a:ext uri="{FF2B5EF4-FFF2-40B4-BE49-F238E27FC236}">
                <a16:creationId xmlns:a16="http://schemas.microsoft.com/office/drawing/2014/main" id="{F2D11F4E-87B2-244A-8B66-CF89F01208F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26694" y="35885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75" name="Text Box 52">
            <a:extLst>
              <a:ext uri="{FF2B5EF4-FFF2-40B4-BE49-F238E27FC236}">
                <a16:creationId xmlns:a16="http://schemas.microsoft.com/office/drawing/2014/main" id="{6C6E4B7B-173A-5348-B7CE-6CBC73A83A5C}"/>
              </a:ext>
            </a:extLst>
          </p:cNvPr>
          <p:cNvSpPr txBox="1">
            <a:spLocks noChangeArrowheads="1"/>
          </p:cNvSpPr>
          <p:nvPr/>
        </p:nvSpPr>
        <p:spPr bwMode="auto">
          <a:xfrm>
            <a:off x="4106466" y="2761060"/>
            <a:ext cx="343614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2</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128.30.33.128</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255.255.255.128</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2976" name="Text Box 53">
            <a:extLst>
              <a:ext uri="{FF2B5EF4-FFF2-40B4-BE49-F238E27FC236}">
                <a16:creationId xmlns:a16="http://schemas.microsoft.com/office/drawing/2014/main" id="{BE3EBC67-ED15-CB4E-A218-56EEE5B28E0C}"/>
              </a:ext>
            </a:extLst>
          </p:cNvPr>
          <p:cNvSpPr txBox="1">
            <a:spLocks noChangeArrowheads="1"/>
          </p:cNvSpPr>
          <p:nvPr/>
        </p:nvSpPr>
        <p:spPr bwMode="auto">
          <a:xfrm>
            <a:off x="3761185" y="3598069"/>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52977" name="Text Box 54">
            <a:extLst>
              <a:ext uri="{FF2B5EF4-FFF2-40B4-BE49-F238E27FC236}">
                <a16:creationId xmlns:a16="http://schemas.microsoft.com/office/drawing/2014/main" id="{3CEA6A5E-A4EE-9247-81F3-836CDA06164F}"/>
              </a:ext>
            </a:extLst>
          </p:cNvPr>
          <p:cNvSpPr txBox="1">
            <a:spLocks noChangeArrowheads="1"/>
          </p:cNvSpPr>
          <p:nvPr/>
        </p:nvSpPr>
        <p:spPr bwMode="auto">
          <a:xfrm>
            <a:off x="4248150" y="3570685"/>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128.30.33.138</a:t>
            </a:r>
          </a:p>
        </p:txBody>
      </p:sp>
      <p:sp>
        <p:nvSpPr>
          <p:cNvPr id="252978" name="Text Box 55">
            <a:extLst>
              <a:ext uri="{FF2B5EF4-FFF2-40B4-BE49-F238E27FC236}">
                <a16:creationId xmlns:a16="http://schemas.microsoft.com/office/drawing/2014/main" id="{A477017D-06A3-2E47-92CD-12430FAD7ECE}"/>
              </a:ext>
            </a:extLst>
          </p:cNvPr>
          <p:cNvSpPr txBox="1">
            <a:spLocks noChangeArrowheads="1"/>
          </p:cNvSpPr>
          <p:nvPr/>
        </p:nvSpPr>
        <p:spPr bwMode="auto">
          <a:xfrm>
            <a:off x="2124075" y="3403997"/>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2979" name="Text Box 56">
            <a:extLst>
              <a:ext uri="{FF2B5EF4-FFF2-40B4-BE49-F238E27FC236}">
                <a16:creationId xmlns:a16="http://schemas.microsoft.com/office/drawing/2014/main" id="{F29E3554-F904-164B-A428-896F2ADF8576}"/>
              </a:ext>
            </a:extLst>
          </p:cNvPr>
          <p:cNvSpPr txBox="1">
            <a:spLocks noChangeArrowheads="1"/>
          </p:cNvSpPr>
          <p:nvPr/>
        </p:nvSpPr>
        <p:spPr bwMode="auto">
          <a:xfrm>
            <a:off x="2124075" y="394454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2980" name="Text Box 57">
            <a:extLst>
              <a:ext uri="{FF2B5EF4-FFF2-40B4-BE49-F238E27FC236}">
                <a16:creationId xmlns:a16="http://schemas.microsoft.com/office/drawing/2014/main" id="{74A7EB57-94DE-C84E-BB0C-38082258F2B2}"/>
              </a:ext>
            </a:extLst>
          </p:cNvPr>
          <p:cNvSpPr txBox="1">
            <a:spLocks noChangeArrowheads="1"/>
          </p:cNvSpPr>
          <p:nvPr/>
        </p:nvSpPr>
        <p:spPr bwMode="auto">
          <a:xfrm>
            <a:off x="2357437" y="3403997"/>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128.30.33.129</a:t>
            </a:r>
          </a:p>
        </p:txBody>
      </p:sp>
      <p:pic>
        <p:nvPicPr>
          <p:cNvPr id="252981" name="Picture 58">
            <a:extLst>
              <a:ext uri="{FF2B5EF4-FFF2-40B4-BE49-F238E27FC236}">
                <a16:creationId xmlns:a16="http://schemas.microsoft.com/office/drawing/2014/main" id="{C49FCFAF-C76F-194B-AFD0-6251CCED82B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75335" y="4512469"/>
            <a:ext cx="300038"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82" name="Text Box 59">
            <a:extLst>
              <a:ext uri="{FF2B5EF4-FFF2-40B4-BE49-F238E27FC236}">
                <a16:creationId xmlns:a16="http://schemas.microsoft.com/office/drawing/2014/main" id="{C799F1D6-980D-2E43-A742-13E827F293C4}"/>
              </a:ext>
            </a:extLst>
          </p:cNvPr>
          <p:cNvSpPr txBox="1">
            <a:spLocks noChangeArrowheads="1"/>
          </p:cNvSpPr>
          <p:nvPr/>
        </p:nvSpPr>
        <p:spPr bwMode="auto">
          <a:xfrm>
            <a:off x="2412206" y="4488656"/>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252983" name="Text Box 60">
            <a:extLst>
              <a:ext uri="{FF2B5EF4-FFF2-40B4-BE49-F238E27FC236}">
                <a16:creationId xmlns:a16="http://schemas.microsoft.com/office/drawing/2014/main" id="{D1525F43-17F4-B343-8212-18F2F9C1F685}"/>
              </a:ext>
            </a:extLst>
          </p:cNvPr>
          <p:cNvSpPr txBox="1">
            <a:spLocks noChangeArrowheads="1"/>
          </p:cNvSpPr>
          <p:nvPr/>
        </p:nvSpPr>
        <p:spPr bwMode="auto">
          <a:xfrm>
            <a:off x="2408635" y="394335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128.30.36.2</a:t>
            </a:r>
          </a:p>
        </p:txBody>
      </p:sp>
      <p:sp>
        <p:nvSpPr>
          <p:cNvPr id="252984" name="Text Box 61">
            <a:extLst>
              <a:ext uri="{FF2B5EF4-FFF2-40B4-BE49-F238E27FC236}">
                <a16:creationId xmlns:a16="http://schemas.microsoft.com/office/drawing/2014/main" id="{F05C3EDB-7EB4-4D46-BD16-3957878BAFA6}"/>
              </a:ext>
            </a:extLst>
          </p:cNvPr>
          <p:cNvSpPr txBox="1">
            <a:spLocks noChangeArrowheads="1"/>
          </p:cNvSpPr>
          <p:nvPr/>
        </p:nvSpPr>
        <p:spPr bwMode="auto">
          <a:xfrm>
            <a:off x="4157663" y="4341019"/>
            <a:ext cx="287450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3</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128.30.36.0</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255.255.255.0</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2985" name="Text Box 62">
            <a:extLst>
              <a:ext uri="{FF2B5EF4-FFF2-40B4-BE49-F238E27FC236}">
                <a16:creationId xmlns:a16="http://schemas.microsoft.com/office/drawing/2014/main" id="{904168E9-030F-B443-AAD1-BFDF739CC5D3}"/>
              </a:ext>
            </a:extLst>
          </p:cNvPr>
          <p:cNvSpPr txBox="1">
            <a:spLocks noChangeArrowheads="1"/>
          </p:cNvSpPr>
          <p:nvPr/>
        </p:nvSpPr>
        <p:spPr bwMode="auto">
          <a:xfrm>
            <a:off x="2893219" y="4542235"/>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128.30.36.12</a:t>
            </a:r>
          </a:p>
        </p:txBody>
      </p:sp>
      <p:sp>
        <p:nvSpPr>
          <p:cNvPr id="516159" name="AutoShape 63">
            <a:extLst>
              <a:ext uri="{FF2B5EF4-FFF2-40B4-BE49-F238E27FC236}">
                <a16:creationId xmlns:a16="http://schemas.microsoft.com/office/drawing/2014/main" id="{28C661F7-E208-E84A-942A-37E659A07645}"/>
              </a:ext>
            </a:extLst>
          </p:cNvPr>
          <p:cNvSpPr>
            <a:spLocks noChangeArrowheads="1"/>
          </p:cNvSpPr>
          <p:nvPr/>
        </p:nvSpPr>
        <p:spPr bwMode="auto">
          <a:xfrm>
            <a:off x="3924301" y="1815704"/>
            <a:ext cx="432197" cy="161925"/>
          </a:xfrm>
          <a:prstGeom prst="rightArrow">
            <a:avLst>
              <a:gd name="adj1" fmla="val 50000"/>
              <a:gd name="adj2" fmla="val 66728"/>
            </a:avLst>
          </a:prstGeom>
          <a:solidFill>
            <a:schemeClr val="accent1"/>
          </a:solidFill>
          <a:ln w="9525">
            <a:solidFill>
              <a:schemeClr val="tx2"/>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16160" name="AutoShape 64">
            <a:extLst>
              <a:ext uri="{FF2B5EF4-FFF2-40B4-BE49-F238E27FC236}">
                <a16:creationId xmlns:a16="http://schemas.microsoft.com/office/drawing/2014/main" id="{4691ABD4-D2C5-4F4B-81DF-F596AE526698}"/>
              </a:ext>
            </a:extLst>
          </p:cNvPr>
          <p:cNvSpPr>
            <a:spLocks noChangeArrowheads="1"/>
          </p:cNvSpPr>
          <p:nvPr/>
        </p:nvSpPr>
        <p:spPr bwMode="auto">
          <a:xfrm>
            <a:off x="3924301" y="2044304"/>
            <a:ext cx="432197" cy="161925"/>
          </a:xfrm>
          <a:prstGeom prst="rightArrow">
            <a:avLst>
              <a:gd name="adj1" fmla="val 50000"/>
              <a:gd name="adj2" fmla="val 66728"/>
            </a:avLst>
          </a:prstGeom>
          <a:solidFill>
            <a:schemeClr val="accent1"/>
          </a:solidFill>
          <a:ln w="9525">
            <a:solidFill>
              <a:schemeClr val="tx2"/>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16161" name="AutoShape 65">
            <a:extLst>
              <a:ext uri="{FF2B5EF4-FFF2-40B4-BE49-F238E27FC236}">
                <a16:creationId xmlns:a16="http://schemas.microsoft.com/office/drawing/2014/main" id="{4E3E140F-1374-7445-8E38-1FDCA8AC76FD}"/>
              </a:ext>
            </a:extLst>
          </p:cNvPr>
          <p:cNvSpPr>
            <a:spLocks noChangeArrowheads="1"/>
          </p:cNvSpPr>
          <p:nvPr/>
        </p:nvSpPr>
        <p:spPr bwMode="auto">
          <a:xfrm>
            <a:off x="3924301" y="2274094"/>
            <a:ext cx="432197" cy="161925"/>
          </a:xfrm>
          <a:prstGeom prst="rightArrow">
            <a:avLst>
              <a:gd name="adj1" fmla="val 50000"/>
              <a:gd name="adj2" fmla="val 66728"/>
            </a:avLst>
          </a:prstGeom>
          <a:solidFill>
            <a:schemeClr val="accent1"/>
          </a:solidFill>
          <a:ln w="9525">
            <a:solidFill>
              <a:schemeClr val="tx2"/>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52989" name="幻灯片编号占位符 1">
            <a:extLst>
              <a:ext uri="{FF2B5EF4-FFF2-40B4-BE49-F238E27FC236}">
                <a16:creationId xmlns:a16="http://schemas.microsoft.com/office/drawing/2014/main" id="{6182A6CD-9BE7-8D42-86D5-ED30A43CF568}"/>
              </a:ext>
            </a:extLst>
          </p:cNvPr>
          <p:cNvSpPr>
            <a:spLocks noGrp="1" noChangeArrowheads="1"/>
          </p:cNvSpPr>
          <p:nvPr>
            <p:ph type="sldNum" sz="quarter" idx="10"/>
          </p:nvPr>
        </p:nvSpPr>
        <p:spPr>
          <a:xfrm>
            <a:off x="8698230" y="4844573"/>
            <a:ext cx="445770"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EF3D144-D2C1-2E42-A8C8-1A47BB86672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115</a:t>
            </a:fld>
            <a:endParaRPr lang="en-US" altLang="zh-CN" sz="1050" dirty="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01160270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16159"/>
                                        </p:tgtEl>
                                        <p:attrNameLst>
                                          <p:attrName>style.visibility</p:attrName>
                                        </p:attrNameLst>
                                      </p:cBhvr>
                                      <p:to>
                                        <p:strVal val="visible"/>
                                      </p:to>
                                    </p:set>
                                  </p:childTnLst>
                                </p:cTn>
                              </p:par>
                            </p:childTnLst>
                          </p:cTn>
                        </p:par>
                        <p:par>
                          <p:cTn id="7" fill="hold" nodeType="afterGroup">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516159"/>
                                        </p:tgtEl>
                                        <p:attrNameLst>
                                          <p:attrName>style.visibility</p:attrName>
                                        </p:attrNameLst>
                                      </p:cBhvr>
                                      <p:to>
                                        <p:strVal val="hidden"/>
                                      </p:to>
                                    </p:set>
                                  </p:childTnLst>
                                </p:cTn>
                              </p:par>
                            </p:childTnLst>
                          </p:cTn>
                        </p:par>
                        <p:par>
                          <p:cTn id="10" fill="hold" nodeType="afterGroup">
                            <p:stCondLst>
                              <p:cond delay="1000"/>
                            </p:stCondLst>
                            <p:childTnLst>
                              <p:par>
                                <p:cTn id="11" presetID="1" presetClass="entr" presetSubtype="0" fill="hold" grpId="0" nodeType="afterEffect">
                                  <p:stCondLst>
                                    <p:cond delay="0"/>
                                  </p:stCondLst>
                                  <p:childTnLst>
                                    <p:set>
                                      <p:cBhvr>
                                        <p:cTn id="12" dur="1" fill="hold">
                                          <p:stCondLst>
                                            <p:cond delay="0"/>
                                          </p:stCondLst>
                                        </p:cTn>
                                        <p:tgtEl>
                                          <p:spTgt spid="516160"/>
                                        </p:tgtEl>
                                        <p:attrNameLst>
                                          <p:attrName>style.visibility</p:attrName>
                                        </p:attrNameLst>
                                      </p:cBhvr>
                                      <p:to>
                                        <p:strVal val="visible"/>
                                      </p:to>
                                    </p:set>
                                  </p:childTnLst>
                                </p:cTn>
                              </p:par>
                            </p:childTnLst>
                          </p:cTn>
                        </p:par>
                        <p:par>
                          <p:cTn id="13" fill="hold" nodeType="afterGroup">
                            <p:stCondLst>
                              <p:cond delay="1000"/>
                            </p:stCondLst>
                            <p:childTnLst>
                              <p:par>
                                <p:cTn id="14" presetID="1" presetClass="exit" presetSubtype="0" fill="hold" grpId="1" nodeType="afterEffect">
                                  <p:stCondLst>
                                    <p:cond delay="1000"/>
                                  </p:stCondLst>
                                  <p:childTnLst>
                                    <p:set>
                                      <p:cBhvr>
                                        <p:cTn id="15" dur="1" fill="hold">
                                          <p:stCondLst>
                                            <p:cond delay="0"/>
                                          </p:stCondLst>
                                        </p:cTn>
                                        <p:tgtEl>
                                          <p:spTgt spid="516160"/>
                                        </p:tgtEl>
                                        <p:attrNameLst>
                                          <p:attrName>style.visibility</p:attrName>
                                        </p:attrNameLst>
                                      </p:cBhvr>
                                      <p:to>
                                        <p:strVal val="hidden"/>
                                      </p:to>
                                    </p:set>
                                  </p:childTnLst>
                                </p:cTn>
                              </p:par>
                            </p:childTnLst>
                          </p:cTn>
                        </p:par>
                        <p:par>
                          <p:cTn id="16" fill="hold" nodeType="afterGroup">
                            <p:stCondLst>
                              <p:cond delay="2000"/>
                            </p:stCondLst>
                            <p:childTnLst>
                              <p:par>
                                <p:cTn id="17" presetID="1" presetClass="entr" presetSubtype="0" fill="hold" grpId="0" nodeType="afterEffect">
                                  <p:stCondLst>
                                    <p:cond delay="0"/>
                                  </p:stCondLst>
                                  <p:childTnLst>
                                    <p:set>
                                      <p:cBhvr>
                                        <p:cTn id="18" dur="1" fill="hold">
                                          <p:stCondLst>
                                            <p:cond delay="0"/>
                                          </p:stCondLst>
                                        </p:cTn>
                                        <p:tgtEl>
                                          <p:spTgt spid="51616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6159" grpId="0" animBg="1"/>
      <p:bldP spid="516159" grpId="1" animBg="1"/>
      <p:bldP spid="516160" grpId="0" animBg="1"/>
      <p:bldP spid="516160" grpId="1" animBg="1"/>
      <p:bldP spid="516161" grpId="0" animBg="1"/>
    </p:bldLst>
  </p:timing>
</p:sld>
</file>

<file path=ppt/slides/slide1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54977" name="Rectangle 2">
            <a:extLst>
              <a:ext uri="{FF2B5EF4-FFF2-40B4-BE49-F238E27FC236}">
                <a16:creationId xmlns:a16="http://schemas.microsoft.com/office/drawing/2014/main" id="{BDEBD86F-043A-7449-A5E6-4E5F9A7D5853}"/>
              </a:ext>
            </a:extLst>
          </p:cNvPr>
          <p:cNvSpPr>
            <a:spLocks noGrp="1" noChangeArrowheads="1"/>
          </p:cNvSpPr>
          <p:nvPr>
            <p:ph type="title"/>
          </p:nvPr>
        </p:nvSpPr>
        <p:spPr>
          <a:xfrm>
            <a:off x="1223963" y="86917"/>
            <a:ext cx="6669881" cy="744140"/>
          </a:xfrm>
          <a:solidFill>
            <a:srgbClr val="CCECFF"/>
          </a:solidFill>
          <a:ln>
            <a:solidFill>
              <a:schemeClr val="tx2"/>
            </a:solidFill>
            <a:miter lim="800000"/>
            <a:headEnd/>
            <a:tailEnd/>
          </a:ln>
        </p:spPr>
        <p:txBody>
          <a:bodyPr/>
          <a:lstStyle/>
          <a:p>
            <a:pPr algn="ctr" eaLnBrk="1" hangingPunct="1"/>
            <a:r>
              <a:rPr lang="zh-CN" altLang="en-US" sz="2100">
                <a:latin typeface="Times New Roman" panose="02020603050405020304" pitchFamily="18" charset="0"/>
                <a:ea typeface="宋体" panose="02010600030101010101" pitchFamily="2" charset="-122"/>
              </a:rPr>
              <a:t>路由器 </a:t>
            </a:r>
            <a:r>
              <a:rPr lang="en-US" altLang="zh-CN" sz="2100">
                <a:latin typeface="Times New Roman" panose="02020603050405020304" pitchFamily="18" charset="0"/>
                <a:ea typeface="宋体" panose="02010600030101010101" pitchFamily="2" charset="-122"/>
              </a:rPr>
              <a:t>R</a:t>
            </a:r>
            <a:r>
              <a:rPr lang="en-US" altLang="zh-CN" sz="2100" baseline="-25000">
                <a:latin typeface="Times New Roman" panose="02020603050405020304" pitchFamily="18" charset="0"/>
                <a:ea typeface="宋体" panose="02010600030101010101" pitchFamily="2" charset="-122"/>
              </a:rPr>
              <a:t>1 </a:t>
            </a:r>
            <a:r>
              <a:rPr lang="zh-CN" altLang="en-US" sz="2100">
                <a:latin typeface="Times New Roman" panose="02020603050405020304" pitchFamily="18" charset="0"/>
                <a:ea typeface="宋体" panose="02010600030101010101" pitchFamily="2" charset="-122"/>
              </a:rPr>
              <a:t>收到分组后就用路由表中第 </a:t>
            </a:r>
            <a:r>
              <a:rPr lang="en-US" altLang="zh-CN" sz="2100">
                <a:latin typeface="Times New Roman" panose="02020603050405020304" pitchFamily="18" charset="0"/>
                <a:ea typeface="宋体" panose="02010600030101010101" pitchFamily="2" charset="-122"/>
              </a:rPr>
              <a:t>1 </a:t>
            </a:r>
            <a:r>
              <a:rPr lang="zh-CN" altLang="en-US" sz="2100">
                <a:latin typeface="Times New Roman" panose="02020603050405020304" pitchFamily="18" charset="0"/>
                <a:ea typeface="宋体" panose="02010600030101010101" pitchFamily="2" charset="-122"/>
              </a:rPr>
              <a:t>个项目的</a:t>
            </a:r>
            <a:br>
              <a:rPr lang="zh-CN" altLang="en-US" sz="2100">
                <a:latin typeface="Times New Roman" panose="02020603050405020304" pitchFamily="18" charset="0"/>
                <a:ea typeface="宋体" panose="02010600030101010101" pitchFamily="2" charset="-122"/>
              </a:rPr>
            </a:br>
            <a:r>
              <a:rPr lang="zh-CN" altLang="en-US" sz="2100">
                <a:latin typeface="Times New Roman" panose="02020603050405020304" pitchFamily="18" charset="0"/>
                <a:ea typeface="宋体" panose="02010600030101010101" pitchFamily="2" charset="-122"/>
              </a:rPr>
              <a:t>子网掩码和 </a:t>
            </a:r>
            <a:r>
              <a:rPr lang="en-US" altLang="zh-CN" sz="2100">
                <a:latin typeface="Times New Roman" panose="02020603050405020304" pitchFamily="18" charset="0"/>
                <a:ea typeface="宋体" panose="02010600030101010101" pitchFamily="2" charset="-122"/>
              </a:rPr>
              <a:t>128.30.33.138 </a:t>
            </a:r>
            <a:r>
              <a:rPr lang="zh-CN" altLang="en-US" sz="2100">
                <a:latin typeface="Times New Roman" panose="02020603050405020304" pitchFamily="18" charset="0"/>
                <a:ea typeface="宋体" panose="02010600030101010101" pitchFamily="2" charset="-122"/>
              </a:rPr>
              <a:t>逐比特 </a:t>
            </a:r>
            <a:r>
              <a:rPr lang="en-US" altLang="zh-CN" sz="2100">
                <a:solidFill>
                  <a:schemeClr val="hlink"/>
                </a:solidFill>
                <a:latin typeface="Times New Roman" panose="02020603050405020304" pitchFamily="18" charset="0"/>
                <a:ea typeface="宋体" panose="02010600030101010101" pitchFamily="2" charset="-122"/>
              </a:rPr>
              <a:t>AND</a:t>
            </a:r>
            <a:r>
              <a:rPr lang="en-US" altLang="zh-CN" sz="2100">
                <a:latin typeface="Times New Roman" panose="02020603050405020304" pitchFamily="18" charset="0"/>
                <a:ea typeface="宋体" panose="02010600030101010101" pitchFamily="2" charset="-122"/>
              </a:rPr>
              <a:t> </a:t>
            </a:r>
            <a:r>
              <a:rPr lang="zh-CN" altLang="en-US" sz="2100">
                <a:latin typeface="Times New Roman" panose="02020603050405020304" pitchFamily="18" charset="0"/>
                <a:ea typeface="宋体" panose="02010600030101010101" pitchFamily="2" charset="-122"/>
              </a:rPr>
              <a:t>操作 </a:t>
            </a:r>
          </a:p>
        </p:txBody>
      </p:sp>
      <p:sp>
        <p:nvSpPr>
          <p:cNvPr id="254978" name="Freeform 3">
            <a:extLst>
              <a:ext uri="{FF2B5EF4-FFF2-40B4-BE49-F238E27FC236}">
                <a16:creationId xmlns:a16="http://schemas.microsoft.com/office/drawing/2014/main" id="{16C1264A-CC03-D14B-ABF4-442271BF4536}"/>
              </a:ext>
            </a:extLst>
          </p:cNvPr>
          <p:cNvSpPr>
            <a:spLocks/>
          </p:cNvSpPr>
          <p:nvPr/>
        </p:nvSpPr>
        <p:spPr bwMode="auto">
          <a:xfrm>
            <a:off x="3055144" y="1533526"/>
            <a:ext cx="1260872" cy="1364456"/>
          </a:xfrm>
          <a:custGeom>
            <a:avLst/>
            <a:gdLst>
              <a:gd name="T0" fmla="*/ 2147483646 w 1059"/>
              <a:gd name="T1" fmla="*/ 2147483646 h 1146"/>
              <a:gd name="T2" fmla="*/ 2147483646 w 1059"/>
              <a:gd name="T3" fmla="*/ 0 h 1146"/>
              <a:gd name="T4" fmla="*/ 2147483646 w 1059"/>
              <a:gd name="T5" fmla="*/ 2147483646 h 1146"/>
              <a:gd name="T6" fmla="*/ 0 w 1059"/>
              <a:gd name="T7" fmla="*/ 2147483646 h 11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59" h="1146">
                <a:moveTo>
                  <a:pt x="5" y="1146"/>
                </a:moveTo>
                <a:lnTo>
                  <a:pt x="1048" y="0"/>
                </a:lnTo>
                <a:lnTo>
                  <a:pt x="1059" y="880"/>
                </a:lnTo>
                <a:lnTo>
                  <a:pt x="0" y="1111"/>
                </a:lnTo>
              </a:path>
            </a:pathLst>
          </a:cu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54979" name="Text Box 4">
            <a:extLst>
              <a:ext uri="{FF2B5EF4-FFF2-40B4-BE49-F238E27FC236}">
                <a16:creationId xmlns:a16="http://schemas.microsoft.com/office/drawing/2014/main" id="{1BD53C3B-7C1D-8F47-ACA0-CDB0149E246C}"/>
              </a:ext>
            </a:extLst>
          </p:cNvPr>
          <p:cNvSpPr txBox="1">
            <a:spLocks noChangeArrowheads="1"/>
          </p:cNvSpPr>
          <p:nvPr/>
        </p:nvSpPr>
        <p:spPr bwMode="auto">
          <a:xfrm>
            <a:off x="1980010" y="232410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a:t>
            </a:r>
          </a:p>
        </p:txBody>
      </p:sp>
      <p:sp>
        <p:nvSpPr>
          <p:cNvPr id="254980" name="Text Box 5">
            <a:extLst>
              <a:ext uri="{FF2B5EF4-FFF2-40B4-BE49-F238E27FC236}">
                <a16:creationId xmlns:a16="http://schemas.microsoft.com/office/drawing/2014/main" id="{05BFB364-5A90-E248-B9B7-1C482CCA6452}"/>
              </a:ext>
            </a:extLst>
          </p:cNvPr>
          <p:cNvSpPr txBox="1">
            <a:spLocks noChangeArrowheads="1"/>
          </p:cNvSpPr>
          <p:nvPr/>
        </p:nvSpPr>
        <p:spPr bwMode="auto">
          <a:xfrm>
            <a:off x="3055144" y="234553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graphicFrame>
        <p:nvGraphicFramePr>
          <p:cNvPr id="517126" name="Group 6">
            <a:extLst>
              <a:ext uri="{FF2B5EF4-FFF2-40B4-BE49-F238E27FC236}">
                <a16:creationId xmlns:a16="http://schemas.microsoft.com/office/drawing/2014/main" id="{F507880D-40E2-8445-A264-17DE27F650F2}"/>
              </a:ext>
            </a:extLst>
          </p:cNvPr>
          <p:cNvGraphicFramePr>
            <a:graphicFrameLocks noGrp="1"/>
          </p:cNvGraphicFramePr>
          <p:nvPr>
            <p:extLst>
              <p:ext uri="{D42A27DB-BD31-4B8C-83A1-F6EECF244321}">
                <p14:modId xmlns:p14="http://schemas.microsoft.com/office/powerpoint/2010/main" val="2264350170"/>
              </p:ext>
            </p:extLst>
          </p:nvPr>
        </p:nvGraphicFramePr>
        <p:xfrm>
          <a:off x="4316016" y="1539478"/>
          <a:ext cx="3577828" cy="1039153"/>
        </p:xfrm>
        <a:graphic>
          <a:graphicData uri="http://schemas.openxmlformats.org/drawingml/2006/table">
            <a:tbl>
              <a:tblPr/>
              <a:tblGrid>
                <a:gridCol w="1285132">
                  <a:extLst>
                    <a:ext uri="{9D8B030D-6E8A-4147-A177-3AD203B41FA5}">
                      <a16:colId xmlns:a16="http://schemas.microsoft.com/office/drawing/2014/main" val="20000"/>
                    </a:ext>
                  </a:extLst>
                </a:gridCol>
                <a:gridCol w="1539469">
                  <a:extLst>
                    <a:ext uri="{9D8B030D-6E8A-4147-A177-3AD203B41FA5}">
                      <a16:colId xmlns:a16="http://schemas.microsoft.com/office/drawing/2014/main" val="20001"/>
                    </a:ext>
                  </a:extLst>
                </a:gridCol>
                <a:gridCol w="753227">
                  <a:extLst>
                    <a:ext uri="{9D8B030D-6E8A-4147-A177-3AD203B41FA5}">
                      <a16:colId xmlns:a16="http://schemas.microsoft.com/office/drawing/2014/main" val="20002"/>
                    </a:ext>
                  </a:extLst>
                </a:gridCol>
              </a:tblGrid>
              <a:tr h="25372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目的网络地址</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子网掩码</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下一跳</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7856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128.30.36.0</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255.255.255.0</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R</a:t>
                      </a:r>
                      <a:r>
                        <a:rPr kumimoji="0" lang="en-US" altLang="zh-CN" sz="1400" b="0" i="0" u="none" strike="noStrike" cap="none" normalizeH="0" baseline="-25000" dirty="0">
                          <a:ln>
                            <a:noFill/>
                          </a:ln>
                          <a:solidFill>
                            <a:srgbClr val="333399"/>
                          </a:solidFill>
                          <a:effectLst/>
                          <a:latin typeface="Arial" panose="020B0604020202020204" pitchFamily="34" charset="0"/>
                          <a:ea typeface="宋体" panose="02010600030101010101" pitchFamily="2" charset="-122"/>
                        </a:rPr>
                        <a:t>2</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1"/>
                  </a:ext>
                </a:extLst>
              </a:tr>
            </a:tbl>
          </a:graphicData>
        </a:graphic>
      </p:graphicFrame>
      <p:sp>
        <p:nvSpPr>
          <p:cNvPr id="254995" name="Text Box 20">
            <a:extLst>
              <a:ext uri="{FF2B5EF4-FFF2-40B4-BE49-F238E27FC236}">
                <a16:creationId xmlns:a16="http://schemas.microsoft.com/office/drawing/2014/main" id="{913BC07F-839E-8943-99E4-BE2BEB90A9F0}"/>
              </a:ext>
            </a:extLst>
          </p:cNvPr>
          <p:cNvSpPr txBox="1">
            <a:spLocks noChangeArrowheads="1"/>
          </p:cNvSpPr>
          <p:nvPr/>
        </p:nvSpPr>
        <p:spPr bwMode="auto">
          <a:xfrm>
            <a:off x="4588669" y="1247775"/>
            <a:ext cx="314060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的路由表（未给出默认路由器）</a:t>
            </a:r>
            <a:endParaRPr kumimoji="1" lang="zh-CN" altLang="en-US"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4996" name="Line 21">
            <a:extLst>
              <a:ext uri="{FF2B5EF4-FFF2-40B4-BE49-F238E27FC236}">
                <a16:creationId xmlns:a16="http://schemas.microsoft.com/office/drawing/2014/main" id="{11EAA0DE-69A2-9448-B253-62E93166B658}"/>
              </a:ext>
            </a:extLst>
          </p:cNvPr>
          <p:cNvSpPr>
            <a:spLocks noChangeShapeType="1"/>
          </p:cNvSpPr>
          <p:nvPr/>
        </p:nvSpPr>
        <p:spPr bwMode="auto">
          <a:xfrm>
            <a:off x="3034904" y="2328863"/>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4997" name="Line 22">
            <a:extLst>
              <a:ext uri="{FF2B5EF4-FFF2-40B4-BE49-F238E27FC236}">
                <a16:creationId xmlns:a16="http://schemas.microsoft.com/office/drawing/2014/main" id="{4A01B8BF-D2FC-6049-811D-DD884625FF6E}"/>
              </a:ext>
            </a:extLst>
          </p:cNvPr>
          <p:cNvSpPr>
            <a:spLocks noChangeShapeType="1"/>
          </p:cNvSpPr>
          <p:nvPr/>
        </p:nvSpPr>
        <p:spPr bwMode="auto">
          <a:xfrm>
            <a:off x="1378744" y="2315766"/>
            <a:ext cx="1191"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4998" name="Line 23">
            <a:extLst>
              <a:ext uri="{FF2B5EF4-FFF2-40B4-BE49-F238E27FC236}">
                <a16:creationId xmlns:a16="http://schemas.microsoft.com/office/drawing/2014/main" id="{A3307D84-A9DE-094F-959B-411E03DA6074}"/>
              </a:ext>
            </a:extLst>
          </p:cNvPr>
          <p:cNvSpPr>
            <a:spLocks noChangeShapeType="1"/>
          </p:cNvSpPr>
          <p:nvPr/>
        </p:nvSpPr>
        <p:spPr bwMode="auto">
          <a:xfrm>
            <a:off x="1169194" y="2328863"/>
            <a:ext cx="2862263"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4999" name="Line 24">
            <a:extLst>
              <a:ext uri="{FF2B5EF4-FFF2-40B4-BE49-F238E27FC236}">
                <a16:creationId xmlns:a16="http://schemas.microsoft.com/office/drawing/2014/main" id="{758CA1D5-66C7-CC41-8348-514E6A5B2DE1}"/>
              </a:ext>
            </a:extLst>
          </p:cNvPr>
          <p:cNvSpPr>
            <a:spLocks noChangeShapeType="1"/>
          </p:cNvSpPr>
          <p:nvPr/>
        </p:nvSpPr>
        <p:spPr bwMode="auto">
          <a:xfrm>
            <a:off x="1503760" y="1901429"/>
            <a:ext cx="1190"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5000" name="Picture 25">
            <a:extLst>
              <a:ext uri="{FF2B5EF4-FFF2-40B4-BE49-F238E27FC236}">
                <a16:creationId xmlns:a16="http://schemas.microsoft.com/office/drawing/2014/main" id="{0689EBA3-E54A-2840-B198-B2453379AE3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75172" y="1707357"/>
            <a:ext cx="298847"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001" name="Text Box 26">
            <a:extLst>
              <a:ext uri="{FF2B5EF4-FFF2-40B4-BE49-F238E27FC236}">
                <a16:creationId xmlns:a16="http://schemas.microsoft.com/office/drawing/2014/main" id="{EC6B2591-18EC-CB48-B6F6-400A6DBA0A9E}"/>
              </a:ext>
            </a:extLst>
          </p:cNvPr>
          <p:cNvSpPr txBox="1">
            <a:spLocks noChangeArrowheads="1"/>
          </p:cNvSpPr>
          <p:nvPr/>
        </p:nvSpPr>
        <p:spPr bwMode="auto">
          <a:xfrm>
            <a:off x="1115615" y="1441847"/>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a:t>
            </a:r>
          </a:p>
        </p:txBody>
      </p:sp>
      <p:sp>
        <p:nvSpPr>
          <p:cNvPr id="255002" name="Text Box 27">
            <a:extLst>
              <a:ext uri="{FF2B5EF4-FFF2-40B4-BE49-F238E27FC236}">
                <a16:creationId xmlns:a16="http://schemas.microsoft.com/office/drawing/2014/main" id="{00711998-293F-E243-8E28-4B8292419A7C}"/>
              </a:ext>
            </a:extLst>
          </p:cNvPr>
          <p:cNvSpPr txBox="1">
            <a:spLocks noChangeArrowheads="1"/>
          </p:cNvSpPr>
          <p:nvPr/>
        </p:nvSpPr>
        <p:spPr bwMode="auto">
          <a:xfrm>
            <a:off x="1115615" y="1716881"/>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55003" name="Text Box 28">
            <a:extLst>
              <a:ext uri="{FF2B5EF4-FFF2-40B4-BE49-F238E27FC236}">
                <a16:creationId xmlns:a16="http://schemas.microsoft.com/office/drawing/2014/main" id="{76705B36-AF06-CA4F-A6EA-6856536B1DEF}"/>
              </a:ext>
            </a:extLst>
          </p:cNvPr>
          <p:cNvSpPr txBox="1">
            <a:spLocks noChangeArrowheads="1"/>
          </p:cNvSpPr>
          <p:nvPr/>
        </p:nvSpPr>
        <p:spPr bwMode="auto">
          <a:xfrm>
            <a:off x="1331119" y="1641873"/>
            <a:ext cx="2620566" cy="715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子网</a:t>
            </a:r>
            <a:r>
              <a:rPr kumimoji="1" lang="en-US" altLang="zh-CN" sz="1350">
                <a:latin typeface="Arial" panose="020B0604020202020204" pitchFamily="34" charset="0"/>
                <a:ea typeface="宋体" panose="02010600030101010101" pitchFamily="2" charset="-122"/>
                <a:cs typeface="黑体" panose="02010609060101010101" pitchFamily="49" charset="-122"/>
              </a:rPr>
              <a:t>1</a:t>
            </a:r>
            <a:r>
              <a:rPr kumimoji="1" lang="zh-CN" altLang="en-US" sz="1350">
                <a:latin typeface="Arial" panose="020B0604020202020204" pitchFamily="34" charset="0"/>
                <a:ea typeface="宋体" panose="02010600030101010101" pitchFamily="2" charset="-122"/>
                <a:cs typeface="黑体" panose="02010609060101010101" pitchFamily="49" charset="-122"/>
              </a:rPr>
              <a:t>：</a:t>
            </a:r>
          </a:p>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    网络地址 </a:t>
            </a:r>
            <a:r>
              <a:rPr kumimoji="1" lang="en-US" altLang="zh-CN" sz="1350">
                <a:latin typeface="Arial" panose="020B0604020202020204" pitchFamily="34" charset="0"/>
                <a:ea typeface="宋体" panose="02010600030101010101" pitchFamily="2" charset="-122"/>
                <a:cs typeface="黑体" panose="02010609060101010101" pitchFamily="49" charset="-122"/>
              </a:rPr>
              <a:t>128.30.33.0</a:t>
            </a:r>
          </a:p>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350">
                <a:latin typeface="Arial" panose="020B0604020202020204" pitchFamily="34" charset="0"/>
                <a:ea typeface="宋体" panose="02010600030101010101" pitchFamily="2" charset="-122"/>
                <a:cs typeface="黑体" panose="02010609060101010101" pitchFamily="49" charset="-122"/>
              </a:rPr>
              <a:t>255.255.255.128</a:t>
            </a:r>
          </a:p>
        </p:txBody>
      </p:sp>
      <p:sp>
        <p:nvSpPr>
          <p:cNvPr id="255004" name="Line 29">
            <a:extLst>
              <a:ext uri="{FF2B5EF4-FFF2-40B4-BE49-F238E27FC236}">
                <a16:creationId xmlns:a16="http://schemas.microsoft.com/office/drawing/2014/main" id="{79101541-17AB-D145-89F1-BF48A903F8AE}"/>
              </a:ext>
            </a:extLst>
          </p:cNvPr>
          <p:cNvSpPr>
            <a:spLocks noChangeShapeType="1"/>
          </p:cNvSpPr>
          <p:nvPr/>
        </p:nvSpPr>
        <p:spPr bwMode="auto">
          <a:xfrm>
            <a:off x="2364581" y="375880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5005" name="Line 30">
            <a:extLst>
              <a:ext uri="{FF2B5EF4-FFF2-40B4-BE49-F238E27FC236}">
                <a16:creationId xmlns:a16="http://schemas.microsoft.com/office/drawing/2014/main" id="{C48182AC-4ACD-8C43-B033-6D8704FA002A}"/>
              </a:ext>
            </a:extLst>
          </p:cNvPr>
          <p:cNvSpPr>
            <a:spLocks noChangeShapeType="1"/>
          </p:cNvSpPr>
          <p:nvPr/>
        </p:nvSpPr>
        <p:spPr bwMode="auto">
          <a:xfrm>
            <a:off x="5760244"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5006" name="Line 31">
            <a:extLst>
              <a:ext uri="{FF2B5EF4-FFF2-40B4-BE49-F238E27FC236}">
                <a16:creationId xmlns:a16="http://schemas.microsoft.com/office/drawing/2014/main" id="{DE55E46C-FEDE-FF42-BEC9-AB9FE517C9B3}"/>
              </a:ext>
            </a:extLst>
          </p:cNvPr>
          <p:cNvSpPr>
            <a:spLocks noChangeShapeType="1"/>
          </p:cNvSpPr>
          <p:nvPr/>
        </p:nvSpPr>
        <p:spPr bwMode="auto">
          <a:xfrm>
            <a:off x="1768079" y="4281488"/>
            <a:ext cx="1190"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5007" name="Line 32">
            <a:extLst>
              <a:ext uri="{FF2B5EF4-FFF2-40B4-BE49-F238E27FC236}">
                <a16:creationId xmlns:a16="http://schemas.microsoft.com/office/drawing/2014/main" id="{EF55EBA4-FD53-BF4C-8D72-AE3D4B84D971}"/>
              </a:ext>
            </a:extLst>
          </p:cNvPr>
          <p:cNvSpPr>
            <a:spLocks noChangeShapeType="1"/>
          </p:cNvSpPr>
          <p:nvPr/>
        </p:nvSpPr>
        <p:spPr bwMode="auto">
          <a:xfrm>
            <a:off x="2364581" y="330041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5008" name="Line 33">
            <a:extLst>
              <a:ext uri="{FF2B5EF4-FFF2-40B4-BE49-F238E27FC236}">
                <a16:creationId xmlns:a16="http://schemas.microsoft.com/office/drawing/2014/main" id="{0B5CC8E1-608F-B140-9620-038ABFF28773}"/>
              </a:ext>
            </a:extLst>
          </p:cNvPr>
          <p:cNvSpPr>
            <a:spLocks noChangeShapeType="1"/>
          </p:cNvSpPr>
          <p:nvPr/>
        </p:nvSpPr>
        <p:spPr bwMode="auto">
          <a:xfrm>
            <a:off x="3039667" y="2757488"/>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5009" name="Picture 34">
            <a:extLst>
              <a:ext uri="{FF2B5EF4-FFF2-40B4-BE49-F238E27FC236}">
                <a16:creationId xmlns:a16="http://schemas.microsoft.com/office/drawing/2014/main" id="{4D0F5100-31D8-A040-8228-B188D86E5B2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37110" y="4513660"/>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5010" name="Picture 35">
            <a:extLst>
              <a:ext uri="{FF2B5EF4-FFF2-40B4-BE49-F238E27FC236}">
                <a16:creationId xmlns:a16="http://schemas.microsoft.com/office/drawing/2014/main" id="{D99D6767-0BCF-C149-9395-7F5C4B90A99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21582" y="25598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5011" name="Group 36">
            <a:extLst>
              <a:ext uri="{FF2B5EF4-FFF2-40B4-BE49-F238E27FC236}">
                <a16:creationId xmlns:a16="http://schemas.microsoft.com/office/drawing/2014/main" id="{DCD2A7BE-6F85-7949-80AF-595AFFC087AE}"/>
              </a:ext>
            </a:extLst>
          </p:cNvPr>
          <p:cNvGrpSpPr>
            <a:grpSpLocks/>
          </p:cNvGrpSpPr>
          <p:nvPr/>
        </p:nvGrpSpPr>
        <p:grpSpPr bwMode="auto">
          <a:xfrm>
            <a:off x="2844404" y="2594373"/>
            <a:ext cx="459581" cy="345281"/>
            <a:chOff x="864" y="1824"/>
            <a:chExt cx="432" cy="288"/>
          </a:xfrm>
        </p:grpSpPr>
        <p:pic>
          <p:nvPicPr>
            <p:cNvPr id="255049" name="Picture 37">
              <a:extLst>
                <a:ext uri="{FF2B5EF4-FFF2-40B4-BE49-F238E27FC236}">
                  <a16:creationId xmlns:a16="http://schemas.microsoft.com/office/drawing/2014/main" id="{047AF7F3-3517-3D4A-AEF6-0CEDC93F0855}"/>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5050" name="Picture 38">
              <a:extLst>
                <a:ext uri="{FF2B5EF4-FFF2-40B4-BE49-F238E27FC236}">
                  <a16:creationId xmlns:a16="http://schemas.microsoft.com/office/drawing/2014/main" id="{10D88FEA-5B1E-B148-8707-02887DB9328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55012" name="Picture 39">
            <a:extLst>
              <a:ext uri="{FF2B5EF4-FFF2-40B4-BE49-F238E27FC236}">
                <a16:creationId xmlns:a16="http://schemas.microsoft.com/office/drawing/2014/main" id="{B4C9BD71-11F7-2E45-B951-D9E62B2D4D6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36419" y="3584973"/>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013" name="Line 40">
            <a:extLst>
              <a:ext uri="{FF2B5EF4-FFF2-40B4-BE49-F238E27FC236}">
                <a16:creationId xmlns:a16="http://schemas.microsoft.com/office/drawing/2014/main" id="{5F2A4C9A-37D9-9D42-9775-AA5BECF5D07F}"/>
              </a:ext>
            </a:extLst>
          </p:cNvPr>
          <p:cNvSpPr>
            <a:spLocks noChangeShapeType="1"/>
          </p:cNvSpPr>
          <p:nvPr/>
        </p:nvSpPr>
        <p:spPr bwMode="auto">
          <a:xfrm>
            <a:off x="1844279" y="3284935"/>
            <a:ext cx="521136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5014" name="Line 41">
            <a:extLst>
              <a:ext uri="{FF2B5EF4-FFF2-40B4-BE49-F238E27FC236}">
                <a16:creationId xmlns:a16="http://schemas.microsoft.com/office/drawing/2014/main" id="{38C041EA-76C9-7F4F-82BE-3C007A52713E}"/>
              </a:ext>
            </a:extLst>
          </p:cNvPr>
          <p:cNvSpPr>
            <a:spLocks noChangeShapeType="1"/>
          </p:cNvSpPr>
          <p:nvPr/>
        </p:nvSpPr>
        <p:spPr bwMode="auto">
          <a:xfrm>
            <a:off x="1533525" y="4296967"/>
            <a:ext cx="587692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5015" name="Text Box 42">
            <a:extLst>
              <a:ext uri="{FF2B5EF4-FFF2-40B4-BE49-F238E27FC236}">
                <a16:creationId xmlns:a16="http://schemas.microsoft.com/office/drawing/2014/main" id="{7FE981B6-7DF2-2244-8CA4-4B884ABC6757}"/>
              </a:ext>
            </a:extLst>
          </p:cNvPr>
          <p:cNvSpPr txBox="1">
            <a:spLocks noChangeArrowheads="1"/>
          </p:cNvSpPr>
          <p:nvPr/>
        </p:nvSpPr>
        <p:spPr bwMode="auto">
          <a:xfrm>
            <a:off x="1772841" y="2918222"/>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128.30.33.130</a:t>
            </a:r>
          </a:p>
        </p:txBody>
      </p:sp>
      <p:sp>
        <p:nvSpPr>
          <p:cNvPr id="255016" name="Text Box 43">
            <a:extLst>
              <a:ext uri="{FF2B5EF4-FFF2-40B4-BE49-F238E27FC236}">
                <a16:creationId xmlns:a16="http://schemas.microsoft.com/office/drawing/2014/main" id="{76C8B585-D916-A740-B2A4-31FA52D72D42}"/>
              </a:ext>
            </a:extLst>
          </p:cNvPr>
          <p:cNvSpPr txBox="1">
            <a:spLocks noChangeArrowheads="1"/>
          </p:cNvSpPr>
          <p:nvPr/>
        </p:nvSpPr>
        <p:spPr bwMode="auto">
          <a:xfrm>
            <a:off x="3328988" y="2652712"/>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55017" name="Text Box 44">
            <a:extLst>
              <a:ext uri="{FF2B5EF4-FFF2-40B4-BE49-F238E27FC236}">
                <a16:creationId xmlns:a16="http://schemas.microsoft.com/office/drawing/2014/main" id="{A5260229-BB88-9946-916B-D05EF2133737}"/>
              </a:ext>
            </a:extLst>
          </p:cNvPr>
          <p:cNvSpPr txBox="1">
            <a:spLocks noChangeArrowheads="1"/>
          </p:cNvSpPr>
          <p:nvPr/>
        </p:nvSpPr>
        <p:spPr bwMode="auto">
          <a:xfrm>
            <a:off x="3043237" y="2922985"/>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5018" name="Line 45">
            <a:extLst>
              <a:ext uri="{FF2B5EF4-FFF2-40B4-BE49-F238E27FC236}">
                <a16:creationId xmlns:a16="http://schemas.microsoft.com/office/drawing/2014/main" id="{A88B19F3-96D0-9244-8CA0-8DF355D539BD}"/>
              </a:ext>
            </a:extLst>
          </p:cNvPr>
          <p:cNvSpPr>
            <a:spLocks noChangeShapeType="1"/>
          </p:cNvSpPr>
          <p:nvPr/>
        </p:nvSpPr>
        <p:spPr bwMode="auto">
          <a:xfrm>
            <a:off x="4157663"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55019" name="Group 46">
            <a:extLst>
              <a:ext uri="{FF2B5EF4-FFF2-40B4-BE49-F238E27FC236}">
                <a16:creationId xmlns:a16="http://schemas.microsoft.com/office/drawing/2014/main" id="{1FB1C48A-7E68-0342-A00B-3625B65773E3}"/>
              </a:ext>
            </a:extLst>
          </p:cNvPr>
          <p:cNvGrpSpPr>
            <a:grpSpLocks/>
          </p:cNvGrpSpPr>
          <p:nvPr/>
        </p:nvGrpSpPr>
        <p:grpSpPr bwMode="auto">
          <a:xfrm>
            <a:off x="2169319" y="3632598"/>
            <a:ext cx="459581" cy="345281"/>
            <a:chOff x="864" y="1824"/>
            <a:chExt cx="432" cy="288"/>
          </a:xfrm>
        </p:grpSpPr>
        <p:pic>
          <p:nvPicPr>
            <p:cNvPr id="255047" name="Picture 47">
              <a:extLst>
                <a:ext uri="{FF2B5EF4-FFF2-40B4-BE49-F238E27FC236}">
                  <a16:creationId xmlns:a16="http://schemas.microsoft.com/office/drawing/2014/main" id="{1E615187-3A27-474A-855A-A62144156FE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5048" name="Picture 48">
              <a:extLst>
                <a:ext uri="{FF2B5EF4-FFF2-40B4-BE49-F238E27FC236}">
                  <a16:creationId xmlns:a16="http://schemas.microsoft.com/office/drawing/2014/main" id="{C3DB2456-6005-1241-AD6C-DB27BD0B2E61}"/>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5020" name="Text Box 49">
            <a:extLst>
              <a:ext uri="{FF2B5EF4-FFF2-40B4-BE49-F238E27FC236}">
                <a16:creationId xmlns:a16="http://schemas.microsoft.com/office/drawing/2014/main" id="{F94A7D2A-0587-3641-8EA8-47AF5DFE4C29}"/>
              </a:ext>
            </a:extLst>
          </p:cNvPr>
          <p:cNvSpPr txBox="1">
            <a:spLocks noChangeArrowheads="1"/>
          </p:cNvSpPr>
          <p:nvPr/>
        </p:nvSpPr>
        <p:spPr bwMode="auto">
          <a:xfrm>
            <a:off x="1871663" y="3619500"/>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55021" name="Line 50">
            <a:extLst>
              <a:ext uri="{FF2B5EF4-FFF2-40B4-BE49-F238E27FC236}">
                <a16:creationId xmlns:a16="http://schemas.microsoft.com/office/drawing/2014/main" id="{5000E42E-C6B8-1747-A810-F78C6E0DC78D}"/>
              </a:ext>
            </a:extLst>
          </p:cNvPr>
          <p:cNvSpPr>
            <a:spLocks noChangeShapeType="1"/>
          </p:cNvSpPr>
          <p:nvPr/>
        </p:nvSpPr>
        <p:spPr bwMode="auto">
          <a:xfrm>
            <a:off x="2806304" y="4280297"/>
            <a:ext cx="1190"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5022" name="Picture 51">
            <a:extLst>
              <a:ext uri="{FF2B5EF4-FFF2-40B4-BE49-F238E27FC236}">
                <a16:creationId xmlns:a16="http://schemas.microsoft.com/office/drawing/2014/main" id="{2A041CCA-8467-C14A-8711-12A0189870A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26694" y="35885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023" name="Text Box 52">
            <a:extLst>
              <a:ext uri="{FF2B5EF4-FFF2-40B4-BE49-F238E27FC236}">
                <a16:creationId xmlns:a16="http://schemas.microsoft.com/office/drawing/2014/main" id="{2E231188-0E3C-DC41-B225-BA30555E1724}"/>
              </a:ext>
            </a:extLst>
          </p:cNvPr>
          <p:cNvSpPr txBox="1">
            <a:spLocks noChangeArrowheads="1"/>
          </p:cNvSpPr>
          <p:nvPr/>
        </p:nvSpPr>
        <p:spPr bwMode="auto">
          <a:xfrm>
            <a:off x="4106466" y="2761060"/>
            <a:ext cx="343614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2</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128.30.33.128</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255.255.255.128</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5024" name="Text Box 53">
            <a:extLst>
              <a:ext uri="{FF2B5EF4-FFF2-40B4-BE49-F238E27FC236}">
                <a16:creationId xmlns:a16="http://schemas.microsoft.com/office/drawing/2014/main" id="{05E371DC-9547-1A4B-923D-7C399C7C7DDC}"/>
              </a:ext>
            </a:extLst>
          </p:cNvPr>
          <p:cNvSpPr txBox="1">
            <a:spLocks noChangeArrowheads="1"/>
          </p:cNvSpPr>
          <p:nvPr/>
        </p:nvSpPr>
        <p:spPr bwMode="auto">
          <a:xfrm>
            <a:off x="3761185" y="3598069"/>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55025" name="Text Box 54">
            <a:extLst>
              <a:ext uri="{FF2B5EF4-FFF2-40B4-BE49-F238E27FC236}">
                <a16:creationId xmlns:a16="http://schemas.microsoft.com/office/drawing/2014/main" id="{DE6368E3-152C-2441-8025-A571A2CAC9AE}"/>
              </a:ext>
            </a:extLst>
          </p:cNvPr>
          <p:cNvSpPr txBox="1">
            <a:spLocks noChangeArrowheads="1"/>
          </p:cNvSpPr>
          <p:nvPr/>
        </p:nvSpPr>
        <p:spPr bwMode="auto">
          <a:xfrm>
            <a:off x="4248150" y="3570685"/>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128.30.33.138</a:t>
            </a:r>
          </a:p>
        </p:txBody>
      </p:sp>
      <p:sp>
        <p:nvSpPr>
          <p:cNvPr id="255026" name="Text Box 55">
            <a:extLst>
              <a:ext uri="{FF2B5EF4-FFF2-40B4-BE49-F238E27FC236}">
                <a16:creationId xmlns:a16="http://schemas.microsoft.com/office/drawing/2014/main" id="{41019986-47C2-8E4E-89EF-55E0883BB04E}"/>
              </a:ext>
            </a:extLst>
          </p:cNvPr>
          <p:cNvSpPr txBox="1">
            <a:spLocks noChangeArrowheads="1"/>
          </p:cNvSpPr>
          <p:nvPr/>
        </p:nvSpPr>
        <p:spPr bwMode="auto">
          <a:xfrm>
            <a:off x="2124075" y="3403997"/>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5027" name="Text Box 56">
            <a:extLst>
              <a:ext uri="{FF2B5EF4-FFF2-40B4-BE49-F238E27FC236}">
                <a16:creationId xmlns:a16="http://schemas.microsoft.com/office/drawing/2014/main" id="{EDEA2712-81C6-384A-8BFF-675935D2FF10}"/>
              </a:ext>
            </a:extLst>
          </p:cNvPr>
          <p:cNvSpPr txBox="1">
            <a:spLocks noChangeArrowheads="1"/>
          </p:cNvSpPr>
          <p:nvPr/>
        </p:nvSpPr>
        <p:spPr bwMode="auto">
          <a:xfrm>
            <a:off x="2124075" y="394454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5028" name="Text Box 57">
            <a:extLst>
              <a:ext uri="{FF2B5EF4-FFF2-40B4-BE49-F238E27FC236}">
                <a16:creationId xmlns:a16="http://schemas.microsoft.com/office/drawing/2014/main" id="{67442FF5-03BA-9648-8887-4B0D642EA9A1}"/>
              </a:ext>
            </a:extLst>
          </p:cNvPr>
          <p:cNvSpPr txBox="1">
            <a:spLocks noChangeArrowheads="1"/>
          </p:cNvSpPr>
          <p:nvPr/>
        </p:nvSpPr>
        <p:spPr bwMode="auto">
          <a:xfrm>
            <a:off x="2357437" y="3403997"/>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128.30.33.129</a:t>
            </a:r>
          </a:p>
        </p:txBody>
      </p:sp>
      <p:pic>
        <p:nvPicPr>
          <p:cNvPr id="255029" name="Picture 58">
            <a:extLst>
              <a:ext uri="{FF2B5EF4-FFF2-40B4-BE49-F238E27FC236}">
                <a16:creationId xmlns:a16="http://schemas.microsoft.com/office/drawing/2014/main" id="{4AB1A2F5-2DC2-9747-A1FB-5A9AF2A7EFA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75335" y="4512469"/>
            <a:ext cx="300038"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030" name="Text Box 59">
            <a:extLst>
              <a:ext uri="{FF2B5EF4-FFF2-40B4-BE49-F238E27FC236}">
                <a16:creationId xmlns:a16="http://schemas.microsoft.com/office/drawing/2014/main" id="{94C71302-7EE7-624E-9779-AF67B377779F}"/>
              </a:ext>
            </a:extLst>
          </p:cNvPr>
          <p:cNvSpPr txBox="1">
            <a:spLocks noChangeArrowheads="1"/>
          </p:cNvSpPr>
          <p:nvPr/>
        </p:nvSpPr>
        <p:spPr bwMode="auto">
          <a:xfrm>
            <a:off x="2412206" y="4488656"/>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255031" name="Text Box 60">
            <a:extLst>
              <a:ext uri="{FF2B5EF4-FFF2-40B4-BE49-F238E27FC236}">
                <a16:creationId xmlns:a16="http://schemas.microsoft.com/office/drawing/2014/main" id="{1CA72478-2866-FC46-8E22-ED09920567C4}"/>
              </a:ext>
            </a:extLst>
          </p:cNvPr>
          <p:cNvSpPr txBox="1">
            <a:spLocks noChangeArrowheads="1"/>
          </p:cNvSpPr>
          <p:nvPr/>
        </p:nvSpPr>
        <p:spPr bwMode="auto">
          <a:xfrm>
            <a:off x="2408635" y="394335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128.30.36.2</a:t>
            </a:r>
          </a:p>
        </p:txBody>
      </p:sp>
      <p:sp>
        <p:nvSpPr>
          <p:cNvPr id="255032" name="Text Box 61">
            <a:extLst>
              <a:ext uri="{FF2B5EF4-FFF2-40B4-BE49-F238E27FC236}">
                <a16:creationId xmlns:a16="http://schemas.microsoft.com/office/drawing/2014/main" id="{3C7E2144-3C3F-6D4C-A7FC-720ADD9DC5B1}"/>
              </a:ext>
            </a:extLst>
          </p:cNvPr>
          <p:cNvSpPr txBox="1">
            <a:spLocks noChangeArrowheads="1"/>
          </p:cNvSpPr>
          <p:nvPr/>
        </p:nvSpPr>
        <p:spPr bwMode="auto">
          <a:xfrm>
            <a:off x="4157663" y="4341019"/>
            <a:ext cx="287450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3</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128.30.36.0</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255.255.255.0</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5033" name="Text Box 62">
            <a:extLst>
              <a:ext uri="{FF2B5EF4-FFF2-40B4-BE49-F238E27FC236}">
                <a16:creationId xmlns:a16="http://schemas.microsoft.com/office/drawing/2014/main" id="{98D3261E-A388-A14A-8AFD-D9CAD06E6017}"/>
              </a:ext>
            </a:extLst>
          </p:cNvPr>
          <p:cNvSpPr txBox="1">
            <a:spLocks noChangeArrowheads="1"/>
          </p:cNvSpPr>
          <p:nvPr/>
        </p:nvSpPr>
        <p:spPr bwMode="auto">
          <a:xfrm>
            <a:off x="2893219" y="4542235"/>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128.30.36.12</a:t>
            </a:r>
          </a:p>
        </p:txBody>
      </p:sp>
      <p:sp>
        <p:nvSpPr>
          <p:cNvPr id="517183" name="Rectangle 63">
            <a:extLst>
              <a:ext uri="{FF2B5EF4-FFF2-40B4-BE49-F238E27FC236}">
                <a16:creationId xmlns:a16="http://schemas.microsoft.com/office/drawing/2014/main" id="{28377F21-BCA6-C045-AE7E-6DE9F06FD612}"/>
              </a:ext>
            </a:extLst>
          </p:cNvPr>
          <p:cNvSpPr>
            <a:spLocks noChangeArrowheads="1"/>
          </p:cNvSpPr>
          <p:nvPr/>
        </p:nvSpPr>
        <p:spPr bwMode="auto">
          <a:xfrm>
            <a:off x="1143000" y="3975498"/>
            <a:ext cx="6858000" cy="1168003"/>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10000"/>
              </a:lnSpc>
              <a:spcBef>
                <a:spcPct val="0"/>
              </a:spcBef>
              <a:buClrTx/>
              <a:buSzTx/>
              <a:buFontTx/>
              <a:buNone/>
            </a:pPr>
            <a:r>
              <a:rPr lang="en-US" altLang="zh-CN" sz="2100">
                <a:latin typeface="Arial" panose="020B0604020202020204" pitchFamily="34" charset="0"/>
                <a:ea typeface="宋体" panose="02010600030101010101" pitchFamily="2" charset="-122"/>
              </a:rPr>
              <a:t>255.255.255.128 </a:t>
            </a:r>
            <a:r>
              <a:rPr lang="en-US" altLang="zh-CN" sz="2100">
                <a:solidFill>
                  <a:schemeClr val="hlink"/>
                </a:solidFill>
                <a:latin typeface="Arial" panose="020B0604020202020204" pitchFamily="34" charset="0"/>
                <a:ea typeface="宋体" panose="02010600030101010101" pitchFamily="2" charset="-122"/>
              </a:rPr>
              <a:t>AND</a:t>
            </a:r>
            <a:r>
              <a:rPr lang="en-US" altLang="zh-CN" sz="2100">
                <a:latin typeface="Arial" panose="020B0604020202020204" pitchFamily="34" charset="0"/>
                <a:ea typeface="宋体" panose="02010600030101010101" pitchFamily="2" charset="-122"/>
              </a:rPr>
              <a:t> 128.30.33.138 = 128.30.33.128</a:t>
            </a:r>
          </a:p>
          <a:p>
            <a:pPr algn="ctr" eaLnBrk="1" hangingPunct="1">
              <a:lnSpc>
                <a:spcPct val="110000"/>
              </a:lnSpc>
              <a:spcBef>
                <a:spcPct val="0"/>
              </a:spcBef>
              <a:buClrTx/>
              <a:buSzTx/>
              <a:buFontTx/>
              <a:buNone/>
            </a:pPr>
            <a:r>
              <a:rPr lang="zh-CN" altLang="en-US" sz="2100">
                <a:solidFill>
                  <a:schemeClr val="hlink"/>
                </a:solidFill>
                <a:latin typeface="Arial" panose="020B0604020202020204" pitchFamily="34" charset="0"/>
                <a:ea typeface="宋体" panose="02010600030101010101" pitchFamily="2" charset="-122"/>
              </a:rPr>
              <a:t>不匹配</a:t>
            </a:r>
            <a:r>
              <a:rPr lang="en-US" altLang="zh-CN" sz="2100">
                <a:solidFill>
                  <a:schemeClr val="hlink"/>
                </a:solidFill>
                <a:latin typeface="Arial" panose="020B0604020202020204" pitchFamily="34" charset="0"/>
                <a:ea typeface="宋体" panose="02010600030101010101" pitchFamily="2" charset="-122"/>
              </a:rPr>
              <a:t>!</a:t>
            </a:r>
          </a:p>
          <a:p>
            <a:pPr algn="ctr" eaLnBrk="1" hangingPunct="1">
              <a:lnSpc>
                <a:spcPct val="110000"/>
              </a:lnSpc>
              <a:spcBef>
                <a:spcPct val="0"/>
              </a:spcBef>
              <a:buClrTx/>
              <a:buSzTx/>
              <a:buFontTx/>
              <a:buNone/>
            </a:pPr>
            <a:r>
              <a:rPr lang="zh-CN" altLang="en-US" sz="2100">
                <a:latin typeface="Arial" panose="020B0604020202020204" pitchFamily="34" charset="0"/>
                <a:ea typeface="宋体" panose="02010600030101010101" pitchFamily="2" charset="-122"/>
              </a:rPr>
              <a:t>（因为</a:t>
            </a:r>
            <a:r>
              <a:rPr lang="en-US" altLang="zh-CN" sz="2100">
                <a:latin typeface="Arial" panose="020B0604020202020204" pitchFamily="34" charset="0"/>
                <a:ea typeface="宋体" panose="02010600030101010101" pitchFamily="2" charset="-122"/>
              </a:rPr>
              <a:t>128.30.33.128 </a:t>
            </a:r>
            <a:r>
              <a:rPr lang="zh-CN" altLang="en-US" sz="2100">
                <a:latin typeface="Arial" panose="020B0604020202020204" pitchFamily="34" charset="0"/>
                <a:ea typeface="宋体" panose="02010600030101010101" pitchFamily="2" charset="-122"/>
              </a:rPr>
              <a:t>与路由表中的 </a:t>
            </a:r>
            <a:r>
              <a:rPr lang="en-US" altLang="zh-CN" sz="2100">
                <a:latin typeface="Arial" panose="020B0604020202020204" pitchFamily="34" charset="0"/>
                <a:ea typeface="宋体" panose="02010600030101010101" pitchFamily="2" charset="-122"/>
              </a:rPr>
              <a:t>128.30.33.0 </a:t>
            </a:r>
            <a:r>
              <a:rPr lang="zh-CN" altLang="en-US" sz="2100">
                <a:latin typeface="Arial" panose="020B0604020202020204" pitchFamily="34" charset="0"/>
                <a:ea typeface="宋体" panose="02010600030101010101" pitchFamily="2" charset="-122"/>
              </a:rPr>
              <a:t>不一致）</a:t>
            </a:r>
          </a:p>
        </p:txBody>
      </p:sp>
      <p:sp>
        <p:nvSpPr>
          <p:cNvPr id="255035" name="Rectangle 64">
            <a:extLst>
              <a:ext uri="{FF2B5EF4-FFF2-40B4-BE49-F238E27FC236}">
                <a16:creationId xmlns:a16="http://schemas.microsoft.com/office/drawing/2014/main" id="{F200DC58-6C20-0741-9AA1-18BAC8396649}"/>
              </a:ext>
            </a:extLst>
          </p:cNvPr>
          <p:cNvSpPr>
            <a:spLocks noChangeArrowheads="1"/>
          </p:cNvSpPr>
          <p:nvPr/>
        </p:nvSpPr>
        <p:spPr bwMode="auto">
          <a:xfrm>
            <a:off x="1250156" y="871538"/>
            <a:ext cx="5616179" cy="378619"/>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just"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R</a:t>
            </a:r>
            <a:r>
              <a:rPr lang="en-US" altLang="zh-CN" sz="2100" baseline="-25000">
                <a:latin typeface="Arial" panose="020B0604020202020204" pitchFamily="34" charset="0"/>
                <a:ea typeface="宋体" panose="02010600030101010101" pitchFamily="2" charset="-122"/>
                <a:cs typeface="黑体" panose="02010609060101010101" pitchFamily="49" charset="-122"/>
              </a:rPr>
              <a:t>1</a:t>
            </a:r>
            <a:r>
              <a:rPr lang="en-US" altLang="zh-CN" sz="135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收到的分组的目的 </a:t>
            </a: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地址：</a:t>
            </a:r>
            <a:r>
              <a:rPr lang="en-US" altLang="zh-CN" sz="2100">
                <a:latin typeface="Arial" panose="020B0604020202020204" pitchFamily="34" charset="0"/>
                <a:ea typeface="宋体" panose="02010600030101010101" pitchFamily="2" charset="-122"/>
                <a:cs typeface="黑体" panose="02010609060101010101" pitchFamily="49" charset="-122"/>
              </a:rPr>
              <a:t>128.30.33.138</a:t>
            </a:r>
          </a:p>
        </p:txBody>
      </p:sp>
      <p:grpSp>
        <p:nvGrpSpPr>
          <p:cNvPr id="517185" name="Group 65">
            <a:extLst>
              <a:ext uri="{FF2B5EF4-FFF2-40B4-BE49-F238E27FC236}">
                <a16:creationId xmlns:a16="http://schemas.microsoft.com/office/drawing/2014/main" id="{AF0B2D45-F58B-1C4C-8033-659243041984}"/>
              </a:ext>
            </a:extLst>
          </p:cNvPr>
          <p:cNvGrpSpPr>
            <a:grpSpLocks/>
          </p:cNvGrpSpPr>
          <p:nvPr/>
        </p:nvGrpSpPr>
        <p:grpSpPr bwMode="auto">
          <a:xfrm>
            <a:off x="5008960" y="1240631"/>
            <a:ext cx="1939528" cy="790575"/>
            <a:chOff x="3247" y="1042"/>
            <a:chExt cx="1629" cy="664"/>
          </a:xfrm>
        </p:grpSpPr>
        <p:sp>
          <p:nvSpPr>
            <p:cNvPr id="255045" name="Line 66">
              <a:extLst>
                <a:ext uri="{FF2B5EF4-FFF2-40B4-BE49-F238E27FC236}">
                  <a16:creationId xmlns:a16="http://schemas.microsoft.com/office/drawing/2014/main" id="{AE57FA14-A71A-1949-9088-F879EB4A35E1}"/>
                </a:ext>
              </a:extLst>
            </p:cNvPr>
            <p:cNvSpPr>
              <a:spLocks noChangeShapeType="1"/>
            </p:cNvSpPr>
            <p:nvPr/>
          </p:nvSpPr>
          <p:spPr bwMode="auto">
            <a:xfrm>
              <a:off x="3742" y="1706"/>
              <a:ext cx="1134" cy="0"/>
            </a:xfrm>
            <a:prstGeom prst="line">
              <a:avLst/>
            </a:prstGeom>
            <a:noFill/>
            <a:ln w="7620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5046" name="Line 67">
              <a:extLst>
                <a:ext uri="{FF2B5EF4-FFF2-40B4-BE49-F238E27FC236}">
                  <a16:creationId xmlns:a16="http://schemas.microsoft.com/office/drawing/2014/main" id="{7A9DF749-0B1A-0142-8BE4-4996FC52E94A}"/>
                </a:ext>
              </a:extLst>
            </p:cNvPr>
            <p:cNvSpPr>
              <a:spLocks noChangeShapeType="1"/>
            </p:cNvSpPr>
            <p:nvPr/>
          </p:nvSpPr>
          <p:spPr bwMode="auto">
            <a:xfrm flipV="1">
              <a:off x="3247" y="1042"/>
              <a:ext cx="1428" cy="0"/>
            </a:xfrm>
            <a:prstGeom prst="line">
              <a:avLst/>
            </a:prstGeom>
            <a:noFill/>
            <a:ln w="7620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255037" name="AutoShape 68">
            <a:extLst>
              <a:ext uri="{FF2B5EF4-FFF2-40B4-BE49-F238E27FC236}">
                <a16:creationId xmlns:a16="http://schemas.microsoft.com/office/drawing/2014/main" id="{F2EB34E8-E2FF-5B44-929E-4E0C85A8B321}"/>
              </a:ext>
            </a:extLst>
          </p:cNvPr>
          <p:cNvSpPr>
            <a:spLocks noChangeArrowheads="1"/>
          </p:cNvSpPr>
          <p:nvPr/>
        </p:nvSpPr>
        <p:spPr bwMode="auto">
          <a:xfrm rot="21053543">
            <a:off x="2843213" y="1168004"/>
            <a:ext cx="108347" cy="1620440"/>
          </a:xfrm>
          <a:prstGeom prst="downArrow">
            <a:avLst>
              <a:gd name="adj1" fmla="val 50000"/>
              <a:gd name="adj2" fmla="val 373900"/>
            </a:avLst>
          </a:prstGeom>
          <a:solidFill>
            <a:schemeClr val="accent1"/>
          </a:solidFill>
          <a:ln w="9525">
            <a:solidFill>
              <a:srgbClr val="333399"/>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17189" name="AutoShape 69">
            <a:extLst>
              <a:ext uri="{FF2B5EF4-FFF2-40B4-BE49-F238E27FC236}">
                <a16:creationId xmlns:a16="http://schemas.microsoft.com/office/drawing/2014/main" id="{4D630D3C-68D1-0F4B-BD07-DBD3E55446F1}"/>
              </a:ext>
            </a:extLst>
          </p:cNvPr>
          <p:cNvSpPr>
            <a:spLocks noChangeArrowheads="1"/>
          </p:cNvSpPr>
          <p:nvPr/>
        </p:nvSpPr>
        <p:spPr bwMode="auto">
          <a:xfrm>
            <a:off x="3924301" y="1815704"/>
            <a:ext cx="432197" cy="161925"/>
          </a:xfrm>
          <a:prstGeom prst="rightArrow">
            <a:avLst>
              <a:gd name="adj1" fmla="val 50000"/>
              <a:gd name="adj2" fmla="val 66728"/>
            </a:avLst>
          </a:prstGeom>
          <a:solidFill>
            <a:schemeClr val="accent1"/>
          </a:solidFill>
          <a:ln w="9525">
            <a:solidFill>
              <a:schemeClr val="tx2"/>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517190" name="Group 70">
            <a:extLst>
              <a:ext uri="{FF2B5EF4-FFF2-40B4-BE49-F238E27FC236}">
                <a16:creationId xmlns:a16="http://schemas.microsoft.com/office/drawing/2014/main" id="{7273C644-4B3A-DD4B-BCBF-5FC80AE3BC01}"/>
              </a:ext>
            </a:extLst>
          </p:cNvPr>
          <p:cNvGrpSpPr>
            <a:grpSpLocks/>
          </p:cNvGrpSpPr>
          <p:nvPr/>
        </p:nvGrpSpPr>
        <p:grpSpPr bwMode="auto">
          <a:xfrm>
            <a:off x="4252913" y="2024062"/>
            <a:ext cx="3545681" cy="2368154"/>
            <a:chOff x="2612" y="1700"/>
            <a:chExt cx="2978" cy="1989"/>
          </a:xfrm>
        </p:grpSpPr>
        <p:sp>
          <p:nvSpPr>
            <p:cNvPr id="255043" name="Line 71">
              <a:extLst>
                <a:ext uri="{FF2B5EF4-FFF2-40B4-BE49-F238E27FC236}">
                  <a16:creationId xmlns:a16="http://schemas.microsoft.com/office/drawing/2014/main" id="{EEA4FD96-2E00-864E-8807-8E23A08D8FFA}"/>
                </a:ext>
              </a:extLst>
            </p:cNvPr>
            <p:cNvSpPr>
              <a:spLocks noChangeShapeType="1"/>
            </p:cNvSpPr>
            <p:nvPr/>
          </p:nvSpPr>
          <p:spPr bwMode="auto">
            <a:xfrm>
              <a:off x="2612" y="1700"/>
              <a:ext cx="1134" cy="0"/>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5044" name="Line 72">
              <a:extLst>
                <a:ext uri="{FF2B5EF4-FFF2-40B4-BE49-F238E27FC236}">
                  <a16:creationId xmlns:a16="http://schemas.microsoft.com/office/drawing/2014/main" id="{CCF48229-FB83-8640-8C56-0A333BBF16AE}"/>
                </a:ext>
              </a:extLst>
            </p:cNvPr>
            <p:cNvSpPr>
              <a:spLocks noChangeShapeType="1"/>
            </p:cNvSpPr>
            <p:nvPr/>
          </p:nvSpPr>
          <p:spPr bwMode="auto">
            <a:xfrm flipV="1">
              <a:off x="4162" y="3689"/>
              <a:ext cx="1428" cy="0"/>
            </a:xfrm>
            <a:prstGeom prst="line">
              <a:avLst/>
            </a:prstGeom>
            <a:noFill/>
            <a:ln w="7620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17193" name="Line 73">
            <a:extLst>
              <a:ext uri="{FF2B5EF4-FFF2-40B4-BE49-F238E27FC236}">
                <a16:creationId xmlns:a16="http://schemas.microsoft.com/office/drawing/2014/main" id="{5C6BBFD9-07AD-F94D-A659-D8F5F7B9FF12}"/>
              </a:ext>
            </a:extLst>
          </p:cNvPr>
          <p:cNvSpPr>
            <a:spLocks noChangeShapeType="1"/>
          </p:cNvSpPr>
          <p:nvPr/>
        </p:nvSpPr>
        <p:spPr bwMode="auto">
          <a:xfrm>
            <a:off x="4895850" y="2031206"/>
            <a:ext cx="1997869" cy="2052638"/>
          </a:xfrm>
          <a:prstGeom prst="line">
            <a:avLst/>
          </a:prstGeom>
          <a:noFill/>
          <a:ln w="7620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17194" name="Text Box 74">
            <a:extLst>
              <a:ext uri="{FF2B5EF4-FFF2-40B4-BE49-F238E27FC236}">
                <a16:creationId xmlns:a16="http://schemas.microsoft.com/office/drawing/2014/main" id="{9B2FA7A8-167A-0D49-98A0-DA7FFAA6E7F8}"/>
              </a:ext>
            </a:extLst>
          </p:cNvPr>
          <p:cNvSpPr txBox="1">
            <a:spLocks noChangeArrowheads="1"/>
          </p:cNvSpPr>
          <p:nvPr/>
        </p:nvSpPr>
        <p:spPr bwMode="auto">
          <a:xfrm>
            <a:off x="5112544" y="2725341"/>
            <a:ext cx="1454244" cy="600164"/>
          </a:xfrm>
          <a:prstGeom prst="rect">
            <a:avLst/>
          </a:prstGeom>
          <a:solidFill>
            <a:srgbClr val="CCECFF"/>
          </a:solidFill>
          <a:ln w="76200" cmpd="tri">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3300">
                <a:latin typeface="Tahoma" panose="020B0604030504040204" pitchFamily="34" charset="0"/>
                <a:ea typeface="宋体" panose="02010600030101010101" pitchFamily="2" charset="-122"/>
                <a:cs typeface="黑体" panose="02010609060101010101" pitchFamily="49" charset="-122"/>
              </a:rPr>
              <a:t>不一致</a:t>
            </a:r>
          </a:p>
        </p:txBody>
      </p:sp>
      <p:sp>
        <p:nvSpPr>
          <p:cNvPr id="255042" name="幻灯片编号占位符 1">
            <a:extLst>
              <a:ext uri="{FF2B5EF4-FFF2-40B4-BE49-F238E27FC236}">
                <a16:creationId xmlns:a16="http://schemas.microsoft.com/office/drawing/2014/main" id="{5F2A8C04-2F5D-CF40-9A21-E847FC8FDAE7}"/>
              </a:ext>
            </a:extLst>
          </p:cNvPr>
          <p:cNvSpPr>
            <a:spLocks noGrp="1" noChangeArrowheads="1"/>
          </p:cNvSpPr>
          <p:nvPr>
            <p:ph type="sldNum" sz="quarter" idx="10"/>
          </p:nvPr>
        </p:nvSpPr>
        <p:spPr>
          <a:xfrm>
            <a:off x="8740378" y="4849222"/>
            <a:ext cx="403622"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49C3BAB-6DAE-7D44-BF2F-835D1E7DD73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116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01880796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17189"/>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2000" fill="hold" grpId="1" nodeType="afterEffect">
                                  <p:stCondLst>
                                    <p:cond delay="500"/>
                                  </p:stCondLst>
                                  <p:childTnLst>
                                    <p:anim calcmode="discrete" valueType="str">
                                      <p:cBhvr>
                                        <p:cTn id="9" dur="1000" fill="hold"/>
                                        <p:tgtEl>
                                          <p:spTgt spid="517189"/>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2500"/>
                            </p:stCondLst>
                            <p:childTnLst>
                              <p:par>
                                <p:cTn id="11" presetID="1" presetClass="exit" presetSubtype="0" fill="hold" grpId="2" nodeType="afterEffect">
                                  <p:stCondLst>
                                    <p:cond delay="0"/>
                                  </p:stCondLst>
                                  <p:childTnLst>
                                    <p:set>
                                      <p:cBhvr>
                                        <p:cTn id="12" dur="1" fill="hold">
                                          <p:stCondLst>
                                            <p:cond delay="0"/>
                                          </p:stCondLst>
                                        </p:cTn>
                                        <p:tgtEl>
                                          <p:spTgt spid="517189"/>
                                        </p:tgtEl>
                                        <p:attrNameLst>
                                          <p:attrName>style.visibility</p:attrName>
                                        </p:attrNameLst>
                                      </p:cBhvr>
                                      <p:to>
                                        <p:strVal val="hidden"/>
                                      </p:to>
                                    </p:set>
                                  </p:childTnLst>
                                </p:cTn>
                              </p:par>
                            </p:childTnLst>
                          </p:cTn>
                        </p:par>
                        <p:par>
                          <p:cTn id="13" fill="hold" nodeType="afterGroup">
                            <p:stCondLst>
                              <p:cond delay="2500"/>
                            </p:stCondLst>
                            <p:childTnLst>
                              <p:par>
                                <p:cTn id="14" presetID="1" presetClass="entr" presetSubtype="0" fill="hold" nodeType="afterEffect">
                                  <p:stCondLst>
                                    <p:cond delay="0"/>
                                  </p:stCondLst>
                                  <p:childTnLst>
                                    <p:set>
                                      <p:cBhvr>
                                        <p:cTn id="15" dur="1" fill="hold">
                                          <p:stCondLst>
                                            <p:cond delay="0"/>
                                          </p:stCondLst>
                                        </p:cTn>
                                        <p:tgtEl>
                                          <p:spTgt spid="517185"/>
                                        </p:tgtEl>
                                        <p:attrNameLst>
                                          <p:attrName>style.visibility</p:attrName>
                                        </p:attrNameLst>
                                      </p:cBhvr>
                                      <p:to>
                                        <p:strVal val="visible"/>
                                      </p:to>
                                    </p:set>
                                  </p:childTnLst>
                                </p:cTn>
                              </p:par>
                            </p:childTnLst>
                          </p:cTn>
                        </p:par>
                        <p:par>
                          <p:cTn id="16" fill="hold" nodeType="afterGroup">
                            <p:stCondLst>
                              <p:cond delay="2500"/>
                            </p:stCondLst>
                            <p:childTnLst>
                              <p:par>
                                <p:cTn id="17" presetID="35" presetClass="emph" presetSubtype="0" repeatCount="3000" fill="hold" nodeType="afterEffect">
                                  <p:stCondLst>
                                    <p:cond delay="500"/>
                                  </p:stCondLst>
                                  <p:childTnLst>
                                    <p:anim calcmode="discrete" valueType="str">
                                      <p:cBhvr>
                                        <p:cTn id="18" dur="1000" fill="hold"/>
                                        <p:tgtEl>
                                          <p:spTgt spid="517185"/>
                                        </p:tgtEl>
                                        <p:attrNameLst>
                                          <p:attrName>style.visibility</p:attrName>
                                        </p:attrNameLst>
                                      </p:cBhvr>
                                      <p:tavLst>
                                        <p:tav tm="0">
                                          <p:val>
                                            <p:strVal val="hidden"/>
                                          </p:val>
                                        </p:tav>
                                        <p:tav tm="50000">
                                          <p:val>
                                            <p:strVal val="visible"/>
                                          </p:val>
                                        </p:tav>
                                      </p:tavLst>
                                    </p:anim>
                                  </p:childTnLst>
                                </p:cTn>
                              </p:par>
                            </p:childTnLst>
                          </p:cTn>
                        </p:par>
                        <p:par>
                          <p:cTn id="19" fill="hold" nodeType="afterGroup">
                            <p:stCondLst>
                              <p:cond delay="6000"/>
                            </p:stCondLst>
                            <p:childTnLst>
                              <p:par>
                                <p:cTn id="20" presetID="22" presetClass="entr" presetSubtype="1" fill="hold" grpId="0" nodeType="afterEffect">
                                  <p:stCondLst>
                                    <p:cond delay="0"/>
                                  </p:stCondLst>
                                  <p:childTnLst>
                                    <p:set>
                                      <p:cBhvr>
                                        <p:cTn id="21" dur="1" fill="hold">
                                          <p:stCondLst>
                                            <p:cond delay="0"/>
                                          </p:stCondLst>
                                        </p:cTn>
                                        <p:tgtEl>
                                          <p:spTgt spid="517183"/>
                                        </p:tgtEl>
                                        <p:attrNameLst>
                                          <p:attrName>style.visibility</p:attrName>
                                        </p:attrNameLst>
                                      </p:cBhvr>
                                      <p:to>
                                        <p:strVal val="visible"/>
                                      </p:to>
                                    </p:set>
                                    <p:animEffect transition="in" filter="wipe(up)">
                                      <p:cBhvr>
                                        <p:cTn id="22" dur="5000"/>
                                        <p:tgtEl>
                                          <p:spTgt spid="517183"/>
                                        </p:tgtEl>
                                      </p:cBhvr>
                                    </p:animEffect>
                                  </p:childTnLst>
                                </p:cTn>
                              </p:par>
                            </p:childTnLst>
                          </p:cTn>
                        </p:par>
                        <p:par>
                          <p:cTn id="23" fill="hold" nodeType="afterGroup">
                            <p:stCondLst>
                              <p:cond delay="11000"/>
                            </p:stCondLst>
                            <p:childTnLst>
                              <p:par>
                                <p:cTn id="24" presetID="1" presetClass="entr" presetSubtype="0" fill="hold" nodeType="afterEffect">
                                  <p:stCondLst>
                                    <p:cond delay="0"/>
                                  </p:stCondLst>
                                  <p:childTnLst>
                                    <p:set>
                                      <p:cBhvr>
                                        <p:cTn id="25" dur="1" fill="hold">
                                          <p:stCondLst>
                                            <p:cond delay="0"/>
                                          </p:stCondLst>
                                        </p:cTn>
                                        <p:tgtEl>
                                          <p:spTgt spid="517190"/>
                                        </p:tgtEl>
                                        <p:attrNameLst>
                                          <p:attrName>style.visibility</p:attrName>
                                        </p:attrNameLst>
                                      </p:cBhvr>
                                      <p:to>
                                        <p:strVal val="visible"/>
                                      </p:to>
                                    </p:set>
                                  </p:childTnLst>
                                </p:cTn>
                              </p:par>
                            </p:childTnLst>
                          </p:cTn>
                        </p:par>
                        <p:par>
                          <p:cTn id="26" fill="hold" nodeType="afterGroup">
                            <p:stCondLst>
                              <p:cond delay="11000"/>
                            </p:stCondLst>
                            <p:childTnLst>
                              <p:par>
                                <p:cTn id="27" presetID="35" presetClass="emph" presetSubtype="0" repeatCount="3000" fill="hold" nodeType="afterEffect">
                                  <p:stCondLst>
                                    <p:cond delay="500"/>
                                  </p:stCondLst>
                                  <p:childTnLst>
                                    <p:anim calcmode="discrete" valueType="str">
                                      <p:cBhvr>
                                        <p:cTn id="28" dur="1000" fill="hold"/>
                                        <p:tgtEl>
                                          <p:spTgt spid="517190"/>
                                        </p:tgtEl>
                                        <p:attrNameLst>
                                          <p:attrName>style.visibility</p:attrName>
                                        </p:attrNameLst>
                                      </p:cBhvr>
                                      <p:tavLst>
                                        <p:tav tm="0">
                                          <p:val>
                                            <p:strVal val="hidden"/>
                                          </p:val>
                                        </p:tav>
                                        <p:tav tm="50000">
                                          <p:val>
                                            <p:strVal val="visible"/>
                                          </p:val>
                                        </p:tav>
                                      </p:tavLst>
                                    </p:anim>
                                  </p:childTnLst>
                                </p:cTn>
                              </p:par>
                            </p:childTnLst>
                          </p:cTn>
                        </p:par>
                        <p:par>
                          <p:cTn id="29" fill="hold" nodeType="afterGroup">
                            <p:stCondLst>
                              <p:cond delay="14500"/>
                            </p:stCondLst>
                            <p:childTnLst>
                              <p:par>
                                <p:cTn id="30" presetID="1" presetClass="entr" presetSubtype="0" fill="hold" grpId="0" nodeType="afterEffect">
                                  <p:stCondLst>
                                    <p:cond delay="0"/>
                                  </p:stCondLst>
                                  <p:childTnLst>
                                    <p:set>
                                      <p:cBhvr>
                                        <p:cTn id="31" dur="1" fill="hold">
                                          <p:stCondLst>
                                            <p:cond delay="0"/>
                                          </p:stCondLst>
                                        </p:cTn>
                                        <p:tgtEl>
                                          <p:spTgt spid="517194"/>
                                        </p:tgtEl>
                                        <p:attrNameLst>
                                          <p:attrName>style.visibility</p:attrName>
                                        </p:attrNameLst>
                                      </p:cBhvr>
                                      <p:to>
                                        <p:strVal val="visible"/>
                                      </p:to>
                                    </p:set>
                                  </p:childTnLst>
                                </p:cTn>
                              </p:par>
                              <p:par>
                                <p:cTn id="32" presetID="1" presetClass="entr" presetSubtype="0" fill="hold" nodeType="withEffect">
                                  <p:stCondLst>
                                    <p:cond delay="0"/>
                                  </p:stCondLst>
                                  <p:childTnLst>
                                    <p:set>
                                      <p:cBhvr>
                                        <p:cTn id="33" dur="1" fill="hold">
                                          <p:stCondLst>
                                            <p:cond delay="0"/>
                                          </p:stCondLst>
                                        </p:cTn>
                                        <p:tgtEl>
                                          <p:spTgt spid="51719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183" grpId="0" animBg="1"/>
      <p:bldP spid="517189" grpId="0" animBg="1"/>
      <p:bldP spid="517189" grpId="1" animBg="1"/>
      <p:bldP spid="517189" grpId="2" animBg="1"/>
      <p:bldP spid="517194" grpId="0" animBg="1"/>
    </p:bldLst>
  </p:timing>
</p:sld>
</file>

<file path=ppt/slides/slide1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57025" name="Rectangle 2">
            <a:extLst>
              <a:ext uri="{FF2B5EF4-FFF2-40B4-BE49-F238E27FC236}">
                <a16:creationId xmlns:a16="http://schemas.microsoft.com/office/drawing/2014/main" id="{ADD66E3F-0AB8-3647-A575-EC5A77783F25}"/>
              </a:ext>
            </a:extLst>
          </p:cNvPr>
          <p:cNvSpPr>
            <a:spLocks noGrp="1" noChangeArrowheads="1"/>
          </p:cNvSpPr>
          <p:nvPr>
            <p:ph type="title"/>
          </p:nvPr>
        </p:nvSpPr>
        <p:spPr>
          <a:xfrm>
            <a:off x="1223963" y="86917"/>
            <a:ext cx="6669881" cy="744140"/>
          </a:xfrm>
          <a:solidFill>
            <a:srgbClr val="CCECFF"/>
          </a:solidFill>
          <a:ln>
            <a:solidFill>
              <a:schemeClr val="tx2"/>
            </a:solidFill>
            <a:miter lim="800000"/>
            <a:headEnd/>
            <a:tailEnd/>
          </a:ln>
        </p:spPr>
        <p:txBody>
          <a:bodyPr/>
          <a:lstStyle/>
          <a:p>
            <a:pPr algn="ctr" eaLnBrk="1" hangingPunct="1"/>
            <a:r>
              <a:rPr lang="zh-CN" altLang="en-US" sz="2100">
                <a:latin typeface="Times New Roman" panose="02020603050405020304" pitchFamily="18" charset="0"/>
                <a:ea typeface="宋体" panose="02010600030101010101" pitchFamily="2" charset="-122"/>
              </a:rPr>
              <a:t>路由器 </a:t>
            </a:r>
            <a:r>
              <a:rPr lang="en-US" altLang="zh-CN" sz="2100">
                <a:latin typeface="Times New Roman" panose="02020603050405020304" pitchFamily="18" charset="0"/>
                <a:ea typeface="宋体" panose="02010600030101010101" pitchFamily="2" charset="-122"/>
              </a:rPr>
              <a:t>R</a:t>
            </a:r>
            <a:r>
              <a:rPr lang="en-US" altLang="zh-CN" sz="2100" baseline="-25000">
                <a:latin typeface="Times New Roman" panose="02020603050405020304" pitchFamily="18" charset="0"/>
                <a:ea typeface="宋体" panose="02010600030101010101" pitchFamily="2" charset="-122"/>
              </a:rPr>
              <a:t>1 </a:t>
            </a:r>
            <a:r>
              <a:rPr lang="zh-CN" altLang="en-US" sz="2100">
                <a:latin typeface="Times New Roman" panose="02020603050405020304" pitchFamily="18" charset="0"/>
                <a:ea typeface="宋体" panose="02010600030101010101" pitchFamily="2" charset="-122"/>
              </a:rPr>
              <a:t>再用路由表中第 </a:t>
            </a:r>
            <a:r>
              <a:rPr lang="en-US" altLang="zh-CN" sz="2100">
                <a:latin typeface="Times New Roman" panose="02020603050405020304" pitchFamily="18" charset="0"/>
                <a:ea typeface="宋体" panose="02010600030101010101" pitchFamily="2" charset="-122"/>
              </a:rPr>
              <a:t>2 </a:t>
            </a:r>
            <a:r>
              <a:rPr lang="zh-CN" altLang="en-US" sz="2100">
                <a:latin typeface="Times New Roman" panose="02020603050405020304" pitchFamily="18" charset="0"/>
                <a:ea typeface="宋体" panose="02010600030101010101" pitchFamily="2" charset="-122"/>
              </a:rPr>
              <a:t>个项目的</a:t>
            </a:r>
            <a:br>
              <a:rPr lang="zh-CN" altLang="en-US" sz="2100">
                <a:latin typeface="Times New Roman" panose="02020603050405020304" pitchFamily="18" charset="0"/>
                <a:ea typeface="宋体" panose="02010600030101010101" pitchFamily="2" charset="-122"/>
              </a:rPr>
            </a:br>
            <a:r>
              <a:rPr lang="zh-CN" altLang="en-US" sz="2100">
                <a:latin typeface="Times New Roman" panose="02020603050405020304" pitchFamily="18" charset="0"/>
                <a:ea typeface="宋体" panose="02010600030101010101" pitchFamily="2" charset="-122"/>
              </a:rPr>
              <a:t>子网掩码和 </a:t>
            </a:r>
            <a:r>
              <a:rPr lang="en-US" altLang="zh-CN" sz="2100">
                <a:latin typeface="Times New Roman" panose="02020603050405020304" pitchFamily="18" charset="0"/>
                <a:ea typeface="宋体" panose="02010600030101010101" pitchFamily="2" charset="-122"/>
              </a:rPr>
              <a:t>128.30.33.138 </a:t>
            </a:r>
            <a:r>
              <a:rPr lang="zh-CN" altLang="en-US" sz="2100">
                <a:latin typeface="Times New Roman" panose="02020603050405020304" pitchFamily="18" charset="0"/>
                <a:ea typeface="宋体" panose="02010600030101010101" pitchFamily="2" charset="-122"/>
              </a:rPr>
              <a:t>逐比特 </a:t>
            </a:r>
            <a:r>
              <a:rPr lang="en-US" altLang="zh-CN" sz="2100">
                <a:solidFill>
                  <a:schemeClr val="hlink"/>
                </a:solidFill>
                <a:latin typeface="Times New Roman" panose="02020603050405020304" pitchFamily="18" charset="0"/>
                <a:ea typeface="宋体" panose="02010600030101010101" pitchFamily="2" charset="-122"/>
              </a:rPr>
              <a:t>AND</a:t>
            </a:r>
            <a:r>
              <a:rPr lang="en-US" altLang="zh-CN" sz="2100">
                <a:latin typeface="Times New Roman" panose="02020603050405020304" pitchFamily="18" charset="0"/>
                <a:ea typeface="宋体" panose="02010600030101010101" pitchFamily="2" charset="-122"/>
              </a:rPr>
              <a:t> </a:t>
            </a:r>
            <a:r>
              <a:rPr lang="zh-CN" altLang="en-US" sz="2100">
                <a:latin typeface="Times New Roman" panose="02020603050405020304" pitchFamily="18" charset="0"/>
                <a:ea typeface="宋体" panose="02010600030101010101" pitchFamily="2" charset="-122"/>
              </a:rPr>
              <a:t>操作 </a:t>
            </a:r>
          </a:p>
        </p:txBody>
      </p:sp>
      <p:sp>
        <p:nvSpPr>
          <p:cNvPr id="257026" name="Freeform 3">
            <a:extLst>
              <a:ext uri="{FF2B5EF4-FFF2-40B4-BE49-F238E27FC236}">
                <a16:creationId xmlns:a16="http://schemas.microsoft.com/office/drawing/2014/main" id="{6ADFEB2B-C837-F642-A30E-1DD34B12A8C1}"/>
              </a:ext>
            </a:extLst>
          </p:cNvPr>
          <p:cNvSpPr>
            <a:spLocks/>
          </p:cNvSpPr>
          <p:nvPr/>
        </p:nvSpPr>
        <p:spPr bwMode="auto">
          <a:xfrm>
            <a:off x="3055144" y="1533526"/>
            <a:ext cx="1260872" cy="1364456"/>
          </a:xfrm>
          <a:custGeom>
            <a:avLst/>
            <a:gdLst>
              <a:gd name="T0" fmla="*/ 2147483646 w 1059"/>
              <a:gd name="T1" fmla="*/ 2147483646 h 1146"/>
              <a:gd name="T2" fmla="*/ 2147483646 w 1059"/>
              <a:gd name="T3" fmla="*/ 0 h 1146"/>
              <a:gd name="T4" fmla="*/ 2147483646 w 1059"/>
              <a:gd name="T5" fmla="*/ 2147483646 h 1146"/>
              <a:gd name="T6" fmla="*/ 0 w 1059"/>
              <a:gd name="T7" fmla="*/ 2147483646 h 11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59" h="1146">
                <a:moveTo>
                  <a:pt x="5" y="1146"/>
                </a:moveTo>
                <a:lnTo>
                  <a:pt x="1048" y="0"/>
                </a:lnTo>
                <a:lnTo>
                  <a:pt x="1059" y="880"/>
                </a:lnTo>
                <a:lnTo>
                  <a:pt x="0" y="1111"/>
                </a:lnTo>
              </a:path>
            </a:pathLst>
          </a:cu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57027" name="Text Box 4">
            <a:extLst>
              <a:ext uri="{FF2B5EF4-FFF2-40B4-BE49-F238E27FC236}">
                <a16:creationId xmlns:a16="http://schemas.microsoft.com/office/drawing/2014/main" id="{317498F8-1539-C242-8DE8-A65472217720}"/>
              </a:ext>
            </a:extLst>
          </p:cNvPr>
          <p:cNvSpPr txBox="1">
            <a:spLocks noChangeArrowheads="1"/>
          </p:cNvSpPr>
          <p:nvPr/>
        </p:nvSpPr>
        <p:spPr bwMode="auto">
          <a:xfrm>
            <a:off x="1980010" y="232410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a:t>
            </a:r>
          </a:p>
        </p:txBody>
      </p:sp>
      <p:sp>
        <p:nvSpPr>
          <p:cNvPr id="257028" name="Text Box 5">
            <a:extLst>
              <a:ext uri="{FF2B5EF4-FFF2-40B4-BE49-F238E27FC236}">
                <a16:creationId xmlns:a16="http://schemas.microsoft.com/office/drawing/2014/main" id="{2C024506-5640-F74D-B2BF-991D493DC84D}"/>
              </a:ext>
            </a:extLst>
          </p:cNvPr>
          <p:cNvSpPr txBox="1">
            <a:spLocks noChangeArrowheads="1"/>
          </p:cNvSpPr>
          <p:nvPr/>
        </p:nvSpPr>
        <p:spPr bwMode="auto">
          <a:xfrm>
            <a:off x="3055144" y="234553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graphicFrame>
        <p:nvGraphicFramePr>
          <p:cNvPr id="518150" name="Group 6">
            <a:extLst>
              <a:ext uri="{FF2B5EF4-FFF2-40B4-BE49-F238E27FC236}">
                <a16:creationId xmlns:a16="http://schemas.microsoft.com/office/drawing/2014/main" id="{FCF5CE7A-B2CB-4243-88B9-FA05D5C2A416}"/>
              </a:ext>
            </a:extLst>
          </p:cNvPr>
          <p:cNvGraphicFramePr>
            <a:graphicFrameLocks noGrp="1"/>
          </p:cNvGraphicFramePr>
          <p:nvPr>
            <p:extLst>
              <p:ext uri="{D42A27DB-BD31-4B8C-83A1-F6EECF244321}">
                <p14:modId xmlns:p14="http://schemas.microsoft.com/office/powerpoint/2010/main" val="2470799534"/>
              </p:ext>
            </p:extLst>
          </p:nvPr>
        </p:nvGraphicFramePr>
        <p:xfrm>
          <a:off x="4316016" y="1539478"/>
          <a:ext cx="3606402" cy="1039153"/>
        </p:xfrm>
        <a:graphic>
          <a:graphicData uri="http://schemas.openxmlformats.org/drawingml/2006/table">
            <a:tbl>
              <a:tblPr/>
              <a:tblGrid>
                <a:gridCol w="1295396">
                  <a:extLst>
                    <a:ext uri="{9D8B030D-6E8A-4147-A177-3AD203B41FA5}">
                      <a16:colId xmlns:a16="http://schemas.microsoft.com/office/drawing/2014/main" val="20000"/>
                    </a:ext>
                  </a:extLst>
                </a:gridCol>
                <a:gridCol w="1551764">
                  <a:extLst>
                    <a:ext uri="{9D8B030D-6E8A-4147-A177-3AD203B41FA5}">
                      <a16:colId xmlns:a16="http://schemas.microsoft.com/office/drawing/2014/main" val="20001"/>
                    </a:ext>
                  </a:extLst>
                </a:gridCol>
                <a:gridCol w="759242">
                  <a:extLst>
                    <a:ext uri="{9D8B030D-6E8A-4147-A177-3AD203B41FA5}">
                      <a16:colId xmlns:a16="http://schemas.microsoft.com/office/drawing/2014/main" val="20002"/>
                    </a:ext>
                  </a:extLst>
                </a:gridCol>
              </a:tblGrid>
              <a:tr h="25372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目的网络地址</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子网掩码</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下一跳</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7856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128.30.36.0</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255.255.255.0</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R</a:t>
                      </a:r>
                      <a:r>
                        <a:rPr kumimoji="0" lang="en-US" altLang="zh-CN" sz="1400" b="0" i="0" u="none" strike="noStrike" cap="none" normalizeH="0" baseline="-25000" dirty="0">
                          <a:ln>
                            <a:noFill/>
                          </a:ln>
                          <a:solidFill>
                            <a:srgbClr val="333399"/>
                          </a:solidFill>
                          <a:effectLst/>
                          <a:latin typeface="Arial" panose="020B0604020202020204" pitchFamily="34" charset="0"/>
                          <a:ea typeface="宋体" panose="02010600030101010101" pitchFamily="2" charset="-122"/>
                        </a:rPr>
                        <a:t>2</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1"/>
                  </a:ext>
                </a:extLst>
              </a:tr>
            </a:tbl>
          </a:graphicData>
        </a:graphic>
      </p:graphicFrame>
      <p:sp>
        <p:nvSpPr>
          <p:cNvPr id="257043" name="Text Box 20">
            <a:extLst>
              <a:ext uri="{FF2B5EF4-FFF2-40B4-BE49-F238E27FC236}">
                <a16:creationId xmlns:a16="http://schemas.microsoft.com/office/drawing/2014/main" id="{864FDAAD-9172-6340-B73A-9CC883F1ECA8}"/>
              </a:ext>
            </a:extLst>
          </p:cNvPr>
          <p:cNvSpPr txBox="1">
            <a:spLocks noChangeArrowheads="1"/>
          </p:cNvSpPr>
          <p:nvPr/>
        </p:nvSpPr>
        <p:spPr bwMode="auto">
          <a:xfrm>
            <a:off x="4588669" y="1247775"/>
            <a:ext cx="314060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的路由表（未给出默认路由器）</a:t>
            </a:r>
            <a:endParaRPr kumimoji="1" lang="zh-CN" altLang="en-US"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7044" name="Line 21">
            <a:extLst>
              <a:ext uri="{FF2B5EF4-FFF2-40B4-BE49-F238E27FC236}">
                <a16:creationId xmlns:a16="http://schemas.microsoft.com/office/drawing/2014/main" id="{E64166EF-9F89-0844-B488-90D21392FE8E}"/>
              </a:ext>
            </a:extLst>
          </p:cNvPr>
          <p:cNvSpPr>
            <a:spLocks noChangeShapeType="1"/>
          </p:cNvSpPr>
          <p:nvPr/>
        </p:nvSpPr>
        <p:spPr bwMode="auto">
          <a:xfrm>
            <a:off x="3034904" y="2328863"/>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45" name="Line 22">
            <a:extLst>
              <a:ext uri="{FF2B5EF4-FFF2-40B4-BE49-F238E27FC236}">
                <a16:creationId xmlns:a16="http://schemas.microsoft.com/office/drawing/2014/main" id="{571BA0BD-80CC-EE4A-A51C-5321947F553E}"/>
              </a:ext>
            </a:extLst>
          </p:cNvPr>
          <p:cNvSpPr>
            <a:spLocks noChangeShapeType="1"/>
          </p:cNvSpPr>
          <p:nvPr/>
        </p:nvSpPr>
        <p:spPr bwMode="auto">
          <a:xfrm>
            <a:off x="1378744" y="2315766"/>
            <a:ext cx="1191"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46" name="Line 23">
            <a:extLst>
              <a:ext uri="{FF2B5EF4-FFF2-40B4-BE49-F238E27FC236}">
                <a16:creationId xmlns:a16="http://schemas.microsoft.com/office/drawing/2014/main" id="{0018AF58-9736-774D-929A-5AD52F6954C0}"/>
              </a:ext>
            </a:extLst>
          </p:cNvPr>
          <p:cNvSpPr>
            <a:spLocks noChangeShapeType="1"/>
          </p:cNvSpPr>
          <p:nvPr/>
        </p:nvSpPr>
        <p:spPr bwMode="auto">
          <a:xfrm>
            <a:off x="1169194" y="2328863"/>
            <a:ext cx="2862263"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47" name="Line 24">
            <a:extLst>
              <a:ext uri="{FF2B5EF4-FFF2-40B4-BE49-F238E27FC236}">
                <a16:creationId xmlns:a16="http://schemas.microsoft.com/office/drawing/2014/main" id="{F263F537-71CA-1941-93A7-F6F06A07968C}"/>
              </a:ext>
            </a:extLst>
          </p:cNvPr>
          <p:cNvSpPr>
            <a:spLocks noChangeShapeType="1"/>
          </p:cNvSpPr>
          <p:nvPr/>
        </p:nvSpPr>
        <p:spPr bwMode="auto">
          <a:xfrm>
            <a:off x="1503760" y="1901429"/>
            <a:ext cx="1190"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7048" name="Picture 25">
            <a:extLst>
              <a:ext uri="{FF2B5EF4-FFF2-40B4-BE49-F238E27FC236}">
                <a16:creationId xmlns:a16="http://schemas.microsoft.com/office/drawing/2014/main" id="{44E7C6B1-AAD6-7442-8592-A9775CF67F4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75172" y="1707357"/>
            <a:ext cx="298847"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049" name="Text Box 26">
            <a:extLst>
              <a:ext uri="{FF2B5EF4-FFF2-40B4-BE49-F238E27FC236}">
                <a16:creationId xmlns:a16="http://schemas.microsoft.com/office/drawing/2014/main" id="{419F5A59-35E9-8845-B96D-8B10A35C83D2}"/>
              </a:ext>
            </a:extLst>
          </p:cNvPr>
          <p:cNvSpPr txBox="1">
            <a:spLocks noChangeArrowheads="1"/>
          </p:cNvSpPr>
          <p:nvPr/>
        </p:nvSpPr>
        <p:spPr bwMode="auto">
          <a:xfrm>
            <a:off x="1115615" y="1441847"/>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a:t>
            </a:r>
          </a:p>
        </p:txBody>
      </p:sp>
      <p:sp>
        <p:nvSpPr>
          <p:cNvPr id="257050" name="Text Box 27">
            <a:extLst>
              <a:ext uri="{FF2B5EF4-FFF2-40B4-BE49-F238E27FC236}">
                <a16:creationId xmlns:a16="http://schemas.microsoft.com/office/drawing/2014/main" id="{DC0132AA-2FB6-C14D-91FA-139EA31A105E}"/>
              </a:ext>
            </a:extLst>
          </p:cNvPr>
          <p:cNvSpPr txBox="1">
            <a:spLocks noChangeArrowheads="1"/>
          </p:cNvSpPr>
          <p:nvPr/>
        </p:nvSpPr>
        <p:spPr bwMode="auto">
          <a:xfrm>
            <a:off x="1115615" y="1716881"/>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57051" name="Text Box 28">
            <a:extLst>
              <a:ext uri="{FF2B5EF4-FFF2-40B4-BE49-F238E27FC236}">
                <a16:creationId xmlns:a16="http://schemas.microsoft.com/office/drawing/2014/main" id="{1212C0F5-02DA-364E-B034-00EE05C99001}"/>
              </a:ext>
            </a:extLst>
          </p:cNvPr>
          <p:cNvSpPr txBox="1">
            <a:spLocks noChangeArrowheads="1"/>
          </p:cNvSpPr>
          <p:nvPr/>
        </p:nvSpPr>
        <p:spPr bwMode="auto">
          <a:xfrm>
            <a:off x="1331119" y="1641873"/>
            <a:ext cx="2620566" cy="715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子网</a:t>
            </a:r>
            <a:r>
              <a:rPr kumimoji="1" lang="en-US" altLang="zh-CN" sz="1350">
                <a:latin typeface="Arial" panose="020B0604020202020204" pitchFamily="34" charset="0"/>
                <a:ea typeface="宋体" panose="02010600030101010101" pitchFamily="2" charset="-122"/>
                <a:cs typeface="黑体" panose="02010609060101010101" pitchFamily="49" charset="-122"/>
              </a:rPr>
              <a:t>1</a:t>
            </a:r>
            <a:r>
              <a:rPr kumimoji="1" lang="zh-CN" altLang="en-US" sz="1350">
                <a:latin typeface="Arial" panose="020B0604020202020204" pitchFamily="34" charset="0"/>
                <a:ea typeface="宋体" panose="02010600030101010101" pitchFamily="2" charset="-122"/>
                <a:cs typeface="黑体" panose="02010609060101010101" pitchFamily="49" charset="-122"/>
              </a:rPr>
              <a:t>：</a:t>
            </a:r>
          </a:p>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    网络地址 </a:t>
            </a:r>
            <a:r>
              <a:rPr kumimoji="1" lang="en-US" altLang="zh-CN" sz="1350">
                <a:latin typeface="Arial" panose="020B0604020202020204" pitchFamily="34" charset="0"/>
                <a:ea typeface="宋体" panose="02010600030101010101" pitchFamily="2" charset="-122"/>
                <a:cs typeface="黑体" panose="02010609060101010101" pitchFamily="49" charset="-122"/>
              </a:rPr>
              <a:t>128.30.33.0</a:t>
            </a:r>
          </a:p>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350">
                <a:latin typeface="Arial" panose="020B0604020202020204" pitchFamily="34" charset="0"/>
                <a:ea typeface="宋体" panose="02010600030101010101" pitchFamily="2" charset="-122"/>
                <a:cs typeface="黑体" panose="02010609060101010101" pitchFamily="49" charset="-122"/>
              </a:rPr>
              <a:t>255.255.255.128</a:t>
            </a:r>
          </a:p>
        </p:txBody>
      </p:sp>
      <p:sp>
        <p:nvSpPr>
          <p:cNvPr id="257052" name="Line 29">
            <a:extLst>
              <a:ext uri="{FF2B5EF4-FFF2-40B4-BE49-F238E27FC236}">
                <a16:creationId xmlns:a16="http://schemas.microsoft.com/office/drawing/2014/main" id="{BCD0423F-6C0B-1C41-9523-A103159EF8BB}"/>
              </a:ext>
            </a:extLst>
          </p:cNvPr>
          <p:cNvSpPr>
            <a:spLocks noChangeShapeType="1"/>
          </p:cNvSpPr>
          <p:nvPr/>
        </p:nvSpPr>
        <p:spPr bwMode="auto">
          <a:xfrm>
            <a:off x="2364581" y="375880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53" name="Line 30">
            <a:extLst>
              <a:ext uri="{FF2B5EF4-FFF2-40B4-BE49-F238E27FC236}">
                <a16:creationId xmlns:a16="http://schemas.microsoft.com/office/drawing/2014/main" id="{68357EFA-55E4-7C4A-AACE-1A87036E9134}"/>
              </a:ext>
            </a:extLst>
          </p:cNvPr>
          <p:cNvSpPr>
            <a:spLocks noChangeShapeType="1"/>
          </p:cNvSpPr>
          <p:nvPr/>
        </p:nvSpPr>
        <p:spPr bwMode="auto">
          <a:xfrm>
            <a:off x="5760244"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54" name="Line 31">
            <a:extLst>
              <a:ext uri="{FF2B5EF4-FFF2-40B4-BE49-F238E27FC236}">
                <a16:creationId xmlns:a16="http://schemas.microsoft.com/office/drawing/2014/main" id="{318F5B6A-65BD-CD4F-A949-AFF70D1AFD6D}"/>
              </a:ext>
            </a:extLst>
          </p:cNvPr>
          <p:cNvSpPr>
            <a:spLocks noChangeShapeType="1"/>
          </p:cNvSpPr>
          <p:nvPr/>
        </p:nvSpPr>
        <p:spPr bwMode="auto">
          <a:xfrm>
            <a:off x="1768079" y="4281488"/>
            <a:ext cx="1190"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55" name="Line 32">
            <a:extLst>
              <a:ext uri="{FF2B5EF4-FFF2-40B4-BE49-F238E27FC236}">
                <a16:creationId xmlns:a16="http://schemas.microsoft.com/office/drawing/2014/main" id="{B41592BB-95A0-2C41-8D3A-28B512317AC4}"/>
              </a:ext>
            </a:extLst>
          </p:cNvPr>
          <p:cNvSpPr>
            <a:spLocks noChangeShapeType="1"/>
          </p:cNvSpPr>
          <p:nvPr/>
        </p:nvSpPr>
        <p:spPr bwMode="auto">
          <a:xfrm>
            <a:off x="2364581" y="330041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56" name="Line 33">
            <a:extLst>
              <a:ext uri="{FF2B5EF4-FFF2-40B4-BE49-F238E27FC236}">
                <a16:creationId xmlns:a16="http://schemas.microsoft.com/office/drawing/2014/main" id="{137E3263-817B-5D46-A647-C29D3B4A751E}"/>
              </a:ext>
            </a:extLst>
          </p:cNvPr>
          <p:cNvSpPr>
            <a:spLocks noChangeShapeType="1"/>
          </p:cNvSpPr>
          <p:nvPr/>
        </p:nvSpPr>
        <p:spPr bwMode="auto">
          <a:xfrm>
            <a:off x="3039667" y="2757488"/>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7057" name="Picture 34">
            <a:extLst>
              <a:ext uri="{FF2B5EF4-FFF2-40B4-BE49-F238E27FC236}">
                <a16:creationId xmlns:a16="http://schemas.microsoft.com/office/drawing/2014/main" id="{4EE344A1-82F3-CB41-B0CD-1FD729C2709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37110" y="4513660"/>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058" name="Picture 35">
            <a:extLst>
              <a:ext uri="{FF2B5EF4-FFF2-40B4-BE49-F238E27FC236}">
                <a16:creationId xmlns:a16="http://schemas.microsoft.com/office/drawing/2014/main" id="{3DBC0BAB-6DAA-C94D-A8DF-D7604819CEC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21582" y="25598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7059" name="Group 36">
            <a:extLst>
              <a:ext uri="{FF2B5EF4-FFF2-40B4-BE49-F238E27FC236}">
                <a16:creationId xmlns:a16="http://schemas.microsoft.com/office/drawing/2014/main" id="{89E1DA23-E66B-9947-AFE6-8A3430A073F6}"/>
              </a:ext>
            </a:extLst>
          </p:cNvPr>
          <p:cNvGrpSpPr>
            <a:grpSpLocks/>
          </p:cNvGrpSpPr>
          <p:nvPr/>
        </p:nvGrpSpPr>
        <p:grpSpPr bwMode="auto">
          <a:xfrm>
            <a:off x="2844404" y="2594373"/>
            <a:ext cx="459581" cy="345281"/>
            <a:chOff x="864" y="1824"/>
            <a:chExt cx="432" cy="288"/>
          </a:xfrm>
        </p:grpSpPr>
        <p:pic>
          <p:nvPicPr>
            <p:cNvPr id="257098" name="Picture 37">
              <a:extLst>
                <a:ext uri="{FF2B5EF4-FFF2-40B4-BE49-F238E27FC236}">
                  <a16:creationId xmlns:a16="http://schemas.microsoft.com/office/drawing/2014/main" id="{5958FB31-F1E4-1343-9429-C5E27ACB264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099" name="Picture 38">
              <a:extLst>
                <a:ext uri="{FF2B5EF4-FFF2-40B4-BE49-F238E27FC236}">
                  <a16:creationId xmlns:a16="http://schemas.microsoft.com/office/drawing/2014/main" id="{2A3503C0-9E1C-6D40-95C4-40C3F679D110}"/>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57060" name="Picture 39">
            <a:extLst>
              <a:ext uri="{FF2B5EF4-FFF2-40B4-BE49-F238E27FC236}">
                <a16:creationId xmlns:a16="http://schemas.microsoft.com/office/drawing/2014/main" id="{EBE07413-DFAD-BD47-B1A8-09C477509E5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36419" y="3584973"/>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061" name="Line 40">
            <a:extLst>
              <a:ext uri="{FF2B5EF4-FFF2-40B4-BE49-F238E27FC236}">
                <a16:creationId xmlns:a16="http://schemas.microsoft.com/office/drawing/2014/main" id="{EE1C2B15-3E3E-FB48-B1B3-CD302CDD7862}"/>
              </a:ext>
            </a:extLst>
          </p:cNvPr>
          <p:cNvSpPr>
            <a:spLocks noChangeShapeType="1"/>
          </p:cNvSpPr>
          <p:nvPr/>
        </p:nvSpPr>
        <p:spPr bwMode="auto">
          <a:xfrm>
            <a:off x="1844279" y="3284935"/>
            <a:ext cx="521136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62" name="Line 41">
            <a:extLst>
              <a:ext uri="{FF2B5EF4-FFF2-40B4-BE49-F238E27FC236}">
                <a16:creationId xmlns:a16="http://schemas.microsoft.com/office/drawing/2014/main" id="{DBC1C74F-23FD-E846-8E68-9C8C9F06D8B4}"/>
              </a:ext>
            </a:extLst>
          </p:cNvPr>
          <p:cNvSpPr>
            <a:spLocks noChangeShapeType="1"/>
          </p:cNvSpPr>
          <p:nvPr/>
        </p:nvSpPr>
        <p:spPr bwMode="auto">
          <a:xfrm>
            <a:off x="1533525" y="4296967"/>
            <a:ext cx="587692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63" name="Text Box 42">
            <a:extLst>
              <a:ext uri="{FF2B5EF4-FFF2-40B4-BE49-F238E27FC236}">
                <a16:creationId xmlns:a16="http://schemas.microsoft.com/office/drawing/2014/main" id="{94BF037E-AF6E-B647-833E-6ECEC81D985E}"/>
              </a:ext>
            </a:extLst>
          </p:cNvPr>
          <p:cNvSpPr txBox="1">
            <a:spLocks noChangeArrowheads="1"/>
          </p:cNvSpPr>
          <p:nvPr/>
        </p:nvSpPr>
        <p:spPr bwMode="auto">
          <a:xfrm>
            <a:off x="1772841" y="2918222"/>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128.30.33.130</a:t>
            </a:r>
          </a:p>
        </p:txBody>
      </p:sp>
      <p:sp>
        <p:nvSpPr>
          <p:cNvPr id="257064" name="Text Box 43">
            <a:extLst>
              <a:ext uri="{FF2B5EF4-FFF2-40B4-BE49-F238E27FC236}">
                <a16:creationId xmlns:a16="http://schemas.microsoft.com/office/drawing/2014/main" id="{8B8D427D-A7B1-C74F-A625-2A07457042B7}"/>
              </a:ext>
            </a:extLst>
          </p:cNvPr>
          <p:cNvSpPr txBox="1">
            <a:spLocks noChangeArrowheads="1"/>
          </p:cNvSpPr>
          <p:nvPr/>
        </p:nvSpPr>
        <p:spPr bwMode="auto">
          <a:xfrm>
            <a:off x="3328988" y="2652712"/>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57065" name="Text Box 44">
            <a:extLst>
              <a:ext uri="{FF2B5EF4-FFF2-40B4-BE49-F238E27FC236}">
                <a16:creationId xmlns:a16="http://schemas.microsoft.com/office/drawing/2014/main" id="{EEA0F98F-8279-C148-9E23-649B0E6BFE7F}"/>
              </a:ext>
            </a:extLst>
          </p:cNvPr>
          <p:cNvSpPr txBox="1">
            <a:spLocks noChangeArrowheads="1"/>
          </p:cNvSpPr>
          <p:nvPr/>
        </p:nvSpPr>
        <p:spPr bwMode="auto">
          <a:xfrm>
            <a:off x="3043237" y="2922985"/>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7066" name="Line 45">
            <a:extLst>
              <a:ext uri="{FF2B5EF4-FFF2-40B4-BE49-F238E27FC236}">
                <a16:creationId xmlns:a16="http://schemas.microsoft.com/office/drawing/2014/main" id="{E6428FB3-FB6D-9A43-A009-3B1A2590CF78}"/>
              </a:ext>
            </a:extLst>
          </p:cNvPr>
          <p:cNvSpPr>
            <a:spLocks noChangeShapeType="1"/>
          </p:cNvSpPr>
          <p:nvPr/>
        </p:nvSpPr>
        <p:spPr bwMode="auto">
          <a:xfrm>
            <a:off x="4157663"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57067" name="Group 46">
            <a:extLst>
              <a:ext uri="{FF2B5EF4-FFF2-40B4-BE49-F238E27FC236}">
                <a16:creationId xmlns:a16="http://schemas.microsoft.com/office/drawing/2014/main" id="{5D3C8D7B-C791-BC47-9317-4431191FD4AB}"/>
              </a:ext>
            </a:extLst>
          </p:cNvPr>
          <p:cNvGrpSpPr>
            <a:grpSpLocks/>
          </p:cNvGrpSpPr>
          <p:nvPr/>
        </p:nvGrpSpPr>
        <p:grpSpPr bwMode="auto">
          <a:xfrm>
            <a:off x="2169319" y="3632598"/>
            <a:ext cx="459581" cy="345281"/>
            <a:chOff x="864" y="1824"/>
            <a:chExt cx="432" cy="288"/>
          </a:xfrm>
        </p:grpSpPr>
        <p:pic>
          <p:nvPicPr>
            <p:cNvPr id="257096" name="Picture 47">
              <a:extLst>
                <a:ext uri="{FF2B5EF4-FFF2-40B4-BE49-F238E27FC236}">
                  <a16:creationId xmlns:a16="http://schemas.microsoft.com/office/drawing/2014/main" id="{5C61A8CE-82E6-DF42-8C56-048D52A3BC7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097" name="Picture 48">
              <a:extLst>
                <a:ext uri="{FF2B5EF4-FFF2-40B4-BE49-F238E27FC236}">
                  <a16:creationId xmlns:a16="http://schemas.microsoft.com/office/drawing/2014/main" id="{803E86CA-965F-EF44-A156-C3C93718C8B2}"/>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7068" name="Text Box 49">
            <a:extLst>
              <a:ext uri="{FF2B5EF4-FFF2-40B4-BE49-F238E27FC236}">
                <a16:creationId xmlns:a16="http://schemas.microsoft.com/office/drawing/2014/main" id="{7E00331E-F7DC-CA41-A70A-EA9F1DAC082C}"/>
              </a:ext>
            </a:extLst>
          </p:cNvPr>
          <p:cNvSpPr txBox="1">
            <a:spLocks noChangeArrowheads="1"/>
          </p:cNvSpPr>
          <p:nvPr/>
        </p:nvSpPr>
        <p:spPr bwMode="auto">
          <a:xfrm>
            <a:off x="1871663" y="3619500"/>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57069" name="Line 50">
            <a:extLst>
              <a:ext uri="{FF2B5EF4-FFF2-40B4-BE49-F238E27FC236}">
                <a16:creationId xmlns:a16="http://schemas.microsoft.com/office/drawing/2014/main" id="{0B452D6D-270B-E041-8BCD-269CE40353A8}"/>
              </a:ext>
            </a:extLst>
          </p:cNvPr>
          <p:cNvSpPr>
            <a:spLocks noChangeShapeType="1"/>
          </p:cNvSpPr>
          <p:nvPr/>
        </p:nvSpPr>
        <p:spPr bwMode="auto">
          <a:xfrm>
            <a:off x="2806304" y="4280297"/>
            <a:ext cx="1190"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7070" name="Picture 51">
            <a:extLst>
              <a:ext uri="{FF2B5EF4-FFF2-40B4-BE49-F238E27FC236}">
                <a16:creationId xmlns:a16="http://schemas.microsoft.com/office/drawing/2014/main" id="{0CD1E06C-F704-4844-BBC0-726227EC92B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26694" y="35885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071" name="Text Box 52">
            <a:extLst>
              <a:ext uri="{FF2B5EF4-FFF2-40B4-BE49-F238E27FC236}">
                <a16:creationId xmlns:a16="http://schemas.microsoft.com/office/drawing/2014/main" id="{4777C4DA-AEAF-9744-8867-85FCEB0F90ED}"/>
              </a:ext>
            </a:extLst>
          </p:cNvPr>
          <p:cNvSpPr txBox="1">
            <a:spLocks noChangeArrowheads="1"/>
          </p:cNvSpPr>
          <p:nvPr/>
        </p:nvSpPr>
        <p:spPr bwMode="auto">
          <a:xfrm>
            <a:off x="4106466" y="2761060"/>
            <a:ext cx="343614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2</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128.30.33.128</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255.255.255.128</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7072" name="Text Box 53">
            <a:extLst>
              <a:ext uri="{FF2B5EF4-FFF2-40B4-BE49-F238E27FC236}">
                <a16:creationId xmlns:a16="http://schemas.microsoft.com/office/drawing/2014/main" id="{8161B9E0-7333-0240-B6D2-A7CC2A6D36E7}"/>
              </a:ext>
            </a:extLst>
          </p:cNvPr>
          <p:cNvSpPr txBox="1">
            <a:spLocks noChangeArrowheads="1"/>
          </p:cNvSpPr>
          <p:nvPr/>
        </p:nvSpPr>
        <p:spPr bwMode="auto">
          <a:xfrm>
            <a:off x="3761185" y="3598069"/>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57073" name="Text Box 54">
            <a:extLst>
              <a:ext uri="{FF2B5EF4-FFF2-40B4-BE49-F238E27FC236}">
                <a16:creationId xmlns:a16="http://schemas.microsoft.com/office/drawing/2014/main" id="{F0C661DE-0ED9-F146-ACCF-35B6EE590CE9}"/>
              </a:ext>
            </a:extLst>
          </p:cNvPr>
          <p:cNvSpPr txBox="1">
            <a:spLocks noChangeArrowheads="1"/>
          </p:cNvSpPr>
          <p:nvPr/>
        </p:nvSpPr>
        <p:spPr bwMode="auto">
          <a:xfrm>
            <a:off x="4248150" y="3570685"/>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128.30.33.138</a:t>
            </a:r>
          </a:p>
        </p:txBody>
      </p:sp>
      <p:sp>
        <p:nvSpPr>
          <p:cNvPr id="257074" name="Text Box 55">
            <a:extLst>
              <a:ext uri="{FF2B5EF4-FFF2-40B4-BE49-F238E27FC236}">
                <a16:creationId xmlns:a16="http://schemas.microsoft.com/office/drawing/2014/main" id="{FC8D255C-950C-1A47-8F8D-DB1E93CFB914}"/>
              </a:ext>
            </a:extLst>
          </p:cNvPr>
          <p:cNvSpPr txBox="1">
            <a:spLocks noChangeArrowheads="1"/>
          </p:cNvSpPr>
          <p:nvPr/>
        </p:nvSpPr>
        <p:spPr bwMode="auto">
          <a:xfrm>
            <a:off x="2124075" y="3403997"/>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7075" name="Text Box 56">
            <a:extLst>
              <a:ext uri="{FF2B5EF4-FFF2-40B4-BE49-F238E27FC236}">
                <a16:creationId xmlns:a16="http://schemas.microsoft.com/office/drawing/2014/main" id="{4B427774-D088-1049-B46A-57F9E2E0D1E0}"/>
              </a:ext>
            </a:extLst>
          </p:cNvPr>
          <p:cNvSpPr txBox="1">
            <a:spLocks noChangeArrowheads="1"/>
          </p:cNvSpPr>
          <p:nvPr/>
        </p:nvSpPr>
        <p:spPr bwMode="auto">
          <a:xfrm>
            <a:off x="2124075" y="394454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7076" name="Text Box 57">
            <a:extLst>
              <a:ext uri="{FF2B5EF4-FFF2-40B4-BE49-F238E27FC236}">
                <a16:creationId xmlns:a16="http://schemas.microsoft.com/office/drawing/2014/main" id="{50C39C28-5619-BB42-A2C3-B6E4486CC4A5}"/>
              </a:ext>
            </a:extLst>
          </p:cNvPr>
          <p:cNvSpPr txBox="1">
            <a:spLocks noChangeArrowheads="1"/>
          </p:cNvSpPr>
          <p:nvPr/>
        </p:nvSpPr>
        <p:spPr bwMode="auto">
          <a:xfrm>
            <a:off x="2357437" y="3403997"/>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128.30.33.129</a:t>
            </a:r>
          </a:p>
        </p:txBody>
      </p:sp>
      <p:pic>
        <p:nvPicPr>
          <p:cNvPr id="257077" name="Picture 58">
            <a:extLst>
              <a:ext uri="{FF2B5EF4-FFF2-40B4-BE49-F238E27FC236}">
                <a16:creationId xmlns:a16="http://schemas.microsoft.com/office/drawing/2014/main" id="{E9E64792-4258-E84F-B7AD-8F63EDD09BC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75335" y="4512469"/>
            <a:ext cx="300038"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078" name="Text Box 59">
            <a:extLst>
              <a:ext uri="{FF2B5EF4-FFF2-40B4-BE49-F238E27FC236}">
                <a16:creationId xmlns:a16="http://schemas.microsoft.com/office/drawing/2014/main" id="{3BAD7A50-8C98-E544-AB6D-1A26F53FAE8B}"/>
              </a:ext>
            </a:extLst>
          </p:cNvPr>
          <p:cNvSpPr txBox="1">
            <a:spLocks noChangeArrowheads="1"/>
          </p:cNvSpPr>
          <p:nvPr/>
        </p:nvSpPr>
        <p:spPr bwMode="auto">
          <a:xfrm>
            <a:off x="2412206" y="4488656"/>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257079" name="Text Box 60">
            <a:extLst>
              <a:ext uri="{FF2B5EF4-FFF2-40B4-BE49-F238E27FC236}">
                <a16:creationId xmlns:a16="http://schemas.microsoft.com/office/drawing/2014/main" id="{669EDEA7-5243-3044-860B-D504C4D40E4F}"/>
              </a:ext>
            </a:extLst>
          </p:cNvPr>
          <p:cNvSpPr txBox="1">
            <a:spLocks noChangeArrowheads="1"/>
          </p:cNvSpPr>
          <p:nvPr/>
        </p:nvSpPr>
        <p:spPr bwMode="auto">
          <a:xfrm>
            <a:off x="2408635" y="394335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128.30.36.2</a:t>
            </a:r>
          </a:p>
        </p:txBody>
      </p:sp>
      <p:sp>
        <p:nvSpPr>
          <p:cNvPr id="257080" name="Text Box 61">
            <a:extLst>
              <a:ext uri="{FF2B5EF4-FFF2-40B4-BE49-F238E27FC236}">
                <a16:creationId xmlns:a16="http://schemas.microsoft.com/office/drawing/2014/main" id="{13C456A3-CDE3-FC4E-A066-9F7370BDBA7B}"/>
              </a:ext>
            </a:extLst>
          </p:cNvPr>
          <p:cNvSpPr txBox="1">
            <a:spLocks noChangeArrowheads="1"/>
          </p:cNvSpPr>
          <p:nvPr/>
        </p:nvSpPr>
        <p:spPr bwMode="auto">
          <a:xfrm>
            <a:off x="4157663" y="4341019"/>
            <a:ext cx="287450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3</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128.30.36.0</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255.255.255.0</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7081" name="Text Box 62">
            <a:extLst>
              <a:ext uri="{FF2B5EF4-FFF2-40B4-BE49-F238E27FC236}">
                <a16:creationId xmlns:a16="http://schemas.microsoft.com/office/drawing/2014/main" id="{0B668592-4EB6-DE49-BAAE-E1B3AEA2DEB0}"/>
              </a:ext>
            </a:extLst>
          </p:cNvPr>
          <p:cNvSpPr txBox="1">
            <a:spLocks noChangeArrowheads="1"/>
          </p:cNvSpPr>
          <p:nvPr/>
        </p:nvSpPr>
        <p:spPr bwMode="auto">
          <a:xfrm>
            <a:off x="2893219" y="4542235"/>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128.30.36.12</a:t>
            </a:r>
          </a:p>
        </p:txBody>
      </p:sp>
      <p:sp>
        <p:nvSpPr>
          <p:cNvPr id="518207" name="Rectangle 63">
            <a:extLst>
              <a:ext uri="{FF2B5EF4-FFF2-40B4-BE49-F238E27FC236}">
                <a16:creationId xmlns:a16="http://schemas.microsoft.com/office/drawing/2014/main" id="{80DE7EFE-B36E-A54E-9F5F-FFCB675F1E98}"/>
              </a:ext>
            </a:extLst>
          </p:cNvPr>
          <p:cNvSpPr>
            <a:spLocks noChangeArrowheads="1"/>
          </p:cNvSpPr>
          <p:nvPr/>
        </p:nvSpPr>
        <p:spPr bwMode="auto">
          <a:xfrm>
            <a:off x="1143000" y="3975498"/>
            <a:ext cx="6858000" cy="1168003"/>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10000"/>
              </a:lnSpc>
              <a:spcBef>
                <a:spcPct val="0"/>
              </a:spcBef>
              <a:buClrTx/>
              <a:buSzTx/>
              <a:buFontTx/>
              <a:buNone/>
            </a:pPr>
            <a:r>
              <a:rPr lang="en-US" altLang="zh-CN" sz="2100">
                <a:latin typeface="Arial" panose="020B0604020202020204" pitchFamily="34" charset="0"/>
                <a:ea typeface="宋体" panose="02010600030101010101" pitchFamily="2" charset="-122"/>
              </a:rPr>
              <a:t>255.255.255.128 </a:t>
            </a:r>
            <a:r>
              <a:rPr lang="en-US" altLang="zh-CN" sz="2100">
                <a:solidFill>
                  <a:schemeClr val="hlink"/>
                </a:solidFill>
                <a:latin typeface="Arial" panose="020B0604020202020204" pitchFamily="34" charset="0"/>
                <a:ea typeface="宋体" panose="02010600030101010101" pitchFamily="2" charset="-122"/>
              </a:rPr>
              <a:t>AND</a:t>
            </a:r>
            <a:r>
              <a:rPr lang="en-US" altLang="zh-CN" sz="2100">
                <a:latin typeface="Arial" panose="020B0604020202020204" pitchFamily="34" charset="0"/>
                <a:ea typeface="宋体" panose="02010600030101010101" pitchFamily="2" charset="-122"/>
              </a:rPr>
              <a:t> 128.30.33.138 = 128.30.33.128</a:t>
            </a:r>
          </a:p>
          <a:p>
            <a:pPr algn="ctr" eaLnBrk="1" hangingPunct="1">
              <a:lnSpc>
                <a:spcPct val="110000"/>
              </a:lnSpc>
              <a:spcBef>
                <a:spcPct val="0"/>
              </a:spcBef>
              <a:buClrTx/>
              <a:buSzTx/>
              <a:buFontTx/>
              <a:buNone/>
            </a:pPr>
            <a:r>
              <a:rPr lang="zh-CN" altLang="en-US" sz="2100">
                <a:solidFill>
                  <a:schemeClr val="hlink"/>
                </a:solidFill>
                <a:latin typeface="Arial" panose="020B0604020202020204" pitchFamily="34" charset="0"/>
                <a:ea typeface="宋体" panose="02010600030101010101" pitchFamily="2" charset="-122"/>
              </a:rPr>
              <a:t>匹配</a:t>
            </a:r>
            <a:r>
              <a:rPr lang="en-US" altLang="zh-CN" sz="2100">
                <a:solidFill>
                  <a:schemeClr val="hlink"/>
                </a:solidFill>
                <a:latin typeface="Arial" panose="020B0604020202020204" pitchFamily="34" charset="0"/>
                <a:ea typeface="宋体" panose="02010600030101010101" pitchFamily="2" charset="-122"/>
              </a:rPr>
              <a:t>!</a:t>
            </a:r>
          </a:p>
          <a:p>
            <a:pPr algn="ctr" eaLnBrk="1" hangingPunct="1">
              <a:lnSpc>
                <a:spcPct val="110000"/>
              </a:lnSpc>
              <a:spcBef>
                <a:spcPct val="0"/>
              </a:spcBef>
              <a:buClrTx/>
              <a:buSzTx/>
              <a:buFontTx/>
              <a:buNone/>
            </a:pPr>
            <a:r>
              <a:rPr lang="zh-CN" altLang="en-US" sz="2100">
                <a:latin typeface="Arial" panose="020B0604020202020204" pitchFamily="34" charset="0"/>
                <a:ea typeface="宋体" panose="02010600030101010101" pitchFamily="2" charset="-122"/>
              </a:rPr>
              <a:t>这表明子网 </a:t>
            </a:r>
            <a:r>
              <a:rPr lang="en-US" altLang="zh-CN" sz="2100">
                <a:latin typeface="Arial" panose="020B0604020202020204" pitchFamily="34" charset="0"/>
                <a:ea typeface="宋体" panose="02010600030101010101" pitchFamily="2" charset="-122"/>
              </a:rPr>
              <a:t>2 </a:t>
            </a:r>
            <a:r>
              <a:rPr lang="zh-CN" altLang="en-US" sz="2100">
                <a:latin typeface="Arial" panose="020B0604020202020204" pitchFamily="34" charset="0"/>
                <a:ea typeface="宋体" panose="02010600030101010101" pitchFamily="2" charset="-122"/>
              </a:rPr>
              <a:t>就是收到的分组所要寻找的目的网络</a:t>
            </a:r>
          </a:p>
        </p:txBody>
      </p:sp>
      <p:sp>
        <p:nvSpPr>
          <p:cNvPr id="257083" name="Rectangle 64">
            <a:extLst>
              <a:ext uri="{FF2B5EF4-FFF2-40B4-BE49-F238E27FC236}">
                <a16:creationId xmlns:a16="http://schemas.microsoft.com/office/drawing/2014/main" id="{327C84E5-6AB7-254E-9233-5496889A0956}"/>
              </a:ext>
            </a:extLst>
          </p:cNvPr>
          <p:cNvSpPr>
            <a:spLocks noChangeArrowheads="1"/>
          </p:cNvSpPr>
          <p:nvPr/>
        </p:nvSpPr>
        <p:spPr bwMode="auto">
          <a:xfrm>
            <a:off x="1250156" y="871538"/>
            <a:ext cx="5616179" cy="378619"/>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just"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R</a:t>
            </a:r>
            <a:r>
              <a:rPr lang="en-US" altLang="zh-CN" sz="2100" baseline="-25000">
                <a:latin typeface="Arial" panose="020B0604020202020204" pitchFamily="34" charset="0"/>
                <a:ea typeface="宋体" panose="02010600030101010101" pitchFamily="2" charset="-122"/>
                <a:cs typeface="黑体" panose="02010609060101010101" pitchFamily="49" charset="-122"/>
              </a:rPr>
              <a:t>1</a:t>
            </a:r>
            <a:r>
              <a:rPr lang="en-US" altLang="zh-CN" sz="135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收到的分组的目的 </a:t>
            </a: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地址：</a:t>
            </a:r>
            <a:r>
              <a:rPr lang="en-US" altLang="zh-CN" sz="2100">
                <a:latin typeface="Arial" panose="020B0604020202020204" pitchFamily="34" charset="0"/>
                <a:ea typeface="宋体" panose="02010600030101010101" pitchFamily="2" charset="-122"/>
                <a:cs typeface="黑体" panose="02010609060101010101" pitchFamily="49" charset="-122"/>
              </a:rPr>
              <a:t>128.30.33.138</a:t>
            </a:r>
          </a:p>
        </p:txBody>
      </p:sp>
      <p:grpSp>
        <p:nvGrpSpPr>
          <p:cNvPr id="518209" name="Group 65">
            <a:extLst>
              <a:ext uri="{FF2B5EF4-FFF2-40B4-BE49-F238E27FC236}">
                <a16:creationId xmlns:a16="http://schemas.microsoft.com/office/drawing/2014/main" id="{05502147-AF22-AD46-8088-0FE7DC049DA7}"/>
              </a:ext>
            </a:extLst>
          </p:cNvPr>
          <p:cNvGrpSpPr>
            <a:grpSpLocks/>
          </p:cNvGrpSpPr>
          <p:nvPr/>
        </p:nvGrpSpPr>
        <p:grpSpPr bwMode="auto">
          <a:xfrm>
            <a:off x="5008960" y="1240631"/>
            <a:ext cx="1939528" cy="1034654"/>
            <a:chOff x="3247" y="1042"/>
            <a:chExt cx="1629" cy="869"/>
          </a:xfrm>
        </p:grpSpPr>
        <p:sp>
          <p:nvSpPr>
            <p:cNvPr id="257094" name="Line 66">
              <a:extLst>
                <a:ext uri="{FF2B5EF4-FFF2-40B4-BE49-F238E27FC236}">
                  <a16:creationId xmlns:a16="http://schemas.microsoft.com/office/drawing/2014/main" id="{08DD18D3-E66F-3E41-A707-5649EFDFD006}"/>
                </a:ext>
              </a:extLst>
            </p:cNvPr>
            <p:cNvSpPr>
              <a:spLocks noChangeShapeType="1"/>
            </p:cNvSpPr>
            <p:nvPr/>
          </p:nvSpPr>
          <p:spPr bwMode="auto">
            <a:xfrm>
              <a:off x="3742" y="1911"/>
              <a:ext cx="1134" cy="0"/>
            </a:xfrm>
            <a:prstGeom prst="line">
              <a:avLst/>
            </a:prstGeom>
            <a:noFill/>
            <a:ln w="7620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95" name="Line 67">
              <a:extLst>
                <a:ext uri="{FF2B5EF4-FFF2-40B4-BE49-F238E27FC236}">
                  <a16:creationId xmlns:a16="http://schemas.microsoft.com/office/drawing/2014/main" id="{11A3DBD5-66EA-814A-A74D-DA4BEDF560DF}"/>
                </a:ext>
              </a:extLst>
            </p:cNvPr>
            <p:cNvSpPr>
              <a:spLocks noChangeShapeType="1"/>
            </p:cNvSpPr>
            <p:nvPr/>
          </p:nvSpPr>
          <p:spPr bwMode="auto">
            <a:xfrm flipV="1">
              <a:off x="3247" y="1042"/>
              <a:ext cx="1428" cy="0"/>
            </a:xfrm>
            <a:prstGeom prst="line">
              <a:avLst/>
            </a:prstGeom>
            <a:noFill/>
            <a:ln w="7620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257085" name="AutoShape 68">
            <a:extLst>
              <a:ext uri="{FF2B5EF4-FFF2-40B4-BE49-F238E27FC236}">
                <a16:creationId xmlns:a16="http://schemas.microsoft.com/office/drawing/2014/main" id="{9BC5297F-7FA0-E74F-8F17-5EA7BA0A41ED}"/>
              </a:ext>
            </a:extLst>
          </p:cNvPr>
          <p:cNvSpPr>
            <a:spLocks noChangeArrowheads="1"/>
          </p:cNvSpPr>
          <p:nvPr/>
        </p:nvSpPr>
        <p:spPr bwMode="auto">
          <a:xfrm rot="21053543">
            <a:off x="2843213" y="1168004"/>
            <a:ext cx="108347" cy="1620440"/>
          </a:xfrm>
          <a:prstGeom prst="downArrow">
            <a:avLst>
              <a:gd name="adj1" fmla="val 50000"/>
              <a:gd name="adj2" fmla="val 373900"/>
            </a:avLst>
          </a:prstGeom>
          <a:solidFill>
            <a:schemeClr val="accent1"/>
          </a:solidFill>
          <a:ln w="9525">
            <a:solidFill>
              <a:srgbClr val="333399"/>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18213" name="AutoShape 69">
            <a:extLst>
              <a:ext uri="{FF2B5EF4-FFF2-40B4-BE49-F238E27FC236}">
                <a16:creationId xmlns:a16="http://schemas.microsoft.com/office/drawing/2014/main" id="{4F956B7A-3113-BB43-B8EB-B6B31916B8CC}"/>
              </a:ext>
            </a:extLst>
          </p:cNvPr>
          <p:cNvSpPr>
            <a:spLocks noChangeArrowheads="1"/>
          </p:cNvSpPr>
          <p:nvPr/>
        </p:nvSpPr>
        <p:spPr bwMode="auto">
          <a:xfrm>
            <a:off x="3924301" y="2045494"/>
            <a:ext cx="432197" cy="161925"/>
          </a:xfrm>
          <a:prstGeom prst="rightArrow">
            <a:avLst>
              <a:gd name="adj1" fmla="val 50000"/>
              <a:gd name="adj2" fmla="val 66728"/>
            </a:avLst>
          </a:prstGeom>
          <a:solidFill>
            <a:schemeClr val="accent1"/>
          </a:solidFill>
          <a:ln w="9525">
            <a:solidFill>
              <a:schemeClr val="tx2"/>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518214" name="Group 70">
            <a:extLst>
              <a:ext uri="{FF2B5EF4-FFF2-40B4-BE49-F238E27FC236}">
                <a16:creationId xmlns:a16="http://schemas.microsoft.com/office/drawing/2014/main" id="{06B16445-682F-964C-8EC3-8682A2B3B502}"/>
              </a:ext>
            </a:extLst>
          </p:cNvPr>
          <p:cNvGrpSpPr>
            <a:grpSpLocks/>
          </p:cNvGrpSpPr>
          <p:nvPr/>
        </p:nvGrpSpPr>
        <p:grpSpPr bwMode="auto">
          <a:xfrm>
            <a:off x="4252913" y="2247900"/>
            <a:ext cx="3545681" cy="2144316"/>
            <a:chOff x="2612" y="1888"/>
            <a:chExt cx="2978" cy="1801"/>
          </a:xfrm>
        </p:grpSpPr>
        <p:sp>
          <p:nvSpPr>
            <p:cNvPr id="257092" name="Line 71">
              <a:extLst>
                <a:ext uri="{FF2B5EF4-FFF2-40B4-BE49-F238E27FC236}">
                  <a16:creationId xmlns:a16="http://schemas.microsoft.com/office/drawing/2014/main" id="{0DD26C0F-FD64-624A-9EF6-F2B8BE51CAB2}"/>
                </a:ext>
              </a:extLst>
            </p:cNvPr>
            <p:cNvSpPr>
              <a:spLocks noChangeShapeType="1"/>
            </p:cNvSpPr>
            <p:nvPr/>
          </p:nvSpPr>
          <p:spPr bwMode="auto">
            <a:xfrm>
              <a:off x="2612" y="1888"/>
              <a:ext cx="1134" cy="0"/>
            </a:xfrm>
            <a:prstGeom prst="line">
              <a:avLst/>
            </a:prstGeom>
            <a:noFill/>
            <a:ln w="7620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93" name="Line 72">
              <a:extLst>
                <a:ext uri="{FF2B5EF4-FFF2-40B4-BE49-F238E27FC236}">
                  <a16:creationId xmlns:a16="http://schemas.microsoft.com/office/drawing/2014/main" id="{6BD9E72E-1A23-1F49-B8ED-090F0B400C94}"/>
                </a:ext>
              </a:extLst>
            </p:cNvPr>
            <p:cNvSpPr>
              <a:spLocks noChangeShapeType="1"/>
            </p:cNvSpPr>
            <p:nvPr/>
          </p:nvSpPr>
          <p:spPr bwMode="auto">
            <a:xfrm flipV="1">
              <a:off x="4162" y="3689"/>
              <a:ext cx="1428" cy="0"/>
            </a:xfrm>
            <a:prstGeom prst="line">
              <a:avLst/>
            </a:prstGeom>
            <a:noFill/>
            <a:ln w="7620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18217" name="Group 73">
            <a:extLst>
              <a:ext uri="{FF2B5EF4-FFF2-40B4-BE49-F238E27FC236}">
                <a16:creationId xmlns:a16="http://schemas.microsoft.com/office/drawing/2014/main" id="{25E0B45D-B26F-B245-9FDE-07920EC50183}"/>
              </a:ext>
            </a:extLst>
          </p:cNvPr>
          <p:cNvGrpSpPr>
            <a:grpSpLocks/>
          </p:cNvGrpSpPr>
          <p:nvPr/>
        </p:nvGrpSpPr>
        <p:grpSpPr bwMode="auto">
          <a:xfrm>
            <a:off x="5058966" y="2247900"/>
            <a:ext cx="1943100" cy="1835944"/>
            <a:chOff x="3289" y="1888"/>
            <a:chExt cx="1632" cy="1542"/>
          </a:xfrm>
        </p:grpSpPr>
        <p:sp>
          <p:nvSpPr>
            <p:cNvPr id="257090" name="Line 74">
              <a:extLst>
                <a:ext uri="{FF2B5EF4-FFF2-40B4-BE49-F238E27FC236}">
                  <a16:creationId xmlns:a16="http://schemas.microsoft.com/office/drawing/2014/main" id="{77D00CE8-B39E-064E-BD61-2257518D99DE}"/>
                </a:ext>
              </a:extLst>
            </p:cNvPr>
            <p:cNvSpPr>
              <a:spLocks noChangeShapeType="1"/>
            </p:cNvSpPr>
            <p:nvPr/>
          </p:nvSpPr>
          <p:spPr bwMode="auto">
            <a:xfrm>
              <a:off x="3289" y="1888"/>
              <a:ext cx="1632" cy="1542"/>
            </a:xfrm>
            <a:prstGeom prst="line">
              <a:avLst/>
            </a:prstGeom>
            <a:noFill/>
            <a:ln w="7620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57091" name="Text Box 75">
              <a:extLst>
                <a:ext uri="{FF2B5EF4-FFF2-40B4-BE49-F238E27FC236}">
                  <a16:creationId xmlns:a16="http://schemas.microsoft.com/office/drawing/2014/main" id="{3A4C75C5-80D4-E443-A673-F87B628E2BF0}"/>
                </a:ext>
              </a:extLst>
            </p:cNvPr>
            <p:cNvSpPr txBox="1">
              <a:spLocks noChangeArrowheads="1"/>
            </p:cNvSpPr>
            <p:nvPr/>
          </p:nvSpPr>
          <p:spPr bwMode="auto">
            <a:xfrm>
              <a:off x="3619" y="2421"/>
              <a:ext cx="984" cy="504"/>
            </a:xfrm>
            <a:prstGeom prst="rect">
              <a:avLst/>
            </a:prstGeom>
            <a:solidFill>
              <a:srgbClr val="CCECFF"/>
            </a:solidFill>
            <a:ln w="76200" cmpd="tri">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3300">
                  <a:solidFill>
                    <a:schemeClr val="tx2"/>
                  </a:solidFill>
                  <a:latin typeface="Tahoma" panose="020B0604030504040204" pitchFamily="34" charset="0"/>
                  <a:ea typeface="宋体" panose="02010600030101010101" pitchFamily="2" charset="-122"/>
                </a:rPr>
                <a:t>一致</a:t>
              </a:r>
              <a:r>
                <a:rPr lang="en-US" altLang="zh-CN" sz="3300">
                  <a:solidFill>
                    <a:schemeClr val="tx2"/>
                  </a:solidFill>
                  <a:latin typeface="Tahoma" panose="020B0604030504040204" pitchFamily="34" charset="0"/>
                  <a:ea typeface="宋体" panose="02010600030101010101" pitchFamily="2" charset="-122"/>
                </a:rPr>
                <a:t>!</a:t>
              </a:r>
            </a:p>
          </p:txBody>
        </p:sp>
      </p:grpSp>
      <p:sp>
        <p:nvSpPr>
          <p:cNvPr id="257089" name="幻灯片编号占位符 1">
            <a:extLst>
              <a:ext uri="{FF2B5EF4-FFF2-40B4-BE49-F238E27FC236}">
                <a16:creationId xmlns:a16="http://schemas.microsoft.com/office/drawing/2014/main" id="{FF702471-A2E1-4142-8C23-157870EDE22A}"/>
              </a:ext>
            </a:extLst>
          </p:cNvPr>
          <p:cNvSpPr>
            <a:spLocks noGrp="1" noChangeArrowheads="1"/>
          </p:cNvSpPr>
          <p:nvPr>
            <p:ph type="sldNum" sz="quarter" idx="10"/>
          </p:nvPr>
        </p:nvSpPr>
        <p:spPr>
          <a:xfrm>
            <a:off x="8652510" y="4868862"/>
            <a:ext cx="463728"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DB1C1F9-8DFA-6C4C-904E-0AD16729204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117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9110776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18213"/>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2000" fill="hold" grpId="1" nodeType="afterEffect">
                                  <p:stCondLst>
                                    <p:cond delay="500"/>
                                  </p:stCondLst>
                                  <p:childTnLst>
                                    <p:anim calcmode="discrete" valueType="str">
                                      <p:cBhvr>
                                        <p:cTn id="9" dur="1000" fill="hold"/>
                                        <p:tgtEl>
                                          <p:spTgt spid="518213"/>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2500"/>
                            </p:stCondLst>
                            <p:childTnLst>
                              <p:par>
                                <p:cTn id="11" presetID="1" presetClass="exit" presetSubtype="0" fill="hold" grpId="2" nodeType="afterEffect">
                                  <p:stCondLst>
                                    <p:cond delay="0"/>
                                  </p:stCondLst>
                                  <p:childTnLst>
                                    <p:set>
                                      <p:cBhvr>
                                        <p:cTn id="12" dur="1" fill="hold">
                                          <p:stCondLst>
                                            <p:cond delay="0"/>
                                          </p:stCondLst>
                                        </p:cTn>
                                        <p:tgtEl>
                                          <p:spTgt spid="518213"/>
                                        </p:tgtEl>
                                        <p:attrNameLst>
                                          <p:attrName>style.visibility</p:attrName>
                                        </p:attrNameLst>
                                      </p:cBhvr>
                                      <p:to>
                                        <p:strVal val="hidden"/>
                                      </p:to>
                                    </p:set>
                                  </p:childTnLst>
                                </p:cTn>
                              </p:par>
                            </p:childTnLst>
                          </p:cTn>
                        </p:par>
                        <p:par>
                          <p:cTn id="13" fill="hold" nodeType="afterGroup">
                            <p:stCondLst>
                              <p:cond delay="2500"/>
                            </p:stCondLst>
                            <p:childTnLst>
                              <p:par>
                                <p:cTn id="14" presetID="1" presetClass="entr" presetSubtype="0" fill="hold" nodeType="afterEffect">
                                  <p:stCondLst>
                                    <p:cond delay="0"/>
                                  </p:stCondLst>
                                  <p:childTnLst>
                                    <p:set>
                                      <p:cBhvr>
                                        <p:cTn id="15" dur="1" fill="hold">
                                          <p:stCondLst>
                                            <p:cond delay="0"/>
                                          </p:stCondLst>
                                        </p:cTn>
                                        <p:tgtEl>
                                          <p:spTgt spid="518209"/>
                                        </p:tgtEl>
                                        <p:attrNameLst>
                                          <p:attrName>style.visibility</p:attrName>
                                        </p:attrNameLst>
                                      </p:cBhvr>
                                      <p:to>
                                        <p:strVal val="visible"/>
                                      </p:to>
                                    </p:set>
                                  </p:childTnLst>
                                </p:cTn>
                              </p:par>
                            </p:childTnLst>
                          </p:cTn>
                        </p:par>
                        <p:par>
                          <p:cTn id="16" fill="hold" nodeType="afterGroup">
                            <p:stCondLst>
                              <p:cond delay="2500"/>
                            </p:stCondLst>
                            <p:childTnLst>
                              <p:par>
                                <p:cTn id="17" presetID="35" presetClass="emph" presetSubtype="0" repeatCount="3000" fill="hold" nodeType="afterEffect">
                                  <p:stCondLst>
                                    <p:cond delay="0"/>
                                  </p:stCondLst>
                                  <p:childTnLst>
                                    <p:anim calcmode="discrete" valueType="str">
                                      <p:cBhvr>
                                        <p:cTn id="18" dur="1000" fill="hold"/>
                                        <p:tgtEl>
                                          <p:spTgt spid="518209"/>
                                        </p:tgtEl>
                                        <p:attrNameLst>
                                          <p:attrName>style.visibility</p:attrName>
                                        </p:attrNameLst>
                                      </p:cBhvr>
                                      <p:tavLst>
                                        <p:tav tm="0">
                                          <p:val>
                                            <p:strVal val="hidden"/>
                                          </p:val>
                                        </p:tav>
                                        <p:tav tm="50000">
                                          <p:val>
                                            <p:strVal val="visible"/>
                                          </p:val>
                                        </p:tav>
                                      </p:tavLst>
                                    </p:anim>
                                  </p:childTnLst>
                                </p:cTn>
                              </p:par>
                            </p:childTnLst>
                          </p:cTn>
                        </p:par>
                        <p:par>
                          <p:cTn id="19" fill="hold" nodeType="afterGroup">
                            <p:stCondLst>
                              <p:cond delay="5500"/>
                            </p:stCondLst>
                            <p:childTnLst>
                              <p:par>
                                <p:cTn id="20" presetID="22" presetClass="entr" presetSubtype="1" fill="hold" grpId="0" nodeType="afterEffect">
                                  <p:stCondLst>
                                    <p:cond delay="0"/>
                                  </p:stCondLst>
                                  <p:childTnLst>
                                    <p:set>
                                      <p:cBhvr>
                                        <p:cTn id="21" dur="1" fill="hold">
                                          <p:stCondLst>
                                            <p:cond delay="0"/>
                                          </p:stCondLst>
                                        </p:cTn>
                                        <p:tgtEl>
                                          <p:spTgt spid="518207"/>
                                        </p:tgtEl>
                                        <p:attrNameLst>
                                          <p:attrName>style.visibility</p:attrName>
                                        </p:attrNameLst>
                                      </p:cBhvr>
                                      <p:to>
                                        <p:strVal val="visible"/>
                                      </p:to>
                                    </p:set>
                                    <p:animEffect transition="in" filter="wipe(up)">
                                      <p:cBhvr>
                                        <p:cTn id="22" dur="5000"/>
                                        <p:tgtEl>
                                          <p:spTgt spid="518207"/>
                                        </p:tgtEl>
                                      </p:cBhvr>
                                    </p:animEffect>
                                  </p:childTnLst>
                                </p:cTn>
                              </p:par>
                            </p:childTnLst>
                          </p:cTn>
                        </p:par>
                        <p:par>
                          <p:cTn id="23" fill="hold" nodeType="afterGroup">
                            <p:stCondLst>
                              <p:cond delay="10500"/>
                            </p:stCondLst>
                            <p:childTnLst>
                              <p:par>
                                <p:cTn id="24" presetID="1" presetClass="entr" presetSubtype="0" fill="hold" nodeType="afterEffect">
                                  <p:stCondLst>
                                    <p:cond delay="0"/>
                                  </p:stCondLst>
                                  <p:childTnLst>
                                    <p:set>
                                      <p:cBhvr>
                                        <p:cTn id="25" dur="1" fill="hold">
                                          <p:stCondLst>
                                            <p:cond delay="0"/>
                                          </p:stCondLst>
                                        </p:cTn>
                                        <p:tgtEl>
                                          <p:spTgt spid="518214"/>
                                        </p:tgtEl>
                                        <p:attrNameLst>
                                          <p:attrName>style.visibility</p:attrName>
                                        </p:attrNameLst>
                                      </p:cBhvr>
                                      <p:to>
                                        <p:strVal val="visible"/>
                                      </p:to>
                                    </p:set>
                                  </p:childTnLst>
                                </p:cTn>
                              </p:par>
                            </p:childTnLst>
                          </p:cTn>
                        </p:par>
                        <p:par>
                          <p:cTn id="26" fill="hold" nodeType="afterGroup">
                            <p:stCondLst>
                              <p:cond delay="10500"/>
                            </p:stCondLst>
                            <p:childTnLst>
                              <p:par>
                                <p:cTn id="27" presetID="35" presetClass="emph" presetSubtype="0" repeatCount="3000" fill="hold" nodeType="afterEffect">
                                  <p:stCondLst>
                                    <p:cond delay="500"/>
                                  </p:stCondLst>
                                  <p:childTnLst>
                                    <p:anim calcmode="discrete" valueType="str">
                                      <p:cBhvr>
                                        <p:cTn id="28" dur="1000" fill="hold"/>
                                        <p:tgtEl>
                                          <p:spTgt spid="518214"/>
                                        </p:tgtEl>
                                        <p:attrNameLst>
                                          <p:attrName>style.visibility</p:attrName>
                                        </p:attrNameLst>
                                      </p:cBhvr>
                                      <p:tavLst>
                                        <p:tav tm="0">
                                          <p:val>
                                            <p:strVal val="hidden"/>
                                          </p:val>
                                        </p:tav>
                                        <p:tav tm="50000">
                                          <p:val>
                                            <p:strVal val="visible"/>
                                          </p:val>
                                        </p:tav>
                                      </p:tavLst>
                                    </p:anim>
                                  </p:childTnLst>
                                </p:cTn>
                              </p:par>
                            </p:childTnLst>
                          </p:cTn>
                        </p:par>
                        <p:par>
                          <p:cTn id="29" fill="hold" nodeType="afterGroup">
                            <p:stCondLst>
                              <p:cond delay="14000"/>
                            </p:stCondLst>
                            <p:childTnLst>
                              <p:par>
                                <p:cTn id="30" presetID="1" presetClass="entr" presetSubtype="0" fill="hold" nodeType="afterEffect">
                                  <p:stCondLst>
                                    <p:cond delay="0"/>
                                  </p:stCondLst>
                                  <p:childTnLst>
                                    <p:set>
                                      <p:cBhvr>
                                        <p:cTn id="31" dur="1" fill="hold">
                                          <p:stCondLst>
                                            <p:cond delay="0"/>
                                          </p:stCondLst>
                                        </p:cTn>
                                        <p:tgtEl>
                                          <p:spTgt spid="5182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8207" grpId="0" animBg="1"/>
      <p:bldP spid="518213" grpId="0" animBg="1"/>
      <p:bldP spid="518213" grpId="1" animBg="1"/>
      <p:bldP spid="518213" grpId="2"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073" name="Rectangle 2">
            <a:extLst>
              <a:ext uri="{FF2B5EF4-FFF2-40B4-BE49-F238E27FC236}">
                <a16:creationId xmlns:a16="http://schemas.microsoft.com/office/drawing/2014/main" id="{67E9D7BC-AD1A-A643-AF28-59F356005DE3}"/>
              </a:ext>
            </a:extLst>
          </p:cNvPr>
          <p:cNvSpPr>
            <a:spLocks noGrp="1" noChangeArrowheads="1"/>
          </p:cNvSpPr>
          <p:nvPr>
            <p:ph type="title"/>
          </p:nvPr>
        </p:nvSpPr>
        <p:spPr>
          <a:xfrm>
            <a:off x="160021" y="357188"/>
            <a:ext cx="7706440" cy="575072"/>
          </a:xfrm>
        </p:spPr>
        <p:txBody>
          <a:bodyPr/>
          <a:lstStyle/>
          <a:p>
            <a:r>
              <a:rPr lang="zh-CN" altLang="en-US" sz="3000" dirty="0">
                <a:ea typeface="宋体" panose="02010600030101010101" pitchFamily="2" charset="-122"/>
              </a:rPr>
              <a:t>子网划分（均匀）举例</a:t>
            </a:r>
          </a:p>
        </p:txBody>
      </p:sp>
      <p:sp>
        <p:nvSpPr>
          <p:cNvPr id="259074" name="Rectangle 5">
            <a:extLst>
              <a:ext uri="{FF2B5EF4-FFF2-40B4-BE49-F238E27FC236}">
                <a16:creationId xmlns:a16="http://schemas.microsoft.com/office/drawing/2014/main" id="{2E759DFC-33E9-3541-8570-1B92A5F07751}"/>
              </a:ext>
            </a:extLst>
          </p:cNvPr>
          <p:cNvSpPr>
            <a:spLocks noGrp="1" noChangeArrowheads="1"/>
          </p:cNvSpPr>
          <p:nvPr>
            <p:ph type="body" idx="1"/>
          </p:nvPr>
        </p:nvSpPr>
        <p:spPr>
          <a:xfrm>
            <a:off x="160021" y="985838"/>
            <a:ext cx="5485923" cy="2877741"/>
          </a:xfrm>
        </p:spPr>
        <p:txBody>
          <a:bodyPr/>
          <a:lstStyle/>
          <a:p>
            <a:pPr marL="0" indent="0">
              <a:buNone/>
            </a:pPr>
            <a:r>
              <a:rPr lang="zh-CN" altLang="en-US" sz="1800" dirty="0">
                <a:ea typeface="宋体" panose="02010600030101010101" pitchFamily="2" charset="-122"/>
              </a:rPr>
              <a:t>例</a:t>
            </a:r>
            <a:r>
              <a:rPr lang="en-US" altLang="zh-CN" sz="1800" dirty="0">
                <a:ea typeface="宋体" panose="02010600030101010101" pitchFamily="2" charset="-122"/>
              </a:rPr>
              <a:t>1</a:t>
            </a:r>
            <a:r>
              <a:rPr lang="zh-CN" altLang="en-US" sz="1800" dirty="0">
                <a:ea typeface="宋体" panose="02010600030101010101" pitchFamily="2" charset="-122"/>
              </a:rPr>
              <a:t>：</a:t>
            </a:r>
            <a:r>
              <a:rPr lang="en-US" altLang="zh-CN" sz="1800" dirty="0">
                <a:ea typeface="宋体" panose="02010600030101010101" pitchFamily="2" charset="-122"/>
              </a:rPr>
              <a:t>128.208.0.0/16 </a:t>
            </a:r>
            <a:r>
              <a:rPr lang="zh-CN" altLang="en-US" sz="1800" dirty="0">
                <a:ea typeface="宋体" panose="02010600030101010101" pitchFamily="2" charset="-122"/>
              </a:rPr>
              <a:t>的地址空间划分为三片</a:t>
            </a:r>
          </a:p>
          <a:p>
            <a:pPr marL="0" indent="0">
              <a:spcBef>
                <a:spcPts val="300"/>
              </a:spcBef>
            </a:pPr>
            <a:r>
              <a:rPr lang="zh-CN" altLang="en-US" sz="1800" dirty="0">
                <a:ea typeface="宋体" panose="02010600030101010101" pitchFamily="2" charset="-122"/>
              </a:rPr>
              <a:t> </a:t>
            </a:r>
            <a:r>
              <a:rPr lang="zh-CN" altLang="en-US" sz="1600" dirty="0">
                <a:ea typeface="宋体" panose="02010600030101010101" pitchFamily="2" charset="-122"/>
              </a:rPr>
              <a:t>简单划分：均匀分为四份</a:t>
            </a:r>
          </a:p>
          <a:p>
            <a:pPr marL="0" indent="0">
              <a:spcBef>
                <a:spcPts val="300"/>
              </a:spcBef>
            </a:pPr>
            <a:r>
              <a:rPr lang="zh-CN" altLang="en-US" sz="1600" dirty="0">
                <a:ea typeface="宋体" panose="02010600030101010101" pitchFamily="2" charset="-122"/>
              </a:rPr>
              <a:t> 原来 </a:t>
            </a:r>
            <a:r>
              <a:rPr lang="en-US" altLang="zh-CN" sz="1600" dirty="0">
                <a:ea typeface="宋体" panose="02010600030101010101" pitchFamily="2" charset="-122"/>
              </a:rPr>
              <a:t>16 bit </a:t>
            </a:r>
            <a:r>
              <a:rPr lang="zh-CN" altLang="en-US" sz="1600" dirty="0">
                <a:ea typeface="宋体" panose="02010600030101010101" pitchFamily="2" charset="-122"/>
              </a:rPr>
              <a:t>前缀不变</a:t>
            </a:r>
          </a:p>
          <a:p>
            <a:pPr marL="0" indent="0">
              <a:spcBef>
                <a:spcPts val="300"/>
              </a:spcBef>
            </a:pPr>
            <a:r>
              <a:rPr lang="zh-CN" altLang="en-US" sz="1600" dirty="0">
                <a:ea typeface="宋体" panose="02010600030101010101" pitchFamily="2" charset="-122"/>
              </a:rPr>
              <a:t> 从</a:t>
            </a:r>
            <a:r>
              <a:rPr lang="en-US" altLang="zh-CN" sz="1600" dirty="0">
                <a:ea typeface="宋体" panose="02010600030101010101" pitchFamily="2" charset="-122"/>
              </a:rPr>
              <a:t>16 bit </a:t>
            </a:r>
            <a:r>
              <a:rPr lang="zh-CN" altLang="en-US" sz="1600" dirty="0">
                <a:ea typeface="宋体" panose="02010600030101010101" pitchFamily="2" charset="-122"/>
              </a:rPr>
              <a:t>主机号中分出 </a:t>
            </a:r>
            <a:r>
              <a:rPr lang="en-US" altLang="zh-CN" sz="1600" dirty="0">
                <a:solidFill>
                  <a:srgbClr val="FF0000"/>
                </a:solidFill>
                <a:ea typeface="宋体" panose="02010600030101010101" pitchFamily="2" charset="-122"/>
              </a:rPr>
              <a:t>2 bit </a:t>
            </a:r>
            <a:r>
              <a:rPr lang="zh-CN" altLang="en-US" sz="1600" dirty="0">
                <a:ea typeface="宋体" panose="02010600030101010101" pitchFamily="2" charset="-122"/>
              </a:rPr>
              <a:t>作为子网号</a:t>
            </a:r>
          </a:p>
          <a:p>
            <a:pPr marL="0" indent="0">
              <a:spcBef>
                <a:spcPts val="300"/>
              </a:spcBef>
            </a:pPr>
            <a:r>
              <a:rPr lang="zh-CN" altLang="en-US" sz="1600" dirty="0">
                <a:ea typeface="宋体" panose="02010600030101010101" pitchFamily="2" charset="-122"/>
              </a:rPr>
              <a:t> 对外网络号：</a:t>
            </a:r>
            <a:r>
              <a:rPr lang="en-US" altLang="zh-CN" sz="1600" dirty="0">
                <a:ea typeface="宋体" panose="02010600030101010101" pitchFamily="2" charset="-122"/>
              </a:rPr>
              <a:t>128.208.0.0/</a:t>
            </a:r>
            <a:r>
              <a:rPr lang="en-US" altLang="zh-CN" sz="1600" dirty="0">
                <a:solidFill>
                  <a:srgbClr val="C00000"/>
                </a:solidFill>
                <a:ea typeface="宋体" panose="02010600030101010101" pitchFamily="2" charset="-122"/>
              </a:rPr>
              <a:t>16</a:t>
            </a:r>
          </a:p>
          <a:p>
            <a:pPr marL="0" indent="0">
              <a:spcBef>
                <a:spcPts val="300"/>
              </a:spcBef>
            </a:pPr>
            <a:r>
              <a:rPr lang="en-US" altLang="zh-CN" sz="1600" dirty="0">
                <a:ea typeface="宋体" panose="02010600030101010101" pitchFamily="2" charset="-122"/>
              </a:rPr>
              <a:t> </a:t>
            </a:r>
            <a:r>
              <a:rPr lang="zh-CN" altLang="en-US" sz="1600" dirty="0">
                <a:ea typeface="宋体" panose="02010600030101010101" pitchFamily="2" charset="-122"/>
              </a:rPr>
              <a:t>内部子网号与子网掩码</a:t>
            </a:r>
          </a:p>
          <a:p>
            <a:pPr marL="369094" lvl="1" indent="-126206">
              <a:spcBef>
                <a:spcPts val="300"/>
              </a:spcBef>
            </a:pPr>
            <a:r>
              <a:rPr lang="zh-CN" altLang="en-US" sz="1400" dirty="0">
                <a:ea typeface="宋体" panose="02010600030101010101" pitchFamily="2" charset="-122"/>
              </a:rPr>
              <a:t> 电子工程系： </a:t>
            </a:r>
            <a:r>
              <a:rPr lang="en-US" altLang="zh-CN" sz="1100" b="1" dirty="0">
                <a:latin typeface="Consolas" panose="020B0609020204030204" pitchFamily="49" charset="0"/>
                <a:ea typeface="Consolas" panose="020B0609020204030204" pitchFamily="49" charset="0"/>
                <a:cs typeface="Consolas" panose="020B0609020204030204" pitchFamily="49" charset="0"/>
              </a:rPr>
              <a:t>10000000.11010000.00 </a:t>
            </a:r>
            <a:r>
              <a:rPr lang="en-US" altLang="zh-CN" sz="1100" b="1" dirty="0" err="1">
                <a:latin typeface="Consolas" panose="020B0609020204030204" pitchFamily="49" charset="0"/>
                <a:ea typeface="Consolas" panose="020B0609020204030204" pitchFamily="49" charset="0"/>
                <a:cs typeface="Consolas" panose="020B0609020204030204" pitchFamily="49" charset="0"/>
              </a:rPr>
              <a:t>xxxxxx.xxxxxxxx</a:t>
            </a:r>
            <a:endParaRPr lang="en-US" altLang="zh-CN" sz="1100" b="1" dirty="0">
              <a:latin typeface="Consolas" panose="020B0609020204030204" pitchFamily="49" charset="0"/>
              <a:ea typeface="Consolas" panose="020B0609020204030204" pitchFamily="49" charset="0"/>
              <a:cs typeface="Consolas" panose="020B0609020204030204" pitchFamily="49" charset="0"/>
            </a:endParaRPr>
          </a:p>
          <a:p>
            <a:pPr marL="369094" lvl="1" indent="-126206">
              <a:spcBef>
                <a:spcPts val="300"/>
              </a:spcBef>
            </a:pPr>
            <a:r>
              <a:rPr lang="en-US" altLang="zh-CN" sz="1400" dirty="0">
                <a:ea typeface="宋体" panose="02010600030101010101" pitchFamily="2" charset="-122"/>
              </a:rPr>
              <a:t> </a:t>
            </a:r>
            <a:r>
              <a:rPr lang="zh-CN" altLang="en-US" sz="1400" dirty="0">
                <a:ea typeface="宋体" panose="02010600030101010101" pitchFamily="2" charset="-122"/>
              </a:rPr>
              <a:t>计算机系：     </a:t>
            </a:r>
            <a:r>
              <a:rPr lang="en-US" altLang="zh-CN" sz="1100" b="1" dirty="0">
                <a:latin typeface="Consolas" panose="020B0609020204030204" pitchFamily="49" charset="0"/>
                <a:ea typeface="Consolas" panose="020B0609020204030204" pitchFamily="49" charset="0"/>
                <a:cs typeface="Consolas" panose="020B0609020204030204" pitchFamily="49" charset="0"/>
              </a:rPr>
              <a:t>10000000.11010000.01 </a:t>
            </a:r>
            <a:r>
              <a:rPr lang="en-US" altLang="zh-CN" sz="1100" b="1" dirty="0" err="1">
                <a:latin typeface="Consolas" panose="020B0609020204030204" pitchFamily="49" charset="0"/>
                <a:ea typeface="Consolas" panose="020B0609020204030204" pitchFamily="49" charset="0"/>
                <a:cs typeface="Consolas" panose="020B0609020204030204" pitchFamily="49" charset="0"/>
              </a:rPr>
              <a:t>xxxxxx.xxxxxxxx</a:t>
            </a:r>
            <a:endParaRPr lang="en-US" altLang="zh-CN" sz="1400" b="1" dirty="0">
              <a:latin typeface="Consolas" panose="020B0609020204030204" pitchFamily="49" charset="0"/>
              <a:ea typeface="Consolas" panose="020B0609020204030204" pitchFamily="49" charset="0"/>
              <a:cs typeface="Consolas" panose="020B0609020204030204" pitchFamily="49" charset="0"/>
            </a:endParaRPr>
          </a:p>
          <a:p>
            <a:pPr marL="369094" lvl="1" indent="-126206">
              <a:spcBef>
                <a:spcPts val="300"/>
              </a:spcBef>
            </a:pPr>
            <a:r>
              <a:rPr lang="en-US" altLang="zh-CN" sz="1400" dirty="0">
                <a:ea typeface="宋体" panose="02010600030101010101" pitchFamily="2" charset="-122"/>
              </a:rPr>
              <a:t> </a:t>
            </a:r>
            <a:r>
              <a:rPr lang="zh-CN" altLang="en-US" sz="1400" dirty="0">
                <a:ea typeface="宋体" panose="02010600030101010101" pitchFamily="2" charset="-122"/>
              </a:rPr>
              <a:t>艺术系：         </a:t>
            </a:r>
            <a:r>
              <a:rPr lang="en-US" altLang="zh-CN" sz="1100" b="1" dirty="0">
                <a:latin typeface="Consolas" panose="020B0609020204030204" pitchFamily="49" charset="0"/>
                <a:ea typeface="Consolas" panose="020B0609020204030204" pitchFamily="49" charset="0"/>
                <a:cs typeface="Consolas" panose="020B0609020204030204" pitchFamily="49" charset="0"/>
              </a:rPr>
              <a:t>10000000.11010000.10 </a:t>
            </a:r>
            <a:r>
              <a:rPr lang="en-US" altLang="zh-CN" sz="1100" b="1" dirty="0" err="1">
                <a:latin typeface="Consolas" panose="020B0609020204030204" pitchFamily="49" charset="0"/>
                <a:ea typeface="Consolas" panose="020B0609020204030204" pitchFamily="49" charset="0"/>
                <a:cs typeface="Consolas" panose="020B0609020204030204" pitchFamily="49" charset="0"/>
              </a:rPr>
              <a:t>xxxxxx.xxxxxxxx</a:t>
            </a:r>
            <a:endParaRPr lang="en-US" altLang="zh-CN" sz="1400" b="1" dirty="0">
              <a:latin typeface="Consolas" panose="020B0609020204030204" pitchFamily="49" charset="0"/>
              <a:ea typeface="Consolas" panose="020B0609020204030204" pitchFamily="49" charset="0"/>
              <a:cs typeface="Consolas" panose="020B0609020204030204" pitchFamily="49" charset="0"/>
            </a:endParaRPr>
          </a:p>
          <a:p>
            <a:pPr marL="369094" lvl="1" indent="-126206">
              <a:spcBef>
                <a:spcPts val="300"/>
              </a:spcBef>
            </a:pPr>
            <a:r>
              <a:rPr lang="en-US" altLang="zh-CN" sz="1400" dirty="0">
                <a:ea typeface="宋体" panose="02010600030101010101" pitchFamily="2" charset="-122"/>
              </a:rPr>
              <a:t> </a:t>
            </a:r>
            <a:r>
              <a:rPr lang="zh-CN" altLang="en-US" sz="1400" dirty="0">
                <a:solidFill>
                  <a:srgbClr val="00B050"/>
                </a:solidFill>
                <a:ea typeface="宋体" panose="02010600030101010101" pitchFamily="2" charset="-122"/>
              </a:rPr>
              <a:t>保留：             </a:t>
            </a:r>
            <a:r>
              <a:rPr lang="en-US" altLang="zh-CN" sz="1100" b="1" dirty="0">
                <a:solidFill>
                  <a:srgbClr val="00B050"/>
                </a:solidFill>
                <a:latin typeface="Consolas" panose="020B0609020204030204" pitchFamily="49" charset="0"/>
                <a:ea typeface="Consolas" panose="020B0609020204030204" pitchFamily="49" charset="0"/>
                <a:cs typeface="Consolas" panose="020B0609020204030204" pitchFamily="49" charset="0"/>
              </a:rPr>
              <a:t>10000000.11010000.11 </a:t>
            </a:r>
            <a:r>
              <a:rPr lang="en-US" altLang="zh-CN" sz="1100" b="1" dirty="0" err="1">
                <a:solidFill>
                  <a:srgbClr val="00B050"/>
                </a:solidFill>
                <a:latin typeface="Consolas" panose="020B0609020204030204" pitchFamily="49" charset="0"/>
                <a:ea typeface="Consolas" panose="020B0609020204030204" pitchFamily="49" charset="0"/>
                <a:cs typeface="Consolas" panose="020B0609020204030204" pitchFamily="49" charset="0"/>
              </a:rPr>
              <a:t>xxxxxx.xxxxxxxx</a:t>
            </a:r>
            <a:endParaRPr lang="en-US" altLang="zh-CN" sz="1400" b="1" dirty="0">
              <a:latin typeface="Consolas" panose="020B0609020204030204" pitchFamily="49" charset="0"/>
              <a:ea typeface="Consolas" panose="020B0609020204030204" pitchFamily="49" charset="0"/>
              <a:cs typeface="Consolas" panose="020B0609020204030204" pitchFamily="49" charset="0"/>
            </a:endParaRPr>
          </a:p>
          <a:p>
            <a:pPr marL="369094" lvl="1" indent="-126206">
              <a:buNone/>
            </a:pPr>
            <a:r>
              <a:rPr lang="zh-CN" altLang="en-US" sz="1200" dirty="0">
                <a:ea typeface="宋体" panose="02010600030101010101" pitchFamily="2" charset="-122"/>
              </a:rPr>
              <a:t>                                （</a:t>
            </a:r>
            <a:r>
              <a:rPr lang="en-US" altLang="zh-CN" sz="1200" dirty="0">
                <a:solidFill>
                  <a:srgbClr val="00B050"/>
                </a:solidFill>
                <a:ea typeface="宋体" panose="02010600030101010101" pitchFamily="2" charset="-122"/>
              </a:rPr>
              <a:t>128.208.192.0</a:t>
            </a:r>
            <a:r>
              <a:rPr lang="zh-CN" altLang="en-US" sz="1200" dirty="0">
                <a:solidFill>
                  <a:srgbClr val="00B050"/>
                </a:solidFill>
                <a:ea typeface="宋体" panose="02010600030101010101" pitchFamily="2" charset="-122"/>
              </a:rPr>
              <a:t>，</a:t>
            </a:r>
            <a:r>
              <a:rPr lang="en-US" altLang="zh-CN" sz="1200" dirty="0">
                <a:solidFill>
                  <a:srgbClr val="00B050"/>
                </a:solidFill>
                <a:ea typeface="宋体" panose="02010600030101010101" pitchFamily="2" charset="-122"/>
              </a:rPr>
              <a:t>255.255.192.0</a:t>
            </a:r>
            <a:r>
              <a:rPr lang="zh-CN" altLang="en-US" sz="1200" dirty="0">
                <a:ea typeface="宋体" panose="02010600030101010101" pitchFamily="2" charset="-122"/>
              </a:rPr>
              <a:t>）</a:t>
            </a:r>
          </a:p>
        </p:txBody>
      </p:sp>
      <p:sp>
        <p:nvSpPr>
          <p:cNvPr id="259075" name="灯片编号占位符 1">
            <a:extLst>
              <a:ext uri="{FF2B5EF4-FFF2-40B4-BE49-F238E27FC236}">
                <a16:creationId xmlns:a16="http://schemas.microsoft.com/office/drawing/2014/main" id="{71563901-BB53-DE40-AF0F-6391A9223E2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89ADEAF1-ECA5-064D-80D0-E3A01F3E2D41}"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118</a:t>
            </a:fld>
            <a:endParaRPr lang="en-US" altLang="zh-CN" sz="1050">
              <a:solidFill>
                <a:schemeClr val="bg2"/>
              </a:solidFill>
              <a:latin typeface="Tahoma" panose="020B0604030504040204" pitchFamily="34" charset="0"/>
              <a:ea typeface="宋体" panose="02010600030101010101" pitchFamily="2" charset="-122"/>
            </a:endParaRPr>
          </a:p>
        </p:txBody>
      </p:sp>
      <p:graphicFrame>
        <p:nvGraphicFramePr>
          <p:cNvPr id="6" name="Group 429">
            <a:extLst>
              <a:ext uri="{FF2B5EF4-FFF2-40B4-BE49-F238E27FC236}">
                <a16:creationId xmlns:a16="http://schemas.microsoft.com/office/drawing/2014/main" id="{A2EFBF8D-C4AF-6441-AAC6-2BF5761BBB7F}"/>
              </a:ext>
            </a:extLst>
          </p:cNvPr>
          <p:cNvGraphicFramePr>
            <a:graphicFrameLocks noGrp="1"/>
          </p:cNvGraphicFramePr>
          <p:nvPr>
            <p:extLst>
              <p:ext uri="{D42A27DB-BD31-4B8C-83A1-F6EECF244321}">
                <p14:modId xmlns:p14="http://schemas.microsoft.com/office/powerpoint/2010/main" val="2419912534"/>
              </p:ext>
            </p:extLst>
          </p:nvPr>
        </p:nvGraphicFramePr>
        <p:xfrm>
          <a:off x="1385888" y="4030267"/>
          <a:ext cx="6592717" cy="998362"/>
        </p:xfrm>
        <a:graphic>
          <a:graphicData uri="http://schemas.openxmlformats.org/drawingml/2006/table">
            <a:tbl>
              <a:tblPr/>
              <a:tblGrid>
                <a:gridCol w="582177">
                  <a:extLst>
                    <a:ext uri="{9D8B030D-6E8A-4147-A177-3AD203B41FA5}">
                      <a16:colId xmlns:a16="http://schemas.microsoft.com/office/drawing/2014/main" val="20000"/>
                    </a:ext>
                  </a:extLst>
                </a:gridCol>
                <a:gridCol w="364307">
                  <a:extLst>
                    <a:ext uri="{9D8B030D-6E8A-4147-A177-3AD203B41FA5}">
                      <a16:colId xmlns:a16="http://schemas.microsoft.com/office/drawing/2014/main" val="20001"/>
                    </a:ext>
                  </a:extLst>
                </a:gridCol>
                <a:gridCol w="384546">
                  <a:extLst>
                    <a:ext uri="{9D8B030D-6E8A-4147-A177-3AD203B41FA5}">
                      <a16:colId xmlns:a16="http://schemas.microsoft.com/office/drawing/2014/main" val="20002"/>
                    </a:ext>
                  </a:extLst>
                </a:gridCol>
                <a:gridCol w="383356">
                  <a:extLst>
                    <a:ext uri="{9D8B030D-6E8A-4147-A177-3AD203B41FA5}">
                      <a16:colId xmlns:a16="http://schemas.microsoft.com/office/drawing/2014/main" val="20003"/>
                    </a:ext>
                  </a:extLst>
                </a:gridCol>
                <a:gridCol w="341687">
                  <a:extLst>
                    <a:ext uri="{9D8B030D-6E8A-4147-A177-3AD203B41FA5}">
                      <a16:colId xmlns:a16="http://schemas.microsoft.com/office/drawing/2014/main" val="20004"/>
                    </a:ext>
                  </a:extLst>
                </a:gridCol>
                <a:gridCol w="86338">
                  <a:extLst>
                    <a:ext uri="{9D8B030D-6E8A-4147-A177-3AD203B41FA5}">
                      <a16:colId xmlns:a16="http://schemas.microsoft.com/office/drawing/2014/main" val="20005"/>
                    </a:ext>
                  </a:extLst>
                </a:gridCol>
                <a:gridCol w="384547">
                  <a:extLst>
                    <a:ext uri="{9D8B030D-6E8A-4147-A177-3AD203B41FA5}">
                      <a16:colId xmlns:a16="http://schemas.microsoft.com/office/drawing/2014/main" val="20006"/>
                    </a:ext>
                  </a:extLst>
                </a:gridCol>
                <a:gridCol w="384546">
                  <a:extLst>
                    <a:ext uri="{9D8B030D-6E8A-4147-A177-3AD203B41FA5}">
                      <a16:colId xmlns:a16="http://schemas.microsoft.com/office/drawing/2014/main" val="20007"/>
                    </a:ext>
                  </a:extLst>
                </a:gridCol>
                <a:gridCol w="383356">
                  <a:extLst>
                    <a:ext uri="{9D8B030D-6E8A-4147-A177-3AD203B41FA5}">
                      <a16:colId xmlns:a16="http://schemas.microsoft.com/office/drawing/2014/main" val="20008"/>
                    </a:ext>
                  </a:extLst>
                </a:gridCol>
                <a:gridCol w="279779">
                  <a:extLst>
                    <a:ext uri="{9D8B030D-6E8A-4147-A177-3AD203B41FA5}">
                      <a16:colId xmlns:a16="http://schemas.microsoft.com/office/drawing/2014/main" val="20009"/>
                    </a:ext>
                  </a:extLst>
                </a:gridCol>
                <a:gridCol w="86338">
                  <a:extLst>
                    <a:ext uri="{9D8B030D-6E8A-4147-A177-3AD203B41FA5}">
                      <a16:colId xmlns:a16="http://schemas.microsoft.com/office/drawing/2014/main" val="20010"/>
                    </a:ext>
                  </a:extLst>
                </a:gridCol>
                <a:gridCol w="377402">
                  <a:extLst>
                    <a:ext uri="{9D8B030D-6E8A-4147-A177-3AD203B41FA5}">
                      <a16:colId xmlns:a16="http://schemas.microsoft.com/office/drawing/2014/main" val="20011"/>
                    </a:ext>
                  </a:extLst>
                </a:gridCol>
                <a:gridCol w="485743">
                  <a:extLst>
                    <a:ext uri="{9D8B030D-6E8A-4147-A177-3AD203B41FA5}">
                      <a16:colId xmlns:a16="http://schemas.microsoft.com/office/drawing/2014/main" val="20012"/>
                    </a:ext>
                  </a:extLst>
                </a:gridCol>
                <a:gridCol w="378593">
                  <a:extLst>
                    <a:ext uri="{9D8B030D-6E8A-4147-A177-3AD203B41FA5}">
                      <a16:colId xmlns:a16="http://schemas.microsoft.com/office/drawing/2014/main" val="20013"/>
                    </a:ext>
                  </a:extLst>
                </a:gridCol>
                <a:gridCol w="200012">
                  <a:extLst>
                    <a:ext uri="{9D8B030D-6E8A-4147-A177-3AD203B41FA5}">
                      <a16:colId xmlns:a16="http://schemas.microsoft.com/office/drawing/2014/main" val="20014"/>
                    </a:ext>
                  </a:extLst>
                </a:gridCol>
                <a:gridCol w="86338">
                  <a:extLst>
                    <a:ext uri="{9D8B030D-6E8A-4147-A177-3AD203B41FA5}">
                      <a16:colId xmlns:a16="http://schemas.microsoft.com/office/drawing/2014/main" val="20015"/>
                    </a:ext>
                  </a:extLst>
                </a:gridCol>
                <a:gridCol w="269063">
                  <a:extLst>
                    <a:ext uri="{9D8B030D-6E8A-4147-A177-3AD203B41FA5}">
                      <a16:colId xmlns:a16="http://schemas.microsoft.com/office/drawing/2014/main" val="20016"/>
                    </a:ext>
                  </a:extLst>
                </a:gridCol>
                <a:gridCol w="378593">
                  <a:extLst>
                    <a:ext uri="{9D8B030D-6E8A-4147-A177-3AD203B41FA5}">
                      <a16:colId xmlns:a16="http://schemas.microsoft.com/office/drawing/2014/main" val="20017"/>
                    </a:ext>
                  </a:extLst>
                </a:gridCol>
                <a:gridCol w="323828">
                  <a:extLst>
                    <a:ext uri="{9D8B030D-6E8A-4147-A177-3AD203B41FA5}">
                      <a16:colId xmlns:a16="http://schemas.microsoft.com/office/drawing/2014/main" val="20018"/>
                    </a:ext>
                  </a:extLst>
                </a:gridCol>
                <a:gridCol w="432168">
                  <a:extLst>
                    <a:ext uri="{9D8B030D-6E8A-4147-A177-3AD203B41FA5}">
                      <a16:colId xmlns:a16="http://schemas.microsoft.com/office/drawing/2014/main" val="20019"/>
                    </a:ext>
                  </a:extLst>
                </a:gridCol>
              </a:tblGrid>
              <a:tr h="228600">
                <a:tc rowSpan="3">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9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子网</a:t>
                      </a:r>
                      <a:endParaRPr kumimoji="1" lang="en-US" altLang="zh-CN" sz="9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9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掩码</a:t>
                      </a:r>
                    </a:p>
                  </a:txBody>
                  <a:tcPr marL="60938" marR="60938" marT="34206" marB="34206" anchor="b"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16</a:t>
                      </a: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800" b="1" i="0" u="none" strike="noStrike" cap="none" normalizeH="0" baseline="0">
                          <a:ln>
                            <a:noFill/>
                          </a:ln>
                          <a:solidFill>
                            <a:srgbClr val="C00000"/>
                          </a:solidFill>
                          <a:effectLst/>
                          <a:latin typeface="Times New Roman" panose="02020603050405020304" pitchFamily="18" charset="0"/>
                          <a:ea typeface="宋体" panose="02010600030101010101" pitchFamily="2" charset="-122"/>
                        </a:rPr>
                        <a:t>17-18</a:t>
                      </a: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just"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   </a:t>
                      </a:r>
                      <a:r>
                        <a:rPr kumimoji="1" lang="en-US" altLang="zh-CN"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32</a:t>
                      </a: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228600">
                <a:tc v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10</a:t>
                      </a:r>
                    </a:p>
                  </a:txBody>
                  <a:tcPr marL="60938" marR="60938" marT="34206" marB="3420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9">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网络</a:t>
                      </a:r>
                    </a:p>
                  </a:txBody>
                  <a:tcPr marL="60938" marR="60938" marT="34206" marB="3420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8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子网</a:t>
                      </a:r>
                      <a:endParaRPr kumimoji="1" lang="en-US" altLang="zh-CN" sz="8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txBody>
                  <a:tcPr marL="60938" marR="60938" marT="34206" marB="3420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8">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主机</a:t>
                      </a:r>
                      <a:r>
                        <a:rPr kumimoji="1" lang="en-US" altLang="zh-CN"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(16382)</a:t>
                      </a:r>
                    </a:p>
                  </a:txBody>
                  <a:tcPr marL="60938" marR="60938" marT="34206" marB="3420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1"/>
                  </a:ext>
                </a:extLst>
              </a:tr>
              <a:tr h="263129">
                <a:tc vMerge="1">
                  <a:txBody>
                    <a:bodyPr/>
                    <a:lstStyle/>
                    <a:p>
                      <a:endParaRPr lang="zh-CN" altLang="en-US"/>
                    </a:p>
                  </a:txBody>
                  <a:tcPr/>
                </a:tc>
                <a:tc gridSpan="19">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a:t>
                      </a:r>
                      <a:r>
                        <a:rPr kumimoji="1" lang="zh-CN" altLang="en-US" sz="12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sng"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sng"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sng"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 </a:t>
                      </a:r>
                    </a:p>
                  </a:txBody>
                  <a:tcPr marL="60938" marR="60938" marT="34206" marB="34206" horzOverflow="overflow">
                    <a:lnL>
                      <a:noFill/>
                    </a:lnL>
                    <a:lnR>
                      <a:noFill/>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2"/>
                  </a:ext>
                </a:extLst>
              </a:tr>
              <a:tr h="2631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9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txBody>
                  <a:tcPr marL="60938" marR="60938" marT="34206" marB="34206" anchor="b" horzOverflow="overflow">
                    <a:lnL>
                      <a:noFill/>
                    </a:lnL>
                    <a:lnR>
                      <a:noFill/>
                    </a:lnR>
                    <a:lnT>
                      <a:noFill/>
                    </a:lnT>
                    <a:lnB>
                      <a:noFill/>
                    </a:lnB>
                    <a:lnTlToBr>
                      <a:noFill/>
                    </a:lnTlToBr>
                    <a:lnBlToTr>
                      <a:noFill/>
                    </a:lnBlToTr>
                    <a:noFill/>
                  </a:tcPr>
                </a:tc>
                <a:tc gridSpan="4">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255</a:t>
                      </a:r>
                    </a:p>
                  </a:txBody>
                  <a:tcPr marL="60938" marR="60938" marT="34206" marB="34206"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5">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255</a:t>
                      </a:r>
                    </a:p>
                  </a:txBody>
                  <a:tcPr marL="60938" marR="60938" marT="34206" marB="34206"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5">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192</a:t>
                      </a:r>
                    </a:p>
                  </a:txBody>
                  <a:tcPr marL="60938" marR="60938" marT="34206" marB="34206"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5">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dirty="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p>
                  </a:txBody>
                  <a:tcPr marL="60938" marR="60938" marT="34206" marB="34206"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3"/>
                  </a:ext>
                </a:extLst>
              </a:tr>
            </a:tbl>
          </a:graphicData>
        </a:graphic>
      </p:graphicFrame>
      <p:sp>
        <p:nvSpPr>
          <p:cNvPr id="259112" name="Line 6">
            <a:extLst>
              <a:ext uri="{FF2B5EF4-FFF2-40B4-BE49-F238E27FC236}">
                <a16:creationId xmlns:a16="http://schemas.microsoft.com/office/drawing/2014/main" id="{70826E98-294D-1141-B7A5-AEBA157FA13F}"/>
              </a:ext>
            </a:extLst>
          </p:cNvPr>
          <p:cNvSpPr>
            <a:spLocks noChangeShapeType="1"/>
          </p:cNvSpPr>
          <p:nvPr/>
        </p:nvSpPr>
        <p:spPr bwMode="auto">
          <a:xfrm>
            <a:off x="3322082" y="2812971"/>
            <a:ext cx="0" cy="919163"/>
          </a:xfrm>
          <a:prstGeom prst="line">
            <a:avLst/>
          </a:prstGeom>
          <a:noFill/>
          <a:ln w="254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pic>
        <p:nvPicPr>
          <p:cNvPr id="259113" name="Picture 38">
            <a:extLst>
              <a:ext uri="{FF2B5EF4-FFF2-40B4-BE49-F238E27FC236}">
                <a16:creationId xmlns:a16="http://schemas.microsoft.com/office/drawing/2014/main" id="{3D30C2F9-12B2-8F46-BE79-DC206BA68C73}"/>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934916" y="2087880"/>
            <a:ext cx="297656" cy="215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114" name="Picture 38">
            <a:extLst>
              <a:ext uri="{FF2B5EF4-FFF2-40B4-BE49-F238E27FC236}">
                <a16:creationId xmlns:a16="http://schemas.microsoft.com/office/drawing/2014/main" id="{4155DBC7-3D86-3E4C-A72F-35284F459A26}"/>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75460" y="2520078"/>
            <a:ext cx="297656" cy="215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115" name="Picture 38">
            <a:extLst>
              <a:ext uri="{FF2B5EF4-FFF2-40B4-BE49-F238E27FC236}">
                <a16:creationId xmlns:a16="http://schemas.microsoft.com/office/drawing/2014/main" id="{73AA9F7F-6B37-1B44-930B-C93C06643E63}"/>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934916" y="2520078"/>
            <a:ext cx="297656" cy="215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116" name="Picture 38">
            <a:extLst>
              <a:ext uri="{FF2B5EF4-FFF2-40B4-BE49-F238E27FC236}">
                <a16:creationId xmlns:a16="http://schemas.microsoft.com/office/drawing/2014/main" id="{95754307-AB4D-F042-9F34-94AF5C81AE3A}"/>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05062" y="2573655"/>
            <a:ext cx="297656" cy="215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9117" name="Line 33">
            <a:extLst>
              <a:ext uri="{FF2B5EF4-FFF2-40B4-BE49-F238E27FC236}">
                <a16:creationId xmlns:a16="http://schemas.microsoft.com/office/drawing/2014/main" id="{5D3A48A8-476E-ED4D-ADB5-09D0309358E7}"/>
              </a:ext>
            </a:extLst>
          </p:cNvPr>
          <p:cNvSpPr>
            <a:spLocks noChangeShapeType="1"/>
          </p:cNvSpPr>
          <p:nvPr/>
        </p:nvSpPr>
        <p:spPr bwMode="auto">
          <a:xfrm flipH="1">
            <a:off x="7045643" y="2693908"/>
            <a:ext cx="25004" cy="461963"/>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9118" name="Line 33">
            <a:extLst>
              <a:ext uri="{FF2B5EF4-FFF2-40B4-BE49-F238E27FC236}">
                <a16:creationId xmlns:a16="http://schemas.microsoft.com/office/drawing/2014/main" id="{108CAA10-DC70-C747-A6F7-5FA40565ABD7}"/>
              </a:ext>
            </a:extLst>
          </p:cNvPr>
          <p:cNvSpPr>
            <a:spLocks noChangeShapeType="1"/>
          </p:cNvSpPr>
          <p:nvPr/>
        </p:nvSpPr>
        <p:spPr bwMode="auto">
          <a:xfrm>
            <a:off x="7708822" y="2693909"/>
            <a:ext cx="369094" cy="529828"/>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9119" name="Line 33">
            <a:extLst>
              <a:ext uri="{FF2B5EF4-FFF2-40B4-BE49-F238E27FC236}">
                <a16:creationId xmlns:a16="http://schemas.microsoft.com/office/drawing/2014/main" id="{6C9B0A5A-A572-6145-82B0-D32BF4BA10C7}"/>
              </a:ext>
            </a:extLst>
          </p:cNvPr>
          <p:cNvSpPr>
            <a:spLocks noChangeShapeType="1"/>
          </p:cNvSpPr>
          <p:nvPr/>
        </p:nvSpPr>
        <p:spPr bwMode="auto">
          <a:xfrm flipH="1">
            <a:off x="6043137" y="2747486"/>
            <a:ext cx="309563" cy="42029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9120" name="Line 33">
            <a:extLst>
              <a:ext uri="{FF2B5EF4-FFF2-40B4-BE49-F238E27FC236}">
                <a16:creationId xmlns:a16="http://schemas.microsoft.com/office/drawing/2014/main" id="{35FDFE9E-4A36-8E47-B7CC-6D7AC4811524}"/>
              </a:ext>
            </a:extLst>
          </p:cNvPr>
          <p:cNvSpPr>
            <a:spLocks noChangeShapeType="1"/>
          </p:cNvSpPr>
          <p:nvPr/>
        </p:nvSpPr>
        <p:spPr bwMode="auto">
          <a:xfrm>
            <a:off x="7070647" y="2303384"/>
            <a:ext cx="0" cy="21669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9121" name="Line 33">
            <a:extLst>
              <a:ext uri="{FF2B5EF4-FFF2-40B4-BE49-F238E27FC236}">
                <a16:creationId xmlns:a16="http://schemas.microsoft.com/office/drawing/2014/main" id="{E3DB3B6A-0879-E445-819B-8F4B6C41EA75}"/>
              </a:ext>
            </a:extLst>
          </p:cNvPr>
          <p:cNvSpPr>
            <a:spLocks noChangeShapeType="1"/>
          </p:cNvSpPr>
          <p:nvPr/>
        </p:nvSpPr>
        <p:spPr bwMode="auto">
          <a:xfrm flipH="1">
            <a:off x="6421756" y="2196228"/>
            <a:ext cx="513160" cy="406003"/>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9122" name="Line 33">
            <a:extLst>
              <a:ext uri="{FF2B5EF4-FFF2-40B4-BE49-F238E27FC236}">
                <a16:creationId xmlns:a16="http://schemas.microsoft.com/office/drawing/2014/main" id="{96A9F63B-3A7D-8D45-AE25-84C2B17D2C2C}"/>
              </a:ext>
            </a:extLst>
          </p:cNvPr>
          <p:cNvSpPr>
            <a:spLocks noChangeShapeType="1"/>
          </p:cNvSpPr>
          <p:nvPr/>
        </p:nvSpPr>
        <p:spPr bwMode="auto">
          <a:xfrm>
            <a:off x="7211140" y="2255759"/>
            <a:ext cx="398859" cy="263128"/>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9123" name="Line 33">
            <a:extLst>
              <a:ext uri="{FF2B5EF4-FFF2-40B4-BE49-F238E27FC236}">
                <a16:creationId xmlns:a16="http://schemas.microsoft.com/office/drawing/2014/main" id="{48E3E784-7EF0-8E45-84D4-2F9061403128}"/>
              </a:ext>
            </a:extLst>
          </p:cNvPr>
          <p:cNvSpPr>
            <a:spLocks noChangeShapeType="1"/>
          </p:cNvSpPr>
          <p:nvPr/>
        </p:nvSpPr>
        <p:spPr bwMode="auto">
          <a:xfrm flipV="1">
            <a:off x="7070647" y="1817608"/>
            <a:ext cx="0" cy="270272"/>
          </a:xfrm>
          <a:prstGeom prst="line">
            <a:avLst/>
          </a:prstGeom>
          <a:noFill/>
          <a:ln w="28575">
            <a:solidFill>
              <a:srgbClr val="333399"/>
            </a:solidFill>
            <a:round/>
            <a:headEnd type="none" w="med" len="lg"/>
            <a:tailEnd type="stealth" w="med" len="lg"/>
          </a:ln>
          <a:extLst>
            <a:ext uri="{909E8E84-426E-40DD-AFC4-6F175D3DCCD1}">
              <a14:hiddenFill xmlns:a14="http://schemas.microsoft.com/office/drawing/2010/main">
                <a:noFill/>
              </a14:hiddenFill>
            </a:ext>
          </a:extLst>
        </p:spPr>
        <p:txBody>
          <a:bodyPr/>
          <a:lstStyle/>
          <a:p>
            <a:endParaRPr lang="zh-CN" altLang="en-US"/>
          </a:p>
        </p:txBody>
      </p:sp>
      <p:sp>
        <p:nvSpPr>
          <p:cNvPr id="259124" name="矩形 1">
            <a:extLst>
              <a:ext uri="{FF2B5EF4-FFF2-40B4-BE49-F238E27FC236}">
                <a16:creationId xmlns:a16="http://schemas.microsoft.com/office/drawing/2014/main" id="{06D8E787-50A9-B746-B1FB-0391C09B8B24}"/>
              </a:ext>
            </a:extLst>
          </p:cNvPr>
          <p:cNvSpPr>
            <a:spLocks noChangeArrowheads="1"/>
          </p:cNvSpPr>
          <p:nvPr/>
        </p:nvSpPr>
        <p:spPr bwMode="auto">
          <a:xfrm>
            <a:off x="6414612" y="1413556"/>
            <a:ext cx="1351360"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nb-NO" altLang="zh-CN" sz="1050" dirty="0" err="1">
                <a:solidFill>
                  <a:schemeClr val="tx1"/>
                </a:solidFill>
                <a:latin typeface="Arial" panose="020B0604020202020204" pitchFamily="34" charset="0"/>
                <a:ea typeface="宋体" panose="02010600030101010101" pitchFamily="2" charset="-122"/>
              </a:rPr>
              <a:t>Internet</a:t>
            </a:r>
            <a:r>
              <a:rPr lang="nb-NO" altLang="zh-CN" sz="1050" dirty="0">
                <a:solidFill>
                  <a:schemeClr val="tx1"/>
                </a:solidFill>
                <a:latin typeface="Arial" panose="020B0604020202020204" pitchFamily="34" charset="0"/>
                <a:ea typeface="宋体" panose="02010600030101010101" pitchFamily="2" charset="-122"/>
              </a:rPr>
              <a:t> </a:t>
            </a:r>
          </a:p>
          <a:p>
            <a:pPr algn="ctr">
              <a:spcBef>
                <a:spcPct val="0"/>
              </a:spcBef>
              <a:buClrTx/>
              <a:buSzTx/>
              <a:buFontTx/>
              <a:buNone/>
            </a:pPr>
            <a:r>
              <a:rPr lang="nb-NO" altLang="zh-CN" sz="1050" dirty="0">
                <a:solidFill>
                  <a:schemeClr val="tx1"/>
                </a:solidFill>
                <a:latin typeface="Arial" panose="020B0604020202020204" pitchFamily="34" charset="0"/>
                <a:ea typeface="宋体" panose="02010600030101010101" pitchFamily="2" charset="-122"/>
              </a:rPr>
              <a:t>128.208.0.0/</a:t>
            </a:r>
            <a:r>
              <a:rPr lang="nb-NO" altLang="zh-CN" sz="1050" dirty="0">
                <a:solidFill>
                  <a:srgbClr val="C00000"/>
                </a:solidFill>
                <a:latin typeface="Arial" panose="020B0604020202020204" pitchFamily="34" charset="0"/>
                <a:ea typeface="宋体" panose="02010600030101010101" pitchFamily="2" charset="-122"/>
              </a:rPr>
              <a:t>16</a:t>
            </a:r>
            <a:r>
              <a:rPr lang="nb-NO" altLang="zh-CN" sz="1050" dirty="0">
                <a:solidFill>
                  <a:schemeClr val="tx1"/>
                </a:solidFill>
                <a:latin typeface="Arial" panose="020B0604020202020204" pitchFamily="34" charset="0"/>
                <a:ea typeface="宋体" panose="02010600030101010101" pitchFamily="2" charset="-122"/>
              </a:rPr>
              <a:t> </a:t>
            </a:r>
          </a:p>
        </p:txBody>
      </p:sp>
      <p:sp>
        <p:nvSpPr>
          <p:cNvPr id="259125" name="矩形 19">
            <a:extLst>
              <a:ext uri="{FF2B5EF4-FFF2-40B4-BE49-F238E27FC236}">
                <a16:creationId xmlns:a16="http://schemas.microsoft.com/office/drawing/2014/main" id="{6C9516AA-1DB2-8E4A-8E45-5D310D64F9C9}"/>
              </a:ext>
            </a:extLst>
          </p:cNvPr>
          <p:cNvSpPr>
            <a:spLocks noChangeArrowheads="1"/>
          </p:cNvSpPr>
          <p:nvPr/>
        </p:nvSpPr>
        <p:spPr bwMode="auto">
          <a:xfrm>
            <a:off x="5275898" y="3499961"/>
            <a:ext cx="116252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nb-NO" altLang="zh-CN" sz="1000" dirty="0">
                <a:solidFill>
                  <a:srgbClr val="FF0000"/>
                </a:solidFill>
                <a:latin typeface="Arial" panose="020B0604020202020204" pitchFamily="34" charset="0"/>
                <a:ea typeface="宋体" panose="02010600030101010101" pitchFamily="2" charset="-122"/>
              </a:rPr>
              <a:t> 128.208.0.0/</a:t>
            </a:r>
            <a:r>
              <a:rPr lang="nb-NO" altLang="zh-CN" sz="1000" dirty="0">
                <a:solidFill>
                  <a:srgbClr val="7030A0"/>
                </a:solidFill>
                <a:latin typeface="Arial" panose="020B0604020202020204" pitchFamily="34" charset="0"/>
                <a:ea typeface="宋体" panose="02010600030101010101" pitchFamily="2" charset="-122"/>
              </a:rPr>
              <a:t>1</a:t>
            </a:r>
            <a:r>
              <a:rPr lang="en-US" altLang="zh-CN" sz="1000" dirty="0">
                <a:solidFill>
                  <a:srgbClr val="7030A0"/>
                </a:solidFill>
                <a:latin typeface="Arial" panose="020B0604020202020204" pitchFamily="34" charset="0"/>
                <a:ea typeface="宋体" panose="02010600030101010101" pitchFamily="2" charset="-122"/>
              </a:rPr>
              <a:t>8</a:t>
            </a:r>
            <a:endParaRPr lang="nb-NO" altLang="zh-CN" sz="1000" dirty="0">
              <a:solidFill>
                <a:srgbClr val="7030A0"/>
              </a:solidFill>
              <a:latin typeface="Arial" panose="020B0604020202020204" pitchFamily="34" charset="0"/>
              <a:ea typeface="宋体" panose="02010600030101010101" pitchFamily="2" charset="-122"/>
            </a:endParaRPr>
          </a:p>
        </p:txBody>
      </p:sp>
      <p:pic>
        <p:nvPicPr>
          <p:cNvPr id="259126" name="Picture 35">
            <a:extLst>
              <a:ext uri="{FF2B5EF4-FFF2-40B4-BE49-F238E27FC236}">
                <a16:creationId xmlns:a16="http://schemas.microsoft.com/office/drawing/2014/main" id="{610967FD-AE30-114D-82FA-3C1BBF42954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66925" y="3149918"/>
            <a:ext cx="302419"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9127" name="矩形 21">
            <a:extLst>
              <a:ext uri="{FF2B5EF4-FFF2-40B4-BE49-F238E27FC236}">
                <a16:creationId xmlns:a16="http://schemas.microsoft.com/office/drawing/2014/main" id="{94835DEC-8E3C-6746-96E5-84A819C4DA48}"/>
              </a:ext>
            </a:extLst>
          </p:cNvPr>
          <p:cNvSpPr>
            <a:spLocks noChangeArrowheads="1"/>
          </p:cNvSpPr>
          <p:nvPr/>
        </p:nvSpPr>
        <p:spPr bwMode="auto">
          <a:xfrm>
            <a:off x="6438425" y="3480911"/>
            <a:ext cx="126682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nb-NO" altLang="zh-CN" sz="1000" dirty="0">
                <a:solidFill>
                  <a:srgbClr val="FF0000"/>
                </a:solidFill>
                <a:latin typeface="Arial" panose="020B0604020202020204" pitchFamily="34" charset="0"/>
                <a:ea typeface="宋体" panose="02010600030101010101" pitchFamily="2" charset="-122"/>
              </a:rPr>
              <a:t>128.208.</a:t>
            </a:r>
            <a:r>
              <a:rPr lang="en-US" altLang="zh-CN" sz="1000" dirty="0">
                <a:solidFill>
                  <a:srgbClr val="FF0000"/>
                </a:solidFill>
                <a:latin typeface="Arial" panose="020B0604020202020204" pitchFamily="34" charset="0"/>
                <a:ea typeface="宋体" panose="02010600030101010101" pitchFamily="2" charset="-122"/>
              </a:rPr>
              <a:t>64</a:t>
            </a:r>
            <a:r>
              <a:rPr lang="nb-NO" altLang="zh-CN" sz="1000" dirty="0">
                <a:solidFill>
                  <a:srgbClr val="FF0000"/>
                </a:solidFill>
                <a:latin typeface="Arial" panose="020B0604020202020204" pitchFamily="34" charset="0"/>
                <a:ea typeface="宋体" panose="02010600030101010101" pitchFamily="2" charset="-122"/>
              </a:rPr>
              <a:t>.0/</a:t>
            </a:r>
            <a:r>
              <a:rPr lang="nb-NO" altLang="zh-CN" sz="1000" dirty="0">
                <a:solidFill>
                  <a:srgbClr val="7030A0"/>
                </a:solidFill>
                <a:latin typeface="Arial" panose="020B0604020202020204" pitchFamily="34" charset="0"/>
                <a:ea typeface="宋体" panose="02010600030101010101" pitchFamily="2" charset="-122"/>
              </a:rPr>
              <a:t>1</a:t>
            </a:r>
            <a:r>
              <a:rPr lang="en-US" altLang="zh-CN" sz="1000" dirty="0">
                <a:solidFill>
                  <a:srgbClr val="7030A0"/>
                </a:solidFill>
                <a:latin typeface="Arial" panose="020B0604020202020204" pitchFamily="34" charset="0"/>
                <a:ea typeface="宋体" panose="02010600030101010101" pitchFamily="2" charset="-122"/>
              </a:rPr>
              <a:t>8</a:t>
            </a:r>
            <a:r>
              <a:rPr lang="nb-NO" altLang="zh-CN" sz="1000" dirty="0">
                <a:solidFill>
                  <a:srgbClr val="FF0000"/>
                </a:solidFill>
                <a:latin typeface="Arial" panose="020B0604020202020204" pitchFamily="34" charset="0"/>
                <a:ea typeface="宋体" panose="02010600030101010101" pitchFamily="2" charset="-122"/>
              </a:rPr>
              <a:t> </a:t>
            </a:r>
          </a:p>
        </p:txBody>
      </p:sp>
      <p:sp>
        <p:nvSpPr>
          <p:cNvPr id="259128" name="矩形 22">
            <a:extLst>
              <a:ext uri="{FF2B5EF4-FFF2-40B4-BE49-F238E27FC236}">
                <a16:creationId xmlns:a16="http://schemas.microsoft.com/office/drawing/2014/main" id="{A60CF614-B42F-2247-903D-0660FE0FF374}"/>
              </a:ext>
            </a:extLst>
          </p:cNvPr>
          <p:cNvSpPr>
            <a:spLocks noChangeArrowheads="1"/>
          </p:cNvSpPr>
          <p:nvPr/>
        </p:nvSpPr>
        <p:spPr bwMode="auto">
          <a:xfrm>
            <a:off x="7717156" y="3465196"/>
            <a:ext cx="126682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nb-NO" altLang="zh-CN" sz="1000" dirty="0">
                <a:solidFill>
                  <a:srgbClr val="FF0000"/>
                </a:solidFill>
                <a:latin typeface="Arial" panose="020B0604020202020204" pitchFamily="34" charset="0"/>
                <a:ea typeface="宋体" panose="02010600030101010101" pitchFamily="2" charset="-122"/>
              </a:rPr>
              <a:t>128.208.</a:t>
            </a:r>
            <a:r>
              <a:rPr lang="en-US" altLang="zh-CN" sz="1000" dirty="0">
                <a:solidFill>
                  <a:srgbClr val="FF0000"/>
                </a:solidFill>
                <a:latin typeface="Arial" panose="020B0604020202020204" pitchFamily="34" charset="0"/>
                <a:ea typeface="宋体" panose="02010600030101010101" pitchFamily="2" charset="-122"/>
              </a:rPr>
              <a:t>128</a:t>
            </a:r>
            <a:r>
              <a:rPr lang="nb-NO" altLang="zh-CN" sz="1000" dirty="0">
                <a:solidFill>
                  <a:srgbClr val="FF0000"/>
                </a:solidFill>
                <a:latin typeface="Arial" panose="020B0604020202020204" pitchFamily="34" charset="0"/>
                <a:ea typeface="宋体" panose="02010600030101010101" pitchFamily="2" charset="-122"/>
              </a:rPr>
              <a:t>.0/</a:t>
            </a:r>
            <a:r>
              <a:rPr lang="nb-NO" altLang="zh-CN" sz="1000" dirty="0">
                <a:solidFill>
                  <a:srgbClr val="7030A0"/>
                </a:solidFill>
                <a:latin typeface="Arial" panose="020B0604020202020204" pitchFamily="34" charset="0"/>
                <a:ea typeface="宋体" panose="02010600030101010101" pitchFamily="2" charset="-122"/>
              </a:rPr>
              <a:t>1</a:t>
            </a:r>
            <a:r>
              <a:rPr lang="en-US" altLang="zh-CN" sz="1000" dirty="0">
                <a:solidFill>
                  <a:srgbClr val="7030A0"/>
                </a:solidFill>
                <a:latin typeface="Arial" panose="020B0604020202020204" pitchFamily="34" charset="0"/>
                <a:ea typeface="宋体" panose="02010600030101010101" pitchFamily="2" charset="-122"/>
              </a:rPr>
              <a:t>8</a:t>
            </a:r>
            <a:r>
              <a:rPr lang="nb-NO" altLang="zh-CN" sz="1000" dirty="0">
                <a:solidFill>
                  <a:srgbClr val="FF0000"/>
                </a:solidFill>
                <a:latin typeface="Arial" panose="020B0604020202020204" pitchFamily="34" charset="0"/>
                <a:ea typeface="宋体" panose="02010600030101010101" pitchFamily="2" charset="-122"/>
              </a:rPr>
              <a:t> </a:t>
            </a:r>
          </a:p>
        </p:txBody>
      </p:sp>
      <p:pic>
        <p:nvPicPr>
          <p:cNvPr id="259129" name="Picture 35">
            <a:extLst>
              <a:ext uri="{FF2B5EF4-FFF2-40B4-BE49-F238E27FC236}">
                <a16:creationId xmlns:a16="http://schemas.microsoft.com/office/drawing/2014/main" id="{77DB0BA3-4C07-2643-872E-D4A132790EA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63478" y="3155871"/>
            <a:ext cx="302419"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130" name="Picture 35">
            <a:extLst>
              <a:ext uri="{FF2B5EF4-FFF2-40B4-BE49-F238E27FC236}">
                <a16:creationId xmlns:a16="http://schemas.microsoft.com/office/drawing/2014/main" id="{38059E90-9E7B-784A-9996-74F9BC14D4E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27897" y="3166586"/>
            <a:ext cx="302419"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9131" name="矩形 25">
            <a:extLst>
              <a:ext uri="{FF2B5EF4-FFF2-40B4-BE49-F238E27FC236}">
                <a16:creationId xmlns:a16="http://schemas.microsoft.com/office/drawing/2014/main" id="{3E753FAC-3489-1846-B59B-A4F03958FC59}"/>
              </a:ext>
            </a:extLst>
          </p:cNvPr>
          <p:cNvSpPr>
            <a:spLocks noChangeArrowheads="1"/>
          </p:cNvSpPr>
          <p:nvPr/>
        </p:nvSpPr>
        <p:spPr bwMode="auto">
          <a:xfrm>
            <a:off x="6124100" y="2860596"/>
            <a:ext cx="3690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900">
                <a:solidFill>
                  <a:schemeClr val="tx1"/>
                </a:solidFill>
                <a:latin typeface="Arial" panose="020B0604020202020204" pitchFamily="34" charset="0"/>
                <a:ea typeface="宋体" panose="02010600030101010101" pitchFamily="2" charset="-122"/>
              </a:rPr>
              <a:t>EE</a:t>
            </a:r>
            <a:endParaRPr lang="nb-NO" altLang="zh-CN" sz="900">
              <a:solidFill>
                <a:schemeClr val="tx1"/>
              </a:solidFill>
              <a:latin typeface="Arial" panose="020B0604020202020204" pitchFamily="34" charset="0"/>
              <a:ea typeface="宋体" panose="02010600030101010101" pitchFamily="2" charset="-122"/>
            </a:endParaRPr>
          </a:p>
        </p:txBody>
      </p:sp>
      <p:sp>
        <p:nvSpPr>
          <p:cNvPr id="259132" name="矩形 27">
            <a:extLst>
              <a:ext uri="{FF2B5EF4-FFF2-40B4-BE49-F238E27FC236}">
                <a16:creationId xmlns:a16="http://schemas.microsoft.com/office/drawing/2014/main" id="{F17B51B0-334A-3A4C-86DF-7B41A23D2009}"/>
              </a:ext>
            </a:extLst>
          </p:cNvPr>
          <p:cNvSpPr>
            <a:spLocks noChangeArrowheads="1"/>
          </p:cNvSpPr>
          <p:nvPr/>
        </p:nvSpPr>
        <p:spPr bwMode="auto">
          <a:xfrm>
            <a:off x="6992066" y="2842736"/>
            <a:ext cx="3679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900">
                <a:solidFill>
                  <a:schemeClr val="tx1"/>
                </a:solidFill>
                <a:latin typeface="Arial" panose="020B0604020202020204" pitchFamily="34" charset="0"/>
                <a:ea typeface="宋体" panose="02010600030101010101" pitchFamily="2" charset="-122"/>
              </a:rPr>
              <a:t>CS</a:t>
            </a:r>
            <a:endParaRPr lang="nb-NO" altLang="zh-CN" sz="900">
              <a:solidFill>
                <a:schemeClr val="tx1"/>
              </a:solidFill>
              <a:latin typeface="Arial" panose="020B0604020202020204" pitchFamily="34" charset="0"/>
              <a:ea typeface="宋体" panose="02010600030101010101" pitchFamily="2" charset="-122"/>
            </a:endParaRPr>
          </a:p>
        </p:txBody>
      </p:sp>
      <p:sp>
        <p:nvSpPr>
          <p:cNvPr id="259133" name="矩形 28">
            <a:extLst>
              <a:ext uri="{FF2B5EF4-FFF2-40B4-BE49-F238E27FC236}">
                <a16:creationId xmlns:a16="http://schemas.microsoft.com/office/drawing/2014/main" id="{4434D220-0711-F84E-88E5-50D5E39AAFBE}"/>
              </a:ext>
            </a:extLst>
          </p:cNvPr>
          <p:cNvSpPr>
            <a:spLocks noChangeArrowheads="1"/>
          </p:cNvSpPr>
          <p:nvPr/>
        </p:nvSpPr>
        <p:spPr bwMode="auto">
          <a:xfrm>
            <a:off x="7835028" y="2805827"/>
            <a:ext cx="3690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900">
                <a:solidFill>
                  <a:schemeClr val="tx1"/>
                </a:solidFill>
                <a:latin typeface="Arial" panose="020B0604020202020204" pitchFamily="34" charset="0"/>
                <a:ea typeface="宋体" panose="02010600030101010101" pitchFamily="2" charset="-122"/>
              </a:rPr>
              <a:t>Art</a:t>
            </a:r>
            <a:endParaRPr lang="nb-NO" altLang="zh-CN" sz="900">
              <a:solidFill>
                <a:schemeClr val="tx1"/>
              </a:solidFill>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753330684"/>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097" name="标题 1">
            <a:extLst>
              <a:ext uri="{FF2B5EF4-FFF2-40B4-BE49-F238E27FC236}">
                <a16:creationId xmlns:a16="http://schemas.microsoft.com/office/drawing/2014/main" id="{7DDD00D4-1A34-594F-97BE-9FBD81DA9095}"/>
              </a:ext>
            </a:extLst>
          </p:cNvPr>
          <p:cNvSpPr>
            <a:spLocks noGrp="1" noChangeArrowheads="1"/>
          </p:cNvSpPr>
          <p:nvPr>
            <p:ph type="title"/>
          </p:nvPr>
        </p:nvSpPr>
        <p:spPr/>
        <p:txBody>
          <a:bodyPr/>
          <a:lstStyle/>
          <a:p>
            <a:r>
              <a:rPr lang="zh-CN" altLang="en-US">
                <a:latin typeface="Arial Black" panose="020B0604020202020204" pitchFamily="34" charset="0"/>
                <a:ea typeface="宋体" panose="02010600030101010101" pitchFamily="2" charset="-122"/>
              </a:rPr>
              <a:t>子网划分（按需）举例</a:t>
            </a:r>
            <a:endParaRPr lang="zh-CN" altLang="en-US">
              <a:latin typeface="Times New Roman" panose="02020603050405020304" pitchFamily="18" charset="0"/>
              <a:ea typeface="宋体" panose="02010600030101010101" pitchFamily="2" charset="-122"/>
            </a:endParaRPr>
          </a:p>
        </p:txBody>
      </p:sp>
      <p:sp>
        <p:nvSpPr>
          <p:cNvPr id="260098" name="内容占位符 2">
            <a:extLst>
              <a:ext uri="{FF2B5EF4-FFF2-40B4-BE49-F238E27FC236}">
                <a16:creationId xmlns:a16="http://schemas.microsoft.com/office/drawing/2014/main" id="{57A6C66A-C7C7-BB43-94A9-B04E0F3A95E9}"/>
              </a:ext>
            </a:extLst>
          </p:cNvPr>
          <p:cNvSpPr>
            <a:spLocks noGrp="1" noChangeArrowheads="1"/>
          </p:cNvSpPr>
          <p:nvPr>
            <p:ph idx="1"/>
          </p:nvPr>
        </p:nvSpPr>
        <p:spPr>
          <a:xfrm>
            <a:off x="133563" y="1006078"/>
            <a:ext cx="8804953" cy="3833813"/>
          </a:xfrm>
        </p:spPr>
        <p:txBody>
          <a:bodyPr/>
          <a:lstStyle/>
          <a:p>
            <a:pPr marL="0" indent="0">
              <a:buNone/>
            </a:pPr>
            <a:r>
              <a:rPr lang="zh-CN" altLang="en-US" sz="1800" dirty="0">
                <a:ea typeface="宋体" panose="02010600030101010101" pitchFamily="2" charset="-122"/>
              </a:rPr>
              <a:t>例</a:t>
            </a:r>
            <a:r>
              <a:rPr lang="en-US" altLang="zh-CN" sz="1800" dirty="0">
                <a:ea typeface="宋体" panose="02010600030101010101" pitchFamily="2" charset="-122"/>
              </a:rPr>
              <a:t>2</a:t>
            </a:r>
            <a:r>
              <a:rPr lang="zh-CN" altLang="en-US" sz="1800" dirty="0">
                <a:ea typeface="宋体" panose="02010600030101010101" pitchFamily="2" charset="-122"/>
              </a:rPr>
              <a:t>：按实际需要划分 </a:t>
            </a:r>
            <a:r>
              <a:rPr lang="en-US" altLang="zh-CN" sz="1800" dirty="0">
                <a:ea typeface="宋体" panose="02010600030101010101" pitchFamily="2" charset="-122"/>
              </a:rPr>
              <a:t>128.208.0.0/16 </a:t>
            </a:r>
            <a:r>
              <a:rPr lang="zh-CN" altLang="en-US" sz="1800" dirty="0">
                <a:ea typeface="宋体" panose="02010600030101010101" pitchFamily="2" charset="-122"/>
              </a:rPr>
              <a:t>的地址空间</a:t>
            </a:r>
          </a:p>
          <a:p>
            <a:pPr marL="0" indent="0">
              <a:spcBef>
                <a:spcPts val="300"/>
              </a:spcBef>
            </a:pPr>
            <a:r>
              <a:rPr lang="zh-CN" altLang="en-US" sz="1400" dirty="0">
                <a:ea typeface="宋体" panose="02010600030101010101" pitchFamily="2" charset="-122"/>
              </a:rPr>
              <a:t>假设电子工程、计算机、艺术系需要的地址空间分别约为：</a:t>
            </a:r>
            <a:r>
              <a:rPr lang="en-US" altLang="zh-CN" sz="1400" u="sng" dirty="0">
                <a:ea typeface="宋体" panose="02010600030101010101" pitchFamily="2" charset="-122"/>
              </a:rPr>
              <a:t>10000</a:t>
            </a:r>
            <a:r>
              <a:rPr lang="zh-CN" altLang="en-US" sz="1400" dirty="0">
                <a:ea typeface="宋体" panose="02010600030101010101" pitchFamily="2" charset="-122"/>
              </a:rPr>
              <a:t>、</a:t>
            </a:r>
            <a:r>
              <a:rPr lang="en-US" altLang="zh-CN" sz="1400" u="sng" dirty="0">
                <a:solidFill>
                  <a:srgbClr val="00B050"/>
                </a:solidFill>
                <a:ea typeface="宋体" panose="02010600030101010101" pitchFamily="2" charset="-122"/>
              </a:rPr>
              <a:t>20000</a:t>
            </a:r>
            <a:r>
              <a:rPr lang="zh-CN" altLang="en-US" sz="1400" dirty="0">
                <a:ea typeface="宋体" panose="02010600030101010101" pitchFamily="2" charset="-122"/>
              </a:rPr>
              <a:t>、</a:t>
            </a:r>
            <a:r>
              <a:rPr lang="en-US" altLang="zh-CN" sz="1400" u="sng" dirty="0">
                <a:solidFill>
                  <a:srgbClr val="7030A0"/>
                </a:solidFill>
                <a:ea typeface="宋体" panose="02010600030101010101" pitchFamily="2" charset="-122"/>
              </a:rPr>
              <a:t>5000</a:t>
            </a:r>
          </a:p>
          <a:p>
            <a:pPr marL="0" indent="0">
              <a:spcBef>
                <a:spcPts val="300"/>
              </a:spcBef>
            </a:pPr>
            <a:r>
              <a:rPr lang="zh-CN" altLang="en-US" sz="1400" dirty="0">
                <a:ea typeface="宋体" panose="02010600030101010101" pitchFamily="2" charset="-122"/>
              </a:rPr>
              <a:t>故主机号需要的二进制位数分别为： </a:t>
            </a:r>
            <a:r>
              <a:rPr lang="en-US" altLang="zh-CN" sz="1400" u="sng" dirty="0">
                <a:ea typeface="宋体" panose="02010600030101010101" pitchFamily="2" charset="-122"/>
              </a:rPr>
              <a:t>14</a:t>
            </a:r>
            <a:r>
              <a:rPr lang="zh-CN" altLang="en-US" sz="1400" u="sng" dirty="0">
                <a:ea typeface="宋体" panose="02010600030101010101" pitchFamily="2" charset="-122"/>
              </a:rPr>
              <a:t>（</a:t>
            </a:r>
            <a:r>
              <a:rPr lang="en-US" altLang="zh-CN" sz="1400" u="sng" dirty="0">
                <a:ea typeface="宋体" panose="02010600030101010101" pitchFamily="2" charset="-122"/>
              </a:rPr>
              <a:t>2</a:t>
            </a:r>
            <a:r>
              <a:rPr lang="en-US" altLang="zh-CN" sz="1400" u="sng" baseline="30000" dirty="0">
                <a:ea typeface="宋体" panose="02010600030101010101" pitchFamily="2" charset="-122"/>
              </a:rPr>
              <a:t>14</a:t>
            </a:r>
            <a:r>
              <a:rPr lang="en-US" altLang="zh-CN" sz="1400" u="sng" dirty="0">
                <a:ea typeface="宋体" panose="02010600030101010101" pitchFamily="2" charset="-122"/>
              </a:rPr>
              <a:t>=16384</a:t>
            </a:r>
            <a:r>
              <a:rPr lang="zh-CN" altLang="en-US" sz="1400" u="sng" dirty="0">
                <a:ea typeface="宋体" panose="02010600030101010101" pitchFamily="2" charset="-122"/>
              </a:rPr>
              <a:t>）</a:t>
            </a:r>
            <a:r>
              <a:rPr lang="zh-CN" altLang="en-US" sz="1400" dirty="0">
                <a:ea typeface="宋体" panose="02010600030101010101" pitchFamily="2" charset="-122"/>
              </a:rPr>
              <a:t>、</a:t>
            </a:r>
            <a:r>
              <a:rPr lang="en-US" altLang="zh-CN" sz="1400" u="sng" dirty="0">
                <a:solidFill>
                  <a:srgbClr val="00B050"/>
                </a:solidFill>
                <a:ea typeface="宋体" panose="02010600030101010101" pitchFamily="2" charset="-122"/>
              </a:rPr>
              <a:t>15</a:t>
            </a:r>
            <a:r>
              <a:rPr lang="zh-CN" altLang="en-US" sz="1400" u="sng" dirty="0">
                <a:solidFill>
                  <a:srgbClr val="00B050"/>
                </a:solidFill>
                <a:ea typeface="宋体" panose="02010600030101010101" pitchFamily="2" charset="-122"/>
              </a:rPr>
              <a:t>（</a:t>
            </a:r>
            <a:r>
              <a:rPr lang="en-US" altLang="zh-CN" sz="1400" u="sng" dirty="0">
                <a:solidFill>
                  <a:srgbClr val="00B050"/>
                </a:solidFill>
                <a:ea typeface="宋体" panose="02010600030101010101" pitchFamily="2" charset="-122"/>
              </a:rPr>
              <a:t>2</a:t>
            </a:r>
            <a:r>
              <a:rPr lang="en-US" altLang="zh-CN" sz="1400" u="sng" baseline="30000" dirty="0">
                <a:solidFill>
                  <a:srgbClr val="00B050"/>
                </a:solidFill>
                <a:ea typeface="宋体" panose="02010600030101010101" pitchFamily="2" charset="-122"/>
              </a:rPr>
              <a:t>15</a:t>
            </a:r>
            <a:r>
              <a:rPr lang="en-US" altLang="zh-CN" sz="1400" u="sng" dirty="0">
                <a:solidFill>
                  <a:srgbClr val="00B050"/>
                </a:solidFill>
                <a:ea typeface="宋体" panose="02010600030101010101" pitchFamily="2" charset="-122"/>
              </a:rPr>
              <a:t>=32768</a:t>
            </a:r>
            <a:r>
              <a:rPr lang="zh-CN" altLang="en-US" sz="1400" u="sng" dirty="0">
                <a:solidFill>
                  <a:srgbClr val="00B050"/>
                </a:solidFill>
                <a:ea typeface="宋体" panose="02010600030101010101" pitchFamily="2" charset="-122"/>
              </a:rPr>
              <a:t>）</a:t>
            </a:r>
            <a:r>
              <a:rPr lang="zh-CN" altLang="en-US" sz="1400" dirty="0">
                <a:ea typeface="宋体" panose="02010600030101010101" pitchFamily="2" charset="-122"/>
              </a:rPr>
              <a:t>、</a:t>
            </a:r>
            <a:r>
              <a:rPr lang="en-US" altLang="zh-CN" sz="1400" u="sng" dirty="0">
                <a:solidFill>
                  <a:srgbClr val="7030A0"/>
                </a:solidFill>
                <a:ea typeface="宋体" panose="02010600030101010101" pitchFamily="2" charset="-122"/>
              </a:rPr>
              <a:t>13</a:t>
            </a:r>
            <a:r>
              <a:rPr lang="en-US" altLang="zh-CN" sz="1400" u="sng" dirty="0">
                <a:ea typeface="宋体" panose="02010600030101010101" pitchFamily="2" charset="-122"/>
              </a:rPr>
              <a:t> (</a:t>
            </a:r>
            <a:r>
              <a:rPr lang="en-US" altLang="zh-CN" sz="1400" u="sng" dirty="0">
                <a:solidFill>
                  <a:srgbClr val="7030A0"/>
                </a:solidFill>
                <a:ea typeface="宋体" panose="02010600030101010101" pitchFamily="2" charset="-122"/>
              </a:rPr>
              <a:t>2</a:t>
            </a:r>
            <a:r>
              <a:rPr lang="en-US" altLang="zh-CN" sz="1400" u="sng" baseline="30000" dirty="0">
                <a:solidFill>
                  <a:srgbClr val="7030A0"/>
                </a:solidFill>
                <a:ea typeface="宋体" panose="02010600030101010101" pitchFamily="2" charset="-122"/>
              </a:rPr>
              <a:t>13</a:t>
            </a:r>
            <a:r>
              <a:rPr lang="en-US" altLang="zh-CN" sz="1400" u="sng" dirty="0">
                <a:solidFill>
                  <a:srgbClr val="7030A0"/>
                </a:solidFill>
                <a:ea typeface="宋体" panose="02010600030101010101" pitchFamily="2" charset="-122"/>
              </a:rPr>
              <a:t>=8192</a:t>
            </a:r>
            <a:r>
              <a:rPr lang="en-US" altLang="zh-CN" sz="1400" dirty="0">
                <a:ea typeface="宋体" panose="02010600030101010101" pitchFamily="2" charset="-122"/>
              </a:rPr>
              <a:t>)</a:t>
            </a:r>
          </a:p>
          <a:p>
            <a:pPr marL="406004" lvl="1">
              <a:spcBef>
                <a:spcPts val="300"/>
              </a:spcBef>
            </a:pPr>
            <a:r>
              <a:rPr lang="zh-CN" altLang="en-US" sz="1400" dirty="0">
                <a:ea typeface="宋体" panose="02010600030101010101" pitchFamily="2" charset="-122"/>
              </a:rPr>
              <a:t>电子工程系：需要</a:t>
            </a:r>
            <a:r>
              <a:rPr lang="en-US" altLang="zh-CN" sz="1400" dirty="0">
                <a:ea typeface="宋体" panose="02010600030101010101" pitchFamily="2" charset="-122"/>
              </a:rPr>
              <a:t>10000(16000/18)</a:t>
            </a:r>
            <a:r>
              <a:rPr lang="zh-CN" altLang="en-US" sz="1400" dirty="0">
                <a:ea typeface="宋体" panose="02010600030101010101" pitchFamily="2" charset="-122"/>
              </a:rPr>
              <a:t> </a:t>
            </a:r>
            <a:r>
              <a:rPr lang="en-US" altLang="zh-CN" sz="1400" dirty="0">
                <a:ea typeface="宋体" panose="02010600030101010101" pitchFamily="2" charset="-122"/>
              </a:rPr>
              <a:t>—</a:t>
            </a:r>
            <a:r>
              <a:rPr lang="zh-CN" altLang="en-US" sz="1400" dirty="0">
                <a:ea typeface="宋体" panose="02010600030101010101" pitchFamily="2" charset="-122"/>
              </a:rPr>
              <a:t>实际获得</a:t>
            </a:r>
            <a:r>
              <a:rPr lang="en-US" altLang="zh-CN" sz="1400" dirty="0">
                <a:ea typeface="宋体" panose="02010600030101010101" pitchFamily="2" charset="-122"/>
              </a:rPr>
              <a:t>16348</a:t>
            </a:r>
            <a:r>
              <a:rPr lang="zh-CN" altLang="en-US" sz="1400" dirty="0">
                <a:ea typeface="宋体" panose="02010600030101010101" pitchFamily="2" charset="-122"/>
              </a:rPr>
              <a:t>个地址</a:t>
            </a:r>
            <a:endParaRPr lang="en-US" altLang="zh-CN" sz="1400" dirty="0">
              <a:ea typeface="宋体" panose="02010600030101010101" pitchFamily="2" charset="-122"/>
            </a:endParaRPr>
          </a:p>
          <a:p>
            <a:pPr marL="406004" lvl="1">
              <a:spcBef>
                <a:spcPts val="300"/>
              </a:spcBef>
            </a:pPr>
            <a:r>
              <a:rPr lang="zh-CN" altLang="en-US" sz="1400" dirty="0">
                <a:ea typeface="宋体" panose="02010600030101010101" pitchFamily="2" charset="-122"/>
              </a:rPr>
              <a:t>计算机系：需要</a:t>
            </a:r>
            <a:r>
              <a:rPr lang="en-US" altLang="zh-CN" sz="1400" dirty="0">
                <a:ea typeface="宋体" panose="02010600030101010101" pitchFamily="2" charset="-122"/>
              </a:rPr>
              <a:t>20000(32000/17)</a:t>
            </a:r>
            <a:r>
              <a:rPr lang="zh-CN" altLang="en-US" sz="1400" dirty="0">
                <a:ea typeface="宋体" panose="02010600030101010101" pitchFamily="2" charset="-122"/>
              </a:rPr>
              <a:t> </a:t>
            </a:r>
            <a:r>
              <a:rPr lang="en-US" altLang="zh-CN" sz="1400" dirty="0">
                <a:ea typeface="宋体" panose="02010600030101010101" pitchFamily="2" charset="-122"/>
              </a:rPr>
              <a:t>—</a:t>
            </a:r>
            <a:r>
              <a:rPr lang="zh-CN" altLang="en-US" sz="1400" dirty="0">
                <a:ea typeface="宋体" panose="02010600030101010101" pitchFamily="2" charset="-122"/>
              </a:rPr>
              <a:t>实际获得</a:t>
            </a:r>
            <a:r>
              <a:rPr lang="en-US" altLang="zh-CN" sz="1400" dirty="0">
                <a:ea typeface="宋体" panose="02010600030101010101" pitchFamily="2" charset="-122"/>
              </a:rPr>
              <a:t>32768</a:t>
            </a:r>
            <a:r>
              <a:rPr lang="zh-CN" altLang="en-US" sz="1400" dirty="0">
                <a:ea typeface="宋体" panose="02010600030101010101" pitchFamily="2" charset="-122"/>
              </a:rPr>
              <a:t>个地址</a:t>
            </a:r>
            <a:endParaRPr lang="en-US" altLang="zh-CN" sz="1400" dirty="0">
              <a:ea typeface="宋体" panose="02010600030101010101" pitchFamily="2" charset="-122"/>
            </a:endParaRPr>
          </a:p>
          <a:p>
            <a:pPr marL="406004" lvl="1">
              <a:spcBef>
                <a:spcPts val="300"/>
              </a:spcBef>
            </a:pPr>
            <a:r>
              <a:rPr lang="zh-CN" altLang="en-US" sz="1400" dirty="0">
                <a:ea typeface="宋体" panose="02010600030101010101" pitchFamily="2" charset="-122"/>
              </a:rPr>
              <a:t>艺术系： 需要</a:t>
            </a:r>
            <a:r>
              <a:rPr lang="en-US" altLang="zh-CN" sz="1400" dirty="0">
                <a:ea typeface="宋体" panose="02010600030101010101" pitchFamily="2" charset="-122"/>
              </a:rPr>
              <a:t>5000</a:t>
            </a:r>
            <a:r>
              <a:rPr lang="zh-CN" altLang="en-US" sz="1400" dirty="0">
                <a:ea typeface="宋体" panose="02010600030101010101" pitchFamily="2" charset="-122"/>
              </a:rPr>
              <a:t> </a:t>
            </a:r>
            <a:r>
              <a:rPr lang="en-US" altLang="zh-CN" sz="1400" dirty="0">
                <a:ea typeface="宋体" panose="02010600030101010101" pitchFamily="2" charset="-122"/>
              </a:rPr>
              <a:t>(8000/19)</a:t>
            </a:r>
            <a:r>
              <a:rPr lang="zh-CN" altLang="en-US" sz="1400" dirty="0">
                <a:ea typeface="宋体" panose="02010600030101010101" pitchFamily="2" charset="-122"/>
              </a:rPr>
              <a:t> </a:t>
            </a:r>
            <a:r>
              <a:rPr lang="en-US" altLang="zh-CN" sz="1400" dirty="0">
                <a:ea typeface="宋体" panose="02010600030101010101" pitchFamily="2" charset="-122"/>
              </a:rPr>
              <a:t>—</a:t>
            </a:r>
            <a:r>
              <a:rPr lang="zh-CN" altLang="en-US" sz="1400" dirty="0">
                <a:ea typeface="宋体" panose="02010600030101010101" pitchFamily="2" charset="-122"/>
              </a:rPr>
              <a:t>实际获得</a:t>
            </a:r>
            <a:r>
              <a:rPr lang="en-US" altLang="zh-CN" sz="1400" dirty="0">
                <a:ea typeface="宋体" panose="02010600030101010101" pitchFamily="2" charset="-122"/>
              </a:rPr>
              <a:t>8192</a:t>
            </a:r>
            <a:r>
              <a:rPr lang="zh-CN" altLang="en-US" sz="1400" dirty="0">
                <a:ea typeface="宋体" panose="02010600030101010101" pitchFamily="2" charset="-122"/>
              </a:rPr>
              <a:t>个地址</a:t>
            </a:r>
            <a:endParaRPr lang="en-US" altLang="zh-CN" sz="1400" dirty="0">
              <a:ea typeface="宋体" panose="02010600030101010101" pitchFamily="2" charset="-122"/>
            </a:endParaRPr>
          </a:p>
          <a:p>
            <a:pPr marL="406004" lvl="1">
              <a:spcBef>
                <a:spcPts val="300"/>
              </a:spcBef>
            </a:pPr>
            <a:r>
              <a:rPr lang="zh-CN" altLang="en-US" sz="1400" dirty="0">
                <a:ea typeface="宋体" panose="02010600030101010101" pitchFamily="2" charset="-122"/>
              </a:rPr>
              <a:t>保留：  </a:t>
            </a:r>
            <a:r>
              <a:rPr lang="en-US" altLang="zh-CN" sz="1400" dirty="0">
                <a:ea typeface="宋体" panose="02010600030101010101" pitchFamily="2" charset="-122"/>
              </a:rPr>
              <a:t>(8000/19)</a:t>
            </a:r>
            <a:r>
              <a:rPr lang="zh-CN" altLang="en-US" sz="1400" dirty="0">
                <a:ea typeface="宋体" panose="02010600030101010101" pitchFamily="2" charset="-122"/>
              </a:rPr>
              <a:t> </a:t>
            </a:r>
            <a:r>
              <a:rPr lang="en-US" altLang="zh-CN" sz="1400" dirty="0">
                <a:ea typeface="宋体" panose="02010600030101010101" pitchFamily="2" charset="-122"/>
              </a:rPr>
              <a:t>—</a:t>
            </a:r>
            <a:r>
              <a:rPr lang="zh-CN" altLang="en-US" sz="1400" dirty="0">
                <a:ea typeface="宋体" panose="02010600030101010101" pitchFamily="2" charset="-122"/>
              </a:rPr>
              <a:t>实际有</a:t>
            </a:r>
            <a:r>
              <a:rPr lang="en-US" altLang="zh-CN" sz="1400" dirty="0">
                <a:ea typeface="宋体" panose="02010600030101010101" pitchFamily="2" charset="-122"/>
              </a:rPr>
              <a:t>8192</a:t>
            </a:r>
            <a:r>
              <a:rPr lang="zh-CN" altLang="en-US" sz="1400" dirty="0">
                <a:ea typeface="宋体" panose="02010600030101010101" pitchFamily="2" charset="-122"/>
              </a:rPr>
              <a:t>个地址</a:t>
            </a:r>
          </a:p>
          <a:p>
            <a:pPr marL="0" indent="0">
              <a:spcBef>
                <a:spcPts val="300"/>
              </a:spcBef>
            </a:pPr>
            <a:r>
              <a:rPr lang="zh-CN" altLang="en-US" sz="1400" dirty="0">
                <a:ea typeface="宋体" panose="02010600030101010101" pitchFamily="2" charset="-122"/>
              </a:rPr>
              <a:t>内部子网号与子网掩码</a:t>
            </a:r>
          </a:p>
          <a:p>
            <a:pPr marL="406004" lvl="1">
              <a:spcBef>
                <a:spcPts val="300"/>
              </a:spcBef>
            </a:pPr>
            <a:r>
              <a:rPr lang="zh-CN" altLang="en-US" sz="1400" dirty="0">
                <a:solidFill>
                  <a:srgbClr val="0070C0"/>
                </a:solidFill>
                <a:ea typeface="宋体" panose="02010600030101010101" pitchFamily="2" charset="-122"/>
              </a:rPr>
              <a:t>电子工程系：</a:t>
            </a:r>
            <a:r>
              <a:rPr lang="en-US" altLang="zh-CN" sz="1400" b="1" dirty="0">
                <a:solidFill>
                  <a:srgbClr val="3652E4"/>
                </a:solidFill>
                <a:latin typeface="Consolas" panose="020B0609020204030204" pitchFamily="49" charset="0"/>
                <a:ea typeface="Consolas" panose="020B0609020204030204" pitchFamily="49" charset="0"/>
                <a:cs typeface="Consolas" panose="020B0609020204030204" pitchFamily="49" charset="0"/>
              </a:rPr>
              <a:t>10000000.11010000</a:t>
            </a:r>
            <a:r>
              <a:rPr lang="en-US" altLang="zh-CN" sz="1400" b="1" dirty="0">
                <a:latin typeface="Consolas" panose="020B0609020204030204" pitchFamily="49" charset="0"/>
                <a:ea typeface="Consolas" panose="020B0609020204030204" pitchFamily="49" charset="0"/>
                <a:cs typeface="Consolas" panose="020B0609020204030204" pitchFamily="49" charset="0"/>
              </a:rPr>
              <a:t>.00</a:t>
            </a:r>
            <a:r>
              <a:rPr lang="en-US" altLang="zh-CN" sz="1400" b="1" dirty="0">
                <a:solidFill>
                  <a:srgbClr val="3652E4"/>
                </a:solidFill>
                <a:latin typeface="Consolas" panose="020B0609020204030204" pitchFamily="49" charset="0"/>
                <a:ea typeface="Consolas" panose="020B0609020204030204" pitchFamily="49" charset="0"/>
                <a:cs typeface="Consolas" panose="020B0609020204030204" pitchFamily="49" charset="0"/>
              </a:rPr>
              <a:t>xxxxxx.xxxxxxxx</a:t>
            </a:r>
            <a:endParaRPr lang="en-US" altLang="zh-CN" sz="1000" b="1" dirty="0">
              <a:solidFill>
                <a:srgbClr val="3652E4"/>
              </a:solidFill>
              <a:latin typeface="Consolas" panose="020B0609020204030204" pitchFamily="49" charset="0"/>
              <a:ea typeface="Consolas" panose="020B0609020204030204" pitchFamily="49" charset="0"/>
              <a:cs typeface="Consolas" panose="020B0609020204030204" pitchFamily="49" charset="0"/>
            </a:endParaRPr>
          </a:p>
          <a:p>
            <a:pPr marL="406004" lvl="1">
              <a:spcBef>
                <a:spcPts val="300"/>
              </a:spcBef>
            </a:pPr>
            <a:r>
              <a:rPr lang="zh-CN" altLang="en-US" sz="1400" dirty="0">
                <a:solidFill>
                  <a:srgbClr val="00B050"/>
                </a:solidFill>
                <a:ea typeface="宋体" panose="02010600030101010101" pitchFamily="2" charset="-122"/>
              </a:rPr>
              <a:t>计算机系：    </a:t>
            </a:r>
            <a:r>
              <a:rPr lang="en-US" altLang="zh-CN" sz="1400" b="1" dirty="0">
                <a:solidFill>
                  <a:srgbClr val="00B050"/>
                </a:solidFill>
                <a:latin typeface="Consolas" panose="020B0609020204030204" pitchFamily="49" charset="0"/>
                <a:ea typeface="Consolas" panose="020B0609020204030204" pitchFamily="49" charset="0"/>
                <a:cs typeface="Consolas" panose="020B0609020204030204" pitchFamily="49" charset="0"/>
              </a:rPr>
              <a:t>10000000.11010000</a:t>
            </a:r>
            <a:r>
              <a:rPr lang="en-US" altLang="zh-CN" sz="1400" b="1" dirty="0">
                <a:latin typeface="Consolas" panose="020B0609020204030204" pitchFamily="49" charset="0"/>
                <a:ea typeface="Consolas" panose="020B0609020204030204" pitchFamily="49" charset="0"/>
                <a:cs typeface="Consolas" panose="020B0609020204030204" pitchFamily="49" charset="0"/>
              </a:rPr>
              <a:t>.1</a:t>
            </a:r>
            <a:r>
              <a:rPr lang="en-US" altLang="zh-CN" sz="1400" b="1" dirty="0">
                <a:solidFill>
                  <a:srgbClr val="00B050"/>
                </a:solidFill>
                <a:latin typeface="Consolas" panose="020B0609020204030204" pitchFamily="49" charset="0"/>
                <a:ea typeface="Consolas" panose="020B0609020204030204" pitchFamily="49" charset="0"/>
                <a:cs typeface="Consolas" panose="020B0609020204030204" pitchFamily="49" charset="0"/>
              </a:rPr>
              <a:t>xxxxxxx.xxxxxxxx</a:t>
            </a:r>
          </a:p>
          <a:p>
            <a:pPr marL="406004" lvl="1">
              <a:spcBef>
                <a:spcPts val="300"/>
              </a:spcBef>
            </a:pPr>
            <a:r>
              <a:rPr lang="zh-CN" altLang="en-US" sz="1400" dirty="0">
                <a:solidFill>
                  <a:srgbClr val="7030A0"/>
                </a:solidFill>
                <a:ea typeface="宋体" panose="02010600030101010101" pitchFamily="2" charset="-122"/>
              </a:rPr>
              <a:t>艺术系：        </a:t>
            </a:r>
            <a:r>
              <a:rPr lang="en-US" altLang="zh-CN" sz="1400" b="1" dirty="0">
                <a:solidFill>
                  <a:srgbClr val="7030A0"/>
                </a:solidFill>
                <a:latin typeface="Consolas" panose="020B0609020204030204" pitchFamily="49" charset="0"/>
                <a:ea typeface="Consolas" panose="020B0609020204030204" pitchFamily="49" charset="0"/>
                <a:cs typeface="Consolas" panose="020B0609020204030204" pitchFamily="49" charset="0"/>
              </a:rPr>
              <a:t>10000000.11010000</a:t>
            </a:r>
            <a:r>
              <a:rPr lang="en-US" altLang="zh-CN" sz="1400" b="1" dirty="0">
                <a:latin typeface="Consolas" panose="020B0609020204030204" pitchFamily="49" charset="0"/>
                <a:ea typeface="Consolas" panose="020B0609020204030204" pitchFamily="49" charset="0"/>
                <a:cs typeface="Consolas" panose="020B0609020204030204" pitchFamily="49" charset="0"/>
              </a:rPr>
              <a:t>.011</a:t>
            </a:r>
            <a:r>
              <a:rPr lang="en-US" altLang="zh-CN" sz="1400" b="1" dirty="0">
                <a:solidFill>
                  <a:srgbClr val="7030A0"/>
                </a:solidFill>
                <a:latin typeface="Consolas" panose="020B0609020204030204" pitchFamily="49" charset="0"/>
                <a:ea typeface="Consolas" panose="020B0609020204030204" pitchFamily="49" charset="0"/>
                <a:cs typeface="Consolas" panose="020B0609020204030204" pitchFamily="49" charset="0"/>
              </a:rPr>
              <a:t>xxxxx.xxxxxxxx</a:t>
            </a:r>
          </a:p>
          <a:p>
            <a:pPr marL="406004" lvl="1">
              <a:spcBef>
                <a:spcPts val="300"/>
              </a:spcBef>
            </a:pPr>
            <a:r>
              <a:rPr lang="zh-CN" altLang="en-US" sz="1400" dirty="0">
                <a:ea typeface="宋体" panose="02010600030101010101" pitchFamily="2" charset="-122"/>
              </a:rPr>
              <a:t>保留：            </a:t>
            </a:r>
            <a:r>
              <a:rPr lang="en-US" altLang="zh-CN" sz="1400" b="1" dirty="0">
                <a:latin typeface="Consolas" panose="020B0609020204030204" pitchFamily="49" charset="0"/>
                <a:ea typeface="Consolas" panose="020B0609020204030204" pitchFamily="49" charset="0"/>
                <a:cs typeface="Consolas" panose="020B0609020204030204" pitchFamily="49" charset="0"/>
              </a:rPr>
              <a:t>10000000.11010000.010xxxxx.xxxxxxxx</a:t>
            </a:r>
          </a:p>
          <a:p>
            <a:pPr marL="0" indent="0">
              <a:spcBef>
                <a:spcPts val="300"/>
              </a:spcBef>
            </a:pPr>
            <a:r>
              <a:rPr lang="zh-CN" altLang="en-US" sz="1400" dirty="0">
                <a:ea typeface="宋体" panose="02010600030101010101" pitchFamily="2" charset="-122"/>
              </a:rPr>
              <a:t>地址范围与子网掩码</a:t>
            </a:r>
          </a:p>
          <a:p>
            <a:pPr marL="406004" lvl="1">
              <a:spcBef>
                <a:spcPts val="300"/>
              </a:spcBef>
            </a:pPr>
            <a:r>
              <a:rPr lang="en-US" altLang="zh-CN" sz="1200" dirty="0">
                <a:latin typeface="Consolas" panose="020B0609020204030204" pitchFamily="49" charset="0"/>
                <a:ea typeface="Consolas" panose="020B0609020204030204" pitchFamily="49" charset="0"/>
                <a:cs typeface="Consolas" panose="020B0609020204030204" pitchFamily="49" charset="0"/>
              </a:rPr>
              <a:t>EE</a:t>
            </a:r>
            <a:r>
              <a:rPr lang="zh-CN" altLang="en-US" sz="1200" dirty="0">
                <a:latin typeface="Consolas" panose="020B0609020204030204" pitchFamily="49" charset="0"/>
                <a:ea typeface="Consolas" panose="020B0609020204030204" pitchFamily="49" charset="0"/>
                <a:cs typeface="Consolas" panose="020B0609020204030204" pitchFamily="49" charset="0"/>
              </a:rPr>
              <a:t>：</a:t>
            </a:r>
            <a:r>
              <a:rPr lang="en-US" altLang="zh-CN" sz="1200" dirty="0">
                <a:latin typeface="Consolas" panose="020B0609020204030204" pitchFamily="49" charset="0"/>
                <a:ea typeface="Consolas" panose="020B0609020204030204" pitchFamily="49" charset="0"/>
                <a:cs typeface="Consolas" panose="020B0609020204030204" pitchFamily="49" charset="0"/>
              </a:rPr>
              <a:t>128.208.0.0~128.208.63.255</a:t>
            </a:r>
            <a:r>
              <a:rPr lang="zh-CN" altLang="en-US" sz="1200" dirty="0">
                <a:latin typeface="Consolas" panose="020B0609020204030204" pitchFamily="49" charset="0"/>
                <a:ea typeface="Consolas" panose="020B0609020204030204" pitchFamily="49" charset="0"/>
                <a:cs typeface="Consolas" panose="020B0609020204030204" pitchFamily="49" charset="0"/>
              </a:rPr>
              <a:t>，    子网掩码 </a:t>
            </a:r>
            <a:r>
              <a:rPr lang="en-US" altLang="zh-CN" sz="1200" dirty="0">
                <a:latin typeface="Consolas" panose="020B0609020204030204" pitchFamily="49" charset="0"/>
                <a:ea typeface="Consolas" panose="020B0609020204030204" pitchFamily="49" charset="0"/>
                <a:cs typeface="Consolas" panose="020B0609020204030204" pitchFamily="49" charset="0"/>
              </a:rPr>
              <a:t>255.255.192.0</a:t>
            </a:r>
          </a:p>
          <a:p>
            <a:pPr marL="406004" lvl="1">
              <a:spcBef>
                <a:spcPts val="300"/>
              </a:spcBef>
            </a:pPr>
            <a:r>
              <a:rPr lang="en-US" altLang="zh-CN" sz="1200" dirty="0">
                <a:latin typeface="Consolas" panose="020B0609020204030204" pitchFamily="49" charset="0"/>
                <a:ea typeface="Consolas" panose="020B0609020204030204" pitchFamily="49" charset="0"/>
                <a:cs typeface="Consolas" panose="020B0609020204030204" pitchFamily="49" charset="0"/>
              </a:rPr>
              <a:t>CS</a:t>
            </a:r>
            <a:r>
              <a:rPr lang="zh-CN" altLang="en-US" sz="1200" dirty="0">
                <a:latin typeface="Consolas" panose="020B0609020204030204" pitchFamily="49" charset="0"/>
                <a:ea typeface="Consolas" panose="020B0609020204030204" pitchFamily="49" charset="0"/>
                <a:cs typeface="Consolas" panose="020B0609020204030204" pitchFamily="49" charset="0"/>
              </a:rPr>
              <a:t>：</a:t>
            </a:r>
            <a:r>
              <a:rPr lang="en-US" altLang="zh-CN" sz="1200" dirty="0">
                <a:latin typeface="Consolas" panose="020B0609020204030204" pitchFamily="49" charset="0"/>
                <a:ea typeface="Consolas" panose="020B0609020204030204" pitchFamily="49" charset="0"/>
                <a:cs typeface="Consolas" panose="020B0609020204030204" pitchFamily="49" charset="0"/>
              </a:rPr>
              <a:t>128.208.128.0~128.208.255.255</a:t>
            </a:r>
            <a:r>
              <a:rPr lang="zh-CN" altLang="en-US" sz="1200" dirty="0">
                <a:latin typeface="Consolas" panose="020B0609020204030204" pitchFamily="49" charset="0"/>
                <a:ea typeface="Consolas" panose="020B0609020204030204" pitchFamily="49" charset="0"/>
                <a:cs typeface="Consolas" panose="020B0609020204030204" pitchFamily="49" charset="0"/>
              </a:rPr>
              <a:t>， 子网掩码 </a:t>
            </a:r>
            <a:r>
              <a:rPr lang="en-US" altLang="zh-CN" sz="1200" dirty="0">
                <a:latin typeface="Consolas" panose="020B0609020204030204" pitchFamily="49" charset="0"/>
                <a:ea typeface="Consolas" panose="020B0609020204030204" pitchFamily="49" charset="0"/>
                <a:cs typeface="Consolas" panose="020B0609020204030204" pitchFamily="49" charset="0"/>
              </a:rPr>
              <a:t>255.255.128.0</a:t>
            </a:r>
          </a:p>
          <a:p>
            <a:pPr marL="406004" lvl="1">
              <a:spcBef>
                <a:spcPts val="300"/>
              </a:spcBef>
            </a:pPr>
            <a:r>
              <a:rPr lang="en-US" altLang="zh-CN" sz="1200" dirty="0">
                <a:latin typeface="Consolas" panose="020B0609020204030204" pitchFamily="49" charset="0"/>
                <a:ea typeface="Consolas" panose="020B0609020204030204" pitchFamily="49" charset="0"/>
                <a:cs typeface="Consolas" panose="020B0609020204030204" pitchFamily="49" charset="0"/>
              </a:rPr>
              <a:t>Art</a:t>
            </a:r>
            <a:r>
              <a:rPr lang="zh-CN" altLang="en-US" sz="1200" dirty="0">
                <a:latin typeface="Consolas" panose="020B0609020204030204" pitchFamily="49" charset="0"/>
                <a:ea typeface="Consolas" panose="020B0609020204030204" pitchFamily="49" charset="0"/>
                <a:cs typeface="Consolas" panose="020B0609020204030204" pitchFamily="49" charset="0"/>
              </a:rPr>
              <a:t>：</a:t>
            </a:r>
            <a:r>
              <a:rPr lang="en-US" altLang="zh-CN" sz="1200" dirty="0">
                <a:latin typeface="Consolas" panose="020B0609020204030204" pitchFamily="49" charset="0"/>
                <a:ea typeface="Consolas" panose="020B0609020204030204" pitchFamily="49" charset="0"/>
                <a:cs typeface="Consolas" panose="020B0609020204030204" pitchFamily="49" charset="0"/>
              </a:rPr>
              <a:t>128.208.96.0~128.208.127.255</a:t>
            </a:r>
            <a:r>
              <a:rPr lang="zh-CN" altLang="en-US" sz="1200" dirty="0">
                <a:latin typeface="Consolas" panose="020B0609020204030204" pitchFamily="49" charset="0"/>
                <a:ea typeface="Consolas" panose="020B0609020204030204" pitchFamily="49" charset="0"/>
                <a:cs typeface="Consolas" panose="020B0609020204030204" pitchFamily="49" charset="0"/>
              </a:rPr>
              <a:t>， 子网掩码 </a:t>
            </a:r>
            <a:r>
              <a:rPr lang="en-US" altLang="zh-CN" sz="1200" dirty="0">
                <a:latin typeface="Consolas" panose="020B0609020204030204" pitchFamily="49" charset="0"/>
                <a:ea typeface="Consolas" panose="020B0609020204030204" pitchFamily="49" charset="0"/>
                <a:cs typeface="Consolas" panose="020B0609020204030204" pitchFamily="49" charset="0"/>
              </a:rPr>
              <a:t>255.255.224.0</a:t>
            </a:r>
            <a:endParaRPr lang="zh-CN" altLang="en-US" sz="1050" dirty="0">
              <a:latin typeface="Consolas" panose="020B0609020204030204" pitchFamily="49" charset="0"/>
              <a:ea typeface="Consolas" panose="020B0609020204030204" pitchFamily="49" charset="0"/>
              <a:cs typeface="Consolas" panose="020B0609020204030204" pitchFamily="49" charset="0"/>
            </a:endParaRPr>
          </a:p>
        </p:txBody>
      </p:sp>
      <p:sp>
        <p:nvSpPr>
          <p:cNvPr id="260099" name="幻灯片编号占位符 3">
            <a:extLst>
              <a:ext uri="{FF2B5EF4-FFF2-40B4-BE49-F238E27FC236}">
                <a16:creationId xmlns:a16="http://schemas.microsoft.com/office/drawing/2014/main" id="{96F00370-6534-2340-A0E7-F5C1E4A327ED}"/>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4B4A56C-F0E3-9B42-B336-5683980AFFC2}"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119</a:t>
            </a:fld>
            <a:endParaRPr lang="en-US" altLang="zh-CN" sz="1050">
              <a:solidFill>
                <a:schemeClr val="bg2"/>
              </a:solidFill>
              <a:latin typeface="Tahoma" panose="020B0604030504040204" pitchFamily="34" charset="0"/>
              <a:ea typeface="宋体" panose="02010600030101010101" pitchFamily="2" charset="-122"/>
            </a:endParaRPr>
          </a:p>
        </p:txBody>
      </p:sp>
      <p:sp>
        <p:nvSpPr>
          <p:cNvPr id="260100" name="Line 6">
            <a:extLst>
              <a:ext uri="{FF2B5EF4-FFF2-40B4-BE49-F238E27FC236}">
                <a16:creationId xmlns:a16="http://schemas.microsoft.com/office/drawing/2014/main" id="{C5E51FDB-2D7C-0744-AD36-9B678510B664}"/>
              </a:ext>
            </a:extLst>
          </p:cNvPr>
          <p:cNvSpPr>
            <a:spLocks noChangeShapeType="1"/>
          </p:cNvSpPr>
          <p:nvPr/>
        </p:nvSpPr>
        <p:spPr bwMode="auto">
          <a:xfrm>
            <a:off x="3650456" y="3044429"/>
            <a:ext cx="0" cy="359808"/>
          </a:xfrm>
          <a:prstGeom prst="line">
            <a:avLst/>
          </a:prstGeom>
          <a:noFill/>
          <a:ln w="22225">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0101" name="Line 6">
            <a:extLst>
              <a:ext uri="{FF2B5EF4-FFF2-40B4-BE49-F238E27FC236}">
                <a16:creationId xmlns:a16="http://schemas.microsoft.com/office/drawing/2014/main" id="{9E894B9D-A1F2-794F-9A60-C2C54244F044}"/>
              </a:ext>
            </a:extLst>
          </p:cNvPr>
          <p:cNvSpPr>
            <a:spLocks noChangeShapeType="1"/>
          </p:cNvSpPr>
          <p:nvPr/>
        </p:nvSpPr>
        <p:spPr bwMode="auto">
          <a:xfrm>
            <a:off x="3538300" y="3301364"/>
            <a:ext cx="0" cy="330995"/>
          </a:xfrm>
          <a:prstGeom prst="line">
            <a:avLst/>
          </a:prstGeom>
          <a:noFill/>
          <a:ln w="22225">
            <a:solidFill>
              <a:srgbClr val="7030A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0102" name="Line 6">
            <a:extLst>
              <a:ext uri="{FF2B5EF4-FFF2-40B4-BE49-F238E27FC236}">
                <a16:creationId xmlns:a16="http://schemas.microsoft.com/office/drawing/2014/main" id="{18D61879-BF77-3346-AFE9-A5928560DDB6}"/>
              </a:ext>
            </a:extLst>
          </p:cNvPr>
          <p:cNvSpPr>
            <a:spLocks noChangeShapeType="1"/>
          </p:cNvSpPr>
          <p:nvPr/>
        </p:nvSpPr>
        <p:spPr bwMode="auto">
          <a:xfrm>
            <a:off x="3742373" y="3598069"/>
            <a:ext cx="0" cy="515540"/>
          </a:xfrm>
          <a:prstGeom prst="line">
            <a:avLst/>
          </a:prstGeom>
          <a:noFill/>
          <a:ln w="22225">
            <a:solidFill>
              <a:srgbClr val="00B05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pic>
        <p:nvPicPr>
          <p:cNvPr id="260103" name="Picture 38">
            <a:extLst>
              <a:ext uri="{FF2B5EF4-FFF2-40B4-BE49-F238E27FC236}">
                <a16:creationId xmlns:a16="http://schemas.microsoft.com/office/drawing/2014/main" id="{7A12D1C4-0E2C-9B48-9121-033C690B19D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48302" y="2796540"/>
            <a:ext cx="297656" cy="215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104" name="Picture 38">
            <a:extLst>
              <a:ext uri="{FF2B5EF4-FFF2-40B4-BE49-F238E27FC236}">
                <a16:creationId xmlns:a16="http://schemas.microsoft.com/office/drawing/2014/main" id="{2A4FF27F-8681-2041-85F7-D7F051670EE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88846" y="3228736"/>
            <a:ext cx="297656" cy="215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105" name="Picture 38">
            <a:extLst>
              <a:ext uri="{FF2B5EF4-FFF2-40B4-BE49-F238E27FC236}">
                <a16:creationId xmlns:a16="http://schemas.microsoft.com/office/drawing/2014/main" id="{699D136D-43F4-A843-8C9F-CA1FC08EC94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48302" y="3228736"/>
            <a:ext cx="297656" cy="215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106" name="Picture 38">
            <a:extLst>
              <a:ext uri="{FF2B5EF4-FFF2-40B4-BE49-F238E27FC236}">
                <a16:creationId xmlns:a16="http://schemas.microsoft.com/office/drawing/2014/main" id="{B76EAF56-EFAC-CA45-995E-232DFB065FF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18449" y="3282315"/>
            <a:ext cx="297656" cy="216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107" name="Line 33">
            <a:extLst>
              <a:ext uri="{FF2B5EF4-FFF2-40B4-BE49-F238E27FC236}">
                <a16:creationId xmlns:a16="http://schemas.microsoft.com/office/drawing/2014/main" id="{347D31B5-DDC9-CA4D-B5AD-98796081A7AE}"/>
              </a:ext>
            </a:extLst>
          </p:cNvPr>
          <p:cNvSpPr>
            <a:spLocks noChangeShapeType="1"/>
          </p:cNvSpPr>
          <p:nvPr/>
        </p:nvSpPr>
        <p:spPr bwMode="auto">
          <a:xfrm flipH="1">
            <a:off x="7259030" y="3402568"/>
            <a:ext cx="25003" cy="461963"/>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0108" name="Line 33">
            <a:extLst>
              <a:ext uri="{FF2B5EF4-FFF2-40B4-BE49-F238E27FC236}">
                <a16:creationId xmlns:a16="http://schemas.microsoft.com/office/drawing/2014/main" id="{B8C0DB05-54FA-294C-90F9-D34A2D60B4A2}"/>
              </a:ext>
            </a:extLst>
          </p:cNvPr>
          <p:cNvSpPr>
            <a:spLocks noChangeShapeType="1"/>
          </p:cNvSpPr>
          <p:nvPr/>
        </p:nvSpPr>
        <p:spPr bwMode="auto">
          <a:xfrm>
            <a:off x="7854343" y="3402568"/>
            <a:ext cx="438150" cy="52982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0109" name="Line 33">
            <a:extLst>
              <a:ext uri="{FF2B5EF4-FFF2-40B4-BE49-F238E27FC236}">
                <a16:creationId xmlns:a16="http://schemas.microsoft.com/office/drawing/2014/main" id="{FE92979E-4A76-8D42-AA5D-360834EE0DB3}"/>
              </a:ext>
            </a:extLst>
          </p:cNvPr>
          <p:cNvSpPr>
            <a:spLocks noChangeShapeType="1"/>
          </p:cNvSpPr>
          <p:nvPr/>
        </p:nvSpPr>
        <p:spPr bwMode="auto">
          <a:xfrm flipH="1">
            <a:off x="6256524" y="3456147"/>
            <a:ext cx="309563" cy="4202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0110" name="Line 33">
            <a:extLst>
              <a:ext uri="{FF2B5EF4-FFF2-40B4-BE49-F238E27FC236}">
                <a16:creationId xmlns:a16="http://schemas.microsoft.com/office/drawing/2014/main" id="{F9FA340C-94ED-0649-A7C9-262B6333A8D8}"/>
              </a:ext>
            </a:extLst>
          </p:cNvPr>
          <p:cNvSpPr>
            <a:spLocks noChangeShapeType="1"/>
          </p:cNvSpPr>
          <p:nvPr/>
        </p:nvSpPr>
        <p:spPr bwMode="auto">
          <a:xfrm>
            <a:off x="7284033" y="3012043"/>
            <a:ext cx="0" cy="21669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0111" name="Line 33">
            <a:extLst>
              <a:ext uri="{FF2B5EF4-FFF2-40B4-BE49-F238E27FC236}">
                <a16:creationId xmlns:a16="http://schemas.microsoft.com/office/drawing/2014/main" id="{9F689BC9-02C9-4E4D-81E0-D59403A41069}"/>
              </a:ext>
            </a:extLst>
          </p:cNvPr>
          <p:cNvSpPr>
            <a:spLocks noChangeShapeType="1"/>
          </p:cNvSpPr>
          <p:nvPr/>
        </p:nvSpPr>
        <p:spPr bwMode="auto">
          <a:xfrm flipH="1">
            <a:off x="6566087" y="2904887"/>
            <a:ext cx="582215" cy="3893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0112" name="Line 33">
            <a:extLst>
              <a:ext uri="{FF2B5EF4-FFF2-40B4-BE49-F238E27FC236}">
                <a16:creationId xmlns:a16="http://schemas.microsoft.com/office/drawing/2014/main" id="{D46EFBF6-D6F8-1A4A-9288-58F3303977FB}"/>
              </a:ext>
            </a:extLst>
          </p:cNvPr>
          <p:cNvSpPr>
            <a:spLocks noChangeShapeType="1"/>
          </p:cNvSpPr>
          <p:nvPr/>
        </p:nvSpPr>
        <p:spPr bwMode="auto">
          <a:xfrm>
            <a:off x="7424527" y="2964418"/>
            <a:ext cx="400050" cy="26312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0113" name="Line 33">
            <a:extLst>
              <a:ext uri="{FF2B5EF4-FFF2-40B4-BE49-F238E27FC236}">
                <a16:creationId xmlns:a16="http://schemas.microsoft.com/office/drawing/2014/main" id="{24CFBC82-538E-6C4E-A64A-569A97E3733D}"/>
              </a:ext>
            </a:extLst>
          </p:cNvPr>
          <p:cNvSpPr>
            <a:spLocks noChangeShapeType="1"/>
          </p:cNvSpPr>
          <p:nvPr/>
        </p:nvSpPr>
        <p:spPr bwMode="auto">
          <a:xfrm flipV="1">
            <a:off x="7284033" y="2526268"/>
            <a:ext cx="0" cy="270272"/>
          </a:xfrm>
          <a:prstGeom prst="line">
            <a:avLst/>
          </a:prstGeom>
          <a:noFill/>
          <a:ln w="28575">
            <a:solidFill>
              <a:srgbClr val="333399"/>
            </a:solidFill>
            <a:round/>
            <a:headEnd type="none" w="med" len="lg"/>
            <a:tailEnd type="stealth" w="med" len="lg"/>
          </a:ln>
          <a:extLst>
            <a:ext uri="{909E8E84-426E-40DD-AFC4-6F175D3DCCD1}">
              <a14:hiddenFill xmlns:a14="http://schemas.microsoft.com/office/drawing/2010/main">
                <a:noFill/>
              </a14:hiddenFill>
            </a:ext>
          </a:extLst>
        </p:spPr>
        <p:txBody>
          <a:bodyPr/>
          <a:lstStyle/>
          <a:p>
            <a:endParaRPr lang="zh-CN" altLang="en-US"/>
          </a:p>
        </p:txBody>
      </p:sp>
      <p:sp>
        <p:nvSpPr>
          <p:cNvPr id="260114" name="矩形 18">
            <a:extLst>
              <a:ext uri="{FF2B5EF4-FFF2-40B4-BE49-F238E27FC236}">
                <a16:creationId xmlns:a16="http://schemas.microsoft.com/office/drawing/2014/main" id="{35EFF249-6AB0-F248-B0F7-78DB711DC06D}"/>
              </a:ext>
            </a:extLst>
          </p:cNvPr>
          <p:cNvSpPr>
            <a:spLocks noChangeArrowheads="1"/>
          </p:cNvSpPr>
          <p:nvPr/>
        </p:nvSpPr>
        <p:spPr bwMode="auto">
          <a:xfrm>
            <a:off x="6607758" y="2156772"/>
            <a:ext cx="135255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nb-NO" altLang="zh-CN" sz="1100" dirty="0" err="1">
                <a:solidFill>
                  <a:schemeClr val="tx1"/>
                </a:solidFill>
                <a:latin typeface="Arial" panose="020B0604020202020204" pitchFamily="34" charset="0"/>
                <a:ea typeface="宋体" panose="02010600030101010101" pitchFamily="2" charset="-122"/>
              </a:rPr>
              <a:t>Internet</a:t>
            </a:r>
            <a:r>
              <a:rPr lang="nb-NO" altLang="zh-CN" sz="1100" dirty="0">
                <a:solidFill>
                  <a:schemeClr val="tx1"/>
                </a:solidFill>
                <a:latin typeface="Arial" panose="020B0604020202020204" pitchFamily="34" charset="0"/>
                <a:ea typeface="宋体" panose="02010600030101010101" pitchFamily="2" charset="-122"/>
              </a:rPr>
              <a:t> </a:t>
            </a:r>
          </a:p>
          <a:p>
            <a:pPr algn="ctr">
              <a:spcBef>
                <a:spcPct val="0"/>
              </a:spcBef>
              <a:buClrTx/>
              <a:buSzTx/>
              <a:buFontTx/>
              <a:buNone/>
            </a:pPr>
            <a:r>
              <a:rPr lang="nb-NO" altLang="zh-CN" sz="1100" dirty="0">
                <a:solidFill>
                  <a:schemeClr val="tx1"/>
                </a:solidFill>
                <a:latin typeface="Arial" panose="020B0604020202020204" pitchFamily="34" charset="0"/>
                <a:ea typeface="宋体" panose="02010600030101010101" pitchFamily="2" charset="-122"/>
              </a:rPr>
              <a:t>128.208.0.0/16 </a:t>
            </a:r>
          </a:p>
        </p:txBody>
      </p:sp>
      <p:sp>
        <p:nvSpPr>
          <p:cNvPr id="260115" name="矩形 19">
            <a:extLst>
              <a:ext uri="{FF2B5EF4-FFF2-40B4-BE49-F238E27FC236}">
                <a16:creationId xmlns:a16="http://schemas.microsoft.com/office/drawing/2014/main" id="{5A1EF93C-3E98-DA45-A338-CDF7CAB27BAB}"/>
              </a:ext>
            </a:extLst>
          </p:cNvPr>
          <p:cNvSpPr>
            <a:spLocks noChangeArrowheads="1"/>
          </p:cNvSpPr>
          <p:nvPr/>
        </p:nvSpPr>
        <p:spPr bwMode="auto">
          <a:xfrm>
            <a:off x="5349240" y="4206240"/>
            <a:ext cx="1303762"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nb-NO" altLang="zh-CN" sz="1050" b="1" dirty="0">
                <a:solidFill>
                  <a:srgbClr val="3652E4"/>
                </a:solidFill>
                <a:latin typeface="Arial" panose="020B0604020202020204" pitchFamily="34" charset="0"/>
                <a:ea typeface="宋体" panose="02010600030101010101" pitchFamily="2" charset="-122"/>
              </a:rPr>
              <a:t>128.208.0.0/1</a:t>
            </a:r>
            <a:r>
              <a:rPr lang="en-US" altLang="zh-CN" sz="1050" b="1" dirty="0">
                <a:solidFill>
                  <a:srgbClr val="3652E4"/>
                </a:solidFill>
                <a:latin typeface="Arial" panose="020B0604020202020204" pitchFamily="34" charset="0"/>
                <a:ea typeface="宋体" panose="02010600030101010101" pitchFamily="2" charset="-122"/>
              </a:rPr>
              <a:t>8</a:t>
            </a:r>
            <a:endParaRPr lang="nb-NO" altLang="zh-CN" sz="1050" b="1" dirty="0">
              <a:solidFill>
                <a:srgbClr val="3652E4"/>
              </a:solidFill>
              <a:latin typeface="Arial" panose="020B0604020202020204" pitchFamily="34" charset="0"/>
              <a:ea typeface="宋体" panose="02010600030101010101" pitchFamily="2" charset="-122"/>
            </a:endParaRPr>
          </a:p>
        </p:txBody>
      </p:sp>
      <p:pic>
        <p:nvPicPr>
          <p:cNvPr id="260116" name="Picture 35">
            <a:extLst>
              <a:ext uri="{FF2B5EF4-FFF2-40B4-BE49-F238E27FC236}">
                <a16:creationId xmlns:a16="http://schemas.microsoft.com/office/drawing/2014/main" id="{E9E6510D-3680-DA49-8857-183DDFD29928}"/>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80312" y="3833574"/>
            <a:ext cx="302419"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117" name="矩形 21">
            <a:extLst>
              <a:ext uri="{FF2B5EF4-FFF2-40B4-BE49-F238E27FC236}">
                <a16:creationId xmlns:a16="http://schemas.microsoft.com/office/drawing/2014/main" id="{FB830C03-2C34-2446-92B8-2C995F20FEA2}"/>
              </a:ext>
            </a:extLst>
          </p:cNvPr>
          <p:cNvSpPr>
            <a:spLocks noChangeArrowheads="1"/>
          </p:cNvSpPr>
          <p:nvPr/>
        </p:nvSpPr>
        <p:spPr bwMode="auto">
          <a:xfrm>
            <a:off x="6566087" y="4205049"/>
            <a:ext cx="1303762"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nb-NO" altLang="zh-CN" sz="1050" b="1" dirty="0">
                <a:solidFill>
                  <a:srgbClr val="00B050"/>
                </a:solidFill>
                <a:latin typeface="Arial" panose="020B0604020202020204" pitchFamily="34" charset="0"/>
                <a:ea typeface="宋体" panose="02010600030101010101" pitchFamily="2" charset="-122"/>
              </a:rPr>
              <a:t>128.208.</a:t>
            </a:r>
            <a:r>
              <a:rPr lang="en-US" altLang="zh-CN" sz="1050" b="1" dirty="0">
                <a:solidFill>
                  <a:srgbClr val="00B050"/>
                </a:solidFill>
                <a:latin typeface="Arial" panose="020B0604020202020204" pitchFamily="34" charset="0"/>
                <a:ea typeface="宋体" panose="02010600030101010101" pitchFamily="2" charset="-122"/>
              </a:rPr>
              <a:t>128</a:t>
            </a:r>
            <a:r>
              <a:rPr lang="nb-NO" altLang="zh-CN" sz="1050" b="1" dirty="0">
                <a:solidFill>
                  <a:srgbClr val="00B050"/>
                </a:solidFill>
                <a:latin typeface="Arial" panose="020B0604020202020204" pitchFamily="34" charset="0"/>
                <a:ea typeface="宋体" panose="02010600030101010101" pitchFamily="2" charset="-122"/>
              </a:rPr>
              <a:t>.0/1</a:t>
            </a:r>
            <a:r>
              <a:rPr lang="en-US" altLang="zh-CN" sz="1050" b="1" dirty="0">
                <a:solidFill>
                  <a:srgbClr val="00B050"/>
                </a:solidFill>
                <a:latin typeface="Arial" panose="020B0604020202020204" pitchFamily="34" charset="0"/>
                <a:ea typeface="宋体" panose="02010600030101010101" pitchFamily="2" charset="-122"/>
              </a:rPr>
              <a:t>7</a:t>
            </a:r>
            <a:r>
              <a:rPr lang="nb-NO" altLang="zh-CN" sz="1050" b="1" dirty="0">
                <a:solidFill>
                  <a:srgbClr val="00B050"/>
                </a:solidFill>
                <a:latin typeface="Arial" panose="020B0604020202020204" pitchFamily="34" charset="0"/>
                <a:ea typeface="宋体" panose="02010600030101010101" pitchFamily="2" charset="-122"/>
              </a:rPr>
              <a:t> </a:t>
            </a:r>
          </a:p>
        </p:txBody>
      </p:sp>
      <p:sp>
        <p:nvSpPr>
          <p:cNvPr id="260118" name="矩形 22">
            <a:extLst>
              <a:ext uri="{FF2B5EF4-FFF2-40B4-BE49-F238E27FC236}">
                <a16:creationId xmlns:a16="http://schemas.microsoft.com/office/drawing/2014/main" id="{26E63A7A-A2AE-A64E-9078-D4B1DAAA8FFE}"/>
              </a:ext>
            </a:extLst>
          </p:cNvPr>
          <p:cNvSpPr>
            <a:spLocks noChangeArrowheads="1"/>
          </p:cNvSpPr>
          <p:nvPr/>
        </p:nvSpPr>
        <p:spPr bwMode="auto">
          <a:xfrm>
            <a:off x="7847940" y="4220527"/>
            <a:ext cx="1238755"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nb-NO" altLang="zh-CN" sz="1050" b="1" dirty="0">
                <a:solidFill>
                  <a:srgbClr val="7030A0"/>
                </a:solidFill>
                <a:latin typeface="Arial" panose="020B0604020202020204" pitchFamily="34" charset="0"/>
                <a:ea typeface="宋体" panose="02010600030101010101" pitchFamily="2" charset="-122"/>
              </a:rPr>
              <a:t>128.208.</a:t>
            </a:r>
            <a:r>
              <a:rPr lang="en-US" altLang="zh-CN" sz="1050" b="1" dirty="0">
                <a:solidFill>
                  <a:srgbClr val="7030A0"/>
                </a:solidFill>
                <a:latin typeface="Arial" panose="020B0604020202020204" pitchFamily="34" charset="0"/>
                <a:ea typeface="宋体" panose="02010600030101010101" pitchFamily="2" charset="-122"/>
              </a:rPr>
              <a:t>96</a:t>
            </a:r>
            <a:r>
              <a:rPr lang="nb-NO" altLang="zh-CN" sz="1050" b="1" dirty="0">
                <a:solidFill>
                  <a:srgbClr val="7030A0"/>
                </a:solidFill>
                <a:latin typeface="Arial" panose="020B0604020202020204" pitchFamily="34" charset="0"/>
                <a:ea typeface="宋体" panose="02010600030101010101" pitchFamily="2" charset="-122"/>
              </a:rPr>
              <a:t>.0/1</a:t>
            </a:r>
            <a:r>
              <a:rPr lang="en-US" altLang="zh-CN" sz="1050" b="1" dirty="0">
                <a:solidFill>
                  <a:srgbClr val="7030A0"/>
                </a:solidFill>
                <a:latin typeface="Arial" panose="020B0604020202020204" pitchFamily="34" charset="0"/>
                <a:ea typeface="宋体" panose="02010600030101010101" pitchFamily="2" charset="-122"/>
              </a:rPr>
              <a:t>9</a:t>
            </a:r>
            <a:r>
              <a:rPr lang="nb-NO" altLang="zh-CN" sz="1050" b="1" dirty="0">
                <a:solidFill>
                  <a:srgbClr val="7030A0"/>
                </a:solidFill>
                <a:latin typeface="Arial" panose="020B0604020202020204" pitchFamily="34" charset="0"/>
                <a:ea typeface="宋体" panose="02010600030101010101" pitchFamily="2" charset="-122"/>
              </a:rPr>
              <a:t> </a:t>
            </a:r>
          </a:p>
        </p:txBody>
      </p:sp>
      <p:pic>
        <p:nvPicPr>
          <p:cNvPr id="260119" name="Picture 35">
            <a:extLst>
              <a:ext uri="{FF2B5EF4-FFF2-40B4-BE49-F238E27FC236}">
                <a16:creationId xmlns:a16="http://schemas.microsoft.com/office/drawing/2014/main" id="{D9D73861-2845-824E-A5AE-44FE516F44B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76864" y="3864530"/>
            <a:ext cx="302419"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120" name="Picture 35">
            <a:extLst>
              <a:ext uri="{FF2B5EF4-FFF2-40B4-BE49-F238E27FC236}">
                <a16:creationId xmlns:a16="http://schemas.microsoft.com/office/drawing/2014/main" id="{F5134C97-5D9F-7641-AAB9-06666347360B}"/>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142474" y="3875246"/>
            <a:ext cx="302419"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121" name="矩形 25">
            <a:extLst>
              <a:ext uri="{FF2B5EF4-FFF2-40B4-BE49-F238E27FC236}">
                <a16:creationId xmlns:a16="http://schemas.microsoft.com/office/drawing/2014/main" id="{95067550-B4D6-1F41-B8B6-E892A4681719}"/>
              </a:ext>
            </a:extLst>
          </p:cNvPr>
          <p:cNvSpPr>
            <a:spLocks noChangeArrowheads="1"/>
          </p:cNvSpPr>
          <p:nvPr/>
        </p:nvSpPr>
        <p:spPr bwMode="auto">
          <a:xfrm>
            <a:off x="6337487" y="3569255"/>
            <a:ext cx="3690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900">
                <a:solidFill>
                  <a:schemeClr val="tx1"/>
                </a:solidFill>
                <a:latin typeface="Arial" panose="020B0604020202020204" pitchFamily="34" charset="0"/>
                <a:ea typeface="宋体" panose="02010600030101010101" pitchFamily="2" charset="-122"/>
              </a:rPr>
              <a:t>EE</a:t>
            </a:r>
            <a:endParaRPr lang="nb-NO" altLang="zh-CN" sz="900">
              <a:solidFill>
                <a:schemeClr val="tx1"/>
              </a:solidFill>
              <a:latin typeface="Arial" panose="020B0604020202020204" pitchFamily="34" charset="0"/>
              <a:ea typeface="宋体" panose="02010600030101010101" pitchFamily="2" charset="-122"/>
            </a:endParaRPr>
          </a:p>
        </p:txBody>
      </p:sp>
      <p:sp>
        <p:nvSpPr>
          <p:cNvPr id="260122" name="矩形 26">
            <a:extLst>
              <a:ext uri="{FF2B5EF4-FFF2-40B4-BE49-F238E27FC236}">
                <a16:creationId xmlns:a16="http://schemas.microsoft.com/office/drawing/2014/main" id="{D6FC85AC-936B-8B40-A508-F2F3C465CF0E}"/>
              </a:ext>
            </a:extLst>
          </p:cNvPr>
          <p:cNvSpPr>
            <a:spLocks noChangeArrowheads="1"/>
          </p:cNvSpPr>
          <p:nvPr/>
        </p:nvSpPr>
        <p:spPr bwMode="auto">
          <a:xfrm>
            <a:off x="7205452" y="3551396"/>
            <a:ext cx="3690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900">
                <a:solidFill>
                  <a:schemeClr val="tx1"/>
                </a:solidFill>
                <a:latin typeface="Arial" panose="020B0604020202020204" pitchFamily="34" charset="0"/>
                <a:ea typeface="宋体" panose="02010600030101010101" pitchFamily="2" charset="-122"/>
              </a:rPr>
              <a:t>CS</a:t>
            </a:r>
            <a:endParaRPr lang="nb-NO" altLang="zh-CN" sz="900">
              <a:solidFill>
                <a:schemeClr val="tx1"/>
              </a:solidFill>
              <a:latin typeface="Arial" panose="020B0604020202020204" pitchFamily="34" charset="0"/>
              <a:ea typeface="宋体" panose="02010600030101010101" pitchFamily="2" charset="-122"/>
            </a:endParaRPr>
          </a:p>
        </p:txBody>
      </p:sp>
      <p:sp>
        <p:nvSpPr>
          <p:cNvPr id="260123" name="矩形 27">
            <a:extLst>
              <a:ext uri="{FF2B5EF4-FFF2-40B4-BE49-F238E27FC236}">
                <a16:creationId xmlns:a16="http://schemas.microsoft.com/office/drawing/2014/main" id="{403DB42D-F5F7-2B4A-9E5E-5641C0FE12F6}"/>
              </a:ext>
            </a:extLst>
          </p:cNvPr>
          <p:cNvSpPr>
            <a:spLocks noChangeArrowheads="1"/>
          </p:cNvSpPr>
          <p:nvPr/>
        </p:nvSpPr>
        <p:spPr bwMode="auto">
          <a:xfrm>
            <a:off x="8048414" y="3514487"/>
            <a:ext cx="3690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900">
                <a:solidFill>
                  <a:schemeClr val="tx1"/>
                </a:solidFill>
                <a:latin typeface="Arial" panose="020B0604020202020204" pitchFamily="34" charset="0"/>
                <a:ea typeface="宋体" panose="02010600030101010101" pitchFamily="2" charset="-122"/>
              </a:rPr>
              <a:t>Art</a:t>
            </a:r>
            <a:endParaRPr lang="nb-NO" altLang="zh-CN" sz="900">
              <a:solidFill>
                <a:schemeClr val="tx1"/>
              </a:solidFill>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129437864"/>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内容占位符 2">
            <a:extLst>
              <a:ext uri="{FF2B5EF4-FFF2-40B4-BE49-F238E27FC236}">
                <a16:creationId xmlns:a16="http://schemas.microsoft.com/office/drawing/2014/main" id="{D116E517-28C0-3B4B-8909-D92E2D69DC1C}"/>
              </a:ext>
            </a:extLst>
          </p:cNvPr>
          <p:cNvGraphicFramePr>
            <a:graphicFrameLocks noGrp="1"/>
          </p:cNvGraphicFramePr>
          <p:nvPr>
            <p:ph idx="1"/>
            <p:extLst>
              <p:ext uri="{D42A27DB-BD31-4B8C-83A1-F6EECF244321}">
                <p14:modId xmlns:p14="http://schemas.microsoft.com/office/powerpoint/2010/main" val="951136079"/>
              </p:ext>
            </p:extLst>
          </p:nvPr>
        </p:nvGraphicFramePr>
        <p:xfrm>
          <a:off x="133350" y="1802130"/>
          <a:ext cx="8805863" cy="3708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62148" name="灯片编号占位符 1">
            <a:extLst>
              <a:ext uri="{FF2B5EF4-FFF2-40B4-BE49-F238E27FC236}">
                <a16:creationId xmlns:a16="http://schemas.microsoft.com/office/drawing/2014/main" id="{77A573A1-4CA1-5346-83EC-1BB75D9F683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4D131FB0-BA50-1346-B544-5A40E839D029}"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120</a:t>
            </a:fld>
            <a:endParaRPr lang="en-US" altLang="zh-CN" sz="1050">
              <a:solidFill>
                <a:schemeClr val="bg2"/>
              </a:solidFill>
              <a:latin typeface="Tahoma" panose="020B0604030504040204" pitchFamily="34" charset="0"/>
              <a:ea typeface="宋体" panose="02010600030101010101" pitchFamily="2" charset="-122"/>
            </a:endParaRPr>
          </a:p>
        </p:txBody>
      </p:sp>
      <p:sp>
        <p:nvSpPr>
          <p:cNvPr id="262145" name="Rectangle 2">
            <a:extLst>
              <a:ext uri="{FF2B5EF4-FFF2-40B4-BE49-F238E27FC236}">
                <a16:creationId xmlns:a16="http://schemas.microsoft.com/office/drawing/2014/main" id="{C78D27F6-D643-8E46-A5FE-F3771AE844A6}"/>
              </a:ext>
            </a:extLst>
          </p:cNvPr>
          <p:cNvSpPr>
            <a:spLocks noGrp="1" noChangeArrowheads="1"/>
          </p:cNvSpPr>
          <p:nvPr>
            <p:ph type="title"/>
          </p:nvPr>
        </p:nvSpPr>
        <p:spPr/>
        <p:txBody>
          <a:bodyPr/>
          <a:lstStyle/>
          <a:p>
            <a:pPr marL="257175" indent="-257175"/>
            <a:r>
              <a:rPr lang="zh-CN" altLang="en-US" sz="3000">
                <a:latin typeface="Times New Roman" panose="02020603050405020304" pitchFamily="18" charset="0"/>
                <a:ea typeface="宋体" panose="02010600030101010101" pitchFamily="2" charset="-122"/>
              </a:rPr>
              <a:t>子网划分结构</a:t>
            </a:r>
            <a:endParaRPr lang="en-US" altLang="zh-CN" sz="3000">
              <a:latin typeface="Times New Roman" panose="02020603050405020304" pitchFamily="18" charset="0"/>
              <a:ea typeface="宋体" panose="02010600030101010101" pitchFamily="2" charset="-122"/>
            </a:endParaRPr>
          </a:p>
        </p:txBody>
      </p:sp>
      <p:sp>
        <p:nvSpPr>
          <p:cNvPr id="262146" name="文本占位符 3">
            <a:extLst>
              <a:ext uri="{FF2B5EF4-FFF2-40B4-BE49-F238E27FC236}">
                <a16:creationId xmlns:a16="http://schemas.microsoft.com/office/drawing/2014/main" id="{A8F50240-8B50-A845-A92D-FB126B222482}"/>
              </a:ext>
            </a:extLst>
          </p:cNvPr>
          <p:cNvSpPr>
            <a:spLocks noGrp="1" noChangeArrowheads="1"/>
          </p:cNvSpPr>
          <p:nvPr>
            <p:ph type="body" sz="half" idx="4294967295"/>
          </p:nvPr>
        </p:nvSpPr>
        <p:spPr>
          <a:xfrm>
            <a:off x="102742" y="957582"/>
            <a:ext cx="8938516" cy="1485900"/>
          </a:xfrm>
        </p:spPr>
        <p:txBody>
          <a:bodyPr/>
          <a:lstStyle/>
          <a:p>
            <a:pPr>
              <a:lnSpc>
                <a:spcPct val="100000"/>
              </a:lnSpc>
            </a:pPr>
            <a:r>
              <a:rPr lang="zh-CN" altLang="en-US" sz="1800" dirty="0">
                <a:latin typeface="Times New Roman" panose="02020603050405020304" pitchFamily="18" charset="0"/>
                <a:ea typeface="宋体" panose="02010600030101010101" pitchFamily="2" charset="-122"/>
              </a:rPr>
              <a:t>地址空间：</a:t>
            </a:r>
            <a:r>
              <a:rPr lang="en-US" altLang="zh-CN" sz="1800" dirty="0">
                <a:latin typeface="Times New Roman" panose="02020603050405020304" pitchFamily="18" charset="0"/>
                <a:ea typeface="宋体" panose="02010600030101010101" pitchFamily="2" charset="-122"/>
              </a:rPr>
              <a:t>128.208.0.0/16</a:t>
            </a:r>
          </a:p>
          <a:p>
            <a:pPr lvl="1">
              <a:lnSpc>
                <a:spcPct val="100000"/>
              </a:lnSpc>
            </a:pPr>
            <a:r>
              <a:rPr lang="en-US" altLang="zh-CN" sz="1500" dirty="0">
                <a:latin typeface="Times New Roman" panose="02020603050405020304" pitchFamily="18" charset="0"/>
                <a:ea typeface="宋体" panose="02010600030101010101" pitchFamily="2" charset="-122"/>
              </a:rPr>
              <a:t> /16 </a:t>
            </a:r>
            <a:r>
              <a:rPr lang="zh-CN" altLang="en-US" sz="1500" dirty="0">
                <a:latin typeface="Times New Roman" panose="02020603050405020304" pitchFamily="18" charset="0"/>
                <a:ea typeface="宋体" panose="02010600030101010101" pitchFamily="2" charset="-122"/>
              </a:rPr>
              <a:t>地址空间的四分之一 </a:t>
            </a:r>
            <a:r>
              <a:rPr lang="en-US" altLang="zh-CN" sz="1500" dirty="0">
                <a:latin typeface="Times New Roman" panose="02020603050405020304" pitchFamily="18" charset="0"/>
                <a:ea typeface="宋体" panose="02010600030101010101" pitchFamily="2" charset="-122"/>
              </a:rPr>
              <a:t>(/18)</a:t>
            </a:r>
            <a:r>
              <a:rPr lang="zh-CN" altLang="en-US" sz="1500" dirty="0">
                <a:latin typeface="Times New Roman" panose="02020603050405020304" pitchFamily="18" charset="0"/>
                <a:ea typeface="宋体" panose="02010600030101010101" pitchFamily="2" charset="-122"/>
              </a:rPr>
              <a:t>分给电子工程：</a:t>
            </a:r>
            <a:r>
              <a:rPr lang="en-US" altLang="zh-CN" sz="1500" dirty="0">
                <a:solidFill>
                  <a:srgbClr val="C00000"/>
                </a:solidFill>
                <a:latin typeface="Times New Roman" panose="02020603050405020304" pitchFamily="18" charset="0"/>
                <a:ea typeface="宋体" panose="02010600030101010101" pitchFamily="2" charset="-122"/>
              </a:rPr>
              <a:t>32-14=18</a:t>
            </a:r>
          </a:p>
          <a:p>
            <a:pPr lvl="1">
              <a:lnSpc>
                <a:spcPct val="100000"/>
              </a:lnSpc>
            </a:pPr>
            <a:r>
              <a:rPr lang="zh-CN" altLang="en-US" sz="1500" dirty="0">
                <a:latin typeface="Times New Roman" panose="02020603050405020304" pitchFamily="18" charset="0"/>
                <a:ea typeface="宋体" panose="02010600030101010101" pitchFamily="2" charset="-122"/>
              </a:rPr>
              <a:t>一半</a:t>
            </a:r>
            <a:r>
              <a:rPr lang="en-US" altLang="zh-CN" sz="1500" dirty="0">
                <a:latin typeface="Times New Roman" panose="02020603050405020304" pitchFamily="18" charset="0"/>
                <a:ea typeface="宋体" panose="02010600030101010101" pitchFamily="2" charset="-122"/>
              </a:rPr>
              <a:t>(/17)</a:t>
            </a:r>
            <a:r>
              <a:rPr lang="zh-CN" altLang="en-US" sz="1500" dirty="0">
                <a:latin typeface="Times New Roman" panose="02020603050405020304" pitchFamily="18" charset="0"/>
                <a:ea typeface="宋体" panose="02010600030101010101" pitchFamily="2" charset="-122"/>
              </a:rPr>
              <a:t>分给计算机：</a:t>
            </a:r>
            <a:r>
              <a:rPr lang="en-US" altLang="zh-CN" sz="1500" dirty="0">
                <a:solidFill>
                  <a:srgbClr val="C00000"/>
                </a:solidFill>
                <a:latin typeface="Times New Roman" panose="02020603050405020304" pitchFamily="18" charset="0"/>
                <a:ea typeface="宋体" panose="02010600030101010101" pitchFamily="2" charset="-122"/>
              </a:rPr>
              <a:t>32-15=17</a:t>
            </a:r>
          </a:p>
          <a:p>
            <a:pPr lvl="1">
              <a:lnSpc>
                <a:spcPct val="100000"/>
              </a:lnSpc>
            </a:pPr>
            <a:r>
              <a:rPr lang="zh-CN" altLang="en-US" sz="1500" dirty="0">
                <a:latin typeface="Times New Roman" panose="02020603050405020304" pitchFamily="18" charset="0"/>
                <a:ea typeface="宋体" panose="02010600030101010101" pitchFamily="2" charset="-122"/>
              </a:rPr>
              <a:t>八分之一</a:t>
            </a:r>
            <a:r>
              <a:rPr lang="en-US" altLang="zh-CN" sz="1500" dirty="0">
                <a:latin typeface="Times New Roman" panose="02020603050405020304" pitchFamily="18" charset="0"/>
                <a:ea typeface="宋体" panose="02010600030101010101" pitchFamily="2" charset="-122"/>
              </a:rPr>
              <a:t>(/19)</a:t>
            </a:r>
            <a:r>
              <a:rPr lang="zh-CN" altLang="en-US" sz="1500" dirty="0">
                <a:latin typeface="Times New Roman" panose="02020603050405020304" pitchFamily="18" charset="0"/>
                <a:ea typeface="宋体" panose="02010600030101010101" pitchFamily="2" charset="-122"/>
              </a:rPr>
              <a:t>分给艺术：</a:t>
            </a:r>
            <a:r>
              <a:rPr lang="en-US" altLang="zh-CN" sz="1500" dirty="0">
                <a:solidFill>
                  <a:srgbClr val="C00000"/>
                </a:solidFill>
                <a:latin typeface="Times New Roman" panose="02020603050405020304" pitchFamily="18" charset="0"/>
                <a:ea typeface="宋体" panose="02010600030101010101" pitchFamily="2" charset="-122"/>
              </a:rPr>
              <a:t>32-13=19</a:t>
            </a:r>
          </a:p>
          <a:p>
            <a:pPr lvl="1">
              <a:lnSpc>
                <a:spcPct val="100000"/>
              </a:lnSpc>
            </a:pPr>
            <a:r>
              <a:rPr lang="zh-CN" altLang="en-US" sz="1500" dirty="0">
                <a:latin typeface="Times New Roman" panose="02020603050405020304" pitchFamily="18" charset="0"/>
                <a:ea typeface="宋体" panose="02010600030101010101" pitchFamily="2" charset="-122"/>
              </a:rPr>
              <a:t>其余保留</a:t>
            </a:r>
          </a:p>
        </p:txBody>
      </p:sp>
      <p:sp>
        <p:nvSpPr>
          <p:cNvPr id="262149" name="矩形 25">
            <a:extLst>
              <a:ext uri="{FF2B5EF4-FFF2-40B4-BE49-F238E27FC236}">
                <a16:creationId xmlns:a16="http://schemas.microsoft.com/office/drawing/2014/main" id="{83072F5B-6605-2948-9DC1-A9C884FACFD8}"/>
              </a:ext>
            </a:extLst>
          </p:cNvPr>
          <p:cNvSpPr>
            <a:spLocks noChangeArrowheads="1"/>
          </p:cNvSpPr>
          <p:nvPr/>
        </p:nvSpPr>
        <p:spPr bwMode="auto">
          <a:xfrm>
            <a:off x="869871" y="3543294"/>
            <a:ext cx="369094"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1050" dirty="0">
                <a:solidFill>
                  <a:srgbClr val="FF0000"/>
                </a:solidFill>
                <a:latin typeface="Arial" panose="020B0604020202020204" pitchFamily="34" charset="0"/>
                <a:ea typeface="宋体" panose="02010600030101010101" pitchFamily="2" charset="-122"/>
              </a:rPr>
              <a:t>EE</a:t>
            </a:r>
            <a:endParaRPr lang="nb-NO" altLang="zh-CN" sz="1050" dirty="0">
              <a:solidFill>
                <a:srgbClr val="FF0000"/>
              </a:solidFill>
              <a:latin typeface="Arial" panose="020B0604020202020204" pitchFamily="34" charset="0"/>
              <a:ea typeface="宋体" panose="02010600030101010101" pitchFamily="2" charset="-122"/>
            </a:endParaRPr>
          </a:p>
        </p:txBody>
      </p:sp>
      <p:sp>
        <p:nvSpPr>
          <p:cNvPr id="262150" name="矩形 26">
            <a:extLst>
              <a:ext uri="{FF2B5EF4-FFF2-40B4-BE49-F238E27FC236}">
                <a16:creationId xmlns:a16="http://schemas.microsoft.com/office/drawing/2014/main" id="{A6EE21E6-201B-AA49-B60B-A8109F000E03}"/>
              </a:ext>
            </a:extLst>
          </p:cNvPr>
          <p:cNvSpPr>
            <a:spLocks noChangeArrowheads="1"/>
          </p:cNvSpPr>
          <p:nvPr/>
        </p:nvSpPr>
        <p:spPr bwMode="auto">
          <a:xfrm>
            <a:off x="6836808" y="2877972"/>
            <a:ext cx="369094"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1050" dirty="0">
                <a:solidFill>
                  <a:srgbClr val="FF0000"/>
                </a:solidFill>
                <a:latin typeface="Arial" panose="020B0604020202020204" pitchFamily="34" charset="0"/>
                <a:ea typeface="宋体" panose="02010600030101010101" pitchFamily="2" charset="-122"/>
              </a:rPr>
              <a:t>CS</a:t>
            </a:r>
            <a:endParaRPr lang="nb-NO" altLang="zh-CN" sz="1050" dirty="0">
              <a:solidFill>
                <a:srgbClr val="FF0000"/>
              </a:solidFill>
              <a:latin typeface="Arial" panose="020B0604020202020204" pitchFamily="34" charset="0"/>
              <a:ea typeface="宋体" panose="02010600030101010101" pitchFamily="2" charset="-122"/>
            </a:endParaRPr>
          </a:p>
        </p:txBody>
      </p:sp>
      <p:sp>
        <p:nvSpPr>
          <p:cNvPr id="262151" name="矩形 27">
            <a:extLst>
              <a:ext uri="{FF2B5EF4-FFF2-40B4-BE49-F238E27FC236}">
                <a16:creationId xmlns:a16="http://schemas.microsoft.com/office/drawing/2014/main" id="{5277421C-7E78-004E-82F5-E20E25143051}"/>
              </a:ext>
            </a:extLst>
          </p:cNvPr>
          <p:cNvSpPr>
            <a:spLocks noChangeArrowheads="1"/>
          </p:cNvSpPr>
          <p:nvPr/>
        </p:nvSpPr>
        <p:spPr bwMode="auto">
          <a:xfrm>
            <a:off x="3949542" y="4197189"/>
            <a:ext cx="369094"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1050" dirty="0">
                <a:solidFill>
                  <a:srgbClr val="FF0000"/>
                </a:solidFill>
                <a:latin typeface="Arial" panose="020B0604020202020204" pitchFamily="34" charset="0"/>
                <a:ea typeface="宋体" panose="02010600030101010101" pitchFamily="2" charset="-122"/>
              </a:rPr>
              <a:t>Art</a:t>
            </a:r>
            <a:endParaRPr lang="nb-NO" altLang="zh-CN" sz="1050" dirty="0">
              <a:solidFill>
                <a:srgbClr val="FF0000"/>
              </a:solidFill>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757277314"/>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3" name="Rectangle 2">
            <a:extLst>
              <a:ext uri="{FF2B5EF4-FFF2-40B4-BE49-F238E27FC236}">
                <a16:creationId xmlns:a16="http://schemas.microsoft.com/office/drawing/2014/main" id="{8A267384-D6D7-F34A-83AA-BB255ED074DC}"/>
              </a:ext>
            </a:extLst>
          </p:cNvPr>
          <p:cNvSpPr>
            <a:spLocks noGrp="1" noChangeArrowheads="1"/>
          </p:cNvSpPr>
          <p:nvPr>
            <p:ph type="title"/>
          </p:nvPr>
        </p:nvSpPr>
        <p:spPr>
          <a:xfrm>
            <a:off x="160021" y="202406"/>
            <a:ext cx="7565946" cy="748904"/>
          </a:xfrm>
        </p:spPr>
        <p:txBody>
          <a:bodyPr/>
          <a:lstStyle/>
          <a:p>
            <a:r>
              <a:rPr lang="zh-CN" altLang="en-US" sz="3000" dirty="0">
                <a:latin typeface="Arial Black" panose="020B0604020202020204" pitchFamily="34" charset="0"/>
                <a:ea typeface="宋体" panose="02010600030101010101" pitchFamily="2" charset="-122"/>
              </a:rPr>
              <a:t>子网划分（实例）</a:t>
            </a:r>
            <a:endParaRPr lang="en-US" altLang="zh-CN" sz="3000" dirty="0">
              <a:latin typeface="Arial Black" panose="020B0604020202020204" pitchFamily="34" charset="0"/>
              <a:ea typeface="宋体" panose="02010600030101010101" pitchFamily="2" charset="-122"/>
            </a:endParaRPr>
          </a:p>
        </p:txBody>
      </p:sp>
      <p:sp>
        <p:nvSpPr>
          <p:cNvPr id="264194" name="Rectangle 3">
            <a:extLst>
              <a:ext uri="{FF2B5EF4-FFF2-40B4-BE49-F238E27FC236}">
                <a16:creationId xmlns:a16="http://schemas.microsoft.com/office/drawing/2014/main" id="{AA8018B9-B9EA-FC4C-9FAF-F479B0869D9D}"/>
              </a:ext>
            </a:extLst>
          </p:cNvPr>
          <p:cNvSpPr>
            <a:spLocks noGrp="1" noChangeArrowheads="1"/>
          </p:cNvSpPr>
          <p:nvPr>
            <p:ph type="body" idx="1"/>
          </p:nvPr>
        </p:nvSpPr>
        <p:spPr>
          <a:xfrm>
            <a:off x="160020" y="1059657"/>
            <a:ext cx="8778239" cy="2078831"/>
          </a:xfrm>
        </p:spPr>
        <p:txBody>
          <a:bodyPr/>
          <a:lstStyle/>
          <a:p>
            <a:pPr marL="0" indent="0">
              <a:lnSpc>
                <a:spcPct val="90000"/>
              </a:lnSpc>
              <a:buNone/>
            </a:pPr>
            <a:r>
              <a:rPr lang="zh-CN" altLang="en-US" sz="2000" dirty="0">
                <a:latin typeface="Arial Black" panose="020B0604020202020204" pitchFamily="34" charset="0"/>
                <a:ea typeface="宋体" panose="02010600030101010101" pitchFamily="2" charset="-122"/>
              </a:rPr>
              <a:t>例</a:t>
            </a:r>
            <a:r>
              <a:rPr lang="en-US" altLang="zh-CN" sz="2000" dirty="0">
                <a:latin typeface="Arial Black" panose="020B0604020202020204" pitchFamily="34" charset="0"/>
                <a:ea typeface="宋体" panose="02010600030101010101" pitchFamily="2" charset="-122"/>
              </a:rPr>
              <a:t>3</a:t>
            </a:r>
            <a:r>
              <a:rPr lang="zh-CN" altLang="en-US" sz="2000" dirty="0">
                <a:latin typeface="Arial Black" panose="020B0604020202020204" pitchFamily="34" charset="0"/>
                <a:ea typeface="宋体" panose="02010600030101010101" pitchFamily="2" charset="-122"/>
              </a:rPr>
              <a:t>：中国人民大学早期分到的地址空间为</a:t>
            </a:r>
            <a:r>
              <a:rPr lang="en-US" altLang="zh-CN" sz="2000" dirty="0">
                <a:latin typeface="Arial Black" panose="020B0604020202020204" pitchFamily="34" charset="0"/>
                <a:ea typeface="宋体" panose="02010600030101010101" pitchFamily="2" charset="-122"/>
              </a:rPr>
              <a:t>202.112.112.0 /x</a:t>
            </a:r>
          </a:p>
          <a:p>
            <a:pPr marL="642938" lvl="1" indent="-342900">
              <a:lnSpc>
                <a:spcPct val="90000"/>
              </a:lnSpc>
              <a:buSzPct val="100000"/>
              <a:buFont typeface="Arial" panose="020B0604020202020204" pitchFamily="34" charset="0"/>
              <a:buAutoNum type="arabicPeriod"/>
            </a:pPr>
            <a:r>
              <a:rPr lang="zh-CN" altLang="en-US" sz="1600" dirty="0">
                <a:latin typeface="Arial Black" panose="020B0604020202020204" pitchFamily="34" charset="0"/>
                <a:ea typeface="宋体" panose="02010600030101010101" pitchFamily="2" charset="-122"/>
              </a:rPr>
              <a:t>最大整块空间可为多少？</a:t>
            </a:r>
          </a:p>
          <a:p>
            <a:pPr marL="642938" lvl="1" indent="-342900">
              <a:lnSpc>
                <a:spcPct val="90000"/>
              </a:lnSpc>
              <a:buSzPct val="100000"/>
              <a:buFont typeface="Arial" panose="020B0604020202020204" pitchFamily="34" charset="0"/>
              <a:buAutoNum type="arabicPeriod"/>
            </a:pPr>
            <a:r>
              <a:rPr lang="zh-CN" altLang="en-US" sz="1600" dirty="0">
                <a:latin typeface="Arial Black" panose="020B0604020202020204" pitchFamily="34" charset="0"/>
                <a:ea typeface="宋体" panose="02010600030101010101" pitchFamily="2" charset="-122"/>
              </a:rPr>
              <a:t>如何均匀分配给</a:t>
            </a:r>
            <a:r>
              <a:rPr lang="en-US" altLang="zh-CN" sz="1600" dirty="0">
                <a:latin typeface="Arial Black" panose="020B0604020202020204" pitchFamily="34" charset="0"/>
                <a:ea typeface="宋体" panose="02010600030101010101" pitchFamily="2" charset="-122"/>
              </a:rPr>
              <a:t>8</a:t>
            </a:r>
            <a:r>
              <a:rPr lang="zh-CN" altLang="en-US" sz="1600" dirty="0">
                <a:latin typeface="Arial Black" panose="020B0604020202020204" pitchFamily="34" charset="0"/>
                <a:ea typeface="宋体" panose="02010600030101010101" pitchFamily="2" charset="-122"/>
              </a:rPr>
              <a:t>个学院？</a:t>
            </a:r>
            <a:endParaRPr lang="en-US" altLang="zh-CN" sz="1600" dirty="0">
              <a:latin typeface="Arial Black" panose="020B0604020202020204" pitchFamily="34" charset="0"/>
              <a:ea typeface="宋体" panose="02010600030101010101" pitchFamily="2" charset="-122"/>
            </a:endParaRPr>
          </a:p>
          <a:p>
            <a:pPr marL="0" indent="0">
              <a:lnSpc>
                <a:spcPct val="90000"/>
              </a:lnSpc>
              <a:buNone/>
            </a:pPr>
            <a:r>
              <a:rPr lang="zh-CN" altLang="nb-NO" sz="2000" dirty="0">
                <a:latin typeface="Arial Black" panose="020B0604020202020204" pitchFamily="34" charset="0"/>
                <a:ea typeface="宋体" panose="02010600030101010101" pitchFamily="2" charset="-122"/>
              </a:rPr>
              <a:t>解答：</a:t>
            </a:r>
          </a:p>
          <a:p>
            <a:pPr marL="642938" lvl="1" indent="-342900">
              <a:lnSpc>
                <a:spcPct val="90000"/>
              </a:lnSpc>
              <a:buSzPct val="100000"/>
              <a:buFont typeface="Arial" panose="020B0604020202020204" pitchFamily="34" charset="0"/>
              <a:buAutoNum type="arabicPeriod"/>
            </a:pPr>
            <a:r>
              <a:rPr lang="nb-NO" altLang="zh-CN" sz="1600" dirty="0">
                <a:latin typeface="Arial Black" panose="020B0604020202020204" pitchFamily="34" charset="0"/>
                <a:ea typeface="宋体" panose="02010600030101010101" pitchFamily="2" charset="-122"/>
              </a:rPr>
              <a:t>202.112.112.0/x</a:t>
            </a:r>
            <a:r>
              <a:rPr lang="zh-CN" altLang="nb-NO" sz="1600" dirty="0">
                <a:latin typeface="Arial Black" panose="020B0604020202020204" pitchFamily="34" charset="0"/>
                <a:ea typeface="宋体" panose="02010600030101010101" pitchFamily="2" charset="-122"/>
              </a:rPr>
              <a:t>，</a:t>
            </a:r>
            <a:r>
              <a:rPr lang="nb-NO" altLang="zh-CN" sz="1600" dirty="0">
                <a:latin typeface="Arial Black" panose="020B0604020202020204" pitchFamily="34" charset="0"/>
                <a:ea typeface="宋体" panose="02010600030101010101" pitchFamily="2" charset="-122"/>
              </a:rPr>
              <a:t>/x</a:t>
            </a:r>
            <a:r>
              <a:rPr lang="zh-CN" altLang="nb-NO" sz="1600" dirty="0">
                <a:latin typeface="Arial Black" panose="020B0604020202020204" pitchFamily="34" charset="0"/>
                <a:ea typeface="宋体" panose="02010600030101010101" pitchFamily="2" charset="-122"/>
              </a:rPr>
              <a:t>最大为多少？ </a:t>
            </a:r>
            <a:r>
              <a:rPr lang="nb-NO" altLang="zh-CN" sz="1600" dirty="0">
                <a:latin typeface="Arial Black" panose="020B0604020202020204" pitchFamily="34" charset="0"/>
                <a:ea typeface="宋体" panose="02010600030101010101" pitchFamily="2" charset="-122"/>
              </a:rPr>
              <a:t>202.112.0 1 1 1 0 0 0 0.0</a:t>
            </a:r>
          </a:p>
          <a:p>
            <a:pPr marL="642938" lvl="1" indent="-342900">
              <a:lnSpc>
                <a:spcPct val="90000"/>
              </a:lnSpc>
              <a:buSzPct val="100000"/>
              <a:buFont typeface="Arial" panose="020B0604020202020204" pitchFamily="34" charset="0"/>
              <a:buAutoNum type="arabicPeriod"/>
            </a:pPr>
            <a:r>
              <a:rPr lang="en-US" altLang="zh-CN" sz="1600" dirty="0">
                <a:latin typeface="Arial Black" panose="020B0604020202020204" pitchFamily="34" charset="0"/>
                <a:ea typeface="宋体" panose="02010600030101010101" pitchFamily="2" charset="-122"/>
              </a:rPr>
              <a:t>8</a:t>
            </a:r>
            <a:r>
              <a:rPr lang="zh-CN" altLang="en-US" sz="1600" dirty="0">
                <a:latin typeface="Arial Black" panose="020B0604020202020204" pitchFamily="34" charset="0"/>
                <a:ea typeface="宋体" panose="02010600030101010101" pitchFamily="2" charset="-122"/>
              </a:rPr>
              <a:t>个学院均匀分配</a:t>
            </a:r>
            <a:endParaRPr lang="en-US" altLang="zh-CN" sz="1600" dirty="0">
              <a:latin typeface="Arial Black" panose="020B0604020202020204" pitchFamily="34" charset="0"/>
              <a:ea typeface="宋体" panose="02010600030101010101" pitchFamily="2" charset="-122"/>
            </a:endParaRPr>
          </a:p>
        </p:txBody>
      </p:sp>
      <p:sp>
        <p:nvSpPr>
          <p:cNvPr id="264195" name="灯片编号占位符 1">
            <a:extLst>
              <a:ext uri="{FF2B5EF4-FFF2-40B4-BE49-F238E27FC236}">
                <a16:creationId xmlns:a16="http://schemas.microsoft.com/office/drawing/2014/main" id="{300BB07F-4D63-0148-B1AD-B40B9604F58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1B8A487-DC03-8743-80BC-6E9838E6010E}"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121</a:t>
            </a:fld>
            <a:endParaRPr lang="en-US" altLang="zh-CN" sz="1050">
              <a:solidFill>
                <a:schemeClr val="bg2"/>
              </a:solidFill>
              <a:latin typeface="Tahoma" panose="020B0604030504040204" pitchFamily="34" charset="0"/>
              <a:ea typeface="宋体" panose="02010600030101010101" pitchFamily="2" charset="-122"/>
            </a:endParaRPr>
          </a:p>
        </p:txBody>
      </p:sp>
      <p:sp>
        <p:nvSpPr>
          <p:cNvPr id="264196" name="Line 6">
            <a:extLst>
              <a:ext uri="{FF2B5EF4-FFF2-40B4-BE49-F238E27FC236}">
                <a16:creationId xmlns:a16="http://schemas.microsoft.com/office/drawing/2014/main" id="{9AF9144B-CCE6-FE4E-AFBE-1CEE01534C4C}"/>
              </a:ext>
            </a:extLst>
          </p:cNvPr>
          <p:cNvSpPr>
            <a:spLocks noChangeShapeType="1"/>
          </p:cNvSpPr>
          <p:nvPr/>
        </p:nvSpPr>
        <p:spPr bwMode="auto">
          <a:xfrm>
            <a:off x="6035040" y="2323863"/>
            <a:ext cx="0" cy="215503"/>
          </a:xfrm>
          <a:prstGeom prst="line">
            <a:avLst/>
          </a:prstGeom>
          <a:noFill/>
          <a:ln w="22225">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4197" name="Line 6">
            <a:extLst>
              <a:ext uri="{FF2B5EF4-FFF2-40B4-BE49-F238E27FC236}">
                <a16:creationId xmlns:a16="http://schemas.microsoft.com/office/drawing/2014/main" id="{59E74C24-55E5-884A-975E-E1FC6287478D}"/>
              </a:ext>
            </a:extLst>
          </p:cNvPr>
          <p:cNvSpPr>
            <a:spLocks noChangeShapeType="1"/>
          </p:cNvSpPr>
          <p:nvPr/>
        </p:nvSpPr>
        <p:spPr bwMode="auto">
          <a:xfrm>
            <a:off x="6614875" y="2323863"/>
            <a:ext cx="0" cy="215503"/>
          </a:xfrm>
          <a:prstGeom prst="line">
            <a:avLst/>
          </a:prstGeom>
          <a:noFill/>
          <a:ln w="22225">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4198" name="矩形 9">
            <a:extLst>
              <a:ext uri="{FF2B5EF4-FFF2-40B4-BE49-F238E27FC236}">
                <a16:creationId xmlns:a16="http://schemas.microsoft.com/office/drawing/2014/main" id="{C50F4C9D-9D16-C344-8762-60071344A5A7}"/>
              </a:ext>
            </a:extLst>
          </p:cNvPr>
          <p:cNvSpPr>
            <a:spLocks noChangeArrowheads="1"/>
          </p:cNvSpPr>
          <p:nvPr/>
        </p:nvSpPr>
        <p:spPr bwMode="auto">
          <a:xfrm>
            <a:off x="6830378" y="1891665"/>
            <a:ext cx="378619" cy="230832"/>
          </a:xfrm>
          <a:prstGeom prst="rect">
            <a:avLst/>
          </a:prstGeom>
          <a:noFill/>
          <a:ln w="12700">
            <a:solidFill>
              <a:srgbClr val="333399"/>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900">
                <a:solidFill>
                  <a:schemeClr val="tx1"/>
                </a:solidFill>
                <a:latin typeface="Arial" panose="020B0604020202020204" pitchFamily="34" charset="0"/>
                <a:ea typeface="宋体" panose="02010600030101010101" pitchFamily="2" charset="-122"/>
              </a:rPr>
              <a:t>/23</a:t>
            </a:r>
            <a:r>
              <a:rPr lang="nb-NO" altLang="zh-CN" sz="900">
                <a:solidFill>
                  <a:schemeClr val="tx1"/>
                </a:solidFill>
                <a:latin typeface="Arial" panose="020B0604020202020204" pitchFamily="34" charset="0"/>
                <a:ea typeface="宋体" panose="02010600030101010101" pitchFamily="2" charset="-122"/>
              </a:rPr>
              <a:t> </a:t>
            </a:r>
          </a:p>
        </p:txBody>
      </p:sp>
      <p:sp>
        <p:nvSpPr>
          <p:cNvPr id="264199" name="矩形 10">
            <a:extLst>
              <a:ext uri="{FF2B5EF4-FFF2-40B4-BE49-F238E27FC236}">
                <a16:creationId xmlns:a16="http://schemas.microsoft.com/office/drawing/2014/main" id="{926E5E9D-C732-F541-98B0-2F6EEBC2224A}"/>
              </a:ext>
            </a:extLst>
          </p:cNvPr>
          <p:cNvSpPr>
            <a:spLocks noChangeArrowheads="1"/>
          </p:cNvSpPr>
          <p:nvPr/>
        </p:nvSpPr>
        <p:spPr bwMode="auto">
          <a:xfrm>
            <a:off x="6398181" y="1783319"/>
            <a:ext cx="378619" cy="230832"/>
          </a:xfrm>
          <a:prstGeom prst="rect">
            <a:avLst/>
          </a:prstGeom>
          <a:noFill/>
          <a:ln w="127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900">
                <a:solidFill>
                  <a:srgbClr val="FF0000"/>
                </a:solidFill>
                <a:latin typeface="Arial" panose="020B0604020202020204" pitchFamily="34" charset="0"/>
                <a:ea typeface="宋体" panose="02010600030101010101" pitchFamily="2" charset="-122"/>
              </a:rPr>
              <a:t>/20</a:t>
            </a:r>
            <a:r>
              <a:rPr lang="nb-NO" altLang="zh-CN" sz="900">
                <a:solidFill>
                  <a:srgbClr val="FF0000"/>
                </a:solidFill>
                <a:latin typeface="Arial" panose="020B0604020202020204" pitchFamily="34" charset="0"/>
                <a:ea typeface="宋体" panose="02010600030101010101" pitchFamily="2" charset="-122"/>
              </a:rPr>
              <a:t> </a:t>
            </a:r>
          </a:p>
        </p:txBody>
      </p:sp>
      <p:sp>
        <p:nvSpPr>
          <p:cNvPr id="264200" name="Line 6">
            <a:extLst>
              <a:ext uri="{FF2B5EF4-FFF2-40B4-BE49-F238E27FC236}">
                <a16:creationId xmlns:a16="http://schemas.microsoft.com/office/drawing/2014/main" id="{84655C20-2C4C-8947-976E-CB7C3D811992}"/>
              </a:ext>
            </a:extLst>
          </p:cNvPr>
          <p:cNvSpPr>
            <a:spLocks noChangeShapeType="1"/>
          </p:cNvSpPr>
          <p:nvPr/>
        </p:nvSpPr>
        <p:spPr bwMode="auto">
          <a:xfrm flipV="1">
            <a:off x="6035040" y="1986916"/>
            <a:ext cx="376238" cy="336947"/>
          </a:xfrm>
          <a:prstGeom prst="line">
            <a:avLst/>
          </a:prstGeom>
          <a:noFill/>
          <a:ln w="1905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4201" name="Line 6">
            <a:extLst>
              <a:ext uri="{FF2B5EF4-FFF2-40B4-BE49-F238E27FC236}">
                <a16:creationId xmlns:a16="http://schemas.microsoft.com/office/drawing/2014/main" id="{111D2157-321F-9C46-A7A9-A39A3A7D82E9}"/>
              </a:ext>
            </a:extLst>
          </p:cNvPr>
          <p:cNvSpPr>
            <a:spLocks noChangeShapeType="1"/>
          </p:cNvSpPr>
          <p:nvPr/>
        </p:nvSpPr>
        <p:spPr bwMode="auto">
          <a:xfrm flipV="1">
            <a:off x="6614875" y="2090500"/>
            <a:ext cx="215503" cy="233363"/>
          </a:xfrm>
          <a:prstGeom prst="line">
            <a:avLst/>
          </a:prstGeom>
          <a:noFill/>
          <a:ln w="19050">
            <a:solidFill>
              <a:srgbClr val="333399"/>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graphicFrame>
        <p:nvGraphicFramePr>
          <p:cNvPr id="16" name="Group 429">
            <a:extLst>
              <a:ext uri="{FF2B5EF4-FFF2-40B4-BE49-F238E27FC236}">
                <a16:creationId xmlns:a16="http://schemas.microsoft.com/office/drawing/2014/main" id="{D4F62386-99BB-7B43-8392-5E7BC6FEBD0E}"/>
              </a:ext>
            </a:extLst>
          </p:cNvPr>
          <p:cNvGraphicFramePr>
            <a:graphicFrameLocks noGrp="1"/>
          </p:cNvGraphicFramePr>
          <p:nvPr>
            <p:extLst>
              <p:ext uri="{D42A27DB-BD31-4B8C-83A1-F6EECF244321}">
                <p14:modId xmlns:p14="http://schemas.microsoft.com/office/powerpoint/2010/main" val="804720181"/>
              </p:ext>
            </p:extLst>
          </p:nvPr>
        </p:nvGraphicFramePr>
        <p:xfrm>
          <a:off x="731520" y="3283554"/>
          <a:ext cx="6744176" cy="1462628"/>
        </p:xfrm>
        <a:graphic>
          <a:graphicData uri="http://schemas.openxmlformats.org/drawingml/2006/table">
            <a:tbl>
              <a:tblPr/>
              <a:tblGrid>
                <a:gridCol w="647521">
                  <a:extLst>
                    <a:ext uri="{9D8B030D-6E8A-4147-A177-3AD203B41FA5}">
                      <a16:colId xmlns:a16="http://schemas.microsoft.com/office/drawing/2014/main" val="20000"/>
                    </a:ext>
                  </a:extLst>
                </a:gridCol>
                <a:gridCol w="502781">
                  <a:extLst>
                    <a:ext uri="{9D8B030D-6E8A-4147-A177-3AD203B41FA5}">
                      <a16:colId xmlns:a16="http://schemas.microsoft.com/office/drawing/2014/main" val="20001"/>
                    </a:ext>
                  </a:extLst>
                </a:gridCol>
                <a:gridCol w="110505">
                  <a:extLst>
                    <a:ext uri="{9D8B030D-6E8A-4147-A177-3AD203B41FA5}">
                      <a16:colId xmlns:a16="http://schemas.microsoft.com/office/drawing/2014/main" val="20002"/>
                    </a:ext>
                  </a:extLst>
                </a:gridCol>
                <a:gridCol w="292528">
                  <a:extLst>
                    <a:ext uri="{9D8B030D-6E8A-4147-A177-3AD203B41FA5}">
                      <a16:colId xmlns:a16="http://schemas.microsoft.com/office/drawing/2014/main" val="20003"/>
                    </a:ext>
                  </a:extLst>
                </a:gridCol>
                <a:gridCol w="370230">
                  <a:extLst>
                    <a:ext uri="{9D8B030D-6E8A-4147-A177-3AD203B41FA5}">
                      <a16:colId xmlns:a16="http://schemas.microsoft.com/office/drawing/2014/main" val="20004"/>
                    </a:ext>
                  </a:extLst>
                </a:gridCol>
                <a:gridCol w="370230">
                  <a:extLst>
                    <a:ext uri="{9D8B030D-6E8A-4147-A177-3AD203B41FA5}">
                      <a16:colId xmlns:a16="http://schemas.microsoft.com/office/drawing/2014/main" val="20005"/>
                    </a:ext>
                  </a:extLst>
                </a:gridCol>
                <a:gridCol w="371754">
                  <a:extLst>
                    <a:ext uri="{9D8B030D-6E8A-4147-A177-3AD203B41FA5}">
                      <a16:colId xmlns:a16="http://schemas.microsoft.com/office/drawing/2014/main" val="20006"/>
                    </a:ext>
                  </a:extLst>
                </a:gridCol>
                <a:gridCol w="368707">
                  <a:extLst>
                    <a:ext uri="{9D8B030D-6E8A-4147-A177-3AD203B41FA5}">
                      <a16:colId xmlns:a16="http://schemas.microsoft.com/office/drawing/2014/main" val="20007"/>
                    </a:ext>
                  </a:extLst>
                </a:gridCol>
                <a:gridCol w="245295">
                  <a:extLst>
                    <a:ext uri="{9D8B030D-6E8A-4147-A177-3AD203B41FA5}">
                      <a16:colId xmlns:a16="http://schemas.microsoft.com/office/drawing/2014/main" val="20008"/>
                    </a:ext>
                  </a:extLst>
                </a:gridCol>
                <a:gridCol w="403750">
                  <a:extLst>
                    <a:ext uri="{9D8B030D-6E8A-4147-A177-3AD203B41FA5}">
                      <a16:colId xmlns:a16="http://schemas.microsoft.com/office/drawing/2014/main" val="20009"/>
                    </a:ext>
                  </a:extLst>
                </a:gridCol>
                <a:gridCol w="469264">
                  <a:extLst>
                    <a:ext uri="{9D8B030D-6E8A-4147-A177-3AD203B41FA5}">
                      <a16:colId xmlns:a16="http://schemas.microsoft.com/office/drawing/2014/main" val="20010"/>
                    </a:ext>
                  </a:extLst>
                </a:gridCol>
                <a:gridCol w="368707">
                  <a:extLst>
                    <a:ext uri="{9D8B030D-6E8A-4147-A177-3AD203B41FA5}">
                      <a16:colId xmlns:a16="http://schemas.microsoft.com/office/drawing/2014/main" val="20011"/>
                    </a:ext>
                  </a:extLst>
                </a:gridCol>
                <a:gridCol w="542218">
                  <a:extLst>
                    <a:ext uri="{9D8B030D-6E8A-4147-A177-3AD203B41FA5}">
                      <a16:colId xmlns:a16="http://schemas.microsoft.com/office/drawing/2014/main" val="20012"/>
                    </a:ext>
                  </a:extLst>
                </a:gridCol>
                <a:gridCol w="201289">
                  <a:extLst>
                    <a:ext uri="{9D8B030D-6E8A-4147-A177-3AD203B41FA5}">
                      <a16:colId xmlns:a16="http://schemas.microsoft.com/office/drawing/2014/main" val="20013"/>
                    </a:ext>
                  </a:extLst>
                </a:gridCol>
                <a:gridCol w="370230">
                  <a:extLst>
                    <a:ext uri="{9D8B030D-6E8A-4147-A177-3AD203B41FA5}">
                      <a16:colId xmlns:a16="http://schemas.microsoft.com/office/drawing/2014/main" val="20014"/>
                    </a:ext>
                  </a:extLst>
                </a:gridCol>
                <a:gridCol w="368707">
                  <a:extLst>
                    <a:ext uri="{9D8B030D-6E8A-4147-A177-3AD203B41FA5}">
                      <a16:colId xmlns:a16="http://schemas.microsoft.com/office/drawing/2014/main" val="20015"/>
                    </a:ext>
                  </a:extLst>
                </a:gridCol>
                <a:gridCol w="579964">
                  <a:extLst>
                    <a:ext uri="{9D8B030D-6E8A-4147-A177-3AD203B41FA5}">
                      <a16:colId xmlns:a16="http://schemas.microsoft.com/office/drawing/2014/main" val="20016"/>
                    </a:ext>
                  </a:extLst>
                </a:gridCol>
                <a:gridCol w="160496">
                  <a:extLst>
                    <a:ext uri="{9D8B030D-6E8A-4147-A177-3AD203B41FA5}">
                      <a16:colId xmlns:a16="http://schemas.microsoft.com/office/drawing/2014/main" val="20017"/>
                    </a:ext>
                  </a:extLst>
                </a:gridCol>
              </a:tblGrid>
              <a:tr h="274262">
                <a:tc row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6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anchor="b"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000" b="0"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1</a:t>
                      </a: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000" b="0"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8</a:t>
                      </a:r>
                      <a:endParaRPr kumimoji="1" lang="zh-CN" altLang="en-US" sz="1000" b="0"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000" b="0"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  16</a:t>
                      </a:r>
                      <a:endParaRPr kumimoji="1" lang="zh-CN" altLang="en-US" sz="1000" b="0"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4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000" b="0"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24</a:t>
                      </a:r>
                      <a:endParaRPr kumimoji="1" lang="zh-CN" altLang="en-US" sz="1000" b="0"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000" b="0"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 32</a:t>
                      </a:r>
                      <a:endParaRPr kumimoji="1" lang="zh-CN" altLang="en-US" sz="1000" b="0"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270191">
                <a:tc vMerge="1">
                  <a:txBody>
                    <a:bodyPr/>
                    <a:lstStyle/>
                    <a:p>
                      <a:endParaRPr lang="zh-CN" altLang="en-US"/>
                    </a:p>
                  </a:txBody>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1</a:t>
                      </a:r>
                      <a:r>
                        <a:rPr kumimoji="1" lang="zh-CN" altLang="en-US"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1</a:t>
                      </a:r>
                      <a:r>
                        <a:rPr kumimoji="1" lang="zh-CN" altLang="en-US"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0</a:t>
                      </a:r>
                    </a:p>
                  </a:txBody>
                  <a:tcPr marL="60956" marR="60956" marT="34261" marB="3426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0 1 0 1 0  </a:t>
                      </a:r>
                      <a:r>
                        <a:rPr kumimoji="1" lang="zh-CN" altLang="en-US"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0 1 1 1 0 0 0 0</a:t>
                      </a:r>
                      <a:endParaRPr kumimoji="1" lang="zh-CN" altLang="en-US"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endParaRPr>
                    </a:p>
                  </a:txBody>
                  <a:tcPr marL="60956" marR="60956" marT="34261" marB="3426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8">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1" i="0" u="none" strike="noStrike" cap="none" normalizeH="0" baseline="0" dirty="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0 1 1 1 </a:t>
                      </a:r>
                      <a:r>
                        <a:rPr kumimoji="1" lang="en-US" altLang="zh-CN" sz="1100" b="1" i="0" u="none" strike="noStrike" cap="none" normalizeH="0" baseline="0" dirty="0">
                          <a:ln>
                            <a:noFill/>
                          </a:ln>
                          <a:solidFill>
                            <a:srgbClr val="FF0000"/>
                          </a:solidFill>
                          <a:effectLst/>
                          <a:latin typeface="Courier New" panose="02070309020205020404" pitchFamily="49" charset="0"/>
                          <a:ea typeface="Consolas" panose="020B0609020204030204" pitchFamily="49" charset="0"/>
                          <a:cs typeface="Courier New" panose="02070309020205020404" pitchFamily="49" charset="0"/>
                        </a:rPr>
                        <a:t>0 0 0 0   x x x x x x x x</a:t>
                      </a:r>
                    </a:p>
                  </a:txBody>
                  <a:tcPr marL="60956" marR="60956" marT="34261" marB="3426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1"/>
                  </a:ext>
                </a:extLst>
              </a:tr>
              <a:tr h="320182">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000" b="1"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子网掩码</a:t>
                      </a:r>
                    </a:p>
                  </a:txBody>
                  <a:tcPr marL="60956" marR="60956" marT="34261" marB="34261"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1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1 1 1</a:t>
                      </a:r>
                      <a:r>
                        <a:rPr kumimoji="1" lang="zh-CN" altLang="en-US"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 1 1 1 1 1 . 1 1 1 1 1 1 1 1</a:t>
                      </a:r>
                      <a:r>
                        <a:rPr kumimoji="1" lang="en-US" altLang="zh-CN" sz="1100" b="1" i="0" u="none" strike="noStrike" cap="none" normalizeH="0" baseline="0" dirty="0">
                          <a:ln>
                            <a:noFill/>
                          </a:ln>
                          <a:solidFill>
                            <a:schemeClr val="tx1"/>
                          </a:solidFill>
                          <a:effectLst/>
                          <a:latin typeface="Courier New" panose="02070309020205020404" pitchFamily="49" charset="0"/>
                          <a:ea typeface="宋体" panose="02010600030101010101" pitchFamily="2" charset="-122"/>
                          <a:cs typeface="Courier New" panose="02070309020205020404" pitchFamily="49" charset="0"/>
                        </a:rPr>
                        <a:t>.</a:t>
                      </a:r>
                      <a:r>
                        <a:rPr kumimoji="1" lang="zh-CN" altLang="en-US"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1 1 1 1 0 0 0 0 . 0 0 0 0 0 0 0 0</a:t>
                      </a:r>
                    </a:p>
                  </a:txBody>
                  <a:tcPr marL="60956" marR="60956" marT="34261" marB="3426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2"/>
                  </a:ext>
                </a:extLst>
              </a:tr>
              <a:tr h="27019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000" b="1"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8</a:t>
                      </a:r>
                      <a:r>
                        <a:rPr kumimoji="1" lang="zh-CN" altLang="en-US" sz="1000" b="1"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个学院</a:t>
                      </a:r>
                    </a:p>
                  </a:txBody>
                  <a:tcPr marL="60956" marR="60956" marT="34261" marB="34261"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1</a:t>
                      </a:r>
                      <a:r>
                        <a:rPr kumimoji="1" lang="zh-CN" altLang="en-US"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1</a:t>
                      </a:r>
                      <a:r>
                        <a:rPr kumimoji="1" lang="zh-CN" altLang="en-US"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0</a:t>
                      </a:r>
                      <a:endParaRPr kumimoji="1" lang="zh-CN" altLang="en-US"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endParaRPr>
                    </a:p>
                  </a:txBody>
                  <a:tcPr marL="60956" marR="60956" marT="34261" marB="3426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1" i="0" u="none" strike="noStrike" cap="none" normalizeH="0" baseline="0" dirty="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0 1 0 1 0  </a:t>
                      </a:r>
                      <a:r>
                        <a:rPr kumimoji="1" lang="zh-CN" altLang="en-US" sz="1100" b="1" i="0" u="none" strike="noStrike" cap="none" normalizeH="0" baseline="0" dirty="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dirty="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0 1 1 1 0 0 0 0</a:t>
                      </a:r>
                      <a:endParaRPr kumimoji="1" lang="zh-CN" altLang="en-US" sz="1100" b="1" i="0" u="none" strike="noStrike" cap="none" normalizeH="0" baseline="0" dirty="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endParaRPr>
                    </a:p>
                  </a:txBody>
                  <a:tcPr marL="60956" marR="60956" marT="34261" marB="3426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8">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0 1 1 1 </a:t>
                      </a:r>
                      <a:r>
                        <a:rPr kumimoji="1" lang="en-US" altLang="zh-CN" sz="1100" b="1" i="0" u="none" strike="noStrike" cap="none" normalizeH="0" baseline="0">
                          <a:ln>
                            <a:noFill/>
                          </a:ln>
                          <a:solidFill>
                            <a:srgbClr val="00B050"/>
                          </a:solidFill>
                          <a:effectLst/>
                          <a:latin typeface="Courier New" panose="02070309020205020404" pitchFamily="49" charset="0"/>
                          <a:ea typeface="Consolas" panose="020B0609020204030204" pitchFamily="49" charset="0"/>
                          <a:cs typeface="Courier New" panose="02070309020205020404" pitchFamily="49" charset="0"/>
                        </a:rPr>
                        <a:t>n n n </a:t>
                      </a:r>
                      <a:r>
                        <a:rPr kumimoji="1" lang="en-US" altLang="zh-CN" sz="1100" b="1" i="0" u="none" strike="noStrike" cap="none" normalizeH="0" baseline="0">
                          <a:ln>
                            <a:noFill/>
                          </a:ln>
                          <a:solidFill>
                            <a:srgbClr val="FF0000"/>
                          </a:solidFill>
                          <a:effectLst/>
                          <a:latin typeface="Courier New" panose="02070309020205020404" pitchFamily="49" charset="0"/>
                          <a:ea typeface="Consolas" panose="020B0609020204030204" pitchFamily="49" charset="0"/>
                          <a:cs typeface="Courier New" panose="02070309020205020404" pitchFamily="49" charset="0"/>
                        </a:rPr>
                        <a:t>x   x x x x x x x x</a:t>
                      </a:r>
                    </a:p>
                  </a:txBody>
                  <a:tcPr marL="60956" marR="60956" marT="34261" marB="3426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3"/>
                  </a:ext>
                </a:extLst>
              </a:tr>
              <a:tr h="320182">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000" b="1"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子网掩码</a:t>
                      </a:r>
                    </a:p>
                  </a:txBody>
                  <a:tcPr marL="60956" marR="60956" marT="34261" marB="34261"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1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1 1 1 </a:t>
                      </a:r>
                      <a:r>
                        <a:rPr kumimoji="1" lang="zh-CN" altLang="en-US"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1 1 1 1 1 . 1 1 1 1 1 1 1 1</a:t>
                      </a:r>
                      <a:r>
                        <a:rPr kumimoji="1" lang="en-US" altLang="zh-CN" sz="1100" b="1" i="0" u="none" strike="noStrike" cap="none" normalizeH="0" baseline="0" dirty="0">
                          <a:ln>
                            <a:noFill/>
                          </a:ln>
                          <a:solidFill>
                            <a:schemeClr val="tx1"/>
                          </a:solidFill>
                          <a:effectLst/>
                          <a:latin typeface="Courier New" panose="02070309020205020404" pitchFamily="49" charset="0"/>
                          <a:ea typeface="宋体" panose="02010600030101010101" pitchFamily="2" charset="-122"/>
                          <a:cs typeface="Courier New" panose="02070309020205020404" pitchFamily="49" charset="0"/>
                        </a:rPr>
                        <a:t>.</a:t>
                      </a:r>
                      <a:r>
                        <a:rPr kumimoji="1" lang="zh-CN" altLang="en-US"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1 1 1 1 1 1 1 0 . 0 0 0 0 0 0 0 0</a:t>
                      </a:r>
                    </a:p>
                  </a:txBody>
                  <a:tcPr marL="60956" marR="60956" marT="34261" marB="3426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4"/>
                  </a:ext>
                </a:extLst>
              </a:tr>
            </a:tbl>
          </a:graphicData>
        </a:graphic>
      </p:graphicFrame>
      <p:sp>
        <p:nvSpPr>
          <p:cNvPr id="264242" name="矩形 1">
            <a:extLst>
              <a:ext uri="{FF2B5EF4-FFF2-40B4-BE49-F238E27FC236}">
                <a16:creationId xmlns:a16="http://schemas.microsoft.com/office/drawing/2014/main" id="{009B8337-CD1A-A94E-B6D6-83994E454FB0}"/>
              </a:ext>
            </a:extLst>
          </p:cNvPr>
          <p:cNvSpPr>
            <a:spLocks noChangeArrowheads="1"/>
          </p:cNvSpPr>
          <p:nvPr/>
        </p:nvSpPr>
        <p:spPr bwMode="auto">
          <a:xfrm>
            <a:off x="7471170" y="3773760"/>
            <a:ext cx="137041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nb-NO" altLang="zh-CN" sz="1350" dirty="0">
                <a:solidFill>
                  <a:schemeClr val="tx1"/>
                </a:solidFill>
                <a:latin typeface="Arial" panose="020B0604020202020204" pitchFamily="34" charset="0"/>
                <a:ea typeface="宋体" panose="02010600030101010101" pitchFamily="2" charset="-122"/>
              </a:rPr>
              <a:t>255.255.240.0 </a:t>
            </a:r>
          </a:p>
        </p:txBody>
      </p:sp>
      <p:sp>
        <p:nvSpPr>
          <p:cNvPr id="264243" name="矩形 17">
            <a:extLst>
              <a:ext uri="{FF2B5EF4-FFF2-40B4-BE49-F238E27FC236}">
                <a16:creationId xmlns:a16="http://schemas.microsoft.com/office/drawing/2014/main" id="{52046AC2-FC9C-1549-B3BE-11DF9A394BF2}"/>
              </a:ext>
            </a:extLst>
          </p:cNvPr>
          <p:cNvSpPr>
            <a:spLocks noChangeArrowheads="1"/>
          </p:cNvSpPr>
          <p:nvPr/>
        </p:nvSpPr>
        <p:spPr bwMode="auto">
          <a:xfrm>
            <a:off x="7532847" y="4416406"/>
            <a:ext cx="137041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nb-NO" altLang="zh-CN" sz="1350" dirty="0">
                <a:solidFill>
                  <a:schemeClr val="tx1"/>
                </a:solidFill>
                <a:latin typeface="Arial" panose="020B0604020202020204" pitchFamily="34" charset="0"/>
                <a:ea typeface="宋体" panose="02010600030101010101" pitchFamily="2" charset="-122"/>
              </a:rPr>
              <a:t>255.255.2</a:t>
            </a:r>
            <a:r>
              <a:rPr lang="en-US" altLang="zh-CN" sz="1350" dirty="0">
                <a:solidFill>
                  <a:schemeClr val="tx1"/>
                </a:solidFill>
                <a:latin typeface="Arial" panose="020B0604020202020204" pitchFamily="34" charset="0"/>
                <a:ea typeface="宋体" panose="02010600030101010101" pitchFamily="2" charset="-122"/>
              </a:rPr>
              <a:t>54</a:t>
            </a:r>
            <a:r>
              <a:rPr lang="nb-NO" altLang="zh-CN" sz="1350" dirty="0">
                <a:solidFill>
                  <a:schemeClr val="tx1"/>
                </a:solidFill>
                <a:latin typeface="Arial" panose="020B0604020202020204" pitchFamily="34" charset="0"/>
                <a:ea typeface="宋体" panose="02010600030101010101" pitchFamily="2" charset="-122"/>
              </a:rPr>
              <a:t>.0 </a:t>
            </a:r>
          </a:p>
        </p:txBody>
      </p:sp>
      <p:sp>
        <p:nvSpPr>
          <p:cNvPr id="264244" name="Line 6">
            <a:extLst>
              <a:ext uri="{FF2B5EF4-FFF2-40B4-BE49-F238E27FC236}">
                <a16:creationId xmlns:a16="http://schemas.microsoft.com/office/drawing/2014/main" id="{39DCDDAD-9018-1845-939C-8343B784019B}"/>
              </a:ext>
            </a:extLst>
          </p:cNvPr>
          <p:cNvSpPr>
            <a:spLocks noChangeShapeType="1"/>
          </p:cNvSpPr>
          <p:nvPr/>
        </p:nvSpPr>
        <p:spPr bwMode="auto">
          <a:xfrm>
            <a:off x="5097780" y="3546872"/>
            <a:ext cx="0" cy="594122"/>
          </a:xfrm>
          <a:prstGeom prst="line">
            <a:avLst/>
          </a:prstGeom>
          <a:noFill/>
          <a:ln w="22225">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4245" name="Line 6">
            <a:extLst>
              <a:ext uri="{FF2B5EF4-FFF2-40B4-BE49-F238E27FC236}">
                <a16:creationId xmlns:a16="http://schemas.microsoft.com/office/drawing/2014/main" id="{02569FCB-47C4-1145-84EA-C52FE45C1DCC}"/>
              </a:ext>
            </a:extLst>
          </p:cNvPr>
          <p:cNvSpPr>
            <a:spLocks noChangeShapeType="1"/>
          </p:cNvSpPr>
          <p:nvPr/>
        </p:nvSpPr>
        <p:spPr bwMode="auto">
          <a:xfrm>
            <a:off x="5600700" y="4140994"/>
            <a:ext cx="0" cy="622697"/>
          </a:xfrm>
          <a:prstGeom prst="line">
            <a:avLst/>
          </a:prstGeom>
          <a:noFill/>
          <a:ln w="22225">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Tree>
    <p:extLst>
      <p:ext uri="{BB962C8B-B14F-4D97-AF65-F5344CB8AC3E}">
        <p14:creationId xmlns:p14="http://schemas.microsoft.com/office/powerpoint/2010/main" val="1656431174"/>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1" name="Rectangle 2">
            <a:extLst>
              <a:ext uri="{FF2B5EF4-FFF2-40B4-BE49-F238E27FC236}">
                <a16:creationId xmlns:a16="http://schemas.microsoft.com/office/drawing/2014/main" id="{FDD6BAD4-45BB-4946-90D7-24D03DCB677F}"/>
              </a:ext>
            </a:extLst>
          </p:cNvPr>
          <p:cNvSpPr>
            <a:spLocks noGrp="1" noChangeArrowheads="1"/>
          </p:cNvSpPr>
          <p:nvPr>
            <p:ph type="title"/>
          </p:nvPr>
        </p:nvSpPr>
        <p:spPr>
          <a:xfrm>
            <a:off x="148590" y="357188"/>
            <a:ext cx="7501176" cy="594122"/>
          </a:xfrm>
        </p:spPr>
        <p:txBody>
          <a:bodyPr/>
          <a:lstStyle/>
          <a:p>
            <a:pPr marL="257175" indent="-257175"/>
            <a:r>
              <a:rPr lang="zh-CN" altLang="en-US" sz="3000" dirty="0">
                <a:latin typeface="Arial Black" panose="020B0604020202020204" pitchFamily="34" charset="0"/>
                <a:ea typeface="宋体" panose="02010600030101010101" pitchFamily="2" charset="-122"/>
              </a:rPr>
              <a:t>子网划分（实例）</a:t>
            </a:r>
            <a:r>
              <a:rPr lang="en-US" altLang="zh-CN" sz="3000" dirty="0">
                <a:latin typeface="Arial Black" panose="020B0604020202020204" pitchFamily="34" charset="0"/>
                <a:ea typeface="宋体" panose="02010600030101010101" pitchFamily="2" charset="-122"/>
              </a:rPr>
              <a:t>—</a:t>
            </a:r>
            <a:r>
              <a:rPr lang="zh-CN" altLang="en-US" sz="3000" dirty="0">
                <a:latin typeface="Arial Black" panose="020B0604020202020204" pitchFamily="34" charset="0"/>
                <a:ea typeface="宋体" panose="02010600030101010101" pitchFamily="2" charset="-122"/>
              </a:rPr>
              <a:t> 按需分配</a:t>
            </a:r>
            <a:endParaRPr lang="en-US" altLang="zh-CN" sz="3000" dirty="0">
              <a:latin typeface="Arial Black" panose="020B0604020202020204" pitchFamily="34" charset="0"/>
              <a:ea typeface="宋体" panose="02010600030101010101" pitchFamily="2" charset="-122"/>
            </a:endParaRPr>
          </a:p>
        </p:txBody>
      </p:sp>
      <p:graphicFrame>
        <p:nvGraphicFramePr>
          <p:cNvPr id="6" name="Group 429">
            <a:extLst>
              <a:ext uri="{FF2B5EF4-FFF2-40B4-BE49-F238E27FC236}">
                <a16:creationId xmlns:a16="http://schemas.microsoft.com/office/drawing/2014/main" id="{8AA8ACE8-0478-F14F-9106-112B23C11DAC}"/>
              </a:ext>
            </a:extLst>
          </p:cNvPr>
          <p:cNvGraphicFramePr>
            <a:graphicFrameLocks noGrp="1"/>
          </p:cNvGraphicFramePr>
          <p:nvPr/>
        </p:nvGraphicFramePr>
        <p:xfrm>
          <a:off x="1144191" y="2680097"/>
          <a:ext cx="5372100" cy="2341282"/>
        </p:xfrm>
        <a:graphic>
          <a:graphicData uri="http://schemas.openxmlformats.org/drawingml/2006/table">
            <a:tbl>
              <a:tblPr/>
              <a:tblGrid>
                <a:gridCol w="619125">
                  <a:extLst>
                    <a:ext uri="{9D8B030D-6E8A-4147-A177-3AD203B41FA5}">
                      <a16:colId xmlns:a16="http://schemas.microsoft.com/office/drawing/2014/main" val="20000"/>
                    </a:ext>
                  </a:extLst>
                </a:gridCol>
                <a:gridCol w="302419">
                  <a:extLst>
                    <a:ext uri="{9D8B030D-6E8A-4147-A177-3AD203B41FA5}">
                      <a16:colId xmlns:a16="http://schemas.microsoft.com/office/drawing/2014/main" val="20001"/>
                    </a:ext>
                  </a:extLst>
                </a:gridCol>
                <a:gridCol w="141684">
                  <a:extLst>
                    <a:ext uri="{9D8B030D-6E8A-4147-A177-3AD203B41FA5}">
                      <a16:colId xmlns:a16="http://schemas.microsoft.com/office/drawing/2014/main" val="20002"/>
                    </a:ext>
                  </a:extLst>
                </a:gridCol>
                <a:gridCol w="154781">
                  <a:extLst>
                    <a:ext uri="{9D8B030D-6E8A-4147-A177-3AD203B41FA5}">
                      <a16:colId xmlns:a16="http://schemas.microsoft.com/office/drawing/2014/main" val="20003"/>
                    </a:ext>
                  </a:extLst>
                </a:gridCol>
                <a:gridCol w="296466">
                  <a:extLst>
                    <a:ext uri="{9D8B030D-6E8A-4147-A177-3AD203B41FA5}">
                      <a16:colId xmlns:a16="http://schemas.microsoft.com/office/drawing/2014/main" val="20004"/>
                    </a:ext>
                  </a:extLst>
                </a:gridCol>
                <a:gridCol w="239315">
                  <a:extLst>
                    <a:ext uri="{9D8B030D-6E8A-4147-A177-3AD203B41FA5}">
                      <a16:colId xmlns:a16="http://schemas.microsoft.com/office/drawing/2014/main" val="20005"/>
                    </a:ext>
                  </a:extLst>
                </a:gridCol>
                <a:gridCol w="270272">
                  <a:extLst>
                    <a:ext uri="{9D8B030D-6E8A-4147-A177-3AD203B41FA5}">
                      <a16:colId xmlns:a16="http://schemas.microsoft.com/office/drawing/2014/main" val="20006"/>
                    </a:ext>
                  </a:extLst>
                </a:gridCol>
                <a:gridCol w="270272">
                  <a:extLst>
                    <a:ext uri="{9D8B030D-6E8A-4147-A177-3AD203B41FA5}">
                      <a16:colId xmlns:a16="http://schemas.microsoft.com/office/drawing/2014/main" val="20007"/>
                    </a:ext>
                  </a:extLst>
                </a:gridCol>
                <a:gridCol w="161925">
                  <a:extLst>
                    <a:ext uri="{9D8B030D-6E8A-4147-A177-3AD203B41FA5}">
                      <a16:colId xmlns:a16="http://schemas.microsoft.com/office/drawing/2014/main" val="20008"/>
                    </a:ext>
                  </a:extLst>
                </a:gridCol>
                <a:gridCol w="432197">
                  <a:extLst>
                    <a:ext uri="{9D8B030D-6E8A-4147-A177-3AD203B41FA5}">
                      <a16:colId xmlns:a16="http://schemas.microsoft.com/office/drawing/2014/main" val="20009"/>
                    </a:ext>
                  </a:extLst>
                </a:gridCol>
                <a:gridCol w="270272">
                  <a:extLst>
                    <a:ext uri="{9D8B030D-6E8A-4147-A177-3AD203B41FA5}">
                      <a16:colId xmlns:a16="http://schemas.microsoft.com/office/drawing/2014/main" val="20010"/>
                    </a:ext>
                  </a:extLst>
                </a:gridCol>
                <a:gridCol w="270272">
                  <a:extLst>
                    <a:ext uri="{9D8B030D-6E8A-4147-A177-3AD203B41FA5}">
                      <a16:colId xmlns:a16="http://schemas.microsoft.com/office/drawing/2014/main" val="20011"/>
                    </a:ext>
                  </a:extLst>
                </a:gridCol>
                <a:gridCol w="215503">
                  <a:extLst>
                    <a:ext uri="{9D8B030D-6E8A-4147-A177-3AD203B41FA5}">
                      <a16:colId xmlns:a16="http://schemas.microsoft.com/office/drawing/2014/main" val="20012"/>
                    </a:ext>
                  </a:extLst>
                </a:gridCol>
                <a:gridCol w="270272">
                  <a:extLst>
                    <a:ext uri="{9D8B030D-6E8A-4147-A177-3AD203B41FA5}">
                      <a16:colId xmlns:a16="http://schemas.microsoft.com/office/drawing/2014/main" val="20013"/>
                    </a:ext>
                  </a:extLst>
                </a:gridCol>
                <a:gridCol w="270272">
                  <a:extLst>
                    <a:ext uri="{9D8B030D-6E8A-4147-A177-3AD203B41FA5}">
                      <a16:colId xmlns:a16="http://schemas.microsoft.com/office/drawing/2014/main" val="20014"/>
                    </a:ext>
                  </a:extLst>
                </a:gridCol>
                <a:gridCol w="269081">
                  <a:extLst>
                    <a:ext uri="{9D8B030D-6E8A-4147-A177-3AD203B41FA5}">
                      <a16:colId xmlns:a16="http://schemas.microsoft.com/office/drawing/2014/main" val="20015"/>
                    </a:ext>
                  </a:extLst>
                </a:gridCol>
                <a:gridCol w="270272">
                  <a:extLst>
                    <a:ext uri="{9D8B030D-6E8A-4147-A177-3AD203B41FA5}">
                      <a16:colId xmlns:a16="http://schemas.microsoft.com/office/drawing/2014/main" val="20016"/>
                    </a:ext>
                  </a:extLst>
                </a:gridCol>
                <a:gridCol w="647700">
                  <a:extLst>
                    <a:ext uri="{9D8B030D-6E8A-4147-A177-3AD203B41FA5}">
                      <a16:colId xmlns:a16="http://schemas.microsoft.com/office/drawing/2014/main" val="20017"/>
                    </a:ext>
                  </a:extLst>
                </a:gridCol>
              </a:tblGrid>
              <a:tr h="274253">
                <a:tc row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全部</a:t>
                      </a:r>
                    </a:p>
                  </a:txBody>
                  <a:tcPr marL="60952" marR="60952" marT="34256" marB="34256" anchor="b"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1</a:t>
                      </a: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8</a:t>
                      </a: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16</a:t>
                      </a: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4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24</a:t>
                      </a: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32</a:t>
                      </a: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205941">
                <a:tc vMerge="1">
                  <a:txBody>
                    <a:bodyPr/>
                    <a:lstStyle/>
                    <a:p>
                      <a:endParaRPr lang="zh-CN" altLang="en-US"/>
                    </a:p>
                  </a:txBody>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0 1 0 1 0  0 1 1 1 0 0 0 0</a:t>
                      </a:r>
                      <a:endPar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8">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1 1 0 0 0 0   x x x x x x x x</a:t>
                      </a:r>
                    </a:p>
                  </a:txBody>
                  <a:tcPr marL="60952" marR="60952" marT="34256" marB="3425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1"/>
                  </a:ext>
                </a:extLst>
              </a:tr>
              <a:tr h="20594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子网掩码</a:t>
                      </a:r>
                    </a:p>
                  </a:txBody>
                  <a:tcPr marL="60952" marR="60952" marT="34256" marB="34256"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1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a:t>
                      </a:r>
                      <a:r>
                        <a:rPr kumimoji="1" lang="zh-CN" altLang="en-US"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a:t>
                      </a:r>
                      <a:r>
                        <a:rPr kumimoji="1" lang="en-US" altLang="zh-CN" sz="900" b="0" i="0" u="none" strike="noStrike" cap="none" normalizeH="0" baseline="0">
                          <a:ln>
                            <a:noFill/>
                          </a:ln>
                          <a:solidFill>
                            <a:srgbClr val="C00000"/>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1 1 1 1 1 1 1 1 . 1 1 1 1 1 0 0 0 . 0 0 0 0 0 0 0 0</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2"/>
                  </a:ext>
                </a:extLst>
              </a:tr>
              <a:tr h="20594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信息系</a:t>
                      </a:r>
                    </a:p>
                  </a:txBody>
                  <a:tcPr marL="60952" marR="60952" marT="34256" marB="34256"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0 1 0 1 0  0 1 1 1 0 0 0 0</a:t>
                      </a:r>
                      <a:endPar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8">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1 1 0 0 0 0   x x x x x x x x</a:t>
                      </a:r>
                    </a:p>
                  </a:txBody>
                  <a:tcPr marL="60952" marR="60952" marT="34256" marB="3425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3"/>
                  </a:ext>
                </a:extLst>
              </a:tr>
              <a:tr h="20594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子网掩码</a:t>
                      </a:r>
                    </a:p>
                  </a:txBody>
                  <a:tcPr marL="60952" marR="60952" marT="34256" marB="34256"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1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a:t>
                      </a:r>
                      <a:r>
                        <a:rPr kumimoji="1" lang="zh-CN" altLang="en-US"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a:t>
                      </a:r>
                      <a:r>
                        <a:rPr kumimoji="1" lang="en-US" altLang="zh-CN" sz="900" b="0" i="0" u="none" strike="noStrike" cap="none" normalizeH="0" baseline="0">
                          <a:ln>
                            <a:noFill/>
                          </a:ln>
                          <a:solidFill>
                            <a:srgbClr val="C00000"/>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1 1 1 1 1 1 1 1 . 1 1 1 1 1 1 1 1 . 0 0 0 0 0 0 0 0</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4"/>
                  </a:ext>
                </a:extLst>
              </a:tr>
              <a:tr h="20594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rgbClr val="00B050"/>
                          </a:solidFill>
                          <a:effectLst/>
                          <a:latin typeface="微软雅黑" panose="020B0503020204020204" pitchFamily="34" charset="-122"/>
                          <a:ea typeface="宋体" panose="02010600030101010101" pitchFamily="2" charset="-122"/>
                        </a:rPr>
                        <a:t>数学系</a:t>
                      </a:r>
                    </a:p>
                  </a:txBody>
                  <a:tcPr marL="60952" marR="60952" marT="34256" marB="34256"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0 1 0 1 0  0 1 1 1 0 0 0 0</a:t>
                      </a:r>
                      <a:endPar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8">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1 1 0 0 0 1   0 x x x x x x x</a:t>
                      </a:r>
                    </a:p>
                  </a:txBody>
                  <a:tcPr marL="60952" marR="60952" marT="34256" marB="3425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5"/>
                  </a:ext>
                </a:extLst>
              </a:tr>
              <a:tr h="20594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rgbClr val="00B050"/>
                          </a:solidFill>
                          <a:effectLst/>
                          <a:latin typeface="微软雅黑" panose="020B0503020204020204" pitchFamily="34" charset="-122"/>
                          <a:ea typeface="宋体" panose="02010600030101010101" pitchFamily="2" charset="-122"/>
                        </a:rPr>
                        <a:t>子网掩码</a:t>
                      </a:r>
                    </a:p>
                  </a:txBody>
                  <a:tcPr marL="60952" marR="60952" marT="34256" marB="34256"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1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a:t>
                      </a:r>
                      <a:r>
                        <a:rPr kumimoji="1" lang="zh-CN" altLang="en-US"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a:t>
                      </a:r>
                      <a:r>
                        <a:rPr kumimoji="1" lang="en-US" altLang="zh-CN" sz="900" b="0" i="0" u="none" strike="noStrike" cap="none" normalizeH="0" baseline="0">
                          <a:ln>
                            <a:noFill/>
                          </a:ln>
                          <a:solidFill>
                            <a:srgbClr val="C00000"/>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1 1 1 1 1 1 1 1 . 1 1 1 1 1 1 1 1 . 1 0 0 0 0 0 0 0</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6"/>
                  </a:ext>
                </a:extLst>
              </a:tr>
              <a:tr h="20594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rgbClr val="7030A0"/>
                          </a:solidFill>
                          <a:effectLst/>
                          <a:latin typeface="微软雅黑" panose="020B0503020204020204" pitchFamily="34" charset="-122"/>
                          <a:ea typeface="宋体" panose="02010600030101010101" pitchFamily="2" charset="-122"/>
                        </a:rPr>
                        <a:t>计算机系</a:t>
                      </a:r>
                    </a:p>
                  </a:txBody>
                  <a:tcPr marL="60952" marR="60952" marT="34256" marB="34256"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a:t>
                      </a:r>
                      <a:endPar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0 1 0 1 0  0 1 1 1 0 0 0 0</a:t>
                      </a:r>
                      <a:endPar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8">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1 1 0 0 1 x   x x x x x x x x</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7"/>
                  </a:ext>
                </a:extLst>
              </a:tr>
              <a:tr h="20594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rgbClr val="7030A0"/>
                          </a:solidFill>
                          <a:effectLst/>
                          <a:latin typeface="微软雅黑" panose="020B0503020204020204" pitchFamily="34" charset="-122"/>
                          <a:ea typeface="宋体" panose="02010600030101010101" pitchFamily="2" charset="-122"/>
                        </a:rPr>
                        <a:t>子网掩码</a:t>
                      </a:r>
                    </a:p>
                  </a:txBody>
                  <a:tcPr marL="60952" marR="60952" marT="34256" marB="34256"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1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a:t>
                      </a:r>
                      <a:r>
                        <a:rPr kumimoji="1" lang="zh-CN" altLang="en-US"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a:t>
                      </a:r>
                      <a:r>
                        <a:rPr kumimoji="1" lang="en-US" altLang="zh-CN" sz="900" b="0" i="0" u="none" strike="noStrike" cap="none" normalizeH="0" baseline="0">
                          <a:ln>
                            <a:noFill/>
                          </a:ln>
                          <a:solidFill>
                            <a:srgbClr val="C00000"/>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1 1 1 1 1 1 1 1 . 1 1 1 1 1 1 1 0 . 0 0 0 0 0 0 0 0</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8"/>
                  </a:ext>
                </a:extLst>
              </a:tr>
              <a:tr h="20594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实验室</a:t>
                      </a:r>
                    </a:p>
                  </a:txBody>
                  <a:tcPr marL="60952" marR="60952" marT="34256" marB="34256"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0 1 0 1 0  0 1 1 1 0 0 0 0</a:t>
                      </a:r>
                      <a:endPar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8">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1 1 0 1 x x   x x x x x x x x</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9"/>
                  </a:ext>
                </a:extLst>
              </a:tr>
              <a:tr h="20594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子网掩码</a:t>
                      </a:r>
                    </a:p>
                  </a:txBody>
                  <a:tcPr marL="60952" marR="60952" marT="34256" marB="34256"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1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dirty="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a:t>
                      </a:r>
                      <a:r>
                        <a:rPr kumimoji="1" lang="zh-CN" altLang="en-US" sz="900" b="0" i="0" u="none" strike="noStrike" cap="none" normalizeH="0" baseline="0" dirty="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dirty="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a:t>
                      </a:r>
                      <a:r>
                        <a:rPr kumimoji="1" lang="en-US" altLang="zh-CN" sz="900" b="0" i="0" u="none" strike="noStrike" cap="none" normalizeH="0" baseline="0" dirty="0">
                          <a:ln>
                            <a:noFill/>
                          </a:ln>
                          <a:solidFill>
                            <a:srgbClr val="C00000"/>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1" lang="en-US" altLang="zh-CN" sz="900" b="0" i="0" u="none" strike="noStrike" cap="none" normalizeH="0" baseline="0" dirty="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1 1 1 1 1 1 1 1 . 1 1 1 1 1 1 0 0 . 0 0 0 0 0 0 0 0</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10"/>
                  </a:ext>
                </a:extLst>
              </a:tr>
            </a:tbl>
          </a:graphicData>
        </a:graphic>
      </p:graphicFrame>
      <p:sp>
        <p:nvSpPr>
          <p:cNvPr id="266314" name="Line 6">
            <a:extLst>
              <a:ext uri="{FF2B5EF4-FFF2-40B4-BE49-F238E27FC236}">
                <a16:creationId xmlns:a16="http://schemas.microsoft.com/office/drawing/2014/main" id="{D9FC75BB-BE8A-1747-AD84-3D87791133CE}"/>
              </a:ext>
            </a:extLst>
          </p:cNvPr>
          <p:cNvSpPr>
            <a:spLocks noChangeShapeType="1"/>
          </p:cNvSpPr>
          <p:nvPr/>
        </p:nvSpPr>
        <p:spPr bwMode="auto">
          <a:xfrm>
            <a:off x="5166122" y="3327797"/>
            <a:ext cx="0" cy="485775"/>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6315" name="Line 6">
            <a:extLst>
              <a:ext uri="{FF2B5EF4-FFF2-40B4-BE49-F238E27FC236}">
                <a16:creationId xmlns:a16="http://schemas.microsoft.com/office/drawing/2014/main" id="{E76088DD-FE3E-214A-B924-A46CE1D16FE0}"/>
              </a:ext>
            </a:extLst>
          </p:cNvPr>
          <p:cNvSpPr>
            <a:spLocks noChangeShapeType="1"/>
          </p:cNvSpPr>
          <p:nvPr/>
        </p:nvSpPr>
        <p:spPr bwMode="auto">
          <a:xfrm>
            <a:off x="4805363" y="4608910"/>
            <a:ext cx="0" cy="401240"/>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6316" name="Line 6">
            <a:extLst>
              <a:ext uri="{FF2B5EF4-FFF2-40B4-BE49-F238E27FC236}">
                <a16:creationId xmlns:a16="http://schemas.microsoft.com/office/drawing/2014/main" id="{CFFB9283-8390-FC4B-9393-5AF00FF4C8CC}"/>
              </a:ext>
            </a:extLst>
          </p:cNvPr>
          <p:cNvSpPr>
            <a:spLocks noChangeShapeType="1"/>
          </p:cNvSpPr>
          <p:nvPr/>
        </p:nvSpPr>
        <p:spPr bwMode="auto">
          <a:xfrm>
            <a:off x="5328047" y="3745707"/>
            <a:ext cx="0" cy="432197"/>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6317" name="Line 6">
            <a:extLst>
              <a:ext uri="{FF2B5EF4-FFF2-40B4-BE49-F238E27FC236}">
                <a16:creationId xmlns:a16="http://schemas.microsoft.com/office/drawing/2014/main" id="{D69B0C8D-5A87-E347-A2CC-F697280E8E6F}"/>
              </a:ext>
            </a:extLst>
          </p:cNvPr>
          <p:cNvSpPr>
            <a:spLocks noChangeShapeType="1"/>
          </p:cNvSpPr>
          <p:nvPr/>
        </p:nvSpPr>
        <p:spPr bwMode="auto">
          <a:xfrm>
            <a:off x="4680347" y="2828925"/>
            <a:ext cx="0" cy="540544"/>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6318" name="Line 6">
            <a:extLst>
              <a:ext uri="{FF2B5EF4-FFF2-40B4-BE49-F238E27FC236}">
                <a16:creationId xmlns:a16="http://schemas.microsoft.com/office/drawing/2014/main" id="{BED37FD8-0F49-0541-B7A2-AD98F7B7451A}"/>
              </a:ext>
            </a:extLst>
          </p:cNvPr>
          <p:cNvSpPr>
            <a:spLocks noChangeShapeType="1"/>
          </p:cNvSpPr>
          <p:nvPr/>
        </p:nvSpPr>
        <p:spPr bwMode="auto">
          <a:xfrm>
            <a:off x="4935141" y="4177904"/>
            <a:ext cx="0" cy="431006"/>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6319" name="灯片编号占位符 1">
            <a:extLst>
              <a:ext uri="{FF2B5EF4-FFF2-40B4-BE49-F238E27FC236}">
                <a16:creationId xmlns:a16="http://schemas.microsoft.com/office/drawing/2014/main" id="{7CD748F6-A14F-994D-8EDD-2459B0E64AD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02D17B0-5D46-2244-A1A9-623082322C74}"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122</a:t>
            </a:fld>
            <a:endParaRPr lang="en-US" altLang="zh-CN" sz="1050">
              <a:solidFill>
                <a:schemeClr val="bg2"/>
              </a:solidFill>
              <a:latin typeface="Tahoma" panose="020B0604030504040204" pitchFamily="34" charset="0"/>
              <a:ea typeface="宋体" panose="02010600030101010101" pitchFamily="2" charset="-122"/>
            </a:endParaRPr>
          </a:p>
        </p:txBody>
      </p:sp>
      <p:sp>
        <p:nvSpPr>
          <p:cNvPr id="266320" name="矩形 1">
            <a:extLst>
              <a:ext uri="{FF2B5EF4-FFF2-40B4-BE49-F238E27FC236}">
                <a16:creationId xmlns:a16="http://schemas.microsoft.com/office/drawing/2014/main" id="{C8BD0908-34E1-434F-B444-8753FA1F5F45}"/>
              </a:ext>
            </a:extLst>
          </p:cNvPr>
          <p:cNvSpPr>
            <a:spLocks noChangeArrowheads="1"/>
          </p:cNvSpPr>
          <p:nvPr/>
        </p:nvSpPr>
        <p:spPr bwMode="auto">
          <a:xfrm>
            <a:off x="6516292" y="3117057"/>
            <a:ext cx="1620440" cy="1929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200000"/>
              </a:lnSpc>
              <a:spcBef>
                <a:spcPct val="0"/>
              </a:spcBef>
              <a:buClrTx/>
              <a:buSzTx/>
              <a:buFontTx/>
              <a:buNone/>
            </a:pPr>
            <a:r>
              <a:rPr lang="zh-CN" altLang="en-US" sz="675" b="1">
                <a:solidFill>
                  <a:schemeClr val="tx1"/>
                </a:solidFill>
                <a:latin typeface="微软雅黑" panose="020B0503020204020204" pitchFamily="34" charset="-122"/>
                <a:ea typeface="宋体" panose="02010600030101010101" pitchFamily="2" charset="-122"/>
              </a:rPr>
              <a:t>全部地址空间为：</a:t>
            </a:r>
            <a:r>
              <a:rPr lang="en-US" altLang="zh-CN" sz="675" b="1">
                <a:solidFill>
                  <a:schemeClr val="tx1"/>
                </a:solidFill>
                <a:latin typeface="微软雅黑" panose="020B0503020204020204" pitchFamily="34" charset="-122"/>
                <a:ea typeface="宋体" panose="02010600030101010101" pitchFamily="2" charset="-122"/>
              </a:rPr>
              <a:t>2</a:t>
            </a:r>
            <a:r>
              <a:rPr lang="en-US" altLang="zh-CN" sz="675" b="1" baseline="30000">
                <a:solidFill>
                  <a:schemeClr val="tx1"/>
                </a:solidFill>
                <a:latin typeface="微软雅黑" panose="020B0503020204020204" pitchFamily="34" charset="-122"/>
                <a:ea typeface="宋体" panose="02010600030101010101" pitchFamily="2" charset="-122"/>
              </a:rPr>
              <a:t>11</a:t>
            </a:r>
            <a:r>
              <a:rPr lang="en-US" altLang="zh-CN" sz="675" b="1">
                <a:solidFill>
                  <a:schemeClr val="tx1"/>
                </a:solidFill>
                <a:latin typeface="微软雅黑" panose="020B0503020204020204" pitchFamily="34" charset="-122"/>
                <a:ea typeface="宋体" panose="02010600030101010101" pitchFamily="2" charset="-122"/>
              </a:rPr>
              <a:t>=2048</a:t>
            </a:r>
            <a:endParaRPr lang="pt-BR" altLang="zh-CN" sz="675" b="1">
              <a:solidFill>
                <a:schemeClr val="tx1"/>
              </a:solidFill>
              <a:latin typeface="微软雅黑" panose="020B0503020204020204" pitchFamily="34" charset="-122"/>
              <a:ea typeface="宋体" panose="02010600030101010101" pitchFamily="2" charset="-122"/>
            </a:endParaRPr>
          </a:p>
          <a:p>
            <a:pPr>
              <a:lnSpc>
                <a:spcPct val="200000"/>
              </a:lnSpc>
              <a:spcBef>
                <a:spcPct val="0"/>
              </a:spcBef>
              <a:buClrTx/>
              <a:buSzTx/>
              <a:buFontTx/>
              <a:buNone/>
            </a:pPr>
            <a:r>
              <a:rPr lang="pt-BR" altLang="zh-CN" sz="675" b="1">
                <a:solidFill>
                  <a:srgbClr val="C00000"/>
                </a:solidFill>
                <a:latin typeface="微软雅黑" panose="020B0503020204020204" pitchFamily="34" charset="-122"/>
                <a:ea typeface="宋体" panose="02010600030101010101" pitchFamily="2" charset="-122"/>
              </a:rPr>
              <a:t>202.112.112.1~202.112.112.254</a:t>
            </a:r>
            <a:r>
              <a:rPr lang="pt-BR" altLang="zh-CN" sz="675" b="1">
                <a:solidFill>
                  <a:srgbClr val="C00000"/>
                </a:solidFill>
                <a:latin typeface="Arial" panose="020B0604020202020204" pitchFamily="34" charset="0"/>
                <a:ea typeface="宋体" panose="02010600030101010101" pitchFamily="2" charset="-122"/>
              </a:rPr>
              <a:t> </a:t>
            </a:r>
            <a:endParaRPr lang="pt-BR" altLang="zh-CN" sz="675" b="1">
              <a:solidFill>
                <a:srgbClr val="C00000"/>
              </a:solidFill>
              <a:latin typeface="微软雅黑" panose="020B0503020204020204" pitchFamily="34" charset="-122"/>
              <a:ea typeface="宋体" panose="02010600030101010101" pitchFamily="2" charset="-122"/>
            </a:endParaRPr>
          </a:p>
          <a:p>
            <a:pPr>
              <a:lnSpc>
                <a:spcPct val="200000"/>
              </a:lnSpc>
              <a:spcBef>
                <a:spcPct val="0"/>
              </a:spcBef>
              <a:buClrTx/>
              <a:buSzTx/>
              <a:buFontTx/>
              <a:buNone/>
            </a:pPr>
            <a:r>
              <a:rPr lang="pt-BR" altLang="zh-CN" sz="675" b="1">
                <a:solidFill>
                  <a:srgbClr val="C00000"/>
                </a:solidFill>
                <a:latin typeface="微软雅黑" panose="020B0503020204020204" pitchFamily="34" charset="-122"/>
                <a:ea typeface="宋体" panose="02010600030101010101" pitchFamily="2" charset="-122"/>
              </a:rPr>
              <a:t>255.255.255.0</a:t>
            </a:r>
            <a:r>
              <a:rPr lang="zh-CN" altLang="pt-BR" sz="675" b="1">
                <a:solidFill>
                  <a:srgbClr val="C00000"/>
                </a:solidFill>
                <a:latin typeface="微软雅黑" panose="020B0503020204020204" pitchFamily="34" charset="-122"/>
                <a:ea typeface="宋体" panose="02010600030101010101" pitchFamily="2" charset="-122"/>
              </a:rPr>
              <a:t>，</a:t>
            </a:r>
            <a:r>
              <a:rPr lang="pt-BR" altLang="zh-CN" sz="675" b="1">
                <a:solidFill>
                  <a:srgbClr val="C00000"/>
                </a:solidFill>
                <a:latin typeface="微软雅黑" panose="020B0503020204020204" pitchFamily="34" charset="-122"/>
                <a:ea typeface="宋体" panose="02010600030101010101" pitchFamily="2" charset="-122"/>
              </a:rPr>
              <a:t>/24</a:t>
            </a:r>
            <a:r>
              <a:rPr lang="pt-BR" altLang="zh-CN" sz="675" b="1">
                <a:solidFill>
                  <a:srgbClr val="C00000"/>
                </a:solidFill>
                <a:latin typeface="Arial" panose="020B0604020202020204" pitchFamily="34" charset="0"/>
                <a:ea typeface="宋体" panose="02010600030101010101" pitchFamily="2" charset="-122"/>
              </a:rPr>
              <a:t> </a:t>
            </a:r>
            <a:endParaRPr lang="pt-BR" altLang="zh-CN" sz="675" b="1">
              <a:solidFill>
                <a:srgbClr val="C00000"/>
              </a:solidFill>
              <a:latin typeface="微软雅黑" panose="020B0503020204020204" pitchFamily="34" charset="-122"/>
              <a:ea typeface="宋体" panose="02010600030101010101" pitchFamily="2" charset="-122"/>
            </a:endParaRPr>
          </a:p>
          <a:p>
            <a:pPr>
              <a:lnSpc>
                <a:spcPct val="200000"/>
              </a:lnSpc>
              <a:spcBef>
                <a:spcPct val="0"/>
              </a:spcBef>
              <a:buClrTx/>
              <a:buSzTx/>
              <a:buFontTx/>
              <a:buNone/>
            </a:pPr>
            <a:r>
              <a:rPr lang="pt-BR" altLang="zh-CN" sz="675" b="1">
                <a:solidFill>
                  <a:srgbClr val="00B050"/>
                </a:solidFill>
                <a:latin typeface="微软雅黑" panose="020B0503020204020204" pitchFamily="34" charset="-122"/>
                <a:ea typeface="宋体" panose="02010600030101010101" pitchFamily="2" charset="-122"/>
              </a:rPr>
              <a:t>202.112.113.1~202.112.113.126</a:t>
            </a:r>
            <a:r>
              <a:rPr lang="pt-BR" altLang="zh-CN" sz="675" b="1">
                <a:solidFill>
                  <a:srgbClr val="00B050"/>
                </a:solidFill>
                <a:latin typeface="Arial" panose="020B0604020202020204" pitchFamily="34" charset="0"/>
                <a:ea typeface="宋体" panose="02010600030101010101" pitchFamily="2" charset="-122"/>
              </a:rPr>
              <a:t> </a:t>
            </a:r>
            <a:endParaRPr lang="pt-BR" altLang="zh-CN" sz="675" b="1">
              <a:solidFill>
                <a:srgbClr val="00B050"/>
              </a:solidFill>
              <a:latin typeface="微软雅黑" panose="020B0503020204020204" pitchFamily="34" charset="-122"/>
              <a:ea typeface="宋体" panose="02010600030101010101" pitchFamily="2" charset="-122"/>
            </a:endParaRPr>
          </a:p>
          <a:p>
            <a:pPr>
              <a:lnSpc>
                <a:spcPct val="200000"/>
              </a:lnSpc>
              <a:spcBef>
                <a:spcPct val="0"/>
              </a:spcBef>
              <a:buClrTx/>
              <a:buSzTx/>
              <a:buFontTx/>
              <a:buNone/>
            </a:pPr>
            <a:r>
              <a:rPr lang="pt-BR" altLang="zh-CN" sz="675" b="1">
                <a:solidFill>
                  <a:srgbClr val="00B050"/>
                </a:solidFill>
                <a:latin typeface="微软雅黑" panose="020B0503020204020204" pitchFamily="34" charset="-122"/>
                <a:ea typeface="宋体" panose="02010600030101010101" pitchFamily="2" charset="-122"/>
              </a:rPr>
              <a:t>255.255.255.128</a:t>
            </a:r>
            <a:r>
              <a:rPr lang="zh-CN" altLang="pt-BR" sz="675" b="1">
                <a:solidFill>
                  <a:srgbClr val="00B050"/>
                </a:solidFill>
                <a:latin typeface="微软雅黑" panose="020B0503020204020204" pitchFamily="34" charset="-122"/>
                <a:ea typeface="宋体" panose="02010600030101010101" pitchFamily="2" charset="-122"/>
              </a:rPr>
              <a:t>，</a:t>
            </a:r>
            <a:r>
              <a:rPr lang="pt-BR" altLang="zh-CN" sz="675" b="1">
                <a:solidFill>
                  <a:srgbClr val="00B050"/>
                </a:solidFill>
                <a:latin typeface="微软雅黑" panose="020B0503020204020204" pitchFamily="34" charset="-122"/>
                <a:ea typeface="宋体" panose="02010600030101010101" pitchFamily="2" charset="-122"/>
              </a:rPr>
              <a:t>/25</a:t>
            </a:r>
            <a:r>
              <a:rPr lang="pt-BR" altLang="zh-CN" sz="675" b="1">
                <a:solidFill>
                  <a:srgbClr val="00B050"/>
                </a:solidFill>
                <a:latin typeface="Arial" panose="020B0604020202020204" pitchFamily="34" charset="0"/>
                <a:ea typeface="宋体" panose="02010600030101010101" pitchFamily="2" charset="-122"/>
              </a:rPr>
              <a:t> </a:t>
            </a:r>
            <a:endParaRPr lang="pt-BR" altLang="zh-CN" sz="675" b="1">
              <a:solidFill>
                <a:srgbClr val="00B050"/>
              </a:solidFill>
              <a:latin typeface="微软雅黑" panose="020B0503020204020204" pitchFamily="34" charset="-122"/>
              <a:ea typeface="宋体" panose="02010600030101010101" pitchFamily="2" charset="-122"/>
            </a:endParaRPr>
          </a:p>
          <a:p>
            <a:pPr>
              <a:lnSpc>
                <a:spcPct val="200000"/>
              </a:lnSpc>
              <a:spcBef>
                <a:spcPct val="0"/>
              </a:spcBef>
              <a:buClrTx/>
              <a:buSzTx/>
              <a:buFontTx/>
              <a:buNone/>
            </a:pPr>
            <a:r>
              <a:rPr lang="pt-BR" altLang="zh-CN" sz="675" b="1">
                <a:solidFill>
                  <a:srgbClr val="7030A0"/>
                </a:solidFill>
                <a:latin typeface="微软雅黑" panose="020B0503020204020204" pitchFamily="34" charset="-122"/>
                <a:ea typeface="宋体" panose="02010600030101010101" pitchFamily="2" charset="-122"/>
              </a:rPr>
              <a:t>202.112.114.1~202.112.115.254</a:t>
            </a:r>
            <a:r>
              <a:rPr lang="pt-BR" altLang="zh-CN" sz="675" b="1">
                <a:solidFill>
                  <a:srgbClr val="7030A0"/>
                </a:solidFill>
                <a:latin typeface="Arial" panose="020B0604020202020204" pitchFamily="34" charset="0"/>
                <a:ea typeface="宋体" panose="02010600030101010101" pitchFamily="2" charset="-122"/>
              </a:rPr>
              <a:t> </a:t>
            </a:r>
            <a:endParaRPr lang="pt-BR" altLang="zh-CN" sz="675" b="1">
              <a:solidFill>
                <a:srgbClr val="7030A0"/>
              </a:solidFill>
              <a:latin typeface="微软雅黑" panose="020B0503020204020204" pitchFamily="34" charset="-122"/>
              <a:ea typeface="宋体" panose="02010600030101010101" pitchFamily="2" charset="-122"/>
            </a:endParaRPr>
          </a:p>
          <a:p>
            <a:pPr>
              <a:lnSpc>
                <a:spcPct val="200000"/>
              </a:lnSpc>
              <a:spcBef>
                <a:spcPct val="0"/>
              </a:spcBef>
              <a:buClrTx/>
              <a:buSzTx/>
              <a:buFontTx/>
              <a:buNone/>
            </a:pPr>
            <a:r>
              <a:rPr lang="pt-BR" altLang="zh-CN" sz="675" b="1">
                <a:solidFill>
                  <a:srgbClr val="7030A0"/>
                </a:solidFill>
                <a:latin typeface="微软雅黑" panose="020B0503020204020204" pitchFamily="34" charset="-122"/>
                <a:ea typeface="宋体" panose="02010600030101010101" pitchFamily="2" charset="-122"/>
              </a:rPr>
              <a:t>255.255.254.0</a:t>
            </a:r>
            <a:r>
              <a:rPr lang="zh-CN" altLang="pt-BR" sz="675" b="1">
                <a:solidFill>
                  <a:srgbClr val="7030A0"/>
                </a:solidFill>
                <a:latin typeface="微软雅黑" panose="020B0503020204020204" pitchFamily="34" charset="-122"/>
                <a:ea typeface="宋体" panose="02010600030101010101" pitchFamily="2" charset="-122"/>
              </a:rPr>
              <a:t>，</a:t>
            </a:r>
            <a:r>
              <a:rPr lang="pt-BR" altLang="zh-CN" sz="675" b="1">
                <a:solidFill>
                  <a:srgbClr val="7030A0"/>
                </a:solidFill>
                <a:latin typeface="微软雅黑" panose="020B0503020204020204" pitchFamily="34" charset="-122"/>
                <a:ea typeface="宋体" panose="02010600030101010101" pitchFamily="2" charset="-122"/>
              </a:rPr>
              <a:t>/23</a:t>
            </a:r>
            <a:r>
              <a:rPr lang="pt-BR" altLang="zh-CN" sz="675" b="1">
                <a:solidFill>
                  <a:srgbClr val="7030A0"/>
                </a:solidFill>
                <a:latin typeface="Arial" panose="020B0604020202020204" pitchFamily="34" charset="0"/>
                <a:ea typeface="宋体" panose="02010600030101010101" pitchFamily="2" charset="-122"/>
              </a:rPr>
              <a:t> </a:t>
            </a:r>
            <a:endParaRPr lang="pt-BR" altLang="zh-CN" sz="675" b="1">
              <a:solidFill>
                <a:srgbClr val="7030A0"/>
              </a:solidFill>
              <a:latin typeface="微软雅黑" panose="020B0503020204020204" pitchFamily="34" charset="-122"/>
              <a:ea typeface="宋体" panose="02010600030101010101" pitchFamily="2" charset="-122"/>
            </a:endParaRPr>
          </a:p>
          <a:p>
            <a:pPr>
              <a:lnSpc>
                <a:spcPct val="200000"/>
              </a:lnSpc>
              <a:spcBef>
                <a:spcPct val="0"/>
              </a:spcBef>
              <a:buClrTx/>
              <a:buSzTx/>
              <a:buFontTx/>
              <a:buNone/>
            </a:pPr>
            <a:r>
              <a:rPr lang="pt-BR" altLang="zh-CN" sz="675" b="1">
                <a:solidFill>
                  <a:schemeClr val="tx1"/>
                </a:solidFill>
                <a:latin typeface="微软雅黑" panose="020B0503020204020204" pitchFamily="34" charset="-122"/>
                <a:ea typeface="宋体" panose="02010600030101010101" pitchFamily="2" charset="-122"/>
              </a:rPr>
              <a:t>202.112.116.1~202.112.119.254</a:t>
            </a:r>
            <a:r>
              <a:rPr lang="pt-BR" altLang="zh-CN" sz="675" b="1">
                <a:solidFill>
                  <a:schemeClr val="tx1"/>
                </a:solidFill>
                <a:latin typeface="Arial" panose="020B0604020202020204" pitchFamily="34" charset="0"/>
                <a:ea typeface="宋体" panose="02010600030101010101" pitchFamily="2" charset="-122"/>
              </a:rPr>
              <a:t> </a:t>
            </a:r>
            <a:endParaRPr lang="pt-BR" altLang="zh-CN" sz="675" b="1">
              <a:solidFill>
                <a:schemeClr val="tx1"/>
              </a:solidFill>
              <a:latin typeface="微软雅黑" panose="020B0503020204020204" pitchFamily="34" charset="-122"/>
              <a:ea typeface="宋体" panose="02010600030101010101" pitchFamily="2" charset="-122"/>
            </a:endParaRPr>
          </a:p>
          <a:p>
            <a:pPr>
              <a:lnSpc>
                <a:spcPct val="200000"/>
              </a:lnSpc>
              <a:spcBef>
                <a:spcPct val="0"/>
              </a:spcBef>
              <a:buClrTx/>
              <a:buSzTx/>
              <a:buFontTx/>
              <a:buNone/>
            </a:pPr>
            <a:r>
              <a:rPr lang="pt-BR" altLang="zh-CN" sz="675" b="1">
                <a:solidFill>
                  <a:schemeClr val="tx1"/>
                </a:solidFill>
                <a:latin typeface="微软雅黑" panose="020B0503020204020204" pitchFamily="34" charset="-122"/>
                <a:ea typeface="宋体" panose="02010600030101010101" pitchFamily="2" charset="-122"/>
              </a:rPr>
              <a:t>255.255.252.0</a:t>
            </a:r>
            <a:r>
              <a:rPr lang="zh-CN" altLang="pt-BR" sz="675" b="1">
                <a:solidFill>
                  <a:schemeClr val="tx1"/>
                </a:solidFill>
                <a:latin typeface="微软雅黑" panose="020B0503020204020204" pitchFamily="34" charset="-122"/>
                <a:ea typeface="宋体" panose="02010600030101010101" pitchFamily="2" charset="-122"/>
              </a:rPr>
              <a:t>，</a:t>
            </a:r>
            <a:r>
              <a:rPr lang="pt-BR" altLang="zh-CN" sz="675" b="1">
                <a:solidFill>
                  <a:schemeClr val="tx1"/>
                </a:solidFill>
                <a:latin typeface="微软雅黑" panose="020B0503020204020204" pitchFamily="34" charset="-122"/>
                <a:ea typeface="宋体" panose="02010600030101010101" pitchFamily="2" charset="-122"/>
              </a:rPr>
              <a:t>/22</a:t>
            </a:r>
            <a:r>
              <a:rPr lang="pt-BR" altLang="zh-CN" sz="675" b="1">
                <a:solidFill>
                  <a:schemeClr val="tx1"/>
                </a:solidFill>
                <a:latin typeface="Arial" panose="020B0604020202020204" pitchFamily="34" charset="0"/>
                <a:ea typeface="宋体" panose="02010600030101010101" pitchFamily="2" charset="-122"/>
              </a:rPr>
              <a:t> </a:t>
            </a:r>
            <a:endParaRPr lang="pt-BR" altLang="zh-CN" sz="675" b="1">
              <a:solidFill>
                <a:schemeClr val="tx1"/>
              </a:solidFill>
              <a:latin typeface="微软雅黑" panose="020B0503020204020204" pitchFamily="34" charset="-122"/>
              <a:ea typeface="宋体" panose="02010600030101010101" pitchFamily="2" charset="-122"/>
            </a:endParaRPr>
          </a:p>
        </p:txBody>
      </p:sp>
      <p:sp>
        <p:nvSpPr>
          <p:cNvPr id="266321" name="矩形 2">
            <a:extLst>
              <a:ext uri="{FF2B5EF4-FFF2-40B4-BE49-F238E27FC236}">
                <a16:creationId xmlns:a16="http://schemas.microsoft.com/office/drawing/2014/main" id="{957AB83B-3D86-1A41-8C33-67ECD9181619}"/>
              </a:ext>
            </a:extLst>
          </p:cNvPr>
          <p:cNvSpPr>
            <a:spLocks noChangeArrowheads="1"/>
          </p:cNvSpPr>
          <p:nvPr/>
        </p:nvSpPr>
        <p:spPr bwMode="auto">
          <a:xfrm>
            <a:off x="148590" y="1012032"/>
            <a:ext cx="8789670" cy="150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800100" indent="-3429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zh-CN" altLang="en-US" sz="1575" dirty="0">
                <a:solidFill>
                  <a:srgbClr val="262673"/>
                </a:solidFill>
                <a:latin typeface="微软雅黑" panose="020B0503020204020204" pitchFamily="34" charset="-122"/>
                <a:ea typeface="宋体" panose="02010600030101010101" pitchFamily="2" charset="-122"/>
              </a:rPr>
              <a:t>例</a:t>
            </a:r>
            <a:r>
              <a:rPr lang="en-US" altLang="zh-CN" sz="1575" dirty="0">
                <a:solidFill>
                  <a:srgbClr val="262673"/>
                </a:solidFill>
                <a:latin typeface="微软雅黑" panose="020B0503020204020204" pitchFamily="34" charset="-122"/>
                <a:ea typeface="宋体" panose="02010600030101010101" pitchFamily="2" charset="-122"/>
              </a:rPr>
              <a:t>4</a:t>
            </a:r>
            <a:r>
              <a:rPr lang="zh-CN" altLang="en-US" sz="1575" dirty="0">
                <a:solidFill>
                  <a:srgbClr val="262673"/>
                </a:solidFill>
                <a:latin typeface="微软雅黑" panose="020B0503020204020204" pitchFamily="34" charset="-122"/>
                <a:ea typeface="宋体" panose="02010600030101010101" pitchFamily="2" charset="-122"/>
              </a:rPr>
              <a:t>：信息学院分到的地址空间为</a:t>
            </a:r>
            <a:r>
              <a:rPr lang="en-US" altLang="zh-CN" sz="1575" dirty="0">
                <a:solidFill>
                  <a:srgbClr val="262673"/>
                </a:solidFill>
                <a:latin typeface="微软雅黑" panose="020B0503020204020204" pitchFamily="34" charset="-122"/>
                <a:ea typeface="宋体" panose="02010600030101010101" pitchFamily="2" charset="-122"/>
              </a:rPr>
              <a:t>202.112.112.0 /21(255.255.248.0)</a:t>
            </a:r>
            <a:r>
              <a:rPr lang="en-US" altLang="zh-CN" sz="1575" dirty="0">
                <a:solidFill>
                  <a:schemeClr val="tx1"/>
                </a:solidFill>
                <a:latin typeface="Arial" panose="020B0604020202020204" pitchFamily="34" charset="0"/>
                <a:ea typeface="宋体" panose="02010600030101010101" pitchFamily="2" charset="-122"/>
              </a:rPr>
              <a:t> </a:t>
            </a:r>
            <a:r>
              <a:rPr lang="zh-CN" altLang="en-US" sz="1575" dirty="0">
                <a:solidFill>
                  <a:schemeClr val="tx1"/>
                </a:solidFill>
                <a:latin typeface="微软雅黑" panose="020B0503020204020204" pitchFamily="34" charset="-122"/>
                <a:ea typeface="宋体" panose="02010600030101010101" pitchFamily="2" charset="-122"/>
              </a:rPr>
              <a:t>，</a:t>
            </a:r>
            <a:r>
              <a:rPr lang="zh-CN" altLang="en-US" sz="1575" dirty="0">
                <a:solidFill>
                  <a:srgbClr val="262673"/>
                </a:solidFill>
                <a:latin typeface="微软雅黑" panose="020B0503020204020204" pitchFamily="34" charset="-122"/>
                <a:ea typeface="宋体" panose="02010600030101010101" pitchFamily="2" charset="-122"/>
              </a:rPr>
              <a:t>现要求做如下分配：信息系</a:t>
            </a:r>
            <a:r>
              <a:rPr lang="en-US" altLang="zh-CN" sz="1575" dirty="0">
                <a:solidFill>
                  <a:srgbClr val="262673"/>
                </a:solidFill>
                <a:latin typeface="微软雅黑" panose="020B0503020204020204" pitchFamily="34" charset="-122"/>
                <a:ea typeface="宋体" panose="02010600030101010101" pitchFamily="2" charset="-122"/>
              </a:rPr>
              <a:t>200</a:t>
            </a:r>
            <a:r>
              <a:rPr lang="zh-CN" altLang="en-US" sz="1575" dirty="0">
                <a:solidFill>
                  <a:srgbClr val="262673"/>
                </a:solidFill>
                <a:latin typeface="微软雅黑" panose="020B0503020204020204" pitchFamily="34" charset="-122"/>
                <a:ea typeface="宋体" panose="02010600030101010101" pitchFamily="2" charset="-122"/>
              </a:rPr>
              <a:t>个，数学系</a:t>
            </a:r>
            <a:r>
              <a:rPr lang="en-US" altLang="zh-CN" sz="1575" dirty="0">
                <a:solidFill>
                  <a:srgbClr val="262673"/>
                </a:solidFill>
                <a:latin typeface="微软雅黑" panose="020B0503020204020204" pitchFamily="34" charset="-122"/>
                <a:ea typeface="宋体" panose="02010600030101010101" pitchFamily="2" charset="-122"/>
              </a:rPr>
              <a:t>100</a:t>
            </a:r>
            <a:r>
              <a:rPr lang="zh-CN" altLang="en-US" sz="1575" dirty="0">
                <a:solidFill>
                  <a:srgbClr val="262673"/>
                </a:solidFill>
                <a:latin typeface="微软雅黑" panose="020B0503020204020204" pitchFamily="34" charset="-122"/>
                <a:ea typeface="宋体" panose="02010600030101010101" pitchFamily="2" charset="-122"/>
              </a:rPr>
              <a:t>个，计算机系</a:t>
            </a:r>
            <a:r>
              <a:rPr lang="en-US" altLang="zh-CN" sz="1575" dirty="0">
                <a:solidFill>
                  <a:srgbClr val="262673"/>
                </a:solidFill>
                <a:latin typeface="微软雅黑" panose="020B0503020204020204" pitchFamily="34" charset="-122"/>
                <a:ea typeface="宋体" panose="02010600030101010101" pitchFamily="2" charset="-122"/>
              </a:rPr>
              <a:t>500</a:t>
            </a:r>
            <a:r>
              <a:rPr lang="zh-CN" altLang="en-US" sz="1575" dirty="0">
                <a:solidFill>
                  <a:srgbClr val="262673"/>
                </a:solidFill>
                <a:latin typeface="微软雅黑" panose="020B0503020204020204" pitchFamily="34" charset="-122"/>
                <a:ea typeface="宋体" panose="02010600030101010101" pitchFamily="2" charset="-122"/>
              </a:rPr>
              <a:t>个，实验室</a:t>
            </a:r>
            <a:r>
              <a:rPr lang="en-US" altLang="zh-CN" sz="1575" dirty="0">
                <a:solidFill>
                  <a:srgbClr val="262673"/>
                </a:solidFill>
                <a:latin typeface="微软雅黑" panose="020B0503020204020204" pitchFamily="34" charset="-122"/>
                <a:ea typeface="宋体" panose="02010600030101010101" pitchFamily="2" charset="-122"/>
              </a:rPr>
              <a:t>1000</a:t>
            </a:r>
            <a:r>
              <a:rPr lang="zh-CN" altLang="en-US" sz="1575" dirty="0">
                <a:solidFill>
                  <a:srgbClr val="262673"/>
                </a:solidFill>
                <a:latin typeface="微软雅黑" panose="020B0503020204020204" pitchFamily="34" charset="-122"/>
                <a:ea typeface="宋体" panose="02010600030101010101" pitchFamily="2" charset="-122"/>
              </a:rPr>
              <a:t>个</a:t>
            </a:r>
            <a:r>
              <a:rPr lang="zh-CN" altLang="en-US" sz="1500" dirty="0">
                <a:solidFill>
                  <a:schemeClr val="tx1"/>
                </a:solidFill>
                <a:latin typeface="微软雅黑" panose="020B0503020204020204" pitchFamily="34" charset="-122"/>
                <a:ea typeface="宋体" panose="02010600030101010101" pitchFamily="2" charset="-122"/>
              </a:rPr>
              <a:t>。</a:t>
            </a:r>
            <a:endParaRPr lang="en-US" altLang="zh-CN" sz="1500" dirty="0">
              <a:solidFill>
                <a:schemeClr val="tx1"/>
              </a:solidFill>
              <a:latin typeface="微软雅黑" panose="020B0503020204020204" pitchFamily="34" charset="-122"/>
              <a:ea typeface="宋体" panose="02010600030101010101" pitchFamily="2" charset="-122"/>
            </a:endParaRPr>
          </a:p>
          <a:p>
            <a:pPr marL="452438" lvl="1" indent="-317500">
              <a:spcBef>
                <a:spcPct val="0"/>
              </a:spcBef>
              <a:buClrTx/>
              <a:buSzTx/>
              <a:buFont typeface="Wingdings" pitchFamily="2" charset="2"/>
              <a:buChar char="l"/>
            </a:pPr>
            <a:r>
              <a:rPr lang="zh-CN" altLang="en-US" sz="1500" dirty="0">
                <a:solidFill>
                  <a:srgbClr val="C00000"/>
                </a:solidFill>
                <a:ea typeface="宋体" panose="02010600030101010101" pitchFamily="2" charset="-122"/>
              </a:rPr>
              <a:t>信息系：</a:t>
            </a:r>
            <a:r>
              <a:rPr lang="en-US" altLang="zh-CN" sz="1500" dirty="0">
                <a:solidFill>
                  <a:srgbClr val="C00000"/>
                </a:solidFill>
                <a:ea typeface="宋体" panose="02010600030101010101" pitchFamily="2" charset="-122"/>
              </a:rPr>
              <a:t>    202.112.112.1~202.112.112.254/24—</a:t>
            </a:r>
            <a:r>
              <a:rPr lang="zh-CN" altLang="en-US" sz="1500" dirty="0">
                <a:solidFill>
                  <a:srgbClr val="C00000"/>
                </a:solidFill>
                <a:ea typeface="宋体" panose="02010600030101010101" pitchFamily="2" charset="-122"/>
              </a:rPr>
              <a:t>有</a:t>
            </a:r>
            <a:r>
              <a:rPr lang="en-US" altLang="zh-CN" sz="1500" dirty="0">
                <a:solidFill>
                  <a:srgbClr val="C00000"/>
                </a:solidFill>
                <a:ea typeface="宋体" panose="02010600030101010101" pitchFamily="2" charset="-122"/>
              </a:rPr>
              <a:t>254</a:t>
            </a:r>
            <a:r>
              <a:rPr lang="zh-CN" altLang="en-US" sz="1500" dirty="0">
                <a:solidFill>
                  <a:srgbClr val="C00000"/>
                </a:solidFill>
                <a:ea typeface="宋体" panose="02010600030101010101" pitchFamily="2" charset="-122"/>
              </a:rPr>
              <a:t>个</a:t>
            </a:r>
            <a:r>
              <a:rPr lang="en-US" altLang="zh-CN" sz="1500" dirty="0" err="1">
                <a:solidFill>
                  <a:srgbClr val="C00000"/>
                </a:solidFill>
                <a:ea typeface="宋体" panose="02010600030101010101" pitchFamily="2" charset="-122"/>
              </a:rPr>
              <a:t>ip</a:t>
            </a:r>
            <a:endParaRPr lang="en-US" altLang="zh-CN" sz="1500" dirty="0">
              <a:solidFill>
                <a:srgbClr val="C00000"/>
              </a:solidFill>
              <a:ea typeface="宋体" panose="02010600030101010101" pitchFamily="2" charset="-122"/>
            </a:endParaRPr>
          </a:p>
          <a:p>
            <a:pPr marL="452438" lvl="1" indent="-317500">
              <a:spcBef>
                <a:spcPct val="0"/>
              </a:spcBef>
              <a:buClrTx/>
              <a:buSzTx/>
              <a:buFont typeface="Wingdings" pitchFamily="2" charset="2"/>
              <a:buChar char="l"/>
            </a:pPr>
            <a:r>
              <a:rPr lang="zh-CN" altLang="en-US" sz="1500" dirty="0">
                <a:solidFill>
                  <a:srgbClr val="00B050"/>
                </a:solidFill>
                <a:ea typeface="宋体" panose="02010600030101010101" pitchFamily="2" charset="-122"/>
              </a:rPr>
              <a:t>数学系：</a:t>
            </a:r>
            <a:r>
              <a:rPr lang="en-US" altLang="zh-CN" sz="1500" dirty="0">
                <a:solidFill>
                  <a:srgbClr val="00B050"/>
                </a:solidFill>
                <a:ea typeface="宋体" panose="02010600030101010101" pitchFamily="2" charset="-122"/>
              </a:rPr>
              <a:t>    202.112.113.1~202.112.113.126/25—</a:t>
            </a:r>
            <a:r>
              <a:rPr lang="zh-CN" altLang="en-US" sz="1500" dirty="0">
                <a:solidFill>
                  <a:srgbClr val="00B050"/>
                </a:solidFill>
                <a:ea typeface="宋体" panose="02010600030101010101" pitchFamily="2" charset="-122"/>
              </a:rPr>
              <a:t>有</a:t>
            </a:r>
            <a:r>
              <a:rPr lang="en-US" altLang="zh-CN" sz="1500" dirty="0">
                <a:solidFill>
                  <a:srgbClr val="00B050"/>
                </a:solidFill>
                <a:ea typeface="宋体" panose="02010600030101010101" pitchFamily="2" charset="-122"/>
              </a:rPr>
              <a:t>126</a:t>
            </a:r>
            <a:r>
              <a:rPr lang="zh-CN" altLang="en-US" sz="1500" dirty="0">
                <a:solidFill>
                  <a:srgbClr val="00B050"/>
                </a:solidFill>
                <a:ea typeface="宋体" panose="02010600030101010101" pitchFamily="2" charset="-122"/>
              </a:rPr>
              <a:t>个</a:t>
            </a:r>
            <a:r>
              <a:rPr lang="en-US" altLang="zh-CN" sz="1500" dirty="0" err="1">
                <a:solidFill>
                  <a:srgbClr val="00B050"/>
                </a:solidFill>
                <a:ea typeface="宋体" panose="02010600030101010101" pitchFamily="2" charset="-122"/>
              </a:rPr>
              <a:t>ip</a:t>
            </a:r>
            <a:endParaRPr lang="en-US" altLang="zh-CN" sz="1500" dirty="0">
              <a:solidFill>
                <a:srgbClr val="00B050"/>
              </a:solidFill>
              <a:ea typeface="宋体" panose="02010600030101010101" pitchFamily="2" charset="-122"/>
            </a:endParaRPr>
          </a:p>
          <a:p>
            <a:pPr marL="452438" lvl="1" indent="-317500">
              <a:spcBef>
                <a:spcPct val="0"/>
              </a:spcBef>
              <a:buClrTx/>
              <a:buSzTx/>
              <a:buFont typeface="Wingdings" pitchFamily="2" charset="2"/>
              <a:buChar char="l"/>
            </a:pPr>
            <a:r>
              <a:rPr lang="zh-CN" altLang="en-US" sz="1500" dirty="0">
                <a:solidFill>
                  <a:srgbClr val="7030A0"/>
                </a:solidFill>
                <a:ea typeface="宋体" panose="02010600030101010101" pitchFamily="2" charset="-122"/>
              </a:rPr>
              <a:t>计算机系：</a:t>
            </a:r>
            <a:r>
              <a:rPr lang="en-US" altLang="zh-CN" sz="1500" dirty="0">
                <a:solidFill>
                  <a:srgbClr val="7030A0"/>
                </a:solidFill>
                <a:ea typeface="宋体" panose="02010600030101010101" pitchFamily="2" charset="-122"/>
              </a:rPr>
              <a:t>202.112.114.1~202.112.115.254/23—</a:t>
            </a:r>
            <a:r>
              <a:rPr lang="zh-CN" altLang="en-US" sz="1500" dirty="0">
                <a:solidFill>
                  <a:srgbClr val="7030A0"/>
                </a:solidFill>
                <a:ea typeface="宋体" panose="02010600030101010101" pitchFamily="2" charset="-122"/>
              </a:rPr>
              <a:t>有</a:t>
            </a:r>
            <a:r>
              <a:rPr lang="en-US" altLang="zh-CN" sz="1500" dirty="0">
                <a:solidFill>
                  <a:srgbClr val="7030A0"/>
                </a:solidFill>
                <a:ea typeface="宋体" panose="02010600030101010101" pitchFamily="2" charset="-122"/>
              </a:rPr>
              <a:t>256+254</a:t>
            </a:r>
            <a:r>
              <a:rPr lang="zh-CN" altLang="en-US" sz="1500" dirty="0">
                <a:solidFill>
                  <a:srgbClr val="7030A0"/>
                </a:solidFill>
                <a:ea typeface="宋体" panose="02010600030101010101" pitchFamily="2" charset="-122"/>
              </a:rPr>
              <a:t>个</a:t>
            </a:r>
            <a:r>
              <a:rPr lang="en-US" altLang="zh-CN" sz="1500" dirty="0" err="1">
                <a:solidFill>
                  <a:srgbClr val="7030A0"/>
                </a:solidFill>
                <a:ea typeface="宋体" panose="02010600030101010101" pitchFamily="2" charset="-122"/>
              </a:rPr>
              <a:t>ip</a:t>
            </a:r>
            <a:endParaRPr lang="en-US" altLang="zh-CN" sz="1500" dirty="0">
              <a:solidFill>
                <a:srgbClr val="7030A0"/>
              </a:solidFill>
              <a:ea typeface="宋体" panose="02010600030101010101" pitchFamily="2" charset="-122"/>
            </a:endParaRPr>
          </a:p>
          <a:p>
            <a:pPr marL="452438" lvl="1" indent="-317500">
              <a:spcBef>
                <a:spcPct val="0"/>
              </a:spcBef>
              <a:buClrTx/>
              <a:buSzTx/>
              <a:buFont typeface="Wingdings" pitchFamily="2" charset="2"/>
              <a:buChar char="l"/>
            </a:pPr>
            <a:r>
              <a:rPr lang="zh-CN" altLang="en-US" sz="1500" dirty="0">
                <a:ea typeface="宋体" panose="02010600030101010101" pitchFamily="2" charset="-122"/>
              </a:rPr>
              <a:t>实验室：</a:t>
            </a:r>
            <a:r>
              <a:rPr lang="en-US" altLang="zh-CN" sz="1500" dirty="0">
                <a:ea typeface="宋体" panose="02010600030101010101" pitchFamily="2" charset="-122"/>
              </a:rPr>
              <a:t>    202.112.116.1~202.112.119.254/22</a:t>
            </a:r>
            <a:r>
              <a:rPr lang="zh-CN" altLang="zh-CN" sz="1500" dirty="0">
                <a:ea typeface="宋体" panose="02010600030101010101" pitchFamily="2" charset="-122"/>
              </a:rPr>
              <a:t>—</a:t>
            </a:r>
            <a:r>
              <a:rPr lang="zh-CN" altLang="en-US" sz="1500" dirty="0">
                <a:ea typeface="宋体" panose="02010600030101010101" pitchFamily="2" charset="-122"/>
              </a:rPr>
              <a:t>有</a:t>
            </a:r>
            <a:r>
              <a:rPr lang="zh-CN" altLang="zh-CN" sz="1500" dirty="0">
                <a:ea typeface="宋体" panose="02010600030101010101" pitchFamily="2" charset="-122"/>
              </a:rPr>
              <a:t>5</a:t>
            </a:r>
            <a:r>
              <a:rPr lang="en-US" altLang="zh-CN" sz="1500" dirty="0">
                <a:ea typeface="宋体" panose="02010600030101010101" pitchFamily="2" charset="-122"/>
              </a:rPr>
              <a:t>12+510</a:t>
            </a:r>
            <a:r>
              <a:rPr lang="zh-CN" altLang="en-US" sz="1500" dirty="0">
                <a:ea typeface="宋体" panose="02010600030101010101" pitchFamily="2" charset="-122"/>
              </a:rPr>
              <a:t>个</a:t>
            </a:r>
            <a:r>
              <a:rPr lang="en-US" altLang="zh-CN" sz="1500" dirty="0" err="1">
                <a:ea typeface="宋体" panose="02010600030101010101" pitchFamily="2" charset="-122"/>
              </a:rPr>
              <a:t>ip</a:t>
            </a:r>
            <a:endParaRPr lang="en-US" altLang="zh-CN" sz="1500" dirty="0">
              <a:ea typeface="宋体" panose="02010600030101010101" pitchFamily="2" charset="-122"/>
            </a:endParaRPr>
          </a:p>
        </p:txBody>
      </p:sp>
    </p:spTree>
    <p:extLst>
      <p:ext uri="{BB962C8B-B14F-4D97-AF65-F5344CB8AC3E}">
        <p14:creationId xmlns:p14="http://schemas.microsoft.com/office/powerpoint/2010/main" val="1567546126"/>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89" name="Rectangle 2">
            <a:extLst>
              <a:ext uri="{FF2B5EF4-FFF2-40B4-BE49-F238E27FC236}">
                <a16:creationId xmlns:a16="http://schemas.microsoft.com/office/drawing/2014/main" id="{CC66EFEE-12AE-884A-9153-DB4465A348A6}"/>
              </a:ext>
            </a:extLst>
          </p:cNvPr>
          <p:cNvSpPr>
            <a:spLocks noGrp="1" noChangeArrowheads="1"/>
          </p:cNvSpPr>
          <p:nvPr>
            <p:ph type="title"/>
          </p:nvPr>
        </p:nvSpPr>
        <p:spPr>
          <a:xfrm>
            <a:off x="195263" y="227410"/>
            <a:ext cx="6858000" cy="641747"/>
          </a:xfrm>
        </p:spPr>
        <p:txBody>
          <a:bodyPr/>
          <a:lstStyle/>
          <a:p>
            <a:pPr marL="257175" indent="-257175"/>
            <a:r>
              <a:rPr lang="zh-CN" altLang="en-US" sz="3000" dirty="0">
                <a:latin typeface="微软雅黑" panose="020B0503020204020204" pitchFamily="34" charset="-122"/>
                <a:ea typeface="宋体" panose="02010600030101010101" pitchFamily="2" charset="-122"/>
              </a:rPr>
              <a:t>子网划分结构</a:t>
            </a:r>
            <a:endParaRPr lang="en-US" altLang="zh-CN" sz="3000" dirty="0">
              <a:latin typeface="微软雅黑" panose="020B0503020204020204" pitchFamily="34" charset="-122"/>
              <a:ea typeface="宋体" panose="02010600030101010101" pitchFamily="2" charset="-122"/>
            </a:endParaRPr>
          </a:p>
        </p:txBody>
      </p:sp>
      <p:graphicFrame>
        <p:nvGraphicFramePr>
          <p:cNvPr id="3" name="内容占位符 2">
            <a:extLst>
              <a:ext uri="{FF2B5EF4-FFF2-40B4-BE49-F238E27FC236}">
                <a16:creationId xmlns:a16="http://schemas.microsoft.com/office/drawing/2014/main" id="{DC58182C-6509-2349-8ABA-5847AD26D448}"/>
              </a:ext>
            </a:extLst>
          </p:cNvPr>
          <p:cNvGraphicFramePr>
            <a:graphicFrameLocks noGrp="1"/>
          </p:cNvGraphicFramePr>
          <p:nvPr>
            <p:ph idx="1"/>
            <p:extLst>
              <p:ext uri="{D42A27DB-BD31-4B8C-83A1-F6EECF244321}">
                <p14:modId xmlns:p14="http://schemas.microsoft.com/office/powerpoint/2010/main" val="2530430986"/>
              </p:ext>
            </p:extLst>
          </p:nvPr>
        </p:nvGraphicFramePr>
        <p:xfrm>
          <a:off x="195263" y="1011382"/>
          <a:ext cx="8640127" cy="415265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68291" name="灯片编号占位符 1">
            <a:extLst>
              <a:ext uri="{FF2B5EF4-FFF2-40B4-BE49-F238E27FC236}">
                <a16:creationId xmlns:a16="http://schemas.microsoft.com/office/drawing/2014/main" id="{FC2C0103-8ADE-FA4A-A7D0-3DCBDCB2D9D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A983E08-527A-7A4E-BCA1-85D4CF0544DE}"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123</a:t>
            </a:fld>
            <a:endParaRPr lang="en-US" altLang="zh-CN" sz="1050">
              <a:solidFill>
                <a:schemeClr val="bg2"/>
              </a:solidFill>
              <a:latin typeface="Tahoma" panose="020B0604030504040204" pitchFamily="34" charset="0"/>
              <a:ea typeface="宋体" panose="02010600030101010101" pitchFamily="2" charset="-122"/>
            </a:endParaRPr>
          </a:p>
        </p:txBody>
      </p:sp>
      <p:sp>
        <p:nvSpPr>
          <p:cNvPr id="268292" name="文本框 1">
            <a:extLst>
              <a:ext uri="{FF2B5EF4-FFF2-40B4-BE49-F238E27FC236}">
                <a16:creationId xmlns:a16="http://schemas.microsoft.com/office/drawing/2014/main" id="{D2C97BCA-FEB7-F24D-9CFD-24E611A44E0B}"/>
              </a:ext>
            </a:extLst>
          </p:cNvPr>
          <p:cNvSpPr txBox="1">
            <a:spLocks noChangeArrowheads="1"/>
          </p:cNvSpPr>
          <p:nvPr/>
        </p:nvSpPr>
        <p:spPr bwMode="auto">
          <a:xfrm>
            <a:off x="738513" y="3615820"/>
            <a:ext cx="1037034"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chemeClr val="tx1"/>
                </a:solidFill>
                <a:latin typeface="微软雅黑" panose="020B0503020204020204" pitchFamily="34" charset="-122"/>
                <a:ea typeface="宋体" panose="02010600030101010101" pitchFamily="2" charset="-122"/>
              </a:rPr>
              <a:t>人民大学分配到的地址空间</a:t>
            </a:r>
          </a:p>
        </p:txBody>
      </p:sp>
      <p:sp>
        <p:nvSpPr>
          <p:cNvPr id="268293" name="文本框 5">
            <a:extLst>
              <a:ext uri="{FF2B5EF4-FFF2-40B4-BE49-F238E27FC236}">
                <a16:creationId xmlns:a16="http://schemas.microsoft.com/office/drawing/2014/main" id="{AE22475B-1EB7-F64C-80B8-973F8AAB5A86}"/>
              </a:ext>
            </a:extLst>
          </p:cNvPr>
          <p:cNvSpPr txBox="1">
            <a:spLocks noChangeArrowheads="1"/>
          </p:cNvSpPr>
          <p:nvPr/>
        </p:nvSpPr>
        <p:spPr bwMode="auto">
          <a:xfrm>
            <a:off x="2026227" y="2629694"/>
            <a:ext cx="1037035"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dirty="0">
                <a:solidFill>
                  <a:schemeClr val="tx1"/>
                </a:solidFill>
                <a:latin typeface="微软雅黑" panose="020B0503020204020204" pitchFamily="34" charset="-122"/>
                <a:ea typeface="宋体" panose="02010600030101010101" pitchFamily="2" charset="-122"/>
              </a:rPr>
              <a:t>信息学院分配到的地址空间</a:t>
            </a:r>
          </a:p>
        </p:txBody>
      </p:sp>
      <p:sp>
        <p:nvSpPr>
          <p:cNvPr id="268294" name="文本框 6">
            <a:extLst>
              <a:ext uri="{FF2B5EF4-FFF2-40B4-BE49-F238E27FC236}">
                <a16:creationId xmlns:a16="http://schemas.microsoft.com/office/drawing/2014/main" id="{8A0ACDD6-837C-954D-9839-9B04524D33CB}"/>
              </a:ext>
            </a:extLst>
          </p:cNvPr>
          <p:cNvSpPr txBox="1">
            <a:spLocks noChangeArrowheads="1"/>
          </p:cNvSpPr>
          <p:nvPr/>
        </p:nvSpPr>
        <p:spPr bwMode="auto">
          <a:xfrm>
            <a:off x="2026227" y="4590683"/>
            <a:ext cx="1037035"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dirty="0">
                <a:solidFill>
                  <a:schemeClr val="tx1"/>
                </a:solidFill>
                <a:latin typeface="微软雅黑" panose="020B0503020204020204" pitchFamily="34" charset="-122"/>
                <a:ea typeface="宋体" panose="02010600030101010101" pitchFamily="2" charset="-122"/>
              </a:rPr>
              <a:t>其他单位分配到的地址空间</a:t>
            </a:r>
          </a:p>
        </p:txBody>
      </p:sp>
    </p:spTree>
    <p:extLst>
      <p:ext uri="{BB962C8B-B14F-4D97-AF65-F5344CB8AC3E}">
        <p14:creationId xmlns:p14="http://schemas.microsoft.com/office/powerpoint/2010/main" val="3068416343"/>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Rectangle 2">
            <a:extLst>
              <a:ext uri="{FF2B5EF4-FFF2-40B4-BE49-F238E27FC236}">
                <a16:creationId xmlns:a16="http://schemas.microsoft.com/office/drawing/2014/main" id="{256F0C21-AF13-4249-A128-2B92E1BA6CE2}"/>
              </a:ext>
            </a:extLst>
          </p:cNvPr>
          <p:cNvSpPr>
            <a:spLocks noGrp="1" noChangeArrowheads="1"/>
          </p:cNvSpPr>
          <p:nvPr>
            <p:ph type="body" idx="1"/>
          </p:nvPr>
        </p:nvSpPr>
        <p:spPr>
          <a:xfrm>
            <a:off x="207819" y="1724191"/>
            <a:ext cx="8686799" cy="2791908"/>
          </a:xfrm>
        </p:spPr>
        <p:txBody>
          <a:bodyPr/>
          <a:lstStyle/>
          <a:p>
            <a:pPr marL="9525" indent="-9525" algn="just" eaLnBrk="1" hangingPunct="1">
              <a:spcBef>
                <a:spcPct val="0"/>
              </a:spcBef>
              <a:buNone/>
            </a:pPr>
            <a:r>
              <a:rPr lang="zh-CN" altLang="en-US" dirty="0">
                <a:ea typeface="宋体" panose="02010600030101010101" pitchFamily="2" charset="-122"/>
              </a:rPr>
              <a:t>划分子网在一定程度上缓解了因特网在发展中遇到的困难。然而在</a:t>
            </a:r>
            <a:r>
              <a:rPr lang="zh-CN" altLang="en-US" sz="1400" dirty="0">
                <a:ea typeface="宋体" panose="02010600030101010101" pitchFamily="2" charset="-122"/>
              </a:rPr>
              <a:t> </a:t>
            </a:r>
            <a:r>
              <a:rPr lang="en-US" altLang="zh-CN" dirty="0">
                <a:ea typeface="宋体" panose="02010600030101010101" pitchFamily="2" charset="-122"/>
              </a:rPr>
              <a:t>1992</a:t>
            </a:r>
            <a:r>
              <a:rPr lang="en-US" altLang="zh-CN" sz="1400" dirty="0">
                <a:ea typeface="宋体" panose="02010600030101010101" pitchFamily="2" charset="-122"/>
              </a:rPr>
              <a:t> </a:t>
            </a:r>
            <a:r>
              <a:rPr lang="zh-CN" altLang="en-US" dirty="0">
                <a:ea typeface="宋体" panose="02010600030101010101" pitchFamily="2" charset="-122"/>
              </a:rPr>
              <a:t>年因特网仍然面临三个必须尽早解决的问题，这就是：</a:t>
            </a:r>
          </a:p>
          <a:p>
            <a:pPr marL="368300" indent="-368300" algn="just" eaLnBrk="1" hangingPunct="1"/>
            <a:r>
              <a:rPr lang="en-US" altLang="zh-CN" dirty="0">
                <a:ea typeface="宋体" panose="02010600030101010101" pitchFamily="2" charset="-122"/>
              </a:rPr>
              <a:t>B</a:t>
            </a:r>
            <a:r>
              <a:rPr lang="zh-CN" altLang="en-US" dirty="0">
                <a:ea typeface="宋体" panose="02010600030101010101" pitchFamily="2" charset="-122"/>
              </a:rPr>
              <a:t>类地址在</a:t>
            </a:r>
            <a:r>
              <a:rPr lang="en-US" altLang="zh-CN" dirty="0">
                <a:ea typeface="宋体" panose="02010600030101010101" pitchFamily="2" charset="-122"/>
              </a:rPr>
              <a:t>1992</a:t>
            </a:r>
            <a:r>
              <a:rPr lang="zh-CN" altLang="en-US" dirty="0">
                <a:ea typeface="宋体" panose="02010600030101010101" pitchFamily="2" charset="-122"/>
              </a:rPr>
              <a:t>年已分配了近一半，眼看就要在</a:t>
            </a:r>
            <a:r>
              <a:rPr lang="en-US" altLang="zh-CN" dirty="0">
                <a:ea typeface="宋体" panose="02010600030101010101" pitchFamily="2" charset="-122"/>
              </a:rPr>
              <a:t>1994 </a:t>
            </a:r>
            <a:r>
              <a:rPr lang="zh-CN" altLang="en-US" dirty="0">
                <a:ea typeface="宋体" panose="02010600030101010101" pitchFamily="2" charset="-122"/>
              </a:rPr>
              <a:t>年 </a:t>
            </a:r>
            <a:r>
              <a:rPr lang="en-US" altLang="zh-CN" dirty="0">
                <a:ea typeface="宋体" panose="02010600030101010101" pitchFamily="2" charset="-122"/>
              </a:rPr>
              <a:t>3 </a:t>
            </a:r>
            <a:r>
              <a:rPr lang="zh-CN" altLang="en-US" dirty="0">
                <a:ea typeface="宋体" panose="02010600030101010101" pitchFamily="2" charset="-122"/>
              </a:rPr>
              <a:t>月全部分配完毕！</a:t>
            </a:r>
          </a:p>
          <a:p>
            <a:pPr marL="368300" indent="-368300" algn="just" eaLnBrk="1" hangingPunct="1"/>
            <a:r>
              <a:rPr lang="zh-CN" altLang="en-US" dirty="0">
                <a:ea typeface="宋体" panose="02010600030101010101" pitchFamily="2" charset="-122"/>
              </a:rPr>
              <a:t>因特网主干网上的路由表中的项目数急剧增长（从几千个增长到几万个）。</a:t>
            </a:r>
          </a:p>
          <a:p>
            <a:pPr marL="368300" indent="-368300" algn="just" eaLnBrk="1" hangingPunct="1"/>
            <a:r>
              <a:rPr lang="zh-CN" altLang="en-US" dirty="0">
                <a:ea typeface="宋体" panose="02010600030101010101" pitchFamily="2" charset="-122"/>
              </a:rPr>
              <a:t>整个 </a:t>
            </a:r>
            <a:r>
              <a:rPr lang="en-US" altLang="zh-CN" dirty="0">
                <a:ea typeface="宋体" panose="02010600030101010101" pitchFamily="2" charset="-122"/>
              </a:rPr>
              <a:t>IPv4 </a:t>
            </a:r>
            <a:r>
              <a:rPr lang="zh-CN" altLang="en-US" dirty="0">
                <a:ea typeface="宋体" panose="02010600030101010101" pitchFamily="2" charset="-122"/>
              </a:rPr>
              <a:t>的地址空间最终将全部耗尽。</a:t>
            </a:r>
          </a:p>
        </p:txBody>
      </p:sp>
      <p:sp>
        <p:nvSpPr>
          <p:cNvPr id="270338" name="Rectangle 3">
            <a:extLst>
              <a:ext uri="{FF2B5EF4-FFF2-40B4-BE49-F238E27FC236}">
                <a16:creationId xmlns:a16="http://schemas.microsoft.com/office/drawing/2014/main" id="{FF53DF57-4365-AE4A-A1E3-7227DABF4648}"/>
              </a:ext>
            </a:extLst>
          </p:cNvPr>
          <p:cNvSpPr>
            <a:spLocks noGrp="1" noChangeArrowheads="1"/>
          </p:cNvSpPr>
          <p:nvPr>
            <p:ph type="title"/>
          </p:nvPr>
        </p:nvSpPr>
        <p:spPr>
          <a:xfrm>
            <a:off x="207819" y="141685"/>
            <a:ext cx="7712220" cy="864394"/>
          </a:xfrm>
        </p:spPr>
        <p:txBody>
          <a:bodyPr/>
          <a:lstStyle/>
          <a:p>
            <a:pPr eaLnBrk="1" hangingPunct="1"/>
            <a:r>
              <a:rPr lang="en-US" altLang="zh-CN" dirty="0">
                <a:latin typeface="Times New Roman" panose="02020603050405020304" pitchFamily="18" charset="0"/>
                <a:ea typeface="宋体" panose="02010600030101010101" pitchFamily="2" charset="-122"/>
              </a:rPr>
              <a:t>4.3.3  </a:t>
            </a:r>
            <a:r>
              <a:rPr lang="zh-CN" altLang="en-US" dirty="0">
                <a:latin typeface="Times New Roman" panose="02020603050405020304" pitchFamily="18" charset="0"/>
                <a:ea typeface="宋体" panose="02010600030101010101" pitchFamily="2" charset="-122"/>
              </a:rPr>
              <a:t>无分类编址 </a:t>
            </a:r>
            <a:r>
              <a:rPr lang="en-US" altLang="zh-CN" dirty="0">
                <a:latin typeface="Times New Roman" panose="02020603050405020304" pitchFamily="18" charset="0"/>
                <a:ea typeface="宋体" panose="02010600030101010101" pitchFamily="2" charset="-122"/>
              </a:rPr>
              <a:t>CIDR</a:t>
            </a:r>
            <a:endParaRPr lang="zh-CN" altLang="en-US" dirty="0">
              <a:latin typeface="Times New Roman" panose="02020603050405020304" pitchFamily="18" charset="0"/>
              <a:ea typeface="宋体" panose="02010600030101010101" pitchFamily="2" charset="-122"/>
            </a:endParaRPr>
          </a:p>
        </p:txBody>
      </p:sp>
      <p:sp>
        <p:nvSpPr>
          <p:cNvPr id="270339" name="幻灯片编号占位符 1">
            <a:extLst>
              <a:ext uri="{FF2B5EF4-FFF2-40B4-BE49-F238E27FC236}">
                <a16:creationId xmlns:a16="http://schemas.microsoft.com/office/drawing/2014/main" id="{906ED1C6-4D45-5F41-8D09-D180C90D7F5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2F5841E-4AAF-7D40-8079-D550E3FD125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124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 name="矩形 1">
            <a:extLst>
              <a:ext uri="{FF2B5EF4-FFF2-40B4-BE49-F238E27FC236}">
                <a16:creationId xmlns:a16="http://schemas.microsoft.com/office/drawing/2014/main" id="{47DA3694-19C2-7F4B-BEA1-666DE7C5D45A}"/>
              </a:ext>
            </a:extLst>
          </p:cNvPr>
          <p:cNvSpPr/>
          <p:nvPr/>
        </p:nvSpPr>
        <p:spPr>
          <a:xfrm>
            <a:off x="207819" y="1103525"/>
            <a:ext cx="2209259" cy="523220"/>
          </a:xfrm>
          <a:prstGeom prst="rect">
            <a:avLst/>
          </a:prstGeom>
        </p:spPr>
        <p:txBody>
          <a:bodyPr wrap="none">
            <a:spAutoFit/>
          </a:bodyPr>
          <a:lstStyle/>
          <a:p>
            <a:r>
              <a:rPr lang="en-US" altLang="zh-CN" sz="2800" dirty="0"/>
              <a:t>1.  </a:t>
            </a:r>
            <a:r>
              <a:rPr lang="zh-CN" altLang="en-US" sz="2800" dirty="0"/>
              <a:t>网络前缀</a:t>
            </a:r>
            <a:r>
              <a:rPr lang="zh-CN" altLang="en-US" sz="2800" dirty="0">
                <a:latin typeface="Times New Roman" panose="02020603050405020304" pitchFamily="18" charset="0"/>
              </a:rPr>
              <a:t> </a:t>
            </a:r>
            <a:endParaRPr lang="zh-CN" altLang="en-US" sz="2800" dirty="0"/>
          </a:p>
        </p:txBody>
      </p:sp>
    </p:spTree>
    <p:extLst>
      <p:ext uri="{BB962C8B-B14F-4D97-AF65-F5344CB8AC3E}">
        <p14:creationId xmlns:p14="http://schemas.microsoft.com/office/powerpoint/2010/main" val="4119910616"/>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1218" name="Rectangle 2">
            <a:extLst>
              <a:ext uri="{FF2B5EF4-FFF2-40B4-BE49-F238E27FC236}">
                <a16:creationId xmlns:a16="http://schemas.microsoft.com/office/drawing/2014/main" id="{2FDC861D-9F10-7141-B352-C9FF70C159E3}"/>
              </a:ext>
            </a:extLst>
          </p:cNvPr>
          <p:cNvSpPr>
            <a:spLocks noGrp="1" noChangeArrowheads="1"/>
          </p:cNvSpPr>
          <p:nvPr>
            <p:ph type="body" idx="1"/>
          </p:nvPr>
        </p:nvSpPr>
        <p:spPr>
          <a:xfrm>
            <a:off x="193964" y="1059656"/>
            <a:ext cx="8686800" cy="3671888"/>
          </a:xfrm>
        </p:spPr>
        <p:txBody>
          <a:bodyPr/>
          <a:lstStyle/>
          <a:p>
            <a:pPr algn="just" eaLnBrk="1" hangingPunct="1">
              <a:lnSpc>
                <a:spcPct val="90000"/>
              </a:lnSpc>
            </a:pPr>
            <a:r>
              <a:rPr lang="en-US" altLang="zh-CN" dirty="0">
                <a:latin typeface="Times New Roman" panose="02020603050405020304" pitchFamily="18" charset="0"/>
                <a:ea typeface="宋体" panose="02010600030101010101" pitchFamily="2" charset="-122"/>
              </a:rPr>
              <a:t>1987 </a:t>
            </a:r>
            <a:r>
              <a:rPr lang="zh-CN" altLang="en-US" dirty="0">
                <a:latin typeface="Times New Roman" panose="02020603050405020304" pitchFamily="18" charset="0"/>
                <a:ea typeface="宋体" panose="02010600030101010101" pitchFamily="2" charset="-122"/>
              </a:rPr>
              <a:t>年，</a:t>
            </a:r>
            <a:r>
              <a:rPr lang="en-US" altLang="zh-CN" dirty="0">
                <a:latin typeface="Times New Roman" panose="02020603050405020304" pitchFamily="18" charset="0"/>
                <a:ea typeface="宋体" panose="02010600030101010101" pitchFamily="2" charset="-122"/>
              </a:rPr>
              <a:t>RFC 1009 </a:t>
            </a:r>
            <a:r>
              <a:rPr lang="zh-CN" altLang="en-US" dirty="0">
                <a:latin typeface="Times New Roman" panose="02020603050405020304" pitchFamily="18" charset="0"/>
                <a:ea typeface="宋体" panose="02010600030101010101" pitchFamily="2" charset="-122"/>
              </a:rPr>
              <a:t>就指明了在一个划分子网的网络中可同时使用几个不同的子网掩码。使用</a:t>
            </a:r>
            <a:r>
              <a:rPr lang="zh-CN" altLang="en-US" dirty="0">
                <a:solidFill>
                  <a:schemeClr val="hlink"/>
                </a:solidFill>
                <a:latin typeface="Times New Roman" panose="02020603050405020304" pitchFamily="18" charset="0"/>
                <a:ea typeface="宋体" panose="02010600030101010101" pitchFamily="2" charset="-122"/>
              </a:rPr>
              <a:t>变长子网掩码 </a:t>
            </a:r>
            <a:r>
              <a:rPr lang="en-US" altLang="zh-CN" dirty="0">
                <a:solidFill>
                  <a:schemeClr val="hlink"/>
                </a:solidFill>
                <a:latin typeface="Times New Roman" panose="02020603050405020304" pitchFamily="18" charset="0"/>
                <a:ea typeface="宋体" panose="02010600030101010101" pitchFamily="2" charset="-122"/>
              </a:rPr>
              <a:t>VLSM</a:t>
            </a:r>
            <a:r>
              <a:rPr lang="en-US" altLang="zh-CN" dirty="0">
                <a:latin typeface="Times New Roman" panose="02020603050405020304" pitchFamily="18" charset="0"/>
                <a:ea typeface="宋体" panose="02010600030101010101" pitchFamily="2" charset="-122"/>
              </a:rPr>
              <a:t> (Variable Length Subnet Mask)</a:t>
            </a:r>
            <a:r>
              <a:rPr lang="zh-CN" altLang="en-US" dirty="0">
                <a:latin typeface="Times New Roman" panose="02020603050405020304" pitchFamily="18" charset="0"/>
                <a:ea typeface="宋体" panose="02010600030101010101" pitchFamily="2" charset="-122"/>
              </a:rPr>
              <a:t>可进一步提高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地址资源的利用率。</a:t>
            </a:r>
          </a:p>
          <a:p>
            <a:pPr algn="just" eaLnBrk="1" hangingPunct="1">
              <a:lnSpc>
                <a:spcPct val="90000"/>
              </a:lnSpc>
            </a:pPr>
            <a:r>
              <a:rPr lang="zh-CN" altLang="en-US" dirty="0">
                <a:latin typeface="Times New Roman" panose="02020603050405020304" pitchFamily="18" charset="0"/>
                <a:ea typeface="宋体" panose="02010600030101010101" pitchFamily="2" charset="-122"/>
              </a:rPr>
              <a:t>在 </a:t>
            </a:r>
            <a:r>
              <a:rPr lang="en-US" altLang="zh-CN" dirty="0">
                <a:latin typeface="Times New Roman" panose="02020603050405020304" pitchFamily="18" charset="0"/>
                <a:ea typeface="宋体" panose="02010600030101010101" pitchFamily="2" charset="-122"/>
              </a:rPr>
              <a:t>VLSM </a:t>
            </a:r>
            <a:r>
              <a:rPr lang="zh-CN" altLang="en-US" dirty="0">
                <a:latin typeface="Times New Roman" panose="02020603050405020304" pitchFamily="18" charset="0"/>
                <a:ea typeface="宋体" panose="02010600030101010101" pitchFamily="2" charset="-122"/>
              </a:rPr>
              <a:t>的基础上又进一步研究出无分类编址方法，它的正式名字是</a:t>
            </a:r>
            <a:r>
              <a:rPr lang="zh-CN" altLang="en-US" dirty="0">
                <a:solidFill>
                  <a:schemeClr val="hlink"/>
                </a:solidFill>
                <a:latin typeface="Times New Roman" panose="02020603050405020304" pitchFamily="18" charset="0"/>
                <a:ea typeface="宋体" panose="02010600030101010101" pitchFamily="2" charset="-122"/>
              </a:rPr>
              <a:t>无分类域间路由选择 </a:t>
            </a:r>
            <a:r>
              <a:rPr lang="en-US" altLang="zh-CN" dirty="0">
                <a:solidFill>
                  <a:schemeClr val="hlink"/>
                </a:solidFill>
                <a:latin typeface="Times New Roman" panose="02020603050405020304" pitchFamily="18" charset="0"/>
                <a:ea typeface="宋体" panose="02010600030101010101" pitchFamily="2" charset="-122"/>
              </a:rPr>
              <a:t>CIDR</a:t>
            </a:r>
            <a:r>
              <a:rPr lang="en-US" altLang="zh-CN" dirty="0">
                <a:latin typeface="Times New Roman" panose="02020603050405020304" pitchFamily="18" charset="0"/>
                <a:ea typeface="宋体" panose="02010600030101010101" pitchFamily="2" charset="-122"/>
              </a:rPr>
              <a:t> (Classless Inter-Domain Routing)</a:t>
            </a:r>
            <a:r>
              <a:rPr lang="zh-CN" altLang="en-US" dirty="0">
                <a:latin typeface="Times New Roman" panose="02020603050405020304" pitchFamily="18" charset="0"/>
                <a:ea typeface="宋体" panose="02010600030101010101" pitchFamily="2" charset="-122"/>
              </a:rPr>
              <a:t>。  </a:t>
            </a:r>
          </a:p>
        </p:txBody>
      </p:sp>
      <p:sp>
        <p:nvSpPr>
          <p:cNvPr id="272386" name="Rectangle 3">
            <a:extLst>
              <a:ext uri="{FF2B5EF4-FFF2-40B4-BE49-F238E27FC236}">
                <a16:creationId xmlns:a16="http://schemas.microsoft.com/office/drawing/2014/main" id="{C7FE2CF6-2086-DC48-8877-A182D96DC861}"/>
              </a:ext>
            </a:extLst>
          </p:cNvPr>
          <p:cNvSpPr>
            <a:spLocks noGrp="1" noChangeArrowheads="1"/>
          </p:cNvSpPr>
          <p:nvPr>
            <p:ph type="title"/>
          </p:nvPr>
        </p:nvSpPr>
        <p:spPr>
          <a:xfrm>
            <a:off x="193964" y="195263"/>
            <a:ext cx="7279590" cy="736997"/>
          </a:xfrm>
        </p:spPr>
        <p:txBody>
          <a:bodyPr/>
          <a:lstStyle/>
          <a:p>
            <a:pPr eaLnBrk="1" hangingPunct="1"/>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编址问题的演进 </a:t>
            </a:r>
          </a:p>
        </p:txBody>
      </p:sp>
      <p:sp>
        <p:nvSpPr>
          <p:cNvPr id="272387" name="幻灯片编号占位符 1">
            <a:extLst>
              <a:ext uri="{FF2B5EF4-FFF2-40B4-BE49-F238E27FC236}">
                <a16:creationId xmlns:a16="http://schemas.microsoft.com/office/drawing/2014/main" id="{9706F6D4-E517-334A-83B5-5AB045852425}"/>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ABF6907-47BB-7D41-96FF-82B8F7307E34}"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125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63971289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21218">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Rectangle 2">
            <a:extLst>
              <a:ext uri="{FF2B5EF4-FFF2-40B4-BE49-F238E27FC236}">
                <a16:creationId xmlns:a16="http://schemas.microsoft.com/office/drawing/2014/main" id="{21599F20-0FA4-E74D-B703-4A1A65BCA5E9}"/>
              </a:ext>
            </a:extLst>
          </p:cNvPr>
          <p:cNvSpPr>
            <a:spLocks noGrp="1" noChangeArrowheads="1"/>
          </p:cNvSpPr>
          <p:nvPr>
            <p:ph type="body" idx="1"/>
          </p:nvPr>
        </p:nvSpPr>
        <p:spPr>
          <a:xfrm>
            <a:off x="152401" y="1059656"/>
            <a:ext cx="8756072" cy="3671888"/>
          </a:xfrm>
        </p:spPr>
        <p:txBody>
          <a:bodyPr/>
          <a:lstStyle/>
          <a:p>
            <a:pPr algn="just" eaLnBrk="1" hangingPunct="1"/>
            <a:r>
              <a:rPr lang="en-US" altLang="zh-CN" dirty="0">
                <a:latin typeface="Times New Roman" panose="02020603050405020304" pitchFamily="18" charset="0"/>
                <a:ea typeface="宋体" panose="02010600030101010101" pitchFamily="2" charset="-122"/>
              </a:rPr>
              <a:t>CIDR </a:t>
            </a:r>
            <a:r>
              <a:rPr lang="zh-CN" altLang="en-US" dirty="0">
                <a:solidFill>
                  <a:srgbClr val="FF0000"/>
                </a:solidFill>
                <a:latin typeface="Times New Roman" panose="02020603050405020304" pitchFamily="18" charset="0"/>
                <a:ea typeface="宋体" panose="02010600030101010101" pitchFamily="2" charset="-122"/>
              </a:rPr>
              <a:t>消除了传统的 </a:t>
            </a:r>
            <a:r>
              <a:rPr lang="en-US" altLang="zh-CN" dirty="0">
                <a:solidFill>
                  <a:srgbClr val="FF0000"/>
                </a:solidFill>
                <a:latin typeface="Times New Roman" panose="02020603050405020304" pitchFamily="18" charset="0"/>
                <a:ea typeface="宋体" panose="02010600030101010101" pitchFamily="2" charset="-122"/>
              </a:rPr>
              <a:t>A </a:t>
            </a:r>
            <a:r>
              <a:rPr lang="zh-CN" altLang="en-US" dirty="0">
                <a:solidFill>
                  <a:srgbClr val="FF0000"/>
                </a:solidFill>
                <a:latin typeface="Times New Roman" panose="02020603050405020304" pitchFamily="18" charset="0"/>
                <a:ea typeface="宋体" panose="02010600030101010101" pitchFamily="2" charset="-122"/>
              </a:rPr>
              <a:t>类、</a:t>
            </a:r>
            <a:r>
              <a:rPr lang="en-US" altLang="zh-CN" dirty="0">
                <a:solidFill>
                  <a:srgbClr val="FF0000"/>
                </a:solidFill>
                <a:latin typeface="Times New Roman" panose="02020603050405020304" pitchFamily="18" charset="0"/>
                <a:ea typeface="宋体" panose="02010600030101010101" pitchFamily="2" charset="-122"/>
              </a:rPr>
              <a:t>B </a:t>
            </a:r>
            <a:r>
              <a:rPr lang="zh-CN" altLang="en-US" dirty="0">
                <a:solidFill>
                  <a:srgbClr val="FF0000"/>
                </a:solidFill>
                <a:latin typeface="Times New Roman" panose="02020603050405020304" pitchFamily="18" charset="0"/>
                <a:ea typeface="宋体" panose="02010600030101010101" pitchFamily="2" charset="-122"/>
              </a:rPr>
              <a:t>类和 </a:t>
            </a:r>
            <a:r>
              <a:rPr lang="en-US" altLang="zh-CN" dirty="0">
                <a:solidFill>
                  <a:srgbClr val="FF0000"/>
                </a:solidFill>
                <a:latin typeface="Times New Roman" panose="02020603050405020304" pitchFamily="18" charset="0"/>
                <a:ea typeface="宋体" panose="02010600030101010101" pitchFamily="2" charset="-122"/>
              </a:rPr>
              <a:t>C </a:t>
            </a:r>
            <a:r>
              <a:rPr lang="zh-CN" altLang="en-US" dirty="0">
                <a:solidFill>
                  <a:srgbClr val="FF0000"/>
                </a:solidFill>
                <a:latin typeface="Times New Roman" panose="02020603050405020304" pitchFamily="18" charset="0"/>
                <a:ea typeface="宋体" panose="02010600030101010101" pitchFamily="2" charset="-122"/>
              </a:rPr>
              <a:t>类地址以及划分子网</a:t>
            </a:r>
            <a:r>
              <a:rPr lang="zh-CN" altLang="en-US" dirty="0">
                <a:latin typeface="Times New Roman" panose="02020603050405020304" pitchFamily="18" charset="0"/>
                <a:ea typeface="宋体" panose="02010600030101010101" pitchFamily="2" charset="-122"/>
              </a:rPr>
              <a:t>的概念，因而可以更加有效地分配 </a:t>
            </a:r>
            <a:r>
              <a:rPr lang="en-US" altLang="zh-CN" dirty="0">
                <a:latin typeface="Times New Roman" panose="02020603050405020304" pitchFamily="18" charset="0"/>
                <a:ea typeface="宋体" panose="02010600030101010101" pitchFamily="2" charset="-122"/>
              </a:rPr>
              <a:t>IPv4 </a:t>
            </a:r>
            <a:r>
              <a:rPr lang="zh-CN" altLang="en-US" dirty="0">
                <a:latin typeface="Times New Roman" panose="02020603050405020304" pitchFamily="18" charset="0"/>
                <a:ea typeface="宋体" panose="02010600030101010101" pitchFamily="2" charset="-122"/>
              </a:rPr>
              <a:t>的地址空间。</a:t>
            </a:r>
          </a:p>
          <a:p>
            <a:pPr algn="just" eaLnBrk="1" hangingPunct="1"/>
            <a:r>
              <a:rPr lang="en-US" altLang="zh-CN" dirty="0">
                <a:latin typeface="Times New Roman" panose="02020603050405020304" pitchFamily="18" charset="0"/>
                <a:ea typeface="宋体" panose="02010600030101010101" pitchFamily="2" charset="-122"/>
              </a:rPr>
              <a:t>CIDR</a:t>
            </a:r>
            <a:r>
              <a:rPr lang="zh-CN" altLang="en-US" dirty="0">
                <a:latin typeface="Times New Roman" panose="02020603050405020304" pitchFamily="18" charset="0"/>
                <a:ea typeface="宋体" panose="02010600030101010101" pitchFamily="2" charset="-122"/>
              </a:rPr>
              <a:t>使用各种长度的“</a:t>
            </a:r>
            <a:r>
              <a:rPr lang="zh-CN" altLang="en-US" dirty="0">
                <a:solidFill>
                  <a:schemeClr val="hlink"/>
                </a:solidFill>
                <a:latin typeface="Times New Roman" panose="02020603050405020304" pitchFamily="18" charset="0"/>
                <a:ea typeface="宋体" panose="02010600030101010101" pitchFamily="2" charset="-122"/>
              </a:rPr>
              <a:t>网络前缀</a:t>
            </a:r>
            <a:r>
              <a:rPr lang="zh-CN" altLang="en-US" dirty="0">
                <a:latin typeface="Times New Roman" panose="02020603050405020304" pitchFamily="18" charset="0"/>
                <a:ea typeface="宋体" panose="02010600030101010101" pitchFamily="2" charset="-122"/>
              </a:rPr>
              <a:t>”</a:t>
            </a:r>
            <a:r>
              <a:rPr lang="en-US" altLang="zh-CN" dirty="0">
                <a:latin typeface="Times New Roman" panose="02020603050405020304" pitchFamily="18" charset="0"/>
                <a:ea typeface="宋体" panose="02010600030101010101" pitchFamily="2" charset="-122"/>
              </a:rPr>
              <a:t>(network-prefix)</a:t>
            </a:r>
            <a:r>
              <a:rPr lang="zh-CN" altLang="en-US" dirty="0">
                <a:latin typeface="Times New Roman" panose="02020603050405020304" pitchFamily="18" charset="0"/>
                <a:ea typeface="宋体" panose="02010600030101010101" pitchFamily="2" charset="-122"/>
              </a:rPr>
              <a:t>来代替分类地址中的网络号和子网号。</a:t>
            </a:r>
          </a:p>
          <a:p>
            <a:pPr algn="just" eaLnBrk="1" hangingPunct="1"/>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地址从三级编址（使用子网掩码）又回到了两级编址。  </a:t>
            </a:r>
          </a:p>
        </p:txBody>
      </p:sp>
      <p:sp>
        <p:nvSpPr>
          <p:cNvPr id="274434" name="Rectangle 3">
            <a:extLst>
              <a:ext uri="{FF2B5EF4-FFF2-40B4-BE49-F238E27FC236}">
                <a16:creationId xmlns:a16="http://schemas.microsoft.com/office/drawing/2014/main" id="{D467F025-0E7C-544B-8A23-FBC815D6F13F}"/>
              </a:ext>
            </a:extLst>
          </p:cNvPr>
          <p:cNvSpPr>
            <a:spLocks noGrp="1" noChangeArrowheads="1"/>
          </p:cNvSpPr>
          <p:nvPr>
            <p:ph type="title"/>
          </p:nvPr>
        </p:nvSpPr>
        <p:spPr>
          <a:xfrm>
            <a:off x="152401" y="195263"/>
            <a:ext cx="7429499" cy="736997"/>
          </a:xfrm>
        </p:spPr>
        <p:txBody>
          <a:bodyPr/>
          <a:lstStyle/>
          <a:p>
            <a:pPr eaLnBrk="1" hangingPunct="1"/>
            <a:r>
              <a:rPr lang="en-US" altLang="zh-CN" dirty="0">
                <a:latin typeface="Times New Roman" panose="02020603050405020304" pitchFamily="18" charset="0"/>
                <a:ea typeface="宋体" panose="02010600030101010101" pitchFamily="2" charset="-122"/>
              </a:rPr>
              <a:t>CIDR </a:t>
            </a:r>
            <a:r>
              <a:rPr lang="zh-CN" altLang="en-US" dirty="0">
                <a:latin typeface="Times New Roman" panose="02020603050405020304" pitchFamily="18" charset="0"/>
                <a:ea typeface="宋体" panose="02010600030101010101" pitchFamily="2" charset="-122"/>
              </a:rPr>
              <a:t>最主要的特点 </a:t>
            </a:r>
          </a:p>
        </p:txBody>
      </p:sp>
      <p:sp>
        <p:nvSpPr>
          <p:cNvPr id="274435" name="幻灯片编号占位符 1">
            <a:extLst>
              <a:ext uri="{FF2B5EF4-FFF2-40B4-BE49-F238E27FC236}">
                <a16:creationId xmlns:a16="http://schemas.microsoft.com/office/drawing/2014/main" id="{9421C6AA-7A53-8C40-AF2B-4AB0EB69441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E5BE807-F3C1-C24D-BCDA-5F195E391601}"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126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98917322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22242">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2224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3266" name="Rectangle 2">
            <a:extLst>
              <a:ext uri="{FF2B5EF4-FFF2-40B4-BE49-F238E27FC236}">
                <a16:creationId xmlns:a16="http://schemas.microsoft.com/office/drawing/2014/main" id="{A2722BB3-E902-6F4F-A2AC-5B7BAF2F14E4}"/>
              </a:ext>
            </a:extLst>
          </p:cNvPr>
          <p:cNvSpPr>
            <a:spLocks noChangeArrowheads="1"/>
          </p:cNvSpPr>
          <p:nvPr/>
        </p:nvSpPr>
        <p:spPr bwMode="auto">
          <a:xfrm>
            <a:off x="1546623" y="1498998"/>
            <a:ext cx="6022181" cy="550069"/>
          </a:xfrm>
          <a:prstGeom prst="rect">
            <a:avLst/>
          </a:prstGeom>
          <a:solidFill>
            <a:srgbClr val="FFFF99"/>
          </a:solidFill>
          <a:ln w="9525">
            <a:solidFill>
              <a:srgbClr val="333399"/>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523267" name="Rectangle 3">
            <a:extLst>
              <a:ext uri="{FF2B5EF4-FFF2-40B4-BE49-F238E27FC236}">
                <a16:creationId xmlns:a16="http://schemas.microsoft.com/office/drawing/2014/main" id="{7DD66C3E-AA11-4441-95EA-E12F4E89DD48}"/>
              </a:ext>
            </a:extLst>
          </p:cNvPr>
          <p:cNvSpPr>
            <a:spLocks noGrp="1" noChangeArrowheads="1"/>
          </p:cNvSpPr>
          <p:nvPr>
            <p:ph type="body" idx="1"/>
          </p:nvPr>
        </p:nvSpPr>
        <p:spPr>
          <a:xfrm>
            <a:off x="207818" y="1113235"/>
            <a:ext cx="8714509" cy="3240881"/>
          </a:xfrm>
        </p:spPr>
        <p:txBody>
          <a:bodyPr/>
          <a:lstStyle/>
          <a:p>
            <a:pPr algn="just" eaLnBrk="1" hangingPunct="1"/>
            <a:r>
              <a:rPr lang="zh-CN" altLang="en-US" sz="2100" dirty="0">
                <a:ea typeface="宋体" panose="02010600030101010101" pitchFamily="2" charset="-122"/>
              </a:rPr>
              <a:t>无分类的两级编址的记法是： </a:t>
            </a:r>
          </a:p>
          <a:p>
            <a:pPr algn="ctr" eaLnBrk="1" hangingPunct="1">
              <a:spcBef>
                <a:spcPct val="50000"/>
              </a:spcBef>
              <a:spcAft>
                <a:spcPct val="40000"/>
              </a:spcAft>
              <a:buFont typeface="Wingdings" pitchFamily="2" charset="2"/>
              <a:buNone/>
            </a:pPr>
            <a:r>
              <a:rPr lang="en-US" altLang="zh-CN" sz="2100" dirty="0">
                <a:ea typeface="宋体" panose="02010600030101010101" pitchFamily="2" charset="-122"/>
              </a:rPr>
              <a:t>IP</a:t>
            </a:r>
            <a:r>
              <a:rPr lang="zh-CN" altLang="en-US" sz="2100" dirty="0">
                <a:ea typeface="宋体" panose="02010600030101010101" pitchFamily="2" charset="-122"/>
              </a:rPr>
              <a:t>地址 </a:t>
            </a:r>
            <a:r>
              <a:rPr lang="en-US" altLang="zh-CN" sz="2100" dirty="0">
                <a:ea typeface="宋体" panose="02010600030101010101" pitchFamily="2" charset="-122"/>
              </a:rPr>
              <a:t>::= {&lt;</a:t>
            </a:r>
            <a:r>
              <a:rPr lang="zh-CN" altLang="en-US" sz="2100" dirty="0">
                <a:ea typeface="宋体" panose="02010600030101010101" pitchFamily="2" charset="-122"/>
              </a:rPr>
              <a:t>网络前缀</a:t>
            </a:r>
            <a:r>
              <a:rPr lang="en-US" altLang="zh-CN" sz="2100" dirty="0">
                <a:ea typeface="宋体" panose="02010600030101010101" pitchFamily="2" charset="-122"/>
              </a:rPr>
              <a:t>&gt;, &lt;</a:t>
            </a:r>
            <a:r>
              <a:rPr lang="zh-CN" altLang="en-US" sz="2100" dirty="0">
                <a:ea typeface="宋体" panose="02010600030101010101" pitchFamily="2" charset="-122"/>
              </a:rPr>
              <a:t>主机号</a:t>
            </a:r>
            <a:r>
              <a:rPr lang="en-US" altLang="zh-CN" sz="2100" dirty="0">
                <a:ea typeface="宋体" panose="02010600030101010101" pitchFamily="2" charset="-122"/>
              </a:rPr>
              <a:t>&gt;}           (4-3) </a:t>
            </a:r>
          </a:p>
          <a:p>
            <a:pPr algn="just" eaLnBrk="1" hangingPunct="1"/>
            <a:r>
              <a:rPr lang="en-US" altLang="zh-CN" sz="2100" dirty="0">
                <a:ea typeface="宋体" panose="02010600030101010101" pitchFamily="2" charset="-122"/>
              </a:rPr>
              <a:t>CIDR </a:t>
            </a:r>
            <a:r>
              <a:rPr lang="zh-CN" altLang="en-US" sz="2100" dirty="0">
                <a:ea typeface="宋体" panose="02010600030101010101" pitchFamily="2" charset="-122"/>
              </a:rPr>
              <a:t>还使用“</a:t>
            </a:r>
            <a:r>
              <a:rPr lang="zh-CN" altLang="en-US" sz="2100" dirty="0">
                <a:solidFill>
                  <a:schemeClr val="hlink"/>
                </a:solidFill>
                <a:ea typeface="宋体" panose="02010600030101010101" pitchFamily="2" charset="-122"/>
              </a:rPr>
              <a:t>斜线记法</a:t>
            </a:r>
            <a:r>
              <a:rPr lang="zh-CN" altLang="en-US" sz="2100" dirty="0">
                <a:ea typeface="宋体" panose="02010600030101010101" pitchFamily="2" charset="-122"/>
              </a:rPr>
              <a:t>”</a:t>
            </a:r>
            <a:r>
              <a:rPr lang="en-US" altLang="zh-CN" sz="2100" dirty="0">
                <a:ea typeface="宋体" panose="02010600030101010101" pitchFamily="2" charset="-122"/>
              </a:rPr>
              <a:t>(slash notation)</a:t>
            </a:r>
            <a:r>
              <a:rPr lang="zh-CN" altLang="en-US" sz="2100" dirty="0">
                <a:ea typeface="宋体" panose="02010600030101010101" pitchFamily="2" charset="-122"/>
              </a:rPr>
              <a:t>，它又称为</a:t>
            </a:r>
            <a:r>
              <a:rPr lang="en-US" altLang="zh-CN" sz="2100" dirty="0">
                <a:solidFill>
                  <a:schemeClr val="hlink"/>
                </a:solidFill>
                <a:ea typeface="宋体" panose="02010600030101010101" pitchFamily="2" charset="-122"/>
              </a:rPr>
              <a:t>CIDR</a:t>
            </a:r>
            <a:r>
              <a:rPr lang="zh-CN" altLang="en-US" sz="2100" dirty="0">
                <a:solidFill>
                  <a:schemeClr val="hlink"/>
                </a:solidFill>
                <a:ea typeface="宋体" panose="02010600030101010101" pitchFamily="2" charset="-122"/>
              </a:rPr>
              <a:t>记法</a:t>
            </a:r>
            <a:r>
              <a:rPr lang="zh-CN" altLang="en-US" sz="2100" dirty="0">
                <a:ea typeface="宋体" panose="02010600030101010101" pitchFamily="2" charset="-122"/>
              </a:rPr>
              <a:t>，即在 </a:t>
            </a:r>
            <a:r>
              <a:rPr lang="en-US" altLang="zh-CN" sz="2100" dirty="0">
                <a:ea typeface="宋体" panose="02010600030101010101" pitchFamily="2" charset="-122"/>
              </a:rPr>
              <a:t>IP </a:t>
            </a:r>
            <a:r>
              <a:rPr lang="zh-CN" altLang="en-US" sz="2100" dirty="0">
                <a:ea typeface="宋体" panose="02010600030101010101" pitchFamily="2" charset="-122"/>
              </a:rPr>
              <a:t>地址面加上一个斜线“</a:t>
            </a:r>
            <a:r>
              <a:rPr lang="en-US" altLang="zh-CN" sz="2100" dirty="0">
                <a:ea typeface="宋体" panose="02010600030101010101" pitchFamily="2" charset="-122"/>
              </a:rPr>
              <a:t>/”</a:t>
            </a:r>
            <a:r>
              <a:rPr lang="zh-CN" altLang="en-US" sz="2100" dirty="0">
                <a:ea typeface="宋体" panose="02010600030101010101" pitchFamily="2" charset="-122"/>
              </a:rPr>
              <a:t>，然后写上网络前缀所占的位数（这个数值对应于三级编址中子网掩码中 </a:t>
            </a:r>
            <a:r>
              <a:rPr lang="en-US" altLang="zh-CN" sz="2100" dirty="0">
                <a:ea typeface="宋体" panose="02010600030101010101" pitchFamily="2" charset="-122"/>
              </a:rPr>
              <a:t>1 </a:t>
            </a:r>
            <a:r>
              <a:rPr lang="zh-CN" altLang="en-US" sz="2100" dirty="0">
                <a:ea typeface="宋体" panose="02010600030101010101" pitchFamily="2" charset="-122"/>
              </a:rPr>
              <a:t>的个数）。</a:t>
            </a:r>
          </a:p>
          <a:p>
            <a:pPr algn="just" eaLnBrk="1" hangingPunct="1"/>
            <a:r>
              <a:rPr lang="en-US" altLang="zh-CN" sz="2100" dirty="0">
                <a:ea typeface="宋体" panose="02010600030101010101" pitchFamily="2" charset="-122"/>
              </a:rPr>
              <a:t>CIDR </a:t>
            </a:r>
            <a:r>
              <a:rPr lang="zh-CN" altLang="en-US" sz="2100" dirty="0">
                <a:ea typeface="宋体" panose="02010600030101010101" pitchFamily="2" charset="-122"/>
              </a:rPr>
              <a:t>把网络前缀都相同的连续的 </a:t>
            </a:r>
            <a:r>
              <a:rPr lang="en-US" altLang="zh-CN" sz="2100" dirty="0">
                <a:ea typeface="宋体" panose="02010600030101010101" pitchFamily="2" charset="-122"/>
              </a:rPr>
              <a:t>IP </a:t>
            </a:r>
            <a:r>
              <a:rPr lang="zh-CN" altLang="en-US" sz="2100" dirty="0">
                <a:ea typeface="宋体" panose="02010600030101010101" pitchFamily="2" charset="-122"/>
              </a:rPr>
              <a:t>地址组成“</a:t>
            </a:r>
            <a:r>
              <a:rPr lang="en-US" altLang="zh-CN" sz="2100" dirty="0">
                <a:solidFill>
                  <a:schemeClr val="hlink"/>
                </a:solidFill>
                <a:ea typeface="宋体" panose="02010600030101010101" pitchFamily="2" charset="-122"/>
              </a:rPr>
              <a:t>CIDR </a:t>
            </a:r>
            <a:r>
              <a:rPr lang="zh-CN" altLang="en-US" sz="2100" dirty="0">
                <a:solidFill>
                  <a:schemeClr val="hlink"/>
                </a:solidFill>
                <a:ea typeface="宋体" panose="02010600030101010101" pitchFamily="2" charset="-122"/>
              </a:rPr>
              <a:t>地址块</a:t>
            </a:r>
            <a:r>
              <a:rPr lang="zh-CN" altLang="en-US" sz="2100" dirty="0">
                <a:ea typeface="宋体" panose="02010600030101010101" pitchFamily="2" charset="-122"/>
              </a:rPr>
              <a:t>”。</a:t>
            </a:r>
            <a:r>
              <a:rPr lang="zh-CN" altLang="en-US" dirty="0">
                <a:latin typeface="Times New Roman" panose="02020603050405020304" pitchFamily="18" charset="0"/>
                <a:ea typeface="宋体" panose="02010600030101010101" pitchFamily="2" charset="-122"/>
              </a:rPr>
              <a:t>  </a:t>
            </a:r>
          </a:p>
        </p:txBody>
      </p:sp>
      <p:sp>
        <p:nvSpPr>
          <p:cNvPr id="276483" name="Rectangle 4">
            <a:extLst>
              <a:ext uri="{FF2B5EF4-FFF2-40B4-BE49-F238E27FC236}">
                <a16:creationId xmlns:a16="http://schemas.microsoft.com/office/drawing/2014/main" id="{E33B3A72-5280-5440-9BE6-70F65FD72424}"/>
              </a:ext>
            </a:extLst>
          </p:cNvPr>
          <p:cNvSpPr>
            <a:spLocks noGrp="1" noChangeArrowheads="1"/>
          </p:cNvSpPr>
          <p:nvPr>
            <p:ph type="title"/>
          </p:nvPr>
        </p:nvSpPr>
        <p:spPr>
          <a:xfrm>
            <a:off x="207818" y="195263"/>
            <a:ext cx="7265736" cy="736997"/>
          </a:xfrm>
        </p:spPr>
        <p:txBody>
          <a:bodyPr/>
          <a:lstStyle/>
          <a:p>
            <a:pPr eaLnBrk="1" hangingPunct="1"/>
            <a:r>
              <a:rPr lang="zh-CN" altLang="en-US" dirty="0">
                <a:solidFill>
                  <a:schemeClr val="hlink"/>
                </a:solidFill>
                <a:latin typeface="Times New Roman" panose="02020603050405020304" pitchFamily="18" charset="0"/>
                <a:ea typeface="宋体" panose="02010600030101010101" pitchFamily="2" charset="-122"/>
              </a:rPr>
              <a:t>无分类</a:t>
            </a:r>
            <a:r>
              <a:rPr lang="zh-CN" altLang="en-US" dirty="0">
                <a:latin typeface="Times New Roman" panose="02020603050405020304" pitchFamily="18" charset="0"/>
                <a:ea typeface="宋体" panose="02010600030101010101" pitchFamily="2" charset="-122"/>
              </a:rPr>
              <a:t>的两级编址 </a:t>
            </a:r>
          </a:p>
        </p:txBody>
      </p:sp>
      <p:sp>
        <p:nvSpPr>
          <p:cNvPr id="276484" name="幻灯片编号占位符 1">
            <a:extLst>
              <a:ext uri="{FF2B5EF4-FFF2-40B4-BE49-F238E27FC236}">
                <a16:creationId xmlns:a16="http://schemas.microsoft.com/office/drawing/2014/main" id="{38C08618-D629-274B-97A9-25A6F4392E4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86832385-B9EB-7E40-9C33-A30B3EF9A15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127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88430347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23267">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23267">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29" name="Rectangle 2">
            <a:extLst>
              <a:ext uri="{FF2B5EF4-FFF2-40B4-BE49-F238E27FC236}">
                <a16:creationId xmlns:a16="http://schemas.microsoft.com/office/drawing/2014/main" id="{FC03CE71-176D-CE43-8363-01206A10BB67}"/>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CIDR </a:t>
            </a:r>
            <a:r>
              <a:rPr lang="zh-CN" altLang="en-US">
                <a:latin typeface="Times New Roman" panose="02020603050405020304" pitchFamily="18" charset="0"/>
                <a:ea typeface="宋体" panose="02010600030101010101" pitchFamily="2" charset="-122"/>
              </a:rPr>
              <a:t>地址块 </a:t>
            </a:r>
          </a:p>
        </p:txBody>
      </p:sp>
      <p:sp>
        <p:nvSpPr>
          <p:cNvPr id="524291" name="Rectangle 3">
            <a:extLst>
              <a:ext uri="{FF2B5EF4-FFF2-40B4-BE49-F238E27FC236}">
                <a16:creationId xmlns:a16="http://schemas.microsoft.com/office/drawing/2014/main" id="{3277C7DB-FABA-0841-A68B-03CC21080EBC}"/>
              </a:ext>
            </a:extLst>
          </p:cNvPr>
          <p:cNvSpPr>
            <a:spLocks noGrp="1" noChangeArrowheads="1"/>
          </p:cNvSpPr>
          <p:nvPr>
            <p:ph idx="1"/>
          </p:nvPr>
        </p:nvSpPr>
        <p:spPr/>
        <p:txBody>
          <a:bodyPr/>
          <a:lstStyle/>
          <a:p>
            <a:pPr algn="just"/>
            <a:r>
              <a:rPr lang="en-US" altLang="zh-CN" sz="2100">
                <a:ea typeface="宋体" panose="02010600030101010101" pitchFamily="2" charset="-122"/>
              </a:rPr>
              <a:t>CIDR </a:t>
            </a:r>
            <a:r>
              <a:rPr lang="zh-CN" altLang="en-US" sz="2100">
                <a:ea typeface="宋体" panose="02010600030101010101" pitchFamily="2" charset="-122"/>
              </a:rPr>
              <a:t>把网络前缀都相同的连续的 </a:t>
            </a:r>
            <a:r>
              <a:rPr lang="en-US" altLang="zh-CN" sz="2100">
                <a:ea typeface="宋体" panose="02010600030101010101" pitchFamily="2" charset="-122"/>
              </a:rPr>
              <a:t>IP </a:t>
            </a:r>
            <a:r>
              <a:rPr lang="zh-CN" altLang="en-US" sz="2100">
                <a:ea typeface="宋体" panose="02010600030101010101" pitchFamily="2" charset="-122"/>
              </a:rPr>
              <a:t>地址组成“</a:t>
            </a:r>
            <a:r>
              <a:rPr lang="en-US" altLang="zh-CN" sz="2100">
                <a:solidFill>
                  <a:srgbClr val="FF0000"/>
                </a:solidFill>
                <a:ea typeface="宋体" panose="02010600030101010101" pitchFamily="2" charset="-122"/>
              </a:rPr>
              <a:t>CIDR </a:t>
            </a:r>
            <a:r>
              <a:rPr lang="zh-CN" altLang="en-US" sz="2100">
                <a:solidFill>
                  <a:srgbClr val="FF0000"/>
                </a:solidFill>
                <a:ea typeface="宋体" panose="02010600030101010101" pitchFamily="2" charset="-122"/>
              </a:rPr>
              <a:t>地址块</a:t>
            </a:r>
            <a:r>
              <a:rPr lang="zh-CN" altLang="en-US" sz="2100">
                <a:ea typeface="宋体" panose="02010600030101010101" pitchFamily="2" charset="-122"/>
              </a:rPr>
              <a:t>”。</a:t>
            </a:r>
            <a:endParaRPr lang="en-US" altLang="zh-CN" sz="2100">
              <a:ea typeface="宋体" panose="02010600030101010101" pitchFamily="2" charset="-122"/>
            </a:endParaRPr>
          </a:p>
          <a:p>
            <a:pPr algn="just"/>
            <a:r>
              <a:rPr lang="en-US" altLang="zh-CN" sz="2100">
                <a:ea typeface="宋体" panose="02010600030101010101" pitchFamily="2" charset="-122"/>
              </a:rPr>
              <a:t>128.14.32.0/20 </a:t>
            </a:r>
            <a:r>
              <a:rPr lang="zh-CN" altLang="en-US" sz="2100">
                <a:ea typeface="宋体" panose="02010600030101010101" pitchFamily="2" charset="-122"/>
              </a:rPr>
              <a:t>表示的地址块</a:t>
            </a:r>
            <a:r>
              <a:rPr lang="zh-CN" altLang="en-US" sz="2100">
                <a:solidFill>
                  <a:srgbClr val="0000FF"/>
                </a:solidFill>
                <a:ea typeface="宋体" panose="02010600030101010101" pitchFamily="2" charset="-122"/>
              </a:rPr>
              <a:t>共有 </a:t>
            </a:r>
            <a:r>
              <a:rPr lang="en-US" altLang="zh-CN" sz="2100">
                <a:solidFill>
                  <a:srgbClr val="0000FF"/>
                </a:solidFill>
                <a:ea typeface="宋体" panose="02010600030101010101" pitchFamily="2" charset="-122"/>
              </a:rPr>
              <a:t>2</a:t>
            </a:r>
            <a:r>
              <a:rPr lang="en-US" altLang="zh-CN" sz="2100" baseline="30000">
                <a:solidFill>
                  <a:srgbClr val="0000FF"/>
                </a:solidFill>
                <a:ea typeface="宋体" panose="02010600030101010101" pitchFamily="2" charset="-122"/>
              </a:rPr>
              <a:t>12 </a:t>
            </a:r>
            <a:r>
              <a:rPr lang="zh-CN" altLang="en-US" sz="2100">
                <a:solidFill>
                  <a:srgbClr val="0000FF"/>
                </a:solidFill>
                <a:ea typeface="宋体" panose="02010600030101010101" pitchFamily="2" charset="-122"/>
              </a:rPr>
              <a:t>个地址</a:t>
            </a:r>
            <a:r>
              <a:rPr lang="zh-CN" altLang="en-US" sz="2100">
                <a:ea typeface="宋体" panose="02010600030101010101" pitchFamily="2" charset="-122"/>
              </a:rPr>
              <a:t>（因为</a:t>
            </a:r>
            <a:r>
              <a:rPr lang="zh-CN" altLang="en-US" sz="2100">
                <a:solidFill>
                  <a:srgbClr val="FF0000"/>
                </a:solidFill>
                <a:ea typeface="宋体" panose="02010600030101010101" pitchFamily="2" charset="-122"/>
              </a:rPr>
              <a:t>斜线后面的 </a:t>
            </a:r>
            <a:r>
              <a:rPr lang="en-US" altLang="zh-CN" sz="2100">
                <a:solidFill>
                  <a:srgbClr val="FF0000"/>
                </a:solidFill>
                <a:ea typeface="宋体" panose="02010600030101010101" pitchFamily="2" charset="-122"/>
              </a:rPr>
              <a:t>20 </a:t>
            </a:r>
            <a:r>
              <a:rPr lang="zh-CN" altLang="en-US" sz="2100">
                <a:solidFill>
                  <a:srgbClr val="FF0000"/>
                </a:solidFill>
                <a:ea typeface="宋体" panose="02010600030101010101" pitchFamily="2" charset="-122"/>
              </a:rPr>
              <a:t>是网络前缀的位数</a:t>
            </a:r>
            <a:r>
              <a:rPr lang="zh-CN" altLang="en-US" sz="2100">
                <a:ea typeface="宋体" panose="02010600030101010101" pitchFamily="2" charset="-122"/>
              </a:rPr>
              <a:t>，所以这个地址的主机号是 </a:t>
            </a:r>
            <a:r>
              <a:rPr lang="en-US" altLang="zh-CN" sz="2100">
                <a:ea typeface="宋体" panose="02010600030101010101" pitchFamily="2" charset="-122"/>
              </a:rPr>
              <a:t>12 </a:t>
            </a:r>
            <a:r>
              <a:rPr lang="zh-CN" altLang="en-US" sz="2100">
                <a:ea typeface="宋体" panose="02010600030101010101" pitchFamily="2" charset="-122"/>
              </a:rPr>
              <a:t>位）。</a:t>
            </a:r>
          </a:p>
          <a:p>
            <a:pPr lvl="1" algn="just"/>
            <a:r>
              <a:rPr lang="zh-CN" altLang="en-US" sz="1800">
                <a:ea typeface="宋体" panose="02010600030101010101" pitchFamily="2" charset="-122"/>
              </a:rPr>
              <a:t>这个地址块的起始地址是 </a:t>
            </a:r>
            <a:r>
              <a:rPr lang="en-US" altLang="zh-CN" sz="1800">
                <a:ea typeface="宋体" panose="02010600030101010101" pitchFamily="2" charset="-122"/>
              </a:rPr>
              <a:t>128.14.32.0</a:t>
            </a:r>
            <a:r>
              <a:rPr lang="zh-CN" altLang="en-US" sz="1800">
                <a:ea typeface="宋体" panose="02010600030101010101" pitchFamily="2" charset="-122"/>
              </a:rPr>
              <a:t>。</a:t>
            </a:r>
          </a:p>
          <a:p>
            <a:pPr lvl="1" algn="just"/>
            <a:r>
              <a:rPr lang="zh-CN" altLang="en-US" sz="1800">
                <a:ea typeface="宋体" panose="02010600030101010101" pitchFamily="2" charset="-122"/>
              </a:rPr>
              <a:t>在不需要指出地址块的起始地址时，也可将这样的地址块简称为“</a:t>
            </a:r>
            <a:r>
              <a:rPr lang="en-US" altLang="zh-CN" sz="1800">
                <a:solidFill>
                  <a:srgbClr val="FF0000"/>
                </a:solidFill>
                <a:ea typeface="宋体" panose="02010600030101010101" pitchFamily="2" charset="-122"/>
              </a:rPr>
              <a:t>/20 </a:t>
            </a:r>
            <a:r>
              <a:rPr lang="zh-CN" altLang="en-US" sz="1800">
                <a:solidFill>
                  <a:srgbClr val="FF0000"/>
                </a:solidFill>
                <a:ea typeface="宋体" panose="02010600030101010101" pitchFamily="2" charset="-122"/>
              </a:rPr>
              <a:t>地址块</a:t>
            </a:r>
            <a:r>
              <a:rPr lang="zh-CN" altLang="en-US" sz="1800">
                <a:ea typeface="宋体" panose="02010600030101010101" pitchFamily="2" charset="-122"/>
              </a:rPr>
              <a:t>”。</a:t>
            </a:r>
          </a:p>
          <a:p>
            <a:pPr lvl="1" algn="just"/>
            <a:r>
              <a:rPr lang="en-US" altLang="zh-CN" sz="1800">
                <a:ea typeface="宋体" panose="02010600030101010101" pitchFamily="2" charset="-122"/>
              </a:rPr>
              <a:t>128.14.32.0/20 </a:t>
            </a:r>
            <a:r>
              <a:rPr lang="zh-CN" altLang="en-US" sz="1800">
                <a:ea typeface="宋体" panose="02010600030101010101" pitchFamily="2" charset="-122"/>
              </a:rPr>
              <a:t>地址块的最小地址：</a:t>
            </a:r>
            <a:r>
              <a:rPr lang="en-US" altLang="zh-CN" sz="1800">
                <a:ea typeface="宋体" panose="02010600030101010101" pitchFamily="2" charset="-122"/>
              </a:rPr>
              <a:t>128.14.32.0</a:t>
            </a:r>
          </a:p>
          <a:p>
            <a:pPr lvl="1" algn="just"/>
            <a:r>
              <a:rPr lang="en-US" altLang="zh-CN" sz="1800">
                <a:ea typeface="宋体" panose="02010600030101010101" pitchFamily="2" charset="-122"/>
              </a:rPr>
              <a:t>128.14.32.0/20 </a:t>
            </a:r>
            <a:r>
              <a:rPr lang="zh-CN" altLang="en-US" sz="1800">
                <a:ea typeface="宋体" panose="02010600030101010101" pitchFamily="2" charset="-122"/>
              </a:rPr>
              <a:t>地址块的最大地址：</a:t>
            </a:r>
            <a:r>
              <a:rPr lang="en-US" altLang="zh-CN" sz="1800">
                <a:ea typeface="宋体" panose="02010600030101010101" pitchFamily="2" charset="-122"/>
              </a:rPr>
              <a:t>128.14.47.255</a:t>
            </a:r>
          </a:p>
          <a:p>
            <a:pPr lvl="1" algn="just"/>
            <a:r>
              <a:rPr lang="zh-CN" altLang="en-US" sz="1800">
                <a:solidFill>
                  <a:srgbClr val="0000FF"/>
                </a:solidFill>
                <a:ea typeface="宋体" panose="02010600030101010101" pitchFamily="2" charset="-122"/>
              </a:rPr>
              <a:t>全 </a:t>
            </a:r>
            <a:r>
              <a:rPr lang="en-US" altLang="zh-CN" sz="1800">
                <a:solidFill>
                  <a:srgbClr val="0000FF"/>
                </a:solidFill>
                <a:ea typeface="宋体" panose="02010600030101010101" pitchFamily="2" charset="-122"/>
              </a:rPr>
              <a:t>0 </a:t>
            </a:r>
            <a:r>
              <a:rPr lang="zh-CN" altLang="en-US" sz="1800">
                <a:solidFill>
                  <a:srgbClr val="0000FF"/>
                </a:solidFill>
                <a:ea typeface="宋体" panose="02010600030101010101" pitchFamily="2" charset="-122"/>
              </a:rPr>
              <a:t>和全 </a:t>
            </a:r>
            <a:r>
              <a:rPr lang="en-US" altLang="zh-CN" sz="1800">
                <a:solidFill>
                  <a:srgbClr val="0000FF"/>
                </a:solidFill>
                <a:ea typeface="宋体" panose="02010600030101010101" pitchFamily="2" charset="-122"/>
              </a:rPr>
              <a:t>1 </a:t>
            </a:r>
            <a:r>
              <a:rPr lang="zh-CN" altLang="en-US" sz="1800">
                <a:solidFill>
                  <a:srgbClr val="0000FF"/>
                </a:solidFill>
                <a:ea typeface="宋体" panose="02010600030101010101" pitchFamily="2" charset="-122"/>
              </a:rPr>
              <a:t>的主机号地址一般不使用。</a:t>
            </a:r>
            <a:endParaRPr lang="en-US" altLang="zh-CN" sz="1800">
              <a:solidFill>
                <a:srgbClr val="0000FF"/>
              </a:solidFill>
              <a:ea typeface="宋体" panose="02010600030101010101" pitchFamily="2" charset="-122"/>
            </a:endParaRPr>
          </a:p>
          <a:p>
            <a:pPr algn="just"/>
            <a:endParaRPr lang="zh-CN" altLang="en-US" sz="2100">
              <a:solidFill>
                <a:srgbClr val="0000FF"/>
              </a:solidFill>
              <a:ea typeface="宋体" panose="02010600030101010101" pitchFamily="2" charset="-122"/>
            </a:endParaRPr>
          </a:p>
        </p:txBody>
      </p:sp>
    </p:spTree>
    <p:extLst>
      <p:ext uri="{BB962C8B-B14F-4D97-AF65-F5344CB8AC3E}">
        <p14:creationId xmlns:p14="http://schemas.microsoft.com/office/powerpoint/2010/main" val="385551045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24291">
                                            <p:txEl>
                                              <p:pRg st="2" end="2"/>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24291">
                                            <p:txEl>
                                              <p:pRg st="3" end="3"/>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24291">
                                            <p:txEl>
                                              <p:pRg st="4" end="4"/>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524291">
                                            <p:txEl>
                                              <p:pRg st="5" end="5"/>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24291">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4291" grpId="0" build="p"/>
    </p:bldLst>
  </p:timing>
</p:sld>
</file>

<file path=ppt/slides/slide1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80577" name="Rectangle 2">
            <a:extLst>
              <a:ext uri="{FF2B5EF4-FFF2-40B4-BE49-F238E27FC236}">
                <a16:creationId xmlns:a16="http://schemas.microsoft.com/office/drawing/2014/main" id="{83DCAA1B-35D9-BD45-8C77-F550F046D085}"/>
              </a:ext>
            </a:extLst>
          </p:cNvPr>
          <p:cNvSpPr>
            <a:spLocks noGrp="1" noChangeArrowheads="1"/>
          </p:cNvSpPr>
          <p:nvPr>
            <p:ph type="title" idx="4294967295"/>
          </p:nvPr>
        </p:nvSpPr>
        <p:spPr>
          <a:xfrm>
            <a:off x="1481138" y="228600"/>
            <a:ext cx="6276975" cy="448866"/>
          </a:xfrm>
          <a:solidFill>
            <a:srgbClr val="FFFF66"/>
          </a:solidFill>
          <a:ln>
            <a:solidFill>
              <a:srgbClr val="000099"/>
            </a:solidFill>
            <a:miter lim="800000"/>
            <a:headEnd/>
            <a:tailEnd/>
          </a:ln>
        </p:spPr>
        <p:txBody>
          <a:bodyPr/>
          <a:lstStyle/>
          <a:p>
            <a:pPr algn="ctr"/>
            <a:r>
              <a:rPr lang="en-US" altLang="zh-CN" sz="2475">
                <a:solidFill>
                  <a:srgbClr val="000099"/>
                </a:solidFill>
                <a:latin typeface="Times New Roman" panose="02020603050405020304" pitchFamily="18" charset="0"/>
                <a:ea typeface="宋体" panose="02010600030101010101" pitchFamily="2" charset="-122"/>
              </a:rPr>
              <a:t>128.14.32.0/20 </a:t>
            </a:r>
            <a:r>
              <a:rPr lang="zh-CN" altLang="en-US" sz="2475">
                <a:solidFill>
                  <a:srgbClr val="000099"/>
                </a:solidFill>
                <a:latin typeface="Times New Roman" panose="02020603050405020304" pitchFamily="18" charset="0"/>
                <a:ea typeface="宋体" panose="02010600030101010101" pitchFamily="2" charset="-122"/>
              </a:rPr>
              <a:t>表示的地址（</a:t>
            </a:r>
            <a:r>
              <a:rPr lang="en-US" altLang="zh-CN" sz="2475">
                <a:solidFill>
                  <a:srgbClr val="000099"/>
                </a:solidFill>
                <a:latin typeface="Times New Roman" panose="02020603050405020304" pitchFamily="18" charset="0"/>
                <a:ea typeface="宋体" panose="02010600030101010101" pitchFamily="2" charset="-122"/>
              </a:rPr>
              <a:t>2</a:t>
            </a:r>
            <a:r>
              <a:rPr lang="en-US" altLang="zh-CN" sz="2475" baseline="30000">
                <a:solidFill>
                  <a:srgbClr val="000099"/>
                </a:solidFill>
                <a:latin typeface="Times New Roman" panose="02020603050405020304" pitchFamily="18" charset="0"/>
                <a:ea typeface="宋体" panose="02010600030101010101" pitchFamily="2" charset="-122"/>
              </a:rPr>
              <a:t>12</a:t>
            </a:r>
            <a:r>
              <a:rPr lang="en-US" altLang="zh-CN" sz="2475">
                <a:solidFill>
                  <a:srgbClr val="000099"/>
                </a:solidFill>
                <a:latin typeface="Times New Roman" panose="02020603050405020304" pitchFamily="18" charset="0"/>
                <a:ea typeface="宋体" panose="02010600030101010101" pitchFamily="2" charset="-122"/>
              </a:rPr>
              <a:t> </a:t>
            </a:r>
            <a:r>
              <a:rPr lang="zh-CN" altLang="en-US" sz="2475">
                <a:solidFill>
                  <a:srgbClr val="000099"/>
                </a:solidFill>
                <a:latin typeface="Times New Roman" panose="02020603050405020304" pitchFamily="18" charset="0"/>
                <a:ea typeface="宋体" panose="02010600030101010101" pitchFamily="2" charset="-122"/>
              </a:rPr>
              <a:t>个地址）</a:t>
            </a:r>
          </a:p>
        </p:txBody>
      </p:sp>
      <p:sp>
        <p:nvSpPr>
          <p:cNvPr id="280578" name="Text Box 3">
            <a:extLst>
              <a:ext uri="{FF2B5EF4-FFF2-40B4-BE49-F238E27FC236}">
                <a16:creationId xmlns:a16="http://schemas.microsoft.com/office/drawing/2014/main" id="{58CA3EAB-F66A-384C-A47B-6D01BB9CADFB}"/>
              </a:ext>
            </a:extLst>
          </p:cNvPr>
          <p:cNvSpPr txBox="1">
            <a:spLocks noChangeArrowheads="1"/>
          </p:cNvSpPr>
          <p:nvPr/>
        </p:nvSpPr>
        <p:spPr bwMode="auto">
          <a:xfrm>
            <a:off x="2681288" y="1091804"/>
            <a:ext cx="4429125" cy="3693319"/>
          </a:xfrm>
          <a:prstGeom prst="rect">
            <a:avLst/>
          </a:prstGeom>
          <a:solidFill>
            <a:srgbClr val="CCFFFF"/>
          </a:solidFill>
          <a:ln w="9525">
            <a:solidFill>
              <a:schemeClr val="tx2"/>
            </a:solidFill>
            <a:miter lim="800000"/>
            <a:headEnd/>
            <a:tailEnd/>
          </a:ln>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0000 00000000</a:t>
            </a: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0000 00000001</a:t>
            </a: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0000 00000010</a:t>
            </a: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0000 00000011</a:t>
            </a: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0000 00000100</a:t>
            </a: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0000 00000101</a:t>
            </a:r>
          </a:p>
          <a:p>
            <a:pPr>
              <a:spcBef>
                <a:spcPct val="0"/>
              </a:spcBef>
              <a:buClrTx/>
              <a:buSzTx/>
              <a:buFontTx/>
              <a:buNone/>
            </a:pPr>
            <a:endPar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endParaRPr>
          </a:p>
          <a:p>
            <a:pPr>
              <a:spcBef>
                <a:spcPct val="0"/>
              </a:spcBef>
              <a:buClrTx/>
              <a:buSzTx/>
              <a:buFontTx/>
              <a:buNone/>
            </a:pPr>
            <a:endPar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endParaRP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1111 11111011</a:t>
            </a: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1111 11111100</a:t>
            </a: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1111 11111101</a:t>
            </a: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1111 11111110</a:t>
            </a: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1111 11111111</a:t>
            </a:r>
          </a:p>
        </p:txBody>
      </p:sp>
      <p:sp>
        <p:nvSpPr>
          <p:cNvPr id="280579" name="Text Box 4">
            <a:extLst>
              <a:ext uri="{FF2B5EF4-FFF2-40B4-BE49-F238E27FC236}">
                <a16:creationId xmlns:a16="http://schemas.microsoft.com/office/drawing/2014/main" id="{2289B4A9-BE25-7944-969D-71D88C4822F9}"/>
              </a:ext>
            </a:extLst>
          </p:cNvPr>
          <p:cNvSpPr txBox="1">
            <a:spLocks noChangeArrowheads="1"/>
          </p:cNvSpPr>
          <p:nvPr/>
        </p:nvSpPr>
        <p:spPr bwMode="auto">
          <a:xfrm>
            <a:off x="6246019" y="2674144"/>
            <a:ext cx="655949" cy="657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en-US" altLang="zh-CN" sz="3675">
                <a:solidFill>
                  <a:srgbClr val="0000CC"/>
                </a:solidFill>
                <a:latin typeface="Tahoma" panose="020B0604030504040204" pitchFamily="34" charset="0"/>
                <a:ea typeface="宋体" panose="02010600030101010101" pitchFamily="2" charset="-122"/>
                <a:cs typeface="黑体" panose="02010609060101010101" pitchFamily="49" charset="-122"/>
                <a:sym typeface="Symbol" pitchFamily="2" charset="2"/>
              </a:rPr>
              <a:t></a:t>
            </a:r>
          </a:p>
        </p:txBody>
      </p:sp>
      <p:sp>
        <p:nvSpPr>
          <p:cNvPr id="280580" name="Text Box 5">
            <a:extLst>
              <a:ext uri="{FF2B5EF4-FFF2-40B4-BE49-F238E27FC236}">
                <a16:creationId xmlns:a16="http://schemas.microsoft.com/office/drawing/2014/main" id="{F9130626-FE66-6941-A3E9-D97FE3CC38A3}"/>
              </a:ext>
            </a:extLst>
          </p:cNvPr>
          <p:cNvSpPr txBox="1">
            <a:spLocks noChangeArrowheads="1"/>
          </p:cNvSpPr>
          <p:nvPr/>
        </p:nvSpPr>
        <p:spPr bwMode="auto">
          <a:xfrm>
            <a:off x="3924300" y="2674144"/>
            <a:ext cx="655949" cy="657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en-US" altLang="zh-CN" sz="3675">
                <a:solidFill>
                  <a:srgbClr val="0000CC"/>
                </a:solidFill>
                <a:latin typeface="Tahoma" panose="020B0604030504040204" pitchFamily="34" charset="0"/>
                <a:ea typeface="宋体" panose="02010600030101010101" pitchFamily="2" charset="-122"/>
                <a:cs typeface="黑体" panose="02010609060101010101" pitchFamily="49" charset="-122"/>
                <a:sym typeface="Symbol" pitchFamily="2" charset="2"/>
              </a:rPr>
              <a:t></a:t>
            </a:r>
          </a:p>
        </p:txBody>
      </p:sp>
      <p:sp>
        <p:nvSpPr>
          <p:cNvPr id="1429510" name="Rectangle 6">
            <a:extLst>
              <a:ext uri="{FF2B5EF4-FFF2-40B4-BE49-F238E27FC236}">
                <a16:creationId xmlns:a16="http://schemas.microsoft.com/office/drawing/2014/main" id="{FB67A13B-E9EA-2F46-B72D-C5B311BB1BEF}"/>
              </a:ext>
            </a:extLst>
          </p:cNvPr>
          <p:cNvSpPr>
            <a:spLocks noChangeArrowheads="1"/>
          </p:cNvSpPr>
          <p:nvPr/>
        </p:nvSpPr>
        <p:spPr bwMode="auto">
          <a:xfrm>
            <a:off x="2677716" y="1113235"/>
            <a:ext cx="3244453" cy="3648075"/>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1429511" name="Text Box 7">
            <a:extLst>
              <a:ext uri="{FF2B5EF4-FFF2-40B4-BE49-F238E27FC236}">
                <a16:creationId xmlns:a16="http://schemas.microsoft.com/office/drawing/2014/main" id="{49D48698-2BA6-AD44-87F9-470A0B07E2F4}"/>
              </a:ext>
            </a:extLst>
          </p:cNvPr>
          <p:cNvSpPr txBox="1">
            <a:spLocks noChangeArrowheads="1"/>
          </p:cNvSpPr>
          <p:nvPr/>
        </p:nvSpPr>
        <p:spPr bwMode="auto">
          <a:xfrm>
            <a:off x="1165622" y="2327673"/>
            <a:ext cx="1522809" cy="1390765"/>
          </a:xfrm>
          <a:prstGeom prst="rect">
            <a:avLst/>
          </a:prstGeom>
          <a:noFill/>
          <a:ln w="9525">
            <a:solidFill>
              <a:srgbClr val="333399"/>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115000"/>
              </a:lnSpc>
              <a:spcBef>
                <a:spcPct val="0"/>
              </a:spcBef>
              <a:buClrTx/>
              <a:buSzTx/>
              <a:buFontTx/>
              <a:buNone/>
            </a:pPr>
            <a:r>
              <a:rPr lang="zh-CN" altLang="en-US" sz="1875">
                <a:solidFill>
                  <a:srgbClr val="0000CC"/>
                </a:solidFill>
                <a:latin typeface="微软雅黑" panose="020B0503020204020204" pitchFamily="34" charset="-122"/>
                <a:ea typeface="宋体" panose="02010600030101010101" pitchFamily="2" charset="-122"/>
              </a:rPr>
              <a:t>所有地址</a:t>
            </a:r>
          </a:p>
          <a:p>
            <a:pPr algn="ctr">
              <a:lnSpc>
                <a:spcPct val="115000"/>
              </a:lnSpc>
              <a:spcBef>
                <a:spcPct val="0"/>
              </a:spcBef>
              <a:buClrTx/>
              <a:buSzTx/>
              <a:buFontTx/>
              <a:buNone/>
            </a:pPr>
            <a:r>
              <a:rPr lang="zh-CN" altLang="en-US" sz="1875">
                <a:solidFill>
                  <a:srgbClr val="0000CC"/>
                </a:solidFill>
                <a:latin typeface="微软雅黑" panose="020B0503020204020204" pitchFamily="34" charset="-122"/>
                <a:ea typeface="宋体" panose="02010600030101010101" pitchFamily="2" charset="-122"/>
              </a:rPr>
              <a:t>的 </a:t>
            </a:r>
            <a:r>
              <a:rPr lang="en-US" altLang="zh-CN" sz="1875">
                <a:solidFill>
                  <a:srgbClr val="0000CC"/>
                </a:solidFill>
                <a:latin typeface="微软雅黑" panose="020B0503020204020204" pitchFamily="34" charset="-122"/>
                <a:ea typeface="宋体" panose="02010600030101010101" pitchFamily="2" charset="-122"/>
              </a:rPr>
              <a:t>20 </a:t>
            </a:r>
            <a:r>
              <a:rPr lang="zh-CN" altLang="en-US" sz="1875">
                <a:solidFill>
                  <a:srgbClr val="0000CC"/>
                </a:solidFill>
                <a:latin typeface="微软雅黑" panose="020B0503020204020204" pitchFamily="34" charset="-122"/>
                <a:ea typeface="宋体" panose="02010600030101010101" pitchFamily="2" charset="-122"/>
              </a:rPr>
              <a:t>位</a:t>
            </a:r>
          </a:p>
          <a:p>
            <a:pPr algn="ctr">
              <a:lnSpc>
                <a:spcPct val="115000"/>
              </a:lnSpc>
              <a:spcBef>
                <a:spcPct val="0"/>
              </a:spcBef>
              <a:buClrTx/>
              <a:buSzTx/>
              <a:buFontTx/>
              <a:buNone/>
            </a:pPr>
            <a:r>
              <a:rPr lang="zh-CN" altLang="en-US" sz="1875">
                <a:solidFill>
                  <a:srgbClr val="0000CC"/>
                </a:solidFill>
                <a:latin typeface="微软雅黑" panose="020B0503020204020204" pitchFamily="34" charset="-122"/>
                <a:ea typeface="宋体" panose="02010600030101010101" pitchFamily="2" charset="-122"/>
              </a:rPr>
              <a:t>前缀都是</a:t>
            </a:r>
          </a:p>
          <a:p>
            <a:pPr algn="ctr">
              <a:lnSpc>
                <a:spcPct val="115000"/>
              </a:lnSpc>
              <a:spcBef>
                <a:spcPct val="0"/>
              </a:spcBef>
              <a:buClrTx/>
              <a:buSzTx/>
              <a:buFontTx/>
              <a:buNone/>
            </a:pPr>
            <a:r>
              <a:rPr lang="zh-CN" altLang="en-US" sz="1875">
                <a:solidFill>
                  <a:srgbClr val="0000CC"/>
                </a:solidFill>
                <a:latin typeface="微软雅黑" panose="020B0503020204020204" pitchFamily="34" charset="-122"/>
                <a:ea typeface="宋体" panose="02010600030101010101" pitchFamily="2" charset="-122"/>
              </a:rPr>
              <a:t>一样的</a:t>
            </a:r>
          </a:p>
        </p:txBody>
      </p:sp>
      <p:grpSp>
        <p:nvGrpSpPr>
          <p:cNvPr id="1429512" name="Group 8">
            <a:extLst>
              <a:ext uri="{FF2B5EF4-FFF2-40B4-BE49-F238E27FC236}">
                <a16:creationId xmlns:a16="http://schemas.microsoft.com/office/drawing/2014/main" id="{5F158A05-065C-3840-B1DE-9D527ABB1003}"/>
              </a:ext>
            </a:extLst>
          </p:cNvPr>
          <p:cNvGrpSpPr>
            <a:grpSpLocks/>
          </p:cNvGrpSpPr>
          <p:nvPr/>
        </p:nvGrpSpPr>
        <p:grpSpPr bwMode="auto">
          <a:xfrm>
            <a:off x="1331119" y="1094185"/>
            <a:ext cx="1356122" cy="346427"/>
            <a:chOff x="251" y="554"/>
            <a:chExt cx="1139" cy="325"/>
          </a:xfrm>
        </p:grpSpPr>
        <p:sp>
          <p:nvSpPr>
            <p:cNvPr id="280587" name="Text Box 9">
              <a:extLst>
                <a:ext uri="{FF2B5EF4-FFF2-40B4-BE49-F238E27FC236}">
                  <a16:creationId xmlns:a16="http://schemas.microsoft.com/office/drawing/2014/main" id="{A69F0351-09A6-584C-9383-95DAB85EEC15}"/>
                </a:ext>
              </a:extLst>
            </p:cNvPr>
            <p:cNvSpPr txBox="1">
              <a:spLocks noChangeArrowheads="1"/>
            </p:cNvSpPr>
            <p:nvPr/>
          </p:nvSpPr>
          <p:spPr bwMode="auto">
            <a:xfrm>
              <a:off x="251" y="554"/>
              <a:ext cx="871" cy="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zh-CN" altLang="en-US" sz="1650" b="1">
                  <a:solidFill>
                    <a:srgbClr val="C00000"/>
                  </a:solidFill>
                  <a:latin typeface="Arial" panose="020B0604020202020204" pitchFamily="34" charset="0"/>
                  <a:ea typeface="宋体" panose="02010600030101010101" pitchFamily="2" charset="-122"/>
                  <a:cs typeface="黑体" panose="02010609060101010101" pitchFamily="49" charset="-122"/>
                </a:rPr>
                <a:t>最小地址</a:t>
              </a:r>
            </a:p>
          </p:txBody>
        </p:sp>
        <p:sp>
          <p:nvSpPr>
            <p:cNvPr id="280588" name="AutoShape 10">
              <a:extLst>
                <a:ext uri="{FF2B5EF4-FFF2-40B4-BE49-F238E27FC236}">
                  <a16:creationId xmlns:a16="http://schemas.microsoft.com/office/drawing/2014/main" id="{5895FC19-4C50-0D4A-A741-BF70E89F6FAE}"/>
                </a:ext>
              </a:extLst>
            </p:cNvPr>
            <p:cNvSpPr>
              <a:spLocks noChangeArrowheads="1"/>
            </p:cNvSpPr>
            <p:nvPr/>
          </p:nvSpPr>
          <p:spPr bwMode="auto">
            <a:xfrm>
              <a:off x="1078" y="656"/>
              <a:ext cx="312" cy="110"/>
            </a:xfrm>
            <a:prstGeom prst="rightArrow">
              <a:avLst>
                <a:gd name="adj1" fmla="val 50000"/>
                <a:gd name="adj2" fmla="val 8636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grpSp>
      <p:grpSp>
        <p:nvGrpSpPr>
          <p:cNvPr id="1429515" name="Group 11">
            <a:extLst>
              <a:ext uri="{FF2B5EF4-FFF2-40B4-BE49-F238E27FC236}">
                <a16:creationId xmlns:a16="http://schemas.microsoft.com/office/drawing/2014/main" id="{D0CB5788-D071-A548-9C04-E2D6CA35517F}"/>
              </a:ext>
            </a:extLst>
          </p:cNvPr>
          <p:cNvGrpSpPr>
            <a:grpSpLocks/>
          </p:cNvGrpSpPr>
          <p:nvPr/>
        </p:nvGrpSpPr>
        <p:grpSpPr bwMode="auto">
          <a:xfrm>
            <a:off x="1304925" y="4354113"/>
            <a:ext cx="1360885" cy="346665"/>
            <a:chOff x="229" y="3793"/>
            <a:chExt cx="1143" cy="324"/>
          </a:xfrm>
        </p:grpSpPr>
        <p:sp>
          <p:nvSpPr>
            <p:cNvPr id="280585" name="Text Box 12">
              <a:extLst>
                <a:ext uri="{FF2B5EF4-FFF2-40B4-BE49-F238E27FC236}">
                  <a16:creationId xmlns:a16="http://schemas.microsoft.com/office/drawing/2014/main" id="{3274E650-E749-EE4E-81AF-38890A321888}"/>
                </a:ext>
              </a:extLst>
            </p:cNvPr>
            <p:cNvSpPr txBox="1">
              <a:spLocks noChangeArrowheads="1"/>
            </p:cNvSpPr>
            <p:nvPr/>
          </p:nvSpPr>
          <p:spPr bwMode="auto">
            <a:xfrm>
              <a:off x="229" y="3793"/>
              <a:ext cx="871"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zh-CN" altLang="en-US" sz="1650" b="1">
                  <a:solidFill>
                    <a:srgbClr val="C00000"/>
                  </a:solidFill>
                  <a:latin typeface="Arial" panose="020B0604020202020204" pitchFamily="34" charset="0"/>
                  <a:ea typeface="宋体" panose="02010600030101010101" pitchFamily="2" charset="-122"/>
                  <a:cs typeface="黑体" panose="02010609060101010101" pitchFamily="49" charset="-122"/>
                </a:rPr>
                <a:t>最大地址</a:t>
              </a:r>
            </a:p>
          </p:txBody>
        </p:sp>
        <p:sp>
          <p:nvSpPr>
            <p:cNvPr id="280586" name="AutoShape 13">
              <a:extLst>
                <a:ext uri="{FF2B5EF4-FFF2-40B4-BE49-F238E27FC236}">
                  <a16:creationId xmlns:a16="http://schemas.microsoft.com/office/drawing/2014/main" id="{DF76AE1F-58AF-4643-8D48-F223D7E5F12B}"/>
                </a:ext>
              </a:extLst>
            </p:cNvPr>
            <p:cNvSpPr>
              <a:spLocks noChangeArrowheads="1"/>
            </p:cNvSpPr>
            <p:nvPr/>
          </p:nvSpPr>
          <p:spPr bwMode="auto">
            <a:xfrm>
              <a:off x="1056" y="3899"/>
              <a:ext cx="316" cy="110"/>
            </a:xfrm>
            <a:prstGeom prst="rightArrow">
              <a:avLst>
                <a:gd name="adj1" fmla="val 50000"/>
                <a:gd name="adj2" fmla="val 86368"/>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grpSp>
    </p:spTree>
    <p:extLst>
      <p:ext uri="{BB962C8B-B14F-4D97-AF65-F5344CB8AC3E}">
        <p14:creationId xmlns:p14="http://schemas.microsoft.com/office/powerpoint/2010/main" val="311448480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2951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429511"/>
                                        </p:tgtEl>
                                        <p:attrNameLst>
                                          <p:attrName>style.visibility</p:attrName>
                                        </p:attrNameLst>
                                      </p:cBhvr>
                                      <p:to>
                                        <p:strVal val="visible"/>
                                      </p:to>
                                    </p:set>
                                  </p:childTnLst>
                                </p:cTn>
                              </p:par>
                            </p:childTnLst>
                          </p:cTn>
                        </p:par>
                        <p:par>
                          <p:cTn id="9" fill="hold" nodeType="afterGroup">
                            <p:stCondLst>
                              <p:cond delay="0"/>
                            </p:stCondLst>
                            <p:childTnLst>
                              <p:par>
                                <p:cTn id="10" presetID="35" presetClass="emph" presetSubtype="0" repeatCount="3000" fill="hold" grpId="1" nodeType="afterEffect">
                                  <p:stCondLst>
                                    <p:cond delay="500"/>
                                  </p:stCondLst>
                                  <p:childTnLst>
                                    <p:anim calcmode="discrete" valueType="str">
                                      <p:cBhvr>
                                        <p:cTn id="11" dur="1000" fill="hold"/>
                                        <p:tgtEl>
                                          <p:spTgt spid="1429510"/>
                                        </p:tgtEl>
                                        <p:attrNameLst>
                                          <p:attrName>style.visibility</p:attrName>
                                        </p:attrNameLst>
                                      </p:cBhvr>
                                      <p:tavLst>
                                        <p:tav tm="0">
                                          <p:val>
                                            <p:strVal val="hidden"/>
                                          </p:val>
                                        </p:tav>
                                        <p:tav tm="50000">
                                          <p:val>
                                            <p:strVal val="visible"/>
                                          </p:val>
                                        </p:tav>
                                      </p:tavLst>
                                    </p:anim>
                                  </p:childTnLst>
                                </p:cTn>
                              </p:par>
                              <p:par>
                                <p:cTn id="12" presetID="35" presetClass="emph" presetSubtype="0" repeatCount="3000" fill="hold" grpId="1" nodeType="withEffect">
                                  <p:stCondLst>
                                    <p:cond delay="500"/>
                                  </p:stCondLst>
                                  <p:childTnLst>
                                    <p:anim calcmode="discrete" valueType="str">
                                      <p:cBhvr>
                                        <p:cTn id="13" dur="1000" fill="hold"/>
                                        <p:tgtEl>
                                          <p:spTgt spid="1429511"/>
                                        </p:tgtEl>
                                        <p:attrNameLst>
                                          <p:attrName>style.visibility</p:attrName>
                                        </p:attrNameLst>
                                      </p:cBhvr>
                                      <p:tavLst>
                                        <p:tav tm="0">
                                          <p:val>
                                            <p:strVal val="hidden"/>
                                          </p:val>
                                        </p:tav>
                                        <p:tav tm="50000">
                                          <p:val>
                                            <p:strVal val="visible"/>
                                          </p:val>
                                        </p:tav>
                                      </p:tavLst>
                                    </p:anim>
                                  </p:childTnLst>
                                </p:cTn>
                              </p:par>
                            </p:childTnLst>
                          </p:cTn>
                        </p:par>
                        <p:par>
                          <p:cTn id="14" fill="hold" nodeType="afterGroup">
                            <p:stCondLst>
                              <p:cond delay="3500"/>
                            </p:stCondLst>
                            <p:childTnLst>
                              <p:par>
                                <p:cTn id="15" presetID="1" presetClass="exit" presetSubtype="0" fill="hold" grpId="2" nodeType="afterEffect">
                                  <p:stCondLst>
                                    <p:cond delay="500"/>
                                  </p:stCondLst>
                                  <p:childTnLst>
                                    <p:set>
                                      <p:cBhvr>
                                        <p:cTn id="16" dur="1" fill="hold">
                                          <p:stCondLst>
                                            <p:cond delay="0"/>
                                          </p:stCondLst>
                                        </p:cTn>
                                        <p:tgtEl>
                                          <p:spTgt spid="1429510"/>
                                        </p:tgtEl>
                                        <p:attrNameLst>
                                          <p:attrName>style.visibility</p:attrName>
                                        </p:attrNameLst>
                                      </p:cBhvr>
                                      <p:to>
                                        <p:strVal val="hidden"/>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1429512"/>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14295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9510" grpId="0" animBg="1"/>
      <p:bldP spid="1429510" grpId="1" animBg="1"/>
      <p:bldP spid="1429510" grpId="2" animBg="1"/>
      <p:bldP spid="1429511" grpId="0" animBg="1"/>
      <p:bldP spid="1429511" grpId="1"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2625" name="Rectangle 3">
            <a:extLst>
              <a:ext uri="{FF2B5EF4-FFF2-40B4-BE49-F238E27FC236}">
                <a16:creationId xmlns:a16="http://schemas.microsoft.com/office/drawing/2014/main" id="{65B89B29-4201-9E46-B327-906ED42AD9F6}"/>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路由聚合 </a:t>
            </a:r>
            <a:r>
              <a:rPr lang="en-US" altLang="zh-CN">
                <a:latin typeface="Times New Roman" panose="02020603050405020304" pitchFamily="18" charset="0"/>
                <a:ea typeface="宋体" panose="02010600030101010101" pitchFamily="2" charset="-122"/>
              </a:rPr>
              <a:t>(route aggregation) </a:t>
            </a:r>
          </a:p>
        </p:txBody>
      </p:sp>
      <p:sp>
        <p:nvSpPr>
          <p:cNvPr id="526338" name="Rectangle 2">
            <a:extLst>
              <a:ext uri="{FF2B5EF4-FFF2-40B4-BE49-F238E27FC236}">
                <a16:creationId xmlns:a16="http://schemas.microsoft.com/office/drawing/2014/main" id="{9FCBA06A-6EED-A147-9AA9-A4BACDCD2E1B}"/>
              </a:ext>
            </a:extLst>
          </p:cNvPr>
          <p:cNvSpPr>
            <a:spLocks noGrp="1" noChangeArrowheads="1"/>
          </p:cNvSpPr>
          <p:nvPr>
            <p:ph idx="1"/>
          </p:nvPr>
        </p:nvSpPr>
        <p:spPr>
          <a:xfrm>
            <a:off x="133563" y="1021773"/>
            <a:ext cx="8804953" cy="3708326"/>
          </a:xfrm>
        </p:spPr>
        <p:txBody>
          <a:bodyPr/>
          <a:lstStyle/>
          <a:p>
            <a:pPr marL="248841" indent="-248841" algn="just">
              <a:spcBef>
                <a:spcPts val="150"/>
              </a:spcBef>
            </a:pPr>
            <a:r>
              <a:rPr lang="zh-CN" altLang="en-US">
                <a:ea typeface="宋体" panose="02010600030101010101" pitchFamily="2" charset="-122"/>
              </a:rPr>
              <a:t>一个 </a:t>
            </a:r>
            <a:r>
              <a:rPr lang="en-US" altLang="zh-CN">
                <a:ea typeface="宋体" panose="02010600030101010101" pitchFamily="2" charset="-122"/>
              </a:rPr>
              <a:t>CIDR </a:t>
            </a:r>
            <a:r>
              <a:rPr lang="zh-CN" altLang="en-US">
                <a:ea typeface="宋体" panose="02010600030101010101" pitchFamily="2" charset="-122"/>
              </a:rPr>
              <a:t>地址块可以表示很多地址，这种地址的聚合常称为</a:t>
            </a:r>
            <a:r>
              <a:rPr lang="zh-CN" altLang="en-US">
                <a:solidFill>
                  <a:srgbClr val="FF0000"/>
                </a:solidFill>
                <a:ea typeface="宋体" panose="02010600030101010101" pitchFamily="2" charset="-122"/>
              </a:rPr>
              <a:t>路由聚合</a:t>
            </a:r>
            <a:r>
              <a:rPr lang="zh-CN" altLang="en-US">
                <a:ea typeface="宋体" panose="02010600030101010101" pitchFamily="2" charset="-122"/>
              </a:rPr>
              <a:t>，它使得路由表中的一个项目可以表示很多个（例如上千个）原来传统分类地址的路由。</a:t>
            </a:r>
            <a:endParaRPr lang="en-US" altLang="zh-CN">
              <a:ea typeface="宋体" panose="02010600030101010101" pitchFamily="2" charset="-122"/>
            </a:endParaRPr>
          </a:p>
          <a:p>
            <a:pPr marL="248841" indent="-248841" algn="just">
              <a:spcBef>
                <a:spcPts val="150"/>
              </a:spcBef>
            </a:pPr>
            <a:r>
              <a:rPr lang="zh-CN" altLang="zh-CN">
                <a:ea typeface="宋体" panose="02010600030101010101" pitchFamily="2" charset="-122"/>
              </a:rPr>
              <a:t>路由聚合有利于</a:t>
            </a:r>
            <a:r>
              <a:rPr lang="zh-CN" altLang="zh-CN">
                <a:solidFill>
                  <a:srgbClr val="FF0000"/>
                </a:solidFill>
                <a:ea typeface="宋体" panose="02010600030101010101" pitchFamily="2" charset="-122"/>
              </a:rPr>
              <a:t>减少</a:t>
            </a:r>
            <a:r>
              <a:rPr lang="zh-CN" altLang="zh-CN">
                <a:ea typeface="宋体" panose="02010600030101010101" pitchFamily="2" charset="-122"/>
              </a:rPr>
              <a:t>路由器之间的路由选择信息的交换，从而提高了整个互联网的性能。</a:t>
            </a:r>
            <a:endParaRPr lang="zh-CN" altLang="en-US">
              <a:ea typeface="宋体" panose="02010600030101010101" pitchFamily="2" charset="-122"/>
            </a:endParaRPr>
          </a:p>
          <a:p>
            <a:pPr marL="248841" indent="-248841" algn="just">
              <a:spcBef>
                <a:spcPts val="150"/>
              </a:spcBef>
            </a:pPr>
            <a:r>
              <a:rPr lang="zh-CN" altLang="en-US">
                <a:solidFill>
                  <a:srgbClr val="0000FF"/>
                </a:solidFill>
                <a:ea typeface="宋体" panose="02010600030101010101" pitchFamily="2" charset="-122"/>
              </a:rPr>
              <a:t>路由聚合也称为</a:t>
            </a:r>
            <a:r>
              <a:rPr lang="zh-CN" altLang="en-US">
                <a:solidFill>
                  <a:srgbClr val="FF0000"/>
                </a:solidFill>
                <a:ea typeface="宋体" panose="02010600030101010101" pitchFamily="2" charset="-122"/>
              </a:rPr>
              <a:t>构成超网 </a:t>
            </a:r>
            <a:r>
              <a:rPr lang="en-US" altLang="zh-CN">
                <a:solidFill>
                  <a:srgbClr val="0000FF"/>
                </a:solidFill>
                <a:ea typeface="宋体" panose="02010600030101010101" pitchFamily="2" charset="-122"/>
              </a:rPr>
              <a:t>(supernetting)</a:t>
            </a:r>
            <a:r>
              <a:rPr lang="zh-CN" altLang="en-US">
                <a:solidFill>
                  <a:srgbClr val="0000FF"/>
                </a:solidFill>
                <a:ea typeface="宋体" panose="02010600030101010101" pitchFamily="2" charset="-122"/>
              </a:rPr>
              <a:t>。</a:t>
            </a:r>
          </a:p>
          <a:p>
            <a:pPr marL="248841" indent="-248841" algn="just">
              <a:spcBef>
                <a:spcPts val="150"/>
              </a:spcBef>
            </a:pPr>
            <a:r>
              <a:rPr lang="en-US" altLang="zh-CN">
                <a:ea typeface="宋体" panose="02010600030101010101" pitchFamily="2" charset="-122"/>
              </a:rPr>
              <a:t>CIDR </a:t>
            </a:r>
            <a:r>
              <a:rPr lang="zh-CN" altLang="en-US">
                <a:ea typeface="宋体" panose="02010600030101010101" pitchFamily="2" charset="-122"/>
              </a:rPr>
              <a:t>虽然不使用子网了，但仍然使用“</a:t>
            </a:r>
            <a:r>
              <a:rPr lang="zh-CN" altLang="en-US">
                <a:solidFill>
                  <a:srgbClr val="FF0000"/>
                </a:solidFill>
                <a:ea typeface="宋体" panose="02010600030101010101" pitchFamily="2" charset="-122"/>
              </a:rPr>
              <a:t>掩码</a:t>
            </a:r>
            <a:r>
              <a:rPr lang="zh-CN" altLang="en-US">
                <a:ea typeface="宋体" panose="02010600030101010101" pitchFamily="2" charset="-122"/>
              </a:rPr>
              <a:t>”这一名词（但不叫子网掩码）。</a:t>
            </a:r>
          </a:p>
          <a:p>
            <a:pPr marL="248841" indent="-248841" algn="just">
              <a:spcBef>
                <a:spcPts val="150"/>
              </a:spcBef>
            </a:pPr>
            <a:r>
              <a:rPr lang="zh-CN" altLang="en-US">
                <a:ea typeface="宋体" panose="02010600030101010101" pitchFamily="2" charset="-122"/>
              </a:rPr>
              <a:t>对于</a:t>
            </a:r>
            <a:r>
              <a:rPr lang="zh-CN" altLang="en-US" sz="1050">
                <a:ea typeface="宋体" panose="02010600030101010101" pitchFamily="2" charset="-122"/>
              </a:rPr>
              <a:t> </a:t>
            </a:r>
            <a:r>
              <a:rPr lang="en-US" altLang="zh-CN">
                <a:solidFill>
                  <a:srgbClr val="FF0000"/>
                </a:solidFill>
                <a:ea typeface="宋体" panose="02010600030101010101" pitchFamily="2" charset="-122"/>
              </a:rPr>
              <a:t>/20</a:t>
            </a:r>
            <a:r>
              <a:rPr lang="en-US" altLang="zh-CN" sz="700">
                <a:solidFill>
                  <a:srgbClr val="FF0000"/>
                </a:solidFill>
                <a:ea typeface="宋体" panose="02010600030101010101" pitchFamily="2" charset="-122"/>
              </a:rPr>
              <a:t>  </a:t>
            </a:r>
            <a:r>
              <a:rPr lang="zh-CN" altLang="en-US">
                <a:ea typeface="宋体" panose="02010600030101010101" pitchFamily="2" charset="-122"/>
              </a:rPr>
              <a:t>地址块，它的掩码是</a:t>
            </a:r>
            <a:r>
              <a:rPr lang="zh-CN" altLang="en-US" sz="1050">
                <a:ea typeface="宋体" panose="02010600030101010101" pitchFamily="2" charset="-122"/>
              </a:rPr>
              <a:t> </a:t>
            </a:r>
            <a:r>
              <a:rPr lang="en-US" altLang="zh-CN">
                <a:ea typeface="宋体" panose="02010600030101010101" pitchFamily="2" charset="-122"/>
              </a:rPr>
              <a:t>20</a:t>
            </a:r>
            <a:r>
              <a:rPr lang="en-US" altLang="zh-CN" sz="800">
                <a:ea typeface="宋体" panose="02010600030101010101" pitchFamily="2" charset="-122"/>
              </a:rPr>
              <a:t> </a:t>
            </a:r>
            <a:r>
              <a:rPr lang="zh-CN" altLang="en-US">
                <a:ea typeface="宋体" panose="02010600030101010101" pitchFamily="2" charset="-122"/>
              </a:rPr>
              <a:t>个连续的 </a:t>
            </a:r>
            <a:r>
              <a:rPr lang="en-US" altLang="zh-CN">
                <a:ea typeface="宋体" panose="02010600030101010101" pitchFamily="2" charset="-122"/>
              </a:rPr>
              <a:t>1</a:t>
            </a:r>
            <a:r>
              <a:rPr lang="zh-CN" altLang="en-US">
                <a:ea typeface="宋体" panose="02010600030101010101" pitchFamily="2" charset="-122"/>
              </a:rPr>
              <a:t>。 斜线记法中的数字就是掩码中</a:t>
            </a:r>
            <a:r>
              <a:rPr lang="en-US" altLang="zh-CN">
                <a:ea typeface="宋体" panose="02010600030101010101" pitchFamily="2" charset="-122"/>
              </a:rPr>
              <a:t>1</a:t>
            </a:r>
            <a:r>
              <a:rPr lang="zh-CN" altLang="en-US">
                <a:ea typeface="宋体" panose="02010600030101010101" pitchFamily="2" charset="-122"/>
              </a:rPr>
              <a:t>的个数。    </a:t>
            </a:r>
          </a:p>
        </p:txBody>
      </p:sp>
    </p:spTree>
    <p:extLst>
      <p:ext uri="{BB962C8B-B14F-4D97-AF65-F5344CB8AC3E}">
        <p14:creationId xmlns:p14="http://schemas.microsoft.com/office/powerpoint/2010/main" val="404473806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26338">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26338">
                                            <p:txEl>
                                              <p:pRg st="3" end="3"/>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26338">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6338" grpId="0" build="p"/>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4673" name="Rectangle 2">
            <a:extLst>
              <a:ext uri="{FF2B5EF4-FFF2-40B4-BE49-F238E27FC236}">
                <a16:creationId xmlns:a16="http://schemas.microsoft.com/office/drawing/2014/main" id="{8E4038E5-D575-EC4B-B7A8-AE6212C972A9}"/>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CIDR </a:t>
            </a:r>
            <a:r>
              <a:rPr lang="zh-CN" altLang="en-US">
                <a:latin typeface="Times New Roman" panose="02020603050405020304" pitchFamily="18" charset="0"/>
                <a:ea typeface="宋体" panose="02010600030101010101" pitchFamily="2" charset="-122"/>
              </a:rPr>
              <a:t>记法的其他形式 </a:t>
            </a:r>
          </a:p>
        </p:txBody>
      </p:sp>
      <p:sp>
        <p:nvSpPr>
          <p:cNvPr id="527363" name="Rectangle 3">
            <a:extLst>
              <a:ext uri="{FF2B5EF4-FFF2-40B4-BE49-F238E27FC236}">
                <a16:creationId xmlns:a16="http://schemas.microsoft.com/office/drawing/2014/main" id="{28962296-3691-6547-A804-18E72D4168E6}"/>
              </a:ext>
            </a:extLst>
          </p:cNvPr>
          <p:cNvSpPr>
            <a:spLocks noGrp="1" noChangeArrowheads="1"/>
          </p:cNvSpPr>
          <p:nvPr>
            <p:ph idx="1"/>
          </p:nvPr>
        </p:nvSpPr>
        <p:spPr/>
        <p:txBody>
          <a:bodyPr/>
          <a:lstStyle/>
          <a:p>
            <a:pPr algn="just"/>
            <a:r>
              <a:rPr lang="en-US" altLang="zh-CN" sz="1875">
                <a:ea typeface="宋体" panose="02010600030101010101" pitchFamily="2" charset="-122"/>
              </a:rPr>
              <a:t>10.0.0.0/10 </a:t>
            </a:r>
            <a:r>
              <a:rPr lang="zh-CN" altLang="en-US" sz="1875">
                <a:ea typeface="宋体" panose="02010600030101010101" pitchFamily="2" charset="-122"/>
              </a:rPr>
              <a:t>可</a:t>
            </a:r>
            <a:r>
              <a:rPr lang="zh-CN" altLang="en-US" sz="1875">
                <a:solidFill>
                  <a:srgbClr val="FF0000"/>
                </a:solidFill>
                <a:ea typeface="宋体" panose="02010600030101010101" pitchFamily="2" charset="-122"/>
              </a:rPr>
              <a:t>简写</a:t>
            </a:r>
            <a:r>
              <a:rPr lang="zh-CN" altLang="en-US" sz="1875">
                <a:ea typeface="宋体" panose="02010600030101010101" pitchFamily="2" charset="-122"/>
              </a:rPr>
              <a:t>为 </a:t>
            </a:r>
            <a:r>
              <a:rPr lang="en-US" altLang="zh-CN" sz="1875">
                <a:ea typeface="宋体" panose="02010600030101010101" pitchFamily="2" charset="-122"/>
              </a:rPr>
              <a:t>10/10</a:t>
            </a:r>
            <a:r>
              <a:rPr lang="zh-CN" altLang="en-US" sz="1875">
                <a:ea typeface="宋体" panose="02010600030101010101" pitchFamily="2" charset="-122"/>
              </a:rPr>
              <a:t>，也就是把点分十进制中低位连续的 </a:t>
            </a:r>
            <a:r>
              <a:rPr lang="en-US" altLang="zh-CN" sz="1875">
                <a:ea typeface="宋体" panose="02010600030101010101" pitchFamily="2" charset="-122"/>
              </a:rPr>
              <a:t>0 </a:t>
            </a:r>
            <a:r>
              <a:rPr lang="zh-CN" altLang="en-US" sz="1875">
                <a:ea typeface="宋体" panose="02010600030101010101" pitchFamily="2" charset="-122"/>
              </a:rPr>
              <a:t>省略。</a:t>
            </a:r>
          </a:p>
          <a:p>
            <a:pPr algn="just"/>
            <a:r>
              <a:rPr lang="en-US" altLang="zh-CN" sz="1875">
                <a:ea typeface="宋体" panose="02010600030101010101" pitchFamily="2" charset="-122"/>
              </a:rPr>
              <a:t>10.0.0.0/10 </a:t>
            </a:r>
            <a:r>
              <a:rPr lang="zh-CN" altLang="en-US" sz="1875">
                <a:ea typeface="宋体" panose="02010600030101010101" pitchFamily="2" charset="-122"/>
              </a:rPr>
              <a:t>隐含地指出 </a:t>
            </a:r>
            <a:r>
              <a:rPr lang="en-US" altLang="zh-CN" sz="1875">
                <a:ea typeface="宋体" panose="02010600030101010101" pitchFamily="2" charset="-122"/>
              </a:rPr>
              <a:t>IP </a:t>
            </a:r>
            <a:r>
              <a:rPr lang="zh-CN" altLang="en-US" sz="1875">
                <a:ea typeface="宋体" panose="02010600030101010101" pitchFamily="2" charset="-122"/>
              </a:rPr>
              <a:t>地址 </a:t>
            </a:r>
            <a:r>
              <a:rPr lang="en-US" altLang="zh-CN" sz="1875">
                <a:ea typeface="宋体" panose="02010600030101010101" pitchFamily="2" charset="-122"/>
              </a:rPr>
              <a:t>10.0.0.0 </a:t>
            </a:r>
            <a:r>
              <a:rPr lang="zh-CN" altLang="en-US" sz="1875">
                <a:ea typeface="宋体" panose="02010600030101010101" pitchFamily="2" charset="-122"/>
              </a:rPr>
              <a:t>的</a:t>
            </a:r>
            <a:r>
              <a:rPr lang="zh-CN" altLang="en-US" sz="1875">
                <a:solidFill>
                  <a:srgbClr val="FF0000"/>
                </a:solidFill>
                <a:ea typeface="宋体" panose="02010600030101010101" pitchFamily="2" charset="-122"/>
              </a:rPr>
              <a:t>掩码</a:t>
            </a:r>
            <a:r>
              <a:rPr lang="zh-CN" altLang="en-US" sz="1875">
                <a:ea typeface="宋体" panose="02010600030101010101" pitchFamily="2" charset="-122"/>
              </a:rPr>
              <a:t>是 </a:t>
            </a:r>
            <a:r>
              <a:rPr lang="en-US" altLang="zh-CN" sz="1875">
                <a:ea typeface="宋体" panose="02010600030101010101" pitchFamily="2" charset="-122"/>
              </a:rPr>
              <a:t>255.192.0.0</a:t>
            </a:r>
            <a:r>
              <a:rPr lang="zh-CN" altLang="en-US" sz="1875">
                <a:ea typeface="宋体" panose="02010600030101010101" pitchFamily="2" charset="-122"/>
              </a:rPr>
              <a:t>。此掩码可表示为：</a:t>
            </a:r>
            <a:endParaRPr lang="en-US" altLang="zh-CN" sz="1875">
              <a:ea typeface="宋体" panose="02010600030101010101" pitchFamily="2" charset="-122"/>
            </a:endParaRPr>
          </a:p>
          <a:p>
            <a:pPr algn="just"/>
            <a:endParaRPr lang="en-US" altLang="zh-CN" sz="1875">
              <a:ea typeface="宋体" panose="02010600030101010101" pitchFamily="2" charset="-122"/>
            </a:endParaRPr>
          </a:p>
          <a:p>
            <a:pPr algn="just"/>
            <a:endParaRPr lang="en-US" altLang="zh-CN" sz="1875">
              <a:ea typeface="宋体" panose="02010600030101010101" pitchFamily="2" charset="-122"/>
            </a:endParaRPr>
          </a:p>
          <a:p>
            <a:pPr algn="just"/>
            <a:endParaRPr lang="en-US" altLang="zh-CN" sz="1875">
              <a:ea typeface="宋体" panose="02010600030101010101" pitchFamily="2" charset="-122"/>
            </a:endParaRPr>
          </a:p>
          <a:p>
            <a:endParaRPr lang="en-US" altLang="zh-CN" sz="1875">
              <a:ea typeface="宋体" panose="02010600030101010101" pitchFamily="2" charset="-122"/>
            </a:endParaRPr>
          </a:p>
          <a:p>
            <a:r>
              <a:rPr lang="zh-CN" altLang="en-US" sz="1875">
                <a:ea typeface="宋体" panose="02010600030101010101" pitchFamily="2" charset="-122"/>
              </a:rPr>
              <a:t>网络前缀的后面加一个</a:t>
            </a:r>
            <a:r>
              <a:rPr lang="zh-CN" altLang="en-US" sz="1875">
                <a:solidFill>
                  <a:srgbClr val="FF0000"/>
                </a:solidFill>
                <a:ea typeface="宋体" panose="02010600030101010101" pitchFamily="2" charset="-122"/>
              </a:rPr>
              <a:t>星号</a:t>
            </a:r>
            <a:r>
              <a:rPr lang="zh-CN" altLang="en-US" sz="1875">
                <a:ea typeface="宋体" panose="02010600030101010101" pitchFamily="2" charset="-122"/>
              </a:rPr>
              <a:t> * 的表示方法，如 </a:t>
            </a:r>
            <a:r>
              <a:rPr lang="en-US" altLang="zh-CN" sz="1875">
                <a:ea typeface="宋体" panose="02010600030101010101" pitchFamily="2" charset="-122"/>
              </a:rPr>
              <a:t>00001010 00*</a:t>
            </a:r>
            <a:r>
              <a:rPr lang="zh-CN" altLang="en-US" sz="1875">
                <a:ea typeface="宋体" panose="02010600030101010101" pitchFamily="2" charset="-122"/>
              </a:rPr>
              <a:t>，在星号 * 之前是网络前缀，而星号 * 表示 </a:t>
            </a:r>
            <a:r>
              <a:rPr lang="en-US" altLang="zh-CN" sz="1875">
                <a:ea typeface="宋体" panose="02010600030101010101" pitchFamily="2" charset="-122"/>
              </a:rPr>
              <a:t>IP </a:t>
            </a:r>
            <a:r>
              <a:rPr lang="zh-CN" altLang="en-US" sz="1875">
                <a:ea typeface="宋体" panose="02010600030101010101" pitchFamily="2" charset="-122"/>
              </a:rPr>
              <a:t>地址中的主机号，可以是任意值。  </a:t>
            </a:r>
            <a:endParaRPr lang="en-US" altLang="zh-CN">
              <a:latin typeface="Times New Roman" panose="02020603050405020304" pitchFamily="18" charset="0"/>
              <a:ea typeface="宋体" panose="02010600030101010101" pitchFamily="2" charset="-122"/>
            </a:endParaRPr>
          </a:p>
        </p:txBody>
      </p:sp>
      <p:grpSp>
        <p:nvGrpSpPr>
          <p:cNvPr id="527364" name="Group 4">
            <a:extLst>
              <a:ext uri="{FF2B5EF4-FFF2-40B4-BE49-F238E27FC236}">
                <a16:creationId xmlns:a16="http://schemas.microsoft.com/office/drawing/2014/main" id="{864CEFD5-D858-7B4D-B924-B36E7AA9485B}"/>
              </a:ext>
            </a:extLst>
          </p:cNvPr>
          <p:cNvGrpSpPr>
            <a:grpSpLocks/>
          </p:cNvGrpSpPr>
          <p:nvPr/>
        </p:nvGrpSpPr>
        <p:grpSpPr bwMode="auto">
          <a:xfrm>
            <a:off x="2163192" y="2733675"/>
            <a:ext cx="4835041" cy="449467"/>
            <a:chOff x="1030" y="2658"/>
            <a:chExt cx="3783" cy="408"/>
          </a:xfrm>
        </p:grpSpPr>
        <p:sp>
          <p:nvSpPr>
            <p:cNvPr id="284682" name="AutoShape 5">
              <a:extLst>
                <a:ext uri="{FF2B5EF4-FFF2-40B4-BE49-F238E27FC236}">
                  <a16:creationId xmlns:a16="http://schemas.microsoft.com/office/drawing/2014/main" id="{EF2EC0AD-D6F9-E441-84F1-5D1317531394}"/>
                </a:ext>
              </a:extLst>
            </p:cNvPr>
            <p:cNvSpPr>
              <a:spLocks/>
            </p:cNvSpPr>
            <p:nvPr/>
          </p:nvSpPr>
          <p:spPr bwMode="auto">
            <a:xfrm rot="-5400000">
              <a:off x="1439" y="2254"/>
              <a:ext cx="135" cy="953"/>
            </a:xfrm>
            <a:prstGeom prst="leftBrace">
              <a:avLst>
                <a:gd name="adj1" fmla="val 58402"/>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875" b="1">
                <a:solidFill>
                  <a:srgbClr val="0000CC"/>
                </a:solidFill>
                <a:latin typeface="Arial" panose="020B0604020202020204" pitchFamily="34" charset="0"/>
                <a:ea typeface="宋体" panose="02010600030101010101" pitchFamily="2" charset="-122"/>
                <a:cs typeface="黑体" panose="02010609060101010101" pitchFamily="49" charset="-122"/>
              </a:endParaRPr>
            </a:p>
          </p:txBody>
        </p:sp>
        <p:sp>
          <p:nvSpPr>
            <p:cNvPr id="284683" name="AutoShape 6">
              <a:extLst>
                <a:ext uri="{FF2B5EF4-FFF2-40B4-BE49-F238E27FC236}">
                  <a16:creationId xmlns:a16="http://schemas.microsoft.com/office/drawing/2014/main" id="{99E35764-68B1-FF41-AB4B-04ECF5DE0F0F}"/>
                </a:ext>
              </a:extLst>
            </p:cNvPr>
            <p:cNvSpPr>
              <a:spLocks/>
            </p:cNvSpPr>
            <p:nvPr/>
          </p:nvSpPr>
          <p:spPr bwMode="auto">
            <a:xfrm rot="-5400000">
              <a:off x="2415" y="2300"/>
              <a:ext cx="136" cy="852"/>
            </a:xfrm>
            <a:prstGeom prst="leftBrace">
              <a:avLst>
                <a:gd name="adj1" fmla="val 58384"/>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875" b="1">
                <a:solidFill>
                  <a:srgbClr val="0000CC"/>
                </a:solidFill>
                <a:latin typeface="Arial" panose="020B0604020202020204" pitchFamily="34" charset="0"/>
                <a:ea typeface="宋体" panose="02010600030101010101" pitchFamily="2" charset="-122"/>
                <a:cs typeface="黑体" panose="02010609060101010101" pitchFamily="49" charset="-122"/>
              </a:endParaRPr>
            </a:p>
          </p:txBody>
        </p:sp>
        <p:sp>
          <p:nvSpPr>
            <p:cNvPr id="284684" name="AutoShape 7">
              <a:extLst>
                <a:ext uri="{FF2B5EF4-FFF2-40B4-BE49-F238E27FC236}">
                  <a16:creationId xmlns:a16="http://schemas.microsoft.com/office/drawing/2014/main" id="{901ABA9E-9623-3E44-BC26-1DC23BE75C4B}"/>
                </a:ext>
              </a:extLst>
            </p:cNvPr>
            <p:cNvSpPr>
              <a:spLocks/>
            </p:cNvSpPr>
            <p:nvPr/>
          </p:nvSpPr>
          <p:spPr bwMode="auto">
            <a:xfrm rot="-5400000">
              <a:off x="3397" y="2280"/>
              <a:ext cx="91" cy="848"/>
            </a:xfrm>
            <a:prstGeom prst="leftBrace">
              <a:avLst>
                <a:gd name="adj1" fmla="val 58414"/>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875" b="1">
                <a:solidFill>
                  <a:srgbClr val="0000CC"/>
                </a:solidFill>
                <a:latin typeface="Arial" panose="020B0604020202020204" pitchFamily="34" charset="0"/>
                <a:ea typeface="宋体" panose="02010600030101010101" pitchFamily="2" charset="-122"/>
                <a:cs typeface="黑体" panose="02010609060101010101" pitchFamily="49" charset="-122"/>
              </a:endParaRPr>
            </a:p>
          </p:txBody>
        </p:sp>
        <p:sp>
          <p:nvSpPr>
            <p:cNvPr id="284685" name="AutoShape 8">
              <a:extLst>
                <a:ext uri="{FF2B5EF4-FFF2-40B4-BE49-F238E27FC236}">
                  <a16:creationId xmlns:a16="http://schemas.microsoft.com/office/drawing/2014/main" id="{9AF73ACF-4CD9-884B-AA60-C2A20CDDEFB9}"/>
                </a:ext>
              </a:extLst>
            </p:cNvPr>
            <p:cNvSpPr>
              <a:spLocks/>
            </p:cNvSpPr>
            <p:nvPr/>
          </p:nvSpPr>
          <p:spPr bwMode="auto">
            <a:xfrm rot="-5400000">
              <a:off x="4311" y="2296"/>
              <a:ext cx="135" cy="869"/>
            </a:xfrm>
            <a:prstGeom prst="leftBrace">
              <a:avLst>
                <a:gd name="adj1" fmla="val 58380"/>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875" b="1">
                <a:solidFill>
                  <a:srgbClr val="0000CC"/>
                </a:solidFill>
                <a:latin typeface="Arial" panose="020B0604020202020204" pitchFamily="34" charset="0"/>
                <a:ea typeface="宋体" panose="02010600030101010101" pitchFamily="2" charset="-122"/>
                <a:cs typeface="黑体" panose="02010609060101010101" pitchFamily="49" charset="-122"/>
              </a:endParaRPr>
            </a:p>
          </p:txBody>
        </p:sp>
        <p:sp>
          <p:nvSpPr>
            <p:cNvPr id="527369" name="Text Box 9">
              <a:extLst>
                <a:ext uri="{FF2B5EF4-FFF2-40B4-BE49-F238E27FC236}">
                  <a16:creationId xmlns:a16="http://schemas.microsoft.com/office/drawing/2014/main" id="{95555EAB-48EC-1D4B-BA8A-5378A46514B6}"/>
                </a:ext>
              </a:extLst>
            </p:cNvPr>
            <p:cNvSpPr txBox="1">
              <a:spLocks noChangeArrowheads="1"/>
            </p:cNvSpPr>
            <p:nvPr/>
          </p:nvSpPr>
          <p:spPr bwMode="auto">
            <a:xfrm>
              <a:off x="1254" y="2750"/>
              <a:ext cx="397" cy="316"/>
            </a:xfrm>
            <a:prstGeom prst="rect">
              <a:avLst/>
            </a:prstGeom>
            <a:noFill/>
            <a:ln>
              <a:noFill/>
            </a:ln>
            <a:effectLst/>
          </p:spPr>
          <p:txBody>
            <a:bodyPr wrap="none">
              <a:spAutoFit/>
            </a:bodyPr>
            <a:lstStyle/>
            <a:p>
              <a:pPr>
                <a:defRPr/>
              </a:pPr>
              <a:r>
                <a:rPr lang="en-US" altLang="zh-CN" sz="1661" b="1" dirty="0">
                  <a:solidFill>
                    <a:srgbClr val="0000CC"/>
                  </a:solidFill>
                  <a:latin typeface="+mn-lt"/>
                  <a:ea typeface="黑体" pitchFamily="2" charset="-122"/>
                </a:rPr>
                <a:t>255</a:t>
              </a:r>
            </a:p>
          </p:txBody>
        </p:sp>
        <p:sp>
          <p:nvSpPr>
            <p:cNvPr id="527370" name="Text Box 10">
              <a:extLst>
                <a:ext uri="{FF2B5EF4-FFF2-40B4-BE49-F238E27FC236}">
                  <a16:creationId xmlns:a16="http://schemas.microsoft.com/office/drawing/2014/main" id="{6D8F34D9-231F-F346-8949-67AC31A9EA63}"/>
                </a:ext>
              </a:extLst>
            </p:cNvPr>
            <p:cNvSpPr txBox="1">
              <a:spLocks noChangeArrowheads="1"/>
            </p:cNvSpPr>
            <p:nvPr/>
          </p:nvSpPr>
          <p:spPr bwMode="auto">
            <a:xfrm>
              <a:off x="2291" y="2750"/>
              <a:ext cx="397" cy="316"/>
            </a:xfrm>
            <a:prstGeom prst="rect">
              <a:avLst/>
            </a:prstGeom>
            <a:noFill/>
            <a:ln>
              <a:noFill/>
            </a:ln>
            <a:effectLst/>
          </p:spPr>
          <p:txBody>
            <a:bodyPr wrap="none">
              <a:spAutoFit/>
            </a:bodyPr>
            <a:lstStyle/>
            <a:p>
              <a:pPr>
                <a:defRPr/>
              </a:pPr>
              <a:r>
                <a:rPr lang="en-US" altLang="zh-CN" sz="1661" b="1" dirty="0">
                  <a:solidFill>
                    <a:srgbClr val="0000CC"/>
                  </a:solidFill>
                  <a:latin typeface="+mn-lt"/>
                  <a:ea typeface="黑体" pitchFamily="2" charset="-122"/>
                </a:rPr>
                <a:t>192</a:t>
              </a:r>
            </a:p>
          </p:txBody>
        </p:sp>
        <p:sp>
          <p:nvSpPr>
            <p:cNvPr id="527371" name="Text Box 11">
              <a:extLst>
                <a:ext uri="{FF2B5EF4-FFF2-40B4-BE49-F238E27FC236}">
                  <a16:creationId xmlns:a16="http://schemas.microsoft.com/office/drawing/2014/main" id="{A984B115-BD74-DC42-9306-C00DFDAFD291}"/>
                </a:ext>
              </a:extLst>
            </p:cNvPr>
            <p:cNvSpPr txBox="1">
              <a:spLocks noChangeArrowheads="1"/>
            </p:cNvSpPr>
            <p:nvPr/>
          </p:nvSpPr>
          <p:spPr bwMode="auto">
            <a:xfrm>
              <a:off x="3383" y="2750"/>
              <a:ext cx="229" cy="316"/>
            </a:xfrm>
            <a:prstGeom prst="rect">
              <a:avLst/>
            </a:prstGeom>
            <a:noFill/>
            <a:ln>
              <a:noFill/>
            </a:ln>
            <a:effectLst/>
          </p:spPr>
          <p:txBody>
            <a:bodyPr wrap="none">
              <a:spAutoFit/>
            </a:bodyPr>
            <a:lstStyle/>
            <a:p>
              <a:pPr>
                <a:defRPr/>
              </a:pPr>
              <a:r>
                <a:rPr lang="en-US" altLang="zh-CN" sz="1661" b="1" dirty="0">
                  <a:solidFill>
                    <a:srgbClr val="0000CC"/>
                  </a:solidFill>
                  <a:latin typeface="+mn-lt"/>
                  <a:ea typeface="黑体" pitchFamily="2" charset="-122"/>
                </a:rPr>
                <a:t>0</a:t>
              </a:r>
            </a:p>
          </p:txBody>
        </p:sp>
        <p:sp>
          <p:nvSpPr>
            <p:cNvPr id="527372" name="Text Box 12">
              <a:extLst>
                <a:ext uri="{FF2B5EF4-FFF2-40B4-BE49-F238E27FC236}">
                  <a16:creationId xmlns:a16="http://schemas.microsoft.com/office/drawing/2014/main" id="{E91C5F18-D8E8-3841-A17A-570A573DE700}"/>
                </a:ext>
              </a:extLst>
            </p:cNvPr>
            <p:cNvSpPr txBox="1">
              <a:spLocks noChangeArrowheads="1"/>
            </p:cNvSpPr>
            <p:nvPr/>
          </p:nvSpPr>
          <p:spPr bwMode="auto">
            <a:xfrm>
              <a:off x="4436" y="2750"/>
              <a:ext cx="229" cy="316"/>
            </a:xfrm>
            <a:prstGeom prst="rect">
              <a:avLst/>
            </a:prstGeom>
            <a:noFill/>
            <a:ln>
              <a:noFill/>
            </a:ln>
            <a:effectLst/>
          </p:spPr>
          <p:txBody>
            <a:bodyPr wrap="none">
              <a:spAutoFit/>
            </a:bodyPr>
            <a:lstStyle/>
            <a:p>
              <a:pPr>
                <a:defRPr/>
              </a:pPr>
              <a:r>
                <a:rPr lang="en-US" altLang="zh-CN" sz="1661" b="1" dirty="0">
                  <a:solidFill>
                    <a:srgbClr val="0000CC"/>
                  </a:solidFill>
                  <a:latin typeface="+mn-lt"/>
                  <a:ea typeface="黑体" pitchFamily="2" charset="-122"/>
                </a:rPr>
                <a:t>0</a:t>
              </a:r>
            </a:p>
          </p:txBody>
        </p:sp>
      </p:grpSp>
      <p:grpSp>
        <p:nvGrpSpPr>
          <p:cNvPr id="527373" name="Group 13">
            <a:extLst>
              <a:ext uri="{FF2B5EF4-FFF2-40B4-BE49-F238E27FC236}">
                <a16:creationId xmlns:a16="http://schemas.microsoft.com/office/drawing/2014/main" id="{B20F61BC-0D02-CA4E-8D65-F9162B476820}"/>
              </a:ext>
            </a:extLst>
          </p:cNvPr>
          <p:cNvGrpSpPr>
            <a:grpSpLocks/>
          </p:cNvGrpSpPr>
          <p:nvPr/>
        </p:nvGrpSpPr>
        <p:grpSpPr bwMode="auto">
          <a:xfrm>
            <a:off x="1718686" y="1808893"/>
            <a:ext cx="3451746" cy="1641858"/>
            <a:chOff x="806" y="1246"/>
            <a:chExt cx="2711" cy="1494"/>
          </a:xfrm>
        </p:grpSpPr>
        <p:grpSp>
          <p:nvGrpSpPr>
            <p:cNvPr id="284678" name="Group 14">
              <a:extLst>
                <a:ext uri="{FF2B5EF4-FFF2-40B4-BE49-F238E27FC236}">
                  <a16:creationId xmlns:a16="http://schemas.microsoft.com/office/drawing/2014/main" id="{F26C22DF-6150-334C-9593-3687C29C1F75}"/>
                </a:ext>
              </a:extLst>
            </p:cNvPr>
            <p:cNvGrpSpPr>
              <a:grpSpLocks/>
            </p:cNvGrpSpPr>
            <p:nvPr/>
          </p:nvGrpSpPr>
          <p:grpSpPr bwMode="auto">
            <a:xfrm>
              <a:off x="1126" y="1246"/>
              <a:ext cx="2391" cy="914"/>
              <a:chOff x="1126" y="1246"/>
              <a:chExt cx="2391" cy="914"/>
            </a:xfrm>
          </p:grpSpPr>
          <p:sp>
            <p:nvSpPr>
              <p:cNvPr id="284680" name="Rectangle 15">
                <a:extLst>
                  <a:ext uri="{FF2B5EF4-FFF2-40B4-BE49-F238E27FC236}">
                    <a16:creationId xmlns:a16="http://schemas.microsoft.com/office/drawing/2014/main" id="{0C050408-FC4A-404F-ADD2-5CAACABDEF0A}"/>
                  </a:ext>
                </a:extLst>
              </p:cNvPr>
              <p:cNvSpPr>
                <a:spLocks noChangeArrowheads="1"/>
              </p:cNvSpPr>
              <p:nvPr/>
            </p:nvSpPr>
            <p:spPr bwMode="auto">
              <a:xfrm>
                <a:off x="1126" y="1843"/>
                <a:ext cx="1250" cy="317"/>
              </a:xfrm>
              <a:prstGeom prst="rect">
                <a:avLst/>
              </a:prstGeom>
              <a:noFill/>
              <a:ln w="381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284681" name="Line 16">
                <a:extLst>
                  <a:ext uri="{FF2B5EF4-FFF2-40B4-BE49-F238E27FC236}">
                    <a16:creationId xmlns:a16="http://schemas.microsoft.com/office/drawing/2014/main" id="{75B9631F-38CA-3948-BDB8-494CE8C3C926}"/>
                  </a:ext>
                </a:extLst>
              </p:cNvPr>
              <p:cNvSpPr>
                <a:spLocks noChangeShapeType="1"/>
              </p:cNvSpPr>
              <p:nvPr/>
            </p:nvSpPr>
            <p:spPr bwMode="auto">
              <a:xfrm>
                <a:off x="3245" y="1246"/>
                <a:ext cx="272"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dirty="0"/>
              </a:p>
            </p:txBody>
          </p:sp>
        </p:grpSp>
        <p:sp>
          <p:nvSpPr>
            <p:cNvPr id="284679" name="Text Box 17">
              <a:extLst>
                <a:ext uri="{FF2B5EF4-FFF2-40B4-BE49-F238E27FC236}">
                  <a16:creationId xmlns:a16="http://schemas.microsoft.com/office/drawing/2014/main" id="{C09D34A3-8892-BD42-80AF-80D7ED351149}"/>
                </a:ext>
              </a:extLst>
            </p:cNvPr>
            <p:cNvSpPr txBox="1">
              <a:spLocks noChangeArrowheads="1"/>
            </p:cNvSpPr>
            <p:nvPr/>
          </p:nvSpPr>
          <p:spPr bwMode="auto">
            <a:xfrm>
              <a:off x="806" y="2425"/>
              <a:ext cx="1913" cy="315"/>
            </a:xfrm>
            <a:prstGeom prst="rect">
              <a:avLst/>
            </a:prstGeom>
            <a:solidFill>
              <a:srgbClr val="FFFF66"/>
            </a:solidFill>
            <a:ln w="19050">
              <a:solidFill>
                <a:srgbClr val="0000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zh-CN" altLang="en-US" sz="1650">
                  <a:solidFill>
                    <a:srgbClr val="000099"/>
                  </a:solidFill>
                  <a:latin typeface="微软雅黑" panose="020B0503020204020204" pitchFamily="34" charset="-122"/>
                  <a:ea typeface="宋体" panose="02010600030101010101" pitchFamily="2" charset="-122"/>
                </a:rPr>
                <a:t>掩码中有 </a:t>
              </a:r>
              <a:r>
                <a:rPr lang="en-US" altLang="zh-CN" sz="1650">
                  <a:solidFill>
                    <a:srgbClr val="000099"/>
                  </a:solidFill>
                  <a:latin typeface="微软雅黑" panose="020B0503020204020204" pitchFamily="34" charset="-122"/>
                  <a:ea typeface="宋体" panose="02010600030101010101" pitchFamily="2" charset="-122"/>
                </a:rPr>
                <a:t>10 </a:t>
              </a:r>
              <a:r>
                <a:rPr lang="zh-CN" altLang="en-US" sz="1650">
                  <a:solidFill>
                    <a:srgbClr val="000099"/>
                  </a:solidFill>
                  <a:latin typeface="微软雅黑" panose="020B0503020204020204" pitchFamily="34" charset="-122"/>
                  <a:ea typeface="宋体" panose="02010600030101010101" pitchFamily="2" charset="-122"/>
                </a:rPr>
                <a:t>个连续的 </a:t>
              </a:r>
              <a:r>
                <a:rPr lang="en-US" altLang="zh-CN" sz="1650">
                  <a:solidFill>
                    <a:srgbClr val="000099"/>
                  </a:solidFill>
                  <a:latin typeface="微软雅黑" panose="020B0503020204020204" pitchFamily="34" charset="-122"/>
                  <a:ea typeface="宋体" panose="02010600030101010101" pitchFamily="2" charset="-122"/>
                </a:rPr>
                <a:t>1</a:t>
              </a:r>
            </a:p>
          </p:txBody>
        </p:sp>
      </p:grpSp>
      <p:sp>
        <p:nvSpPr>
          <p:cNvPr id="284677" name="Text Box 7">
            <a:extLst>
              <a:ext uri="{FF2B5EF4-FFF2-40B4-BE49-F238E27FC236}">
                <a16:creationId xmlns:a16="http://schemas.microsoft.com/office/drawing/2014/main" id="{48F61FBB-2318-3443-975D-863C3AD85D38}"/>
              </a:ext>
            </a:extLst>
          </p:cNvPr>
          <p:cNvSpPr txBox="1">
            <a:spLocks noChangeArrowheads="1"/>
          </p:cNvSpPr>
          <p:nvPr/>
        </p:nvSpPr>
        <p:spPr bwMode="auto">
          <a:xfrm>
            <a:off x="2171700" y="2463404"/>
            <a:ext cx="500970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en-US" altLang="zh-CN" sz="1800" b="1">
                <a:solidFill>
                  <a:srgbClr val="C00000"/>
                </a:solidFill>
                <a:latin typeface="Courier New" panose="02070309020205020404" pitchFamily="49" charset="0"/>
                <a:ea typeface="宋体" panose="02010600030101010101" pitchFamily="2" charset="-122"/>
              </a:rPr>
              <a:t>11111111 11</a:t>
            </a:r>
            <a:r>
              <a:rPr lang="en-US" altLang="zh-CN" sz="1800" b="1">
                <a:solidFill>
                  <a:schemeClr val="tx1"/>
                </a:solidFill>
                <a:latin typeface="Courier New" panose="02070309020205020404" pitchFamily="49" charset="0"/>
                <a:ea typeface="宋体" panose="02010600030101010101" pitchFamily="2" charset="-122"/>
              </a:rPr>
              <a:t>000000 00000000 00000000</a:t>
            </a:r>
          </a:p>
        </p:txBody>
      </p:sp>
    </p:spTree>
    <p:extLst>
      <p:ext uri="{BB962C8B-B14F-4D97-AF65-F5344CB8AC3E}">
        <p14:creationId xmlns:p14="http://schemas.microsoft.com/office/powerpoint/2010/main" val="4731055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2736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27363">
                                            <p:txEl>
                                              <p:pRg st="6" end="6"/>
                                            </p:txEl>
                                          </p:spTgt>
                                        </p:tgtEl>
                                        <p:attrNameLst>
                                          <p:attrName>style.visibility</p:attrName>
                                        </p:attrNameLst>
                                      </p:cBhvr>
                                      <p:to>
                                        <p:strVal val="visible"/>
                                      </p:to>
                                    </p:set>
                                  </p:childTnLst>
                                </p:cTn>
                              </p:par>
                            </p:childTnLst>
                          </p:cTn>
                        </p:par>
                        <p:par>
                          <p:cTn id="11" fill="hold" nodeType="afterGroup">
                            <p:stCondLst>
                              <p:cond delay="0"/>
                            </p:stCondLst>
                            <p:childTnLst>
                              <p:par>
                                <p:cTn id="12" presetID="1" presetClass="entr" presetSubtype="0" fill="hold" nodeType="afterEffect">
                                  <p:stCondLst>
                                    <p:cond delay="0"/>
                                  </p:stCondLst>
                                  <p:childTnLst>
                                    <p:set>
                                      <p:cBhvr>
                                        <p:cTn id="13" dur="1" fill="hold">
                                          <p:stCondLst>
                                            <p:cond delay="0"/>
                                          </p:stCondLst>
                                        </p:cTn>
                                        <p:tgtEl>
                                          <p:spTgt spid="527364"/>
                                        </p:tgtEl>
                                        <p:attrNameLst>
                                          <p:attrName>style.visibility</p:attrName>
                                        </p:attrNameLst>
                                      </p:cBhvr>
                                      <p:to>
                                        <p:strVal val="visible"/>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1" presetClass="entr" presetSubtype="0" repeatCount="3000" fill="hold" nodeType="clickEffect">
                                  <p:stCondLst>
                                    <p:cond delay="0"/>
                                  </p:stCondLst>
                                  <p:childTnLst>
                                    <p:set>
                                      <p:cBhvr>
                                        <p:cTn id="17" dur="1" fill="hold">
                                          <p:stCondLst>
                                            <p:cond delay="0"/>
                                          </p:stCondLst>
                                        </p:cTn>
                                        <p:tgtEl>
                                          <p:spTgt spid="527373"/>
                                        </p:tgtEl>
                                        <p:attrNameLst>
                                          <p:attrName>style.visibility</p:attrName>
                                        </p:attrNameLst>
                                      </p:cBhvr>
                                      <p:to>
                                        <p:strVal val="visible"/>
                                      </p:to>
                                    </p:set>
                                  </p:childTnLst>
                                </p:cTn>
                              </p:par>
                            </p:childTnLst>
                          </p:cTn>
                        </p:par>
                        <p:par>
                          <p:cTn id="18" fill="hold" nodeType="afterGroup">
                            <p:stCondLst>
                              <p:cond delay="0"/>
                            </p:stCondLst>
                            <p:childTnLst>
                              <p:par>
                                <p:cTn id="19" presetID="35" presetClass="emph" presetSubtype="0" repeatCount="3000" fill="hold" nodeType="afterEffect">
                                  <p:stCondLst>
                                    <p:cond delay="500"/>
                                  </p:stCondLst>
                                  <p:childTnLst>
                                    <p:anim calcmode="discrete" valueType="str">
                                      <p:cBhvr>
                                        <p:cTn id="20" dur="1000" fill="hold"/>
                                        <p:tgtEl>
                                          <p:spTgt spid="52737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表格 3">
            <a:extLst>
              <a:ext uri="{FF2B5EF4-FFF2-40B4-BE49-F238E27FC236}">
                <a16:creationId xmlns:a16="http://schemas.microsoft.com/office/drawing/2014/main" id="{CE0A8BF9-6DAC-3141-AE95-F5556FF7FFE0}"/>
              </a:ext>
            </a:extLst>
          </p:cNvPr>
          <p:cNvGraphicFramePr>
            <a:graphicFrameLocks noGrp="1"/>
          </p:cNvGraphicFramePr>
          <p:nvPr>
            <p:extLst>
              <p:ext uri="{D42A27DB-BD31-4B8C-83A1-F6EECF244321}">
                <p14:modId xmlns:p14="http://schemas.microsoft.com/office/powerpoint/2010/main" val="1456966426"/>
              </p:ext>
            </p:extLst>
          </p:nvPr>
        </p:nvGraphicFramePr>
        <p:xfrm>
          <a:off x="609600" y="1059656"/>
          <a:ext cx="8132618" cy="3839777"/>
        </p:xfrm>
        <a:graphic>
          <a:graphicData uri="http://schemas.openxmlformats.org/drawingml/2006/table">
            <a:tbl>
              <a:tblPr/>
              <a:tblGrid>
                <a:gridCol w="1601522">
                  <a:extLst>
                    <a:ext uri="{9D8B030D-6E8A-4147-A177-3AD203B41FA5}">
                      <a16:colId xmlns:a16="http://schemas.microsoft.com/office/drawing/2014/main" val="20000"/>
                    </a:ext>
                  </a:extLst>
                </a:gridCol>
                <a:gridCol w="2097127">
                  <a:extLst>
                    <a:ext uri="{9D8B030D-6E8A-4147-A177-3AD203B41FA5}">
                      <a16:colId xmlns:a16="http://schemas.microsoft.com/office/drawing/2014/main" val="20001"/>
                    </a:ext>
                  </a:extLst>
                </a:gridCol>
                <a:gridCol w="1744174">
                  <a:extLst>
                    <a:ext uri="{9D8B030D-6E8A-4147-A177-3AD203B41FA5}">
                      <a16:colId xmlns:a16="http://schemas.microsoft.com/office/drawing/2014/main" val="20002"/>
                    </a:ext>
                  </a:extLst>
                </a:gridCol>
                <a:gridCol w="2689795">
                  <a:extLst>
                    <a:ext uri="{9D8B030D-6E8A-4147-A177-3AD203B41FA5}">
                      <a16:colId xmlns:a16="http://schemas.microsoft.com/office/drawing/2014/main" val="20003"/>
                    </a:ext>
                  </a:extLst>
                </a:gridCol>
              </a:tblGrid>
              <a:tr h="42148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CIDR </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前缀长度</a:t>
                      </a: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9D9D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点分十进制</a:t>
                      </a: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9D9D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包含的地址数</a:t>
                      </a: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9D9D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相当于包含分类的网络数</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9D9D9"/>
                    </a:solidFill>
                  </a:tcPr>
                </a:tc>
                <a:extLst>
                  <a:ext uri="{0D108BD9-81ED-4DB2-BD59-A6C34878D82A}">
                    <a16:rowId xmlns:a16="http://schemas.microsoft.com/office/drawing/2014/main" val="10000"/>
                  </a:ext>
                </a:extLst>
              </a:tr>
              <a:tr h="225029">
                <a:tc>
                  <a:txBody>
                    <a:bodyPr/>
                    <a:lstStyle>
                      <a:lvl1pPr>
                        <a:spcBef>
                          <a:spcPct val="20000"/>
                        </a:spcBef>
                        <a:buClr>
                          <a:schemeClr val="folHlink"/>
                        </a:buClr>
                        <a:buSzPct val="60000"/>
                        <a:buFont typeface="Wingdings" pitchFamily="2" charset="2"/>
                        <a:tabLst>
                          <a:tab pos="266700" algn="l"/>
                          <a:tab pos="2636838" algn="ctr"/>
                          <a:tab pos="5273675" algn="r"/>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266700" algn="l"/>
                          <a:tab pos="2636838" algn="ctr"/>
                          <a:tab pos="5273675" algn="r"/>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266700" algn="l"/>
                          <a:tab pos="2636838" algn="ctr"/>
                          <a:tab pos="5273675" algn="r"/>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266700" algn="l"/>
                          <a:tab pos="2636838" algn="ctr"/>
                          <a:tab pos="5273675" algn="r"/>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266700" algn="l"/>
                          <a:tab pos="2636838" algn="ctr"/>
                          <a:tab pos="5273675" algn="r"/>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266700" algn="l"/>
                          <a:tab pos="2636838" algn="ctr"/>
                          <a:tab pos="5273675" algn="r"/>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266700" algn="l"/>
                          <a:tab pos="2636838" algn="ctr"/>
                          <a:tab pos="5273675" algn="r"/>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266700" algn="l"/>
                          <a:tab pos="2636838" algn="ctr"/>
                          <a:tab pos="5273675" algn="r"/>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266700" algn="l"/>
                          <a:tab pos="2636838" algn="ctr"/>
                          <a:tab pos="5273675" algn="r"/>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266700" algn="l"/>
                          <a:tab pos="2636838" algn="ctr"/>
                          <a:tab pos="5273675" algn="r"/>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/13</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255.248.0.0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512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8</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B</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类或</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2048</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/14</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255.252.0.0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256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4</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B</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类或</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1024</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/15</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255.254.0.0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128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B</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类或</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512</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/16</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255.255.0.0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64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1</a:t>
                      </a:r>
                      <a:r>
                        <a:rPr kumimoji="0" lang="zh-CN"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B</a:t>
                      </a:r>
                      <a:r>
                        <a:rPr kumimoji="0" lang="zh-CN"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类或</a:t>
                      </a:r>
                      <a:r>
                        <a:rPr kumimoji="0" lang="en-US"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256</a:t>
                      </a:r>
                      <a:r>
                        <a:rPr kumimoji="0" lang="zh-CN"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4"/>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/17</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255.255.128.0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32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128</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5"/>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/18</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255.255.192.0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16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64</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6"/>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/19</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255.255.224.0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8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32</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7"/>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255.255.240.0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4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16</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8"/>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/21</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255.255.248.0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8</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9"/>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/22</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255.255.252.0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4</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10"/>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/23</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255.255.254.0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512</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11"/>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/24</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255.255.255.0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256</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12"/>
                  </a:ext>
                </a:extLst>
              </a:tr>
              <a:tr h="24526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255.255.255.128</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128</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1/2</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13"/>
                  </a:ext>
                </a:extLst>
              </a:tr>
              <a:tr h="257175">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/26</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255.255.255.192</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64</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1/4</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14"/>
                  </a:ext>
                </a:extLst>
              </a:tr>
              <a:tr h="215504">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/27</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255.255.255.224</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32</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1/8</a:t>
                      </a:r>
                      <a:r>
                        <a:rPr kumimoji="0" lang="zh-CN"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15"/>
                  </a:ext>
                </a:extLst>
              </a:tr>
            </a:tbl>
          </a:graphicData>
        </a:graphic>
      </p:graphicFrame>
      <p:sp>
        <p:nvSpPr>
          <p:cNvPr id="2" name="标题 1">
            <a:extLst>
              <a:ext uri="{FF2B5EF4-FFF2-40B4-BE49-F238E27FC236}">
                <a16:creationId xmlns:a16="http://schemas.microsoft.com/office/drawing/2014/main" id="{1CCC00AE-4927-3C4C-BDE4-3C919F8573C3}"/>
              </a:ext>
            </a:extLst>
          </p:cNvPr>
          <p:cNvSpPr>
            <a:spLocks noGrp="1"/>
          </p:cNvSpPr>
          <p:nvPr>
            <p:ph type="title"/>
          </p:nvPr>
        </p:nvSpPr>
        <p:spPr>
          <a:xfrm>
            <a:off x="133562" y="224898"/>
            <a:ext cx="8804953" cy="647700"/>
          </a:xfrm>
        </p:spPr>
        <p:txBody>
          <a:bodyPr/>
          <a:lstStyle/>
          <a:p>
            <a:r>
              <a:rPr lang="zh-CN" altLang="zh-CN" dirty="0">
                <a:latin typeface="微软雅黑" panose="020B0503020204020204" pitchFamily="34" charset="-122"/>
                <a:ea typeface="宋体" panose="02010600030101010101" pitchFamily="2" charset="-122"/>
              </a:rPr>
              <a:t>常用的</a:t>
            </a:r>
            <a:r>
              <a:rPr lang="en-US" altLang="zh-CN" dirty="0">
                <a:latin typeface="微软雅黑" panose="020B0503020204020204" pitchFamily="34" charset="-122"/>
                <a:ea typeface="宋体" panose="02010600030101010101" pitchFamily="2" charset="-122"/>
              </a:rPr>
              <a:t> CIDR </a:t>
            </a:r>
            <a:r>
              <a:rPr lang="zh-CN" altLang="zh-CN" dirty="0">
                <a:latin typeface="微软雅黑" panose="020B0503020204020204" pitchFamily="34" charset="-122"/>
                <a:ea typeface="宋体" panose="02010600030101010101" pitchFamily="2" charset="-122"/>
              </a:rPr>
              <a:t>地址块</a:t>
            </a:r>
            <a:endParaRPr kumimoji="1" lang="zh-CN" altLang="en-US" dirty="0"/>
          </a:p>
        </p:txBody>
      </p:sp>
    </p:spTree>
    <p:extLst>
      <p:ext uri="{BB962C8B-B14F-4D97-AF65-F5344CB8AC3E}">
        <p14:creationId xmlns:p14="http://schemas.microsoft.com/office/powerpoint/2010/main" val="880563521"/>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745" name="Rectangle 2">
            <a:extLst>
              <a:ext uri="{FF2B5EF4-FFF2-40B4-BE49-F238E27FC236}">
                <a16:creationId xmlns:a16="http://schemas.microsoft.com/office/drawing/2014/main" id="{7DAEA721-63CF-8D4A-A016-ABB9F61AF770}"/>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构成超网 </a:t>
            </a:r>
          </a:p>
        </p:txBody>
      </p:sp>
      <p:sp>
        <p:nvSpPr>
          <p:cNvPr id="529411" name="Rectangle 3">
            <a:extLst>
              <a:ext uri="{FF2B5EF4-FFF2-40B4-BE49-F238E27FC236}">
                <a16:creationId xmlns:a16="http://schemas.microsoft.com/office/drawing/2014/main" id="{67E9A3C8-3CEC-774F-A636-7A6950873ACF}"/>
              </a:ext>
            </a:extLst>
          </p:cNvPr>
          <p:cNvSpPr>
            <a:spLocks noGrp="1" noChangeArrowheads="1"/>
          </p:cNvSpPr>
          <p:nvPr>
            <p:ph idx="1"/>
          </p:nvPr>
        </p:nvSpPr>
        <p:spPr>
          <a:xfrm>
            <a:off x="66781" y="997527"/>
            <a:ext cx="9010437" cy="3708326"/>
          </a:xfrm>
        </p:spPr>
        <p:txBody>
          <a:bodyPr/>
          <a:lstStyle/>
          <a:p>
            <a:r>
              <a:rPr lang="zh-CN" altLang="en-US" dirty="0">
                <a:ea typeface="宋体" panose="02010600030101010101" pitchFamily="2" charset="-122"/>
              </a:rPr>
              <a:t>前缀长度不超过 </a:t>
            </a:r>
            <a:r>
              <a:rPr lang="en-US" altLang="zh-CN" dirty="0">
                <a:ea typeface="宋体" panose="02010600030101010101" pitchFamily="2" charset="-122"/>
              </a:rPr>
              <a:t>23 </a:t>
            </a:r>
            <a:r>
              <a:rPr lang="zh-CN" altLang="en-US" dirty="0">
                <a:ea typeface="宋体" panose="02010600030101010101" pitchFamily="2" charset="-122"/>
              </a:rPr>
              <a:t>位的 </a:t>
            </a:r>
            <a:r>
              <a:rPr lang="en-US" altLang="zh-CN" dirty="0">
                <a:ea typeface="宋体" panose="02010600030101010101" pitchFamily="2" charset="-122"/>
              </a:rPr>
              <a:t>CIDR </a:t>
            </a:r>
            <a:r>
              <a:rPr lang="zh-CN" altLang="en-US" dirty="0">
                <a:ea typeface="宋体" panose="02010600030101010101" pitchFamily="2" charset="-122"/>
              </a:rPr>
              <a:t>地址块都包含了多个 </a:t>
            </a:r>
            <a:r>
              <a:rPr lang="en-US" altLang="zh-CN" dirty="0">
                <a:ea typeface="宋体" panose="02010600030101010101" pitchFamily="2" charset="-122"/>
              </a:rPr>
              <a:t>C  </a:t>
            </a:r>
            <a:r>
              <a:rPr lang="zh-CN" altLang="en-US" dirty="0">
                <a:ea typeface="宋体" panose="02010600030101010101" pitchFamily="2" charset="-122"/>
              </a:rPr>
              <a:t>类地址。</a:t>
            </a:r>
          </a:p>
          <a:p>
            <a:r>
              <a:rPr lang="zh-CN" altLang="en-US" dirty="0">
                <a:ea typeface="宋体" panose="02010600030101010101" pitchFamily="2" charset="-122"/>
              </a:rPr>
              <a:t>这些 </a:t>
            </a:r>
            <a:r>
              <a:rPr lang="en-US" altLang="zh-CN" dirty="0">
                <a:ea typeface="宋体" panose="02010600030101010101" pitchFamily="2" charset="-122"/>
              </a:rPr>
              <a:t>C </a:t>
            </a:r>
            <a:r>
              <a:rPr lang="zh-CN" altLang="en-US" dirty="0">
                <a:ea typeface="宋体" panose="02010600030101010101" pitchFamily="2" charset="-122"/>
              </a:rPr>
              <a:t>类地址合起来就构成了超网。</a:t>
            </a:r>
          </a:p>
          <a:p>
            <a:r>
              <a:rPr lang="en-US" altLang="zh-CN" dirty="0">
                <a:solidFill>
                  <a:srgbClr val="FF0000"/>
                </a:solidFill>
                <a:ea typeface="宋体" panose="02010600030101010101" pitchFamily="2" charset="-122"/>
              </a:rPr>
              <a:t>CIDR </a:t>
            </a:r>
            <a:r>
              <a:rPr lang="zh-CN" altLang="en-US" dirty="0">
                <a:solidFill>
                  <a:srgbClr val="FF0000"/>
                </a:solidFill>
                <a:ea typeface="宋体" panose="02010600030101010101" pitchFamily="2" charset="-122"/>
              </a:rPr>
              <a:t>地址块中的地址数一定是 </a:t>
            </a:r>
            <a:r>
              <a:rPr lang="en-US" altLang="zh-CN" dirty="0">
                <a:solidFill>
                  <a:srgbClr val="FF0000"/>
                </a:solidFill>
                <a:ea typeface="宋体" panose="02010600030101010101" pitchFamily="2" charset="-122"/>
              </a:rPr>
              <a:t>2 </a:t>
            </a:r>
            <a:r>
              <a:rPr lang="zh-CN" altLang="en-US" dirty="0">
                <a:solidFill>
                  <a:srgbClr val="FF0000"/>
                </a:solidFill>
                <a:ea typeface="宋体" panose="02010600030101010101" pitchFamily="2" charset="-122"/>
              </a:rPr>
              <a:t>的整数次幂。</a:t>
            </a:r>
          </a:p>
          <a:p>
            <a:r>
              <a:rPr lang="zh-CN" altLang="en-US" dirty="0">
                <a:ea typeface="宋体" panose="02010600030101010101" pitchFamily="2" charset="-122"/>
              </a:rPr>
              <a:t>网络前缀越短，其地址块所包含的地址数就越多。</a:t>
            </a:r>
            <a:r>
              <a:rPr lang="zh-CN" altLang="en-US" dirty="0">
                <a:solidFill>
                  <a:srgbClr val="0000FF"/>
                </a:solidFill>
                <a:ea typeface="宋体" panose="02010600030101010101" pitchFamily="2" charset="-122"/>
              </a:rPr>
              <a:t>而在三级结构的</a:t>
            </a:r>
            <a:r>
              <a:rPr lang="en-US" altLang="zh-CN" dirty="0">
                <a:solidFill>
                  <a:srgbClr val="0000FF"/>
                </a:solidFill>
                <a:ea typeface="宋体" panose="02010600030101010101" pitchFamily="2" charset="-122"/>
              </a:rPr>
              <a:t>IP</a:t>
            </a:r>
            <a:r>
              <a:rPr lang="zh-CN" altLang="en-US" dirty="0">
                <a:solidFill>
                  <a:srgbClr val="0000FF"/>
                </a:solidFill>
                <a:ea typeface="宋体" panose="02010600030101010101" pitchFamily="2" charset="-122"/>
              </a:rPr>
              <a:t>地址中，划分子网是使网络前缀变长，地址空间变短。</a:t>
            </a:r>
            <a:endParaRPr lang="en-US" altLang="zh-CN" dirty="0">
              <a:solidFill>
                <a:srgbClr val="0000FF"/>
              </a:solidFill>
              <a:ea typeface="宋体" panose="02010600030101010101" pitchFamily="2" charset="-122"/>
            </a:endParaRPr>
          </a:p>
          <a:p>
            <a:r>
              <a:rPr lang="en-US" altLang="zh-CN" dirty="0">
                <a:ea typeface="宋体" panose="02010600030101010101" pitchFamily="2" charset="-122"/>
              </a:rPr>
              <a:t>CIDR</a:t>
            </a:r>
            <a:r>
              <a:rPr lang="zh-CN" altLang="zh-CN" dirty="0">
                <a:ea typeface="宋体" panose="02010600030101010101" pitchFamily="2" charset="-122"/>
              </a:rPr>
              <a:t>的一个好处是</a:t>
            </a:r>
            <a:r>
              <a:rPr lang="zh-CN" altLang="en-US" dirty="0">
                <a:ea typeface="宋体" panose="02010600030101010101" pitchFamily="2" charset="-122"/>
              </a:rPr>
              <a:t>：</a:t>
            </a:r>
            <a:r>
              <a:rPr lang="zh-CN" altLang="zh-CN" dirty="0">
                <a:ea typeface="宋体" panose="02010600030101010101" pitchFamily="2" charset="-122"/>
              </a:rPr>
              <a:t>可以更加有效地分配</a:t>
            </a:r>
            <a:r>
              <a:rPr lang="en-US" altLang="zh-CN" dirty="0">
                <a:ea typeface="宋体" panose="02010600030101010101" pitchFamily="2" charset="-122"/>
              </a:rPr>
              <a:t> IPv4 </a:t>
            </a:r>
            <a:r>
              <a:rPr lang="zh-CN" altLang="zh-CN" dirty="0">
                <a:ea typeface="宋体" panose="02010600030101010101" pitchFamily="2" charset="-122"/>
              </a:rPr>
              <a:t>的地址空间，可根据客户的需要分配适当大小的</a:t>
            </a:r>
            <a:r>
              <a:rPr lang="en-US" altLang="zh-CN" dirty="0">
                <a:ea typeface="宋体" panose="02010600030101010101" pitchFamily="2" charset="-122"/>
              </a:rPr>
              <a:t> CIDR </a:t>
            </a:r>
            <a:r>
              <a:rPr lang="zh-CN" altLang="zh-CN" dirty="0">
                <a:ea typeface="宋体" panose="02010600030101010101" pitchFamily="2" charset="-122"/>
              </a:rPr>
              <a:t>地址块。</a:t>
            </a:r>
            <a:r>
              <a:rPr lang="zh-CN" altLang="en-US" dirty="0">
                <a:ea typeface="宋体" panose="02010600030101010101" pitchFamily="2" charset="-122"/>
              </a:rPr>
              <a:t>  </a:t>
            </a:r>
          </a:p>
        </p:txBody>
      </p:sp>
    </p:spTree>
    <p:extLst>
      <p:ext uri="{BB962C8B-B14F-4D97-AF65-F5344CB8AC3E}">
        <p14:creationId xmlns:p14="http://schemas.microsoft.com/office/powerpoint/2010/main" val="250741118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2941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29411">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529411">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529411">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3" name="Rectangle 2">
            <a:extLst>
              <a:ext uri="{FF2B5EF4-FFF2-40B4-BE49-F238E27FC236}">
                <a16:creationId xmlns:a16="http://schemas.microsoft.com/office/drawing/2014/main" id="{E6E6013B-E0E2-324A-B871-394FC8B5A683}"/>
              </a:ext>
            </a:extLst>
          </p:cNvPr>
          <p:cNvSpPr>
            <a:spLocks noGrp="1" noChangeArrowheads="1"/>
          </p:cNvSpPr>
          <p:nvPr>
            <p:ph type="title"/>
          </p:nvPr>
        </p:nvSpPr>
        <p:spPr>
          <a:xfrm>
            <a:off x="152400" y="298847"/>
            <a:ext cx="6954441" cy="617934"/>
          </a:xfrm>
        </p:spPr>
        <p:txBody>
          <a:bodyPr/>
          <a:lstStyle/>
          <a:p>
            <a:r>
              <a:rPr lang="zh-CN" altLang="en-US" sz="3000" dirty="0">
                <a:latin typeface="Arial Black" panose="020B0604020202020204" pitchFamily="34" charset="0"/>
                <a:ea typeface="宋体" panose="02010600030101010101" pitchFamily="2" charset="-122"/>
              </a:rPr>
              <a:t>无类域间路由实例</a:t>
            </a:r>
            <a:r>
              <a:rPr lang="en-US" altLang="zh-CN" sz="3000" dirty="0">
                <a:latin typeface="Arial Black" panose="020B0604020202020204" pitchFamily="34" charset="0"/>
                <a:ea typeface="宋体" panose="02010600030101010101" pitchFamily="2" charset="-122"/>
              </a:rPr>
              <a:t>1</a:t>
            </a:r>
          </a:p>
        </p:txBody>
      </p:sp>
      <p:sp>
        <p:nvSpPr>
          <p:cNvPr id="289794" name="Rectangle 3">
            <a:extLst>
              <a:ext uri="{FF2B5EF4-FFF2-40B4-BE49-F238E27FC236}">
                <a16:creationId xmlns:a16="http://schemas.microsoft.com/office/drawing/2014/main" id="{EBB9D6DA-92EE-8744-9DA4-F2B36E75604D}"/>
              </a:ext>
            </a:extLst>
          </p:cNvPr>
          <p:cNvSpPr>
            <a:spLocks noGrp="1" noChangeArrowheads="1"/>
          </p:cNvSpPr>
          <p:nvPr>
            <p:ph type="body" idx="1"/>
          </p:nvPr>
        </p:nvSpPr>
        <p:spPr>
          <a:xfrm>
            <a:off x="152399" y="975123"/>
            <a:ext cx="8714509" cy="4158853"/>
          </a:xfrm>
        </p:spPr>
        <p:txBody>
          <a:bodyPr/>
          <a:lstStyle/>
          <a:p>
            <a:r>
              <a:rPr lang="zh-CN" altLang="en-US" dirty="0">
                <a:latin typeface="Arial Black" panose="020B0604020202020204" pitchFamily="34" charset="0"/>
                <a:ea typeface="宋体" panose="02010600030101010101" pitchFamily="2" charset="-122"/>
              </a:rPr>
              <a:t>可用</a:t>
            </a:r>
            <a:r>
              <a:rPr lang="en-US" altLang="zh-CN" dirty="0">
                <a:latin typeface="Arial Black" panose="020B0604020202020204" pitchFamily="34" charset="0"/>
                <a:ea typeface="宋体" panose="02010600030101010101" pitchFamily="2" charset="-122"/>
              </a:rPr>
              <a:t>IP</a:t>
            </a:r>
            <a:r>
              <a:rPr lang="zh-CN" altLang="en-US" dirty="0">
                <a:latin typeface="Arial Black" panose="020B0604020202020204" pitchFamily="34" charset="0"/>
                <a:ea typeface="宋体" panose="02010600030101010101" pitchFamily="2" charset="-122"/>
              </a:rPr>
              <a:t>地址按可变大小块方式分配</a:t>
            </a:r>
          </a:p>
          <a:p>
            <a:pPr lvl="1"/>
            <a:r>
              <a:rPr lang="zh-CN" altLang="en-US" dirty="0">
                <a:latin typeface="Arial Black" panose="020B0604020202020204" pitchFamily="34" charset="0"/>
                <a:ea typeface="宋体" panose="02010600030101010101" pitchFamily="2" charset="-122"/>
              </a:rPr>
              <a:t>例：</a:t>
            </a:r>
            <a:r>
              <a:rPr lang="en-US" altLang="zh-CN" dirty="0">
                <a:latin typeface="Arial Black" panose="020B0604020202020204" pitchFamily="34" charset="0"/>
                <a:ea typeface="宋体" panose="02010600030101010101" pitchFamily="2" charset="-122"/>
              </a:rPr>
              <a:t>194.24.0.0/19</a:t>
            </a:r>
            <a:r>
              <a:rPr lang="zh-CN" altLang="en-US" dirty="0">
                <a:latin typeface="Arial Black" panose="020B0604020202020204" pitchFamily="34" charset="0"/>
                <a:ea typeface="宋体" panose="02010600030101010101" pitchFamily="2" charset="-122"/>
              </a:rPr>
              <a:t>，</a:t>
            </a:r>
            <a:r>
              <a:rPr lang="en-US" altLang="zh-CN" dirty="0">
                <a:latin typeface="Arial Black" panose="020B0604020202020204" pitchFamily="34" charset="0"/>
                <a:ea typeface="宋体" panose="02010600030101010101" pitchFamily="2" charset="-122"/>
              </a:rPr>
              <a:t>8192</a:t>
            </a:r>
            <a:r>
              <a:rPr lang="zh-CN" altLang="en-US" dirty="0">
                <a:latin typeface="Arial Black" panose="020B0604020202020204" pitchFamily="34" charset="0"/>
                <a:ea typeface="宋体" panose="02010600030101010101" pitchFamily="2" charset="-122"/>
              </a:rPr>
              <a:t>个地址</a:t>
            </a:r>
            <a:endParaRPr lang="en-US" altLang="zh-CN" dirty="0">
              <a:latin typeface="Arial Black" panose="020B0604020202020204" pitchFamily="34" charset="0"/>
              <a:ea typeface="宋体" panose="02010600030101010101" pitchFamily="2" charset="-122"/>
            </a:endParaRPr>
          </a:p>
          <a:p>
            <a:pPr lvl="2"/>
            <a:r>
              <a:rPr lang="en-US" altLang="zh-CN" dirty="0">
                <a:latin typeface="Arial Black" panose="020B0604020202020204" pitchFamily="34" charset="0"/>
                <a:ea typeface="宋体" panose="02010600030101010101" pitchFamily="2" charset="-122"/>
              </a:rPr>
              <a:t>Cambridge: 	</a:t>
            </a:r>
            <a:r>
              <a:rPr lang="en-US" altLang="zh-CN" dirty="0">
                <a:solidFill>
                  <a:srgbClr val="C00000"/>
                </a:solidFill>
                <a:latin typeface="Arial Black" panose="020B0604020202020204" pitchFamily="34" charset="0"/>
                <a:ea typeface="宋体" panose="02010600030101010101" pitchFamily="2" charset="-122"/>
              </a:rPr>
              <a:t>2048</a:t>
            </a:r>
            <a:r>
              <a:rPr lang="zh-CN" altLang="en-US" dirty="0">
                <a:latin typeface="Arial Black" panose="020B0604020202020204" pitchFamily="34" charset="0"/>
                <a:ea typeface="宋体" panose="02010600030101010101" pitchFamily="2" charset="-122"/>
              </a:rPr>
              <a:t>，</a:t>
            </a:r>
            <a:r>
              <a:rPr lang="en-US" altLang="zh-CN" dirty="0">
                <a:latin typeface="Arial Black" panose="020B0604020202020204" pitchFamily="34" charset="0"/>
                <a:ea typeface="宋体" panose="02010600030101010101" pitchFamily="2" charset="-122"/>
              </a:rPr>
              <a:t>/21</a:t>
            </a:r>
            <a:r>
              <a:rPr lang="zh-CN" altLang="en-US" dirty="0">
                <a:latin typeface="Arial Black" panose="020B0604020202020204" pitchFamily="34" charset="0"/>
                <a:ea typeface="宋体" panose="02010600030101010101" pitchFamily="2" charset="-122"/>
              </a:rPr>
              <a:t>，</a:t>
            </a:r>
            <a:r>
              <a:rPr lang="en-US" altLang="zh-CN" dirty="0">
                <a:latin typeface="Arial Black" panose="020B0604020202020204" pitchFamily="34" charset="0"/>
                <a:ea typeface="宋体" panose="02010600030101010101" pitchFamily="2" charset="-122"/>
              </a:rPr>
              <a:t>255.255.248.0</a:t>
            </a:r>
          </a:p>
          <a:p>
            <a:pPr lvl="2"/>
            <a:r>
              <a:rPr lang="en-US" altLang="zh-CN" dirty="0">
                <a:latin typeface="Arial Black" panose="020B0604020202020204" pitchFamily="34" charset="0"/>
                <a:ea typeface="宋体" panose="02010600030101010101" pitchFamily="2" charset="-122"/>
              </a:rPr>
              <a:t>Oxford: 	</a:t>
            </a:r>
            <a:r>
              <a:rPr lang="en-US" altLang="zh-CN" dirty="0">
                <a:solidFill>
                  <a:srgbClr val="C00000"/>
                </a:solidFill>
                <a:latin typeface="Arial Black" panose="020B0604020202020204" pitchFamily="34" charset="0"/>
                <a:ea typeface="宋体" panose="02010600030101010101" pitchFamily="2" charset="-122"/>
              </a:rPr>
              <a:t>4096</a:t>
            </a:r>
            <a:r>
              <a:rPr lang="zh-CN" altLang="en-US" dirty="0">
                <a:latin typeface="Arial Black" panose="020B0604020202020204" pitchFamily="34" charset="0"/>
                <a:ea typeface="宋体" panose="02010600030101010101" pitchFamily="2" charset="-122"/>
              </a:rPr>
              <a:t>，</a:t>
            </a:r>
            <a:r>
              <a:rPr lang="en-US" altLang="zh-CN" dirty="0">
                <a:latin typeface="Arial Black" panose="020B0604020202020204" pitchFamily="34" charset="0"/>
                <a:ea typeface="宋体" panose="02010600030101010101" pitchFamily="2" charset="-122"/>
              </a:rPr>
              <a:t>/20</a:t>
            </a:r>
            <a:r>
              <a:rPr lang="zh-CN" altLang="en-US" dirty="0">
                <a:latin typeface="Arial Black" panose="020B0604020202020204" pitchFamily="34" charset="0"/>
                <a:ea typeface="宋体" panose="02010600030101010101" pitchFamily="2" charset="-122"/>
              </a:rPr>
              <a:t>，</a:t>
            </a:r>
            <a:r>
              <a:rPr lang="en-US" altLang="zh-CN" dirty="0">
                <a:latin typeface="Arial Black" panose="020B0604020202020204" pitchFamily="34" charset="0"/>
                <a:ea typeface="宋体" panose="02010600030101010101" pitchFamily="2" charset="-122"/>
              </a:rPr>
              <a:t>255.255.240.0</a:t>
            </a:r>
          </a:p>
          <a:p>
            <a:pPr lvl="2"/>
            <a:r>
              <a:rPr lang="en-US" altLang="zh-CN" dirty="0">
                <a:latin typeface="Arial Black" panose="020B0604020202020204" pitchFamily="34" charset="0"/>
                <a:ea typeface="宋体" panose="02010600030101010101" pitchFamily="2" charset="-122"/>
              </a:rPr>
              <a:t>Edinburgh: 	</a:t>
            </a:r>
            <a:r>
              <a:rPr lang="en-US" altLang="zh-CN" dirty="0">
                <a:solidFill>
                  <a:srgbClr val="C00000"/>
                </a:solidFill>
                <a:latin typeface="Arial Black" panose="020B0604020202020204" pitchFamily="34" charset="0"/>
                <a:ea typeface="宋体" panose="02010600030101010101" pitchFamily="2" charset="-122"/>
              </a:rPr>
              <a:t>1024</a:t>
            </a:r>
            <a:r>
              <a:rPr lang="zh-CN" altLang="en-US" dirty="0">
                <a:latin typeface="Arial Black" panose="020B0604020202020204" pitchFamily="34" charset="0"/>
                <a:ea typeface="宋体" panose="02010600030101010101" pitchFamily="2" charset="-122"/>
              </a:rPr>
              <a:t>，</a:t>
            </a:r>
            <a:r>
              <a:rPr lang="en-US" altLang="zh-CN" dirty="0">
                <a:latin typeface="Arial Black" panose="020B0604020202020204" pitchFamily="34" charset="0"/>
                <a:ea typeface="宋体" panose="02010600030101010101" pitchFamily="2" charset="-122"/>
              </a:rPr>
              <a:t>/22</a:t>
            </a:r>
            <a:r>
              <a:rPr lang="zh-CN" altLang="en-US" dirty="0">
                <a:latin typeface="Arial Black" panose="020B0604020202020204" pitchFamily="34" charset="0"/>
                <a:ea typeface="宋体" panose="02010600030101010101" pitchFamily="2" charset="-122"/>
              </a:rPr>
              <a:t>，</a:t>
            </a:r>
            <a:r>
              <a:rPr lang="en-US" altLang="zh-CN" dirty="0">
                <a:latin typeface="Arial Black" panose="020B0604020202020204" pitchFamily="34" charset="0"/>
                <a:ea typeface="宋体" panose="02010600030101010101" pitchFamily="2" charset="-122"/>
              </a:rPr>
              <a:t>255.255.252.0</a:t>
            </a:r>
          </a:p>
          <a:p>
            <a:pPr lvl="2"/>
            <a:r>
              <a:rPr lang="en-US" altLang="zh-CN" dirty="0">
                <a:latin typeface="Arial Black" panose="020B0604020202020204" pitchFamily="34" charset="0"/>
                <a:ea typeface="宋体" panose="02010600030101010101" pitchFamily="2" charset="-122"/>
              </a:rPr>
              <a:t>194.24.00000xxx.x/21</a:t>
            </a:r>
          </a:p>
          <a:p>
            <a:pPr lvl="2"/>
            <a:r>
              <a:rPr lang="en-US" altLang="zh-CN" dirty="0">
                <a:latin typeface="Arial Black" panose="020B0604020202020204" pitchFamily="34" charset="0"/>
                <a:ea typeface="宋体" panose="02010600030101010101" pitchFamily="2" charset="-122"/>
              </a:rPr>
              <a:t>194.24.00001000.0	194.24.00010xx.x/22</a:t>
            </a:r>
          </a:p>
          <a:p>
            <a:pPr lvl="2"/>
            <a:r>
              <a:rPr lang="en-US" altLang="zh-CN" dirty="0">
                <a:latin typeface="Arial Black" panose="020B0604020202020204" pitchFamily="34" charset="0"/>
                <a:ea typeface="宋体" panose="02010600030101010101" pitchFamily="2" charset="-122"/>
              </a:rPr>
              <a:t>194.24.0001xxxx.x/20</a:t>
            </a:r>
          </a:p>
          <a:p>
            <a:pPr lvl="2"/>
            <a:endParaRPr lang="en-US" altLang="zh-CN" dirty="0">
              <a:latin typeface="Arial Black" panose="020B0604020202020204" pitchFamily="34" charset="0"/>
              <a:ea typeface="宋体" panose="02010600030101010101" pitchFamily="2" charset="-122"/>
            </a:endParaRPr>
          </a:p>
          <a:p>
            <a:pPr lvl="2"/>
            <a:endParaRPr lang="en-US" altLang="zh-CN" dirty="0">
              <a:latin typeface="Arial Black" panose="020B0604020202020204" pitchFamily="34" charset="0"/>
              <a:ea typeface="宋体" panose="02010600030101010101" pitchFamily="2" charset="-122"/>
            </a:endParaRPr>
          </a:p>
          <a:p>
            <a:pPr lvl="2"/>
            <a:endParaRPr lang="en-US" altLang="zh-CN" dirty="0">
              <a:latin typeface="Arial Black" panose="020B0604020202020204" pitchFamily="34" charset="0"/>
              <a:ea typeface="宋体" panose="02010600030101010101" pitchFamily="2" charset="-122"/>
            </a:endParaRPr>
          </a:p>
        </p:txBody>
      </p:sp>
      <p:pic>
        <p:nvPicPr>
          <p:cNvPr id="289795" name="Picture 4" descr="5-59">
            <a:extLst>
              <a:ext uri="{FF2B5EF4-FFF2-40B4-BE49-F238E27FC236}">
                <a16:creationId xmlns:a16="http://schemas.microsoft.com/office/drawing/2014/main" id="{447C19B0-7122-B44A-ACC6-092D0C2EB6A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71662" y="3783807"/>
            <a:ext cx="5397104" cy="1241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796" name="Line 7">
            <a:extLst>
              <a:ext uri="{FF2B5EF4-FFF2-40B4-BE49-F238E27FC236}">
                <a16:creationId xmlns:a16="http://schemas.microsoft.com/office/drawing/2014/main" id="{A359D145-4452-9F49-9A6A-9AF3A1861BF3}"/>
              </a:ext>
            </a:extLst>
          </p:cNvPr>
          <p:cNvSpPr>
            <a:spLocks noChangeShapeType="1"/>
          </p:cNvSpPr>
          <p:nvPr/>
        </p:nvSpPr>
        <p:spPr bwMode="auto">
          <a:xfrm>
            <a:off x="2757153" y="2702068"/>
            <a:ext cx="0" cy="378619"/>
          </a:xfrm>
          <a:prstGeom prst="line">
            <a:avLst/>
          </a:prstGeom>
          <a:noFill/>
          <a:ln w="381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89797" name="Line 7">
            <a:extLst>
              <a:ext uri="{FF2B5EF4-FFF2-40B4-BE49-F238E27FC236}">
                <a16:creationId xmlns:a16="http://schemas.microsoft.com/office/drawing/2014/main" id="{2C008D93-BED6-8040-ACF2-26E38DCBF71D}"/>
              </a:ext>
            </a:extLst>
          </p:cNvPr>
          <p:cNvSpPr>
            <a:spLocks noChangeShapeType="1"/>
          </p:cNvSpPr>
          <p:nvPr/>
        </p:nvSpPr>
        <p:spPr bwMode="auto">
          <a:xfrm>
            <a:off x="2613087" y="3405188"/>
            <a:ext cx="0" cy="378619"/>
          </a:xfrm>
          <a:prstGeom prst="line">
            <a:avLst/>
          </a:prstGeom>
          <a:noFill/>
          <a:ln w="381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89798" name="Line 7">
            <a:extLst>
              <a:ext uri="{FF2B5EF4-FFF2-40B4-BE49-F238E27FC236}">
                <a16:creationId xmlns:a16="http://schemas.microsoft.com/office/drawing/2014/main" id="{7A194A6B-506B-9C4D-91D5-828BDFF3A984}"/>
              </a:ext>
            </a:extLst>
          </p:cNvPr>
          <p:cNvSpPr>
            <a:spLocks noChangeShapeType="1"/>
          </p:cNvSpPr>
          <p:nvPr/>
        </p:nvSpPr>
        <p:spPr bwMode="auto">
          <a:xfrm>
            <a:off x="5382049" y="3025918"/>
            <a:ext cx="0" cy="378619"/>
          </a:xfrm>
          <a:prstGeom prst="line">
            <a:avLst/>
          </a:prstGeom>
          <a:noFill/>
          <a:ln w="381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89799" name="TextBox 1">
            <a:extLst>
              <a:ext uri="{FF2B5EF4-FFF2-40B4-BE49-F238E27FC236}">
                <a16:creationId xmlns:a16="http://schemas.microsoft.com/office/drawing/2014/main" id="{4C04D762-3787-0841-957F-A52C2EBF67A9}"/>
              </a:ext>
            </a:extLst>
          </p:cNvPr>
          <p:cNvSpPr txBox="1">
            <a:spLocks noChangeArrowheads="1"/>
          </p:cNvSpPr>
          <p:nvPr/>
        </p:nvSpPr>
        <p:spPr bwMode="auto">
          <a:xfrm>
            <a:off x="2679762" y="2586577"/>
            <a:ext cx="35779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350">
                <a:solidFill>
                  <a:schemeClr val="tx2"/>
                </a:solidFill>
                <a:latin typeface="Arial Black" panose="020B0604020202020204" pitchFamily="34" charset="0"/>
                <a:ea typeface="宋体" panose="02010600030101010101" pitchFamily="2" charset="-122"/>
              </a:rPr>
              <a:t>①</a:t>
            </a:r>
          </a:p>
        </p:txBody>
      </p:sp>
      <p:sp>
        <p:nvSpPr>
          <p:cNvPr id="289800" name="TextBox 8">
            <a:extLst>
              <a:ext uri="{FF2B5EF4-FFF2-40B4-BE49-F238E27FC236}">
                <a16:creationId xmlns:a16="http://schemas.microsoft.com/office/drawing/2014/main" id="{8AA5A3C9-7791-A14F-93F4-4935F7746790}"/>
              </a:ext>
            </a:extLst>
          </p:cNvPr>
          <p:cNvSpPr txBox="1">
            <a:spLocks noChangeArrowheads="1"/>
          </p:cNvSpPr>
          <p:nvPr/>
        </p:nvSpPr>
        <p:spPr bwMode="auto">
          <a:xfrm>
            <a:off x="2517837" y="3235467"/>
            <a:ext cx="35779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350">
                <a:solidFill>
                  <a:schemeClr val="tx2"/>
                </a:solidFill>
                <a:latin typeface="Arial Black" panose="020B0604020202020204" pitchFamily="34" charset="0"/>
                <a:ea typeface="宋体" panose="02010600030101010101" pitchFamily="2" charset="-122"/>
              </a:rPr>
              <a:t>②</a:t>
            </a:r>
          </a:p>
        </p:txBody>
      </p:sp>
      <p:sp>
        <p:nvSpPr>
          <p:cNvPr id="289801" name="TextBox 9">
            <a:extLst>
              <a:ext uri="{FF2B5EF4-FFF2-40B4-BE49-F238E27FC236}">
                <a16:creationId xmlns:a16="http://schemas.microsoft.com/office/drawing/2014/main" id="{36456F73-0388-214E-9CB5-39354865DF12}"/>
              </a:ext>
            </a:extLst>
          </p:cNvPr>
          <p:cNvSpPr txBox="1">
            <a:spLocks noChangeArrowheads="1"/>
          </p:cNvSpPr>
          <p:nvPr/>
        </p:nvSpPr>
        <p:spPr bwMode="auto">
          <a:xfrm>
            <a:off x="5320568" y="2887805"/>
            <a:ext cx="35779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350">
                <a:solidFill>
                  <a:schemeClr val="tx2"/>
                </a:solidFill>
                <a:latin typeface="Arial Black" panose="020B0604020202020204" pitchFamily="34" charset="0"/>
                <a:ea typeface="宋体" panose="02010600030101010101" pitchFamily="2" charset="-122"/>
              </a:rPr>
              <a:t>③</a:t>
            </a:r>
          </a:p>
        </p:txBody>
      </p:sp>
      <p:sp>
        <p:nvSpPr>
          <p:cNvPr id="289802" name="灯片编号占位符 1">
            <a:extLst>
              <a:ext uri="{FF2B5EF4-FFF2-40B4-BE49-F238E27FC236}">
                <a16:creationId xmlns:a16="http://schemas.microsoft.com/office/drawing/2014/main" id="{3CBF191A-CEB9-774D-BCCB-5D3CC742843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8299CB0-4EF0-8546-BDD9-73A8CA8DB932}"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134</a:t>
            </a:fld>
            <a:endParaRPr lang="en-US" altLang="zh-CN" sz="1050">
              <a:solidFill>
                <a:schemeClr val="bg2"/>
              </a:solidFill>
              <a:latin typeface="Tahoma" panose="020B0604030504040204" pitchFamily="34" charset="0"/>
              <a:ea typeface="宋体" panose="02010600030101010101" pitchFamily="2" charset="-122"/>
            </a:endParaRPr>
          </a:p>
        </p:txBody>
      </p:sp>
      <p:sp>
        <p:nvSpPr>
          <p:cNvPr id="289803" name="TextBox 1">
            <a:extLst>
              <a:ext uri="{FF2B5EF4-FFF2-40B4-BE49-F238E27FC236}">
                <a16:creationId xmlns:a16="http://schemas.microsoft.com/office/drawing/2014/main" id="{24CB7118-42C4-9446-9104-7CAB8260E5DD}"/>
              </a:ext>
            </a:extLst>
          </p:cNvPr>
          <p:cNvSpPr txBox="1">
            <a:spLocks noChangeArrowheads="1"/>
          </p:cNvSpPr>
          <p:nvPr/>
        </p:nvSpPr>
        <p:spPr bwMode="auto">
          <a:xfrm>
            <a:off x="1547812" y="4023122"/>
            <a:ext cx="35779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350">
                <a:solidFill>
                  <a:schemeClr val="tx2"/>
                </a:solidFill>
                <a:latin typeface="Arial Black" panose="020B0604020202020204" pitchFamily="34" charset="0"/>
                <a:ea typeface="宋体" panose="02010600030101010101" pitchFamily="2" charset="-122"/>
              </a:rPr>
              <a:t>①</a:t>
            </a:r>
          </a:p>
        </p:txBody>
      </p:sp>
      <p:sp>
        <p:nvSpPr>
          <p:cNvPr id="289804" name="TextBox 9">
            <a:extLst>
              <a:ext uri="{FF2B5EF4-FFF2-40B4-BE49-F238E27FC236}">
                <a16:creationId xmlns:a16="http://schemas.microsoft.com/office/drawing/2014/main" id="{57BBE67C-CFCF-B546-884A-6AC71D0C2160}"/>
              </a:ext>
            </a:extLst>
          </p:cNvPr>
          <p:cNvSpPr txBox="1">
            <a:spLocks noChangeArrowheads="1"/>
          </p:cNvSpPr>
          <p:nvPr/>
        </p:nvSpPr>
        <p:spPr bwMode="auto">
          <a:xfrm>
            <a:off x="1547812" y="4293394"/>
            <a:ext cx="35779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350">
                <a:solidFill>
                  <a:schemeClr val="tx2"/>
                </a:solidFill>
                <a:latin typeface="Arial Black" panose="020B0604020202020204" pitchFamily="34" charset="0"/>
                <a:ea typeface="宋体" panose="02010600030101010101" pitchFamily="2" charset="-122"/>
              </a:rPr>
              <a:t>③</a:t>
            </a:r>
          </a:p>
        </p:txBody>
      </p:sp>
      <p:sp>
        <p:nvSpPr>
          <p:cNvPr id="289805" name="TextBox 8">
            <a:extLst>
              <a:ext uri="{FF2B5EF4-FFF2-40B4-BE49-F238E27FC236}">
                <a16:creationId xmlns:a16="http://schemas.microsoft.com/office/drawing/2014/main" id="{CD2E4FD7-F3EF-3A40-90ED-9186D0134A05}"/>
              </a:ext>
            </a:extLst>
          </p:cNvPr>
          <p:cNvSpPr txBox="1">
            <a:spLocks noChangeArrowheads="1"/>
          </p:cNvSpPr>
          <p:nvPr/>
        </p:nvSpPr>
        <p:spPr bwMode="auto">
          <a:xfrm>
            <a:off x="1547812" y="4780360"/>
            <a:ext cx="35779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350">
                <a:solidFill>
                  <a:schemeClr val="tx2"/>
                </a:solidFill>
                <a:latin typeface="Arial Black" panose="020B0604020202020204" pitchFamily="34" charset="0"/>
                <a:ea typeface="宋体" panose="02010600030101010101" pitchFamily="2" charset="-122"/>
              </a:rPr>
              <a:t>②</a:t>
            </a:r>
          </a:p>
        </p:txBody>
      </p:sp>
    </p:spTree>
    <p:extLst>
      <p:ext uri="{BB962C8B-B14F-4D97-AF65-F5344CB8AC3E}">
        <p14:creationId xmlns:p14="http://schemas.microsoft.com/office/powerpoint/2010/main" val="31142709"/>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Rectangle 3">
            <a:extLst>
              <a:ext uri="{FF2B5EF4-FFF2-40B4-BE49-F238E27FC236}">
                <a16:creationId xmlns:a16="http://schemas.microsoft.com/office/drawing/2014/main" id="{8F3832DD-644F-BC4D-AB70-7B3C674599FD}"/>
              </a:ext>
            </a:extLst>
          </p:cNvPr>
          <p:cNvSpPr>
            <a:spLocks noGrp="1" noChangeArrowheads="1"/>
          </p:cNvSpPr>
          <p:nvPr>
            <p:ph idx="1"/>
          </p:nvPr>
        </p:nvSpPr>
        <p:spPr>
          <a:xfrm>
            <a:off x="164382" y="1007740"/>
            <a:ext cx="8804953" cy="3708326"/>
          </a:xfrm>
        </p:spPr>
        <p:txBody>
          <a:bodyPr/>
          <a:lstStyle/>
          <a:p>
            <a:r>
              <a:rPr lang="zh-CN" altLang="en-US">
                <a:latin typeface="Arial Black" panose="020B0604020202020204" pitchFamily="34" charset="0"/>
                <a:ea typeface="宋体" panose="02010600030101010101" pitchFamily="2" charset="-122"/>
              </a:rPr>
              <a:t>例：</a:t>
            </a:r>
            <a:r>
              <a:rPr lang="en-US" altLang="zh-CN">
                <a:latin typeface="Arial Black" panose="020B0604020202020204" pitchFamily="34" charset="0"/>
                <a:ea typeface="宋体" panose="02010600030101010101" pitchFamily="2" charset="-122"/>
              </a:rPr>
              <a:t>194.24.0.0 ~ 194.24.31.255/19</a:t>
            </a:r>
          </a:p>
        </p:txBody>
      </p:sp>
      <p:sp>
        <p:nvSpPr>
          <p:cNvPr id="291882" name="灯片编号占位符 1">
            <a:extLst>
              <a:ext uri="{FF2B5EF4-FFF2-40B4-BE49-F238E27FC236}">
                <a16:creationId xmlns:a16="http://schemas.microsoft.com/office/drawing/2014/main" id="{5015AD16-AFEC-BD44-AED2-EAB0A89A56D8}"/>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D0FFC72-B909-D44F-B1F0-8EBF4DE6A79F}"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135</a:t>
            </a:fld>
            <a:endParaRPr lang="en-US" altLang="zh-CN" sz="1050">
              <a:solidFill>
                <a:schemeClr val="bg2"/>
              </a:solidFill>
              <a:latin typeface="Tahoma" panose="020B0604030504040204" pitchFamily="34" charset="0"/>
              <a:ea typeface="宋体" panose="02010600030101010101" pitchFamily="2" charset="-122"/>
            </a:endParaRPr>
          </a:p>
        </p:txBody>
      </p:sp>
      <p:sp>
        <p:nvSpPr>
          <p:cNvPr id="291841" name="Rectangle 2">
            <a:extLst>
              <a:ext uri="{FF2B5EF4-FFF2-40B4-BE49-F238E27FC236}">
                <a16:creationId xmlns:a16="http://schemas.microsoft.com/office/drawing/2014/main" id="{BF095A5A-CB4E-8549-BF4B-84F53215BBED}"/>
              </a:ext>
            </a:extLst>
          </p:cNvPr>
          <p:cNvSpPr>
            <a:spLocks noGrp="1" noChangeArrowheads="1"/>
          </p:cNvSpPr>
          <p:nvPr>
            <p:ph type="title"/>
          </p:nvPr>
        </p:nvSpPr>
        <p:spPr/>
        <p:txBody>
          <a:bodyPr/>
          <a:lstStyle/>
          <a:p>
            <a:r>
              <a:rPr lang="zh-CN" altLang="en-US" sz="3000">
                <a:latin typeface="Arial Black" panose="020B0604020202020204" pitchFamily="34" charset="0"/>
                <a:ea typeface="宋体" panose="02010600030101010101" pitchFamily="2" charset="-122"/>
              </a:rPr>
              <a:t>无类域间路由实例</a:t>
            </a:r>
            <a:r>
              <a:rPr lang="en-US" altLang="zh-CN" sz="3000">
                <a:latin typeface="Arial Black" panose="020B0604020202020204" pitchFamily="34" charset="0"/>
                <a:ea typeface="宋体" panose="02010600030101010101" pitchFamily="2" charset="-122"/>
              </a:rPr>
              <a:t>2</a:t>
            </a:r>
          </a:p>
        </p:txBody>
      </p:sp>
      <p:graphicFrame>
        <p:nvGraphicFramePr>
          <p:cNvPr id="3" name="表格 2">
            <a:extLst>
              <a:ext uri="{FF2B5EF4-FFF2-40B4-BE49-F238E27FC236}">
                <a16:creationId xmlns:a16="http://schemas.microsoft.com/office/drawing/2014/main" id="{5A88DC88-0D4E-424F-9728-30C2356D6309}"/>
              </a:ext>
            </a:extLst>
          </p:cNvPr>
          <p:cNvGraphicFramePr>
            <a:graphicFrameLocks noGrp="1"/>
          </p:cNvGraphicFramePr>
          <p:nvPr>
            <p:extLst>
              <p:ext uri="{D42A27DB-BD31-4B8C-83A1-F6EECF244321}">
                <p14:modId xmlns:p14="http://schemas.microsoft.com/office/powerpoint/2010/main" val="560367098"/>
              </p:ext>
            </p:extLst>
          </p:nvPr>
        </p:nvGraphicFramePr>
        <p:xfrm>
          <a:off x="1462411" y="1491854"/>
          <a:ext cx="6642496" cy="1485589"/>
        </p:xfrm>
        <a:graphic>
          <a:graphicData uri="http://schemas.openxmlformats.org/drawingml/2006/table">
            <a:tbl>
              <a:tblPr/>
              <a:tblGrid>
                <a:gridCol w="1567719">
                  <a:extLst>
                    <a:ext uri="{9D8B030D-6E8A-4147-A177-3AD203B41FA5}">
                      <a16:colId xmlns:a16="http://schemas.microsoft.com/office/drawing/2014/main" val="1207217102"/>
                    </a:ext>
                  </a:extLst>
                </a:gridCol>
                <a:gridCol w="1691592">
                  <a:extLst>
                    <a:ext uri="{9D8B030D-6E8A-4147-A177-3AD203B41FA5}">
                      <a16:colId xmlns:a16="http://schemas.microsoft.com/office/drawing/2014/main" val="2673925237"/>
                    </a:ext>
                  </a:extLst>
                </a:gridCol>
                <a:gridCol w="1678273">
                  <a:extLst>
                    <a:ext uri="{9D8B030D-6E8A-4147-A177-3AD203B41FA5}">
                      <a16:colId xmlns:a16="http://schemas.microsoft.com/office/drawing/2014/main" val="4191613497"/>
                    </a:ext>
                  </a:extLst>
                </a:gridCol>
                <a:gridCol w="1704912">
                  <a:extLst>
                    <a:ext uri="{9D8B030D-6E8A-4147-A177-3AD203B41FA5}">
                      <a16:colId xmlns:a16="http://schemas.microsoft.com/office/drawing/2014/main" val="840399765"/>
                    </a:ext>
                  </a:extLst>
                </a:gridCol>
              </a:tblGrid>
              <a:tr h="335030">
                <a:tc rowSpan="4">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rPr>
                        <a:t>194.24.0.0/19</a:t>
                      </a:r>
                      <a:endParaRPr kumimoji="0" lang="zh-CN" altLang="en-US"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rowSpan="3">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rPr>
                        <a:t>194.24.0.0/20</a:t>
                      </a:r>
                      <a:endParaRPr kumimoji="0" lang="zh-CN" altLang="en-US"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rPr>
                        <a:t>194.24.0.0/21</a:t>
                      </a:r>
                      <a:endParaRPr kumimoji="0" lang="zh-CN" altLang="en-US"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400" b="0" i="0" u="none" strike="noStrike" cap="none" normalizeH="0" baseline="0" dirty="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3098123566"/>
                  </a:ext>
                </a:extLst>
              </a:tr>
              <a:tr h="243538">
                <a:tc vMerge="1">
                  <a:txBody>
                    <a:bodyPr/>
                    <a:lstStyle/>
                    <a:p>
                      <a:endParaRPr lang="zh-CN" altLang="en-US"/>
                    </a:p>
                  </a:txBody>
                  <a:tcPr/>
                </a:tc>
                <a:tc vMerge="1">
                  <a:txBody>
                    <a:bodyPr/>
                    <a:lstStyle/>
                    <a:p>
                      <a:endParaRPr lang="zh-CN" altLang="en-US"/>
                    </a:p>
                  </a:txBody>
                  <a:tcPr/>
                </a:tc>
                <a:tc row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rPr>
                        <a:t>194.24.8.0/22</a:t>
                      </a:r>
                      <a:endParaRPr kumimoji="0" lang="zh-CN" altLang="en-US"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2915357010"/>
                  </a:ext>
                </a:extLst>
              </a:tr>
              <a:tr h="243538">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rPr>
                        <a:t>194.24.12.0/22</a:t>
                      </a:r>
                      <a:endParaRPr kumimoji="0" lang="zh-CN" altLang="en-US"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087217321"/>
                  </a:ext>
                </a:extLst>
              </a:tr>
              <a:tr h="586695">
                <a:tc v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rPr>
                        <a:t>194.24.16.0/20</a:t>
                      </a:r>
                      <a:endParaRPr kumimoji="0" lang="zh-CN" altLang="en-US"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400" b="0" i="0" u="none" strike="noStrike" cap="none" normalizeH="0" baseline="0" dirty="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a:noFill/>
                    </a:lnR>
                    <a:lnT w="1905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4077607628"/>
                  </a:ext>
                </a:extLst>
              </a:tr>
            </a:tbl>
          </a:graphicData>
        </a:graphic>
      </p:graphicFrame>
      <p:grpSp>
        <p:nvGrpSpPr>
          <p:cNvPr id="291864" name="Group 458">
            <a:extLst>
              <a:ext uri="{FF2B5EF4-FFF2-40B4-BE49-F238E27FC236}">
                <a16:creationId xmlns:a16="http://schemas.microsoft.com/office/drawing/2014/main" id="{F199018D-FAA0-B14B-8853-EE1B61EDA7A3}"/>
              </a:ext>
            </a:extLst>
          </p:cNvPr>
          <p:cNvGrpSpPr>
            <a:grpSpLocks/>
          </p:cNvGrpSpPr>
          <p:nvPr/>
        </p:nvGrpSpPr>
        <p:grpSpPr bwMode="auto">
          <a:xfrm>
            <a:off x="4614863" y="3971926"/>
            <a:ext cx="570310" cy="345281"/>
            <a:chOff x="1156" y="2092"/>
            <a:chExt cx="817" cy="567"/>
          </a:xfrm>
        </p:grpSpPr>
        <p:sp>
          <p:nvSpPr>
            <p:cNvPr id="17" name="AutoShape 459">
              <a:extLst>
                <a:ext uri="{FF2B5EF4-FFF2-40B4-BE49-F238E27FC236}">
                  <a16:creationId xmlns:a16="http://schemas.microsoft.com/office/drawing/2014/main" id="{2F1F43D5-DAB9-D441-A7E8-3B337F8B6942}"/>
                </a:ext>
              </a:extLst>
            </p:cNvPr>
            <p:cNvSpPr>
              <a:spLocks noChangeArrowheads="1"/>
            </p:cNvSpPr>
            <p:nvPr/>
          </p:nvSpPr>
          <p:spPr bwMode="auto">
            <a:xfrm>
              <a:off x="1156" y="2092"/>
              <a:ext cx="817" cy="567"/>
            </a:xfrm>
            <a:prstGeom prst="can">
              <a:avLst>
                <a:gd name="adj" fmla="val 50000"/>
              </a:avLst>
            </a:prstGeom>
            <a:gradFill rotWithShape="1">
              <a:gsLst>
                <a:gs pos="0">
                  <a:schemeClr val="accent1"/>
                </a:gs>
                <a:gs pos="100000">
                  <a:schemeClr val="accent1">
                    <a:gamma/>
                    <a:shade val="46275"/>
                    <a:invGamma/>
                  </a:schemeClr>
                </a:gs>
              </a:gsLst>
              <a:lin ang="0" scaled="1"/>
            </a:gradFill>
            <a:ln w="9525">
              <a:solidFill>
                <a:srgbClr val="006699"/>
              </a:solidFill>
              <a:round/>
              <a:headEnd/>
              <a:tailEnd/>
            </a:ln>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endParaRPr lang="zh-CN" altLang="zh-CN" sz="1200">
                <a:latin typeface="Arial Black" panose="020B0604020202020204" pitchFamily="34" charset="0"/>
                <a:ea typeface="宋体" panose="02010600030101010101" pitchFamily="2" charset="-122"/>
              </a:endParaRPr>
            </a:p>
          </p:txBody>
        </p:sp>
        <p:grpSp>
          <p:nvGrpSpPr>
            <p:cNvPr id="291895" name="Group 460">
              <a:extLst>
                <a:ext uri="{FF2B5EF4-FFF2-40B4-BE49-F238E27FC236}">
                  <a16:creationId xmlns:a16="http://schemas.microsoft.com/office/drawing/2014/main" id="{8173F210-14A2-F547-AA05-144393A3F413}"/>
                </a:ext>
              </a:extLst>
            </p:cNvPr>
            <p:cNvGrpSpPr>
              <a:grpSpLocks/>
            </p:cNvGrpSpPr>
            <p:nvPr/>
          </p:nvGrpSpPr>
          <p:grpSpPr bwMode="auto">
            <a:xfrm>
              <a:off x="1338" y="2138"/>
              <a:ext cx="446" cy="181"/>
              <a:chOff x="1383" y="2115"/>
              <a:chExt cx="386" cy="240"/>
            </a:xfrm>
          </p:grpSpPr>
          <p:sp>
            <p:nvSpPr>
              <p:cNvPr id="291897" name="Freeform 461">
                <a:extLst>
                  <a:ext uri="{FF2B5EF4-FFF2-40B4-BE49-F238E27FC236}">
                    <a16:creationId xmlns:a16="http://schemas.microsoft.com/office/drawing/2014/main" id="{80B3A462-79DD-4E48-829B-D5102C53241C}"/>
                  </a:ext>
                </a:extLst>
              </p:cNvPr>
              <p:cNvSpPr>
                <a:spLocks/>
              </p:cNvSpPr>
              <p:nvPr/>
            </p:nvSpPr>
            <p:spPr bwMode="auto">
              <a:xfrm>
                <a:off x="1568" y="2123"/>
                <a:ext cx="201" cy="88"/>
              </a:xfrm>
              <a:custGeom>
                <a:avLst/>
                <a:gdLst>
                  <a:gd name="T0" fmla="*/ 12371 w 177"/>
                  <a:gd name="T1" fmla="*/ 43011641 h 66"/>
                  <a:gd name="T2" fmla="*/ 12371 w 177"/>
                  <a:gd name="T3" fmla="*/ 43011641 h 66"/>
                  <a:gd name="T4" fmla="*/ 0 w 177"/>
                  <a:gd name="T5" fmla="*/ 29030896 h 66"/>
                  <a:gd name="T6" fmla="*/ 9593 w 177"/>
                  <a:gd name="T7" fmla="*/ 18596937 h 66"/>
                  <a:gd name="T8" fmla="*/ 22796 w 177"/>
                  <a:gd name="T9" fmla="*/ 33061221 h 66"/>
                  <a:gd name="T10" fmla="*/ 31711 w 177"/>
                  <a:gd name="T11" fmla="*/ 31333527 h 66"/>
                  <a:gd name="T12" fmla="*/ 48228 w 177"/>
                  <a:gd name="T13" fmla="*/ 13435920 h 66"/>
                  <a:gd name="T14" fmla="*/ 29638 w 177"/>
                  <a:gd name="T15" fmla="*/ 13435920 h 66"/>
                  <a:gd name="T16" fmla="*/ 29638 w 177"/>
                  <a:gd name="T17" fmla="*/ 0 h 66"/>
                  <a:gd name="T18" fmla="*/ 69476 w 177"/>
                  <a:gd name="T19" fmla="*/ 0 h 66"/>
                  <a:gd name="T20" fmla="*/ 69476 w 177"/>
                  <a:gd name="T21" fmla="*/ 44081628 h 66"/>
                  <a:gd name="T22" fmla="*/ 58090 w 177"/>
                  <a:gd name="T23" fmla="*/ 44081628 h 66"/>
                  <a:gd name="T24" fmla="*/ 58090 w 177"/>
                  <a:gd name="T25" fmla="*/ 23886080 h 66"/>
                  <a:gd name="T26" fmla="*/ 41743 w 177"/>
                  <a:gd name="T27" fmla="*/ 41778036 h 66"/>
                  <a:gd name="T28" fmla="*/ 25989 w 177"/>
                  <a:gd name="T29" fmla="*/ 48970256 h 66"/>
                  <a:gd name="T30" fmla="*/ 12371 w 177"/>
                  <a:gd name="T31" fmla="*/ 43011641 h 66"/>
                  <a:gd name="T32" fmla="*/ 12371 w 177"/>
                  <a:gd name="T33" fmla="*/ 43011641 h 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7"/>
                  <a:gd name="T52" fmla="*/ 0 h 66"/>
                  <a:gd name="T53" fmla="*/ 177 w 177"/>
                  <a:gd name="T54" fmla="*/ 66 h 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7" h="66">
                    <a:moveTo>
                      <a:pt x="32" y="58"/>
                    </a:moveTo>
                    <a:cubicBezTo>
                      <a:pt x="32" y="58"/>
                      <a:pt x="32" y="58"/>
                      <a:pt x="32" y="58"/>
                    </a:cubicBezTo>
                    <a:cubicBezTo>
                      <a:pt x="0" y="39"/>
                      <a:pt x="0" y="39"/>
                      <a:pt x="0" y="39"/>
                    </a:cubicBezTo>
                    <a:cubicBezTo>
                      <a:pt x="25" y="25"/>
                      <a:pt x="25" y="25"/>
                      <a:pt x="25" y="25"/>
                    </a:cubicBezTo>
                    <a:cubicBezTo>
                      <a:pt x="57" y="44"/>
                      <a:pt x="57" y="44"/>
                      <a:pt x="57" y="44"/>
                    </a:cubicBezTo>
                    <a:cubicBezTo>
                      <a:pt x="64" y="47"/>
                      <a:pt x="72" y="47"/>
                      <a:pt x="81" y="42"/>
                    </a:cubicBezTo>
                    <a:cubicBezTo>
                      <a:pt x="122" y="18"/>
                      <a:pt x="122" y="18"/>
                      <a:pt x="122" y="18"/>
                    </a:cubicBezTo>
                    <a:cubicBezTo>
                      <a:pt x="76" y="18"/>
                      <a:pt x="76" y="18"/>
                      <a:pt x="76" y="18"/>
                    </a:cubicBezTo>
                    <a:cubicBezTo>
                      <a:pt x="76" y="0"/>
                      <a:pt x="76" y="0"/>
                      <a:pt x="76" y="0"/>
                    </a:cubicBezTo>
                    <a:cubicBezTo>
                      <a:pt x="177" y="0"/>
                      <a:pt x="177" y="0"/>
                      <a:pt x="177" y="0"/>
                    </a:cubicBezTo>
                    <a:cubicBezTo>
                      <a:pt x="177" y="59"/>
                      <a:pt x="177" y="59"/>
                      <a:pt x="177" y="59"/>
                    </a:cubicBezTo>
                    <a:cubicBezTo>
                      <a:pt x="147" y="59"/>
                      <a:pt x="147" y="59"/>
                      <a:pt x="147" y="59"/>
                    </a:cubicBezTo>
                    <a:cubicBezTo>
                      <a:pt x="147" y="32"/>
                      <a:pt x="147" y="32"/>
                      <a:pt x="147" y="32"/>
                    </a:cubicBezTo>
                    <a:cubicBezTo>
                      <a:pt x="106" y="56"/>
                      <a:pt x="106" y="56"/>
                      <a:pt x="106" y="56"/>
                    </a:cubicBezTo>
                    <a:cubicBezTo>
                      <a:pt x="91" y="65"/>
                      <a:pt x="76" y="66"/>
                      <a:pt x="66" y="66"/>
                    </a:cubicBezTo>
                    <a:cubicBezTo>
                      <a:pt x="48" y="66"/>
                      <a:pt x="36" y="60"/>
                      <a:pt x="32" y="58"/>
                    </a:cubicBezTo>
                    <a:cubicBezTo>
                      <a:pt x="32" y="58"/>
                      <a:pt x="32" y="58"/>
                      <a:pt x="32" y="58"/>
                    </a:cubicBezTo>
                    <a:close/>
                  </a:path>
                </a:pathLst>
              </a:custGeom>
              <a:solidFill>
                <a:srgbClr val="00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898" name="Freeform 462">
                <a:extLst>
                  <a:ext uri="{FF2B5EF4-FFF2-40B4-BE49-F238E27FC236}">
                    <a16:creationId xmlns:a16="http://schemas.microsoft.com/office/drawing/2014/main" id="{AA092BB1-BCE7-A142-8F2B-3E29826563FA}"/>
                  </a:ext>
                </a:extLst>
              </p:cNvPr>
              <p:cNvSpPr>
                <a:spLocks/>
              </p:cNvSpPr>
              <p:nvPr/>
            </p:nvSpPr>
            <p:spPr bwMode="auto">
              <a:xfrm>
                <a:off x="1392" y="2121"/>
                <a:ext cx="130" cy="136"/>
              </a:xfrm>
              <a:custGeom>
                <a:avLst/>
                <a:gdLst>
                  <a:gd name="T0" fmla="*/ 20486 w 114"/>
                  <a:gd name="T1" fmla="*/ 65293675 h 102"/>
                  <a:gd name="T2" fmla="*/ 36264 w 114"/>
                  <a:gd name="T3" fmla="*/ 51610481 h 102"/>
                  <a:gd name="T4" fmla="*/ 33838 w 114"/>
                  <a:gd name="T5" fmla="*/ 40497833 h 102"/>
                  <a:gd name="T6" fmla="*/ 14059 w 114"/>
                  <a:gd name="T7" fmla="*/ 22780031 h 102"/>
                  <a:gd name="T8" fmla="*/ 14059 w 114"/>
                  <a:gd name="T9" fmla="*/ 43011641 h 102"/>
                  <a:gd name="T10" fmla="*/ 0 w 114"/>
                  <a:gd name="T11" fmla="*/ 43011641 h 102"/>
                  <a:gd name="T12" fmla="*/ 0 w 114"/>
                  <a:gd name="T13" fmla="*/ 0 h 102"/>
                  <a:gd name="T14" fmla="*/ 47955 w 114"/>
                  <a:gd name="T15" fmla="*/ 0 h 102"/>
                  <a:gd name="T16" fmla="*/ 47955 w 114"/>
                  <a:gd name="T17" fmla="*/ 12813767 h 102"/>
                  <a:gd name="T18" fmla="*/ 26021 w 114"/>
                  <a:gd name="T19" fmla="*/ 12813767 h 102"/>
                  <a:gd name="T20" fmla="*/ 45846 w 114"/>
                  <a:gd name="T21" fmla="*/ 30373375 h 102"/>
                  <a:gd name="T22" fmla="*/ 54686 w 114"/>
                  <a:gd name="T23" fmla="*/ 47358997 h 102"/>
                  <a:gd name="T24" fmla="*/ 47765 w 114"/>
                  <a:gd name="T25" fmla="*/ 62424503 h 102"/>
                  <a:gd name="T26" fmla="*/ 32210 w 114"/>
                  <a:gd name="T27" fmla="*/ 75667799 h 102"/>
                  <a:gd name="T28" fmla="*/ 20486 w 114"/>
                  <a:gd name="T29" fmla="*/ 65293675 h 102"/>
                  <a:gd name="T30" fmla="*/ 20486 w 114"/>
                  <a:gd name="T31" fmla="*/ 65293675 h 10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02"/>
                  <a:gd name="T50" fmla="*/ 114 w 114"/>
                  <a:gd name="T51" fmla="*/ 102 h 10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02">
                    <a:moveTo>
                      <a:pt x="42" y="88"/>
                    </a:moveTo>
                    <a:cubicBezTo>
                      <a:pt x="75" y="69"/>
                      <a:pt x="75" y="69"/>
                      <a:pt x="75" y="69"/>
                    </a:cubicBezTo>
                    <a:cubicBezTo>
                      <a:pt x="82" y="65"/>
                      <a:pt x="80" y="61"/>
                      <a:pt x="71" y="55"/>
                    </a:cubicBezTo>
                    <a:cubicBezTo>
                      <a:pt x="30" y="31"/>
                      <a:pt x="30" y="31"/>
                      <a:pt x="30" y="31"/>
                    </a:cubicBezTo>
                    <a:cubicBezTo>
                      <a:pt x="30" y="58"/>
                      <a:pt x="30" y="58"/>
                      <a:pt x="30" y="58"/>
                    </a:cubicBezTo>
                    <a:cubicBezTo>
                      <a:pt x="0" y="58"/>
                      <a:pt x="0" y="58"/>
                      <a:pt x="0" y="58"/>
                    </a:cubicBezTo>
                    <a:cubicBezTo>
                      <a:pt x="0" y="0"/>
                      <a:pt x="0" y="0"/>
                      <a:pt x="0" y="0"/>
                    </a:cubicBezTo>
                    <a:cubicBezTo>
                      <a:pt x="100" y="0"/>
                      <a:pt x="100" y="0"/>
                      <a:pt x="100" y="0"/>
                    </a:cubicBezTo>
                    <a:cubicBezTo>
                      <a:pt x="100" y="17"/>
                      <a:pt x="100" y="17"/>
                      <a:pt x="100" y="17"/>
                    </a:cubicBezTo>
                    <a:cubicBezTo>
                      <a:pt x="54" y="17"/>
                      <a:pt x="54" y="17"/>
                      <a:pt x="54" y="17"/>
                    </a:cubicBezTo>
                    <a:cubicBezTo>
                      <a:pt x="96" y="41"/>
                      <a:pt x="96" y="41"/>
                      <a:pt x="96" y="41"/>
                    </a:cubicBezTo>
                    <a:cubicBezTo>
                      <a:pt x="111" y="50"/>
                      <a:pt x="114" y="58"/>
                      <a:pt x="114" y="64"/>
                    </a:cubicBezTo>
                    <a:cubicBezTo>
                      <a:pt x="114" y="75"/>
                      <a:pt x="102" y="82"/>
                      <a:pt x="99" y="84"/>
                    </a:cubicBezTo>
                    <a:cubicBezTo>
                      <a:pt x="67" y="102"/>
                      <a:pt x="67" y="102"/>
                      <a:pt x="67" y="102"/>
                    </a:cubicBezTo>
                    <a:cubicBezTo>
                      <a:pt x="42" y="88"/>
                      <a:pt x="42" y="88"/>
                      <a:pt x="42" y="88"/>
                    </a:cubicBezTo>
                    <a:cubicBezTo>
                      <a:pt x="42" y="88"/>
                      <a:pt x="42" y="88"/>
                      <a:pt x="42" y="88"/>
                    </a:cubicBezTo>
                    <a:close/>
                  </a:path>
                </a:pathLst>
              </a:custGeom>
              <a:solidFill>
                <a:srgbClr val="00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899" name="Freeform 463">
                <a:extLst>
                  <a:ext uri="{FF2B5EF4-FFF2-40B4-BE49-F238E27FC236}">
                    <a16:creationId xmlns:a16="http://schemas.microsoft.com/office/drawing/2014/main" id="{2F0A2EEF-1937-364E-B2A3-8CA2050522A1}"/>
                  </a:ext>
                </a:extLst>
              </p:cNvPr>
              <p:cNvSpPr>
                <a:spLocks/>
              </p:cNvSpPr>
              <p:nvPr/>
            </p:nvSpPr>
            <p:spPr bwMode="auto">
              <a:xfrm>
                <a:off x="1388" y="2262"/>
                <a:ext cx="201" cy="88"/>
              </a:xfrm>
              <a:custGeom>
                <a:avLst/>
                <a:gdLst>
                  <a:gd name="T0" fmla="*/ 57112 w 177"/>
                  <a:gd name="T1" fmla="*/ 6518151 h 66"/>
                  <a:gd name="T2" fmla="*/ 69476 w 177"/>
                  <a:gd name="T3" fmla="*/ 20600576 h 66"/>
                  <a:gd name="T4" fmla="*/ 60755 w 177"/>
                  <a:gd name="T5" fmla="*/ 31333527 h 66"/>
                  <a:gd name="T6" fmla="*/ 47403 w 177"/>
                  <a:gd name="T7" fmla="*/ 17085023 h 66"/>
                  <a:gd name="T8" fmla="*/ 38056 w 177"/>
                  <a:gd name="T9" fmla="*/ 18596937 h 66"/>
                  <a:gd name="T10" fmla="*/ 21306 w 177"/>
                  <a:gd name="T11" fmla="*/ 36623247 h 66"/>
                  <a:gd name="T12" fmla="*/ 40055 w 177"/>
                  <a:gd name="T13" fmla="*/ 36623247 h 66"/>
                  <a:gd name="T14" fmla="*/ 40055 w 177"/>
                  <a:gd name="T15" fmla="*/ 48970256 h 66"/>
                  <a:gd name="T16" fmla="*/ 0 w 177"/>
                  <a:gd name="T17" fmla="*/ 48970256 h 66"/>
                  <a:gd name="T18" fmla="*/ 0 w 177"/>
                  <a:gd name="T19" fmla="*/ 6321663 h 66"/>
                  <a:gd name="T20" fmla="*/ 12070 w 177"/>
                  <a:gd name="T21" fmla="*/ 6321663 h 66"/>
                  <a:gd name="T22" fmla="*/ 12070 w 177"/>
                  <a:gd name="T23" fmla="*/ 26335337 h 66"/>
                  <a:gd name="T24" fmla="*/ 27925 w 177"/>
                  <a:gd name="T25" fmla="*/ 8428884 h 66"/>
                  <a:gd name="T26" fmla="*/ 43404 w 177"/>
                  <a:gd name="T27" fmla="*/ 0 h 66"/>
                  <a:gd name="T28" fmla="*/ 57112 w 177"/>
                  <a:gd name="T29" fmla="*/ 6518151 h 66"/>
                  <a:gd name="T30" fmla="*/ 57112 w 177"/>
                  <a:gd name="T31" fmla="*/ 6518151 h 6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7"/>
                  <a:gd name="T49" fmla="*/ 0 h 66"/>
                  <a:gd name="T50" fmla="*/ 177 w 177"/>
                  <a:gd name="T51" fmla="*/ 66 h 6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7" h="66">
                    <a:moveTo>
                      <a:pt x="145" y="9"/>
                    </a:moveTo>
                    <a:cubicBezTo>
                      <a:pt x="177" y="28"/>
                      <a:pt x="177" y="28"/>
                      <a:pt x="177" y="28"/>
                    </a:cubicBezTo>
                    <a:cubicBezTo>
                      <a:pt x="153" y="42"/>
                      <a:pt x="153" y="42"/>
                      <a:pt x="153" y="42"/>
                    </a:cubicBezTo>
                    <a:cubicBezTo>
                      <a:pt x="120" y="23"/>
                      <a:pt x="120" y="23"/>
                      <a:pt x="120" y="23"/>
                    </a:cubicBezTo>
                    <a:cubicBezTo>
                      <a:pt x="113" y="19"/>
                      <a:pt x="105" y="20"/>
                      <a:pt x="96" y="25"/>
                    </a:cubicBezTo>
                    <a:cubicBezTo>
                      <a:pt x="55" y="49"/>
                      <a:pt x="55" y="49"/>
                      <a:pt x="55" y="49"/>
                    </a:cubicBezTo>
                    <a:cubicBezTo>
                      <a:pt x="101" y="49"/>
                      <a:pt x="101" y="49"/>
                      <a:pt x="101" y="49"/>
                    </a:cubicBezTo>
                    <a:cubicBezTo>
                      <a:pt x="101" y="66"/>
                      <a:pt x="101" y="66"/>
                      <a:pt x="101" y="66"/>
                    </a:cubicBezTo>
                    <a:cubicBezTo>
                      <a:pt x="0" y="66"/>
                      <a:pt x="0" y="66"/>
                      <a:pt x="0" y="66"/>
                    </a:cubicBezTo>
                    <a:cubicBezTo>
                      <a:pt x="0" y="8"/>
                      <a:pt x="0" y="8"/>
                      <a:pt x="0" y="8"/>
                    </a:cubicBezTo>
                    <a:cubicBezTo>
                      <a:pt x="30" y="8"/>
                      <a:pt x="30" y="8"/>
                      <a:pt x="30" y="8"/>
                    </a:cubicBezTo>
                    <a:cubicBezTo>
                      <a:pt x="30" y="35"/>
                      <a:pt x="30" y="35"/>
                      <a:pt x="30" y="35"/>
                    </a:cubicBezTo>
                    <a:cubicBezTo>
                      <a:pt x="71" y="11"/>
                      <a:pt x="71" y="11"/>
                      <a:pt x="71" y="11"/>
                    </a:cubicBezTo>
                    <a:cubicBezTo>
                      <a:pt x="86" y="2"/>
                      <a:pt x="101" y="0"/>
                      <a:pt x="111" y="0"/>
                    </a:cubicBezTo>
                    <a:cubicBezTo>
                      <a:pt x="129" y="0"/>
                      <a:pt x="142" y="7"/>
                      <a:pt x="145" y="9"/>
                    </a:cubicBezTo>
                    <a:cubicBezTo>
                      <a:pt x="145" y="9"/>
                      <a:pt x="145" y="9"/>
                      <a:pt x="145" y="9"/>
                    </a:cubicBezTo>
                    <a:close/>
                  </a:path>
                </a:pathLst>
              </a:custGeom>
              <a:solidFill>
                <a:srgbClr val="00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900" name="Freeform 464">
                <a:extLst>
                  <a:ext uri="{FF2B5EF4-FFF2-40B4-BE49-F238E27FC236}">
                    <a16:creationId xmlns:a16="http://schemas.microsoft.com/office/drawing/2014/main" id="{7BEB407F-106B-2B40-83B3-ECE554F473EB}"/>
                  </a:ext>
                </a:extLst>
              </p:cNvPr>
              <p:cNvSpPr>
                <a:spLocks/>
              </p:cNvSpPr>
              <p:nvPr/>
            </p:nvSpPr>
            <p:spPr bwMode="auto">
              <a:xfrm>
                <a:off x="1635" y="2217"/>
                <a:ext cx="130" cy="138"/>
              </a:xfrm>
              <a:custGeom>
                <a:avLst/>
                <a:gdLst>
                  <a:gd name="T0" fmla="*/ 54686 w 114"/>
                  <a:gd name="T1" fmla="*/ 41559173 h 103"/>
                  <a:gd name="T2" fmla="*/ 54686 w 114"/>
                  <a:gd name="T3" fmla="*/ 96473660 h 103"/>
                  <a:gd name="T4" fmla="*/ 6661 w 114"/>
                  <a:gd name="T5" fmla="*/ 96473660 h 103"/>
                  <a:gd name="T6" fmla="*/ 6661 w 114"/>
                  <a:gd name="T7" fmla="*/ 80314032 h 103"/>
                  <a:gd name="T8" fmla="*/ 28456 w 114"/>
                  <a:gd name="T9" fmla="*/ 80314032 h 103"/>
                  <a:gd name="T10" fmla="*/ 8662 w 114"/>
                  <a:gd name="T11" fmla="*/ 58011516 h 103"/>
                  <a:gd name="T12" fmla="*/ 0 w 114"/>
                  <a:gd name="T13" fmla="*/ 36604826 h 103"/>
                  <a:gd name="T14" fmla="*/ 7186 w 114"/>
                  <a:gd name="T15" fmla="*/ 17179648 h 103"/>
                  <a:gd name="T16" fmla="*/ 22818 w 114"/>
                  <a:gd name="T17" fmla="*/ 0 h 103"/>
                  <a:gd name="T18" fmla="*/ 34643 w 114"/>
                  <a:gd name="T19" fmla="*/ 13884820 h 103"/>
                  <a:gd name="T20" fmla="*/ 18282 w 114"/>
                  <a:gd name="T21" fmla="*/ 30838836 h 103"/>
                  <a:gd name="T22" fmla="*/ 20551 w 114"/>
                  <a:gd name="T23" fmla="*/ 43759557 h 103"/>
                  <a:gd name="T24" fmla="*/ 40203 w 114"/>
                  <a:gd name="T25" fmla="*/ 66125278 h 103"/>
                  <a:gd name="T26" fmla="*/ 40203 w 114"/>
                  <a:gd name="T27" fmla="*/ 41559173 h 103"/>
                  <a:gd name="T28" fmla="*/ 54686 w 114"/>
                  <a:gd name="T29" fmla="*/ 41559173 h 103"/>
                  <a:gd name="T30" fmla="*/ 54686 w 114"/>
                  <a:gd name="T31" fmla="*/ 41559173 h 10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03"/>
                  <a:gd name="T50" fmla="*/ 114 w 114"/>
                  <a:gd name="T51" fmla="*/ 103 h 10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03">
                    <a:moveTo>
                      <a:pt x="114" y="45"/>
                    </a:moveTo>
                    <a:cubicBezTo>
                      <a:pt x="114" y="103"/>
                      <a:pt x="114" y="103"/>
                      <a:pt x="114" y="103"/>
                    </a:cubicBezTo>
                    <a:cubicBezTo>
                      <a:pt x="14" y="103"/>
                      <a:pt x="14" y="103"/>
                      <a:pt x="14" y="103"/>
                    </a:cubicBezTo>
                    <a:cubicBezTo>
                      <a:pt x="14" y="86"/>
                      <a:pt x="14" y="86"/>
                      <a:pt x="14" y="86"/>
                    </a:cubicBezTo>
                    <a:cubicBezTo>
                      <a:pt x="60" y="86"/>
                      <a:pt x="60" y="86"/>
                      <a:pt x="60" y="86"/>
                    </a:cubicBezTo>
                    <a:cubicBezTo>
                      <a:pt x="18" y="62"/>
                      <a:pt x="18" y="62"/>
                      <a:pt x="18" y="62"/>
                    </a:cubicBezTo>
                    <a:cubicBezTo>
                      <a:pt x="3" y="53"/>
                      <a:pt x="0" y="44"/>
                      <a:pt x="0" y="39"/>
                    </a:cubicBezTo>
                    <a:cubicBezTo>
                      <a:pt x="0" y="28"/>
                      <a:pt x="12" y="20"/>
                      <a:pt x="15" y="19"/>
                    </a:cubicBezTo>
                    <a:cubicBezTo>
                      <a:pt x="47" y="0"/>
                      <a:pt x="47" y="0"/>
                      <a:pt x="47" y="0"/>
                    </a:cubicBezTo>
                    <a:cubicBezTo>
                      <a:pt x="72" y="15"/>
                      <a:pt x="72" y="15"/>
                      <a:pt x="72" y="15"/>
                    </a:cubicBezTo>
                    <a:cubicBezTo>
                      <a:pt x="39" y="33"/>
                      <a:pt x="39" y="33"/>
                      <a:pt x="39" y="33"/>
                    </a:cubicBezTo>
                    <a:cubicBezTo>
                      <a:pt x="33" y="37"/>
                      <a:pt x="34" y="42"/>
                      <a:pt x="43" y="47"/>
                    </a:cubicBezTo>
                    <a:cubicBezTo>
                      <a:pt x="84" y="71"/>
                      <a:pt x="84" y="71"/>
                      <a:pt x="84" y="71"/>
                    </a:cubicBezTo>
                    <a:cubicBezTo>
                      <a:pt x="84" y="45"/>
                      <a:pt x="84" y="45"/>
                      <a:pt x="84" y="45"/>
                    </a:cubicBezTo>
                    <a:cubicBezTo>
                      <a:pt x="114" y="45"/>
                      <a:pt x="114" y="45"/>
                      <a:pt x="114" y="45"/>
                    </a:cubicBezTo>
                    <a:cubicBezTo>
                      <a:pt x="114" y="45"/>
                      <a:pt x="114" y="45"/>
                      <a:pt x="114" y="45"/>
                    </a:cubicBezTo>
                    <a:close/>
                  </a:path>
                </a:pathLst>
              </a:custGeom>
              <a:solidFill>
                <a:srgbClr val="00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901" name="Freeform 465">
                <a:extLst>
                  <a:ext uri="{FF2B5EF4-FFF2-40B4-BE49-F238E27FC236}">
                    <a16:creationId xmlns:a16="http://schemas.microsoft.com/office/drawing/2014/main" id="{2E6B4E61-6F5F-5F45-8631-2956751277E5}"/>
                  </a:ext>
                </a:extLst>
              </p:cNvPr>
              <p:cNvSpPr>
                <a:spLocks/>
              </p:cNvSpPr>
              <p:nvPr/>
            </p:nvSpPr>
            <p:spPr bwMode="auto">
              <a:xfrm>
                <a:off x="1563" y="2118"/>
                <a:ext cx="202" cy="88"/>
              </a:xfrm>
              <a:custGeom>
                <a:avLst/>
                <a:gdLst>
                  <a:gd name="T0" fmla="*/ 16109 w 177"/>
                  <a:gd name="T1" fmla="*/ 43011641 h 66"/>
                  <a:gd name="T2" fmla="*/ 16109 w 177"/>
                  <a:gd name="T3" fmla="*/ 43011641 h 66"/>
                  <a:gd name="T4" fmla="*/ 0 w 177"/>
                  <a:gd name="T5" fmla="*/ 29030896 h 66"/>
                  <a:gd name="T6" fmla="*/ 12587 w 177"/>
                  <a:gd name="T7" fmla="*/ 18596937 h 66"/>
                  <a:gd name="T8" fmla="*/ 28255 w 177"/>
                  <a:gd name="T9" fmla="*/ 33061221 h 66"/>
                  <a:gd name="T10" fmla="*/ 40272 w 177"/>
                  <a:gd name="T11" fmla="*/ 31333527 h 66"/>
                  <a:gd name="T12" fmla="*/ 60374 w 177"/>
                  <a:gd name="T13" fmla="*/ 13435920 h 66"/>
                  <a:gd name="T14" fmla="*/ 37805 w 177"/>
                  <a:gd name="T15" fmla="*/ 13435920 h 66"/>
                  <a:gd name="T16" fmla="*/ 37805 w 177"/>
                  <a:gd name="T17" fmla="*/ 0 h 66"/>
                  <a:gd name="T18" fmla="*/ 88337 w 177"/>
                  <a:gd name="T19" fmla="*/ 0 h 66"/>
                  <a:gd name="T20" fmla="*/ 88337 w 177"/>
                  <a:gd name="T21" fmla="*/ 44081628 h 66"/>
                  <a:gd name="T22" fmla="*/ 73189 w 177"/>
                  <a:gd name="T23" fmla="*/ 44081628 h 66"/>
                  <a:gd name="T24" fmla="*/ 73189 w 177"/>
                  <a:gd name="T25" fmla="*/ 23886080 h 66"/>
                  <a:gd name="T26" fmla="*/ 52600 w 177"/>
                  <a:gd name="T27" fmla="*/ 41778036 h 66"/>
                  <a:gd name="T28" fmla="*/ 33117 w 177"/>
                  <a:gd name="T29" fmla="*/ 48970256 h 66"/>
                  <a:gd name="T30" fmla="*/ 16109 w 177"/>
                  <a:gd name="T31" fmla="*/ 43011641 h 66"/>
                  <a:gd name="T32" fmla="*/ 16109 w 177"/>
                  <a:gd name="T33" fmla="*/ 43011641 h 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7"/>
                  <a:gd name="T52" fmla="*/ 0 h 66"/>
                  <a:gd name="T53" fmla="*/ 177 w 177"/>
                  <a:gd name="T54" fmla="*/ 66 h 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7" h="66">
                    <a:moveTo>
                      <a:pt x="32" y="58"/>
                    </a:moveTo>
                    <a:cubicBezTo>
                      <a:pt x="32" y="58"/>
                      <a:pt x="32" y="58"/>
                      <a:pt x="32" y="58"/>
                    </a:cubicBezTo>
                    <a:cubicBezTo>
                      <a:pt x="0" y="39"/>
                      <a:pt x="0" y="39"/>
                      <a:pt x="0" y="39"/>
                    </a:cubicBezTo>
                    <a:cubicBezTo>
                      <a:pt x="25" y="25"/>
                      <a:pt x="25" y="25"/>
                      <a:pt x="25" y="25"/>
                    </a:cubicBezTo>
                    <a:cubicBezTo>
                      <a:pt x="57" y="44"/>
                      <a:pt x="57" y="44"/>
                      <a:pt x="57" y="44"/>
                    </a:cubicBezTo>
                    <a:cubicBezTo>
                      <a:pt x="64" y="47"/>
                      <a:pt x="72" y="47"/>
                      <a:pt x="81" y="42"/>
                    </a:cubicBezTo>
                    <a:cubicBezTo>
                      <a:pt x="122" y="18"/>
                      <a:pt x="122" y="18"/>
                      <a:pt x="122" y="18"/>
                    </a:cubicBezTo>
                    <a:cubicBezTo>
                      <a:pt x="76" y="18"/>
                      <a:pt x="76" y="18"/>
                      <a:pt x="76" y="18"/>
                    </a:cubicBezTo>
                    <a:cubicBezTo>
                      <a:pt x="76" y="0"/>
                      <a:pt x="76" y="0"/>
                      <a:pt x="76" y="0"/>
                    </a:cubicBezTo>
                    <a:cubicBezTo>
                      <a:pt x="177" y="0"/>
                      <a:pt x="177" y="0"/>
                      <a:pt x="177" y="0"/>
                    </a:cubicBezTo>
                    <a:cubicBezTo>
                      <a:pt x="177" y="59"/>
                      <a:pt x="177" y="59"/>
                      <a:pt x="177" y="59"/>
                    </a:cubicBezTo>
                    <a:cubicBezTo>
                      <a:pt x="147" y="59"/>
                      <a:pt x="147" y="59"/>
                      <a:pt x="147" y="59"/>
                    </a:cubicBezTo>
                    <a:cubicBezTo>
                      <a:pt x="147" y="32"/>
                      <a:pt x="147" y="32"/>
                      <a:pt x="147" y="32"/>
                    </a:cubicBezTo>
                    <a:cubicBezTo>
                      <a:pt x="106" y="56"/>
                      <a:pt x="106" y="56"/>
                      <a:pt x="106" y="56"/>
                    </a:cubicBezTo>
                    <a:cubicBezTo>
                      <a:pt x="91" y="65"/>
                      <a:pt x="76" y="66"/>
                      <a:pt x="66" y="66"/>
                    </a:cubicBezTo>
                    <a:cubicBezTo>
                      <a:pt x="48" y="66"/>
                      <a:pt x="36" y="60"/>
                      <a:pt x="32" y="58"/>
                    </a:cubicBezTo>
                    <a:cubicBezTo>
                      <a:pt x="32" y="58"/>
                      <a:pt x="32" y="58"/>
                      <a:pt x="32" y="5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902" name="Freeform 466">
                <a:extLst>
                  <a:ext uri="{FF2B5EF4-FFF2-40B4-BE49-F238E27FC236}">
                    <a16:creationId xmlns:a16="http://schemas.microsoft.com/office/drawing/2014/main" id="{B921E6B5-E31C-784E-89CC-9965C8EED160}"/>
                  </a:ext>
                </a:extLst>
              </p:cNvPr>
              <p:cNvSpPr>
                <a:spLocks/>
              </p:cNvSpPr>
              <p:nvPr/>
            </p:nvSpPr>
            <p:spPr bwMode="auto">
              <a:xfrm>
                <a:off x="1388" y="2115"/>
                <a:ext cx="129" cy="136"/>
              </a:xfrm>
              <a:custGeom>
                <a:avLst/>
                <a:gdLst>
                  <a:gd name="T0" fmla="*/ 14041 w 114"/>
                  <a:gd name="T1" fmla="*/ 65293675 h 102"/>
                  <a:gd name="T2" fmla="*/ 24897 w 114"/>
                  <a:gd name="T3" fmla="*/ 51610481 h 102"/>
                  <a:gd name="T4" fmla="*/ 23567 w 114"/>
                  <a:gd name="T5" fmla="*/ 40497833 h 102"/>
                  <a:gd name="T6" fmla="*/ 9822 w 114"/>
                  <a:gd name="T7" fmla="*/ 22780031 h 102"/>
                  <a:gd name="T8" fmla="*/ 9822 w 114"/>
                  <a:gd name="T9" fmla="*/ 43011641 h 102"/>
                  <a:gd name="T10" fmla="*/ 0 w 114"/>
                  <a:gd name="T11" fmla="*/ 43011641 h 102"/>
                  <a:gd name="T12" fmla="*/ 0 w 114"/>
                  <a:gd name="T13" fmla="*/ 0 h 102"/>
                  <a:gd name="T14" fmla="*/ 33359 w 114"/>
                  <a:gd name="T15" fmla="*/ 0 h 102"/>
                  <a:gd name="T16" fmla="*/ 33359 w 114"/>
                  <a:gd name="T17" fmla="*/ 12813767 h 102"/>
                  <a:gd name="T18" fmla="*/ 17980 w 114"/>
                  <a:gd name="T19" fmla="*/ 12813767 h 102"/>
                  <a:gd name="T20" fmla="*/ 31880 w 114"/>
                  <a:gd name="T21" fmla="*/ 30373375 h 102"/>
                  <a:gd name="T22" fmla="*/ 38258 w 114"/>
                  <a:gd name="T23" fmla="*/ 47358997 h 102"/>
                  <a:gd name="T24" fmla="*/ 33120 w 114"/>
                  <a:gd name="T25" fmla="*/ 62424503 h 102"/>
                  <a:gd name="T26" fmla="*/ 22293 w 114"/>
                  <a:gd name="T27" fmla="*/ 75667799 h 102"/>
                  <a:gd name="T28" fmla="*/ 14041 w 114"/>
                  <a:gd name="T29" fmla="*/ 65293675 h 102"/>
                  <a:gd name="T30" fmla="*/ 14041 w 114"/>
                  <a:gd name="T31" fmla="*/ 65293675 h 10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02"/>
                  <a:gd name="T50" fmla="*/ 114 w 114"/>
                  <a:gd name="T51" fmla="*/ 102 h 10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02">
                    <a:moveTo>
                      <a:pt x="42" y="88"/>
                    </a:moveTo>
                    <a:cubicBezTo>
                      <a:pt x="75" y="69"/>
                      <a:pt x="75" y="69"/>
                      <a:pt x="75" y="69"/>
                    </a:cubicBezTo>
                    <a:cubicBezTo>
                      <a:pt x="82" y="65"/>
                      <a:pt x="80" y="61"/>
                      <a:pt x="71" y="55"/>
                    </a:cubicBezTo>
                    <a:cubicBezTo>
                      <a:pt x="30" y="31"/>
                      <a:pt x="30" y="31"/>
                      <a:pt x="30" y="31"/>
                    </a:cubicBezTo>
                    <a:cubicBezTo>
                      <a:pt x="30" y="58"/>
                      <a:pt x="30" y="58"/>
                      <a:pt x="30" y="58"/>
                    </a:cubicBezTo>
                    <a:cubicBezTo>
                      <a:pt x="0" y="58"/>
                      <a:pt x="0" y="58"/>
                      <a:pt x="0" y="58"/>
                    </a:cubicBezTo>
                    <a:cubicBezTo>
                      <a:pt x="0" y="0"/>
                      <a:pt x="0" y="0"/>
                      <a:pt x="0" y="0"/>
                    </a:cubicBezTo>
                    <a:cubicBezTo>
                      <a:pt x="100" y="0"/>
                      <a:pt x="100" y="0"/>
                      <a:pt x="100" y="0"/>
                    </a:cubicBezTo>
                    <a:cubicBezTo>
                      <a:pt x="100" y="17"/>
                      <a:pt x="100" y="17"/>
                      <a:pt x="100" y="17"/>
                    </a:cubicBezTo>
                    <a:cubicBezTo>
                      <a:pt x="54" y="17"/>
                      <a:pt x="54" y="17"/>
                      <a:pt x="54" y="17"/>
                    </a:cubicBezTo>
                    <a:cubicBezTo>
                      <a:pt x="96" y="41"/>
                      <a:pt x="96" y="41"/>
                      <a:pt x="96" y="41"/>
                    </a:cubicBezTo>
                    <a:cubicBezTo>
                      <a:pt x="111" y="50"/>
                      <a:pt x="114" y="58"/>
                      <a:pt x="114" y="64"/>
                    </a:cubicBezTo>
                    <a:cubicBezTo>
                      <a:pt x="114" y="75"/>
                      <a:pt x="102" y="82"/>
                      <a:pt x="99" y="84"/>
                    </a:cubicBezTo>
                    <a:cubicBezTo>
                      <a:pt x="67" y="102"/>
                      <a:pt x="67" y="102"/>
                      <a:pt x="67" y="102"/>
                    </a:cubicBezTo>
                    <a:cubicBezTo>
                      <a:pt x="42" y="88"/>
                      <a:pt x="42" y="88"/>
                      <a:pt x="42" y="88"/>
                    </a:cubicBezTo>
                    <a:cubicBezTo>
                      <a:pt x="42" y="88"/>
                      <a:pt x="42" y="88"/>
                      <a:pt x="42" y="8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903" name="Freeform 467">
                <a:extLst>
                  <a:ext uri="{FF2B5EF4-FFF2-40B4-BE49-F238E27FC236}">
                    <a16:creationId xmlns:a16="http://schemas.microsoft.com/office/drawing/2014/main" id="{94DE55B2-40A7-5A4F-A51C-EB0850D4C2E4}"/>
                  </a:ext>
                </a:extLst>
              </p:cNvPr>
              <p:cNvSpPr>
                <a:spLocks/>
              </p:cNvSpPr>
              <p:nvPr/>
            </p:nvSpPr>
            <p:spPr bwMode="auto">
              <a:xfrm>
                <a:off x="1383" y="2257"/>
                <a:ext cx="201" cy="88"/>
              </a:xfrm>
              <a:custGeom>
                <a:avLst/>
                <a:gdLst>
                  <a:gd name="T0" fmla="*/ 57112 w 177"/>
                  <a:gd name="T1" fmla="*/ 6518151 h 66"/>
                  <a:gd name="T2" fmla="*/ 69476 w 177"/>
                  <a:gd name="T3" fmla="*/ 20600576 h 66"/>
                  <a:gd name="T4" fmla="*/ 60755 w 177"/>
                  <a:gd name="T5" fmla="*/ 31333527 h 66"/>
                  <a:gd name="T6" fmla="*/ 47403 w 177"/>
                  <a:gd name="T7" fmla="*/ 17085023 h 66"/>
                  <a:gd name="T8" fmla="*/ 38056 w 177"/>
                  <a:gd name="T9" fmla="*/ 18596937 h 66"/>
                  <a:gd name="T10" fmla="*/ 21306 w 177"/>
                  <a:gd name="T11" fmla="*/ 36623247 h 66"/>
                  <a:gd name="T12" fmla="*/ 40055 w 177"/>
                  <a:gd name="T13" fmla="*/ 36623247 h 66"/>
                  <a:gd name="T14" fmla="*/ 40055 w 177"/>
                  <a:gd name="T15" fmla="*/ 48970256 h 66"/>
                  <a:gd name="T16" fmla="*/ 0 w 177"/>
                  <a:gd name="T17" fmla="*/ 48970256 h 66"/>
                  <a:gd name="T18" fmla="*/ 0 w 177"/>
                  <a:gd name="T19" fmla="*/ 6321663 h 66"/>
                  <a:gd name="T20" fmla="*/ 12070 w 177"/>
                  <a:gd name="T21" fmla="*/ 6321663 h 66"/>
                  <a:gd name="T22" fmla="*/ 12070 w 177"/>
                  <a:gd name="T23" fmla="*/ 26335337 h 66"/>
                  <a:gd name="T24" fmla="*/ 27925 w 177"/>
                  <a:gd name="T25" fmla="*/ 8428884 h 66"/>
                  <a:gd name="T26" fmla="*/ 43404 w 177"/>
                  <a:gd name="T27" fmla="*/ 0 h 66"/>
                  <a:gd name="T28" fmla="*/ 57112 w 177"/>
                  <a:gd name="T29" fmla="*/ 6518151 h 66"/>
                  <a:gd name="T30" fmla="*/ 57112 w 177"/>
                  <a:gd name="T31" fmla="*/ 6518151 h 6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7"/>
                  <a:gd name="T49" fmla="*/ 0 h 66"/>
                  <a:gd name="T50" fmla="*/ 177 w 177"/>
                  <a:gd name="T51" fmla="*/ 66 h 6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7" h="66">
                    <a:moveTo>
                      <a:pt x="145" y="9"/>
                    </a:moveTo>
                    <a:cubicBezTo>
                      <a:pt x="177" y="28"/>
                      <a:pt x="177" y="28"/>
                      <a:pt x="177" y="28"/>
                    </a:cubicBezTo>
                    <a:cubicBezTo>
                      <a:pt x="153" y="42"/>
                      <a:pt x="153" y="42"/>
                      <a:pt x="153" y="42"/>
                    </a:cubicBezTo>
                    <a:cubicBezTo>
                      <a:pt x="120" y="23"/>
                      <a:pt x="120" y="23"/>
                      <a:pt x="120" y="23"/>
                    </a:cubicBezTo>
                    <a:cubicBezTo>
                      <a:pt x="113" y="19"/>
                      <a:pt x="105" y="20"/>
                      <a:pt x="96" y="25"/>
                    </a:cubicBezTo>
                    <a:cubicBezTo>
                      <a:pt x="55" y="49"/>
                      <a:pt x="55" y="49"/>
                      <a:pt x="55" y="49"/>
                    </a:cubicBezTo>
                    <a:cubicBezTo>
                      <a:pt x="101" y="49"/>
                      <a:pt x="101" y="49"/>
                      <a:pt x="101" y="49"/>
                    </a:cubicBezTo>
                    <a:cubicBezTo>
                      <a:pt x="101" y="66"/>
                      <a:pt x="101" y="66"/>
                      <a:pt x="101" y="66"/>
                    </a:cubicBezTo>
                    <a:cubicBezTo>
                      <a:pt x="0" y="66"/>
                      <a:pt x="0" y="66"/>
                      <a:pt x="0" y="66"/>
                    </a:cubicBezTo>
                    <a:cubicBezTo>
                      <a:pt x="0" y="8"/>
                      <a:pt x="0" y="8"/>
                      <a:pt x="0" y="8"/>
                    </a:cubicBezTo>
                    <a:cubicBezTo>
                      <a:pt x="30" y="8"/>
                      <a:pt x="30" y="8"/>
                      <a:pt x="30" y="8"/>
                    </a:cubicBezTo>
                    <a:cubicBezTo>
                      <a:pt x="30" y="35"/>
                      <a:pt x="30" y="35"/>
                      <a:pt x="30" y="35"/>
                    </a:cubicBezTo>
                    <a:cubicBezTo>
                      <a:pt x="71" y="11"/>
                      <a:pt x="71" y="11"/>
                      <a:pt x="71" y="11"/>
                    </a:cubicBezTo>
                    <a:cubicBezTo>
                      <a:pt x="86" y="2"/>
                      <a:pt x="101" y="0"/>
                      <a:pt x="111" y="0"/>
                    </a:cubicBezTo>
                    <a:cubicBezTo>
                      <a:pt x="129" y="0"/>
                      <a:pt x="142" y="7"/>
                      <a:pt x="145" y="9"/>
                    </a:cubicBezTo>
                    <a:cubicBezTo>
                      <a:pt x="145" y="9"/>
                      <a:pt x="145" y="9"/>
                      <a:pt x="145" y="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904" name="Freeform 468">
                <a:extLst>
                  <a:ext uri="{FF2B5EF4-FFF2-40B4-BE49-F238E27FC236}">
                    <a16:creationId xmlns:a16="http://schemas.microsoft.com/office/drawing/2014/main" id="{ED432E2C-C7E3-D54B-A68D-7FDFEB89BC11}"/>
                  </a:ext>
                </a:extLst>
              </p:cNvPr>
              <p:cNvSpPr>
                <a:spLocks/>
              </p:cNvSpPr>
              <p:nvPr/>
            </p:nvSpPr>
            <p:spPr bwMode="auto">
              <a:xfrm>
                <a:off x="1628" y="2211"/>
                <a:ext cx="130" cy="138"/>
              </a:xfrm>
              <a:custGeom>
                <a:avLst/>
                <a:gdLst>
                  <a:gd name="T0" fmla="*/ 54686 w 114"/>
                  <a:gd name="T1" fmla="*/ 41559173 h 103"/>
                  <a:gd name="T2" fmla="*/ 54686 w 114"/>
                  <a:gd name="T3" fmla="*/ 96473660 h 103"/>
                  <a:gd name="T4" fmla="*/ 6661 w 114"/>
                  <a:gd name="T5" fmla="*/ 96473660 h 103"/>
                  <a:gd name="T6" fmla="*/ 6661 w 114"/>
                  <a:gd name="T7" fmla="*/ 80314032 h 103"/>
                  <a:gd name="T8" fmla="*/ 28456 w 114"/>
                  <a:gd name="T9" fmla="*/ 80314032 h 103"/>
                  <a:gd name="T10" fmla="*/ 8662 w 114"/>
                  <a:gd name="T11" fmla="*/ 58011516 h 103"/>
                  <a:gd name="T12" fmla="*/ 0 w 114"/>
                  <a:gd name="T13" fmla="*/ 36604826 h 103"/>
                  <a:gd name="T14" fmla="*/ 7186 w 114"/>
                  <a:gd name="T15" fmla="*/ 17179648 h 103"/>
                  <a:gd name="T16" fmla="*/ 22818 w 114"/>
                  <a:gd name="T17" fmla="*/ 0 h 103"/>
                  <a:gd name="T18" fmla="*/ 34643 w 114"/>
                  <a:gd name="T19" fmla="*/ 13884820 h 103"/>
                  <a:gd name="T20" fmla="*/ 18282 w 114"/>
                  <a:gd name="T21" fmla="*/ 30838836 h 103"/>
                  <a:gd name="T22" fmla="*/ 20551 w 114"/>
                  <a:gd name="T23" fmla="*/ 43759557 h 103"/>
                  <a:gd name="T24" fmla="*/ 40203 w 114"/>
                  <a:gd name="T25" fmla="*/ 66125278 h 103"/>
                  <a:gd name="T26" fmla="*/ 40203 w 114"/>
                  <a:gd name="T27" fmla="*/ 41559173 h 103"/>
                  <a:gd name="T28" fmla="*/ 54686 w 114"/>
                  <a:gd name="T29" fmla="*/ 41559173 h 103"/>
                  <a:gd name="T30" fmla="*/ 54686 w 114"/>
                  <a:gd name="T31" fmla="*/ 41559173 h 10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03"/>
                  <a:gd name="T50" fmla="*/ 114 w 114"/>
                  <a:gd name="T51" fmla="*/ 103 h 10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03">
                    <a:moveTo>
                      <a:pt x="114" y="45"/>
                    </a:moveTo>
                    <a:cubicBezTo>
                      <a:pt x="114" y="103"/>
                      <a:pt x="114" y="103"/>
                      <a:pt x="114" y="103"/>
                    </a:cubicBezTo>
                    <a:cubicBezTo>
                      <a:pt x="14" y="103"/>
                      <a:pt x="14" y="103"/>
                      <a:pt x="14" y="103"/>
                    </a:cubicBezTo>
                    <a:cubicBezTo>
                      <a:pt x="14" y="86"/>
                      <a:pt x="14" y="86"/>
                      <a:pt x="14" y="86"/>
                    </a:cubicBezTo>
                    <a:cubicBezTo>
                      <a:pt x="60" y="86"/>
                      <a:pt x="60" y="86"/>
                      <a:pt x="60" y="86"/>
                    </a:cubicBezTo>
                    <a:cubicBezTo>
                      <a:pt x="18" y="62"/>
                      <a:pt x="18" y="62"/>
                      <a:pt x="18" y="62"/>
                    </a:cubicBezTo>
                    <a:cubicBezTo>
                      <a:pt x="3" y="53"/>
                      <a:pt x="0" y="44"/>
                      <a:pt x="0" y="39"/>
                    </a:cubicBezTo>
                    <a:cubicBezTo>
                      <a:pt x="0" y="28"/>
                      <a:pt x="12" y="20"/>
                      <a:pt x="15" y="19"/>
                    </a:cubicBezTo>
                    <a:cubicBezTo>
                      <a:pt x="47" y="0"/>
                      <a:pt x="47" y="0"/>
                      <a:pt x="47" y="0"/>
                    </a:cubicBezTo>
                    <a:cubicBezTo>
                      <a:pt x="72" y="15"/>
                      <a:pt x="72" y="15"/>
                      <a:pt x="72" y="15"/>
                    </a:cubicBezTo>
                    <a:cubicBezTo>
                      <a:pt x="39" y="33"/>
                      <a:pt x="39" y="33"/>
                      <a:pt x="39" y="33"/>
                    </a:cubicBezTo>
                    <a:cubicBezTo>
                      <a:pt x="33" y="37"/>
                      <a:pt x="34" y="42"/>
                      <a:pt x="43" y="47"/>
                    </a:cubicBezTo>
                    <a:cubicBezTo>
                      <a:pt x="84" y="71"/>
                      <a:pt x="84" y="71"/>
                      <a:pt x="84" y="71"/>
                    </a:cubicBezTo>
                    <a:cubicBezTo>
                      <a:pt x="84" y="45"/>
                      <a:pt x="84" y="45"/>
                      <a:pt x="84" y="45"/>
                    </a:cubicBezTo>
                    <a:cubicBezTo>
                      <a:pt x="114" y="45"/>
                      <a:pt x="114" y="45"/>
                      <a:pt x="114" y="45"/>
                    </a:cubicBezTo>
                    <a:cubicBezTo>
                      <a:pt x="114" y="45"/>
                      <a:pt x="114" y="45"/>
                      <a:pt x="114"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291896" name="WordArt 469">
              <a:extLst>
                <a:ext uri="{FF2B5EF4-FFF2-40B4-BE49-F238E27FC236}">
                  <a16:creationId xmlns:a16="http://schemas.microsoft.com/office/drawing/2014/main" id="{09A26EAD-2077-5A49-A7D9-A4334396FCC7}"/>
                </a:ext>
              </a:extLst>
            </p:cNvPr>
            <p:cNvSpPr>
              <a:spLocks noChangeArrowheads="1" noChangeShapeType="1" noTextEdit="1"/>
            </p:cNvSpPr>
            <p:nvPr/>
          </p:nvSpPr>
          <p:spPr bwMode="auto">
            <a:xfrm>
              <a:off x="1394" y="2420"/>
              <a:ext cx="329" cy="171"/>
            </a:xfrm>
            <a:prstGeom prst="rect">
              <a:avLst/>
            </a:prstGeom>
          </p:spPr>
          <p:txBody>
            <a:bodyPr wrap="none" fromWordArt="1">
              <a:prstTxWarp prst="textPlain">
                <a:avLst>
                  <a:gd name="adj" fmla="val 58356"/>
                </a:avLst>
              </a:prstTxWarp>
            </a:bodyPr>
            <a:lstStyle/>
            <a:p>
              <a:pPr algn="ctr"/>
              <a:r>
                <a:rPr lang="en" altLang="zh-CN" sz="2700" b="1" i="1" kern="10">
                  <a:ln w="9525">
                    <a:solidFill>
                      <a:srgbClr val="006699"/>
                    </a:solidFill>
                    <a:round/>
                    <a:headEnd/>
                    <a:tailEnd/>
                  </a:ln>
                  <a:solidFill>
                    <a:srgbClr val="FFFFFF"/>
                  </a:solidFill>
                  <a:effectLst>
                    <a:outerShdw dist="35921" dir="2700000" algn="ctr" rotWithShape="0">
                      <a:srgbClr val="808080">
                        <a:alpha val="79999"/>
                      </a:srgbClr>
                    </a:outerShdw>
                  </a:effectLst>
                  <a:latin typeface="微软雅黑" panose="020B0503020204020204" pitchFamily="34" charset="-122"/>
                  <a:ea typeface="微软雅黑" panose="020B0503020204020204" pitchFamily="34" charset="-122"/>
                </a:rPr>
                <a:t>R</a:t>
              </a:r>
              <a:endParaRPr lang="zh-CN" altLang="en-US" sz="2700" b="1" i="1" kern="10">
                <a:ln w="9525">
                  <a:solidFill>
                    <a:srgbClr val="006699"/>
                  </a:solidFill>
                  <a:round/>
                  <a:headEnd/>
                  <a:tailEnd/>
                </a:ln>
                <a:solidFill>
                  <a:srgbClr val="FFFFFF"/>
                </a:solidFill>
                <a:effectLst>
                  <a:outerShdw dist="35921" dir="2700000" algn="ctr" rotWithShape="0">
                    <a:srgbClr val="808080">
                      <a:alpha val="79999"/>
                    </a:srgbClr>
                  </a:outerShdw>
                </a:effectLst>
                <a:latin typeface="微软雅黑" panose="020B0503020204020204" pitchFamily="34" charset="-122"/>
                <a:ea typeface="微软雅黑" panose="020B0503020204020204" pitchFamily="34" charset="-122"/>
              </a:endParaRPr>
            </a:p>
          </p:txBody>
        </p:sp>
      </p:grpSp>
      <p:grpSp>
        <p:nvGrpSpPr>
          <p:cNvPr id="227350" name="Group 458">
            <a:extLst>
              <a:ext uri="{FF2B5EF4-FFF2-40B4-BE49-F238E27FC236}">
                <a16:creationId xmlns:a16="http://schemas.microsoft.com/office/drawing/2014/main" id="{95AA2E30-200F-014A-B0C7-CC5069EEC78E}"/>
              </a:ext>
            </a:extLst>
          </p:cNvPr>
          <p:cNvGrpSpPr>
            <a:grpSpLocks/>
          </p:cNvGrpSpPr>
          <p:nvPr/>
        </p:nvGrpSpPr>
        <p:grpSpPr bwMode="auto">
          <a:xfrm>
            <a:off x="2087166" y="3963592"/>
            <a:ext cx="570309" cy="345281"/>
            <a:chOff x="1156" y="2092"/>
            <a:chExt cx="817" cy="567"/>
          </a:xfrm>
        </p:grpSpPr>
        <p:sp>
          <p:nvSpPr>
            <p:cNvPr id="65" name="AutoShape 459">
              <a:extLst>
                <a:ext uri="{FF2B5EF4-FFF2-40B4-BE49-F238E27FC236}">
                  <a16:creationId xmlns:a16="http://schemas.microsoft.com/office/drawing/2014/main" id="{21DA373B-8A14-9B4B-8601-9FE43345B606}"/>
                </a:ext>
              </a:extLst>
            </p:cNvPr>
            <p:cNvSpPr>
              <a:spLocks noChangeArrowheads="1"/>
            </p:cNvSpPr>
            <p:nvPr/>
          </p:nvSpPr>
          <p:spPr bwMode="auto">
            <a:xfrm>
              <a:off x="1156" y="2092"/>
              <a:ext cx="817" cy="567"/>
            </a:xfrm>
            <a:prstGeom prst="can">
              <a:avLst>
                <a:gd name="adj" fmla="val 50000"/>
              </a:avLst>
            </a:prstGeom>
            <a:gradFill rotWithShape="1">
              <a:gsLst>
                <a:gs pos="0">
                  <a:schemeClr val="accent1"/>
                </a:gs>
                <a:gs pos="100000">
                  <a:schemeClr val="accent1">
                    <a:gamma/>
                    <a:shade val="46275"/>
                    <a:invGamma/>
                  </a:schemeClr>
                </a:gs>
              </a:gsLst>
              <a:lin ang="0" scaled="1"/>
            </a:gradFill>
            <a:ln w="9525">
              <a:solidFill>
                <a:srgbClr val="006699"/>
              </a:solidFill>
              <a:round/>
              <a:headEnd/>
              <a:tailEnd/>
            </a:ln>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endParaRPr lang="zh-CN" altLang="zh-CN" sz="1200">
                <a:latin typeface="Arial Black" panose="020B0604020202020204" pitchFamily="34" charset="0"/>
                <a:ea typeface="宋体" panose="02010600030101010101" pitchFamily="2" charset="-122"/>
              </a:endParaRPr>
            </a:p>
          </p:txBody>
        </p:sp>
        <p:grpSp>
          <p:nvGrpSpPr>
            <p:cNvPr id="291884" name="Group 460">
              <a:extLst>
                <a:ext uri="{FF2B5EF4-FFF2-40B4-BE49-F238E27FC236}">
                  <a16:creationId xmlns:a16="http://schemas.microsoft.com/office/drawing/2014/main" id="{8362A678-DDAA-1D49-8C22-B4101467246B}"/>
                </a:ext>
              </a:extLst>
            </p:cNvPr>
            <p:cNvGrpSpPr>
              <a:grpSpLocks/>
            </p:cNvGrpSpPr>
            <p:nvPr/>
          </p:nvGrpSpPr>
          <p:grpSpPr bwMode="auto">
            <a:xfrm>
              <a:off x="1338" y="2138"/>
              <a:ext cx="446" cy="181"/>
              <a:chOff x="1383" y="2115"/>
              <a:chExt cx="386" cy="240"/>
            </a:xfrm>
          </p:grpSpPr>
          <p:sp>
            <p:nvSpPr>
              <p:cNvPr id="291886" name="Freeform 461">
                <a:extLst>
                  <a:ext uri="{FF2B5EF4-FFF2-40B4-BE49-F238E27FC236}">
                    <a16:creationId xmlns:a16="http://schemas.microsoft.com/office/drawing/2014/main" id="{DE7D9440-CD7F-054A-83EC-47605E64E9D9}"/>
                  </a:ext>
                </a:extLst>
              </p:cNvPr>
              <p:cNvSpPr>
                <a:spLocks/>
              </p:cNvSpPr>
              <p:nvPr/>
            </p:nvSpPr>
            <p:spPr bwMode="auto">
              <a:xfrm>
                <a:off x="1568" y="2123"/>
                <a:ext cx="201" cy="88"/>
              </a:xfrm>
              <a:custGeom>
                <a:avLst/>
                <a:gdLst>
                  <a:gd name="T0" fmla="*/ 12371 w 177"/>
                  <a:gd name="T1" fmla="*/ 43011641 h 66"/>
                  <a:gd name="T2" fmla="*/ 12371 w 177"/>
                  <a:gd name="T3" fmla="*/ 43011641 h 66"/>
                  <a:gd name="T4" fmla="*/ 0 w 177"/>
                  <a:gd name="T5" fmla="*/ 29030896 h 66"/>
                  <a:gd name="T6" fmla="*/ 9593 w 177"/>
                  <a:gd name="T7" fmla="*/ 18596937 h 66"/>
                  <a:gd name="T8" fmla="*/ 22796 w 177"/>
                  <a:gd name="T9" fmla="*/ 33061221 h 66"/>
                  <a:gd name="T10" fmla="*/ 31711 w 177"/>
                  <a:gd name="T11" fmla="*/ 31333527 h 66"/>
                  <a:gd name="T12" fmla="*/ 48228 w 177"/>
                  <a:gd name="T13" fmla="*/ 13435920 h 66"/>
                  <a:gd name="T14" fmla="*/ 29638 w 177"/>
                  <a:gd name="T15" fmla="*/ 13435920 h 66"/>
                  <a:gd name="T16" fmla="*/ 29638 w 177"/>
                  <a:gd name="T17" fmla="*/ 0 h 66"/>
                  <a:gd name="T18" fmla="*/ 69476 w 177"/>
                  <a:gd name="T19" fmla="*/ 0 h 66"/>
                  <a:gd name="T20" fmla="*/ 69476 w 177"/>
                  <a:gd name="T21" fmla="*/ 44081628 h 66"/>
                  <a:gd name="T22" fmla="*/ 58090 w 177"/>
                  <a:gd name="T23" fmla="*/ 44081628 h 66"/>
                  <a:gd name="T24" fmla="*/ 58090 w 177"/>
                  <a:gd name="T25" fmla="*/ 23886080 h 66"/>
                  <a:gd name="T26" fmla="*/ 41743 w 177"/>
                  <a:gd name="T27" fmla="*/ 41778036 h 66"/>
                  <a:gd name="T28" fmla="*/ 25989 w 177"/>
                  <a:gd name="T29" fmla="*/ 48970256 h 66"/>
                  <a:gd name="T30" fmla="*/ 12371 w 177"/>
                  <a:gd name="T31" fmla="*/ 43011641 h 66"/>
                  <a:gd name="T32" fmla="*/ 12371 w 177"/>
                  <a:gd name="T33" fmla="*/ 43011641 h 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7"/>
                  <a:gd name="T52" fmla="*/ 0 h 66"/>
                  <a:gd name="T53" fmla="*/ 177 w 177"/>
                  <a:gd name="T54" fmla="*/ 66 h 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7" h="66">
                    <a:moveTo>
                      <a:pt x="32" y="58"/>
                    </a:moveTo>
                    <a:cubicBezTo>
                      <a:pt x="32" y="58"/>
                      <a:pt x="32" y="58"/>
                      <a:pt x="32" y="58"/>
                    </a:cubicBezTo>
                    <a:cubicBezTo>
                      <a:pt x="0" y="39"/>
                      <a:pt x="0" y="39"/>
                      <a:pt x="0" y="39"/>
                    </a:cubicBezTo>
                    <a:cubicBezTo>
                      <a:pt x="25" y="25"/>
                      <a:pt x="25" y="25"/>
                      <a:pt x="25" y="25"/>
                    </a:cubicBezTo>
                    <a:cubicBezTo>
                      <a:pt x="57" y="44"/>
                      <a:pt x="57" y="44"/>
                      <a:pt x="57" y="44"/>
                    </a:cubicBezTo>
                    <a:cubicBezTo>
                      <a:pt x="64" y="47"/>
                      <a:pt x="72" y="47"/>
                      <a:pt x="81" y="42"/>
                    </a:cubicBezTo>
                    <a:cubicBezTo>
                      <a:pt x="122" y="18"/>
                      <a:pt x="122" y="18"/>
                      <a:pt x="122" y="18"/>
                    </a:cubicBezTo>
                    <a:cubicBezTo>
                      <a:pt x="76" y="18"/>
                      <a:pt x="76" y="18"/>
                      <a:pt x="76" y="18"/>
                    </a:cubicBezTo>
                    <a:cubicBezTo>
                      <a:pt x="76" y="0"/>
                      <a:pt x="76" y="0"/>
                      <a:pt x="76" y="0"/>
                    </a:cubicBezTo>
                    <a:cubicBezTo>
                      <a:pt x="177" y="0"/>
                      <a:pt x="177" y="0"/>
                      <a:pt x="177" y="0"/>
                    </a:cubicBezTo>
                    <a:cubicBezTo>
                      <a:pt x="177" y="59"/>
                      <a:pt x="177" y="59"/>
                      <a:pt x="177" y="59"/>
                    </a:cubicBezTo>
                    <a:cubicBezTo>
                      <a:pt x="147" y="59"/>
                      <a:pt x="147" y="59"/>
                      <a:pt x="147" y="59"/>
                    </a:cubicBezTo>
                    <a:cubicBezTo>
                      <a:pt x="147" y="32"/>
                      <a:pt x="147" y="32"/>
                      <a:pt x="147" y="32"/>
                    </a:cubicBezTo>
                    <a:cubicBezTo>
                      <a:pt x="106" y="56"/>
                      <a:pt x="106" y="56"/>
                      <a:pt x="106" y="56"/>
                    </a:cubicBezTo>
                    <a:cubicBezTo>
                      <a:pt x="91" y="65"/>
                      <a:pt x="76" y="66"/>
                      <a:pt x="66" y="66"/>
                    </a:cubicBezTo>
                    <a:cubicBezTo>
                      <a:pt x="48" y="66"/>
                      <a:pt x="36" y="60"/>
                      <a:pt x="32" y="58"/>
                    </a:cubicBezTo>
                    <a:cubicBezTo>
                      <a:pt x="32" y="58"/>
                      <a:pt x="32" y="58"/>
                      <a:pt x="32" y="58"/>
                    </a:cubicBezTo>
                    <a:close/>
                  </a:path>
                </a:pathLst>
              </a:custGeom>
              <a:solidFill>
                <a:srgbClr val="00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887" name="Freeform 462">
                <a:extLst>
                  <a:ext uri="{FF2B5EF4-FFF2-40B4-BE49-F238E27FC236}">
                    <a16:creationId xmlns:a16="http://schemas.microsoft.com/office/drawing/2014/main" id="{B07D427A-071B-2542-A331-DE28AF79DC76}"/>
                  </a:ext>
                </a:extLst>
              </p:cNvPr>
              <p:cNvSpPr>
                <a:spLocks/>
              </p:cNvSpPr>
              <p:nvPr/>
            </p:nvSpPr>
            <p:spPr bwMode="auto">
              <a:xfrm>
                <a:off x="1392" y="2121"/>
                <a:ext cx="130" cy="136"/>
              </a:xfrm>
              <a:custGeom>
                <a:avLst/>
                <a:gdLst>
                  <a:gd name="T0" fmla="*/ 20486 w 114"/>
                  <a:gd name="T1" fmla="*/ 65293675 h 102"/>
                  <a:gd name="T2" fmla="*/ 36264 w 114"/>
                  <a:gd name="T3" fmla="*/ 51610481 h 102"/>
                  <a:gd name="T4" fmla="*/ 33838 w 114"/>
                  <a:gd name="T5" fmla="*/ 40497833 h 102"/>
                  <a:gd name="T6" fmla="*/ 14059 w 114"/>
                  <a:gd name="T7" fmla="*/ 22780031 h 102"/>
                  <a:gd name="T8" fmla="*/ 14059 w 114"/>
                  <a:gd name="T9" fmla="*/ 43011641 h 102"/>
                  <a:gd name="T10" fmla="*/ 0 w 114"/>
                  <a:gd name="T11" fmla="*/ 43011641 h 102"/>
                  <a:gd name="T12" fmla="*/ 0 w 114"/>
                  <a:gd name="T13" fmla="*/ 0 h 102"/>
                  <a:gd name="T14" fmla="*/ 47955 w 114"/>
                  <a:gd name="T15" fmla="*/ 0 h 102"/>
                  <a:gd name="T16" fmla="*/ 47955 w 114"/>
                  <a:gd name="T17" fmla="*/ 12813767 h 102"/>
                  <a:gd name="T18" fmla="*/ 26021 w 114"/>
                  <a:gd name="T19" fmla="*/ 12813767 h 102"/>
                  <a:gd name="T20" fmla="*/ 45846 w 114"/>
                  <a:gd name="T21" fmla="*/ 30373375 h 102"/>
                  <a:gd name="T22" fmla="*/ 54686 w 114"/>
                  <a:gd name="T23" fmla="*/ 47358997 h 102"/>
                  <a:gd name="T24" fmla="*/ 47765 w 114"/>
                  <a:gd name="T25" fmla="*/ 62424503 h 102"/>
                  <a:gd name="T26" fmla="*/ 32210 w 114"/>
                  <a:gd name="T27" fmla="*/ 75667799 h 102"/>
                  <a:gd name="T28" fmla="*/ 20486 w 114"/>
                  <a:gd name="T29" fmla="*/ 65293675 h 102"/>
                  <a:gd name="T30" fmla="*/ 20486 w 114"/>
                  <a:gd name="T31" fmla="*/ 65293675 h 10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02"/>
                  <a:gd name="T50" fmla="*/ 114 w 114"/>
                  <a:gd name="T51" fmla="*/ 102 h 10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02">
                    <a:moveTo>
                      <a:pt x="42" y="88"/>
                    </a:moveTo>
                    <a:cubicBezTo>
                      <a:pt x="75" y="69"/>
                      <a:pt x="75" y="69"/>
                      <a:pt x="75" y="69"/>
                    </a:cubicBezTo>
                    <a:cubicBezTo>
                      <a:pt x="82" y="65"/>
                      <a:pt x="80" y="61"/>
                      <a:pt x="71" y="55"/>
                    </a:cubicBezTo>
                    <a:cubicBezTo>
                      <a:pt x="30" y="31"/>
                      <a:pt x="30" y="31"/>
                      <a:pt x="30" y="31"/>
                    </a:cubicBezTo>
                    <a:cubicBezTo>
                      <a:pt x="30" y="58"/>
                      <a:pt x="30" y="58"/>
                      <a:pt x="30" y="58"/>
                    </a:cubicBezTo>
                    <a:cubicBezTo>
                      <a:pt x="0" y="58"/>
                      <a:pt x="0" y="58"/>
                      <a:pt x="0" y="58"/>
                    </a:cubicBezTo>
                    <a:cubicBezTo>
                      <a:pt x="0" y="0"/>
                      <a:pt x="0" y="0"/>
                      <a:pt x="0" y="0"/>
                    </a:cubicBezTo>
                    <a:cubicBezTo>
                      <a:pt x="100" y="0"/>
                      <a:pt x="100" y="0"/>
                      <a:pt x="100" y="0"/>
                    </a:cubicBezTo>
                    <a:cubicBezTo>
                      <a:pt x="100" y="17"/>
                      <a:pt x="100" y="17"/>
                      <a:pt x="100" y="17"/>
                    </a:cubicBezTo>
                    <a:cubicBezTo>
                      <a:pt x="54" y="17"/>
                      <a:pt x="54" y="17"/>
                      <a:pt x="54" y="17"/>
                    </a:cubicBezTo>
                    <a:cubicBezTo>
                      <a:pt x="96" y="41"/>
                      <a:pt x="96" y="41"/>
                      <a:pt x="96" y="41"/>
                    </a:cubicBezTo>
                    <a:cubicBezTo>
                      <a:pt x="111" y="50"/>
                      <a:pt x="114" y="58"/>
                      <a:pt x="114" y="64"/>
                    </a:cubicBezTo>
                    <a:cubicBezTo>
                      <a:pt x="114" y="75"/>
                      <a:pt x="102" y="82"/>
                      <a:pt x="99" y="84"/>
                    </a:cubicBezTo>
                    <a:cubicBezTo>
                      <a:pt x="67" y="102"/>
                      <a:pt x="67" y="102"/>
                      <a:pt x="67" y="102"/>
                    </a:cubicBezTo>
                    <a:cubicBezTo>
                      <a:pt x="42" y="88"/>
                      <a:pt x="42" y="88"/>
                      <a:pt x="42" y="88"/>
                    </a:cubicBezTo>
                    <a:cubicBezTo>
                      <a:pt x="42" y="88"/>
                      <a:pt x="42" y="88"/>
                      <a:pt x="42" y="88"/>
                    </a:cubicBezTo>
                    <a:close/>
                  </a:path>
                </a:pathLst>
              </a:custGeom>
              <a:solidFill>
                <a:srgbClr val="00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888" name="Freeform 463">
                <a:extLst>
                  <a:ext uri="{FF2B5EF4-FFF2-40B4-BE49-F238E27FC236}">
                    <a16:creationId xmlns:a16="http://schemas.microsoft.com/office/drawing/2014/main" id="{8B986624-8851-704E-9AEE-86D5C661C682}"/>
                  </a:ext>
                </a:extLst>
              </p:cNvPr>
              <p:cNvSpPr>
                <a:spLocks/>
              </p:cNvSpPr>
              <p:nvPr/>
            </p:nvSpPr>
            <p:spPr bwMode="auto">
              <a:xfrm>
                <a:off x="1388" y="2262"/>
                <a:ext cx="201" cy="88"/>
              </a:xfrm>
              <a:custGeom>
                <a:avLst/>
                <a:gdLst>
                  <a:gd name="T0" fmla="*/ 57112 w 177"/>
                  <a:gd name="T1" fmla="*/ 6518151 h 66"/>
                  <a:gd name="T2" fmla="*/ 69476 w 177"/>
                  <a:gd name="T3" fmla="*/ 20600576 h 66"/>
                  <a:gd name="T4" fmla="*/ 60755 w 177"/>
                  <a:gd name="T5" fmla="*/ 31333527 h 66"/>
                  <a:gd name="T6" fmla="*/ 47403 w 177"/>
                  <a:gd name="T7" fmla="*/ 17085023 h 66"/>
                  <a:gd name="T8" fmla="*/ 38056 w 177"/>
                  <a:gd name="T9" fmla="*/ 18596937 h 66"/>
                  <a:gd name="T10" fmla="*/ 21306 w 177"/>
                  <a:gd name="T11" fmla="*/ 36623247 h 66"/>
                  <a:gd name="T12" fmla="*/ 40055 w 177"/>
                  <a:gd name="T13" fmla="*/ 36623247 h 66"/>
                  <a:gd name="T14" fmla="*/ 40055 w 177"/>
                  <a:gd name="T15" fmla="*/ 48970256 h 66"/>
                  <a:gd name="T16" fmla="*/ 0 w 177"/>
                  <a:gd name="T17" fmla="*/ 48970256 h 66"/>
                  <a:gd name="T18" fmla="*/ 0 w 177"/>
                  <a:gd name="T19" fmla="*/ 6321663 h 66"/>
                  <a:gd name="T20" fmla="*/ 12070 w 177"/>
                  <a:gd name="T21" fmla="*/ 6321663 h 66"/>
                  <a:gd name="T22" fmla="*/ 12070 w 177"/>
                  <a:gd name="T23" fmla="*/ 26335337 h 66"/>
                  <a:gd name="T24" fmla="*/ 27925 w 177"/>
                  <a:gd name="T25" fmla="*/ 8428884 h 66"/>
                  <a:gd name="T26" fmla="*/ 43404 w 177"/>
                  <a:gd name="T27" fmla="*/ 0 h 66"/>
                  <a:gd name="T28" fmla="*/ 57112 w 177"/>
                  <a:gd name="T29" fmla="*/ 6518151 h 66"/>
                  <a:gd name="T30" fmla="*/ 57112 w 177"/>
                  <a:gd name="T31" fmla="*/ 6518151 h 6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7"/>
                  <a:gd name="T49" fmla="*/ 0 h 66"/>
                  <a:gd name="T50" fmla="*/ 177 w 177"/>
                  <a:gd name="T51" fmla="*/ 66 h 6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7" h="66">
                    <a:moveTo>
                      <a:pt x="145" y="9"/>
                    </a:moveTo>
                    <a:cubicBezTo>
                      <a:pt x="177" y="28"/>
                      <a:pt x="177" y="28"/>
                      <a:pt x="177" y="28"/>
                    </a:cubicBezTo>
                    <a:cubicBezTo>
                      <a:pt x="153" y="42"/>
                      <a:pt x="153" y="42"/>
                      <a:pt x="153" y="42"/>
                    </a:cubicBezTo>
                    <a:cubicBezTo>
                      <a:pt x="120" y="23"/>
                      <a:pt x="120" y="23"/>
                      <a:pt x="120" y="23"/>
                    </a:cubicBezTo>
                    <a:cubicBezTo>
                      <a:pt x="113" y="19"/>
                      <a:pt x="105" y="20"/>
                      <a:pt x="96" y="25"/>
                    </a:cubicBezTo>
                    <a:cubicBezTo>
                      <a:pt x="55" y="49"/>
                      <a:pt x="55" y="49"/>
                      <a:pt x="55" y="49"/>
                    </a:cubicBezTo>
                    <a:cubicBezTo>
                      <a:pt x="101" y="49"/>
                      <a:pt x="101" y="49"/>
                      <a:pt x="101" y="49"/>
                    </a:cubicBezTo>
                    <a:cubicBezTo>
                      <a:pt x="101" y="66"/>
                      <a:pt x="101" y="66"/>
                      <a:pt x="101" y="66"/>
                    </a:cubicBezTo>
                    <a:cubicBezTo>
                      <a:pt x="0" y="66"/>
                      <a:pt x="0" y="66"/>
                      <a:pt x="0" y="66"/>
                    </a:cubicBezTo>
                    <a:cubicBezTo>
                      <a:pt x="0" y="8"/>
                      <a:pt x="0" y="8"/>
                      <a:pt x="0" y="8"/>
                    </a:cubicBezTo>
                    <a:cubicBezTo>
                      <a:pt x="30" y="8"/>
                      <a:pt x="30" y="8"/>
                      <a:pt x="30" y="8"/>
                    </a:cubicBezTo>
                    <a:cubicBezTo>
                      <a:pt x="30" y="35"/>
                      <a:pt x="30" y="35"/>
                      <a:pt x="30" y="35"/>
                    </a:cubicBezTo>
                    <a:cubicBezTo>
                      <a:pt x="71" y="11"/>
                      <a:pt x="71" y="11"/>
                      <a:pt x="71" y="11"/>
                    </a:cubicBezTo>
                    <a:cubicBezTo>
                      <a:pt x="86" y="2"/>
                      <a:pt x="101" y="0"/>
                      <a:pt x="111" y="0"/>
                    </a:cubicBezTo>
                    <a:cubicBezTo>
                      <a:pt x="129" y="0"/>
                      <a:pt x="142" y="7"/>
                      <a:pt x="145" y="9"/>
                    </a:cubicBezTo>
                    <a:cubicBezTo>
                      <a:pt x="145" y="9"/>
                      <a:pt x="145" y="9"/>
                      <a:pt x="145" y="9"/>
                    </a:cubicBezTo>
                    <a:close/>
                  </a:path>
                </a:pathLst>
              </a:custGeom>
              <a:solidFill>
                <a:srgbClr val="00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889" name="Freeform 464">
                <a:extLst>
                  <a:ext uri="{FF2B5EF4-FFF2-40B4-BE49-F238E27FC236}">
                    <a16:creationId xmlns:a16="http://schemas.microsoft.com/office/drawing/2014/main" id="{950ED029-3155-204A-B18C-08B505BDC596}"/>
                  </a:ext>
                </a:extLst>
              </p:cNvPr>
              <p:cNvSpPr>
                <a:spLocks/>
              </p:cNvSpPr>
              <p:nvPr/>
            </p:nvSpPr>
            <p:spPr bwMode="auto">
              <a:xfrm>
                <a:off x="1635" y="2217"/>
                <a:ext cx="130" cy="138"/>
              </a:xfrm>
              <a:custGeom>
                <a:avLst/>
                <a:gdLst>
                  <a:gd name="T0" fmla="*/ 54686 w 114"/>
                  <a:gd name="T1" fmla="*/ 41559173 h 103"/>
                  <a:gd name="T2" fmla="*/ 54686 w 114"/>
                  <a:gd name="T3" fmla="*/ 96473660 h 103"/>
                  <a:gd name="T4" fmla="*/ 6661 w 114"/>
                  <a:gd name="T5" fmla="*/ 96473660 h 103"/>
                  <a:gd name="T6" fmla="*/ 6661 w 114"/>
                  <a:gd name="T7" fmla="*/ 80314032 h 103"/>
                  <a:gd name="T8" fmla="*/ 28456 w 114"/>
                  <a:gd name="T9" fmla="*/ 80314032 h 103"/>
                  <a:gd name="T10" fmla="*/ 8662 w 114"/>
                  <a:gd name="T11" fmla="*/ 58011516 h 103"/>
                  <a:gd name="T12" fmla="*/ 0 w 114"/>
                  <a:gd name="T13" fmla="*/ 36604826 h 103"/>
                  <a:gd name="T14" fmla="*/ 7186 w 114"/>
                  <a:gd name="T15" fmla="*/ 17179648 h 103"/>
                  <a:gd name="T16" fmla="*/ 22818 w 114"/>
                  <a:gd name="T17" fmla="*/ 0 h 103"/>
                  <a:gd name="T18" fmla="*/ 34643 w 114"/>
                  <a:gd name="T19" fmla="*/ 13884820 h 103"/>
                  <a:gd name="T20" fmla="*/ 18282 w 114"/>
                  <a:gd name="T21" fmla="*/ 30838836 h 103"/>
                  <a:gd name="T22" fmla="*/ 20551 w 114"/>
                  <a:gd name="T23" fmla="*/ 43759557 h 103"/>
                  <a:gd name="T24" fmla="*/ 40203 w 114"/>
                  <a:gd name="T25" fmla="*/ 66125278 h 103"/>
                  <a:gd name="T26" fmla="*/ 40203 w 114"/>
                  <a:gd name="T27" fmla="*/ 41559173 h 103"/>
                  <a:gd name="T28" fmla="*/ 54686 w 114"/>
                  <a:gd name="T29" fmla="*/ 41559173 h 103"/>
                  <a:gd name="T30" fmla="*/ 54686 w 114"/>
                  <a:gd name="T31" fmla="*/ 41559173 h 10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03"/>
                  <a:gd name="T50" fmla="*/ 114 w 114"/>
                  <a:gd name="T51" fmla="*/ 103 h 10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03">
                    <a:moveTo>
                      <a:pt x="114" y="45"/>
                    </a:moveTo>
                    <a:cubicBezTo>
                      <a:pt x="114" y="103"/>
                      <a:pt x="114" y="103"/>
                      <a:pt x="114" y="103"/>
                    </a:cubicBezTo>
                    <a:cubicBezTo>
                      <a:pt x="14" y="103"/>
                      <a:pt x="14" y="103"/>
                      <a:pt x="14" y="103"/>
                    </a:cubicBezTo>
                    <a:cubicBezTo>
                      <a:pt x="14" y="86"/>
                      <a:pt x="14" y="86"/>
                      <a:pt x="14" y="86"/>
                    </a:cubicBezTo>
                    <a:cubicBezTo>
                      <a:pt x="60" y="86"/>
                      <a:pt x="60" y="86"/>
                      <a:pt x="60" y="86"/>
                    </a:cubicBezTo>
                    <a:cubicBezTo>
                      <a:pt x="18" y="62"/>
                      <a:pt x="18" y="62"/>
                      <a:pt x="18" y="62"/>
                    </a:cubicBezTo>
                    <a:cubicBezTo>
                      <a:pt x="3" y="53"/>
                      <a:pt x="0" y="44"/>
                      <a:pt x="0" y="39"/>
                    </a:cubicBezTo>
                    <a:cubicBezTo>
                      <a:pt x="0" y="28"/>
                      <a:pt x="12" y="20"/>
                      <a:pt x="15" y="19"/>
                    </a:cubicBezTo>
                    <a:cubicBezTo>
                      <a:pt x="47" y="0"/>
                      <a:pt x="47" y="0"/>
                      <a:pt x="47" y="0"/>
                    </a:cubicBezTo>
                    <a:cubicBezTo>
                      <a:pt x="72" y="15"/>
                      <a:pt x="72" y="15"/>
                      <a:pt x="72" y="15"/>
                    </a:cubicBezTo>
                    <a:cubicBezTo>
                      <a:pt x="39" y="33"/>
                      <a:pt x="39" y="33"/>
                      <a:pt x="39" y="33"/>
                    </a:cubicBezTo>
                    <a:cubicBezTo>
                      <a:pt x="33" y="37"/>
                      <a:pt x="34" y="42"/>
                      <a:pt x="43" y="47"/>
                    </a:cubicBezTo>
                    <a:cubicBezTo>
                      <a:pt x="84" y="71"/>
                      <a:pt x="84" y="71"/>
                      <a:pt x="84" y="71"/>
                    </a:cubicBezTo>
                    <a:cubicBezTo>
                      <a:pt x="84" y="45"/>
                      <a:pt x="84" y="45"/>
                      <a:pt x="84" y="45"/>
                    </a:cubicBezTo>
                    <a:cubicBezTo>
                      <a:pt x="114" y="45"/>
                      <a:pt x="114" y="45"/>
                      <a:pt x="114" y="45"/>
                    </a:cubicBezTo>
                    <a:cubicBezTo>
                      <a:pt x="114" y="45"/>
                      <a:pt x="114" y="45"/>
                      <a:pt x="114" y="45"/>
                    </a:cubicBezTo>
                    <a:close/>
                  </a:path>
                </a:pathLst>
              </a:custGeom>
              <a:solidFill>
                <a:srgbClr val="00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890" name="Freeform 465">
                <a:extLst>
                  <a:ext uri="{FF2B5EF4-FFF2-40B4-BE49-F238E27FC236}">
                    <a16:creationId xmlns:a16="http://schemas.microsoft.com/office/drawing/2014/main" id="{23D649A0-E388-ED46-BC7A-9B35B9A6A170}"/>
                  </a:ext>
                </a:extLst>
              </p:cNvPr>
              <p:cNvSpPr>
                <a:spLocks/>
              </p:cNvSpPr>
              <p:nvPr/>
            </p:nvSpPr>
            <p:spPr bwMode="auto">
              <a:xfrm>
                <a:off x="1563" y="2118"/>
                <a:ext cx="202" cy="88"/>
              </a:xfrm>
              <a:custGeom>
                <a:avLst/>
                <a:gdLst>
                  <a:gd name="T0" fmla="*/ 16109 w 177"/>
                  <a:gd name="T1" fmla="*/ 43011641 h 66"/>
                  <a:gd name="T2" fmla="*/ 16109 w 177"/>
                  <a:gd name="T3" fmla="*/ 43011641 h 66"/>
                  <a:gd name="T4" fmla="*/ 0 w 177"/>
                  <a:gd name="T5" fmla="*/ 29030896 h 66"/>
                  <a:gd name="T6" fmla="*/ 12587 w 177"/>
                  <a:gd name="T7" fmla="*/ 18596937 h 66"/>
                  <a:gd name="T8" fmla="*/ 28255 w 177"/>
                  <a:gd name="T9" fmla="*/ 33061221 h 66"/>
                  <a:gd name="T10" fmla="*/ 40272 w 177"/>
                  <a:gd name="T11" fmla="*/ 31333527 h 66"/>
                  <a:gd name="T12" fmla="*/ 60374 w 177"/>
                  <a:gd name="T13" fmla="*/ 13435920 h 66"/>
                  <a:gd name="T14" fmla="*/ 37805 w 177"/>
                  <a:gd name="T15" fmla="*/ 13435920 h 66"/>
                  <a:gd name="T16" fmla="*/ 37805 w 177"/>
                  <a:gd name="T17" fmla="*/ 0 h 66"/>
                  <a:gd name="T18" fmla="*/ 88337 w 177"/>
                  <a:gd name="T19" fmla="*/ 0 h 66"/>
                  <a:gd name="T20" fmla="*/ 88337 w 177"/>
                  <a:gd name="T21" fmla="*/ 44081628 h 66"/>
                  <a:gd name="T22" fmla="*/ 73189 w 177"/>
                  <a:gd name="T23" fmla="*/ 44081628 h 66"/>
                  <a:gd name="T24" fmla="*/ 73189 w 177"/>
                  <a:gd name="T25" fmla="*/ 23886080 h 66"/>
                  <a:gd name="T26" fmla="*/ 52600 w 177"/>
                  <a:gd name="T27" fmla="*/ 41778036 h 66"/>
                  <a:gd name="T28" fmla="*/ 33117 w 177"/>
                  <a:gd name="T29" fmla="*/ 48970256 h 66"/>
                  <a:gd name="T30" fmla="*/ 16109 w 177"/>
                  <a:gd name="T31" fmla="*/ 43011641 h 66"/>
                  <a:gd name="T32" fmla="*/ 16109 w 177"/>
                  <a:gd name="T33" fmla="*/ 43011641 h 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7"/>
                  <a:gd name="T52" fmla="*/ 0 h 66"/>
                  <a:gd name="T53" fmla="*/ 177 w 177"/>
                  <a:gd name="T54" fmla="*/ 66 h 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7" h="66">
                    <a:moveTo>
                      <a:pt x="32" y="58"/>
                    </a:moveTo>
                    <a:cubicBezTo>
                      <a:pt x="32" y="58"/>
                      <a:pt x="32" y="58"/>
                      <a:pt x="32" y="58"/>
                    </a:cubicBezTo>
                    <a:cubicBezTo>
                      <a:pt x="0" y="39"/>
                      <a:pt x="0" y="39"/>
                      <a:pt x="0" y="39"/>
                    </a:cubicBezTo>
                    <a:cubicBezTo>
                      <a:pt x="25" y="25"/>
                      <a:pt x="25" y="25"/>
                      <a:pt x="25" y="25"/>
                    </a:cubicBezTo>
                    <a:cubicBezTo>
                      <a:pt x="57" y="44"/>
                      <a:pt x="57" y="44"/>
                      <a:pt x="57" y="44"/>
                    </a:cubicBezTo>
                    <a:cubicBezTo>
                      <a:pt x="64" y="47"/>
                      <a:pt x="72" y="47"/>
                      <a:pt x="81" y="42"/>
                    </a:cubicBezTo>
                    <a:cubicBezTo>
                      <a:pt x="122" y="18"/>
                      <a:pt x="122" y="18"/>
                      <a:pt x="122" y="18"/>
                    </a:cubicBezTo>
                    <a:cubicBezTo>
                      <a:pt x="76" y="18"/>
                      <a:pt x="76" y="18"/>
                      <a:pt x="76" y="18"/>
                    </a:cubicBezTo>
                    <a:cubicBezTo>
                      <a:pt x="76" y="0"/>
                      <a:pt x="76" y="0"/>
                      <a:pt x="76" y="0"/>
                    </a:cubicBezTo>
                    <a:cubicBezTo>
                      <a:pt x="177" y="0"/>
                      <a:pt x="177" y="0"/>
                      <a:pt x="177" y="0"/>
                    </a:cubicBezTo>
                    <a:cubicBezTo>
                      <a:pt x="177" y="59"/>
                      <a:pt x="177" y="59"/>
                      <a:pt x="177" y="59"/>
                    </a:cubicBezTo>
                    <a:cubicBezTo>
                      <a:pt x="147" y="59"/>
                      <a:pt x="147" y="59"/>
                      <a:pt x="147" y="59"/>
                    </a:cubicBezTo>
                    <a:cubicBezTo>
                      <a:pt x="147" y="32"/>
                      <a:pt x="147" y="32"/>
                      <a:pt x="147" y="32"/>
                    </a:cubicBezTo>
                    <a:cubicBezTo>
                      <a:pt x="106" y="56"/>
                      <a:pt x="106" y="56"/>
                      <a:pt x="106" y="56"/>
                    </a:cubicBezTo>
                    <a:cubicBezTo>
                      <a:pt x="91" y="65"/>
                      <a:pt x="76" y="66"/>
                      <a:pt x="66" y="66"/>
                    </a:cubicBezTo>
                    <a:cubicBezTo>
                      <a:pt x="48" y="66"/>
                      <a:pt x="36" y="60"/>
                      <a:pt x="32" y="58"/>
                    </a:cubicBezTo>
                    <a:cubicBezTo>
                      <a:pt x="32" y="58"/>
                      <a:pt x="32" y="58"/>
                      <a:pt x="32" y="5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891" name="Freeform 466">
                <a:extLst>
                  <a:ext uri="{FF2B5EF4-FFF2-40B4-BE49-F238E27FC236}">
                    <a16:creationId xmlns:a16="http://schemas.microsoft.com/office/drawing/2014/main" id="{8808ED30-50B3-D642-A321-B5309D354BB9}"/>
                  </a:ext>
                </a:extLst>
              </p:cNvPr>
              <p:cNvSpPr>
                <a:spLocks/>
              </p:cNvSpPr>
              <p:nvPr/>
            </p:nvSpPr>
            <p:spPr bwMode="auto">
              <a:xfrm>
                <a:off x="1388" y="2115"/>
                <a:ext cx="129" cy="136"/>
              </a:xfrm>
              <a:custGeom>
                <a:avLst/>
                <a:gdLst>
                  <a:gd name="T0" fmla="*/ 14041 w 114"/>
                  <a:gd name="T1" fmla="*/ 65293675 h 102"/>
                  <a:gd name="T2" fmla="*/ 24897 w 114"/>
                  <a:gd name="T3" fmla="*/ 51610481 h 102"/>
                  <a:gd name="T4" fmla="*/ 23567 w 114"/>
                  <a:gd name="T5" fmla="*/ 40497833 h 102"/>
                  <a:gd name="T6" fmla="*/ 9822 w 114"/>
                  <a:gd name="T7" fmla="*/ 22780031 h 102"/>
                  <a:gd name="T8" fmla="*/ 9822 w 114"/>
                  <a:gd name="T9" fmla="*/ 43011641 h 102"/>
                  <a:gd name="T10" fmla="*/ 0 w 114"/>
                  <a:gd name="T11" fmla="*/ 43011641 h 102"/>
                  <a:gd name="T12" fmla="*/ 0 w 114"/>
                  <a:gd name="T13" fmla="*/ 0 h 102"/>
                  <a:gd name="T14" fmla="*/ 33359 w 114"/>
                  <a:gd name="T15" fmla="*/ 0 h 102"/>
                  <a:gd name="T16" fmla="*/ 33359 w 114"/>
                  <a:gd name="T17" fmla="*/ 12813767 h 102"/>
                  <a:gd name="T18" fmla="*/ 17980 w 114"/>
                  <a:gd name="T19" fmla="*/ 12813767 h 102"/>
                  <a:gd name="T20" fmla="*/ 31880 w 114"/>
                  <a:gd name="T21" fmla="*/ 30373375 h 102"/>
                  <a:gd name="T22" fmla="*/ 38258 w 114"/>
                  <a:gd name="T23" fmla="*/ 47358997 h 102"/>
                  <a:gd name="T24" fmla="*/ 33120 w 114"/>
                  <a:gd name="T25" fmla="*/ 62424503 h 102"/>
                  <a:gd name="T26" fmla="*/ 22293 w 114"/>
                  <a:gd name="T27" fmla="*/ 75667799 h 102"/>
                  <a:gd name="T28" fmla="*/ 14041 w 114"/>
                  <a:gd name="T29" fmla="*/ 65293675 h 102"/>
                  <a:gd name="T30" fmla="*/ 14041 w 114"/>
                  <a:gd name="T31" fmla="*/ 65293675 h 10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02"/>
                  <a:gd name="T50" fmla="*/ 114 w 114"/>
                  <a:gd name="T51" fmla="*/ 102 h 10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02">
                    <a:moveTo>
                      <a:pt x="42" y="88"/>
                    </a:moveTo>
                    <a:cubicBezTo>
                      <a:pt x="75" y="69"/>
                      <a:pt x="75" y="69"/>
                      <a:pt x="75" y="69"/>
                    </a:cubicBezTo>
                    <a:cubicBezTo>
                      <a:pt x="82" y="65"/>
                      <a:pt x="80" y="61"/>
                      <a:pt x="71" y="55"/>
                    </a:cubicBezTo>
                    <a:cubicBezTo>
                      <a:pt x="30" y="31"/>
                      <a:pt x="30" y="31"/>
                      <a:pt x="30" y="31"/>
                    </a:cubicBezTo>
                    <a:cubicBezTo>
                      <a:pt x="30" y="58"/>
                      <a:pt x="30" y="58"/>
                      <a:pt x="30" y="58"/>
                    </a:cubicBezTo>
                    <a:cubicBezTo>
                      <a:pt x="0" y="58"/>
                      <a:pt x="0" y="58"/>
                      <a:pt x="0" y="58"/>
                    </a:cubicBezTo>
                    <a:cubicBezTo>
                      <a:pt x="0" y="0"/>
                      <a:pt x="0" y="0"/>
                      <a:pt x="0" y="0"/>
                    </a:cubicBezTo>
                    <a:cubicBezTo>
                      <a:pt x="100" y="0"/>
                      <a:pt x="100" y="0"/>
                      <a:pt x="100" y="0"/>
                    </a:cubicBezTo>
                    <a:cubicBezTo>
                      <a:pt x="100" y="17"/>
                      <a:pt x="100" y="17"/>
                      <a:pt x="100" y="17"/>
                    </a:cubicBezTo>
                    <a:cubicBezTo>
                      <a:pt x="54" y="17"/>
                      <a:pt x="54" y="17"/>
                      <a:pt x="54" y="17"/>
                    </a:cubicBezTo>
                    <a:cubicBezTo>
                      <a:pt x="96" y="41"/>
                      <a:pt x="96" y="41"/>
                      <a:pt x="96" y="41"/>
                    </a:cubicBezTo>
                    <a:cubicBezTo>
                      <a:pt x="111" y="50"/>
                      <a:pt x="114" y="58"/>
                      <a:pt x="114" y="64"/>
                    </a:cubicBezTo>
                    <a:cubicBezTo>
                      <a:pt x="114" y="75"/>
                      <a:pt x="102" y="82"/>
                      <a:pt x="99" y="84"/>
                    </a:cubicBezTo>
                    <a:cubicBezTo>
                      <a:pt x="67" y="102"/>
                      <a:pt x="67" y="102"/>
                      <a:pt x="67" y="102"/>
                    </a:cubicBezTo>
                    <a:cubicBezTo>
                      <a:pt x="42" y="88"/>
                      <a:pt x="42" y="88"/>
                      <a:pt x="42" y="88"/>
                    </a:cubicBezTo>
                    <a:cubicBezTo>
                      <a:pt x="42" y="88"/>
                      <a:pt x="42" y="88"/>
                      <a:pt x="42" y="8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892" name="Freeform 467">
                <a:extLst>
                  <a:ext uri="{FF2B5EF4-FFF2-40B4-BE49-F238E27FC236}">
                    <a16:creationId xmlns:a16="http://schemas.microsoft.com/office/drawing/2014/main" id="{87AD69C3-ED60-4546-A650-C2A97B4F3F13}"/>
                  </a:ext>
                </a:extLst>
              </p:cNvPr>
              <p:cNvSpPr>
                <a:spLocks/>
              </p:cNvSpPr>
              <p:nvPr/>
            </p:nvSpPr>
            <p:spPr bwMode="auto">
              <a:xfrm>
                <a:off x="1383" y="2257"/>
                <a:ext cx="201" cy="88"/>
              </a:xfrm>
              <a:custGeom>
                <a:avLst/>
                <a:gdLst>
                  <a:gd name="T0" fmla="*/ 57112 w 177"/>
                  <a:gd name="T1" fmla="*/ 6518151 h 66"/>
                  <a:gd name="T2" fmla="*/ 69476 w 177"/>
                  <a:gd name="T3" fmla="*/ 20600576 h 66"/>
                  <a:gd name="T4" fmla="*/ 60755 w 177"/>
                  <a:gd name="T5" fmla="*/ 31333527 h 66"/>
                  <a:gd name="T6" fmla="*/ 47403 w 177"/>
                  <a:gd name="T7" fmla="*/ 17085023 h 66"/>
                  <a:gd name="T8" fmla="*/ 38056 w 177"/>
                  <a:gd name="T9" fmla="*/ 18596937 h 66"/>
                  <a:gd name="T10" fmla="*/ 21306 w 177"/>
                  <a:gd name="T11" fmla="*/ 36623247 h 66"/>
                  <a:gd name="T12" fmla="*/ 40055 w 177"/>
                  <a:gd name="T13" fmla="*/ 36623247 h 66"/>
                  <a:gd name="T14" fmla="*/ 40055 w 177"/>
                  <a:gd name="T15" fmla="*/ 48970256 h 66"/>
                  <a:gd name="T16" fmla="*/ 0 w 177"/>
                  <a:gd name="T17" fmla="*/ 48970256 h 66"/>
                  <a:gd name="T18" fmla="*/ 0 w 177"/>
                  <a:gd name="T19" fmla="*/ 6321663 h 66"/>
                  <a:gd name="T20" fmla="*/ 12070 w 177"/>
                  <a:gd name="T21" fmla="*/ 6321663 h 66"/>
                  <a:gd name="T22" fmla="*/ 12070 w 177"/>
                  <a:gd name="T23" fmla="*/ 26335337 h 66"/>
                  <a:gd name="T24" fmla="*/ 27925 w 177"/>
                  <a:gd name="T25" fmla="*/ 8428884 h 66"/>
                  <a:gd name="T26" fmla="*/ 43404 w 177"/>
                  <a:gd name="T27" fmla="*/ 0 h 66"/>
                  <a:gd name="T28" fmla="*/ 57112 w 177"/>
                  <a:gd name="T29" fmla="*/ 6518151 h 66"/>
                  <a:gd name="T30" fmla="*/ 57112 w 177"/>
                  <a:gd name="T31" fmla="*/ 6518151 h 6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7"/>
                  <a:gd name="T49" fmla="*/ 0 h 66"/>
                  <a:gd name="T50" fmla="*/ 177 w 177"/>
                  <a:gd name="T51" fmla="*/ 66 h 6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7" h="66">
                    <a:moveTo>
                      <a:pt x="145" y="9"/>
                    </a:moveTo>
                    <a:cubicBezTo>
                      <a:pt x="177" y="28"/>
                      <a:pt x="177" y="28"/>
                      <a:pt x="177" y="28"/>
                    </a:cubicBezTo>
                    <a:cubicBezTo>
                      <a:pt x="153" y="42"/>
                      <a:pt x="153" y="42"/>
                      <a:pt x="153" y="42"/>
                    </a:cubicBezTo>
                    <a:cubicBezTo>
                      <a:pt x="120" y="23"/>
                      <a:pt x="120" y="23"/>
                      <a:pt x="120" y="23"/>
                    </a:cubicBezTo>
                    <a:cubicBezTo>
                      <a:pt x="113" y="19"/>
                      <a:pt x="105" y="20"/>
                      <a:pt x="96" y="25"/>
                    </a:cubicBezTo>
                    <a:cubicBezTo>
                      <a:pt x="55" y="49"/>
                      <a:pt x="55" y="49"/>
                      <a:pt x="55" y="49"/>
                    </a:cubicBezTo>
                    <a:cubicBezTo>
                      <a:pt x="101" y="49"/>
                      <a:pt x="101" y="49"/>
                      <a:pt x="101" y="49"/>
                    </a:cubicBezTo>
                    <a:cubicBezTo>
                      <a:pt x="101" y="66"/>
                      <a:pt x="101" y="66"/>
                      <a:pt x="101" y="66"/>
                    </a:cubicBezTo>
                    <a:cubicBezTo>
                      <a:pt x="0" y="66"/>
                      <a:pt x="0" y="66"/>
                      <a:pt x="0" y="66"/>
                    </a:cubicBezTo>
                    <a:cubicBezTo>
                      <a:pt x="0" y="8"/>
                      <a:pt x="0" y="8"/>
                      <a:pt x="0" y="8"/>
                    </a:cubicBezTo>
                    <a:cubicBezTo>
                      <a:pt x="30" y="8"/>
                      <a:pt x="30" y="8"/>
                      <a:pt x="30" y="8"/>
                    </a:cubicBezTo>
                    <a:cubicBezTo>
                      <a:pt x="30" y="35"/>
                      <a:pt x="30" y="35"/>
                      <a:pt x="30" y="35"/>
                    </a:cubicBezTo>
                    <a:cubicBezTo>
                      <a:pt x="71" y="11"/>
                      <a:pt x="71" y="11"/>
                      <a:pt x="71" y="11"/>
                    </a:cubicBezTo>
                    <a:cubicBezTo>
                      <a:pt x="86" y="2"/>
                      <a:pt x="101" y="0"/>
                      <a:pt x="111" y="0"/>
                    </a:cubicBezTo>
                    <a:cubicBezTo>
                      <a:pt x="129" y="0"/>
                      <a:pt x="142" y="7"/>
                      <a:pt x="145" y="9"/>
                    </a:cubicBezTo>
                    <a:cubicBezTo>
                      <a:pt x="145" y="9"/>
                      <a:pt x="145" y="9"/>
                      <a:pt x="145" y="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893" name="Freeform 468">
                <a:extLst>
                  <a:ext uri="{FF2B5EF4-FFF2-40B4-BE49-F238E27FC236}">
                    <a16:creationId xmlns:a16="http://schemas.microsoft.com/office/drawing/2014/main" id="{4596C4EF-810E-CF44-8EBF-D7CEFE1406C2}"/>
                  </a:ext>
                </a:extLst>
              </p:cNvPr>
              <p:cNvSpPr>
                <a:spLocks/>
              </p:cNvSpPr>
              <p:nvPr/>
            </p:nvSpPr>
            <p:spPr bwMode="auto">
              <a:xfrm>
                <a:off x="1628" y="2211"/>
                <a:ext cx="130" cy="138"/>
              </a:xfrm>
              <a:custGeom>
                <a:avLst/>
                <a:gdLst>
                  <a:gd name="T0" fmla="*/ 54686 w 114"/>
                  <a:gd name="T1" fmla="*/ 41559173 h 103"/>
                  <a:gd name="T2" fmla="*/ 54686 w 114"/>
                  <a:gd name="T3" fmla="*/ 96473660 h 103"/>
                  <a:gd name="T4" fmla="*/ 6661 w 114"/>
                  <a:gd name="T5" fmla="*/ 96473660 h 103"/>
                  <a:gd name="T6" fmla="*/ 6661 w 114"/>
                  <a:gd name="T7" fmla="*/ 80314032 h 103"/>
                  <a:gd name="T8" fmla="*/ 28456 w 114"/>
                  <a:gd name="T9" fmla="*/ 80314032 h 103"/>
                  <a:gd name="T10" fmla="*/ 8662 w 114"/>
                  <a:gd name="T11" fmla="*/ 58011516 h 103"/>
                  <a:gd name="T12" fmla="*/ 0 w 114"/>
                  <a:gd name="T13" fmla="*/ 36604826 h 103"/>
                  <a:gd name="T14" fmla="*/ 7186 w 114"/>
                  <a:gd name="T15" fmla="*/ 17179648 h 103"/>
                  <a:gd name="T16" fmla="*/ 22818 w 114"/>
                  <a:gd name="T17" fmla="*/ 0 h 103"/>
                  <a:gd name="T18" fmla="*/ 34643 w 114"/>
                  <a:gd name="T19" fmla="*/ 13884820 h 103"/>
                  <a:gd name="T20" fmla="*/ 18282 w 114"/>
                  <a:gd name="T21" fmla="*/ 30838836 h 103"/>
                  <a:gd name="T22" fmla="*/ 20551 w 114"/>
                  <a:gd name="T23" fmla="*/ 43759557 h 103"/>
                  <a:gd name="T24" fmla="*/ 40203 w 114"/>
                  <a:gd name="T25" fmla="*/ 66125278 h 103"/>
                  <a:gd name="T26" fmla="*/ 40203 w 114"/>
                  <a:gd name="T27" fmla="*/ 41559173 h 103"/>
                  <a:gd name="T28" fmla="*/ 54686 w 114"/>
                  <a:gd name="T29" fmla="*/ 41559173 h 103"/>
                  <a:gd name="T30" fmla="*/ 54686 w 114"/>
                  <a:gd name="T31" fmla="*/ 41559173 h 10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03"/>
                  <a:gd name="T50" fmla="*/ 114 w 114"/>
                  <a:gd name="T51" fmla="*/ 103 h 10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03">
                    <a:moveTo>
                      <a:pt x="114" y="45"/>
                    </a:moveTo>
                    <a:cubicBezTo>
                      <a:pt x="114" y="103"/>
                      <a:pt x="114" y="103"/>
                      <a:pt x="114" y="103"/>
                    </a:cubicBezTo>
                    <a:cubicBezTo>
                      <a:pt x="14" y="103"/>
                      <a:pt x="14" y="103"/>
                      <a:pt x="14" y="103"/>
                    </a:cubicBezTo>
                    <a:cubicBezTo>
                      <a:pt x="14" y="86"/>
                      <a:pt x="14" y="86"/>
                      <a:pt x="14" y="86"/>
                    </a:cubicBezTo>
                    <a:cubicBezTo>
                      <a:pt x="60" y="86"/>
                      <a:pt x="60" y="86"/>
                      <a:pt x="60" y="86"/>
                    </a:cubicBezTo>
                    <a:cubicBezTo>
                      <a:pt x="18" y="62"/>
                      <a:pt x="18" y="62"/>
                      <a:pt x="18" y="62"/>
                    </a:cubicBezTo>
                    <a:cubicBezTo>
                      <a:pt x="3" y="53"/>
                      <a:pt x="0" y="44"/>
                      <a:pt x="0" y="39"/>
                    </a:cubicBezTo>
                    <a:cubicBezTo>
                      <a:pt x="0" y="28"/>
                      <a:pt x="12" y="20"/>
                      <a:pt x="15" y="19"/>
                    </a:cubicBezTo>
                    <a:cubicBezTo>
                      <a:pt x="47" y="0"/>
                      <a:pt x="47" y="0"/>
                      <a:pt x="47" y="0"/>
                    </a:cubicBezTo>
                    <a:cubicBezTo>
                      <a:pt x="72" y="15"/>
                      <a:pt x="72" y="15"/>
                      <a:pt x="72" y="15"/>
                    </a:cubicBezTo>
                    <a:cubicBezTo>
                      <a:pt x="39" y="33"/>
                      <a:pt x="39" y="33"/>
                      <a:pt x="39" y="33"/>
                    </a:cubicBezTo>
                    <a:cubicBezTo>
                      <a:pt x="33" y="37"/>
                      <a:pt x="34" y="42"/>
                      <a:pt x="43" y="47"/>
                    </a:cubicBezTo>
                    <a:cubicBezTo>
                      <a:pt x="84" y="71"/>
                      <a:pt x="84" y="71"/>
                      <a:pt x="84" y="71"/>
                    </a:cubicBezTo>
                    <a:cubicBezTo>
                      <a:pt x="84" y="45"/>
                      <a:pt x="84" y="45"/>
                      <a:pt x="84" y="45"/>
                    </a:cubicBezTo>
                    <a:cubicBezTo>
                      <a:pt x="114" y="45"/>
                      <a:pt x="114" y="45"/>
                      <a:pt x="114" y="45"/>
                    </a:cubicBezTo>
                    <a:cubicBezTo>
                      <a:pt x="114" y="45"/>
                      <a:pt x="114" y="45"/>
                      <a:pt x="114"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291885" name="WordArt 469">
              <a:extLst>
                <a:ext uri="{FF2B5EF4-FFF2-40B4-BE49-F238E27FC236}">
                  <a16:creationId xmlns:a16="http://schemas.microsoft.com/office/drawing/2014/main" id="{32C75E31-AFF6-8D4B-8BC1-1B8029B93B2D}"/>
                </a:ext>
              </a:extLst>
            </p:cNvPr>
            <p:cNvSpPr>
              <a:spLocks noChangeArrowheads="1" noChangeShapeType="1" noTextEdit="1"/>
            </p:cNvSpPr>
            <p:nvPr/>
          </p:nvSpPr>
          <p:spPr bwMode="auto">
            <a:xfrm>
              <a:off x="1394" y="2420"/>
              <a:ext cx="329" cy="171"/>
            </a:xfrm>
            <a:prstGeom prst="rect">
              <a:avLst/>
            </a:prstGeom>
          </p:spPr>
          <p:txBody>
            <a:bodyPr wrap="none" fromWordArt="1">
              <a:prstTxWarp prst="textPlain">
                <a:avLst>
                  <a:gd name="adj" fmla="val 58356"/>
                </a:avLst>
              </a:prstTxWarp>
            </a:bodyPr>
            <a:lstStyle/>
            <a:p>
              <a:pPr algn="ctr"/>
              <a:r>
                <a:rPr lang="en" altLang="zh-CN" sz="2700" b="1" i="1" kern="10">
                  <a:ln w="9525">
                    <a:solidFill>
                      <a:srgbClr val="006699"/>
                    </a:solidFill>
                    <a:round/>
                    <a:headEnd/>
                    <a:tailEnd/>
                  </a:ln>
                  <a:solidFill>
                    <a:srgbClr val="FFFFFF"/>
                  </a:solidFill>
                  <a:effectLst>
                    <a:outerShdw dist="35921" dir="2700000" algn="ctr" rotWithShape="0">
                      <a:srgbClr val="808080">
                        <a:alpha val="79999"/>
                      </a:srgbClr>
                    </a:outerShdw>
                  </a:effectLst>
                  <a:latin typeface="微软雅黑" panose="020B0503020204020204" pitchFamily="34" charset="-122"/>
                  <a:ea typeface="微软雅黑" panose="020B0503020204020204" pitchFamily="34" charset="-122"/>
                </a:rPr>
                <a:t>R</a:t>
              </a:r>
              <a:endParaRPr lang="zh-CN" altLang="en-US" sz="2700" b="1" i="1" kern="10">
                <a:ln w="9525">
                  <a:solidFill>
                    <a:srgbClr val="006699"/>
                  </a:solidFill>
                  <a:round/>
                  <a:headEnd/>
                  <a:tailEnd/>
                </a:ln>
                <a:solidFill>
                  <a:srgbClr val="FFFFFF"/>
                </a:solidFill>
                <a:effectLst>
                  <a:outerShdw dist="35921" dir="2700000" algn="ctr" rotWithShape="0">
                    <a:srgbClr val="808080">
                      <a:alpha val="79999"/>
                    </a:srgbClr>
                  </a:outerShdw>
                </a:effectLst>
                <a:latin typeface="微软雅黑" panose="020B0503020204020204" pitchFamily="34" charset="-122"/>
                <a:ea typeface="微软雅黑" panose="020B0503020204020204" pitchFamily="34" charset="-122"/>
              </a:endParaRPr>
            </a:p>
          </p:txBody>
        </p:sp>
      </p:grpSp>
      <p:sp>
        <p:nvSpPr>
          <p:cNvPr id="4" name="椭圆 3">
            <a:extLst>
              <a:ext uri="{FF2B5EF4-FFF2-40B4-BE49-F238E27FC236}">
                <a16:creationId xmlns:a16="http://schemas.microsoft.com/office/drawing/2014/main" id="{E15265B4-16E0-6E45-957B-CDD314AD03C2}"/>
              </a:ext>
            </a:extLst>
          </p:cNvPr>
          <p:cNvSpPr/>
          <p:nvPr/>
        </p:nvSpPr>
        <p:spPr>
          <a:xfrm>
            <a:off x="6754416" y="3112294"/>
            <a:ext cx="828675" cy="3238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lang="zh-CN" altLang="en-US" sz="1500">
                <a:solidFill>
                  <a:srgbClr val="FF0000"/>
                </a:solidFill>
                <a:latin typeface="Arial" panose="020B0604020202020204" pitchFamily="34" charset="0"/>
                <a:ea typeface="宋体" panose="02010600030101010101" pitchFamily="2" charset="-122"/>
              </a:rPr>
              <a:t>剑桥</a:t>
            </a:r>
          </a:p>
        </p:txBody>
      </p:sp>
      <p:sp>
        <p:nvSpPr>
          <p:cNvPr id="77" name="椭圆 76">
            <a:extLst>
              <a:ext uri="{FF2B5EF4-FFF2-40B4-BE49-F238E27FC236}">
                <a16:creationId xmlns:a16="http://schemas.microsoft.com/office/drawing/2014/main" id="{ABDCB590-1B8D-A54F-8E41-17CB05150C6B}"/>
              </a:ext>
            </a:extLst>
          </p:cNvPr>
          <p:cNvSpPr/>
          <p:nvPr/>
        </p:nvSpPr>
        <p:spPr>
          <a:xfrm>
            <a:off x="6768704" y="3975497"/>
            <a:ext cx="827484" cy="3238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lang="zh-CN" altLang="en-US" sz="1500">
                <a:solidFill>
                  <a:srgbClr val="FF0000"/>
                </a:solidFill>
                <a:latin typeface="Arial" panose="020B0604020202020204" pitchFamily="34" charset="0"/>
                <a:ea typeface="宋体" panose="02010600030101010101" pitchFamily="2" charset="-122"/>
              </a:rPr>
              <a:t>牛津</a:t>
            </a:r>
          </a:p>
        </p:txBody>
      </p:sp>
      <p:sp>
        <p:nvSpPr>
          <p:cNvPr id="78" name="椭圆 77">
            <a:extLst>
              <a:ext uri="{FF2B5EF4-FFF2-40B4-BE49-F238E27FC236}">
                <a16:creationId xmlns:a16="http://schemas.microsoft.com/office/drawing/2014/main" id="{17FB4DF1-0A01-D448-9E08-F11C54CD7723}"/>
              </a:ext>
            </a:extLst>
          </p:cNvPr>
          <p:cNvSpPr/>
          <p:nvPr/>
        </p:nvSpPr>
        <p:spPr>
          <a:xfrm>
            <a:off x="6768703" y="4786313"/>
            <a:ext cx="814388" cy="3238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lang="zh-CN" altLang="en-US" sz="1500">
                <a:solidFill>
                  <a:srgbClr val="FF0000"/>
                </a:solidFill>
                <a:latin typeface="Arial Black" panose="020B0604020202020204" pitchFamily="34" charset="0"/>
                <a:ea typeface="宋体" panose="02010600030101010101" pitchFamily="2" charset="-122"/>
              </a:rPr>
              <a:t>爱丁堡</a:t>
            </a:r>
          </a:p>
        </p:txBody>
      </p:sp>
      <p:cxnSp>
        <p:nvCxnSpPr>
          <p:cNvPr id="6" name="直接箭头连接符 5">
            <a:extLst>
              <a:ext uri="{FF2B5EF4-FFF2-40B4-BE49-F238E27FC236}">
                <a16:creationId xmlns:a16="http://schemas.microsoft.com/office/drawing/2014/main" id="{491357FD-E1DC-2049-9FC0-1A1434E42F65}"/>
              </a:ext>
            </a:extLst>
          </p:cNvPr>
          <p:cNvCxnSpPr>
            <a:stCxn id="65" idx="4"/>
            <a:endCxn id="17" idx="2"/>
          </p:cNvCxnSpPr>
          <p:nvPr/>
        </p:nvCxnSpPr>
        <p:spPr>
          <a:xfrm>
            <a:off x="2657475" y="4136232"/>
            <a:ext cx="1957388" cy="8335"/>
          </a:xfrm>
          <a:prstGeom prst="straightConnector1">
            <a:avLst/>
          </a:prstGeom>
          <a:ln w="38100">
            <a:tailEnd type="arrow"/>
          </a:ln>
        </p:spPr>
        <p:style>
          <a:lnRef idx="1">
            <a:schemeClr val="accent1"/>
          </a:lnRef>
          <a:fillRef idx="0">
            <a:schemeClr val="accent1"/>
          </a:fillRef>
          <a:effectRef idx="0">
            <a:schemeClr val="accent1"/>
          </a:effectRef>
          <a:fontRef idx="minor">
            <a:schemeClr val="tx1"/>
          </a:fontRef>
        </p:style>
      </p:cxnSp>
      <p:cxnSp>
        <p:nvCxnSpPr>
          <p:cNvPr id="10" name="直接箭头连接符 9">
            <a:extLst>
              <a:ext uri="{FF2B5EF4-FFF2-40B4-BE49-F238E27FC236}">
                <a16:creationId xmlns:a16="http://schemas.microsoft.com/office/drawing/2014/main" id="{03B13381-3EC4-E544-B0BA-F483246B4DC1}"/>
              </a:ext>
            </a:extLst>
          </p:cNvPr>
          <p:cNvCxnSpPr>
            <a:stCxn id="17" idx="1"/>
            <a:endCxn id="4" idx="2"/>
          </p:cNvCxnSpPr>
          <p:nvPr/>
        </p:nvCxnSpPr>
        <p:spPr>
          <a:xfrm flipV="1">
            <a:off x="4899423" y="3274219"/>
            <a:ext cx="1854994" cy="697706"/>
          </a:xfrm>
          <a:prstGeom prst="straightConnector1">
            <a:avLst/>
          </a:prstGeom>
          <a:ln w="38100">
            <a:tailEnd type="arrow"/>
          </a:ln>
        </p:spPr>
        <p:style>
          <a:lnRef idx="1">
            <a:schemeClr val="accent1"/>
          </a:lnRef>
          <a:fillRef idx="0">
            <a:schemeClr val="accent1"/>
          </a:fillRef>
          <a:effectRef idx="0">
            <a:schemeClr val="accent1"/>
          </a:effectRef>
          <a:fontRef idx="minor">
            <a:schemeClr val="tx1"/>
          </a:fontRef>
        </p:style>
      </p:cxnSp>
      <p:cxnSp>
        <p:nvCxnSpPr>
          <p:cNvPr id="12" name="直接箭头连接符 11">
            <a:extLst>
              <a:ext uri="{FF2B5EF4-FFF2-40B4-BE49-F238E27FC236}">
                <a16:creationId xmlns:a16="http://schemas.microsoft.com/office/drawing/2014/main" id="{E66848F3-5AC2-D94C-85F6-DFAA76A09DCA}"/>
              </a:ext>
            </a:extLst>
          </p:cNvPr>
          <p:cNvCxnSpPr>
            <a:stCxn id="17" idx="4"/>
            <a:endCxn id="77" idx="2"/>
          </p:cNvCxnSpPr>
          <p:nvPr/>
        </p:nvCxnSpPr>
        <p:spPr>
          <a:xfrm flipV="1">
            <a:off x="5185173" y="4137423"/>
            <a:ext cx="1583531" cy="7144"/>
          </a:xfrm>
          <a:prstGeom prst="straightConnector1">
            <a:avLst/>
          </a:prstGeom>
          <a:ln w="38100">
            <a:tailEnd type="arrow"/>
          </a:ln>
        </p:spPr>
        <p:style>
          <a:lnRef idx="1">
            <a:schemeClr val="accent1"/>
          </a:lnRef>
          <a:fillRef idx="0">
            <a:schemeClr val="accent1"/>
          </a:fillRef>
          <a:effectRef idx="0">
            <a:schemeClr val="accent1"/>
          </a:effectRef>
          <a:fontRef idx="minor">
            <a:schemeClr val="tx1"/>
          </a:fontRef>
        </p:style>
      </p:cxnSp>
      <p:cxnSp>
        <p:nvCxnSpPr>
          <p:cNvPr id="15" name="直接箭头连接符 14">
            <a:extLst>
              <a:ext uri="{FF2B5EF4-FFF2-40B4-BE49-F238E27FC236}">
                <a16:creationId xmlns:a16="http://schemas.microsoft.com/office/drawing/2014/main" id="{78F6B2FD-F4B2-DD43-B24E-2C88075AF13E}"/>
              </a:ext>
            </a:extLst>
          </p:cNvPr>
          <p:cNvCxnSpPr>
            <a:stCxn id="17" idx="3"/>
            <a:endCxn id="78" idx="2"/>
          </p:cNvCxnSpPr>
          <p:nvPr/>
        </p:nvCxnSpPr>
        <p:spPr>
          <a:xfrm>
            <a:off x="4899423" y="4317207"/>
            <a:ext cx="1869281" cy="631031"/>
          </a:xfrm>
          <a:prstGeom prst="straightConnector1">
            <a:avLst/>
          </a:prstGeom>
          <a:ln w="38100">
            <a:tailEnd type="arrow"/>
          </a:ln>
        </p:spPr>
        <p:style>
          <a:lnRef idx="1">
            <a:schemeClr val="accent1"/>
          </a:lnRef>
          <a:fillRef idx="0">
            <a:schemeClr val="accent1"/>
          </a:fillRef>
          <a:effectRef idx="0">
            <a:schemeClr val="accent1"/>
          </a:effectRef>
          <a:fontRef idx="minor">
            <a:schemeClr val="tx1"/>
          </a:fontRef>
        </p:style>
      </p:cxnSp>
      <p:sp>
        <p:nvSpPr>
          <p:cNvPr id="291873" name="TextBox 644223">
            <a:extLst>
              <a:ext uri="{FF2B5EF4-FFF2-40B4-BE49-F238E27FC236}">
                <a16:creationId xmlns:a16="http://schemas.microsoft.com/office/drawing/2014/main" id="{E6F9CCFF-3830-BF4B-8114-1A9A7F7CA3DF}"/>
              </a:ext>
            </a:extLst>
          </p:cNvPr>
          <p:cNvSpPr txBox="1">
            <a:spLocks noChangeArrowheads="1"/>
          </p:cNvSpPr>
          <p:nvPr/>
        </p:nvSpPr>
        <p:spPr bwMode="auto">
          <a:xfrm>
            <a:off x="4630342" y="3543300"/>
            <a:ext cx="530915"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350">
                <a:solidFill>
                  <a:schemeClr val="tx1"/>
                </a:solidFill>
                <a:latin typeface="Arial Black" panose="020B0604020202020204" pitchFamily="34" charset="0"/>
                <a:ea typeface="宋体" panose="02010600030101010101" pitchFamily="2" charset="-122"/>
              </a:rPr>
              <a:t>伦敦</a:t>
            </a:r>
          </a:p>
        </p:txBody>
      </p:sp>
      <p:sp>
        <p:nvSpPr>
          <p:cNvPr id="291874" name="TextBox 89">
            <a:extLst>
              <a:ext uri="{FF2B5EF4-FFF2-40B4-BE49-F238E27FC236}">
                <a16:creationId xmlns:a16="http://schemas.microsoft.com/office/drawing/2014/main" id="{BA810C44-A9F3-5342-BB87-D762E9D304F0}"/>
              </a:ext>
            </a:extLst>
          </p:cNvPr>
          <p:cNvSpPr txBox="1">
            <a:spLocks noChangeArrowheads="1"/>
          </p:cNvSpPr>
          <p:nvPr/>
        </p:nvSpPr>
        <p:spPr bwMode="auto">
          <a:xfrm>
            <a:off x="2116932" y="3590925"/>
            <a:ext cx="530915"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350">
                <a:solidFill>
                  <a:schemeClr val="tx1"/>
                </a:solidFill>
                <a:latin typeface="Arial Black" panose="020B0604020202020204" pitchFamily="34" charset="0"/>
                <a:ea typeface="宋体" panose="02010600030101010101" pitchFamily="2" charset="-122"/>
              </a:rPr>
              <a:t>纽约</a:t>
            </a:r>
          </a:p>
        </p:txBody>
      </p:sp>
      <p:sp>
        <p:nvSpPr>
          <p:cNvPr id="227360" name="TextBox 644225">
            <a:extLst>
              <a:ext uri="{FF2B5EF4-FFF2-40B4-BE49-F238E27FC236}">
                <a16:creationId xmlns:a16="http://schemas.microsoft.com/office/drawing/2014/main" id="{40AE386D-B1F0-D342-BD06-11B048BD6309}"/>
              </a:ext>
            </a:extLst>
          </p:cNvPr>
          <p:cNvSpPr txBox="1">
            <a:spLocks noChangeArrowheads="1"/>
          </p:cNvSpPr>
          <p:nvPr/>
        </p:nvSpPr>
        <p:spPr bwMode="auto">
          <a:xfrm>
            <a:off x="3091623" y="4177903"/>
            <a:ext cx="116410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050">
                <a:solidFill>
                  <a:schemeClr val="tx1"/>
                </a:solidFill>
                <a:latin typeface="Arial Black" panose="020B0604020202020204" pitchFamily="34" charset="0"/>
                <a:ea typeface="宋体" panose="02010600030101010101" pitchFamily="2" charset="-122"/>
              </a:rPr>
              <a:t>194.24.0.0/19</a:t>
            </a:r>
          </a:p>
          <a:p>
            <a:pPr algn="ctr" eaLnBrk="1" hangingPunct="1">
              <a:spcBef>
                <a:spcPct val="0"/>
              </a:spcBef>
              <a:buClrTx/>
              <a:buSzTx/>
              <a:buFontTx/>
              <a:buNone/>
            </a:pPr>
            <a:r>
              <a:rPr lang="en-US" altLang="zh-CN" sz="1050">
                <a:solidFill>
                  <a:schemeClr val="tx1"/>
                </a:solidFill>
                <a:latin typeface="Arial Black" panose="020B0604020202020204" pitchFamily="34" charset="0"/>
                <a:ea typeface="宋体" panose="02010600030101010101" pitchFamily="2" charset="-122"/>
              </a:rPr>
              <a:t>(1</a:t>
            </a:r>
            <a:r>
              <a:rPr lang="zh-CN" altLang="en-US" sz="1050">
                <a:solidFill>
                  <a:schemeClr val="tx1"/>
                </a:solidFill>
                <a:latin typeface="Arial Black" panose="020B0604020202020204" pitchFamily="34" charset="0"/>
                <a:ea typeface="宋体" panose="02010600030101010101" pitchFamily="2" charset="-122"/>
              </a:rPr>
              <a:t>个</a:t>
            </a:r>
            <a:r>
              <a:rPr lang="zh-CN" altLang="en-US" sz="1050">
                <a:solidFill>
                  <a:srgbClr val="FF0000"/>
                </a:solidFill>
                <a:latin typeface="Arial Black" panose="020B0604020202020204" pitchFamily="34" charset="0"/>
                <a:ea typeface="宋体" panose="02010600030101010101" pitchFamily="2" charset="-122"/>
              </a:rPr>
              <a:t>聚合前缀</a:t>
            </a:r>
            <a:r>
              <a:rPr lang="en-US" altLang="zh-CN" sz="1050">
                <a:solidFill>
                  <a:schemeClr val="tx1"/>
                </a:solidFill>
                <a:latin typeface="Arial Black" panose="020B0604020202020204" pitchFamily="34" charset="0"/>
                <a:ea typeface="宋体" panose="02010600030101010101" pitchFamily="2" charset="-122"/>
              </a:rPr>
              <a:t>)</a:t>
            </a:r>
            <a:endParaRPr lang="zh-CN" altLang="en-US" sz="1050">
              <a:solidFill>
                <a:schemeClr val="tx1"/>
              </a:solidFill>
              <a:latin typeface="Arial Black" panose="020B0604020202020204" pitchFamily="34" charset="0"/>
              <a:ea typeface="宋体" panose="02010600030101010101" pitchFamily="2" charset="-122"/>
            </a:endParaRPr>
          </a:p>
        </p:txBody>
      </p:sp>
      <p:sp>
        <p:nvSpPr>
          <p:cNvPr id="291876" name="TextBox 104">
            <a:extLst>
              <a:ext uri="{FF2B5EF4-FFF2-40B4-BE49-F238E27FC236}">
                <a16:creationId xmlns:a16="http://schemas.microsoft.com/office/drawing/2014/main" id="{D925C9AB-A6EA-AD4B-A039-9C128C3017E1}"/>
              </a:ext>
            </a:extLst>
          </p:cNvPr>
          <p:cNvSpPr txBox="1">
            <a:spLocks noChangeArrowheads="1"/>
          </p:cNvSpPr>
          <p:nvPr/>
        </p:nvSpPr>
        <p:spPr bwMode="auto">
          <a:xfrm>
            <a:off x="6183676" y="3436144"/>
            <a:ext cx="1164101"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050">
                <a:solidFill>
                  <a:schemeClr val="tx1"/>
                </a:solidFill>
                <a:latin typeface="Arial Black" panose="020B0604020202020204" pitchFamily="34" charset="0"/>
                <a:ea typeface="宋体" panose="02010600030101010101" pitchFamily="2" charset="-122"/>
              </a:rPr>
              <a:t>194.24.0.0/21</a:t>
            </a:r>
          </a:p>
        </p:txBody>
      </p:sp>
      <p:sp>
        <p:nvSpPr>
          <p:cNvPr id="291877" name="TextBox 105">
            <a:extLst>
              <a:ext uri="{FF2B5EF4-FFF2-40B4-BE49-F238E27FC236}">
                <a16:creationId xmlns:a16="http://schemas.microsoft.com/office/drawing/2014/main" id="{9C55D10E-E279-A747-8833-9E972D1BF1EB}"/>
              </a:ext>
            </a:extLst>
          </p:cNvPr>
          <p:cNvSpPr txBox="1">
            <a:spLocks noChangeArrowheads="1"/>
          </p:cNvSpPr>
          <p:nvPr/>
        </p:nvSpPr>
        <p:spPr bwMode="auto">
          <a:xfrm>
            <a:off x="5661351" y="4176713"/>
            <a:ext cx="1253869"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050">
                <a:solidFill>
                  <a:schemeClr val="tx1"/>
                </a:solidFill>
                <a:latin typeface="Arial Black" panose="020B0604020202020204" pitchFamily="34" charset="0"/>
                <a:ea typeface="宋体" panose="02010600030101010101" pitchFamily="2" charset="-122"/>
              </a:rPr>
              <a:t>194.24.16.0/20</a:t>
            </a:r>
          </a:p>
        </p:txBody>
      </p:sp>
      <p:sp>
        <p:nvSpPr>
          <p:cNvPr id="291878" name="TextBox 106">
            <a:extLst>
              <a:ext uri="{FF2B5EF4-FFF2-40B4-BE49-F238E27FC236}">
                <a16:creationId xmlns:a16="http://schemas.microsoft.com/office/drawing/2014/main" id="{E3DF2120-B9FF-A143-9064-99EB7434746B}"/>
              </a:ext>
            </a:extLst>
          </p:cNvPr>
          <p:cNvSpPr txBox="1">
            <a:spLocks noChangeArrowheads="1"/>
          </p:cNvSpPr>
          <p:nvPr/>
        </p:nvSpPr>
        <p:spPr bwMode="auto">
          <a:xfrm>
            <a:off x="5576458" y="4879181"/>
            <a:ext cx="1164101"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050">
                <a:solidFill>
                  <a:schemeClr val="tx1"/>
                </a:solidFill>
                <a:latin typeface="Arial Black" panose="020B0604020202020204" pitchFamily="34" charset="0"/>
                <a:ea typeface="宋体" panose="02010600030101010101" pitchFamily="2" charset="-122"/>
              </a:rPr>
              <a:t>194.24.8.0/22</a:t>
            </a:r>
          </a:p>
        </p:txBody>
      </p:sp>
      <p:sp>
        <p:nvSpPr>
          <p:cNvPr id="291879" name="TextBox 107">
            <a:extLst>
              <a:ext uri="{FF2B5EF4-FFF2-40B4-BE49-F238E27FC236}">
                <a16:creationId xmlns:a16="http://schemas.microsoft.com/office/drawing/2014/main" id="{EA52E551-078E-A846-B15C-EDD6845926CB}"/>
              </a:ext>
            </a:extLst>
          </p:cNvPr>
          <p:cNvSpPr txBox="1">
            <a:spLocks noChangeArrowheads="1"/>
          </p:cNvSpPr>
          <p:nvPr/>
        </p:nvSpPr>
        <p:spPr bwMode="auto">
          <a:xfrm>
            <a:off x="4566859" y="4407694"/>
            <a:ext cx="784190"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050">
                <a:solidFill>
                  <a:schemeClr val="tx1"/>
                </a:solidFill>
                <a:latin typeface="Arial Black" panose="020B0604020202020204" pitchFamily="34" charset="0"/>
                <a:ea typeface="宋体" panose="02010600030101010101" pitchFamily="2" charset="-122"/>
              </a:rPr>
              <a:t>(3</a:t>
            </a:r>
            <a:r>
              <a:rPr lang="zh-CN" altLang="en-US" sz="1050">
                <a:solidFill>
                  <a:schemeClr val="tx1"/>
                </a:solidFill>
                <a:latin typeface="Arial Black" panose="020B0604020202020204" pitchFamily="34" charset="0"/>
                <a:ea typeface="宋体" panose="02010600030101010101" pitchFamily="2" charset="-122"/>
              </a:rPr>
              <a:t>个前缀</a:t>
            </a:r>
            <a:r>
              <a:rPr lang="en-US" altLang="zh-CN" sz="1050">
                <a:solidFill>
                  <a:schemeClr val="tx1"/>
                </a:solidFill>
                <a:latin typeface="Arial Black" panose="020B0604020202020204" pitchFamily="34" charset="0"/>
                <a:ea typeface="宋体" panose="02010600030101010101" pitchFamily="2" charset="-122"/>
              </a:rPr>
              <a:t>)</a:t>
            </a:r>
            <a:endParaRPr lang="zh-CN" altLang="en-US" sz="1050">
              <a:solidFill>
                <a:schemeClr val="tx1"/>
              </a:solidFill>
              <a:latin typeface="Arial Black" panose="020B0604020202020204" pitchFamily="34" charset="0"/>
              <a:ea typeface="宋体" panose="02010600030101010101" pitchFamily="2" charset="-122"/>
            </a:endParaRPr>
          </a:p>
        </p:txBody>
      </p:sp>
      <p:sp>
        <p:nvSpPr>
          <p:cNvPr id="8" name="文本框 7">
            <a:extLst>
              <a:ext uri="{FF2B5EF4-FFF2-40B4-BE49-F238E27FC236}">
                <a16:creationId xmlns:a16="http://schemas.microsoft.com/office/drawing/2014/main" id="{F3B00B66-989A-4C45-9900-F2DB6FD2E408}"/>
              </a:ext>
            </a:extLst>
          </p:cNvPr>
          <p:cNvSpPr txBox="1">
            <a:spLocks noChangeArrowheads="1"/>
          </p:cNvSpPr>
          <p:nvPr/>
        </p:nvSpPr>
        <p:spPr bwMode="auto">
          <a:xfrm>
            <a:off x="7715104" y="3112635"/>
            <a:ext cx="122341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zh-CN" altLang="en-US" sz="1350" dirty="0">
                <a:solidFill>
                  <a:schemeClr val="tx2"/>
                </a:solidFill>
                <a:latin typeface="Arial Black" panose="020B0604020202020204" pitchFamily="34" charset="0"/>
                <a:ea typeface="宋体" panose="02010600030101010101" pitchFamily="2" charset="-122"/>
              </a:rPr>
              <a:t>最长匹配前缀</a:t>
            </a:r>
          </a:p>
        </p:txBody>
      </p:sp>
      <p:sp>
        <p:nvSpPr>
          <p:cNvPr id="63" name="文本框 62">
            <a:extLst>
              <a:ext uri="{FF2B5EF4-FFF2-40B4-BE49-F238E27FC236}">
                <a16:creationId xmlns:a16="http://schemas.microsoft.com/office/drawing/2014/main" id="{7CD998D7-F17E-2A49-9492-208D58CBDA6D}"/>
              </a:ext>
            </a:extLst>
          </p:cNvPr>
          <p:cNvSpPr txBox="1">
            <a:spLocks noChangeArrowheads="1"/>
          </p:cNvSpPr>
          <p:nvPr/>
        </p:nvSpPr>
        <p:spPr bwMode="auto">
          <a:xfrm>
            <a:off x="3255169" y="4670822"/>
            <a:ext cx="87716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zh-CN" altLang="en-US" sz="1350" b="1">
                <a:solidFill>
                  <a:schemeClr val="tx1"/>
                </a:solidFill>
                <a:latin typeface="Arial Black" panose="020B0604020202020204" pitchFamily="34" charset="0"/>
                <a:ea typeface="宋体" panose="02010600030101010101" pitchFamily="2" charset="-122"/>
              </a:rPr>
              <a:t>路由聚合</a:t>
            </a:r>
          </a:p>
        </p:txBody>
      </p:sp>
    </p:spTree>
    <p:extLst>
      <p:ext uri="{BB962C8B-B14F-4D97-AF65-F5344CB8AC3E}">
        <p14:creationId xmlns:p14="http://schemas.microsoft.com/office/powerpoint/2010/main" val="4738902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27350"/>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27360"/>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63"/>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7360" grpId="0"/>
      <p:bldP spid="8" grpId="0"/>
      <p:bldP spid="63"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906" name="幻灯片编号占位符 1">
            <a:extLst>
              <a:ext uri="{FF2B5EF4-FFF2-40B4-BE49-F238E27FC236}">
                <a16:creationId xmlns:a16="http://schemas.microsoft.com/office/drawing/2014/main" id="{64A94E1E-4E3E-B24E-96D5-49031E3EFF5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16E5857-F76D-A244-A20E-1354E9EB856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136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2865" name="Rectangle 2">
            <a:extLst>
              <a:ext uri="{FF2B5EF4-FFF2-40B4-BE49-F238E27FC236}">
                <a16:creationId xmlns:a16="http://schemas.microsoft.com/office/drawing/2014/main" id="{E1E7F8C5-A7C2-7148-BB90-1D64FA0910F9}"/>
              </a:ext>
            </a:extLst>
          </p:cNvPr>
          <p:cNvSpPr>
            <a:spLocks noGrp="1" noChangeArrowheads="1"/>
          </p:cNvSpPr>
          <p:nvPr>
            <p:ph type="title"/>
          </p:nvPr>
        </p:nvSpPr>
        <p:spPr/>
        <p:txBody>
          <a:bodyPr/>
          <a:lstStyle/>
          <a:p>
            <a:pPr eaLnBrk="1" hangingPunct="1"/>
            <a:r>
              <a:rPr lang="en-US" altLang="zh-CN" sz="2700" dirty="0">
                <a:latin typeface="Times New Roman" panose="02020603050405020304" pitchFamily="18" charset="0"/>
                <a:ea typeface="宋体" panose="02010600030101010101" pitchFamily="2" charset="-122"/>
              </a:rPr>
              <a:t>CIDR </a:t>
            </a:r>
            <a:r>
              <a:rPr lang="zh-CN" altLang="en-US" sz="2700" dirty="0">
                <a:latin typeface="Times New Roman" panose="02020603050405020304" pitchFamily="18" charset="0"/>
                <a:ea typeface="宋体" panose="02010600030101010101" pitchFamily="2" charset="-122"/>
              </a:rPr>
              <a:t>地址块划分举例 </a:t>
            </a:r>
          </a:p>
        </p:txBody>
      </p:sp>
      <p:sp>
        <p:nvSpPr>
          <p:cNvPr id="530435" name="Rectangle 3">
            <a:extLst>
              <a:ext uri="{FF2B5EF4-FFF2-40B4-BE49-F238E27FC236}">
                <a16:creationId xmlns:a16="http://schemas.microsoft.com/office/drawing/2014/main" id="{048C8EE4-13A2-FC46-8CD5-3549054E847D}"/>
              </a:ext>
            </a:extLst>
          </p:cNvPr>
          <p:cNvSpPr>
            <a:spLocks noChangeArrowheads="1"/>
          </p:cNvSpPr>
          <p:nvPr/>
        </p:nvSpPr>
        <p:spPr bwMode="auto">
          <a:xfrm>
            <a:off x="1868091" y="3178969"/>
            <a:ext cx="5210175" cy="1793081"/>
          </a:xfrm>
          <a:prstGeom prst="rect">
            <a:avLst/>
          </a:prstGeom>
          <a:solidFill>
            <a:srgbClr val="CCECFF"/>
          </a:solidFill>
          <a:ln w="28575">
            <a:solidFill>
              <a:srgbClr val="333399"/>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grpSp>
        <p:nvGrpSpPr>
          <p:cNvPr id="292867" name="Group 4">
            <a:extLst>
              <a:ext uri="{FF2B5EF4-FFF2-40B4-BE49-F238E27FC236}">
                <a16:creationId xmlns:a16="http://schemas.microsoft.com/office/drawing/2014/main" id="{1CDA0A64-6116-CA47-9414-215AA776CFF9}"/>
              </a:ext>
            </a:extLst>
          </p:cNvPr>
          <p:cNvGrpSpPr>
            <a:grpSpLocks/>
          </p:cNvGrpSpPr>
          <p:nvPr/>
        </p:nvGrpSpPr>
        <p:grpSpPr bwMode="auto">
          <a:xfrm>
            <a:off x="1262063" y="1171575"/>
            <a:ext cx="1133475" cy="553641"/>
            <a:chOff x="2592" y="1200"/>
            <a:chExt cx="2400" cy="1584"/>
          </a:xfrm>
        </p:grpSpPr>
        <p:grpSp>
          <p:nvGrpSpPr>
            <p:cNvPr id="292907" name="Group 5">
              <a:extLst>
                <a:ext uri="{FF2B5EF4-FFF2-40B4-BE49-F238E27FC236}">
                  <a16:creationId xmlns:a16="http://schemas.microsoft.com/office/drawing/2014/main" id="{59C0A569-2DA2-9845-BF0F-611D710C5F60}"/>
                </a:ext>
              </a:extLst>
            </p:cNvPr>
            <p:cNvGrpSpPr>
              <a:grpSpLocks/>
            </p:cNvGrpSpPr>
            <p:nvPr/>
          </p:nvGrpSpPr>
          <p:grpSpPr bwMode="auto">
            <a:xfrm>
              <a:off x="2606" y="1231"/>
              <a:ext cx="2386" cy="1553"/>
              <a:chOff x="3134" y="1375"/>
              <a:chExt cx="2386" cy="1553"/>
            </a:xfrm>
          </p:grpSpPr>
          <p:sp>
            <p:nvSpPr>
              <p:cNvPr id="292917" name="Oval 6">
                <a:extLst>
                  <a:ext uri="{FF2B5EF4-FFF2-40B4-BE49-F238E27FC236}">
                    <a16:creationId xmlns:a16="http://schemas.microsoft.com/office/drawing/2014/main" id="{477D02EC-9640-4149-B696-ED8D585B0C81}"/>
                  </a:ext>
                </a:extLst>
              </p:cNvPr>
              <p:cNvSpPr>
                <a:spLocks noChangeArrowheads="1"/>
              </p:cNvSpPr>
              <p:nvPr/>
            </p:nvSpPr>
            <p:spPr bwMode="auto">
              <a:xfrm>
                <a:off x="3959" y="1375"/>
                <a:ext cx="1026" cy="628"/>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18" name="Oval 7">
                <a:extLst>
                  <a:ext uri="{FF2B5EF4-FFF2-40B4-BE49-F238E27FC236}">
                    <a16:creationId xmlns:a16="http://schemas.microsoft.com/office/drawing/2014/main" id="{8CD7D54C-D6FB-AC45-A3BA-0A39380CFCEE}"/>
                  </a:ext>
                </a:extLst>
              </p:cNvPr>
              <p:cNvSpPr>
                <a:spLocks noChangeArrowheads="1"/>
              </p:cNvSpPr>
              <p:nvPr/>
            </p:nvSpPr>
            <p:spPr bwMode="auto">
              <a:xfrm>
                <a:off x="3380" y="1548"/>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19" name="Oval 8">
                <a:extLst>
                  <a:ext uri="{FF2B5EF4-FFF2-40B4-BE49-F238E27FC236}">
                    <a16:creationId xmlns:a16="http://schemas.microsoft.com/office/drawing/2014/main" id="{2CEAA73B-1D1E-7441-A107-2E5AB95336F6}"/>
                  </a:ext>
                </a:extLst>
              </p:cNvPr>
              <p:cNvSpPr>
                <a:spLocks noChangeArrowheads="1"/>
              </p:cNvSpPr>
              <p:nvPr/>
            </p:nvSpPr>
            <p:spPr bwMode="auto">
              <a:xfrm>
                <a:off x="3134" y="1940"/>
                <a:ext cx="521" cy="502"/>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20" name="Oval 9">
                <a:extLst>
                  <a:ext uri="{FF2B5EF4-FFF2-40B4-BE49-F238E27FC236}">
                    <a16:creationId xmlns:a16="http://schemas.microsoft.com/office/drawing/2014/main" id="{782DB8EB-CB87-3241-97E3-B7CF2FCE9922}"/>
                  </a:ext>
                </a:extLst>
              </p:cNvPr>
              <p:cNvSpPr>
                <a:spLocks noChangeArrowheads="1"/>
              </p:cNvSpPr>
              <p:nvPr/>
            </p:nvSpPr>
            <p:spPr bwMode="auto">
              <a:xfrm>
                <a:off x="3293" y="2175"/>
                <a:ext cx="796"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21" name="Oval 10">
                <a:extLst>
                  <a:ext uri="{FF2B5EF4-FFF2-40B4-BE49-F238E27FC236}">
                    <a16:creationId xmlns:a16="http://schemas.microsoft.com/office/drawing/2014/main" id="{3F21747F-120D-FD47-A317-7BE3576D2A82}"/>
                  </a:ext>
                </a:extLst>
              </p:cNvPr>
              <p:cNvSpPr>
                <a:spLocks noChangeArrowheads="1"/>
              </p:cNvSpPr>
              <p:nvPr/>
            </p:nvSpPr>
            <p:spPr bwMode="auto">
              <a:xfrm>
                <a:off x="3872" y="2269"/>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22" name="Oval 11">
                <a:extLst>
                  <a:ext uri="{FF2B5EF4-FFF2-40B4-BE49-F238E27FC236}">
                    <a16:creationId xmlns:a16="http://schemas.microsoft.com/office/drawing/2014/main" id="{52AF340C-7DB3-A446-92E8-414CB46CAF0F}"/>
                  </a:ext>
                </a:extLst>
              </p:cNvPr>
              <p:cNvSpPr>
                <a:spLocks noChangeArrowheads="1"/>
              </p:cNvSpPr>
              <p:nvPr/>
            </p:nvSpPr>
            <p:spPr bwMode="auto">
              <a:xfrm>
                <a:off x="4653" y="1564"/>
                <a:ext cx="751"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23" name="Oval 12">
                <a:extLst>
                  <a:ext uri="{FF2B5EF4-FFF2-40B4-BE49-F238E27FC236}">
                    <a16:creationId xmlns:a16="http://schemas.microsoft.com/office/drawing/2014/main" id="{7599A761-0B1C-4944-8C83-562068D3B623}"/>
                  </a:ext>
                </a:extLst>
              </p:cNvPr>
              <p:cNvSpPr>
                <a:spLocks noChangeArrowheads="1"/>
              </p:cNvSpPr>
              <p:nvPr/>
            </p:nvSpPr>
            <p:spPr bwMode="auto">
              <a:xfrm>
                <a:off x="4768" y="1893"/>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24" name="Oval 13">
                <a:extLst>
                  <a:ext uri="{FF2B5EF4-FFF2-40B4-BE49-F238E27FC236}">
                    <a16:creationId xmlns:a16="http://schemas.microsoft.com/office/drawing/2014/main" id="{6EDFD964-75FF-AA4F-9E2A-540124C5F53E}"/>
                  </a:ext>
                </a:extLst>
              </p:cNvPr>
              <p:cNvSpPr>
                <a:spLocks noChangeArrowheads="1"/>
              </p:cNvSpPr>
              <p:nvPr/>
            </p:nvSpPr>
            <p:spPr bwMode="auto">
              <a:xfrm>
                <a:off x="4696" y="2003"/>
                <a:ext cx="752"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25" name="Oval 14">
                <a:extLst>
                  <a:ext uri="{FF2B5EF4-FFF2-40B4-BE49-F238E27FC236}">
                    <a16:creationId xmlns:a16="http://schemas.microsoft.com/office/drawing/2014/main" id="{61F9ADF3-3439-434D-B9F7-519A86E20345}"/>
                  </a:ext>
                </a:extLst>
              </p:cNvPr>
              <p:cNvSpPr>
                <a:spLocks noChangeArrowheads="1"/>
              </p:cNvSpPr>
              <p:nvPr/>
            </p:nvSpPr>
            <p:spPr bwMode="auto">
              <a:xfrm>
                <a:off x="3568" y="1752"/>
                <a:ext cx="1547"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292908" name="Oval 15">
              <a:extLst>
                <a:ext uri="{FF2B5EF4-FFF2-40B4-BE49-F238E27FC236}">
                  <a16:creationId xmlns:a16="http://schemas.microsoft.com/office/drawing/2014/main" id="{68666F4A-DCF8-C048-A26E-4F1E7858E374}"/>
                </a:ext>
              </a:extLst>
            </p:cNvPr>
            <p:cNvSpPr>
              <a:spLocks noChangeArrowheads="1"/>
            </p:cNvSpPr>
            <p:nvPr/>
          </p:nvSpPr>
          <p:spPr bwMode="auto">
            <a:xfrm>
              <a:off x="3416" y="1200"/>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09" name="Oval 16">
              <a:extLst>
                <a:ext uri="{FF2B5EF4-FFF2-40B4-BE49-F238E27FC236}">
                  <a16:creationId xmlns:a16="http://schemas.microsoft.com/office/drawing/2014/main" id="{6B5FF22E-1C13-2C46-8948-2EB718AF96CC}"/>
                </a:ext>
              </a:extLst>
            </p:cNvPr>
            <p:cNvSpPr>
              <a:spLocks noChangeArrowheads="1"/>
            </p:cNvSpPr>
            <p:nvPr/>
          </p:nvSpPr>
          <p:spPr bwMode="auto">
            <a:xfrm>
              <a:off x="2838" y="1373"/>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10" name="Oval 17">
              <a:extLst>
                <a:ext uri="{FF2B5EF4-FFF2-40B4-BE49-F238E27FC236}">
                  <a16:creationId xmlns:a16="http://schemas.microsoft.com/office/drawing/2014/main" id="{F7FAA097-62FA-0043-B5D9-F15E822FF7CB}"/>
                </a:ext>
              </a:extLst>
            </p:cNvPr>
            <p:cNvSpPr>
              <a:spLocks noChangeArrowheads="1"/>
            </p:cNvSpPr>
            <p:nvPr/>
          </p:nvSpPr>
          <p:spPr bwMode="auto">
            <a:xfrm>
              <a:off x="2592" y="1765"/>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11" name="Oval 18">
              <a:extLst>
                <a:ext uri="{FF2B5EF4-FFF2-40B4-BE49-F238E27FC236}">
                  <a16:creationId xmlns:a16="http://schemas.microsoft.com/office/drawing/2014/main" id="{EB3A1EBF-D8EC-0745-8BBC-818D959BCF52}"/>
                </a:ext>
              </a:extLst>
            </p:cNvPr>
            <p:cNvSpPr>
              <a:spLocks noChangeArrowheads="1"/>
            </p:cNvSpPr>
            <p:nvPr/>
          </p:nvSpPr>
          <p:spPr bwMode="auto">
            <a:xfrm>
              <a:off x="2751" y="2000"/>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12" name="Oval 19">
              <a:extLst>
                <a:ext uri="{FF2B5EF4-FFF2-40B4-BE49-F238E27FC236}">
                  <a16:creationId xmlns:a16="http://schemas.microsoft.com/office/drawing/2014/main" id="{24C7689F-67CC-9244-BCBC-FFBC16FDC3D9}"/>
                </a:ext>
              </a:extLst>
            </p:cNvPr>
            <p:cNvSpPr>
              <a:spLocks noChangeArrowheads="1"/>
            </p:cNvSpPr>
            <p:nvPr/>
          </p:nvSpPr>
          <p:spPr bwMode="auto">
            <a:xfrm>
              <a:off x="3329" y="2094"/>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13" name="Oval 20">
              <a:extLst>
                <a:ext uri="{FF2B5EF4-FFF2-40B4-BE49-F238E27FC236}">
                  <a16:creationId xmlns:a16="http://schemas.microsoft.com/office/drawing/2014/main" id="{A55217A3-9D59-EA48-9D79-15A6775B8307}"/>
                </a:ext>
              </a:extLst>
            </p:cNvPr>
            <p:cNvSpPr>
              <a:spLocks noChangeArrowheads="1"/>
            </p:cNvSpPr>
            <p:nvPr/>
          </p:nvSpPr>
          <p:spPr bwMode="auto">
            <a:xfrm>
              <a:off x="4110" y="1388"/>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14" name="Oval 21">
              <a:extLst>
                <a:ext uri="{FF2B5EF4-FFF2-40B4-BE49-F238E27FC236}">
                  <a16:creationId xmlns:a16="http://schemas.microsoft.com/office/drawing/2014/main" id="{1D18B421-83FD-6740-AEFF-2497D06ED523}"/>
                </a:ext>
              </a:extLst>
            </p:cNvPr>
            <p:cNvSpPr>
              <a:spLocks noChangeArrowheads="1"/>
            </p:cNvSpPr>
            <p:nvPr/>
          </p:nvSpPr>
          <p:spPr bwMode="auto">
            <a:xfrm>
              <a:off x="4226" y="1718"/>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15" name="Oval 22">
              <a:extLst>
                <a:ext uri="{FF2B5EF4-FFF2-40B4-BE49-F238E27FC236}">
                  <a16:creationId xmlns:a16="http://schemas.microsoft.com/office/drawing/2014/main" id="{B443202A-47BB-E84C-A44D-DADA1E45ED97}"/>
                </a:ext>
              </a:extLst>
            </p:cNvPr>
            <p:cNvSpPr>
              <a:spLocks noChangeArrowheads="1"/>
            </p:cNvSpPr>
            <p:nvPr/>
          </p:nvSpPr>
          <p:spPr bwMode="auto">
            <a:xfrm>
              <a:off x="4153" y="1827"/>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16" name="Oval 23">
              <a:extLst>
                <a:ext uri="{FF2B5EF4-FFF2-40B4-BE49-F238E27FC236}">
                  <a16:creationId xmlns:a16="http://schemas.microsoft.com/office/drawing/2014/main" id="{9722B48B-87B6-4F47-B78F-BA0AAEAAE2DF}"/>
                </a:ext>
              </a:extLst>
            </p:cNvPr>
            <p:cNvSpPr>
              <a:spLocks noChangeArrowheads="1"/>
            </p:cNvSpPr>
            <p:nvPr/>
          </p:nvSpPr>
          <p:spPr bwMode="auto">
            <a:xfrm>
              <a:off x="3026" y="1576"/>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292868" name="Text Box 24">
            <a:extLst>
              <a:ext uri="{FF2B5EF4-FFF2-40B4-BE49-F238E27FC236}">
                <a16:creationId xmlns:a16="http://schemas.microsoft.com/office/drawing/2014/main" id="{A17E3455-432B-E14C-92F1-7BDCB13E6D20}"/>
              </a:ext>
            </a:extLst>
          </p:cNvPr>
          <p:cNvSpPr txBox="1">
            <a:spLocks noChangeArrowheads="1"/>
          </p:cNvSpPr>
          <p:nvPr/>
        </p:nvSpPr>
        <p:spPr bwMode="auto">
          <a:xfrm>
            <a:off x="1439467" y="1252538"/>
            <a:ext cx="8771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a:solidFill>
                  <a:srgbClr val="000066"/>
                </a:solidFill>
                <a:ea typeface="宋体" panose="02010600030101010101" pitchFamily="2" charset="-122"/>
                <a:cs typeface="黑体" panose="02010609060101010101" pitchFamily="49" charset="-122"/>
              </a:rPr>
              <a:t>因特网</a:t>
            </a:r>
          </a:p>
        </p:txBody>
      </p:sp>
      <p:sp>
        <p:nvSpPr>
          <p:cNvPr id="530457" name="Oval 25">
            <a:extLst>
              <a:ext uri="{FF2B5EF4-FFF2-40B4-BE49-F238E27FC236}">
                <a16:creationId xmlns:a16="http://schemas.microsoft.com/office/drawing/2014/main" id="{4BBE3B65-0AB8-944F-96C0-43CEFDA20F65}"/>
              </a:ext>
            </a:extLst>
          </p:cNvPr>
          <p:cNvSpPr>
            <a:spLocks noChangeArrowheads="1"/>
          </p:cNvSpPr>
          <p:nvPr/>
        </p:nvSpPr>
        <p:spPr bwMode="auto">
          <a:xfrm>
            <a:off x="3825479" y="1060847"/>
            <a:ext cx="1969294" cy="719138"/>
          </a:xfrm>
          <a:prstGeom prst="ellipse">
            <a:avLst/>
          </a:prstGeom>
          <a:solidFill>
            <a:srgbClr val="3399FF"/>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530458" name="Oval 26">
            <a:extLst>
              <a:ext uri="{FF2B5EF4-FFF2-40B4-BE49-F238E27FC236}">
                <a16:creationId xmlns:a16="http://schemas.microsoft.com/office/drawing/2014/main" id="{6847B2C6-3D02-3244-AC18-4AF1EF894A0C}"/>
              </a:ext>
            </a:extLst>
          </p:cNvPr>
          <p:cNvSpPr>
            <a:spLocks noChangeArrowheads="1"/>
          </p:cNvSpPr>
          <p:nvPr/>
        </p:nvSpPr>
        <p:spPr bwMode="auto">
          <a:xfrm>
            <a:off x="4243387" y="1171576"/>
            <a:ext cx="1253729" cy="498872"/>
          </a:xfrm>
          <a:prstGeom prst="ellipse">
            <a:avLst/>
          </a:prstGeom>
          <a:solidFill>
            <a:srgbClr val="CCECFF"/>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2871" name="Text Box 27">
            <a:extLst>
              <a:ext uri="{FF2B5EF4-FFF2-40B4-BE49-F238E27FC236}">
                <a16:creationId xmlns:a16="http://schemas.microsoft.com/office/drawing/2014/main" id="{7D5C25D9-2F5F-F34F-A2FF-E526740A0698}"/>
              </a:ext>
            </a:extLst>
          </p:cNvPr>
          <p:cNvSpPr txBox="1">
            <a:spLocks noChangeArrowheads="1"/>
          </p:cNvSpPr>
          <p:nvPr/>
        </p:nvSpPr>
        <p:spPr bwMode="auto">
          <a:xfrm>
            <a:off x="4307682" y="1282303"/>
            <a:ext cx="11416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206.0.68.0/22</a:t>
            </a:r>
          </a:p>
        </p:txBody>
      </p:sp>
      <p:sp>
        <p:nvSpPr>
          <p:cNvPr id="292872" name="Text Box 28">
            <a:extLst>
              <a:ext uri="{FF2B5EF4-FFF2-40B4-BE49-F238E27FC236}">
                <a16:creationId xmlns:a16="http://schemas.microsoft.com/office/drawing/2014/main" id="{43C424A4-BE48-9E4F-B7D2-2363FEE4B89E}"/>
              </a:ext>
            </a:extLst>
          </p:cNvPr>
          <p:cNvSpPr txBox="1">
            <a:spLocks noChangeArrowheads="1"/>
          </p:cNvSpPr>
          <p:nvPr/>
        </p:nvSpPr>
        <p:spPr bwMode="auto">
          <a:xfrm>
            <a:off x="2634854" y="1115616"/>
            <a:ext cx="11416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206.0.64.0/18</a:t>
            </a:r>
          </a:p>
        </p:txBody>
      </p:sp>
      <p:sp>
        <p:nvSpPr>
          <p:cNvPr id="292873" name="AutoShape 29">
            <a:extLst>
              <a:ext uri="{FF2B5EF4-FFF2-40B4-BE49-F238E27FC236}">
                <a16:creationId xmlns:a16="http://schemas.microsoft.com/office/drawing/2014/main" id="{196909B5-5D06-1445-A60A-5C20AFAC46AE}"/>
              </a:ext>
            </a:extLst>
          </p:cNvPr>
          <p:cNvSpPr>
            <a:spLocks noChangeArrowheads="1"/>
          </p:cNvSpPr>
          <p:nvPr/>
        </p:nvSpPr>
        <p:spPr bwMode="auto">
          <a:xfrm>
            <a:off x="2455069" y="1351360"/>
            <a:ext cx="1312069" cy="165497"/>
          </a:xfrm>
          <a:prstGeom prst="leftArrow">
            <a:avLst>
              <a:gd name="adj1" fmla="val 50000"/>
              <a:gd name="adj2" fmla="val 198202"/>
            </a:avLst>
          </a:prstGeom>
          <a:solidFill>
            <a:schemeClr val="hlink"/>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2874" name="Text Box 30">
            <a:extLst>
              <a:ext uri="{FF2B5EF4-FFF2-40B4-BE49-F238E27FC236}">
                <a16:creationId xmlns:a16="http://schemas.microsoft.com/office/drawing/2014/main" id="{61DE8F42-BADF-2843-99FC-648F2D47F350}"/>
              </a:ext>
            </a:extLst>
          </p:cNvPr>
          <p:cNvSpPr txBox="1">
            <a:spLocks noChangeArrowheads="1"/>
          </p:cNvSpPr>
          <p:nvPr/>
        </p:nvSpPr>
        <p:spPr bwMode="auto">
          <a:xfrm>
            <a:off x="3707607" y="897731"/>
            <a:ext cx="54373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b="1">
                <a:solidFill>
                  <a:srgbClr val="000066"/>
                </a:solidFill>
                <a:ea typeface="宋体" panose="02010600030101010101" pitchFamily="2" charset="-122"/>
                <a:cs typeface="黑体" panose="02010609060101010101" pitchFamily="49" charset="-122"/>
              </a:rPr>
              <a:t>ISP</a:t>
            </a:r>
          </a:p>
        </p:txBody>
      </p:sp>
      <p:sp>
        <p:nvSpPr>
          <p:cNvPr id="292875" name="Text Box 31">
            <a:extLst>
              <a:ext uri="{FF2B5EF4-FFF2-40B4-BE49-F238E27FC236}">
                <a16:creationId xmlns:a16="http://schemas.microsoft.com/office/drawing/2014/main" id="{9B258346-9DA1-E248-B986-2CBEF69F8969}"/>
              </a:ext>
            </a:extLst>
          </p:cNvPr>
          <p:cNvSpPr txBox="1">
            <a:spLocks noChangeArrowheads="1"/>
          </p:cNvSpPr>
          <p:nvPr/>
        </p:nvSpPr>
        <p:spPr bwMode="auto">
          <a:xfrm>
            <a:off x="5913835" y="951310"/>
            <a:ext cx="87075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a:solidFill>
                  <a:srgbClr val="000066"/>
                </a:solidFill>
                <a:ea typeface="宋体" panose="02010600030101010101" pitchFamily="2" charset="-122"/>
                <a:cs typeface="黑体" panose="02010609060101010101" pitchFamily="49" charset="-122"/>
              </a:rPr>
              <a:t>大学 </a:t>
            </a:r>
            <a:r>
              <a:rPr kumimoji="1" lang="en-US" altLang="zh-CN" sz="1800">
                <a:solidFill>
                  <a:srgbClr val="000066"/>
                </a:solidFill>
                <a:ea typeface="宋体" panose="02010600030101010101" pitchFamily="2" charset="-122"/>
                <a:cs typeface="黑体" panose="02010609060101010101" pitchFamily="49" charset="-122"/>
              </a:rPr>
              <a:t>X</a:t>
            </a:r>
          </a:p>
        </p:txBody>
      </p:sp>
      <p:sp>
        <p:nvSpPr>
          <p:cNvPr id="292876" name="Line 32">
            <a:extLst>
              <a:ext uri="{FF2B5EF4-FFF2-40B4-BE49-F238E27FC236}">
                <a16:creationId xmlns:a16="http://schemas.microsoft.com/office/drawing/2014/main" id="{3BB80E43-A198-8147-A087-3B368F9C7C12}"/>
              </a:ext>
            </a:extLst>
          </p:cNvPr>
          <p:cNvSpPr>
            <a:spLocks noChangeShapeType="1"/>
          </p:cNvSpPr>
          <p:nvPr/>
        </p:nvSpPr>
        <p:spPr bwMode="auto">
          <a:xfrm flipV="1">
            <a:off x="5366298" y="1194126"/>
            <a:ext cx="477441" cy="16549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2877" name="Text Box 33">
            <a:extLst>
              <a:ext uri="{FF2B5EF4-FFF2-40B4-BE49-F238E27FC236}">
                <a16:creationId xmlns:a16="http://schemas.microsoft.com/office/drawing/2014/main" id="{83F53CBD-D87C-6D41-B5A0-9CCEAF70F80D}"/>
              </a:ext>
            </a:extLst>
          </p:cNvPr>
          <p:cNvSpPr txBox="1">
            <a:spLocks noChangeArrowheads="1"/>
          </p:cNvSpPr>
          <p:nvPr/>
        </p:nvSpPr>
        <p:spPr bwMode="auto">
          <a:xfrm>
            <a:off x="2594373" y="2763441"/>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rgbClr val="000066"/>
                </a:solidFill>
                <a:ea typeface="宋体" panose="02010600030101010101" pitchFamily="2" charset="-122"/>
                <a:cs typeface="黑体" panose="02010609060101010101" pitchFamily="49" charset="-122"/>
              </a:rPr>
              <a:t>一系</a:t>
            </a:r>
          </a:p>
        </p:txBody>
      </p:sp>
      <p:sp>
        <p:nvSpPr>
          <p:cNvPr id="292878" name="Text Box 34">
            <a:extLst>
              <a:ext uri="{FF2B5EF4-FFF2-40B4-BE49-F238E27FC236}">
                <a16:creationId xmlns:a16="http://schemas.microsoft.com/office/drawing/2014/main" id="{D115184E-04B9-2A4C-A9F5-C6F5DF74910E}"/>
              </a:ext>
            </a:extLst>
          </p:cNvPr>
          <p:cNvSpPr txBox="1">
            <a:spLocks noChangeArrowheads="1"/>
          </p:cNvSpPr>
          <p:nvPr/>
        </p:nvSpPr>
        <p:spPr bwMode="auto">
          <a:xfrm>
            <a:off x="4625579" y="2709863"/>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rgbClr val="000066"/>
                </a:solidFill>
                <a:ea typeface="宋体" panose="02010600030101010101" pitchFamily="2" charset="-122"/>
                <a:cs typeface="黑体" panose="02010609060101010101" pitchFamily="49" charset="-122"/>
              </a:rPr>
              <a:t>二系</a:t>
            </a:r>
          </a:p>
        </p:txBody>
      </p:sp>
      <p:sp>
        <p:nvSpPr>
          <p:cNvPr id="292879" name="Text Box 35">
            <a:extLst>
              <a:ext uri="{FF2B5EF4-FFF2-40B4-BE49-F238E27FC236}">
                <a16:creationId xmlns:a16="http://schemas.microsoft.com/office/drawing/2014/main" id="{41CAB16A-FA93-3645-A0B9-6013BB02BDC7}"/>
              </a:ext>
            </a:extLst>
          </p:cNvPr>
          <p:cNvSpPr txBox="1">
            <a:spLocks noChangeArrowheads="1"/>
          </p:cNvSpPr>
          <p:nvPr/>
        </p:nvSpPr>
        <p:spPr bwMode="auto">
          <a:xfrm>
            <a:off x="5436394" y="2571750"/>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rgbClr val="000066"/>
                </a:solidFill>
                <a:ea typeface="宋体" panose="02010600030101010101" pitchFamily="2" charset="-122"/>
                <a:cs typeface="黑体" panose="02010609060101010101" pitchFamily="49" charset="-122"/>
              </a:rPr>
              <a:t>三系</a:t>
            </a:r>
          </a:p>
        </p:txBody>
      </p:sp>
      <p:sp>
        <p:nvSpPr>
          <p:cNvPr id="292880" name="Text Box 36">
            <a:extLst>
              <a:ext uri="{FF2B5EF4-FFF2-40B4-BE49-F238E27FC236}">
                <a16:creationId xmlns:a16="http://schemas.microsoft.com/office/drawing/2014/main" id="{44C568D2-49D1-2A46-AF48-EA3C553C5F5F}"/>
              </a:ext>
            </a:extLst>
          </p:cNvPr>
          <p:cNvSpPr txBox="1">
            <a:spLocks noChangeArrowheads="1"/>
          </p:cNvSpPr>
          <p:nvPr/>
        </p:nvSpPr>
        <p:spPr bwMode="auto">
          <a:xfrm>
            <a:off x="7056835" y="2571750"/>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rgbClr val="000066"/>
                </a:solidFill>
                <a:ea typeface="宋体" panose="02010600030101010101" pitchFamily="2" charset="-122"/>
                <a:cs typeface="黑体" panose="02010609060101010101" pitchFamily="49" charset="-122"/>
              </a:rPr>
              <a:t>四系</a:t>
            </a:r>
          </a:p>
        </p:txBody>
      </p:sp>
      <p:sp>
        <p:nvSpPr>
          <p:cNvPr id="292881" name="AutoShape 37">
            <a:extLst>
              <a:ext uri="{FF2B5EF4-FFF2-40B4-BE49-F238E27FC236}">
                <a16:creationId xmlns:a16="http://schemas.microsoft.com/office/drawing/2014/main" id="{58490137-52A9-5443-96F3-CE8621C7C32C}"/>
              </a:ext>
            </a:extLst>
          </p:cNvPr>
          <p:cNvSpPr>
            <a:spLocks noChangeArrowheads="1"/>
          </p:cNvSpPr>
          <p:nvPr/>
        </p:nvSpPr>
        <p:spPr bwMode="auto">
          <a:xfrm rot="1625099">
            <a:off x="5285981" y="1829153"/>
            <a:ext cx="1877616" cy="129779"/>
          </a:xfrm>
          <a:prstGeom prst="leftArrow">
            <a:avLst>
              <a:gd name="adj1" fmla="val 27083"/>
              <a:gd name="adj2" fmla="val 410994"/>
            </a:avLst>
          </a:prstGeom>
          <a:solidFill>
            <a:srgbClr val="66CCFF"/>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30470" name="Oval 38">
            <a:extLst>
              <a:ext uri="{FF2B5EF4-FFF2-40B4-BE49-F238E27FC236}">
                <a16:creationId xmlns:a16="http://schemas.microsoft.com/office/drawing/2014/main" id="{B944A6E5-953B-9C49-907A-819DB66935D5}"/>
              </a:ext>
            </a:extLst>
          </p:cNvPr>
          <p:cNvSpPr>
            <a:spLocks noChangeArrowheads="1"/>
          </p:cNvSpPr>
          <p:nvPr/>
        </p:nvSpPr>
        <p:spPr bwMode="auto">
          <a:xfrm>
            <a:off x="6510337" y="2059825"/>
            <a:ext cx="1490663" cy="540500"/>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2883" name="Text Box 39">
            <a:extLst>
              <a:ext uri="{FF2B5EF4-FFF2-40B4-BE49-F238E27FC236}">
                <a16:creationId xmlns:a16="http://schemas.microsoft.com/office/drawing/2014/main" id="{851CA6ED-36F3-AE48-A409-DA2CE2B9D506}"/>
              </a:ext>
            </a:extLst>
          </p:cNvPr>
          <p:cNvSpPr txBox="1">
            <a:spLocks noChangeArrowheads="1"/>
          </p:cNvSpPr>
          <p:nvPr/>
        </p:nvSpPr>
        <p:spPr bwMode="auto">
          <a:xfrm>
            <a:off x="6625083" y="2106155"/>
            <a:ext cx="1314784"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206.0.71.128/26</a:t>
            </a:r>
          </a:p>
          <a:p>
            <a:pPr eaLnBrk="1" hangingPunct="1">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206.0.71.192/26</a:t>
            </a:r>
          </a:p>
        </p:txBody>
      </p:sp>
      <p:sp>
        <p:nvSpPr>
          <p:cNvPr id="292884" name="AutoShape 40">
            <a:extLst>
              <a:ext uri="{FF2B5EF4-FFF2-40B4-BE49-F238E27FC236}">
                <a16:creationId xmlns:a16="http://schemas.microsoft.com/office/drawing/2014/main" id="{A6F63D52-20B4-3149-A125-5D092966D6CD}"/>
              </a:ext>
            </a:extLst>
          </p:cNvPr>
          <p:cNvSpPr>
            <a:spLocks noChangeArrowheads="1"/>
          </p:cNvSpPr>
          <p:nvPr/>
        </p:nvSpPr>
        <p:spPr bwMode="auto">
          <a:xfrm rot="9289458">
            <a:off x="2530961" y="1793988"/>
            <a:ext cx="1903833" cy="180503"/>
          </a:xfrm>
          <a:prstGeom prst="leftArrow">
            <a:avLst>
              <a:gd name="adj1" fmla="val 27083"/>
              <a:gd name="adj2" fmla="val 412642"/>
            </a:avLst>
          </a:prstGeom>
          <a:solidFill>
            <a:srgbClr val="66CCFF"/>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30473" name="Oval 41">
            <a:extLst>
              <a:ext uri="{FF2B5EF4-FFF2-40B4-BE49-F238E27FC236}">
                <a16:creationId xmlns:a16="http://schemas.microsoft.com/office/drawing/2014/main" id="{8D2A80CA-165F-E04B-B6DD-BA8E5480DE43}"/>
              </a:ext>
            </a:extLst>
          </p:cNvPr>
          <p:cNvSpPr>
            <a:spLocks noChangeArrowheads="1"/>
          </p:cNvSpPr>
          <p:nvPr/>
        </p:nvSpPr>
        <p:spPr bwMode="auto">
          <a:xfrm>
            <a:off x="1143000" y="2124625"/>
            <a:ext cx="1788319" cy="862654"/>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2886" name="Text Box 42">
            <a:extLst>
              <a:ext uri="{FF2B5EF4-FFF2-40B4-BE49-F238E27FC236}">
                <a16:creationId xmlns:a16="http://schemas.microsoft.com/office/drawing/2014/main" id="{452A262B-2B92-B94B-BDF9-8BDEDB299C2C}"/>
              </a:ext>
            </a:extLst>
          </p:cNvPr>
          <p:cNvSpPr txBox="1">
            <a:spLocks noChangeArrowheads="1"/>
          </p:cNvSpPr>
          <p:nvPr/>
        </p:nvSpPr>
        <p:spPr bwMode="auto">
          <a:xfrm>
            <a:off x="1348986" y="2228854"/>
            <a:ext cx="1314784" cy="710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ts val="1220"/>
              </a:lnSpc>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206.0.68.0/25</a:t>
            </a:r>
          </a:p>
          <a:p>
            <a:pPr eaLnBrk="1" hangingPunct="1">
              <a:lnSpc>
                <a:spcPts val="1220"/>
              </a:lnSpc>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206.0.68.128/25</a:t>
            </a:r>
          </a:p>
          <a:p>
            <a:pPr eaLnBrk="1" hangingPunct="1">
              <a:lnSpc>
                <a:spcPts val="1220"/>
              </a:lnSpc>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206.0.69.0/25</a:t>
            </a:r>
          </a:p>
          <a:p>
            <a:pPr eaLnBrk="1" hangingPunct="1">
              <a:lnSpc>
                <a:spcPts val="1220"/>
              </a:lnSpc>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206.0.69.128/25</a:t>
            </a:r>
          </a:p>
        </p:txBody>
      </p:sp>
      <p:sp>
        <p:nvSpPr>
          <p:cNvPr id="292887" name="AutoShape 43">
            <a:extLst>
              <a:ext uri="{FF2B5EF4-FFF2-40B4-BE49-F238E27FC236}">
                <a16:creationId xmlns:a16="http://schemas.microsoft.com/office/drawing/2014/main" id="{8D0E0282-B46F-904B-B983-93F651AC09E5}"/>
              </a:ext>
            </a:extLst>
          </p:cNvPr>
          <p:cNvSpPr>
            <a:spLocks noChangeArrowheads="1"/>
          </p:cNvSpPr>
          <p:nvPr/>
        </p:nvSpPr>
        <p:spPr bwMode="auto">
          <a:xfrm rot="7490917">
            <a:off x="3605791" y="1848005"/>
            <a:ext cx="1338220" cy="186796"/>
          </a:xfrm>
          <a:prstGeom prst="leftArrow">
            <a:avLst>
              <a:gd name="adj1" fmla="val 27083"/>
              <a:gd name="adj2" fmla="val 322268"/>
            </a:avLst>
          </a:prstGeom>
          <a:solidFill>
            <a:srgbClr val="66CCFF"/>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30476" name="Oval 44">
            <a:extLst>
              <a:ext uri="{FF2B5EF4-FFF2-40B4-BE49-F238E27FC236}">
                <a16:creationId xmlns:a16="http://schemas.microsoft.com/office/drawing/2014/main" id="{18A19C05-D991-A443-BFAD-97387C806CFF}"/>
              </a:ext>
            </a:extLst>
          </p:cNvPr>
          <p:cNvSpPr>
            <a:spLocks noChangeArrowheads="1"/>
          </p:cNvSpPr>
          <p:nvPr/>
        </p:nvSpPr>
        <p:spPr bwMode="auto">
          <a:xfrm>
            <a:off x="3051573" y="2124625"/>
            <a:ext cx="1788319" cy="862654"/>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2889" name="Text Box 45">
            <a:extLst>
              <a:ext uri="{FF2B5EF4-FFF2-40B4-BE49-F238E27FC236}">
                <a16:creationId xmlns:a16="http://schemas.microsoft.com/office/drawing/2014/main" id="{DFAE0CE0-51B3-A24B-989F-3F34C773B152}"/>
              </a:ext>
            </a:extLst>
          </p:cNvPr>
          <p:cNvSpPr txBox="1">
            <a:spLocks noChangeArrowheads="1"/>
          </p:cNvSpPr>
          <p:nvPr/>
        </p:nvSpPr>
        <p:spPr bwMode="auto">
          <a:xfrm>
            <a:off x="3337851" y="2228854"/>
            <a:ext cx="1314784" cy="710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ts val="1220"/>
              </a:lnSpc>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206.0.70.0/26</a:t>
            </a:r>
          </a:p>
          <a:p>
            <a:pPr eaLnBrk="1" hangingPunct="1">
              <a:lnSpc>
                <a:spcPts val="1220"/>
              </a:lnSpc>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206.0.70.64/26</a:t>
            </a:r>
          </a:p>
          <a:p>
            <a:pPr eaLnBrk="1" hangingPunct="1">
              <a:lnSpc>
                <a:spcPts val="1220"/>
              </a:lnSpc>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206.0.70.128/26</a:t>
            </a:r>
          </a:p>
          <a:p>
            <a:pPr eaLnBrk="1" hangingPunct="1">
              <a:lnSpc>
                <a:spcPts val="1220"/>
              </a:lnSpc>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206.0.70.192/26</a:t>
            </a:r>
          </a:p>
        </p:txBody>
      </p:sp>
      <p:sp>
        <p:nvSpPr>
          <p:cNvPr id="292890" name="Rectangle 46">
            <a:extLst>
              <a:ext uri="{FF2B5EF4-FFF2-40B4-BE49-F238E27FC236}">
                <a16:creationId xmlns:a16="http://schemas.microsoft.com/office/drawing/2014/main" id="{D3F3A7E2-F96B-1A4D-9860-6DAB570265DD}"/>
              </a:ext>
            </a:extLst>
          </p:cNvPr>
          <p:cNvSpPr>
            <a:spLocks noChangeArrowheads="1"/>
          </p:cNvSpPr>
          <p:nvPr/>
        </p:nvSpPr>
        <p:spPr bwMode="auto">
          <a:xfrm>
            <a:off x="3812501" y="1890383"/>
            <a:ext cx="1013222" cy="14644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2891" name="Text Box 47">
            <a:extLst>
              <a:ext uri="{FF2B5EF4-FFF2-40B4-BE49-F238E27FC236}">
                <a16:creationId xmlns:a16="http://schemas.microsoft.com/office/drawing/2014/main" id="{EA2F8A54-D15A-1340-BD48-104E9E8ADC59}"/>
              </a:ext>
            </a:extLst>
          </p:cNvPr>
          <p:cNvSpPr txBox="1">
            <a:spLocks noChangeArrowheads="1"/>
          </p:cNvSpPr>
          <p:nvPr/>
        </p:nvSpPr>
        <p:spPr bwMode="auto">
          <a:xfrm>
            <a:off x="3755195" y="1818129"/>
            <a:ext cx="11416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206.0.70.0/24</a:t>
            </a:r>
          </a:p>
        </p:txBody>
      </p:sp>
      <p:sp>
        <p:nvSpPr>
          <p:cNvPr id="292892" name="AutoShape 48">
            <a:extLst>
              <a:ext uri="{FF2B5EF4-FFF2-40B4-BE49-F238E27FC236}">
                <a16:creationId xmlns:a16="http://schemas.microsoft.com/office/drawing/2014/main" id="{6E9CA794-0225-E74F-8090-A9AAC5D54A4B}"/>
              </a:ext>
            </a:extLst>
          </p:cNvPr>
          <p:cNvSpPr>
            <a:spLocks noChangeArrowheads="1"/>
          </p:cNvSpPr>
          <p:nvPr/>
        </p:nvSpPr>
        <p:spPr bwMode="auto">
          <a:xfrm rot="14362323" flipH="1">
            <a:off x="4881477" y="1903186"/>
            <a:ext cx="1040454" cy="107927"/>
          </a:xfrm>
          <a:prstGeom prst="leftArrow">
            <a:avLst>
              <a:gd name="adj1" fmla="val 27083"/>
              <a:gd name="adj2" fmla="val 322509"/>
            </a:avLst>
          </a:prstGeom>
          <a:solidFill>
            <a:srgbClr val="66CCFF"/>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2893" name="Rectangle 49">
            <a:extLst>
              <a:ext uri="{FF2B5EF4-FFF2-40B4-BE49-F238E27FC236}">
                <a16:creationId xmlns:a16="http://schemas.microsoft.com/office/drawing/2014/main" id="{46BC9517-0A51-1E44-8469-9C5165170F88}"/>
              </a:ext>
            </a:extLst>
          </p:cNvPr>
          <p:cNvSpPr>
            <a:spLocks noChangeArrowheads="1"/>
          </p:cNvSpPr>
          <p:nvPr/>
        </p:nvSpPr>
        <p:spPr bwMode="auto">
          <a:xfrm>
            <a:off x="4870251" y="1861709"/>
            <a:ext cx="1006079" cy="1381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2894" name="Text Box 50">
            <a:extLst>
              <a:ext uri="{FF2B5EF4-FFF2-40B4-BE49-F238E27FC236}">
                <a16:creationId xmlns:a16="http://schemas.microsoft.com/office/drawing/2014/main" id="{B027B77C-CFE4-9B4F-8B6A-1C27B383B1C4}"/>
              </a:ext>
            </a:extLst>
          </p:cNvPr>
          <p:cNvSpPr txBox="1">
            <a:spLocks noChangeArrowheads="1"/>
          </p:cNvSpPr>
          <p:nvPr/>
        </p:nvSpPr>
        <p:spPr bwMode="auto">
          <a:xfrm>
            <a:off x="4879031" y="1795920"/>
            <a:ext cx="11416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206.0.71.0/25</a:t>
            </a:r>
          </a:p>
        </p:txBody>
      </p:sp>
      <p:sp>
        <p:nvSpPr>
          <p:cNvPr id="530483" name="Oval 51">
            <a:extLst>
              <a:ext uri="{FF2B5EF4-FFF2-40B4-BE49-F238E27FC236}">
                <a16:creationId xmlns:a16="http://schemas.microsoft.com/office/drawing/2014/main" id="{087B5B32-57F0-2149-AC95-15F93D1F1FB3}"/>
              </a:ext>
            </a:extLst>
          </p:cNvPr>
          <p:cNvSpPr>
            <a:spLocks noChangeArrowheads="1"/>
          </p:cNvSpPr>
          <p:nvPr/>
        </p:nvSpPr>
        <p:spPr bwMode="auto">
          <a:xfrm>
            <a:off x="4900612" y="2066688"/>
            <a:ext cx="1490663" cy="533637"/>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2896" name="Text Box 52">
            <a:extLst>
              <a:ext uri="{FF2B5EF4-FFF2-40B4-BE49-F238E27FC236}">
                <a16:creationId xmlns:a16="http://schemas.microsoft.com/office/drawing/2014/main" id="{C3150905-2C8F-3B4E-B76A-DB8E42D27659}"/>
              </a:ext>
            </a:extLst>
          </p:cNvPr>
          <p:cNvSpPr txBox="1">
            <a:spLocks noChangeArrowheads="1"/>
          </p:cNvSpPr>
          <p:nvPr/>
        </p:nvSpPr>
        <p:spPr bwMode="auto">
          <a:xfrm>
            <a:off x="5060269" y="2106155"/>
            <a:ext cx="1228221"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206.0.71.0/26</a:t>
            </a:r>
          </a:p>
          <a:p>
            <a:pPr eaLnBrk="1" hangingPunct="1">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206.0.71.64/26</a:t>
            </a:r>
          </a:p>
        </p:txBody>
      </p:sp>
      <p:sp>
        <p:nvSpPr>
          <p:cNvPr id="292897" name="Rectangle 53">
            <a:extLst>
              <a:ext uri="{FF2B5EF4-FFF2-40B4-BE49-F238E27FC236}">
                <a16:creationId xmlns:a16="http://schemas.microsoft.com/office/drawing/2014/main" id="{1DF04E5B-3389-9E42-91DD-0C30EF6A3F2C}"/>
              </a:ext>
            </a:extLst>
          </p:cNvPr>
          <p:cNvSpPr>
            <a:spLocks noChangeArrowheads="1"/>
          </p:cNvSpPr>
          <p:nvPr/>
        </p:nvSpPr>
        <p:spPr bwMode="auto">
          <a:xfrm>
            <a:off x="6096612" y="1829823"/>
            <a:ext cx="1185863" cy="15835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2898" name="Text Box 54">
            <a:extLst>
              <a:ext uri="{FF2B5EF4-FFF2-40B4-BE49-F238E27FC236}">
                <a16:creationId xmlns:a16="http://schemas.microsoft.com/office/drawing/2014/main" id="{DD4903C2-D5D4-2C41-9AE3-F2C30C44970B}"/>
              </a:ext>
            </a:extLst>
          </p:cNvPr>
          <p:cNvSpPr txBox="1">
            <a:spLocks noChangeArrowheads="1"/>
          </p:cNvSpPr>
          <p:nvPr/>
        </p:nvSpPr>
        <p:spPr bwMode="auto">
          <a:xfrm>
            <a:off x="6048512" y="1782795"/>
            <a:ext cx="131478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206.0.71.128/25</a:t>
            </a:r>
          </a:p>
        </p:txBody>
      </p:sp>
      <p:sp>
        <p:nvSpPr>
          <p:cNvPr id="292899" name="Rectangle 55">
            <a:extLst>
              <a:ext uri="{FF2B5EF4-FFF2-40B4-BE49-F238E27FC236}">
                <a16:creationId xmlns:a16="http://schemas.microsoft.com/office/drawing/2014/main" id="{A0E1B4F2-61DB-E64B-B4DF-5CF8199E5096}"/>
              </a:ext>
            </a:extLst>
          </p:cNvPr>
          <p:cNvSpPr>
            <a:spLocks noChangeArrowheads="1"/>
          </p:cNvSpPr>
          <p:nvPr/>
        </p:nvSpPr>
        <p:spPr bwMode="auto">
          <a:xfrm>
            <a:off x="2592541" y="1966001"/>
            <a:ext cx="1006079" cy="15835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2900" name="Text Box 56">
            <a:extLst>
              <a:ext uri="{FF2B5EF4-FFF2-40B4-BE49-F238E27FC236}">
                <a16:creationId xmlns:a16="http://schemas.microsoft.com/office/drawing/2014/main" id="{8FF76A69-A365-F646-97F1-D34824841D29}"/>
              </a:ext>
            </a:extLst>
          </p:cNvPr>
          <p:cNvSpPr txBox="1">
            <a:spLocks noChangeArrowheads="1"/>
          </p:cNvSpPr>
          <p:nvPr/>
        </p:nvSpPr>
        <p:spPr bwMode="auto">
          <a:xfrm>
            <a:off x="2534351" y="1899422"/>
            <a:ext cx="11416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206.0.68.0/23</a:t>
            </a:r>
          </a:p>
        </p:txBody>
      </p:sp>
      <p:sp>
        <p:nvSpPr>
          <p:cNvPr id="292901" name="Text Box 57">
            <a:extLst>
              <a:ext uri="{FF2B5EF4-FFF2-40B4-BE49-F238E27FC236}">
                <a16:creationId xmlns:a16="http://schemas.microsoft.com/office/drawing/2014/main" id="{62BE84AF-8200-CD4D-8305-7F85E32B2770}"/>
              </a:ext>
            </a:extLst>
          </p:cNvPr>
          <p:cNvSpPr txBox="1">
            <a:spLocks noChangeArrowheads="1"/>
          </p:cNvSpPr>
          <p:nvPr/>
        </p:nvSpPr>
        <p:spPr bwMode="auto">
          <a:xfrm>
            <a:off x="1833563" y="3165873"/>
            <a:ext cx="5392341" cy="1865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145000"/>
              </a:lnSpc>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 </a:t>
            </a:r>
            <a:r>
              <a:rPr kumimoji="1" lang="zh-CN" altLang="en-US" sz="1350">
                <a:solidFill>
                  <a:srgbClr val="000066"/>
                </a:solidFill>
                <a:ea typeface="宋体" panose="02010600030101010101" pitchFamily="2" charset="-122"/>
                <a:cs typeface="黑体" panose="02010609060101010101" pitchFamily="49" charset="-122"/>
              </a:rPr>
              <a:t>单位        地址块                             二进制表示                         地址数</a:t>
            </a:r>
          </a:p>
          <a:p>
            <a:pPr eaLnBrk="1" hangingPunct="1">
              <a:lnSpc>
                <a:spcPct val="120000"/>
              </a:lnSpc>
              <a:spcBef>
                <a:spcPct val="0"/>
              </a:spcBef>
              <a:buClrTx/>
              <a:buSzTx/>
              <a:buFontTx/>
              <a:buNone/>
            </a:pPr>
            <a:r>
              <a:rPr kumimoji="1" lang="zh-CN" altLang="en-US" sz="1350">
                <a:solidFill>
                  <a:srgbClr val="000066"/>
                </a:solidFill>
                <a:ea typeface="宋体" panose="02010600030101010101" pitchFamily="2" charset="-122"/>
                <a:cs typeface="黑体" panose="02010609060101010101" pitchFamily="49" charset="-122"/>
              </a:rPr>
              <a:t>   </a:t>
            </a:r>
            <a:r>
              <a:rPr kumimoji="1" lang="en-US" altLang="zh-CN" sz="1350">
                <a:solidFill>
                  <a:srgbClr val="000066"/>
                </a:solidFill>
                <a:ea typeface="宋体" panose="02010600030101010101" pitchFamily="2" charset="-122"/>
                <a:cs typeface="黑体" panose="02010609060101010101" pitchFamily="49" charset="-122"/>
              </a:rPr>
              <a:t>ISP    206.0.64.0/18        11001110.00000000.01*                     16384</a:t>
            </a:r>
          </a:p>
          <a:p>
            <a:pPr eaLnBrk="1" hangingPunct="1">
              <a:lnSpc>
                <a:spcPct val="120000"/>
              </a:lnSpc>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 </a:t>
            </a:r>
            <a:r>
              <a:rPr kumimoji="1" lang="zh-CN" altLang="en-US" sz="1350">
                <a:solidFill>
                  <a:srgbClr val="000066"/>
                </a:solidFill>
                <a:ea typeface="宋体" panose="02010600030101010101" pitchFamily="2" charset="-122"/>
                <a:cs typeface="黑体" panose="02010609060101010101" pitchFamily="49" charset="-122"/>
              </a:rPr>
              <a:t>大学    </a:t>
            </a:r>
            <a:r>
              <a:rPr kumimoji="1" lang="en-US" altLang="zh-CN" sz="1350">
                <a:solidFill>
                  <a:srgbClr val="000066"/>
                </a:solidFill>
                <a:ea typeface="宋体" panose="02010600030101010101" pitchFamily="2" charset="-122"/>
                <a:cs typeface="黑体" panose="02010609060101010101" pitchFamily="49" charset="-122"/>
              </a:rPr>
              <a:t>206.0.68.0/22        11001110.00000000.010001*               1024</a:t>
            </a:r>
          </a:p>
          <a:p>
            <a:pPr eaLnBrk="1" hangingPunct="1">
              <a:lnSpc>
                <a:spcPct val="120000"/>
              </a:lnSpc>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 </a:t>
            </a:r>
            <a:r>
              <a:rPr kumimoji="1" lang="zh-CN" altLang="en-US" sz="1350">
                <a:solidFill>
                  <a:srgbClr val="000066"/>
                </a:solidFill>
                <a:ea typeface="宋体" panose="02010600030101010101" pitchFamily="2" charset="-122"/>
                <a:cs typeface="黑体" panose="02010609060101010101" pitchFamily="49" charset="-122"/>
              </a:rPr>
              <a:t>一系    </a:t>
            </a:r>
            <a:r>
              <a:rPr kumimoji="1" lang="en-US" altLang="zh-CN" sz="1350">
                <a:solidFill>
                  <a:srgbClr val="000066"/>
                </a:solidFill>
                <a:ea typeface="宋体" panose="02010600030101010101" pitchFamily="2" charset="-122"/>
                <a:cs typeface="黑体" panose="02010609060101010101" pitchFamily="49" charset="-122"/>
              </a:rPr>
              <a:t>206.0.68.0/23        11001110.00000000.0100010*               512</a:t>
            </a:r>
          </a:p>
          <a:p>
            <a:pPr eaLnBrk="1" hangingPunct="1">
              <a:lnSpc>
                <a:spcPct val="120000"/>
              </a:lnSpc>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 </a:t>
            </a:r>
            <a:r>
              <a:rPr kumimoji="1" lang="zh-CN" altLang="en-US" sz="1350">
                <a:solidFill>
                  <a:srgbClr val="000066"/>
                </a:solidFill>
                <a:ea typeface="宋体" panose="02010600030101010101" pitchFamily="2" charset="-122"/>
                <a:cs typeface="黑体" panose="02010609060101010101" pitchFamily="49" charset="-122"/>
              </a:rPr>
              <a:t>二系    </a:t>
            </a:r>
            <a:r>
              <a:rPr kumimoji="1" lang="en-US" altLang="zh-CN" sz="1350">
                <a:solidFill>
                  <a:srgbClr val="000066"/>
                </a:solidFill>
                <a:ea typeface="宋体" panose="02010600030101010101" pitchFamily="2" charset="-122"/>
                <a:cs typeface="黑体" panose="02010609060101010101" pitchFamily="49" charset="-122"/>
              </a:rPr>
              <a:t>206.0.70.0/24        11001110.00000000.01000110.*            256</a:t>
            </a:r>
          </a:p>
          <a:p>
            <a:pPr eaLnBrk="1" hangingPunct="1">
              <a:lnSpc>
                <a:spcPct val="120000"/>
              </a:lnSpc>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 </a:t>
            </a:r>
            <a:r>
              <a:rPr kumimoji="1" lang="zh-CN" altLang="en-US" sz="1350">
                <a:solidFill>
                  <a:srgbClr val="000066"/>
                </a:solidFill>
                <a:ea typeface="宋体" panose="02010600030101010101" pitchFamily="2" charset="-122"/>
                <a:cs typeface="黑体" panose="02010609060101010101" pitchFamily="49" charset="-122"/>
              </a:rPr>
              <a:t>三系    </a:t>
            </a:r>
            <a:r>
              <a:rPr kumimoji="1" lang="en-US" altLang="zh-CN" sz="1350">
                <a:solidFill>
                  <a:srgbClr val="000066"/>
                </a:solidFill>
                <a:ea typeface="宋体" panose="02010600030101010101" pitchFamily="2" charset="-122"/>
                <a:cs typeface="黑体" panose="02010609060101010101" pitchFamily="49" charset="-122"/>
              </a:rPr>
              <a:t>206.0.71.0/25        11001110.00000000.01000111.0*          128</a:t>
            </a:r>
          </a:p>
          <a:p>
            <a:pPr eaLnBrk="1" hangingPunct="1">
              <a:lnSpc>
                <a:spcPct val="120000"/>
              </a:lnSpc>
              <a:spcBef>
                <a:spcPct val="0"/>
              </a:spcBef>
              <a:spcAft>
                <a:spcPct val="25000"/>
              </a:spcAft>
              <a:buClrTx/>
              <a:buSzTx/>
              <a:buFontTx/>
              <a:buNone/>
            </a:pPr>
            <a:r>
              <a:rPr kumimoji="1" lang="en-US" altLang="zh-CN" sz="1350">
                <a:solidFill>
                  <a:srgbClr val="000066"/>
                </a:solidFill>
                <a:ea typeface="宋体" panose="02010600030101010101" pitchFamily="2" charset="-122"/>
                <a:cs typeface="黑体" panose="02010609060101010101" pitchFamily="49" charset="-122"/>
              </a:rPr>
              <a:t> </a:t>
            </a:r>
            <a:r>
              <a:rPr kumimoji="1" lang="zh-CN" altLang="en-US" sz="1350">
                <a:solidFill>
                  <a:srgbClr val="000066"/>
                </a:solidFill>
                <a:ea typeface="宋体" panose="02010600030101010101" pitchFamily="2" charset="-122"/>
                <a:cs typeface="黑体" panose="02010609060101010101" pitchFamily="49" charset="-122"/>
              </a:rPr>
              <a:t>四系    </a:t>
            </a:r>
            <a:r>
              <a:rPr kumimoji="1" lang="en-US" altLang="zh-CN" sz="1350">
                <a:solidFill>
                  <a:srgbClr val="000066"/>
                </a:solidFill>
                <a:ea typeface="宋体" panose="02010600030101010101" pitchFamily="2" charset="-122"/>
                <a:cs typeface="黑体" panose="02010609060101010101" pitchFamily="49" charset="-122"/>
              </a:rPr>
              <a:t>206.0.71.128/25    11001110.00000000.01000111.1*          128</a:t>
            </a:r>
          </a:p>
        </p:txBody>
      </p:sp>
      <p:sp>
        <p:nvSpPr>
          <p:cNvPr id="292902" name="Line 58">
            <a:extLst>
              <a:ext uri="{FF2B5EF4-FFF2-40B4-BE49-F238E27FC236}">
                <a16:creationId xmlns:a16="http://schemas.microsoft.com/office/drawing/2014/main" id="{40A39B9B-35CA-244C-8E62-B8A8E9C111DC}"/>
              </a:ext>
            </a:extLst>
          </p:cNvPr>
          <p:cNvSpPr>
            <a:spLocks noChangeShapeType="1"/>
          </p:cNvSpPr>
          <p:nvPr/>
        </p:nvSpPr>
        <p:spPr bwMode="auto">
          <a:xfrm>
            <a:off x="1860947" y="3476625"/>
            <a:ext cx="5232797"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2903" name="Line 59">
            <a:extLst>
              <a:ext uri="{FF2B5EF4-FFF2-40B4-BE49-F238E27FC236}">
                <a16:creationId xmlns:a16="http://schemas.microsoft.com/office/drawing/2014/main" id="{86AEAFB5-5FE5-E842-9757-F970E7424AB0}"/>
              </a:ext>
            </a:extLst>
          </p:cNvPr>
          <p:cNvSpPr>
            <a:spLocks noChangeShapeType="1"/>
          </p:cNvSpPr>
          <p:nvPr/>
        </p:nvSpPr>
        <p:spPr bwMode="auto">
          <a:xfrm flipH="1">
            <a:off x="2395538" y="3169444"/>
            <a:ext cx="1191" cy="180260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2904" name="Line 60">
            <a:extLst>
              <a:ext uri="{FF2B5EF4-FFF2-40B4-BE49-F238E27FC236}">
                <a16:creationId xmlns:a16="http://schemas.microsoft.com/office/drawing/2014/main" id="{4B483E71-E1E3-F140-9481-84BD56AC4796}"/>
              </a:ext>
            </a:extLst>
          </p:cNvPr>
          <p:cNvSpPr>
            <a:spLocks noChangeShapeType="1"/>
          </p:cNvSpPr>
          <p:nvPr/>
        </p:nvSpPr>
        <p:spPr bwMode="auto">
          <a:xfrm flipH="1">
            <a:off x="3654029" y="3178969"/>
            <a:ext cx="2381" cy="180260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2905" name="Line 61">
            <a:extLst>
              <a:ext uri="{FF2B5EF4-FFF2-40B4-BE49-F238E27FC236}">
                <a16:creationId xmlns:a16="http://schemas.microsoft.com/office/drawing/2014/main" id="{BC2489A9-9C1B-8842-9334-3766BD189C62}"/>
              </a:ext>
            </a:extLst>
          </p:cNvPr>
          <p:cNvSpPr>
            <a:spLocks noChangeShapeType="1"/>
          </p:cNvSpPr>
          <p:nvPr/>
        </p:nvSpPr>
        <p:spPr bwMode="auto">
          <a:xfrm flipH="1">
            <a:off x="6192442" y="3178969"/>
            <a:ext cx="2381" cy="180260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Tree>
    <p:extLst>
      <p:ext uri="{BB962C8B-B14F-4D97-AF65-F5344CB8AC3E}">
        <p14:creationId xmlns:p14="http://schemas.microsoft.com/office/powerpoint/2010/main" val="4110983316"/>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4914" name="Group 3">
            <a:extLst>
              <a:ext uri="{FF2B5EF4-FFF2-40B4-BE49-F238E27FC236}">
                <a16:creationId xmlns:a16="http://schemas.microsoft.com/office/drawing/2014/main" id="{504356A1-B607-A44F-8977-F33BCB19BE74}"/>
              </a:ext>
            </a:extLst>
          </p:cNvPr>
          <p:cNvGrpSpPr>
            <a:grpSpLocks/>
          </p:cNvGrpSpPr>
          <p:nvPr/>
        </p:nvGrpSpPr>
        <p:grpSpPr bwMode="auto">
          <a:xfrm>
            <a:off x="1250633" y="1413925"/>
            <a:ext cx="1133475" cy="553641"/>
            <a:chOff x="2592" y="1200"/>
            <a:chExt cx="2400" cy="1584"/>
          </a:xfrm>
        </p:grpSpPr>
        <p:grpSp>
          <p:nvGrpSpPr>
            <p:cNvPr id="294951" name="Group 4">
              <a:extLst>
                <a:ext uri="{FF2B5EF4-FFF2-40B4-BE49-F238E27FC236}">
                  <a16:creationId xmlns:a16="http://schemas.microsoft.com/office/drawing/2014/main" id="{64696A43-115B-964A-A23C-D2DA922ECE50}"/>
                </a:ext>
              </a:extLst>
            </p:cNvPr>
            <p:cNvGrpSpPr>
              <a:grpSpLocks/>
            </p:cNvGrpSpPr>
            <p:nvPr/>
          </p:nvGrpSpPr>
          <p:grpSpPr bwMode="auto">
            <a:xfrm>
              <a:off x="2606" y="1231"/>
              <a:ext cx="2386" cy="1553"/>
              <a:chOff x="3134" y="1375"/>
              <a:chExt cx="2386" cy="1553"/>
            </a:xfrm>
          </p:grpSpPr>
          <p:sp>
            <p:nvSpPr>
              <p:cNvPr id="294961" name="Oval 5">
                <a:extLst>
                  <a:ext uri="{FF2B5EF4-FFF2-40B4-BE49-F238E27FC236}">
                    <a16:creationId xmlns:a16="http://schemas.microsoft.com/office/drawing/2014/main" id="{A16E786C-708D-8645-9303-54E6294A1C72}"/>
                  </a:ext>
                </a:extLst>
              </p:cNvPr>
              <p:cNvSpPr>
                <a:spLocks noChangeArrowheads="1"/>
              </p:cNvSpPr>
              <p:nvPr/>
            </p:nvSpPr>
            <p:spPr bwMode="auto">
              <a:xfrm>
                <a:off x="3959" y="1375"/>
                <a:ext cx="1026" cy="628"/>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62" name="Oval 6">
                <a:extLst>
                  <a:ext uri="{FF2B5EF4-FFF2-40B4-BE49-F238E27FC236}">
                    <a16:creationId xmlns:a16="http://schemas.microsoft.com/office/drawing/2014/main" id="{C2C87FE4-496D-FF42-98E7-CBB3F89DDB2A}"/>
                  </a:ext>
                </a:extLst>
              </p:cNvPr>
              <p:cNvSpPr>
                <a:spLocks noChangeArrowheads="1"/>
              </p:cNvSpPr>
              <p:nvPr/>
            </p:nvSpPr>
            <p:spPr bwMode="auto">
              <a:xfrm>
                <a:off x="3380" y="1548"/>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63" name="Oval 7">
                <a:extLst>
                  <a:ext uri="{FF2B5EF4-FFF2-40B4-BE49-F238E27FC236}">
                    <a16:creationId xmlns:a16="http://schemas.microsoft.com/office/drawing/2014/main" id="{A187D858-2DCD-714E-8BEE-87725C579EC4}"/>
                  </a:ext>
                </a:extLst>
              </p:cNvPr>
              <p:cNvSpPr>
                <a:spLocks noChangeArrowheads="1"/>
              </p:cNvSpPr>
              <p:nvPr/>
            </p:nvSpPr>
            <p:spPr bwMode="auto">
              <a:xfrm>
                <a:off x="3134" y="1940"/>
                <a:ext cx="521" cy="502"/>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64" name="Oval 8">
                <a:extLst>
                  <a:ext uri="{FF2B5EF4-FFF2-40B4-BE49-F238E27FC236}">
                    <a16:creationId xmlns:a16="http://schemas.microsoft.com/office/drawing/2014/main" id="{85B8FC94-E54E-CC4F-B528-FF5F2015C711}"/>
                  </a:ext>
                </a:extLst>
              </p:cNvPr>
              <p:cNvSpPr>
                <a:spLocks noChangeArrowheads="1"/>
              </p:cNvSpPr>
              <p:nvPr/>
            </p:nvSpPr>
            <p:spPr bwMode="auto">
              <a:xfrm>
                <a:off x="3293" y="2175"/>
                <a:ext cx="796"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65" name="Oval 9">
                <a:extLst>
                  <a:ext uri="{FF2B5EF4-FFF2-40B4-BE49-F238E27FC236}">
                    <a16:creationId xmlns:a16="http://schemas.microsoft.com/office/drawing/2014/main" id="{C11E3D14-772C-D749-97AC-B8FAAF6BFBC9}"/>
                  </a:ext>
                </a:extLst>
              </p:cNvPr>
              <p:cNvSpPr>
                <a:spLocks noChangeArrowheads="1"/>
              </p:cNvSpPr>
              <p:nvPr/>
            </p:nvSpPr>
            <p:spPr bwMode="auto">
              <a:xfrm>
                <a:off x="3872" y="2269"/>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66" name="Oval 10">
                <a:extLst>
                  <a:ext uri="{FF2B5EF4-FFF2-40B4-BE49-F238E27FC236}">
                    <a16:creationId xmlns:a16="http://schemas.microsoft.com/office/drawing/2014/main" id="{BDE67176-9CE6-F34E-8966-D4976866F261}"/>
                  </a:ext>
                </a:extLst>
              </p:cNvPr>
              <p:cNvSpPr>
                <a:spLocks noChangeArrowheads="1"/>
              </p:cNvSpPr>
              <p:nvPr/>
            </p:nvSpPr>
            <p:spPr bwMode="auto">
              <a:xfrm>
                <a:off x="4653" y="1564"/>
                <a:ext cx="751"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67" name="Oval 11">
                <a:extLst>
                  <a:ext uri="{FF2B5EF4-FFF2-40B4-BE49-F238E27FC236}">
                    <a16:creationId xmlns:a16="http://schemas.microsoft.com/office/drawing/2014/main" id="{2E39213D-3377-BF48-95C8-30F72B558DD9}"/>
                  </a:ext>
                </a:extLst>
              </p:cNvPr>
              <p:cNvSpPr>
                <a:spLocks noChangeArrowheads="1"/>
              </p:cNvSpPr>
              <p:nvPr/>
            </p:nvSpPr>
            <p:spPr bwMode="auto">
              <a:xfrm>
                <a:off x="4768" y="1893"/>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68" name="Oval 12">
                <a:extLst>
                  <a:ext uri="{FF2B5EF4-FFF2-40B4-BE49-F238E27FC236}">
                    <a16:creationId xmlns:a16="http://schemas.microsoft.com/office/drawing/2014/main" id="{75206163-5FFD-A54E-8952-373B5447F528}"/>
                  </a:ext>
                </a:extLst>
              </p:cNvPr>
              <p:cNvSpPr>
                <a:spLocks noChangeArrowheads="1"/>
              </p:cNvSpPr>
              <p:nvPr/>
            </p:nvSpPr>
            <p:spPr bwMode="auto">
              <a:xfrm>
                <a:off x="4696" y="2003"/>
                <a:ext cx="752"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69" name="Oval 13">
                <a:extLst>
                  <a:ext uri="{FF2B5EF4-FFF2-40B4-BE49-F238E27FC236}">
                    <a16:creationId xmlns:a16="http://schemas.microsoft.com/office/drawing/2014/main" id="{8E7E1426-1D10-2E40-BCA8-EC359ABC94CD}"/>
                  </a:ext>
                </a:extLst>
              </p:cNvPr>
              <p:cNvSpPr>
                <a:spLocks noChangeArrowheads="1"/>
              </p:cNvSpPr>
              <p:nvPr/>
            </p:nvSpPr>
            <p:spPr bwMode="auto">
              <a:xfrm>
                <a:off x="3568" y="1752"/>
                <a:ext cx="1547"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294952" name="Oval 14">
              <a:extLst>
                <a:ext uri="{FF2B5EF4-FFF2-40B4-BE49-F238E27FC236}">
                  <a16:creationId xmlns:a16="http://schemas.microsoft.com/office/drawing/2014/main" id="{FBBE412E-E7F1-A74F-91AB-9C2461D3F853}"/>
                </a:ext>
              </a:extLst>
            </p:cNvPr>
            <p:cNvSpPr>
              <a:spLocks noChangeArrowheads="1"/>
            </p:cNvSpPr>
            <p:nvPr/>
          </p:nvSpPr>
          <p:spPr bwMode="auto">
            <a:xfrm>
              <a:off x="3416" y="1200"/>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53" name="Oval 15">
              <a:extLst>
                <a:ext uri="{FF2B5EF4-FFF2-40B4-BE49-F238E27FC236}">
                  <a16:creationId xmlns:a16="http://schemas.microsoft.com/office/drawing/2014/main" id="{4EB28D5F-85D6-644C-ACA0-5BCF58E11AF3}"/>
                </a:ext>
              </a:extLst>
            </p:cNvPr>
            <p:cNvSpPr>
              <a:spLocks noChangeArrowheads="1"/>
            </p:cNvSpPr>
            <p:nvPr/>
          </p:nvSpPr>
          <p:spPr bwMode="auto">
            <a:xfrm>
              <a:off x="2838" y="1373"/>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54" name="Oval 16">
              <a:extLst>
                <a:ext uri="{FF2B5EF4-FFF2-40B4-BE49-F238E27FC236}">
                  <a16:creationId xmlns:a16="http://schemas.microsoft.com/office/drawing/2014/main" id="{1E8B02AA-5B0D-594B-94CB-11B70215C2FD}"/>
                </a:ext>
              </a:extLst>
            </p:cNvPr>
            <p:cNvSpPr>
              <a:spLocks noChangeArrowheads="1"/>
            </p:cNvSpPr>
            <p:nvPr/>
          </p:nvSpPr>
          <p:spPr bwMode="auto">
            <a:xfrm>
              <a:off x="2592" y="1765"/>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55" name="Oval 17">
              <a:extLst>
                <a:ext uri="{FF2B5EF4-FFF2-40B4-BE49-F238E27FC236}">
                  <a16:creationId xmlns:a16="http://schemas.microsoft.com/office/drawing/2014/main" id="{CDFAE527-758A-8F4F-9463-1CC19D80C0EA}"/>
                </a:ext>
              </a:extLst>
            </p:cNvPr>
            <p:cNvSpPr>
              <a:spLocks noChangeArrowheads="1"/>
            </p:cNvSpPr>
            <p:nvPr/>
          </p:nvSpPr>
          <p:spPr bwMode="auto">
            <a:xfrm>
              <a:off x="2751" y="2000"/>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56" name="Oval 18">
              <a:extLst>
                <a:ext uri="{FF2B5EF4-FFF2-40B4-BE49-F238E27FC236}">
                  <a16:creationId xmlns:a16="http://schemas.microsoft.com/office/drawing/2014/main" id="{E31C8F16-F2BA-D143-8780-B288EF1765E3}"/>
                </a:ext>
              </a:extLst>
            </p:cNvPr>
            <p:cNvSpPr>
              <a:spLocks noChangeArrowheads="1"/>
            </p:cNvSpPr>
            <p:nvPr/>
          </p:nvSpPr>
          <p:spPr bwMode="auto">
            <a:xfrm>
              <a:off x="3329" y="2094"/>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57" name="Oval 19">
              <a:extLst>
                <a:ext uri="{FF2B5EF4-FFF2-40B4-BE49-F238E27FC236}">
                  <a16:creationId xmlns:a16="http://schemas.microsoft.com/office/drawing/2014/main" id="{276BAFC3-2EF4-0249-89E6-9B249A887819}"/>
                </a:ext>
              </a:extLst>
            </p:cNvPr>
            <p:cNvSpPr>
              <a:spLocks noChangeArrowheads="1"/>
            </p:cNvSpPr>
            <p:nvPr/>
          </p:nvSpPr>
          <p:spPr bwMode="auto">
            <a:xfrm>
              <a:off x="4110" y="1388"/>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58" name="Oval 20">
              <a:extLst>
                <a:ext uri="{FF2B5EF4-FFF2-40B4-BE49-F238E27FC236}">
                  <a16:creationId xmlns:a16="http://schemas.microsoft.com/office/drawing/2014/main" id="{5CED5193-F361-2A42-92F0-9F2186B9D059}"/>
                </a:ext>
              </a:extLst>
            </p:cNvPr>
            <p:cNvSpPr>
              <a:spLocks noChangeArrowheads="1"/>
            </p:cNvSpPr>
            <p:nvPr/>
          </p:nvSpPr>
          <p:spPr bwMode="auto">
            <a:xfrm>
              <a:off x="4226" y="1718"/>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59" name="Oval 21">
              <a:extLst>
                <a:ext uri="{FF2B5EF4-FFF2-40B4-BE49-F238E27FC236}">
                  <a16:creationId xmlns:a16="http://schemas.microsoft.com/office/drawing/2014/main" id="{21981EC8-EA14-0D44-A82E-9B105B984C6A}"/>
                </a:ext>
              </a:extLst>
            </p:cNvPr>
            <p:cNvSpPr>
              <a:spLocks noChangeArrowheads="1"/>
            </p:cNvSpPr>
            <p:nvPr/>
          </p:nvSpPr>
          <p:spPr bwMode="auto">
            <a:xfrm>
              <a:off x="4153" y="1827"/>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60" name="Oval 22">
              <a:extLst>
                <a:ext uri="{FF2B5EF4-FFF2-40B4-BE49-F238E27FC236}">
                  <a16:creationId xmlns:a16="http://schemas.microsoft.com/office/drawing/2014/main" id="{1ED6CDE9-F185-A747-9E51-4C3D8B90A512}"/>
                </a:ext>
              </a:extLst>
            </p:cNvPr>
            <p:cNvSpPr>
              <a:spLocks noChangeArrowheads="1"/>
            </p:cNvSpPr>
            <p:nvPr/>
          </p:nvSpPr>
          <p:spPr bwMode="auto">
            <a:xfrm>
              <a:off x="3026" y="1576"/>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294915" name="Text Box 23">
            <a:extLst>
              <a:ext uri="{FF2B5EF4-FFF2-40B4-BE49-F238E27FC236}">
                <a16:creationId xmlns:a16="http://schemas.microsoft.com/office/drawing/2014/main" id="{2FABE6F1-60F2-084B-B362-BBB078499AC5}"/>
              </a:ext>
            </a:extLst>
          </p:cNvPr>
          <p:cNvSpPr txBox="1">
            <a:spLocks noChangeArrowheads="1"/>
          </p:cNvSpPr>
          <p:nvPr/>
        </p:nvSpPr>
        <p:spPr bwMode="auto">
          <a:xfrm>
            <a:off x="1428037" y="1494888"/>
            <a:ext cx="8771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a:solidFill>
                  <a:srgbClr val="000066"/>
                </a:solidFill>
                <a:ea typeface="宋体" panose="02010600030101010101" pitchFamily="2" charset="-122"/>
                <a:cs typeface="黑体" panose="02010609060101010101" pitchFamily="49" charset="-122"/>
              </a:rPr>
              <a:t>因特网</a:t>
            </a:r>
          </a:p>
        </p:txBody>
      </p:sp>
      <p:sp>
        <p:nvSpPr>
          <p:cNvPr id="531480" name="Oval 24">
            <a:extLst>
              <a:ext uri="{FF2B5EF4-FFF2-40B4-BE49-F238E27FC236}">
                <a16:creationId xmlns:a16="http://schemas.microsoft.com/office/drawing/2014/main" id="{0A219CAC-95D0-7448-91C6-742BC9C0C46F}"/>
              </a:ext>
            </a:extLst>
          </p:cNvPr>
          <p:cNvSpPr>
            <a:spLocks noChangeArrowheads="1"/>
          </p:cNvSpPr>
          <p:nvPr/>
        </p:nvSpPr>
        <p:spPr bwMode="auto">
          <a:xfrm>
            <a:off x="3814049" y="1303197"/>
            <a:ext cx="1969294" cy="719138"/>
          </a:xfrm>
          <a:prstGeom prst="ellipse">
            <a:avLst/>
          </a:prstGeom>
          <a:solidFill>
            <a:srgbClr val="3399FF"/>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531481" name="Oval 25">
            <a:extLst>
              <a:ext uri="{FF2B5EF4-FFF2-40B4-BE49-F238E27FC236}">
                <a16:creationId xmlns:a16="http://schemas.microsoft.com/office/drawing/2014/main" id="{C408558A-3BCE-1A4D-BB9B-829355BDA26C}"/>
              </a:ext>
            </a:extLst>
          </p:cNvPr>
          <p:cNvSpPr>
            <a:spLocks noChangeArrowheads="1"/>
          </p:cNvSpPr>
          <p:nvPr/>
        </p:nvSpPr>
        <p:spPr bwMode="auto">
          <a:xfrm>
            <a:off x="4231957" y="1413926"/>
            <a:ext cx="1253729" cy="498872"/>
          </a:xfrm>
          <a:prstGeom prst="ellipse">
            <a:avLst/>
          </a:prstGeom>
          <a:solidFill>
            <a:srgbClr val="CCECFF"/>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4918" name="Text Box 26">
            <a:extLst>
              <a:ext uri="{FF2B5EF4-FFF2-40B4-BE49-F238E27FC236}">
                <a16:creationId xmlns:a16="http://schemas.microsoft.com/office/drawing/2014/main" id="{576F4899-A91B-4841-BFDA-C366315C4AD7}"/>
              </a:ext>
            </a:extLst>
          </p:cNvPr>
          <p:cNvSpPr txBox="1">
            <a:spLocks noChangeArrowheads="1"/>
          </p:cNvSpPr>
          <p:nvPr/>
        </p:nvSpPr>
        <p:spPr bwMode="auto">
          <a:xfrm>
            <a:off x="4296252" y="1524653"/>
            <a:ext cx="11416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206.0.68.0/22</a:t>
            </a:r>
          </a:p>
        </p:txBody>
      </p:sp>
      <p:sp>
        <p:nvSpPr>
          <p:cNvPr id="531483" name="Text Box 27">
            <a:extLst>
              <a:ext uri="{FF2B5EF4-FFF2-40B4-BE49-F238E27FC236}">
                <a16:creationId xmlns:a16="http://schemas.microsoft.com/office/drawing/2014/main" id="{E49A3175-6A87-C548-B18F-AEF6E7A78681}"/>
              </a:ext>
            </a:extLst>
          </p:cNvPr>
          <p:cNvSpPr txBox="1">
            <a:spLocks noChangeArrowheads="1"/>
          </p:cNvSpPr>
          <p:nvPr/>
        </p:nvSpPr>
        <p:spPr bwMode="auto">
          <a:xfrm>
            <a:off x="2292430" y="1302006"/>
            <a:ext cx="159530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206.0.64.0/18</a:t>
            </a:r>
          </a:p>
        </p:txBody>
      </p:sp>
      <p:sp>
        <p:nvSpPr>
          <p:cNvPr id="294920" name="AutoShape 28">
            <a:extLst>
              <a:ext uri="{FF2B5EF4-FFF2-40B4-BE49-F238E27FC236}">
                <a16:creationId xmlns:a16="http://schemas.microsoft.com/office/drawing/2014/main" id="{02E963C2-21E1-F541-9A97-352DF15FBF6F}"/>
              </a:ext>
            </a:extLst>
          </p:cNvPr>
          <p:cNvSpPr>
            <a:spLocks noChangeArrowheads="1"/>
          </p:cNvSpPr>
          <p:nvPr/>
        </p:nvSpPr>
        <p:spPr bwMode="auto">
          <a:xfrm>
            <a:off x="2443639" y="1593710"/>
            <a:ext cx="1312069" cy="165497"/>
          </a:xfrm>
          <a:prstGeom prst="leftArrow">
            <a:avLst>
              <a:gd name="adj1" fmla="val 50000"/>
              <a:gd name="adj2" fmla="val 198202"/>
            </a:avLst>
          </a:prstGeom>
          <a:solidFill>
            <a:schemeClr val="hlink"/>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4921" name="Text Box 29">
            <a:extLst>
              <a:ext uri="{FF2B5EF4-FFF2-40B4-BE49-F238E27FC236}">
                <a16:creationId xmlns:a16="http://schemas.microsoft.com/office/drawing/2014/main" id="{EB894637-98DA-9B41-9F0A-BC7FD9513481}"/>
              </a:ext>
            </a:extLst>
          </p:cNvPr>
          <p:cNvSpPr txBox="1">
            <a:spLocks noChangeArrowheads="1"/>
          </p:cNvSpPr>
          <p:nvPr/>
        </p:nvSpPr>
        <p:spPr bwMode="auto">
          <a:xfrm>
            <a:off x="3696177" y="1140081"/>
            <a:ext cx="54373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b="1">
                <a:solidFill>
                  <a:srgbClr val="000066"/>
                </a:solidFill>
                <a:ea typeface="宋体" panose="02010600030101010101" pitchFamily="2" charset="-122"/>
                <a:cs typeface="黑体" panose="02010609060101010101" pitchFamily="49" charset="-122"/>
              </a:rPr>
              <a:t>ISP</a:t>
            </a:r>
          </a:p>
        </p:txBody>
      </p:sp>
      <p:sp>
        <p:nvSpPr>
          <p:cNvPr id="294922" name="Text Box 30">
            <a:extLst>
              <a:ext uri="{FF2B5EF4-FFF2-40B4-BE49-F238E27FC236}">
                <a16:creationId xmlns:a16="http://schemas.microsoft.com/office/drawing/2014/main" id="{A48D2E21-C8BA-2741-B60F-E467074AE176}"/>
              </a:ext>
            </a:extLst>
          </p:cNvPr>
          <p:cNvSpPr txBox="1">
            <a:spLocks noChangeArrowheads="1"/>
          </p:cNvSpPr>
          <p:nvPr/>
        </p:nvSpPr>
        <p:spPr bwMode="auto">
          <a:xfrm>
            <a:off x="5902405" y="1193660"/>
            <a:ext cx="87075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a:solidFill>
                  <a:srgbClr val="000066"/>
                </a:solidFill>
                <a:ea typeface="宋体" panose="02010600030101010101" pitchFamily="2" charset="-122"/>
                <a:cs typeface="黑体" panose="02010609060101010101" pitchFamily="49" charset="-122"/>
              </a:rPr>
              <a:t>大学 </a:t>
            </a:r>
            <a:r>
              <a:rPr kumimoji="1" lang="en-US" altLang="zh-CN" sz="1800">
                <a:solidFill>
                  <a:srgbClr val="000066"/>
                </a:solidFill>
                <a:ea typeface="宋体" panose="02010600030101010101" pitchFamily="2" charset="-122"/>
                <a:cs typeface="黑体" panose="02010609060101010101" pitchFamily="49" charset="-122"/>
              </a:rPr>
              <a:t>X</a:t>
            </a:r>
          </a:p>
        </p:txBody>
      </p:sp>
      <p:sp>
        <p:nvSpPr>
          <p:cNvPr id="294923" name="Line 31">
            <a:extLst>
              <a:ext uri="{FF2B5EF4-FFF2-40B4-BE49-F238E27FC236}">
                <a16:creationId xmlns:a16="http://schemas.microsoft.com/office/drawing/2014/main" id="{DCC20F54-C4A7-FB43-AA99-3AE1BF2FA38E}"/>
              </a:ext>
            </a:extLst>
          </p:cNvPr>
          <p:cNvSpPr>
            <a:spLocks noChangeShapeType="1"/>
          </p:cNvSpPr>
          <p:nvPr/>
        </p:nvSpPr>
        <p:spPr bwMode="auto">
          <a:xfrm flipV="1">
            <a:off x="5424964" y="1413926"/>
            <a:ext cx="477441" cy="16549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4924" name="Text Box 32">
            <a:extLst>
              <a:ext uri="{FF2B5EF4-FFF2-40B4-BE49-F238E27FC236}">
                <a16:creationId xmlns:a16="http://schemas.microsoft.com/office/drawing/2014/main" id="{59676664-730E-AD45-9934-162F3FC01DD7}"/>
              </a:ext>
            </a:extLst>
          </p:cNvPr>
          <p:cNvSpPr txBox="1">
            <a:spLocks noChangeArrowheads="1"/>
          </p:cNvSpPr>
          <p:nvPr/>
        </p:nvSpPr>
        <p:spPr bwMode="auto">
          <a:xfrm>
            <a:off x="2582943" y="3348691"/>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rgbClr val="000066"/>
                </a:solidFill>
                <a:ea typeface="宋体" panose="02010600030101010101" pitchFamily="2" charset="-122"/>
                <a:cs typeface="黑体" panose="02010609060101010101" pitchFamily="49" charset="-122"/>
              </a:rPr>
              <a:t>一系</a:t>
            </a:r>
          </a:p>
        </p:txBody>
      </p:sp>
      <p:sp>
        <p:nvSpPr>
          <p:cNvPr id="294925" name="Text Box 33">
            <a:extLst>
              <a:ext uri="{FF2B5EF4-FFF2-40B4-BE49-F238E27FC236}">
                <a16:creationId xmlns:a16="http://schemas.microsoft.com/office/drawing/2014/main" id="{91898647-87B1-774D-A89E-F7A49010508B}"/>
              </a:ext>
            </a:extLst>
          </p:cNvPr>
          <p:cNvSpPr txBox="1">
            <a:spLocks noChangeArrowheads="1"/>
          </p:cNvSpPr>
          <p:nvPr/>
        </p:nvSpPr>
        <p:spPr bwMode="auto">
          <a:xfrm>
            <a:off x="4614149" y="3295113"/>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rgbClr val="000066"/>
                </a:solidFill>
                <a:ea typeface="宋体" panose="02010600030101010101" pitchFamily="2" charset="-122"/>
                <a:cs typeface="黑体" panose="02010609060101010101" pitchFamily="49" charset="-122"/>
              </a:rPr>
              <a:t>二系</a:t>
            </a:r>
          </a:p>
        </p:txBody>
      </p:sp>
      <p:sp>
        <p:nvSpPr>
          <p:cNvPr id="294926" name="Text Box 34">
            <a:extLst>
              <a:ext uri="{FF2B5EF4-FFF2-40B4-BE49-F238E27FC236}">
                <a16:creationId xmlns:a16="http://schemas.microsoft.com/office/drawing/2014/main" id="{A1175A55-D148-DC49-B424-DDA009FE94BF}"/>
              </a:ext>
            </a:extLst>
          </p:cNvPr>
          <p:cNvSpPr txBox="1">
            <a:spLocks noChangeArrowheads="1"/>
          </p:cNvSpPr>
          <p:nvPr/>
        </p:nvSpPr>
        <p:spPr bwMode="auto">
          <a:xfrm>
            <a:off x="5424964" y="3157000"/>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rgbClr val="000066"/>
                </a:solidFill>
                <a:ea typeface="宋体" panose="02010600030101010101" pitchFamily="2" charset="-122"/>
                <a:cs typeface="黑体" panose="02010609060101010101" pitchFamily="49" charset="-122"/>
              </a:rPr>
              <a:t>三系</a:t>
            </a:r>
          </a:p>
        </p:txBody>
      </p:sp>
      <p:sp>
        <p:nvSpPr>
          <p:cNvPr id="294927" name="Text Box 35">
            <a:extLst>
              <a:ext uri="{FF2B5EF4-FFF2-40B4-BE49-F238E27FC236}">
                <a16:creationId xmlns:a16="http://schemas.microsoft.com/office/drawing/2014/main" id="{19A82210-CA2D-394A-A855-98DCED37EB28}"/>
              </a:ext>
            </a:extLst>
          </p:cNvPr>
          <p:cNvSpPr txBox="1">
            <a:spLocks noChangeArrowheads="1"/>
          </p:cNvSpPr>
          <p:nvPr/>
        </p:nvSpPr>
        <p:spPr bwMode="auto">
          <a:xfrm>
            <a:off x="7045405" y="3157000"/>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rgbClr val="000066"/>
                </a:solidFill>
                <a:ea typeface="宋体" panose="02010600030101010101" pitchFamily="2" charset="-122"/>
                <a:cs typeface="黑体" panose="02010609060101010101" pitchFamily="49" charset="-122"/>
              </a:rPr>
              <a:t>四系</a:t>
            </a:r>
          </a:p>
        </p:txBody>
      </p:sp>
      <p:sp>
        <p:nvSpPr>
          <p:cNvPr id="294928" name="AutoShape 36">
            <a:extLst>
              <a:ext uri="{FF2B5EF4-FFF2-40B4-BE49-F238E27FC236}">
                <a16:creationId xmlns:a16="http://schemas.microsoft.com/office/drawing/2014/main" id="{1305282C-761D-ED41-B018-99EA3D2FA02D}"/>
              </a:ext>
            </a:extLst>
          </p:cNvPr>
          <p:cNvSpPr>
            <a:spLocks noChangeArrowheads="1"/>
          </p:cNvSpPr>
          <p:nvPr/>
        </p:nvSpPr>
        <p:spPr bwMode="auto">
          <a:xfrm rot="1625099">
            <a:off x="5227320" y="2094962"/>
            <a:ext cx="1877616" cy="129779"/>
          </a:xfrm>
          <a:prstGeom prst="leftArrow">
            <a:avLst>
              <a:gd name="adj1" fmla="val 27083"/>
              <a:gd name="adj2" fmla="val 410994"/>
            </a:avLst>
          </a:prstGeom>
          <a:solidFill>
            <a:srgbClr val="66CCFF"/>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31493" name="Oval 37">
            <a:extLst>
              <a:ext uri="{FF2B5EF4-FFF2-40B4-BE49-F238E27FC236}">
                <a16:creationId xmlns:a16="http://schemas.microsoft.com/office/drawing/2014/main" id="{127BA214-E7D7-E748-9486-12A933F6AC17}"/>
              </a:ext>
            </a:extLst>
          </p:cNvPr>
          <p:cNvSpPr>
            <a:spLocks noChangeArrowheads="1"/>
          </p:cNvSpPr>
          <p:nvPr/>
        </p:nvSpPr>
        <p:spPr bwMode="auto">
          <a:xfrm>
            <a:off x="6498907" y="2520016"/>
            <a:ext cx="1490663" cy="665559"/>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4930" name="Text Box 38">
            <a:extLst>
              <a:ext uri="{FF2B5EF4-FFF2-40B4-BE49-F238E27FC236}">
                <a16:creationId xmlns:a16="http://schemas.microsoft.com/office/drawing/2014/main" id="{C2A514C7-3173-7A4B-AC46-AA002863EF24}"/>
              </a:ext>
            </a:extLst>
          </p:cNvPr>
          <p:cNvSpPr txBox="1">
            <a:spLocks noChangeArrowheads="1"/>
          </p:cNvSpPr>
          <p:nvPr/>
        </p:nvSpPr>
        <p:spPr bwMode="auto">
          <a:xfrm>
            <a:off x="6558439" y="2635507"/>
            <a:ext cx="1314784"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206.0.71.128/26</a:t>
            </a:r>
          </a:p>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206.0.71.192/26</a:t>
            </a:r>
          </a:p>
        </p:txBody>
      </p:sp>
      <p:sp>
        <p:nvSpPr>
          <p:cNvPr id="294931" name="AutoShape 39">
            <a:extLst>
              <a:ext uri="{FF2B5EF4-FFF2-40B4-BE49-F238E27FC236}">
                <a16:creationId xmlns:a16="http://schemas.microsoft.com/office/drawing/2014/main" id="{7EC48601-67CF-C64F-B98D-52CDB883EE2B}"/>
              </a:ext>
            </a:extLst>
          </p:cNvPr>
          <p:cNvSpPr>
            <a:spLocks noChangeArrowheads="1"/>
          </p:cNvSpPr>
          <p:nvPr/>
        </p:nvSpPr>
        <p:spPr bwMode="auto">
          <a:xfrm rot="8870696">
            <a:off x="2479357" y="2166400"/>
            <a:ext cx="2006204" cy="138113"/>
          </a:xfrm>
          <a:prstGeom prst="leftArrow">
            <a:avLst>
              <a:gd name="adj1" fmla="val 27083"/>
              <a:gd name="adj2" fmla="val 412642"/>
            </a:avLst>
          </a:prstGeom>
          <a:solidFill>
            <a:srgbClr val="66CCFF"/>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31496" name="Oval 40">
            <a:extLst>
              <a:ext uri="{FF2B5EF4-FFF2-40B4-BE49-F238E27FC236}">
                <a16:creationId xmlns:a16="http://schemas.microsoft.com/office/drawing/2014/main" id="{68DD760F-126A-BD42-A691-DC46683B8788}"/>
              </a:ext>
            </a:extLst>
          </p:cNvPr>
          <p:cNvSpPr>
            <a:spLocks noChangeArrowheads="1"/>
          </p:cNvSpPr>
          <p:nvPr/>
        </p:nvSpPr>
        <p:spPr bwMode="auto">
          <a:xfrm>
            <a:off x="1131570" y="2520016"/>
            <a:ext cx="1788319" cy="1052513"/>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4933" name="Text Box 41">
            <a:extLst>
              <a:ext uri="{FF2B5EF4-FFF2-40B4-BE49-F238E27FC236}">
                <a16:creationId xmlns:a16="http://schemas.microsoft.com/office/drawing/2014/main" id="{2E499406-BA98-0943-AA55-F2239033BF83}"/>
              </a:ext>
            </a:extLst>
          </p:cNvPr>
          <p:cNvSpPr txBox="1">
            <a:spLocks noChangeArrowheads="1"/>
          </p:cNvSpPr>
          <p:nvPr/>
        </p:nvSpPr>
        <p:spPr bwMode="auto">
          <a:xfrm>
            <a:off x="1429226" y="2597406"/>
            <a:ext cx="1314784"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206.0.68.0/25</a:t>
            </a:r>
          </a:p>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206.0.68.128/25</a:t>
            </a:r>
          </a:p>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206.0.69.0/25</a:t>
            </a:r>
          </a:p>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206.0.69.128/25</a:t>
            </a:r>
          </a:p>
        </p:txBody>
      </p:sp>
      <p:sp>
        <p:nvSpPr>
          <p:cNvPr id="294934" name="AutoShape 42">
            <a:extLst>
              <a:ext uri="{FF2B5EF4-FFF2-40B4-BE49-F238E27FC236}">
                <a16:creationId xmlns:a16="http://schemas.microsoft.com/office/drawing/2014/main" id="{06D4D71F-55AC-0F45-B96C-119EF6CE6A91}"/>
              </a:ext>
            </a:extLst>
          </p:cNvPr>
          <p:cNvSpPr>
            <a:spLocks noChangeArrowheads="1"/>
          </p:cNvSpPr>
          <p:nvPr/>
        </p:nvSpPr>
        <p:spPr bwMode="auto">
          <a:xfrm rot="7490917">
            <a:off x="3518178" y="2332492"/>
            <a:ext cx="1607344" cy="141685"/>
          </a:xfrm>
          <a:prstGeom prst="leftArrow">
            <a:avLst>
              <a:gd name="adj1" fmla="val 27083"/>
              <a:gd name="adj2" fmla="val 322268"/>
            </a:avLst>
          </a:prstGeom>
          <a:solidFill>
            <a:srgbClr val="66CCFF"/>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31499" name="Oval 43">
            <a:extLst>
              <a:ext uri="{FF2B5EF4-FFF2-40B4-BE49-F238E27FC236}">
                <a16:creationId xmlns:a16="http://schemas.microsoft.com/office/drawing/2014/main" id="{E138B864-2C70-BD43-B5E3-D094F24548F4}"/>
              </a:ext>
            </a:extLst>
          </p:cNvPr>
          <p:cNvSpPr>
            <a:spLocks noChangeArrowheads="1"/>
          </p:cNvSpPr>
          <p:nvPr/>
        </p:nvSpPr>
        <p:spPr bwMode="auto">
          <a:xfrm>
            <a:off x="3040143" y="2520016"/>
            <a:ext cx="1788319" cy="1052513"/>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4936" name="Text Box 44">
            <a:extLst>
              <a:ext uri="{FF2B5EF4-FFF2-40B4-BE49-F238E27FC236}">
                <a16:creationId xmlns:a16="http://schemas.microsoft.com/office/drawing/2014/main" id="{2655BB95-04EE-9243-8D87-9DD3FB563B93}"/>
              </a:ext>
            </a:extLst>
          </p:cNvPr>
          <p:cNvSpPr txBox="1">
            <a:spLocks noChangeArrowheads="1"/>
          </p:cNvSpPr>
          <p:nvPr/>
        </p:nvSpPr>
        <p:spPr bwMode="auto">
          <a:xfrm>
            <a:off x="3337799" y="2597406"/>
            <a:ext cx="1314784"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206.0.70.0/26</a:t>
            </a:r>
          </a:p>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206.0.70.64/26</a:t>
            </a:r>
          </a:p>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206.0.70.128/26</a:t>
            </a:r>
          </a:p>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206.0.70.192/26</a:t>
            </a:r>
          </a:p>
        </p:txBody>
      </p:sp>
      <p:sp>
        <p:nvSpPr>
          <p:cNvPr id="294937" name="Rectangle 45">
            <a:extLst>
              <a:ext uri="{FF2B5EF4-FFF2-40B4-BE49-F238E27FC236}">
                <a16:creationId xmlns:a16="http://schemas.microsoft.com/office/drawing/2014/main" id="{5A613A6C-53BA-EC4C-A1BA-C6D9860FB522}"/>
              </a:ext>
            </a:extLst>
          </p:cNvPr>
          <p:cNvSpPr>
            <a:spLocks noChangeArrowheads="1"/>
          </p:cNvSpPr>
          <p:nvPr/>
        </p:nvSpPr>
        <p:spPr bwMode="auto">
          <a:xfrm>
            <a:off x="3755708" y="2305703"/>
            <a:ext cx="1013222" cy="14644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4938" name="Text Box 46">
            <a:extLst>
              <a:ext uri="{FF2B5EF4-FFF2-40B4-BE49-F238E27FC236}">
                <a16:creationId xmlns:a16="http://schemas.microsoft.com/office/drawing/2014/main" id="{3E7889EA-7729-7042-890B-D1B4FBC02D01}"/>
              </a:ext>
            </a:extLst>
          </p:cNvPr>
          <p:cNvSpPr txBox="1">
            <a:spLocks noChangeArrowheads="1"/>
          </p:cNvSpPr>
          <p:nvPr/>
        </p:nvSpPr>
        <p:spPr bwMode="auto">
          <a:xfrm>
            <a:off x="3696177" y="2221169"/>
            <a:ext cx="11416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206.0.70.0/24</a:t>
            </a:r>
          </a:p>
        </p:txBody>
      </p:sp>
      <p:sp>
        <p:nvSpPr>
          <p:cNvPr id="294939" name="AutoShape 47">
            <a:extLst>
              <a:ext uri="{FF2B5EF4-FFF2-40B4-BE49-F238E27FC236}">
                <a16:creationId xmlns:a16="http://schemas.microsoft.com/office/drawing/2014/main" id="{A3BCE5B0-2B5C-DF45-BACD-631983A3FF52}"/>
              </a:ext>
            </a:extLst>
          </p:cNvPr>
          <p:cNvSpPr>
            <a:spLocks noChangeArrowheads="1"/>
          </p:cNvSpPr>
          <p:nvPr/>
        </p:nvSpPr>
        <p:spPr bwMode="auto">
          <a:xfrm rot="14362323" flipH="1">
            <a:off x="4647486" y="2368807"/>
            <a:ext cx="1608535" cy="141684"/>
          </a:xfrm>
          <a:prstGeom prst="leftArrow">
            <a:avLst>
              <a:gd name="adj1" fmla="val 27083"/>
              <a:gd name="adj2" fmla="val 322509"/>
            </a:avLst>
          </a:prstGeom>
          <a:solidFill>
            <a:srgbClr val="66CCFF"/>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4940" name="Rectangle 48">
            <a:extLst>
              <a:ext uri="{FF2B5EF4-FFF2-40B4-BE49-F238E27FC236}">
                <a16:creationId xmlns:a16="http://schemas.microsoft.com/office/drawing/2014/main" id="{31766BA7-B940-BE4E-AB03-E9393D0A5583}"/>
              </a:ext>
            </a:extLst>
          </p:cNvPr>
          <p:cNvSpPr>
            <a:spLocks noChangeArrowheads="1"/>
          </p:cNvSpPr>
          <p:nvPr/>
        </p:nvSpPr>
        <p:spPr bwMode="auto">
          <a:xfrm>
            <a:off x="5008245" y="2319991"/>
            <a:ext cx="1006079" cy="1381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4941" name="Text Box 49">
            <a:extLst>
              <a:ext uri="{FF2B5EF4-FFF2-40B4-BE49-F238E27FC236}">
                <a16:creationId xmlns:a16="http://schemas.microsoft.com/office/drawing/2014/main" id="{C9617C29-ABB5-7F46-BCBD-F496F9BC3C34}"/>
              </a:ext>
            </a:extLst>
          </p:cNvPr>
          <p:cNvSpPr txBox="1">
            <a:spLocks noChangeArrowheads="1"/>
          </p:cNvSpPr>
          <p:nvPr/>
        </p:nvSpPr>
        <p:spPr bwMode="auto">
          <a:xfrm>
            <a:off x="4947524" y="2231885"/>
            <a:ext cx="11416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206.0.71.0/25</a:t>
            </a:r>
          </a:p>
        </p:txBody>
      </p:sp>
      <p:sp>
        <p:nvSpPr>
          <p:cNvPr id="531506" name="Oval 50">
            <a:extLst>
              <a:ext uri="{FF2B5EF4-FFF2-40B4-BE49-F238E27FC236}">
                <a16:creationId xmlns:a16="http://schemas.microsoft.com/office/drawing/2014/main" id="{708E9DBC-AD5E-1842-B420-60E75256C5D6}"/>
              </a:ext>
            </a:extLst>
          </p:cNvPr>
          <p:cNvSpPr>
            <a:spLocks noChangeArrowheads="1"/>
          </p:cNvSpPr>
          <p:nvPr/>
        </p:nvSpPr>
        <p:spPr bwMode="auto">
          <a:xfrm>
            <a:off x="4889182" y="2520016"/>
            <a:ext cx="1490663" cy="665559"/>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4943" name="Text Box 51">
            <a:extLst>
              <a:ext uri="{FF2B5EF4-FFF2-40B4-BE49-F238E27FC236}">
                <a16:creationId xmlns:a16="http://schemas.microsoft.com/office/drawing/2014/main" id="{A1943566-4FBB-0D44-9D88-3F83326C789E}"/>
              </a:ext>
            </a:extLst>
          </p:cNvPr>
          <p:cNvSpPr txBox="1">
            <a:spLocks noChangeArrowheads="1"/>
          </p:cNvSpPr>
          <p:nvPr/>
        </p:nvSpPr>
        <p:spPr bwMode="auto">
          <a:xfrm>
            <a:off x="5008245" y="2635507"/>
            <a:ext cx="1228221"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206.0.71.0/26</a:t>
            </a:r>
          </a:p>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206.0.71.64/26</a:t>
            </a:r>
          </a:p>
        </p:txBody>
      </p:sp>
      <p:sp>
        <p:nvSpPr>
          <p:cNvPr id="294944" name="Rectangle 52">
            <a:extLst>
              <a:ext uri="{FF2B5EF4-FFF2-40B4-BE49-F238E27FC236}">
                <a16:creationId xmlns:a16="http://schemas.microsoft.com/office/drawing/2014/main" id="{576BDC9D-6183-A84A-9479-5E7AD10B9971}"/>
              </a:ext>
            </a:extLst>
          </p:cNvPr>
          <p:cNvSpPr>
            <a:spLocks noChangeArrowheads="1"/>
          </p:cNvSpPr>
          <p:nvPr/>
        </p:nvSpPr>
        <p:spPr bwMode="auto">
          <a:xfrm>
            <a:off x="6498907" y="2299750"/>
            <a:ext cx="1185863" cy="15835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4945" name="Text Box 53">
            <a:extLst>
              <a:ext uri="{FF2B5EF4-FFF2-40B4-BE49-F238E27FC236}">
                <a16:creationId xmlns:a16="http://schemas.microsoft.com/office/drawing/2014/main" id="{11CCEADD-A2A9-CC43-963D-905930864899}"/>
              </a:ext>
            </a:extLst>
          </p:cNvPr>
          <p:cNvSpPr txBox="1">
            <a:spLocks noChangeArrowheads="1"/>
          </p:cNvSpPr>
          <p:nvPr/>
        </p:nvSpPr>
        <p:spPr bwMode="auto">
          <a:xfrm>
            <a:off x="6438186" y="2197356"/>
            <a:ext cx="131478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206.0.71.128/25</a:t>
            </a:r>
          </a:p>
        </p:txBody>
      </p:sp>
      <p:sp>
        <p:nvSpPr>
          <p:cNvPr id="294946" name="Rectangle 54">
            <a:extLst>
              <a:ext uri="{FF2B5EF4-FFF2-40B4-BE49-F238E27FC236}">
                <a16:creationId xmlns:a16="http://schemas.microsoft.com/office/drawing/2014/main" id="{F1D5781E-40F5-C946-9A5A-F8158D7FEF4D}"/>
              </a:ext>
            </a:extLst>
          </p:cNvPr>
          <p:cNvSpPr>
            <a:spLocks noChangeArrowheads="1"/>
          </p:cNvSpPr>
          <p:nvPr/>
        </p:nvSpPr>
        <p:spPr bwMode="auto">
          <a:xfrm>
            <a:off x="2503170" y="2299750"/>
            <a:ext cx="1006079" cy="15835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4947" name="Text Box 55">
            <a:extLst>
              <a:ext uri="{FF2B5EF4-FFF2-40B4-BE49-F238E27FC236}">
                <a16:creationId xmlns:a16="http://schemas.microsoft.com/office/drawing/2014/main" id="{04EB2732-2D4E-394B-8B48-911FEC783E31}"/>
              </a:ext>
            </a:extLst>
          </p:cNvPr>
          <p:cNvSpPr txBox="1">
            <a:spLocks noChangeArrowheads="1"/>
          </p:cNvSpPr>
          <p:nvPr/>
        </p:nvSpPr>
        <p:spPr bwMode="auto">
          <a:xfrm>
            <a:off x="2442449" y="2221169"/>
            <a:ext cx="11416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206.0.68.0/23</a:t>
            </a:r>
          </a:p>
        </p:txBody>
      </p:sp>
      <p:sp>
        <p:nvSpPr>
          <p:cNvPr id="294948" name="Rectangle 56">
            <a:extLst>
              <a:ext uri="{FF2B5EF4-FFF2-40B4-BE49-F238E27FC236}">
                <a16:creationId xmlns:a16="http://schemas.microsoft.com/office/drawing/2014/main" id="{33123E58-8DDC-2946-952A-3036425862BC}"/>
              </a:ext>
            </a:extLst>
          </p:cNvPr>
          <p:cNvSpPr>
            <a:spLocks noChangeArrowheads="1"/>
          </p:cNvSpPr>
          <p:nvPr/>
        </p:nvSpPr>
        <p:spPr bwMode="auto">
          <a:xfrm>
            <a:off x="51435" y="3693081"/>
            <a:ext cx="9041130" cy="1045429"/>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lang="zh-CN" altLang="zh-CN" sz="2100">
              <a:solidFill>
                <a:schemeClr val="tx1"/>
              </a:solidFill>
              <a:latin typeface="Tahoma" panose="020B0604030504040204" pitchFamily="34" charset="0"/>
              <a:ea typeface="宋体" panose="02010600030101010101" pitchFamily="2" charset="-122"/>
            </a:endParaRPr>
          </a:p>
        </p:txBody>
      </p:sp>
      <p:sp>
        <p:nvSpPr>
          <p:cNvPr id="294949" name="Text Box 57">
            <a:extLst>
              <a:ext uri="{FF2B5EF4-FFF2-40B4-BE49-F238E27FC236}">
                <a16:creationId xmlns:a16="http://schemas.microsoft.com/office/drawing/2014/main" id="{C9185BA3-FA0E-DC4A-A9C5-F628BCD9F4FE}"/>
              </a:ext>
            </a:extLst>
          </p:cNvPr>
          <p:cNvSpPr txBox="1">
            <a:spLocks noChangeArrowheads="1"/>
          </p:cNvSpPr>
          <p:nvPr/>
        </p:nvSpPr>
        <p:spPr bwMode="auto">
          <a:xfrm>
            <a:off x="51436" y="3697906"/>
            <a:ext cx="904113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dirty="0">
                <a:ea typeface="宋体" panose="02010600030101010101" pitchFamily="2" charset="-122"/>
                <a:cs typeface="Times New Roman" panose="02020603050405020304" pitchFamily="18" charset="0"/>
              </a:rPr>
              <a:t>这个 </a:t>
            </a:r>
            <a:r>
              <a:rPr lang="en-US" altLang="zh-CN" sz="2100" dirty="0">
                <a:ea typeface="宋体" panose="02010600030101010101" pitchFamily="2" charset="-122"/>
                <a:cs typeface="Times New Roman" panose="02020603050405020304" pitchFamily="18" charset="0"/>
              </a:rPr>
              <a:t>ISP </a:t>
            </a:r>
            <a:r>
              <a:rPr lang="zh-CN" altLang="en-US" sz="2100" dirty="0">
                <a:ea typeface="宋体" panose="02010600030101010101" pitchFamily="2" charset="-122"/>
                <a:cs typeface="Times New Roman" panose="02020603050405020304" pitchFamily="18" charset="0"/>
              </a:rPr>
              <a:t>共有 </a:t>
            </a:r>
            <a:r>
              <a:rPr lang="en-US" altLang="zh-CN" sz="2100" dirty="0">
                <a:ea typeface="宋体" panose="02010600030101010101" pitchFamily="2" charset="-122"/>
                <a:cs typeface="Times New Roman" panose="02020603050405020304" pitchFamily="18" charset="0"/>
              </a:rPr>
              <a:t>64 </a:t>
            </a:r>
            <a:r>
              <a:rPr lang="zh-CN" altLang="en-US" sz="2100" dirty="0">
                <a:ea typeface="宋体" panose="02010600030101010101" pitchFamily="2" charset="-122"/>
                <a:cs typeface="Times New Roman" panose="02020603050405020304" pitchFamily="18" charset="0"/>
              </a:rPr>
              <a:t>个 </a:t>
            </a:r>
            <a:r>
              <a:rPr lang="en-US" altLang="zh-CN" sz="2100" dirty="0">
                <a:ea typeface="宋体" panose="02010600030101010101" pitchFamily="2" charset="-122"/>
                <a:cs typeface="Times New Roman" panose="02020603050405020304" pitchFamily="18" charset="0"/>
              </a:rPr>
              <a:t>C </a:t>
            </a:r>
            <a:r>
              <a:rPr lang="zh-CN" altLang="en-US" sz="2100" dirty="0">
                <a:ea typeface="宋体" panose="02010600030101010101" pitchFamily="2" charset="-122"/>
                <a:cs typeface="Times New Roman" panose="02020603050405020304" pitchFamily="18" charset="0"/>
              </a:rPr>
              <a:t>类网络。如果不采用 </a:t>
            </a:r>
            <a:r>
              <a:rPr lang="en-US" altLang="zh-CN" sz="2100" dirty="0">
                <a:ea typeface="宋体" panose="02010600030101010101" pitchFamily="2" charset="-122"/>
                <a:cs typeface="Times New Roman" panose="02020603050405020304" pitchFamily="18" charset="0"/>
              </a:rPr>
              <a:t>CIDR </a:t>
            </a:r>
            <a:r>
              <a:rPr lang="zh-CN" altLang="en-US" sz="2100" dirty="0">
                <a:ea typeface="宋体" panose="02010600030101010101" pitchFamily="2" charset="-122"/>
                <a:cs typeface="Times New Roman" panose="02020603050405020304" pitchFamily="18" charset="0"/>
              </a:rPr>
              <a:t>技术，则在与该 </a:t>
            </a:r>
            <a:r>
              <a:rPr lang="en-US" altLang="zh-CN" sz="2100" dirty="0">
                <a:ea typeface="宋体" panose="02010600030101010101" pitchFamily="2" charset="-122"/>
                <a:cs typeface="Times New Roman" panose="02020603050405020304" pitchFamily="18" charset="0"/>
              </a:rPr>
              <a:t>ISP </a:t>
            </a:r>
            <a:r>
              <a:rPr lang="zh-CN" altLang="en-US" sz="2100" dirty="0">
                <a:ea typeface="宋体" panose="02010600030101010101" pitchFamily="2" charset="-122"/>
                <a:cs typeface="Times New Roman" panose="02020603050405020304" pitchFamily="18" charset="0"/>
              </a:rPr>
              <a:t>的路由器交换路由信息的每一个路由器的路由表中，就需要有 </a:t>
            </a:r>
            <a:r>
              <a:rPr lang="en-US" altLang="zh-CN" sz="2100" dirty="0">
                <a:ea typeface="宋体" panose="02010600030101010101" pitchFamily="2" charset="-122"/>
                <a:cs typeface="Times New Roman" panose="02020603050405020304" pitchFamily="18" charset="0"/>
              </a:rPr>
              <a:t>64 </a:t>
            </a:r>
            <a:r>
              <a:rPr lang="zh-CN" altLang="en-US" sz="2100" dirty="0">
                <a:ea typeface="宋体" panose="02010600030101010101" pitchFamily="2" charset="-122"/>
                <a:cs typeface="Times New Roman" panose="02020603050405020304" pitchFamily="18" charset="0"/>
              </a:rPr>
              <a:t>个项目。但采用地址聚合后，只需用路由聚合后的 </a:t>
            </a:r>
            <a:r>
              <a:rPr lang="en-US" altLang="zh-CN" sz="2100" dirty="0">
                <a:ea typeface="宋体" panose="02010600030101010101" pitchFamily="2" charset="-122"/>
                <a:cs typeface="Times New Roman" panose="02020603050405020304" pitchFamily="18" charset="0"/>
              </a:rPr>
              <a:t>1 </a:t>
            </a:r>
            <a:r>
              <a:rPr lang="zh-CN" altLang="en-US" sz="2100" dirty="0">
                <a:ea typeface="宋体" panose="02010600030101010101" pitchFamily="2" charset="-122"/>
                <a:cs typeface="Times New Roman" panose="02020603050405020304" pitchFamily="18" charset="0"/>
              </a:rPr>
              <a:t>个项目 </a:t>
            </a:r>
            <a:r>
              <a:rPr lang="en-US" altLang="zh-CN" sz="2100" dirty="0">
                <a:ea typeface="宋体" panose="02010600030101010101" pitchFamily="2" charset="-122"/>
                <a:cs typeface="Times New Roman" panose="02020603050405020304" pitchFamily="18" charset="0"/>
              </a:rPr>
              <a:t>206.0.64.0/18 </a:t>
            </a:r>
            <a:r>
              <a:rPr lang="zh-CN" altLang="en-US" sz="2100" dirty="0">
                <a:ea typeface="宋体" panose="02010600030101010101" pitchFamily="2" charset="-122"/>
                <a:cs typeface="Times New Roman" panose="02020603050405020304" pitchFamily="18" charset="0"/>
              </a:rPr>
              <a:t>就能找到该 </a:t>
            </a:r>
            <a:r>
              <a:rPr lang="en-US" altLang="zh-CN" sz="2100" dirty="0">
                <a:ea typeface="宋体" panose="02010600030101010101" pitchFamily="2" charset="-122"/>
                <a:cs typeface="Times New Roman" panose="02020603050405020304" pitchFamily="18" charset="0"/>
              </a:rPr>
              <a:t>ISP</a:t>
            </a:r>
            <a:r>
              <a:rPr lang="zh-CN" altLang="en-US" sz="2100" dirty="0">
                <a:ea typeface="宋体" panose="02010600030101010101" pitchFamily="2" charset="-122"/>
                <a:cs typeface="Times New Roman" panose="02020603050405020304" pitchFamily="18" charset="0"/>
              </a:rPr>
              <a:t>。 </a:t>
            </a:r>
          </a:p>
        </p:txBody>
      </p:sp>
      <p:sp>
        <p:nvSpPr>
          <p:cNvPr id="294950" name="幻灯片编号占位符 1">
            <a:extLst>
              <a:ext uri="{FF2B5EF4-FFF2-40B4-BE49-F238E27FC236}">
                <a16:creationId xmlns:a16="http://schemas.microsoft.com/office/drawing/2014/main" id="{28E6ADD6-EC79-9D48-90C2-C6BA9B36298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EED157EF-F9C6-A449-983A-BD90E56D988A}"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137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 name="标题 1">
            <a:extLst>
              <a:ext uri="{FF2B5EF4-FFF2-40B4-BE49-F238E27FC236}">
                <a16:creationId xmlns:a16="http://schemas.microsoft.com/office/drawing/2014/main" id="{F4CA8DE9-1ABD-E74F-A793-3CFDC2BE56C3}"/>
              </a:ext>
            </a:extLst>
          </p:cNvPr>
          <p:cNvSpPr>
            <a:spLocks noGrp="1"/>
          </p:cNvSpPr>
          <p:nvPr>
            <p:ph type="title"/>
          </p:nvPr>
        </p:nvSpPr>
        <p:spPr/>
        <p:txBody>
          <a:bodyPr/>
          <a:lstStyle/>
          <a:p>
            <a:r>
              <a:rPr lang="en-US" altLang="zh-CN" dirty="0">
                <a:ea typeface="宋体" panose="02010600030101010101" pitchFamily="2" charset="-122"/>
              </a:rPr>
              <a:t>CIDR </a:t>
            </a:r>
            <a:r>
              <a:rPr lang="zh-CN" altLang="en-US" dirty="0">
                <a:ea typeface="宋体" panose="02010600030101010101" pitchFamily="2" charset="-122"/>
              </a:rPr>
              <a:t>地址块划分举例 </a:t>
            </a:r>
            <a:endParaRPr kumimoji="1" lang="zh-CN" altLang="en-US" dirty="0"/>
          </a:p>
        </p:txBody>
      </p:sp>
    </p:spTree>
    <p:extLst>
      <p:ext uri="{BB962C8B-B14F-4D97-AF65-F5344CB8AC3E}">
        <p14:creationId xmlns:p14="http://schemas.microsoft.com/office/powerpoint/2010/main" val="207750761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500"/>
                                  </p:stCondLst>
                                  <p:childTnLst>
                                    <p:anim calcmode="discrete" valueType="str">
                                      <p:cBhvr>
                                        <p:cTn id="6" dur="1000" fill="hold"/>
                                        <p:tgtEl>
                                          <p:spTgt spid="53148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1483" grpId="0"/>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1" name="Rectangle 2">
            <a:extLst>
              <a:ext uri="{FF2B5EF4-FFF2-40B4-BE49-F238E27FC236}">
                <a16:creationId xmlns:a16="http://schemas.microsoft.com/office/drawing/2014/main" id="{C27A6DFF-59F5-F14D-A04E-4B5D3AE99B1B}"/>
              </a:ext>
            </a:extLst>
          </p:cNvPr>
          <p:cNvSpPr>
            <a:spLocks noChangeArrowheads="1"/>
          </p:cNvSpPr>
          <p:nvPr/>
        </p:nvSpPr>
        <p:spPr bwMode="auto">
          <a:xfrm>
            <a:off x="1143001" y="2221126"/>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6962" name="Rectangle 3">
            <a:extLst>
              <a:ext uri="{FF2B5EF4-FFF2-40B4-BE49-F238E27FC236}">
                <a16:creationId xmlns:a16="http://schemas.microsoft.com/office/drawing/2014/main" id="{C45F3C44-566E-AD48-9A43-741E7092C3EE}"/>
              </a:ext>
            </a:extLst>
          </p:cNvPr>
          <p:cNvSpPr>
            <a:spLocks noChangeArrowheads="1"/>
          </p:cNvSpPr>
          <p:nvPr/>
        </p:nvSpPr>
        <p:spPr bwMode="auto">
          <a:xfrm>
            <a:off x="1143001" y="2224698"/>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6963" name="Rectangle 4">
            <a:extLst>
              <a:ext uri="{FF2B5EF4-FFF2-40B4-BE49-F238E27FC236}">
                <a16:creationId xmlns:a16="http://schemas.microsoft.com/office/drawing/2014/main" id="{4D2C0B7A-2D03-2E47-8126-A5E951D2BD91}"/>
              </a:ext>
            </a:extLst>
          </p:cNvPr>
          <p:cNvSpPr>
            <a:spLocks noGrp="1" noChangeArrowheads="1"/>
          </p:cNvSpPr>
          <p:nvPr>
            <p:ph type="title"/>
          </p:nvPr>
        </p:nvSpPr>
        <p:spPr>
          <a:xfrm>
            <a:off x="160020" y="195263"/>
            <a:ext cx="7475459" cy="736997"/>
          </a:xfrm>
        </p:spPr>
        <p:txBody>
          <a:bodyPr/>
          <a:lstStyle/>
          <a:p>
            <a:pPr eaLnBrk="1" hangingPunct="1"/>
            <a:r>
              <a:rPr lang="en-US" altLang="zh-CN" dirty="0">
                <a:latin typeface="Times New Roman" panose="02020603050405020304" pitchFamily="18" charset="0"/>
                <a:ea typeface="宋体" panose="02010600030101010101" pitchFamily="2" charset="-122"/>
              </a:rPr>
              <a:t>2. </a:t>
            </a:r>
            <a:r>
              <a:rPr lang="zh-CN" altLang="en-US" dirty="0">
                <a:latin typeface="Times New Roman" panose="02020603050405020304" pitchFamily="18" charset="0"/>
                <a:ea typeface="宋体" panose="02010600030101010101" pitchFamily="2" charset="-122"/>
              </a:rPr>
              <a:t>最长前缀匹配</a:t>
            </a:r>
          </a:p>
        </p:txBody>
      </p:sp>
      <p:sp>
        <p:nvSpPr>
          <p:cNvPr id="296964" name="Rectangle 5">
            <a:extLst>
              <a:ext uri="{FF2B5EF4-FFF2-40B4-BE49-F238E27FC236}">
                <a16:creationId xmlns:a16="http://schemas.microsoft.com/office/drawing/2014/main" id="{7D77159F-A376-2D44-AE5A-183385050C62}"/>
              </a:ext>
            </a:extLst>
          </p:cNvPr>
          <p:cNvSpPr>
            <a:spLocks noChangeArrowheads="1"/>
          </p:cNvSpPr>
          <p:nvPr/>
        </p:nvSpPr>
        <p:spPr bwMode="auto">
          <a:xfrm>
            <a:off x="1143001" y="2238986"/>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32486" name="Rectangle 6">
            <a:extLst>
              <a:ext uri="{FF2B5EF4-FFF2-40B4-BE49-F238E27FC236}">
                <a16:creationId xmlns:a16="http://schemas.microsoft.com/office/drawing/2014/main" id="{A801D254-A3A5-2244-B5E0-00F19921DD6E}"/>
              </a:ext>
            </a:extLst>
          </p:cNvPr>
          <p:cNvSpPr>
            <a:spLocks noGrp="1" noChangeArrowheads="1"/>
          </p:cNvSpPr>
          <p:nvPr>
            <p:ph type="body" idx="1"/>
          </p:nvPr>
        </p:nvSpPr>
        <p:spPr>
          <a:xfrm>
            <a:off x="279082" y="1059657"/>
            <a:ext cx="8602028" cy="3456385"/>
          </a:xfrm>
        </p:spPr>
        <p:txBody>
          <a:bodyPr/>
          <a:lstStyle/>
          <a:p>
            <a:pPr algn="just" eaLnBrk="1" hangingPunct="1"/>
            <a:r>
              <a:rPr lang="zh-CN" altLang="en-US" dirty="0">
                <a:ea typeface="宋体" panose="02010600030101010101" pitchFamily="2" charset="-122"/>
              </a:rPr>
              <a:t>使用 </a:t>
            </a:r>
            <a:r>
              <a:rPr lang="en-US" altLang="zh-CN" dirty="0">
                <a:ea typeface="宋体" panose="02010600030101010101" pitchFamily="2" charset="-122"/>
              </a:rPr>
              <a:t>CIDR </a:t>
            </a:r>
            <a:r>
              <a:rPr lang="zh-CN" altLang="en-US" dirty="0">
                <a:ea typeface="宋体" panose="02010600030101010101" pitchFamily="2" charset="-122"/>
              </a:rPr>
              <a:t>时，路由表中的每个项目由“网络前缀”和“下一跳地址”组成。在查找路由表时可能会得到不止一个匹配结果。 </a:t>
            </a:r>
          </a:p>
          <a:p>
            <a:pPr algn="just" eaLnBrk="1" hangingPunct="1"/>
            <a:r>
              <a:rPr lang="zh-CN" altLang="en-US" dirty="0">
                <a:ea typeface="宋体" panose="02010600030101010101" pitchFamily="2" charset="-122"/>
              </a:rPr>
              <a:t>应当从匹配结果中选择具有最长网络前缀的路由：</a:t>
            </a:r>
            <a:r>
              <a:rPr lang="zh-CN" altLang="en-US" dirty="0">
                <a:solidFill>
                  <a:schemeClr val="hlink"/>
                </a:solidFill>
                <a:ea typeface="宋体" panose="02010600030101010101" pitchFamily="2" charset="-122"/>
              </a:rPr>
              <a:t>最长前缀匹配</a:t>
            </a:r>
            <a:r>
              <a:rPr lang="en-US" altLang="zh-CN" dirty="0">
                <a:ea typeface="宋体" panose="02010600030101010101" pitchFamily="2" charset="-122"/>
              </a:rPr>
              <a:t>(longest-prefix matching)</a:t>
            </a:r>
            <a:r>
              <a:rPr lang="zh-CN" altLang="en-US" dirty="0">
                <a:ea typeface="宋体" panose="02010600030101010101" pitchFamily="2" charset="-122"/>
              </a:rPr>
              <a:t>。</a:t>
            </a:r>
          </a:p>
          <a:p>
            <a:pPr algn="just" eaLnBrk="1" hangingPunct="1"/>
            <a:r>
              <a:rPr lang="zh-CN" altLang="en-US" dirty="0">
                <a:ea typeface="宋体" panose="02010600030101010101" pitchFamily="2" charset="-122"/>
              </a:rPr>
              <a:t>网络前缀越长，其地址块就越小，因而路由就越具体</a:t>
            </a:r>
            <a:r>
              <a:rPr lang="en-US" altLang="zh-CN" dirty="0">
                <a:ea typeface="宋体" panose="02010600030101010101" pitchFamily="2" charset="-122"/>
              </a:rPr>
              <a:t>(more specific)</a:t>
            </a:r>
            <a:r>
              <a:rPr lang="en-US" altLang="zh-CN" sz="2800" dirty="0">
                <a:latin typeface="Times New Roman" panose="02020603050405020304" pitchFamily="18" charset="0"/>
                <a:ea typeface="宋体" panose="02010600030101010101" pitchFamily="2" charset="-122"/>
              </a:rPr>
              <a:t> </a:t>
            </a:r>
            <a:r>
              <a:rPr lang="zh-CN" altLang="en-US" dirty="0">
                <a:ea typeface="宋体" panose="02010600030101010101" pitchFamily="2" charset="-122"/>
              </a:rPr>
              <a:t>。</a:t>
            </a:r>
          </a:p>
          <a:p>
            <a:pPr algn="just" eaLnBrk="1" hangingPunct="1"/>
            <a:r>
              <a:rPr lang="zh-CN" altLang="en-US" dirty="0">
                <a:ea typeface="宋体" panose="02010600030101010101" pitchFamily="2" charset="-122"/>
              </a:rPr>
              <a:t>最长前缀匹配又称为</a:t>
            </a:r>
            <a:r>
              <a:rPr lang="zh-CN" altLang="en-US" dirty="0">
                <a:solidFill>
                  <a:schemeClr val="hlink"/>
                </a:solidFill>
                <a:ea typeface="宋体" panose="02010600030101010101" pitchFamily="2" charset="-122"/>
              </a:rPr>
              <a:t>最长匹配</a:t>
            </a:r>
            <a:r>
              <a:rPr lang="zh-CN" altLang="en-US" dirty="0">
                <a:ea typeface="宋体" panose="02010600030101010101" pitchFamily="2" charset="-122"/>
              </a:rPr>
              <a:t>或</a:t>
            </a:r>
            <a:r>
              <a:rPr lang="zh-CN" altLang="en-US" dirty="0">
                <a:solidFill>
                  <a:schemeClr val="hlink"/>
                </a:solidFill>
                <a:ea typeface="宋体" panose="02010600030101010101" pitchFamily="2" charset="-122"/>
              </a:rPr>
              <a:t>最佳匹配</a:t>
            </a:r>
            <a:r>
              <a:rPr lang="zh-CN" altLang="en-US" dirty="0">
                <a:ea typeface="宋体" panose="02010600030101010101" pitchFamily="2" charset="-122"/>
              </a:rPr>
              <a:t>。</a:t>
            </a:r>
            <a:r>
              <a:rPr lang="zh-CN" altLang="en-US" sz="2800" dirty="0">
                <a:latin typeface="Times New Roman" panose="02020603050405020304" pitchFamily="18" charset="0"/>
                <a:ea typeface="宋体" panose="02010600030101010101" pitchFamily="2" charset="-122"/>
              </a:rPr>
              <a:t>  </a:t>
            </a:r>
            <a:r>
              <a:rPr lang="zh-CN" altLang="en-US" dirty="0">
                <a:ea typeface="宋体" panose="02010600030101010101" pitchFamily="2" charset="-122"/>
              </a:rPr>
              <a:t>  </a:t>
            </a:r>
          </a:p>
        </p:txBody>
      </p:sp>
      <p:sp>
        <p:nvSpPr>
          <p:cNvPr id="296966" name="幻灯片编号占位符 1">
            <a:extLst>
              <a:ext uri="{FF2B5EF4-FFF2-40B4-BE49-F238E27FC236}">
                <a16:creationId xmlns:a16="http://schemas.microsoft.com/office/drawing/2014/main" id="{239E2128-8A05-1148-B790-E97603D9B16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CCDCBAC-FFD5-CB4E-A415-F7304F58444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138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79731368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32486">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32486">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532486">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3506" name="Rectangle 2">
            <a:extLst>
              <a:ext uri="{FF2B5EF4-FFF2-40B4-BE49-F238E27FC236}">
                <a16:creationId xmlns:a16="http://schemas.microsoft.com/office/drawing/2014/main" id="{D99C3D51-83DB-6D49-A42F-18E18DF97809}"/>
              </a:ext>
            </a:extLst>
          </p:cNvPr>
          <p:cNvSpPr>
            <a:spLocks noChangeArrowheads="1"/>
          </p:cNvSpPr>
          <p:nvPr/>
        </p:nvSpPr>
        <p:spPr bwMode="auto">
          <a:xfrm>
            <a:off x="2465785" y="3488293"/>
            <a:ext cx="3726656" cy="1127522"/>
          </a:xfrm>
          <a:prstGeom prst="rect">
            <a:avLst/>
          </a:prstGeom>
          <a:solidFill>
            <a:srgbClr val="CCECFF"/>
          </a:solidFill>
          <a:ln w="2857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9011" name="Text Box 4">
            <a:extLst>
              <a:ext uri="{FF2B5EF4-FFF2-40B4-BE49-F238E27FC236}">
                <a16:creationId xmlns:a16="http://schemas.microsoft.com/office/drawing/2014/main" id="{38F83984-A240-6B44-B2C0-4C6ED4E2BF7C}"/>
              </a:ext>
            </a:extLst>
          </p:cNvPr>
          <p:cNvSpPr txBox="1">
            <a:spLocks noChangeArrowheads="1"/>
          </p:cNvSpPr>
          <p:nvPr/>
        </p:nvSpPr>
        <p:spPr bwMode="auto">
          <a:xfrm>
            <a:off x="1223962" y="976313"/>
            <a:ext cx="5689378"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收到的分组的目的地址 </a:t>
            </a:r>
            <a:r>
              <a:rPr lang="en-US" altLang="zh-CN" sz="2100" i="1">
                <a:latin typeface="Arial" panose="020B0604020202020204" pitchFamily="34" charset="0"/>
                <a:ea typeface="宋体" panose="02010600030101010101" pitchFamily="2" charset="-122"/>
                <a:cs typeface="黑体" panose="02010609060101010101" pitchFamily="49" charset="-122"/>
              </a:rPr>
              <a:t>D</a:t>
            </a:r>
            <a:r>
              <a:rPr lang="en-US" altLang="zh-CN" sz="2100">
                <a:latin typeface="Arial" panose="020B0604020202020204" pitchFamily="34" charset="0"/>
                <a:ea typeface="宋体" panose="02010600030101010101" pitchFamily="2" charset="-122"/>
                <a:cs typeface="黑体" panose="02010609060101010101" pitchFamily="49" charset="-122"/>
              </a:rPr>
              <a:t> = 206.0.71.128</a:t>
            </a:r>
          </a:p>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路由表中的项目：</a:t>
            </a:r>
            <a:r>
              <a:rPr lang="en-US" altLang="zh-CN" sz="2100">
                <a:solidFill>
                  <a:srgbClr val="C00000"/>
                </a:solidFill>
                <a:latin typeface="Arial" panose="020B0604020202020204" pitchFamily="34" charset="0"/>
                <a:ea typeface="宋体" panose="02010600030101010101" pitchFamily="2" charset="-122"/>
                <a:cs typeface="黑体" panose="02010609060101010101" pitchFamily="49" charset="-122"/>
              </a:rPr>
              <a:t>206.0.68.0/22        </a:t>
            </a:r>
            <a:r>
              <a:rPr lang="zh-CN" altLang="en-US" sz="2100">
                <a:solidFill>
                  <a:srgbClr val="C00000"/>
                </a:solidFill>
                <a:latin typeface="Arial" panose="020B0604020202020204" pitchFamily="34" charset="0"/>
                <a:ea typeface="宋体" panose="02010600030101010101" pitchFamily="2" charset="-122"/>
                <a:cs typeface="黑体" panose="02010609060101010101" pitchFamily="49" charset="-122"/>
              </a:rPr>
              <a:t>（</a:t>
            </a:r>
            <a:r>
              <a:rPr lang="en-US" altLang="zh-CN" sz="2100">
                <a:solidFill>
                  <a:srgbClr val="C00000"/>
                </a:solidFill>
                <a:latin typeface="Arial" panose="020B0604020202020204" pitchFamily="34" charset="0"/>
                <a:ea typeface="宋体" panose="02010600030101010101" pitchFamily="2" charset="-122"/>
                <a:cs typeface="黑体" panose="02010609060101010101" pitchFamily="49" charset="-122"/>
              </a:rPr>
              <a:t>ISP</a:t>
            </a:r>
            <a:r>
              <a:rPr lang="zh-CN" altLang="en-US" sz="2100">
                <a:solidFill>
                  <a:srgbClr val="C00000"/>
                </a:solidFill>
                <a:latin typeface="Arial" panose="020B0604020202020204" pitchFamily="34" charset="0"/>
                <a:ea typeface="宋体" panose="02010600030101010101" pitchFamily="2" charset="-122"/>
                <a:cs typeface="黑体" panose="02010609060101010101" pitchFamily="49" charset="-122"/>
              </a:rPr>
              <a:t>）</a:t>
            </a:r>
          </a:p>
          <a:p>
            <a:pPr eaLnBrk="1" hangingPunct="1">
              <a:spcBef>
                <a:spcPct val="0"/>
              </a:spcBef>
              <a:buClrTx/>
              <a:buSzTx/>
              <a:buFontTx/>
              <a:buNone/>
            </a:pPr>
            <a:r>
              <a:rPr lang="zh-CN" altLang="en-US" sz="2100">
                <a:solidFill>
                  <a:srgbClr val="C00000"/>
                </a:solidFill>
                <a:latin typeface="Arial" panose="020B0604020202020204" pitchFamily="34" charset="0"/>
                <a:ea typeface="宋体" panose="02010600030101010101" pitchFamily="2" charset="-122"/>
                <a:cs typeface="黑体" panose="02010609060101010101" pitchFamily="49" charset="-122"/>
              </a:rPr>
              <a:t>                             </a:t>
            </a:r>
            <a:r>
              <a:rPr lang="en-US" altLang="zh-CN" sz="2100">
                <a:solidFill>
                  <a:srgbClr val="C00000"/>
                </a:solidFill>
                <a:latin typeface="Arial" panose="020B0604020202020204" pitchFamily="34" charset="0"/>
                <a:ea typeface="宋体" panose="02010600030101010101" pitchFamily="2" charset="-122"/>
                <a:cs typeface="黑体" panose="02010609060101010101" pitchFamily="49" charset="-122"/>
              </a:rPr>
              <a:t>206.0.71.128/25    </a:t>
            </a:r>
            <a:r>
              <a:rPr lang="zh-CN" altLang="en-US" sz="2100">
                <a:solidFill>
                  <a:srgbClr val="C00000"/>
                </a:solidFill>
                <a:latin typeface="Arial" panose="020B0604020202020204" pitchFamily="34" charset="0"/>
                <a:ea typeface="宋体" panose="02010600030101010101" pitchFamily="2" charset="-122"/>
                <a:cs typeface="黑体" panose="02010609060101010101" pitchFamily="49" charset="-122"/>
              </a:rPr>
              <a:t>（四系）</a:t>
            </a:r>
          </a:p>
        </p:txBody>
      </p:sp>
      <p:sp>
        <p:nvSpPr>
          <p:cNvPr id="299012" name="Text Box 5">
            <a:extLst>
              <a:ext uri="{FF2B5EF4-FFF2-40B4-BE49-F238E27FC236}">
                <a16:creationId xmlns:a16="http://schemas.microsoft.com/office/drawing/2014/main" id="{3D1F7517-F009-AD44-B3AE-90B4C53EE2DB}"/>
              </a:ext>
            </a:extLst>
          </p:cNvPr>
          <p:cNvSpPr txBox="1">
            <a:spLocks noChangeArrowheads="1"/>
          </p:cNvSpPr>
          <p:nvPr/>
        </p:nvSpPr>
        <p:spPr bwMode="auto">
          <a:xfrm>
            <a:off x="1223963" y="1972627"/>
            <a:ext cx="3446777"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查找路由表中的第 </a:t>
            </a:r>
            <a:r>
              <a:rPr lang="en-US" altLang="zh-CN" sz="2100" dirty="0">
                <a:latin typeface="Arial" panose="020B0604020202020204" pitchFamily="34" charset="0"/>
                <a:ea typeface="宋体" panose="02010600030101010101" pitchFamily="2" charset="-122"/>
                <a:cs typeface="黑体" panose="02010609060101010101" pitchFamily="49" charset="-122"/>
              </a:rPr>
              <a:t>1 </a:t>
            </a:r>
            <a:r>
              <a:rPr lang="zh-CN" altLang="en-US" sz="2100" dirty="0">
                <a:latin typeface="Arial" panose="020B0604020202020204" pitchFamily="34" charset="0"/>
                <a:ea typeface="宋体" panose="02010600030101010101" pitchFamily="2" charset="-122"/>
                <a:cs typeface="黑体" panose="02010609060101010101" pitchFamily="49" charset="-122"/>
              </a:rPr>
              <a:t>个项目</a:t>
            </a:r>
          </a:p>
        </p:txBody>
      </p:sp>
      <p:sp>
        <p:nvSpPr>
          <p:cNvPr id="299013" name="Text Box 6">
            <a:extLst>
              <a:ext uri="{FF2B5EF4-FFF2-40B4-BE49-F238E27FC236}">
                <a16:creationId xmlns:a16="http://schemas.microsoft.com/office/drawing/2014/main" id="{CB8CB2E9-7418-6F4E-A749-E24DA8B529A6}"/>
              </a:ext>
            </a:extLst>
          </p:cNvPr>
          <p:cNvSpPr txBox="1">
            <a:spLocks noChangeArrowheads="1"/>
          </p:cNvSpPr>
          <p:nvPr/>
        </p:nvSpPr>
        <p:spPr bwMode="auto">
          <a:xfrm>
            <a:off x="1223962" y="3813334"/>
            <a:ext cx="639722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800">
                <a:latin typeface="Courier New" panose="02070309020205020404" pitchFamily="49" charset="0"/>
                <a:ea typeface="宋体" panose="02010600030101010101" pitchFamily="2" charset="-122"/>
                <a:cs typeface="Courier New" panose="02070309020205020404" pitchFamily="49" charset="0"/>
              </a:rPr>
              <a:t>AND  </a:t>
            </a:r>
            <a:r>
              <a:rPr lang="en-US" altLang="zh-CN" sz="1800" i="1">
                <a:latin typeface="Courier New" panose="02070309020205020404" pitchFamily="49" charset="0"/>
                <a:ea typeface="宋体" panose="02010600030101010101" pitchFamily="2" charset="-122"/>
                <a:cs typeface="Courier New" panose="02070309020205020404" pitchFamily="49" charset="0"/>
              </a:rPr>
              <a:t>D</a:t>
            </a:r>
            <a:r>
              <a:rPr lang="en-US" altLang="zh-CN" sz="1800">
                <a:latin typeface="Courier New" panose="02070309020205020404" pitchFamily="49" charset="0"/>
                <a:ea typeface="宋体" panose="02010600030101010101" pitchFamily="2" charset="-122"/>
                <a:cs typeface="Courier New" panose="02070309020205020404" pitchFamily="49" charset="0"/>
              </a:rPr>
              <a:t> =  </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206. </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 0</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a:t>
            </a:r>
            <a:r>
              <a:rPr lang="en-US" altLang="zh-CN" sz="1800">
                <a:solidFill>
                  <a:srgbClr val="C00000"/>
                </a:solidFill>
                <a:latin typeface="Courier New" panose="02070309020205020404" pitchFamily="49" charset="0"/>
                <a:ea typeface="宋体" panose="02010600030101010101" pitchFamily="2" charset="-122"/>
                <a:cs typeface="Courier New" panose="02070309020205020404" pitchFamily="49" charset="0"/>
              </a:rPr>
              <a:t>01000111</a:t>
            </a:r>
            <a:r>
              <a:rPr lang="en-US" altLang="zh-CN" sz="1800">
                <a:latin typeface="Courier New" panose="02070309020205020404" pitchFamily="49" charset="0"/>
                <a:ea typeface="宋体" panose="02010600030101010101" pitchFamily="2" charset="-122"/>
                <a:cs typeface="Courier New" panose="02070309020205020404" pitchFamily="49" charset="0"/>
              </a:rPr>
              <a:t>.10000000</a:t>
            </a:r>
          </a:p>
        </p:txBody>
      </p:sp>
      <p:sp>
        <p:nvSpPr>
          <p:cNvPr id="299014" name="Text Box 7">
            <a:extLst>
              <a:ext uri="{FF2B5EF4-FFF2-40B4-BE49-F238E27FC236}">
                <a16:creationId xmlns:a16="http://schemas.microsoft.com/office/drawing/2014/main" id="{C77C2636-C192-9347-8FAC-399B269637AB}"/>
              </a:ext>
            </a:extLst>
          </p:cNvPr>
          <p:cNvSpPr txBox="1">
            <a:spLocks noChangeArrowheads="1"/>
          </p:cNvSpPr>
          <p:nvPr/>
        </p:nvSpPr>
        <p:spPr bwMode="auto">
          <a:xfrm>
            <a:off x="1223962" y="2297668"/>
            <a:ext cx="6827510"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第 </a:t>
            </a:r>
            <a:r>
              <a:rPr lang="en-US" altLang="zh-CN" sz="2100">
                <a:latin typeface="Arial" panose="020B0604020202020204" pitchFamily="34" charset="0"/>
                <a:ea typeface="宋体" panose="02010600030101010101" pitchFamily="2" charset="-122"/>
                <a:cs typeface="黑体" panose="02010609060101010101" pitchFamily="49" charset="-122"/>
              </a:rPr>
              <a:t>1 </a:t>
            </a:r>
            <a:r>
              <a:rPr lang="zh-CN" altLang="en-US" sz="2100">
                <a:latin typeface="Arial" panose="020B0604020202020204" pitchFamily="34" charset="0"/>
                <a:ea typeface="宋体" panose="02010600030101010101" pitchFamily="2" charset="-122"/>
                <a:cs typeface="黑体" panose="02010609060101010101" pitchFamily="49" charset="-122"/>
              </a:rPr>
              <a:t>个项目 </a:t>
            </a:r>
            <a:r>
              <a:rPr lang="en-US" altLang="zh-CN" sz="2100">
                <a:latin typeface="Arial" panose="020B0604020202020204" pitchFamily="34" charset="0"/>
                <a:ea typeface="宋体" panose="02010600030101010101" pitchFamily="2" charset="-122"/>
                <a:cs typeface="黑体" panose="02010609060101010101" pitchFamily="49" charset="-122"/>
              </a:rPr>
              <a:t>206.0.68.0/22 </a:t>
            </a:r>
            <a:r>
              <a:rPr lang="zh-CN" altLang="en-US" sz="2100">
                <a:latin typeface="Arial" panose="020B0604020202020204" pitchFamily="34" charset="0"/>
                <a:ea typeface="宋体" panose="02010600030101010101" pitchFamily="2" charset="-122"/>
                <a:cs typeface="黑体" panose="02010609060101010101" pitchFamily="49" charset="-122"/>
              </a:rPr>
              <a:t>的掩码 </a:t>
            </a:r>
            <a:r>
              <a:rPr lang="en-US" altLang="zh-CN" sz="2100" i="1">
                <a:latin typeface="Arial" panose="020B0604020202020204" pitchFamily="34" charset="0"/>
                <a:ea typeface="宋体" panose="02010600030101010101" pitchFamily="2" charset="-122"/>
                <a:cs typeface="黑体" panose="02010609060101010101" pitchFamily="49" charset="-122"/>
              </a:rPr>
              <a:t>M</a:t>
            </a:r>
            <a:r>
              <a:rPr lang="en-US" altLang="zh-CN" sz="210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有 </a:t>
            </a:r>
            <a:r>
              <a:rPr lang="en-US" altLang="zh-CN" sz="2100">
                <a:latin typeface="Arial" panose="020B0604020202020204" pitchFamily="34" charset="0"/>
                <a:ea typeface="宋体" panose="02010600030101010101" pitchFamily="2" charset="-122"/>
                <a:cs typeface="黑体" panose="02010609060101010101" pitchFamily="49" charset="-122"/>
              </a:rPr>
              <a:t>22 </a:t>
            </a:r>
            <a:r>
              <a:rPr lang="zh-CN" altLang="en-US" sz="2100">
                <a:latin typeface="Arial" panose="020B0604020202020204" pitchFamily="34" charset="0"/>
                <a:ea typeface="宋体" panose="02010600030101010101" pitchFamily="2" charset="-122"/>
                <a:cs typeface="黑体" panose="02010609060101010101" pitchFamily="49" charset="-122"/>
              </a:rPr>
              <a:t>个连续的 </a:t>
            </a:r>
            <a:r>
              <a:rPr lang="en-US" altLang="zh-CN" sz="2100">
                <a:latin typeface="Arial" panose="020B0604020202020204" pitchFamily="34" charset="0"/>
                <a:ea typeface="宋体" panose="02010600030101010101" pitchFamily="2" charset="-122"/>
                <a:cs typeface="黑体" panose="02010609060101010101" pitchFamily="49" charset="-122"/>
              </a:rPr>
              <a:t>1</a:t>
            </a:r>
            <a:r>
              <a:rPr lang="zh-CN" altLang="en-US" sz="2100">
                <a:latin typeface="Arial" panose="020B0604020202020204" pitchFamily="34" charset="0"/>
                <a:ea typeface="宋体" panose="02010600030101010101" pitchFamily="2" charset="-122"/>
                <a:cs typeface="黑体" panose="02010609060101010101" pitchFamily="49" charset="-122"/>
              </a:rPr>
              <a:t>。</a:t>
            </a:r>
          </a:p>
        </p:txBody>
      </p:sp>
      <p:sp>
        <p:nvSpPr>
          <p:cNvPr id="299015" name="Text Box 8">
            <a:extLst>
              <a:ext uri="{FF2B5EF4-FFF2-40B4-BE49-F238E27FC236}">
                <a16:creationId xmlns:a16="http://schemas.microsoft.com/office/drawing/2014/main" id="{D21747F2-7522-ED4C-A4B3-35E0B64FA63E}"/>
              </a:ext>
            </a:extLst>
          </p:cNvPr>
          <p:cNvSpPr txBox="1">
            <a:spLocks noChangeArrowheads="1"/>
          </p:cNvSpPr>
          <p:nvPr/>
        </p:nvSpPr>
        <p:spPr bwMode="auto">
          <a:xfrm>
            <a:off x="1918098" y="2731056"/>
            <a:ext cx="533331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i="1">
                <a:latin typeface="Arial" panose="020B0604020202020204" pitchFamily="34" charset="0"/>
                <a:ea typeface="宋体" panose="02010600030101010101" pitchFamily="2" charset="-122"/>
                <a:cs typeface="黑体" panose="02010609060101010101" pitchFamily="49" charset="-122"/>
              </a:rPr>
              <a:t>M</a:t>
            </a:r>
            <a:r>
              <a:rPr lang="en-US" altLang="zh-CN" sz="2100">
                <a:latin typeface="Arial" panose="020B0604020202020204" pitchFamily="34" charset="0"/>
                <a:ea typeface="宋体" panose="02010600030101010101" pitchFamily="2" charset="-122"/>
                <a:cs typeface="黑体" panose="02010609060101010101" pitchFamily="49" charset="-122"/>
              </a:rPr>
              <a:t> = 11111111 11111111 11111100 00000000</a:t>
            </a:r>
          </a:p>
        </p:txBody>
      </p:sp>
      <p:sp>
        <p:nvSpPr>
          <p:cNvPr id="299016" name="Text Box 9">
            <a:extLst>
              <a:ext uri="{FF2B5EF4-FFF2-40B4-BE49-F238E27FC236}">
                <a16:creationId xmlns:a16="http://schemas.microsoft.com/office/drawing/2014/main" id="{8F59F26E-C53C-E54B-82EA-A7069C4F587D}"/>
              </a:ext>
            </a:extLst>
          </p:cNvPr>
          <p:cNvSpPr txBox="1">
            <a:spLocks noChangeArrowheads="1"/>
          </p:cNvSpPr>
          <p:nvPr/>
        </p:nvSpPr>
        <p:spPr bwMode="auto">
          <a:xfrm>
            <a:off x="1223963" y="3100150"/>
            <a:ext cx="540724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因此只需把 </a:t>
            </a:r>
            <a:r>
              <a:rPr lang="en-US" altLang="zh-CN" sz="2100" i="1">
                <a:latin typeface="Arial" panose="020B0604020202020204" pitchFamily="34" charset="0"/>
                <a:ea typeface="宋体" panose="02010600030101010101" pitchFamily="2" charset="-122"/>
                <a:cs typeface="黑体" panose="02010609060101010101" pitchFamily="49" charset="-122"/>
              </a:rPr>
              <a:t>D</a:t>
            </a:r>
            <a:r>
              <a:rPr lang="en-US" altLang="zh-CN" sz="210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的第 </a:t>
            </a:r>
            <a:r>
              <a:rPr lang="en-US" altLang="zh-CN" sz="2100">
                <a:latin typeface="Arial" panose="020B0604020202020204" pitchFamily="34" charset="0"/>
                <a:ea typeface="宋体" panose="02010600030101010101" pitchFamily="2" charset="-122"/>
                <a:cs typeface="黑体" panose="02010609060101010101" pitchFamily="49" charset="-122"/>
              </a:rPr>
              <a:t>3 </a:t>
            </a:r>
            <a:r>
              <a:rPr lang="zh-CN" altLang="en-US" sz="2100">
                <a:latin typeface="Arial" panose="020B0604020202020204" pitchFamily="34" charset="0"/>
                <a:ea typeface="宋体" panose="02010600030101010101" pitchFamily="2" charset="-122"/>
                <a:cs typeface="黑体" panose="02010609060101010101" pitchFamily="49" charset="-122"/>
              </a:rPr>
              <a:t>个字节转换成二进制。</a:t>
            </a:r>
          </a:p>
        </p:txBody>
      </p:sp>
      <p:sp>
        <p:nvSpPr>
          <p:cNvPr id="299017" name="Text Box 10">
            <a:extLst>
              <a:ext uri="{FF2B5EF4-FFF2-40B4-BE49-F238E27FC236}">
                <a16:creationId xmlns:a16="http://schemas.microsoft.com/office/drawing/2014/main" id="{8A3A930F-5F39-8D44-8338-8E3D98640BDC}"/>
              </a:ext>
            </a:extLst>
          </p:cNvPr>
          <p:cNvSpPr txBox="1">
            <a:spLocks noChangeArrowheads="1"/>
          </p:cNvSpPr>
          <p:nvPr/>
        </p:nvSpPr>
        <p:spPr bwMode="auto">
          <a:xfrm>
            <a:off x="1918097" y="3482340"/>
            <a:ext cx="57531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800" i="1">
                <a:latin typeface="Courier New" panose="02070309020205020404" pitchFamily="49" charset="0"/>
                <a:ea typeface="宋体" panose="02010600030101010101" pitchFamily="2" charset="-122"/>
                <a:cs typeface="Courier New" panose="02070309020205020404" pitchFamily="49" charset="0"/>
              </a:rPr>
              <a:t>M</a:t>
            </a:r>
            <a:r>
              <a:rPr lang="en-US" altLang="zh-CN" sz="1800">
                <a:latin typeface="Courier New" panose="02070309020205020404" pitchFamily="49" charset="0"/>
                <a:ea typeface="宋体" panose="02010600030101010101" pitchFamily="2" charset="-122"/>
                <a:cs typeface="Courier New" panose="02070309020205020404" pitchFamily="49" charset="0"/>
              </a:rPr>
              <a:t> = 11111111</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11111111</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solidFill>
                  <a:srgbClr val="C00000"/>
                </a:solidFill>
                <a:latin typeface="Courier New" panose="02070309020205020404" pitchFamily="49" charset="0"/>
                <a:ea typeface="宋体" panose="02010600030101010101" pitchFamily="2" charset="-122"/>
                <a:cs typeface="Courier New" panose="02070309020205020404" pitchFamily="49" charset="0"/>
              </a:rPr>
              <a:t>11111100</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00000000</a:t>
            </a:r>
          </a:p>
        </p:txBody>
      </p:sp>
      <p:sp>
        <p:nvSpPr>
          <p:cNvPr id="299018" name="Line 11">
            <a:extLst>
              <a:ext uri="{FF2B5EF4-FFF2-40B4-BE49-F238E27FC236}">
                <a16:creationId xmlns:a16="http://schemas.microsoft.com/office/drawing/2014/main" id="{814DFE1A-0FB4-C441-A391-45A4789949DD}"/>
              </a:ext>
            </a:extLst>
          </p:cNvPr>
          <p:cNvSpPr>
            <a:spLocks noChangeShapeType="1"/>
          </p:cNvSpPr>
          <p:nvPr/>
        </p:nvSpPr>
        <p:spPr bwMode="auto">
          <a:xfrm>
            <a:off x="1143000" y="4190762"/>
            <a:ext cx="6615113" cy="0"/>
          </a:xfrm>
          <a:prstGeom prst="line">
            <a:avLst/>
          </a:prstGeom>
          <a:noFill/>
          <a:ln w="28575">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9019" name="Text Box 12">
            <a:extLst>
              <a:ext uri="{FF2B5EF4-FFF2-40B4-BE49-F238E27FC236}">
                <a16:creationId xmlns:a16="http://schemas.microsoft.com/office/drawing/2014/main" id="{458ED657-98A2-ED4B-9C7B-08388B19B116}"/>
              </a:ext>
            </a:extLst>
          </p:cNvPr>
          <p:cNvSpPr txBox="1">
            <a:spLocks noChangeArrowheads="1"/>
          </p:cNvSpPr>
          <p:nvPr/>
        </p:nvSpPr>
        <p:spPr bwMode="auto">
          <a:xfrm>
            <a:off x="2601516" y="4222909"/>
            <a:ext cx="44582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206.   0</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a:t>
            </a:r>
            <a:r>
              <a:rPr lang="en-US" altLang="zh-CN" sz="1800">
                <a:solidFill>
                  <a:srgbClr val="C00000"/>
                </a:solidFill>
                <a:latin typeface="Courier New" panose="02070309020205020404" pitchFamily="49" charset="0"/>
                <a:ea typeface="宋体" panose="02010600030101010101" pitchFamily="2" charset="-122"/>
                <a:cs typeface="Courier New" panose="02070309020205020404" pitchFamily="49" charset="0"/>
              </a:rPr>
              <a:t>01000100</a:t>
            </a:r>
            <a:r>
              <a:rPr lang="en-US" altLang="zh-CN" sz="1800">
                <a:latin typeface="Courier New" panose="02070309020205020404" pitchFamily="49" charset="0"/>
                <a:ea typeface="宋体" panose="02010600030101010101" pitchFamily="2" charset="-122"/>
                <a:cs typeface="Courier New" panose="02070309020205020404" pitchFamily="49" charset="0"/>
              </a:rPr>
              <a:t>.    0</a:t>
            </a:r>
          </a:p>
        </p:txBody>
      </p:sp>
      <p:sp>
        <p:nvSpPr>
          <p:cNvPr id="533517" name="Text Box 13">
            <a:extLst>
              <a:ext uri="{FF2B5EF4-FFF2-40B4-BE49-F238E27FC236}">
                <a16:creationId xmlns:a16="http://schemas.microsoft.com/office/drawing/2014/main" id="{789B2EAD-4E78-594E-B2EF-E98555D21EE3}"/>
              </a:ext>
            </a:extLst>
          </p:cNvPr>
          <p:cNvSpPr txBox="1">
            <a:spLocks noChangeArrowheads="1"/>
          </p:cNvSpPr>
          <p:nvPr/>
        </p:nvSpPr>
        <p:spPr bwMode="auto">
          <a:xfrm>
            <a:off x="1223962" y="4650031"/>
            <a:ext cx="2786340"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与 </a:t>
            </a:r>
            <a:r>
              <a:rPr lang="en-US" altLang="zh-CN" sz="2100">
                <a:latin typeface="Arial" panose="020B0604020202020204" pitchFamily="34" charset="0"/>
                <a:ea typeface="宋体" panose="02010600030101010101" pitchFamily="2" charset="-122"/>
                <a:cs typeface="黑体" panose="02010609060101010101" pitchFamily="49" charset="-122"/>
              </a:rPr>
              <a:t>206.0.68.0/22 </a:t>
            </a:r>
            <a:r>
              <a:rPr lang="zh-CN" altLang="en-US" sz="2100">
                <a:latin typeface="Arial" panose="020B0604020202020204" pitchFamily="34" charset="0"/>
                <a:ea typeface="宋体" panose="02010600030101010101" pitchFamily="2" charset="-122"/>
                <a:cs typeface="黑体" panose="02010609060101010101" pitchFamily="49" charset="-122"/>
              </a:rPr>
              <a:t>匹配</a:t>
            </a:r>
          </a:p>
        </p:txBody>
      </p:sp>
      <p:sp>
        <p:nvSpPr>
          <p:cNvPr id="299021" name="幻灯片编号占位符 1">
            <a:extLst>
              <a:ext uri="{FF2B5EF4-FFF2-40B4-BE49-F238E27FC236}">
                <a16:creationId xmlns:a16="http://schemas.microsoft.com/office/drawing/2014/main" id="{B6E472C9-F04F-4043-B986-6F876942A615}"/>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C498166-1D98-264D-A4D7-512FC4313573}"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139</a:t>
            </a:fld>
            <a:endParaRPr lang="en-US" altLang="zh-CN" sz="1050" dirty="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 name="标题 1">
            <a:extLst>
              <a:ext uri="{FF2B5EF4-FFF2-40B4-BE49-F238E27FC236}">
                <a16:creationId xmlns:a16="http://schemas.microsoft.com/office/drawing/2014/main" id="{9B72A041-40B3-C645-9985-2523CF2D615F}"/>
              </a:ext>
            </a:extLst>
          </p:cNvPr>
          <p:cNvSpPr>
            <a:spLocks noGrp="1"/>
          </p:cNvSpPr>
          <p:nvPr>
            <p:ph type="title"/>
          </p:nvPr>
        </p:nvSpPr>
        <p:spPr/>
        <p:txBody>
          <a:bodyPr/>
          <a:lstStyle/>
          <a:p>
            <a:r>
              <a:rPr lang="zh-CN" altLang="en-US" dirty="0">
                <a:ea typeface="宋体" panose="02010600030101010101" pitchFamily="2" charset="-122"/>
              </a:rPr>
              <a:t>最长前缀匹配举例</a:t>
            </a:r>
            <a:endParaRPr kumimoji="1" lang="zh-CN" altLang="en-US" dirty="0"/>
          </a:p>
        </p:txBody>
      </p:sp>
    </p:spTree>
    <p:extLst>
      <p:ext uri="{BB962C8B-B14F-4D97-AF65-F5344CB8AC3E}">
        <p14:creationId xmlns:p14="http://schemas.microsoft.com/office/powerpoint/2010/main" val="112050521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33506"/>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533506"/>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3500"/>
                            </p:stCondLst>
                            <p:childTnLst>
                              <p:par>
                                <p:cTn id="11" presetID="1" presetClass="entr" presetSubtype="0" fill="hold" grpId="0" nodeType="afterEffect">
                                  <p:stCondLst>
                                    <p:cond delay="0"/>
                                  </p:stCondLst>
                                  <p:childTnLst>
                                    <p:set>
                                      <p:cBhvr>
                                        <p:cTn id="12" dur="1" fill="hold">
                                          <p:stCondLst>
                                            <p:cond delay="0"/>
                                          </p:stCondLst>
                                        </p:cTn>
                                        <p:tgtEl>
                                          <p:spTgt spid="5335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3506" grpId="0" animBg="1"/>
      <p:bldP spid="533506" grpId="1" animBg="1"/>
      <p:bldP spid="533517"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4530" name="Rectangle 2">
            <a:extLst>
              <a:ext uri="{FF2B5EF4-FFF2-40B4-BE49-F238E27FC236}">
                <a16:creationId xmlns:a16="http://schemas.microsoft.com/office/drawing/2014/main" id="{8D51EAA7-4073-3441-B4C8-B058C30BA7AD}"/>
              </a:ext>
            </a:extLst>
          </p:cNvPr>
          <p:cNvSpPr>
            <a:spLocks noChangeArrowheads="1"/>
          </p:cNvSpPr>
          <p:nvPr/>
        </p:nvSpPr>
        <p:spPr bwMode="auto">
          <a:xfrm>
            <a:off x="2736056" y="3377565"/>
            <a:ext cx="3563541" cy="1188244"/>
          </a:xfrm>
          <a:prstGeom prst="rect">
            <a:avLst/>
          </a:prstGeom>
          <a:solidFill>
            <a:srgbClr val="CCECFF"/>
          </a:solidFill>
          <a:ln w="2857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800">
              <a:solidFill>
                <a:schemeClr val="tx1"/>
              </a:solidFill>
              <a:latin typeface="Courier New" panose="02070309020205020404" pitchFamily="49" charset="0"/>
              <a:ea typeface="宋体" panose="02010600030101010101" pitchFamily="2" charset="-122"/>
            </a:endParaRPr>
          </a:p>
        </p:txBody>
      </p:sp>
      <p:sp>
        <p:nvSpPr>
          <p:cNvPr id="301059" name="Text Box 4">
            <a:extLst>
              <a:ext uri="{FF2B5EF4-FFF2-40B4-BE49-F238E27FC236}">
                <a16:creationId xmlns:a16="http://schemas.microsoft.com/office/drawing/2014/main" id="{25A327A7-E7C6-3D4F-9B27-24E2D2F21F86}"/>
              </a:ext>
            </a:extLst>
          </p:cNvPr>
          <p:cNvSpPr txBox="1">
            <a:spLocks noChangeArrowheads="1"/>
          </p:cNvSpPr>
          <p:nvPr/>
        </p:nvSpPr>
        <p:spPr bwMode="auto">
          <a:xfrm>
            <a:off x="1223962" y="953453"/>
            <a:ext cx="5689378"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收到的分组的目的地址 </a:t>
            </a:r>
            <a:r>
              <a:rPr lang="en-US" altLang="zh-CN" sz="2100" i="1">
                <a:latin typeface="Arial" panose="020B0604020202020204" pitchFamily="34" charset="0"/>
                <a:ea typeface="宋体" panose="02010600030101010101" pitchFamily="2" charset="-122"/>
                <a:cs typeface="黑体" panose="02010609060101010101" pitchFamily="49" charset="-122"/>
              </a:rPr>
              <a:t>D</a:t>
            </a:r>
            <a:r>
              <a:rPr lang="en-US" altLang="zh-CN" sz="2100">
                <a:latin typeface="Arial" panose="020B0604020202020204" pitchFamily="34" charset="0"/>
                <a:ea typeface="宋体" panose="02010600030101010101" pitchFamily="2" charset="-122"/>
                <a:cs typeface="黑体" panose="02010609060101010101" pitchFamily="49" charset="-122"/>
              </a:rPr>
              <a:t> = 206.0.71.128</a:t>
            </a:r>
          </a:p>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路由表中的项目：</a:t>
            </a:r>
            <a:r>
              <a:rPr lang="en-US" altLang="zh-CN" sz="2100">
                <a:solidFill>
                  <a:srgbClr val="C00000"/>
                </a:solidFill>
                <a:latin typeface="Arial" panose="020B0604020202020204" pitchFamily="34" charset="0"/>
                <a:ea typeface="宋体" panose="02010600030101010101" pitchFamily="2" charset="-122"/>
                <a:cs typeface="黑体" panose="02010609060101010101" pitchFamily="49" charset="-122"/>
              </a:rPr>
              <a:t>206.0.68.0/22        </a:t>
            </a:r>
            <a:r>
              <a:rPr lang="zh-CN" altLang="en-US" sz="2100">
                <a:solidFill>
                  <a:srgbClr val="C00000"/>
                </a:solidFill>
                <a:latin typeface="Arial" panose="020B0604020202020204" pitchFamily="34" charset="0"/>
                <a:ea typeface="宋体" panose="02010600030101010101" pitchFamily="2" charset="-122"/>
                <a:cs typeface="黑体" panose="02010609060101010101" pitchFamily="49" charset="-122"/>
              </a:rPr>
              <a:t>（</a:t>
            </a:r>
            <a:r>
              <a:rPr lang="en-US" altLang="zh-CN" sz="2100">
                <a:solidFill>
                  <a:srgbClr val="C00000"/>
                </a:solidFill>
                <a:latin typeface="Arial" panose="020B0604020202020204" pitchFamily="34" charset="0"/>
                <a:ea typeface="宋体" panose="02010600030101010101" pitchFamily="2" charset="-122"/>
                <a:cs typeface="黑体" panose="02010609060101010101" pitchFamily="49" charset="-122"/>
              </a:rPr>
              <a:t>ISP</a:t>
            </a:r>
            <a:r>
              <a:rPr lang="zh-CN" altLang="en-US" sz="2100">
                <a:solidFill>
                  <a:srgbClr val="C00000"/>
                </a:solidFill>
                <a:latin typeface="Arial" panose="020B0604020202020204" pitchFamily="34" charset="0"/>
                <a:ea typeface="宋体" panose="02010600030101010101" pitchFamily="2" charset="-122"/>
                <a:cs typeface="黑体" panose="02010609060101010101" pitchFamily="49" charset="-122"/>
              </a:rPr>
              <a:t>）</a:t>
            </a:r>
          </a:p>
          <a:p>
            <a:pPr eaLnBrk="1" hangingPunct="1">
              <a:spcBef>
                <a:spcPct val="0"/>
              </a:spcBef>
              <a:buClrTx/>
              <a:buSzTx/>
              <a:buFontTx/>
              <a:buNone/>
            </a:pPr>
            <a:r>
              <a:rPr lang="zh-CN" altLang="en-US" sz="2100">
                <a:solidFill>
                  <a:srgbClr val="C00000"/>
                </a:solidFill>
                <a:latin typeface="Arial" panose="020B0604020202020204" pitchFamily="34" charset="0"/>
                <a:ea typeface="宋体" panose="02010600030101010101" pitchFamily="2" charset="-122"/>
                <a:cs typeface="黑体" panose="02010609060101010101" pitchFamily="49" charset="-122"/>
              </a:rPr>
              <a:t>                             </a:t>
            </a:r>
            <a:r>
              <a:rPr lang="en-US" altLang="zh-CN" sz="2100">
                <a:solidFill>
                  <a:srgbClr val="C00000"/>
                </a:solidFill>
                <a:latin typeface="Arial" panose="020B0604020202020204" pitchFamily="34" charset="0"/>
                <a:ea typeface="宋体" panose="02010600030101010101" pitchFamily="2" charset="-122"/>
                <a:cs typeface="黑体" panose="02010609060101010101" pitchFamily="49" charset="-122"/>
              </a:rPr>
              <a:t>206.0.71.128/25    </a:t>
            </a:r>
            <a:r>
              <a:rPr lang="zh-CN" altLang="en-US" sz="2100">
                <a:solidFill>
                  <a:srgbClr val="C00000"/>
                </a:solidFill>
                <a:latin typeface="Arial" panose="020B0604020202020204" pitchFamily="34" charset="0"/>
                <a:ea typeface="宋体" panose="02010600030101010101" pitchFamily="2" charset="-122"/>
                <a:cs typeface="黑体" panose="02010609060101010101" pitchFamily="49" charset="-122"/>
              </a:rPr>
              <a:t>（四系）</a:t>
            </a:r>
          </a:p>
        </p:txBody>
      </p:sp>
      <p:sp>
        <p:nvSpPr>
          <p:cNvPr id="301060" name="Text Box 5">
            <a:extLst>
              <a:ext uri="{FF2B5EF4-FFF2-40B4-BE49-F238E27FC236}">
                <a16:creationId xmlns:a16="http://schemas.microsoft.com/office/drawing/2014/main" id="{1A50002D-8FCD-C14F-8AC1-F48CFF1BDCDE}"/>
              </a:ext>
            </a:extLst>
          </p:cNvPr>
          <p:cNvSpPr txBox="1">
            <a:spLocks noChangeArrowheads="1"/>
          </p:cNvSpPr>
          <p:nvPr/>
        </p:nvSpPr>
        <p:spPr bwMode="auto">
          <a:xfrm>
            <a:off x="1223962" y="1915477"/>
            <a:ext cx="3716082"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再查找路由表中的第 </a:t>
            </a:r>
            <a:r>
              <a:rPr lang="en-US" altLang="zh-CN" sz="2100">
                <a:latin typeface="Arial" panose="020B0604020202020204" pitchFamily="34" charset="0"/>
                <a:ea typeface="宋体" panose="02010600030101010101" pitchFamily="2" charset="-122"/>
                <a:cs typeface="黑体" panose="02010609060101010101" pitchFamily="49" charset="-122"/>
              </a:rPr>
              <a:t>2 </a:t>
            </a:r>
            <a:r>
              <a:rPr lang="zh-CN" altLang="en-US" sz="2100">
                <a:latin typeface="Arial" panose="020B0604020202020204" pitchFamily="34" charset="0"/>
                <a:ea typeface="宋体" panose="02010600030101010101" pitchFamily="2" charset="-122"/>
                <a:cs typeface="黑体" panose="02010609060101010101" pitchFamily="49" charset="-122"/>
              </a:rPr>
              <a:t>个项目</a:t>
            </a:r>
          </a:p>
        </p:txBody>
      </p:sp>
      <p:sp>
        <p:nvSpPr>
          <p:cNvPr id="301061" name="Text Box 6">
            <a:extLst>
              <a:ext uri="{FF2B5EF4-FFF2-40B4-BE49-F238E27FC236}">
                <a16:creationId xmlns:a16="http://schemas.microsoft.com/office/drawing/2014/main" id="{DFEF509E-E480-4247-BEAE-CF1A421566EC}"/>
              </a:ext>
            </a:extLst>
          </p:cNvPr>
          <p:cNvSpPr txBox="1">
            <a:spLocks noChangeArrowheads="1"/>
          </p:cNvSpPr>
          <p:nvPr/>
        </p:nvSpPr>
        <p:spPr bwMode="auto">
          <a:xfrm>
            <a:off x="1178719" y="3756184"/>
            <a:ext cx="652614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800">
                <a:latin typeface="Courier New" panose="02070309020205020404" pitchFamily="49" charset="0"/>
                <a:ea typeface="宋体" panose="02010600030101010101" pitchFamily="2" charset="-122"/>
                <a:cs typeface="Courier New" panose="02070309020205020404" pitchFamily="49" charset="0"/>
              </a:rPr>
              <a:t>AND   </a:t>
            </a:r>
            <a:r>
              <a:rPr lang="en-US" altLang="zh-CN" sz="1800" i="1">
                <a:latin typeface="Courier New" panose="02070309020205020404" pitchFamily="49" charset="0"/>
                <a:ea typeface="宋体" panose="02010600030101010101" pitchFamily="2" charset="-122"/>
                <a:cs typeface="Courier New" panose="02070309020205020404" pitchFamily="49" charset="0"/>
              </a:rPr>
              <a:t>D</a:t>
            </a:r>
            <a:r>
              <a:rPr lang="en-US" altLang="zh-CN" sz="1800">
                <a:latin typeface="Courier New" panose="02070309020205020404" pitchFamily="49" charset="0"/>
                <a:ea typeface="宋体" panose="02010600030101010101" pitchFamily="2" charset="-122"/>
                <a:cs typeface="Courier New" panose="02070309020205020404" pitchFamily="49" charset="0"/>
              </a:rPr>
              <a:t> =     </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206.    0</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   71</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.10000000</a:t>
            </a:r>
          </a:p>
        </p:txBody>
      </p:sp>
      <p:sp>
        <p:nvSpPr>
          <p:cNvPr id="301062" name="Text Box 7">
            <a:extLst>
              <a:ext uri="{FF2B5EF4-FFF2-40B4-BE49-F238E27FC236}">
                <a16:creationId xmlns:a16="http://schemas.microsoft.com/office/drawing/2014/main" id="{F1A49D97-1C20-094C-A0CC-31A8AFD27446}"/>
              </a:ext>
            </a:extLst>
          </p:cNvPr>
          <p:cNvSpPr txBox="1">
            <a:spLocks noChangeArrowheads="1"/>
          </p:cNvSpPr>
          <p:nvPr/>
        </p:nvSpPr>
        <p:spPr bwMode="auto">
          <a:xfrm>
            <a:off x="1223963" y="2240518"/>
            <a:ext cx="712566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第 </a:t>
            </a:r>
            <a:r>
              <a:rPr lang="en-US" altLang="zh-CN" sz="2100">
                <a:latin typeface="Arial" panose="020B0604020202020204" pitchFamily="34" charset="0"/>
                <a:ea typeface="宋体" panose="02010600030101010101" pitchFamily="2" charset="-122"/>
                <a:cs typeface="黑体" panose="02010609060101010101" pitchFamily="49" charset="-122"/>
              </a:rPr>
              <a:t>2 </a:t>
            </a:r>
            <a:r>
              <a:rPr lang="zh-CN" altLang="en-US" sz="2100">
                <a:latin typeface="Arial" panose="020B0604020202020204" pitchFamily="34" charset="0"/>
                <a:ea typeface="宋体" panose="02010600030101010101" pitchFamily="2" charset="-122"/>
                <a:cs typeface="黑体" panose="02010609060101010101" pitchFamily="49" charset="-122"/>
              </a:rPr>
              <a:t>个项目 </a:t>
            </a:r>
            <a:r>
              <a:rPr lang="en-US" altLang="zh-CN" sz="2100">
                <a:latin typeface="Arial" panose="020B0604020202020204" pitchFamily="34" charset="0"/>
                <a:ea typeface="宋体" panose="02010600030101010101" pitchFamily="2" charset="-122"/>
                <a:cs typeface="黑体" panose="02010609060101010101" pitchFamily="49" charset="-122"/>
              </a:rPr>
              <a:t>206.0.71.128/25 </a:t>
            </a:r>
            <a:r>
              <a:rPr lang="zh-CN" altLang="en-US" sz="2100">
                <a:latin typeface="Arial" panose="020B0604020202020204" pitchFamily="34" charset="0"/>
                <a:ea typeface="宋体" panose="02010600030101010101" pitchFamily="2" charset="-122"/>
                <a:cs typeface="黑体" panose="02010609060101010101" pitchFamily="49" charset="-122"/>
              </a:rPr>
              <a:t>的掩码 </a:t>
            </a:r>
            <a:r>
              <a:rPr lang="en-US" altLang="zh-CN" sz="2100" i="1">
                <a:latin typeface="Arial" panose="020B0604020202020204" pitchFamily="34" charset="0"/>
                <a:ea typeface="宋体" panose="02010600030101010101" pitchFamily="2" charset="-122"/>
                <a:cs typeface="黑体" panose="02010609060101010101" pitchFamily="49" charset="-122"/>
              </a:rPr>
              <a:t>M</a:t>
            </a:r>
            <a:r>
              <a:rPr lang="en-US" altLang="zh-CN" sz="210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有 </a:t>
            </a:r>
            <a:r>
              <a:rPr lang="en-US" altLang="zh-CN" sz="2100">
                <a:latin typeface="Arial" panose="020B0604020202020204" pitchFamily="34" charset="0"/>
                <a:ea typeface="宋体" panose="02010600030101010101" pitchFamily="2" charset="-122"/>
                <a:cs typeface="黑体" panose="02010609060101010101" pitchFamily="49" charset="-122"/>
              </a:rPr>
              <a:t>25 </a:t>
            </a:r>
            <a:r>
              <a:rPr lang="zh-CN" altLang="en-US" sz="2100">
                <a:latin typeface="Arial" panose="020B0604020202020204" pitchFamily="34" charset="0"/>
                <a:ea typeface="宋体" panose="02010600030101010101" pitchFamily="2" charset="-122"/>
                <a:cs typeface="黑体" panose="02010609060101010101" pitchFamily="49" charset="-122"/>
              </a:rPr>
              <a:t>个连续的 </a:t>
            </a:r>
            <a:r>
              <a:rPr lang="en-US" altLang="zh-CN" sz="2100">
                <a:latin typeface="Arial" panose="020B0604020202020204" pitchFamily="34" charset="0"/>
                <a:ea typeface="宋体" panose="02010600030101010101" pitchFamily="2" charset="-122"/>
                <a:cs typeface="黑体" panose="02010609060101010101" pitchFamily="49" charset="-122"/>
              </a:rPr>
              <a:t>1</a:t>
            </a:r>
            <a:r>
              <a:rPr lang="zh-CN" altLang="en-US" sz="2100">
                <a:latin typeface="Arial" panose="020B0604020202020204" pitchFamily="34" charset="0"/>
                <a:ea typeface="宋体" panose="02010600030101010101" pitchFamily="2" charset="-122"/>
                <a:cs typeface="黑体" panose="02010609060101010101" pitchFamily="49" charset="-122"/>
              </a:rPr>
              <a:t>。</a:t>
            </a:r>
          </a:p>
        </p:txBody>
      </p:sp>
      <p:sp>
        <p:nvSpPr>
          <p:cNvPr id="301063" name="Text Box 8">
            <a:extLst>
              <a:ext uri="{FF2B5EF4-FFF2-40B4-BE49-F238E27FC236}">
                <a16:creationId xmlns:a16="http://schemas.microsoft.com/office/drawing/2014/main" id="{4E1F6180-3B2C-C44B-9346-495327FFE0B5}"/>
              </a:ext>
            </a:extLst>
          </p:cNvPr>
          <p:cNvSpPr txBox="1">
            <a:spLocks noChangeArrowheads="1"/>
          </p:cNvSpPr>
          <p:nvPr/>
        </p:nvSpPr>
        <p:spPr bwMode="auto">
          <a:xfrm>
            <a:off x="2164557" y="2664381"/>
            <a:ext cx="529330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i="1">
                <a:latin typeface="Arial" panose="020B0604020202020204" pitchFamily="34" charset="0"/>
                <a:ea typeface="宋体" panose="02010600030101010101" pitchFamily="2" charset="-122"/>
                <a:cs typeface="黑体" panose="02010609060101010101" pitchFamily="49" charset="-122"/>
              </a:rPr>
              <a:t>M</a:t>
            </a:r>
            <a:r>
              <a:rPr lang="en-US" altLang="zh-CN" sz="2100">
                <a:latin typeface="Arial" panose="020B0604020202020204" pitchFamily="34" charset="0"/>
                <a:ea typeface="宋体" panose="02010600030101010101" pitchFamily="2" charset="-122"/>
                <a:cs typeface="黑体" panose="02010609060101010101" pitchFamily="49" charset="-122"/>
              </a:rPr>
              <a:t> = 11111111 11111111 11111111 10000000</a:t>
            </a:r>
          </a:p>
        </p:txBody>
      </p:sp>
      <p:sp>
        <p:nvSpPr>
          <p:cNvPr id="301064" name="Text Box 9">
            <a:extLst>
              <a:ext uri="{FF2B5EF4-FFF2-40B4-BE49-F238E27FC236}">
                <a16:creationId xmlns:a16="http://schemas.microsoft.com/office/drawing/2014/main" id="{821F11CB-2C63-3149-8024-E282FF7D4F9F}"/>
              </a:ext>
            </a:extLst>
          </p:cNvPr>
          <p:cNvSpPr txBox="1">
            <a:spLocks noChangeArrowheads="1"/>
          </p:cNvSpPr>
          <p:nvPr/>
        </p:nvSpPr>
        <p:spPr bwMode="auto">
          <a:xfrm>
            <a:off x="1223963" y="3043000"/>
            <a:ext cx="540724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因此只需把 </a:t>
            </a:r>
            <a:r>
              <a:rPr lang="en-US" altLang="zh-CN" sz="2100" i="1">
                <a:latin typeface="Arial" panose="020B0604020202020204" pitchFamily="34" charset="0"/>
                <a:ea typeface="宋体" panose="02010600030101010101" pitchFamily="2" charset="-122"/>
                <a:cs typeface="黑体" panose="02010609060101010101" pitchFamily="49" charset="-122"/>
              </a:rPr>
              <a:t>D</a:t>
            </a:r>
            <a:r>
              <a:rPr lang="en-US" altLang="zh-CN" sz="210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的第 </a:t>
            </a:r>
            <a:r>
              <a:rPr lang="en-US" altLang="zh-CN" sz="2100">
                <a:latin typeface="Arial" panose="020B0604020202020204" pitchFamily="34" charset="0"/>
                <a:ea typeface="宋体" panose="02010600030101010101" pitchFamily="2" charset="-122"/>
                <a:cs typeface="黑体" panose="02010609060101010101" pitchFamily="49" charset="-122"/>
              </a:rPr>
              <a:t>4 </a:t>
            </a:r>
            <a:r>
              <a:rPr lang="zh-CN" altLang="en-US" sz="2100">
                <a:latin typeface="Arial" panose="020B0604020202020204" pitchFamily="34" charset="0"/>
                <a:ea typeface="宋体" panose="02010600030101010101" pitchFamily="2" charset="-122"/>
                <a:cs typeface="黑体" panose="02010609060101010101" pitchFamily="49" charset="-122"/>
              </a:rPr>
              <a:t>个字节转换成二进制。</a:t>
            </a:r>
          </a:p>
        </p:txBody>
      </p:sp>
      <p:sp>
        <p:nvSpPr>
          <p:cNvPr id="301065" name="Text Box 10">
            <a:extLst>
              <a:ext uri="{FF2B5EF4-FFF2-40B4-BE49-F238E27FC236}">
                <a16:creationId xmlns:a16="http://schemas.microsoft.com/office/drawing/2014/main" id="{A392DDEF-84C5-B84F-B036-95A49A9B39E3}"/>
              </a:ext>
            </a:extLst>
          </p:cNvPr>
          <p:cNvSpPr txBox="1">
            <a:spLocks noChangeArrowheads="1"/>
          </p:cNvSpPr>
          <p:nvPr/>
        </p:nvSpPr>
        <p:spPr bwMode="auto">
          <a:xfrm>
            <a:off x="2133600" y="3366850"/>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800" i="1">
                <a:latin typeface="Courier New" panose="02070309020205020404" pitchFamily="49" charset="0"/>
                <a:ea typeface="宋体" panose="02010600030101010101" pitchFamily="2" charset="-122"/>
                <a:cs typeface="Courier New" panose="02070309020205020404" pitchFamily="49" charset="0"/>
              </a:rPr>
              <a:t>M</a:t>
            </a:r>
            <a:r>
              <a:rPr lang="en-US" altLang="zh-CN" sz="1800">
                <a:latin typeface="Courier New" panose="02070309020205020404" pitchFamily="49" charset="0"/>
                <a:ea typeface="宋体" panose="02010600030101010101" pitchFamily="2" charset="-122"/>
                <a:cs typeface="Courier New" panose="02070309020205020404" pitchFamily="49" charset="0"/>
              </a:rPr>
              <a:t> = 11111111 11111111 11111111 10000000</a:t>
            </a:r>
          </a:p>
        </p:txBody>
      </p:sp>
      <p:sp>
        <p:nvSpPr>
          <p:cNvPr id="301066" name="Line 11">
            <a:extLst>
              <a:ext uri="{FF2B5EF4-FFF2-40B4-BE49-F238E27FC236}">
                <a16:creationId xmlns:a16="http://schemas.microsoft.com/office/drawing/2014/main" id="{2D536127-7D3E-AE4D-A8BF-62513532B5F4}"/>
              </a:ext>
            </a:extLst>
          </p:cNvPr>
          <p:cNvSpPr>
            <a:spLocks noChangeShapeType="1"/>
          </p:cNvSpPr>
          <p:nvPr/>
        </p:nvSpPr>
        <p:spPr bwMode="auto">
          <a:xfrm>
            <a:off x="1143000" y="4133612"/>
            <a:ext cx="6615113" cy="0"/>
          </a:xfrm>
          <a:prstGeom prst="line">
            <a:avLst/>
          </a:prstGeom>
          <a:noFill/>
          <a:ln w="28575">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1067" name="Text Box 12">
            <a:extLst>
              <a:ext uri="{FF2B5EF4-FFF2-40B4-BE49-F238E27FC236}">
                <a16:creationId xmlns:a16="http://schemas.microsoft.com/office/drawing/2014/main" id="{72334CEE-A277-A949-A745-1FD6EC1BAC40}"/>
              </a:ext>
            </a:extLst>
          </p:cNvPr>
          <p:cNvSpPr txBox="1">
            <a:spLocks noChangeArrowheads="1"/>
          </p:cNvSpPr>
          <p:nvPr/>
        </p:nvSpPr>
        <p:spPr bwMode="auto">
          <a:xfrm>
            <a:off x="3087291" y="4188381"/>
            <a:ext cx="459613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206.    0</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   71</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.10000000</a:t>
            </a:r>
          </a:p>
        </p:txBody>
      </p:sp>
      <p:sp>
        <p:nvSpPr>
          <p:cNvPr id="534541" name="Text Box 13">
            <a:extLst>
              <a:ext uri="{FF2B5EF4-FFF2-40B4-BE49-F238E27FC236}">
                <a16:creationId xmlns:a16="http://schemas.microsoft.com/office/drawing/2014/main" id="{0971DF39-9F53-3346-A0DA-EF121E2CCDCC}"/>
              </a:ext>
            </a:extLst>
          </p:cNvPr>
          <p:cNvSpPr txBox="1">
            <a:spLocks noChangeArrowheads="1"/>
          </p:cNvSpPr>
          <p:nvPr/>
        </p:nvSpPr>
        <p:spPr bwMode="auto">
          <a:xfrm>
            <a:off x="1223963" y="4662250"/>
            <a:ext cx="308449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与 </a:t>
            </a:r>
            <a:r>
              <a:rPr lang="en-US" altLang="zh-CN" sz="2100">
                <a:latin typeface="Arial" panose="020B0604020202020204" pitchFamily="34" charset="0"/>
                <a:ea typeface="宋体" panose="02010600030101010101" pitchFamily="2" charset="-122"/>
                <a:cs typeface="黑体" panose="02010609060101010101" pitchFamily="49" charset="-122"/>
              </a:rPr>
              <a:t>206.0.71.128/25 </a:t>
            </a:r>
            <a:r>
              <a:rPr lang="zh-CN" altLang="en-US" sz="2100">
                <a:latin typeface="Arial" panose="020B0604020202020204" pitchFamily="34" charset="0"/>
                <a:ea typeface="宋体" panose="02010600030101010101" pitchFamily="2" charset="-122"/>
                <a:cs typeface="黑体" panose="02010609060101010101" pitchFamily="49" charset="-122"/>
              </a:rPr>
              <a:t>匹配</a:t>
            </a:r>
          </a:p>
        </p:txBody>
      </p:sp>
      <p:sp>
        <p:nvSpPr>
          <p:cNvPr id="301069" name="幻灯片编号占位符 1">
            <a:extLst>
              <a:ext uri="{FF2B5EF4-FFF2-40B4-BE49-F238E27FC236}">
                <a16:creationId xmlns:a16="http://schemas.microsoft.com/office/drawing/2014/main" id="{97DB0460-C075-2D43-8F5E-5BF38BE2718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22B6266-79B8-7049-A825-DB37B005DEB3}"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 name="标题 2">
            <a:extLst>
              <a:ext uri="{FF2B5EF4-FFF2-40B4-BE49-F238E27FC236}">
                <a16:creationId xmlns:a16="http://schemas.microsoft.com/office/drawing/2014/main" id="{D75A42B5-3C8D-5E41-A362-F4BA456DA386}"/>
              </a:ext>
            </a:extLst>
          </p:cNvPr>
          <p:cNvSpPr>
            <a:spLocks noGrp="1"/>
          </p:cNvSpPr>
          <p:nvPr>
            <p:ph type="title"/>
          </p:nvPr>
        </p:nvSpPr>
        <p:spPr/>
        <p:txBody>
          <a:bodyPr/>
          <a:lstStyle/>
          <a:p>
            <a:r>
              <a:rPr lang="zh-CN" altLang="en-US" dirty="0">
                <a:ea typeface="宋体" panose="02010600030101010101" pitchFamily="2" charset="-122"/>
              </a:rPr>
              <a:t>最长前缀匹配举例</a:t>
            </a:r>
            <a:endParaRPr kumimoji="1" lang="zh-CN" altLang="en-US" dirty="0"/>
          </a:p>
        </p:txBody>
      </p:sp>
    </p:spTree>
    <p:extLst>
      <p:ext uri="{BB962C8B-B14F-4D97-AF65-F5344CB8AC3E}">
        <p14:creationId xmlns:p14="http://schemas.microsoft.com/office/powerpoint/2010/main" val="70136568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34530"/>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534530"/>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3500"/>
                            </p:stCondLst>
                            <p:childTnLst>
                              <p:par>
                                <p:cTn id="11" presetID="1" presetClass="entr" presetSubtype="0" fill="hold" grpId="0" nodeType="afterEffect">
                                  <p:stCondLst>
                                    <p:cond delay="0"/>
                                  </p:stCondLst>
                                  <p:childTnLst>
                                    <p:set>
                                      <p:cBhvr>
                                        <p:cTn id="12" dur="1" fill="hold">
                                          <p:stCondLst>
                                            <p:cond delay="0"/>
                                          </p:stCondLst>
                                        </p:cTn>
                                        <p:tgtEl>
                                          <p:spTgt spid="53454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4530" grpId="0" animBg="1"/>
      <p:bldP spid="534530" grpId="1" animBg="1"/>
      <p:bldP spid="534541" grpId="0"/>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5" name="Rectangle 2">
            <a:extLst>
              <a:ext uri="{FF2B5EF4-FFF2-40B4-BE49-F238E27FC236}">
                <a16:creationId xmlns:a16="http://schemas.microsoft.com/office/drawing/2014/main" id="{AAB7AF49-8776-DB4D-873B-4D921C21C6BA}"/>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03106" name="Rectangle 3">
            <a:extLst>
              <a:ext uri="{FF2B5EF4-FFF2-40B4-BE49-F238E27FC236}">
                <a16:creationId xmlns:a16="http://schemas.microsoft.com/office/drawing/2014/main" id="{8352834A-6794-4E4E-A60D-BAF1FF7C8491}"/>
              </a:ext>
            </a:extLst>
          </p:cNvPr>
          <p:cNvSpPr>
            <a:spLocks noChangeArrowheads="1"/>
          </p:cNvSpPr>
          <p:nvPr/>
        </p:nvSpPr>
        <p:spPr bwMode="auto">
          <a:xfrm>
            <a:off x="1143001" y="2221126"/>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03107" name="Rectangle 4">
            <a:extLst>
              <a:ext uri="{FF2B5EF4-FFF2-40B4-BE49-F238E27FC236}">
                <a16:creationId xmlns:a16="http://schemas.microsoft.com/office/drawing/2014/main" id="{B682B80E-9DB2-D143-8C87-B17223B75697}"/>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03108" name="Rectangle 5">
            <a:extLst>
              <a:ext uri="{FF2B5EF4-FFF2-40B4-BE49-F238E27FC236}">
                <a16:creationId xmlns:a16="http://schemas.microsoft.com/office/drawing/2014/main" id="{645603E9-16FE-6047-8B1A-33833925CDD6}"/>
              </a:ext>
            </a:extLst>
          </p:cNvPr>
          <p:cNvSpPr>
            <a:spLocks noChangeArrowheads="1"/>
          </p:cNvSpPr>
          <p:nvPr/>
        </p:nvSpPr>
        <p:spPr bwMode="auto">
          <a:xfrm>
            <a:off x="1143001" y="2224698"/>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03109" name="Rectangle 6">
            <a:extLst>
              <a:ext uri="{FF2B5EF4-FFF2-40B4-BE49-F238E27FC236}">
                <a16:creationId xmlns:a16="http://schemas.microsoft.com/office/drawing/2014/main" id="{D08AFA16-E89C-1F42-847B-54808B342493}"/>
              </a:ext>
            </a:extLst>
          </p:cNvPr>
          <p:cNvSpPr>
            <a:spLocks noGrp="1" noChangeArrowheads="1"/>
          </p:cNvSpPr>
          <p:nvPr>
            <p:ph type="title"/>
          </p:nvPr>
        </p:nvSpPr>
        <p:spPr>
          <a:xfrm>
            <a:off x="171451" y="195263"/>
            <a:ext cx="7360444" cy="727472"/>
          </a:xfrm>
        </p:spPr>
        <p:txBody>
          <a:bodyPr/>
          <a:lstStyle/>
          <a:p>
            <a:pPr eaLnBrk="1" hangingPunct="1"/>
            <a:r>
              <a:rPr lang="zh-CN" altLang="en-US" dirty="0">
                <a:latin typeface="Times New Roman" panose="02020603050405020304" pitchFamily="18" charset="0"/>
                <a:ea typeface="宋体" panose="02010600030101010101" pitchFamily="2" charset="-122"/>
              </a:rPr>
              <a:t>最长前缀匹配</a:t>
            </a:r>
          </a:p>
        </p:txBody>
      </p:sp>
      <p:sp>
        <p:nvSpPr>
          <p:cNvPr id="303110" name="Rectangle 7">
            <a:extLst>
              <a:ext uri="{FF2B5EF4-FFF2-40B4-BE49-F238E27FC236}">
                <a16:creationId xmlns:a16="http://schemas.microsoft.com/office/drawing/2014/main" id="{D7BCC018-C0C9-3F4F-8C28-2DF1B29EA647}"/>
              </a:ext>
            </a:extLst>
          </p:cNvPr>
          <p:cNvSpPr>
            <a:spLocks noChangeArrowheads="1"/>
          </p:cNvSpPr>
          <p:nvPr/>
        </p:nvSpPr>
        <p:spPr bwMode="auto">
          <a:xfrm>
            <a:off x="1143001" y="2238986"/>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03111" name="Rectangle 8">
            <a:extLst>
              <a:ext uri="{FF2B5EF4-FFF2-40B4-BE49-F238E27FC236}">
                <a16:creationId xmlns:a16="http://schemas.microsoft.com/office/drawing/2014/main" id="{AA86AD5B-5E36-BD41-B883-B01B26F4E547}"/>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35561" name="Rectangle 9">
            <a:extLst>
              <a:ext uri="{FF2B5EF4-FFF2-40B4-BE49-F238E27FC236}">
                <a16:creationId xmlns:a16="http://schemas.microsoft.com/office/drawing/2014/main" id="{E2A7390D-CBD9-594F-9E51-C6D236920618}"/>
              </a:ext>
            </a:extLst>
          </p:cNvPr>
          <p:cNvSpPr>
            <a:spLocks noGrp="1" noChangeArrowheads="1"/>
          </p:cNvSpPr>
          <p:nvPr>
            <p:ph type="body" idx="1"/>
          </p:nvPr>
        </p:nvSpPr>
        <p:spPr>
          <a:xfrm>
            <a:off x="354330" y="1093574"/>
            <a:ext cx="8487251" cy="3086100"/>
          </a:xfrm>
        </p:spPr>
        <p:txBody>
          <a:bodyPr/>
          <a:lstStyle/>
          <a:p>
            <a:pPr eaLnBrk="1" hangingPunct="1">
              <a:buFont typeface="Wingdings" pitchFamily="2" charset="2"/>
              <a:buNone/>
            </a:pPr>
            <a:r>
              <a:rPr lang="en-US" altLang="zh-CN" sz="2100" i="1" dirty="0">
                <a:ea typeface="宋体" panose="02010600030101010101" pitchFamily="2" charset="-122"/>
              </a:rPr>
              <a:t>D </a:t>
            </a:r>
            <a:r>
              <a:rPr lang="en-US" altLang="zh-CN" sz="2100" dirty="0">
                <a:solidFill>
                  <a:schemeClr val="hlink"/>
                </a:solidFill>
                <a:ea typeface="宋体" panose="02010600030101010101" pitchFamily="2" charset="-122"/>
              </a:rPr>
              <a:t>AND</a:t>
            </a:r>
            <a:r>
              <a:rPr lang="en-US" altLang="zh-CN" sz="2100" dirty="0">
                <a:ea typeface="宋体" panose="02010600030101010101" pitchFamily="2" charset="-122"/>
              </a:rPr>
              <a:t> (11111111 11111111 11111100 00000000)</a:t>
            </a:r>
          </a:p>
          <a:p>
            <a:pPr eaLnBrk="1" hangingPunct="1">
              <a:buFont typeface="Wingdings" pitchFamily="2" charset="2"/>
              <a:buNone/>
            </a:pPr>
            <a:r>
              <a:rPr lang="en-US" altLang="zh-CN" sz="2100" dirty="0">
                <a:ea typeface="宋体" panose="02010600030101010101" pitchFamily="2" charset="-122"/>
              </a:rPr>
              <a:t>          = 206.0.68.0/22            </a:t>
            </a:r>
            <a:r>
              <a:rPr lang="zh-CN" altLang="en-US" sz="2100" dirty="0">
                <a:ea typeface="宋体" panose="02010600030101010101" pitchFamily="2" charset="-122"/>
              </a:rPr>
              <a:t>匹配</a:t>
            </a:r>
            <a:endParaRPr lang="zh-CN" altLang="en-US" sz="2100" i="1" dirty="0">
              <a:ea typeface="宋体" panose="02010600030101010101" pitchFamily="2" charset="-122"/>
            </a:endParaRPr>
          </a:p>
          <a:p>
            <a:pPr eaLnBrk="1" hangingPunct="1">
              <a:buFont typeface="Wingdings" pitchFamily="2" charset="2"/>
              <a:buNone/>
            </a:pPr>
            <a:r>
              <a:rPr lang="en-US" altLang="zh-CN" sz="2100" i="1" dirty="0">
                <a:ea typeface="宋体" panose="02010600030101010101" pitchFamily="2" charset="-122"/>
              </a:rPr>
              <a:t>D </a:t>
            </a:r>
            <a:r>
              <a:rPr lang="en-US" altLang="zh-CN" sz="2100" dirty="0">
                <a:solidFill>
                  <a:schemeClr val="hlink"/>
                </a:solidFill>
                <a:ea typeface="宋体" panose="02010600030101010101" pitchFamily="2" charset="-122"/>
              </a:rPr>
              <a:t>AND</a:t>
            </a:r>
            <a:r>
              <a:rPr lang="en-US" altLang="zh-CN" sz="2100" dirty="0">
                <a:ea typeface="宋体" panose="02010600030101010101" pitchFamily="2" charset="-122"/>
              </a:rPr>
              <a:t> (11111111 11111111 11111111 10000000)</a:t>
            </a:r>
          </a:p>
          <a:p>
            <a:pPr eaLnBrk="1" hangingPunct="1">
              <a:buFont typeface="Wingdings" pitchFamily="2" charset="2"/>
              <a:buNone/>
            </a:pPr>
            <a:r>
              <a:rPr lang="en-US" altLang="zh-CN" sz="2100" dirty="0">
                <a:ea typeface="宋体" panose="02010600030101010101" pitchFamily="2" charset="-122"/>
              </a:rPr>
              <a:t>          = 206.0.71.128/25         </a:t>
            </a:r>
            <a:r>
              <a:rPr lang="zh-CN" altLang="en-US" sz="2100" dirty="0">
                <a:ea typeface="宋体" panose="02010600030101010101" pitchFamily="2" charset="-122"/>
              </a:rPr>
              <a:t>匹配</a:t>
            </a:r>
          </a:p>
          <a:p>
            <a:pPr eaLnBrk="1" hangingPunct="1"/>
            <a:r>
              <a:rPr lang="zh-CN" altLang="en-US" sz="2100" dirty="0">
                <a:ea typeface="宋体" panose="02010600030101010101" pitchFamily="2" charset="-122"/>
              </a:rPr>
              <a:t>选择两个匹配的地址中更具体的一个，即选择</a:t>
            </a:r>
            <a:r>
              <a:rPr lang="zh-CN" altLang="en-US" sz="2100" dirty="0">
                <a:solidFill>
                  <a:schemeClr val="hlink"/>
                </a:solidFill>
                <a:ea typeface="宋体" panose="02010600030101010101" pitchFamily="2" charset="-122"/>
              </a:rPr>
              <a:t>最长前缀的地址</a:t>
            </a:r>
            <a:r>
              <a:rPr lang="zh-CN" altLang="en-US" sz="2100" dirty="0">
                <a:ea typeface="宋体" panose="02010600030101010101" pitchFamily="2" charset="-122"/>
              </a:rPr>
              <a:t>。</a:t>
            </a:r>
            <a:r>
              <a:rPr lang="zh-CN" altLang="en-US" dirty="0">
                <a:latin typeface="Times New Roman" panose="02020603050405020304" pitchFamily="18" charset="0"/>
                <a:ea typeface="宋体" panose="02010600030101010101" pitchFamily="2" charset="-122"/>
              </a:rPr>
              <a:t> </a:t>
            </a:r>
          </a:p>
        </p:txBody>
      </p:sp>
      <p:sp>
        <p:nvSpPr>
          <p:cNvPr id="535562" name="Line 10">
            <a:extLst>
              <a:ext uri="{FF2B5EF4-FFF2-40B4-BE49-F238E27FC236}">
                <a16:creationId xmlns:a16="http://schemas.microsoft.com/office/drawing/2014/main" id="{291D7418-A885-FF48-B798-641A2BE91ECA}"/>
              </a:ext>
            </a:extLst>
          </p:cNvPr>
          <p:cNvSpPr>
            <a:spLocks noChangeShapeType="1"/>
          </p:cNvSpPr>
          <p:nvPr/>
        </p:nvSpPr>
        <p:spPr bwMode="auto">
          <a:xfrm flipV="1">
            <a:off x="1432084" y="2331720"/>
            <a:ext cx="3494246" cy="5001"/>
          </a:xfrm>
          <a:prstGeom prst="line">
            <a:avLst/>
          </a:prstGeom>
          <a:noFill/>
          <a:ln w="7620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3114" name="幻灯片编号占位符 1">
            <a:extLst>
              <a:ext uri="{FF2B5EF4-FFF2-40B4-BE49-F238E27FC236}">
                <a16:creationId xmlns:a16="http://schemas.microsoft.com/office/drawing/2014/main" id="{B79F58D1-BD19-2A43-9E5B-F3FA9B053F6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0BF25FC-97AE-AD48-AEE6-3A758C24CE8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28384874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535561">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35561">
                                            <p:txEl>
                                              <p:pRg st="1" end="1"/>
                                            </p:txEl>
                                          </p:spTgt>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535561">
                                            <p:txEl>
                                              <p:pRg st="2" end="2"/>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35561">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35561">
                                            <p:txEl>
                                              <p:pRg st="4" end="4"/>
                                            </p:txEl>
                                          </p:spTgt>
                                        </p:tgtEl>
                                        <p:attrNameLst>
                                          <p:attrName>style.visibility</p:attrName>
                                        </p:attrNameLst>
                                      </p:cBhvr>
                                      <p:to>
                                        <p:strVal val="visible"/>
                                      </p:to>
                                    </p:set>
                                  </p:childTnLst>
                                </p:cTn>
                              </p:par>
                            </p:childTnLst>
                          </p:cTn>
                        </p:par>
                        <p:par>
                          <p:cTn id="19" fill="hold" nodeType="afterGroup">
                            <p:stCondLst>
                              <p:cond delay="0"/>
                            </p:stCondLst>
                            <p:childTnLst>
                              <p:par>
                                <p:cTn id="20" presetID="1" presetClass="entr" presetSubtype="0" repeatCount="3000" fill="hold" nodeType="afterEffect">
                                  <p:stCondLst>
                                    <p:cond delay="500"/>
                                  </p:stCondLst>
                                  <p:childTnLst>
                                    <p:set>
                                      <p:cBhvr>
                                        <p:cTn id="21" dur="1" fill="hold">
                                          <p:stCondLst>
                                            <p:cond delay="0"/>
                                          </p:stCondLst>
                                        </p:cTn>
                                        <p:tgtEl>
                                          <p:spTgt spid="535562"/>
                                        </p:tgtEl>
                                        <p:attrNameLst>
                                          <p:attrName>style.visibility</p:attrName>
                                        </p:attrNameLst>
                                      </p:cBhvr>
                                      <p:to>
                                        <p:strVal val="visible"/>
                                      </p:to>
                                    </p:set>
                                  </p:childTnLst>
                                </p:cTn>
                              </p:par>
                            </p:childTnLst>
                          </p:cTn>
                        </p:par>
                        <p:par>
                          <p:cTn id="22" fill="hold" nodeType="afterGroup">
                            <p:stCondLst>
                              <p:cond delay="500"/>
                            </p:stCondLst>
                            <p:childTnLst>
                              <p:par>
                                <p:cTn id="23" presetID="35" presetClass="emph" presetSubtype="0" repeatCount="3000" fill="hold" nodeType="afterEffect">
                                  <p:stCondLst>
                                    <p:cond delay="500"/>
                                  </p:stCondLst>
                                  <p:childTnLst>
                                    <p:anim calcmode="discrete" valueType="str">
                                      <p:cBhvr>
                                        <p:cTn id="24" dur="1000" fill="hold"/>
                                        <p:tgtEl>
                                          <p:spTgt spid="53556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5561" grpId="0" build="p"/>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153" name="Rectangle 2">
            <a:extLst>
              <a:ext uri="{FF2B5EF4-FFF2-40B4-BE49-F238E27FC236}">
                <a16:creationId xmlns:a16="http://schemas.microsoft.com/office/drawing/2014/main" id="{6E71E785-DCE8-D242-A302-0FC919C15CCD}"/>
              </a:ext>
            </a:extLst>
          </p:cNvPr>
          <p:cNvSpPr>
            <a:spLocks noGrp="1" noChangeArrowheads="1"/>
          </p:cNvSpPr>
          <p:nvPr>
            <p:ph type="title"/>
          </p:nvPr>
        </p:nvSpPr>
        <p:spPr/>
        <p:txBody>
          <a:bodyPr/>
          <a:lstStyle/>
          <a:p>
            <a:pPr eaLnBrk="1" hangingPunct="1"/>
            <a:r>
              <a:rPr lang="en-US" altLang="zh-CN" sz="3000">
                <a:ea typeface="宋体" panose="02010600030101010101" pitchFamily="2" charset="-122"/>
              </a:rPr>
              <a:t>4.4   </a:t>
            </a:r>
            <a:r>
              <a:rPr lang="zh-CN" altLang="en-US" sz="3000">
                <a:ea typeface="宋体" panose="02010600030101010101" pitchFamily="2" charset="-122"/>
              </a:rPr>
              <a:t>网际控制报文协议 </a:t>
            </a:r>
            <a:r>
              <a:rPr lang="en-US" altLang="zh-CN" sz="3000">
                <a:ea typeface="宋体" panose="02010600030101010101" pitchFamily="2" charset="-122"/>
              </a:rPr>
              <a:t>ICMP</a:t>
            </a:r>
          </a:p>
        </p:txBody>
      </p:sp>
      <p:sp>
        <p:nvSpPr>
          <p:cNvPr id="537603" name="Rectangle 3">
            <a:extLst>
              <a:ext uri="{FF2B5EF4-FFF2-40B4-BE49-F238E27FC236}">
                <a16:creationId xmlns:a16="http://schemas.microsoft.com/office/drawing/2014/main" id="{14F90FA5-5323-6840-A767-722AF8106EDF}"/>
              </a:ext>
            </a:extLst>
          </p:cNvPr>
          <p:cNvSpPr>
            <a:spLocks noGrp="1" noChangeArrowheads="1"/>
          </p:cNvSpPr>
          <p:nvPr>
            <p:ph type="body" idx="1"/>
          </p:nvPr>
        </p:nvSpPr>
        <p:spPr>
          <a:xfrm>
            <a:off x="217170" y="1113235"/>
            <a:ext cx="8618220" cy="3456384"/>
          </a:xfrm>
        </p:spPr>
        <p:txBody>
          <a:bodyPr/>
          <a:lstStyle/>
          <a:p>
            <a:pPr eaLnBrk="1" hangingPunct="1"/>
            <a:r>
              <a:rPr lang="zh-CN" altLang="en-US" dirty="0">
                <a:ea typeface="宋体" panose="02010600030101010101" pitchFamily="2" charset="-122"/>
              </a:rPr>
              <a:t>为了提高 </a:t>
            </a:r>
            <a:r>
              <a:rPr lang="en-US" altLang="zh-CN" dirty="0">
                <a:ea typeface="宋体" panose="02010600030101010101" pitchFamily="2" charset="-122"/>
              </a:rPr>
              <a:t>IP </a:t>
            </a:r>
            <a:r>
              <a:rPr lang="zh-CN" altLang="en-US" dirty="0">
                <a:ea typeface="宋体" panose="02010600030101010101" pitchFamily="2" charset="-122"/>
              </a:rPr>
              <a:t>数据报交付成功的机会，在网际层使用了网际控制报文协议 </a:t>
            </a:r>
            <a:r>
              <a:rPr lang="en-US" altLang="zh-CN" dirty="0">
                <a:ea typeface="宋体" panose="02010600030101010101" pitchFamily="2" charset="-122"/>
              </a:rPr>
              <a:t>ICMP (Internet Control Message Protocol)</a:t>
            </a:r>
            <a:r>
              <a:rPr lang="zh-CN" altLang="en-US" dirty="0">
                <a:ea typeface="宋体" panose="02010600030101010101" pitchFamily="2" charset="-122"/>
              </a:rPr>
              <a:t>。</a:t>
            </a:r>
          </a:p>
          <a:p>
            <a:pPr eaLnBrk="1" hangingPunct="1"/>
            <a:r>
              <a:rPr lang="en-US" altLang="zh-CN" dirty="0">
                <a:ea typeface="宋体" panose="02010600030101010101" pitchFamily="2" charset="-122"/>
              </a:rPr>
              <a:t>ICMP </a:t>
            </a:r>
            <a:r>
              <a:rPr lang="zh-CN" altLang="en-US" dirty="0">
                <a:ea typeface="宋体" panose="02010600030101010101" pitchFamily="2" charset="-122"/>
              </a:rPr>
              <a:t>允许主机或路由器报告差错情况和提供有关异常情况的报告。</a:t>
            </a:r>
          </a:p>
          <a:p>
            <a:pPr eaLnBrk="1" hangingPunct="1"/>
            <a:r>
              <a:rPr lang="en-US" altLang="zh-CN" dirty="0">
                <a:ea typeface="宋体" panose="02010600030101010101" pitchFamily="2" charset="-122"/>
              </a:rPr>
              <a:t>ICMP </a:t>
            </a:r>
            <a:r>
              <a:rPr lang="zh-CN" altLang="en-US" dirty="0">
                <a:ea typeface="宋体" panose="02010600030101010101" pitchFamily="2" charset="-122"/>
              </a:rPr>
              <a:t>不是高层协议，而是 </a:t>
            </a:r>
            <a:r>
              <a:rPr lang="en-US" altLang="zh-CN" dirty="0">
                <a:ea typeface="宋体" panose="02010600030101010101" pitchFamily="2" charset="-122"/>
              </a:rPr>
              <a:t>IP </a:t>
            </a:r>
            <a:r>
              <a:rPr lang="zh-CN" altLang="en-US" dirty="0">
                <a:ea typeface="宋体" panose="02010600030101010101" pitchFamily="2" charset="-122"/>
              </a:rPr>
              <a:t>层的协议。</a:t>
            </a:r>
          </a:p>
          <a:p>
            <a:pPr eaLnBrk="1" hangingPunct="1"/>
            <a:r>
              <a:rPr lang="en-US" altLang="zh-CN" dirty="0">
                <a:ea typeface="宋体" panose="02010600030101010101" pitchFamily="2" charset="-122"/>
              </a:rPr>
              <a:t>ICMP </a:t>
            </a:r>
            <a:r>
              <a:rPr lang="zh-CN" altLang="en-US" dirty="0">
                <a:ea typeface="宋体" panose="02010600030101010101" pitchFamily="2" charset="-122"/>
              </a:rPr>
              <a:t>报文作为 </a:t>
            </a:r>
            <a:r>
              <a:rPr lang="en-US" altLang="zh-CN" dirty="0">
                <a:ea typeface="宋体" panose="02010600030101010101" pitchFamily="2" charset="-122"/>
              </a:rPr>
              <a:t>IP </a:t>
            </a:r>
            <a:r>
              <a:rPr lang="zh-CN" altLang="en-US" dirty="0">
                <a:ea typeface="宋体" panose="02010600030101010101" pitchFamily="2" charset="-122"/>
              </a:rPr>
              <a:t>层数据报的数据，加上数据报的首部，组成 </a:t>
            </a:r>
            <a:r>
              <a:rPr lang="en-US" altLang="zh-CN" dirty="0">
                <a:ea typeface="宋体" panose="02010600030101010101" pitchFamily="2" charset="-122"/>
              </a:rPr>
              <a:t>IP </a:t>
            </a:r>
            <a:r>
              <a:rPr lang="zh-CN" altLang="en-US" dirty="0">
                <a:ea typeface="宋体" panose="02010600030101010101" pitchFamily="2" charset="-122"/>
              </a:rPr>
              <a:t>数据报发送出去。</a:t>
            </a:r>
            <a:r>
              <a:rPr lang="zh-CN" altLang="en-US" sz="2800" dirty="0">
                <a:latin typeface="Times New Roman" panose="02020603050405020304" pitchFamily="18" charset="0"/>
                <a:ea typeface="宋体" panose="02010600030101010101" pitchFamily="2" charset="-122"/>
              </a:rPr>
              <a:t>  </a:t>
            </a:r>
            <a:r>
              <a:rPr lang="zh-CN" altLang="en-US" dirty="0">
                <a:ea typeface="宋体" panose="02010600030101010101" pitchFamily="2" charset="-122"/>
              </a:rPr>
              <a:t> </a:t>
            </a:r>
          </a:p>
        </p:txBody>
      </p:sp>
      <p:sp>
        <p:nvSpPr>
          <p:cNvPr id="305155" name="幻灯片编号占位符 1">
            <a:extLst>
              <a:ext uri="{FF2B5EF4-FFF2-40B4-BE49-F238E27FC236}">
                <a16:creationId xmlns:a16="http://schemas.microsoft.com/office/drawing/2014/main" id="{8066FF84-1433-924D-B98B-70806292D3A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8B36694-52E0-EE41-B3A8-11232666DA1D}"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99761675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3760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3760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3760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7603" grpId="0" build="p"/>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01" name="AutoShape 31">
            <a:extLst>
              <a:ext uri="{FF2B5EF4-FFF2-40B4-BE49-F238E27FC236}">
                <a16:creationId xmlns:a16="http://schemas.microsoft.com/office/drawing/2014/main" id="{DB41FCD3-7E15-8746-9A65-459A2DA1BFA4}"/>
              </a:ext>
            </a:extLst>
          </p:cNvPr>
          <p:cNvSpPr>
            <a:spLocks noChangeArrowheads="1"/>
          </p:cNvSpPr>
          <p:nvPr/>
        </p:nvSpPr>
        <p:spPr bwMode="auto">
          <a:xfrm rot="5400000">
            <a:off x="2533055" y="3908228"/>
            <a:ext cx="216694" cy="351234"/>
          </a:xfrm>
          <a:prstGeom prst="downArrow">
            <a:avLst>
              <a:gd name="adj1" fmla="val 47222"/>
              <a:gd name="adj2" fmla="val 83745"/>
            </a:avLst>
          </a:prstGeom>
          <a:solidFill>
            <a:schemeClr val="hlink"/>
          </a:solidFill>
          <a:ln w="9525">
            <a:solidFill>
              <a:schemeClr val="tx1"/>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07202" name="Rectangle 2">
            <a:extLst>
              <a:ext uri="{FF2B5EF4-FFF2-40B4-BE49-F238E27FC236}">
                <a16:creationId xmlns:a16="http://schemas.microsoft.com/office/drawing/2014/main" id="{BDD4CF14-8FD9-3B4C-9AAF-2BAFC224E996}"/>
              </a:ext>
            </a:extLst>
          </p:cNvPr>
          <p:cNvSpPr>
            <a:spLocks noChangeArrowheads="1"/>
          </p:cNvSpPr>
          <p:nvPr/>
        </p:nvSpPr>
        <p:spPr bwMode="auto">
          <a:xfrm>
            <a:off x="2796778" y="3950494"/>
            <a:ext cx="3186113" cy="292894"/>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07204" name="Rectangle 4">
            <a:extLst>
              <a:ext uri="{FF2B5EF4-FFF2-40B4-BE49-F238E27FC236}">
                <a16:creationId xmlns:a16="http://schemas.microsoft.com/office/drawing/2014/main" id="{68592CA9-1EFC-4C43-A5C6-FB374897A08E}"/>
              </a:ext>
            </a:extLst>
          </p:cNvPr>
          <p:cNvSpPr>
            <a:spLocks noChangeArrowheads="1"/>
          </p:cNvSpPr>
          <p:nvPr/>
        </p:nvSpPr>
        <p:spPr bwMode="auto">
          <a:xfrm>
            <a:off x="3665935" y="3968354"/>
            <a:ext cx="2302669" cy="275034"/>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07205" name="Freeform 5">
            <a:extLst>
              <a:ext uri="{FF2B5EF4-FFF2-40B4-BE49-F238E27FC236}">
                <a16:creationId xmlns:a16="http://schemas.microsoft.com/office/drawing/2014/main" id="{A673311C-E55E-F14E-8668-A6012B491835}"/>
              </a:ext>
            </a:extLst>
          </p:cNvPr>
          <p:cNvSpPr>
            <a:spLocks/>
          </p:cNvSpPr>
          <p:nvPr/>
        </p:nvSpPr>
        <p:spPr bwMode="auto">
          <a:xfrm>
            <a:off x="2814638" y="3034904"/>
            <a:ext cx="4210050" cy="351234"/>
          </a:xfrm>
          <a:custGeom>
            <a:avLst/>
            <a:gdLst>
              <a:gd name="T0" fmla="*/ 0 w 2790"/>
              <a:gd name="T1" fmla="*/ 2147483646 h 279"/>
              <a:gd name="T2" fmla="*/ 2147483646 w 2790"/>
              <a:gd name="T3" fmla="*/ 2147483646 h 279"/>
              <a:gd name="T4" fmla="*/ 2147483646 w 2790"/>
              <a:gd name="T5" fmla="*/ 2147483646 h 279"/>
              <a:gd name="T6" fmla="*/ 2147483646 w 2790"/>
              <a:gd name="T7" fmla="*/ 0 h 279"/>
              <a:gd name="T8" fmla="*/ 0 w 2790"/>
              <a:gd name="T9" fmla="*/ 2147483646 h 2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90" h="279">
                <a:moveTo>
                  <a:pt x="0" y="6"/>
                </a:moveTo>
                <a:lnTo>
                  <a:pt x="561" y="279"/>
                </a:lnTo>
                <a:lnTo>
                  <a:pt x="2100" y="276"/>
                </a:lnTo>
                <a:lnTo>
                  <a:pt x="2790" y="0"/>
                </a:lnTo>
                <a:lnTo>
                  <a:pt x="0" y="6"/>
                </a:lnTo>
                <a:close/>
              </a:path>
            </a:pathLst>
          </a:cu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07206" name="Line 6">
            <a:extLst>
              <a:ext uri="{FF2B5EF4-FFF2-40B4-BE49-F238E27FC236}">
                <a16:creationId xmlns:a16="http://schemas.microsoft.com/office/drawing/2014/main" id="{2D9B68D8-D57A-D645-8CE3-CD927E8CB7F2}"/>
              </a:ext>
            </a:extLst>
          </p:cNvPr>
          <p:cNvSpPr>
            <a:spLocks noChangeShapeType="1"/>
          </p:cNvSpPr>
          <p:nvPr/>
        </p:nvSpPr>
        <p:spPr bwMode="auto">
          <a:xfrm>
            <a:off x="2796778" y="4418410"/>
            <a:ext cx="3186113" cy="0"/>
          </a:xfrm>
          <a:prstGeom prst="line">
            <a:avLst/>
          </a:prstGeom>
          <a:noFill/>
          <a:ln w="28575">
            <a:solidFill>
              <a:srgbClr val="333399"/>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07207" name="Text Box 7">
            <a:extLst>
              <a:ext uri="{FF2B5EF4-FFF2-40B4-BE49-F238E27FC236}">
                <a16:creationId xmlns:a16="http://schemas.microsoft.com/office/drawing/2014/main" id="{9D9D2CF5-75CC-624E-9691-2D1D44B1E866}"/>
              </a:ext>
            </a:extLst>
          </p:cNvPr>
          <p:cNvSpPr txBox="1">
            <a:spLocks noChangeArrowheads="1"/>
          </p:cNvSpPr>
          <p:nvPr/>
        </p:nvSpPr>
        <p:spPr bwMode="auto">
          <a:xfrm>
            <a:off x="2870598" y="3948113"/>
            <a:ext cx="67518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  部</a:t>
            </a:r>
          </a:p>
        </p:txBody>
      </p:sp>
      <p:sp>
        <p:nvSpPr>
          <p:cNvPr id="538632" name="Rectangle 8">
            <a:extLst>
              <a:ext uri="{FF2B5EF4-FFF2-40B4-BE49-F238E27FC236}">
                <a16:creationId xmlns:a16="http://schemas.microsoft.com/office/drawing/2014/main" id="{49669EA3-72A2-4A44-8DC5-188F583E9FF0}"/>
              </a:ext>
            </a:extLst>
          </p:cNvPr>
          <p:cNvSpPr>
            <a:spLocks noChangeArrowheads="1"/>
          </p:cNvSpPr>
          <p:nvPr/>
        </p:nvSpPr>
        <p:spPr bwMode="auto">
          <a:xfrm>
            <a:off x="3665935" y="3368279"/>
            <a:ext cx="2316956" cy="294084"/>
          </a:xfrm>
          <a:prstGeom prst="rect">
            <a:avLst/>
          </a:prstGeom>
          <a:solidFill>
            <a:srgbClr val="FFFF99"/>
          </a:solidFill>
          <a:ln w="9525">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kumimoji="1" lang="en-US" altLang="zh-CN" sz="1500">
                <a:solidFill>
                  <a:srgbClr val="333399"/>
                </a:solidFill>
                <a:latin typeface="Arial" panose="020B0604020202020204" pitchFamily="34" charset="0"/>
                <a:ea typeface="宋体" panose="02010600030101010101" pitchFamily="2" charset="-122"/>
              </a:rPr>
              <a:t>ICMP </a:t>
            </a:r>
            <a:r>
              <a:rPr kumimoji="1" lang="zh-CN" altLang="en-US" sz="1500">
                <a:solidFill>
                  <a:srgbClr val="333399"/>
                </a:solidFill>
                <a:latin typeface="Arial" panose="020B0604020202020204" pitchFamily="34" charset="0"/>
                <a:ea typeface="宋体" panose="02010600030101010101" pitchFamily="2" charset="-122"/>
              </a:rPr>
              <a:t>报文</a:t>
            </a:r>
          </a:p>
        </p:txBody>
      </p:sp>
      <p:sp>
        <p:nvSpPr>
          <p:cNvPr id="307209" name="Text Box 9">
            <a:extLst>
              <a:ext uri="{FF2B5EF4-FFF2-40B4-BE49-F238E27FC236}">
                <a16:creationId xmlns:a16="http://schemas.microsoft.com/office/drawing/2014/main" id="{9CA32338-CFAE-644B-B20A-9978FC953D58}"/>
              </a:ext>
            </a:extLst>
          </p:cNvPr>
          <p:cNvSpPr txBox="1">
            <a:spLocks noChangeArrowheads="1"/>
          </p:cNvSpPr>
          <p:nvPr/>
        </p:nvSpPr>
        <p:spPr bwMode="auto">
          <a:xfrm>
            <a:off x="2730104" y="1600200"/>
            <a:ext cx="29206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307210" name="Line 10">
            <a:extLst>
              <a:ext uri="{FF2B5EF4-FFF2-40B4-BE49-F238E27FC236}">
                <a16:creationId xmlns:a16="http://schemas.microsoft.com/office/drawing/2014/main" id="{24D1E301-6438-1144-B1EA-3DE85AE0EF1A}"/>
              </a:ext>
            </a:extLst>
          </p:cNvPr>
          <p:cNvSpPr>
            <a:spLocks noChangeShapeType="1"/>
          </p:cNvSpPr>
          <p:nvPr/>
        </p:nvSpPr>
        <p:spPr bwMode="auto">
          <a:xfrm>
            <a:off x="3665935" y="3950494"/>
            <a:ext cx="0" cy="29289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07211" name="Text Box 11">
            <a:extLst>
              <a:ext uri="{FF2B5EF4-FFF2-40B4-BE49-F238E27FC236}">
                <a16:creationId xmlns:a16="http://schemas.microsoft.com/office/drawing/2014/main" id="{B35FB38B-70A4-2142-BAF8-95A0C0BE49DF}"/>
              </a:ext>
            </a:extLst>
          </p:cNvPr>
          <p:cNvSpPr txBox="1">
            <a:spLocks noChangeArrowheads="1"/>
          </p:cNvSpPr>
          <p:nvPr/>
        </p:nvSpPr>
        <p:spPr bwMode="auto">
          <a:xfrm>
            <a:off x="4138612" y="3948113"/>
            <a:ext cx="127150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数  据  部  分</a:t>
            </a:r>
          </a:p>
        </p:txBody>
      </p:sp>
      <p:sp>
        <p:nvSpPr>
          <p:cNvPr id="307212" name="AutoShape 12">
            <a:extLst>
              <a:ext uri="{FF2B5EF4-FFF2-40B4-BE49-F238E27FC236}">
                <a16:creationId xmlns:a16="http://schemas.microsoft.com/office/drawing/2014/main" id="{7CE75283-E7FC-5147-9785-127AEB67C1D9}"/>
              </a:ext>
            </a:extLst>
          </p:cNvPr>
          <p:cNvSpPr>
            <a:spLocks noChangeArrowheads="1"/>
          </p:cNvSpPr>
          <p:nvPr/>
        </p:nvSpPr>
        <p:spPr bwMode="auto">
          <a:xfrm>
            <a:off x="4679157" y="3662363"/>
            <a:ext cx="216694" cy="351235"/>
          </a:xfrm>
          <a:prstGeom prst="downArrow">
            <a:avLst>
              <a:gd name="adj1" fmla="val 47222"/>
              <a:gd name="adj2" fmla="val 83746"/>
            </a:avLst>
          </a:prstGeom>
          <a:solidFill>
            <a:schemeClr val="accent1"/>
          </a:solidFill>
          <a:ln w="9525">
            <a:solidFill>
              <a:schemeClr val="tx1"/>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38637" name="Rectangle 13">
            <a:extLst>
              <a:ext uri="{FF2B5EF4-FFF2-40B4-BE49-F238E27FC236}">
                <a16:creationId xmlns:a16="http://schemas.microsoft.com/office/drawing/2014/main" id="{8E4C70B1-6F96-FC4A-85B4-B381B2F3B40D}"/>
              </a:ext>
            </a:extLst>
          </p:cNvPr>
          <p:cNvSpPr>
            <a:spLocks noChangeArrowheads="1"/>
          </p:cNvSpPr>
          <p:nvPr/>
        </p:nvSpPr>
        <p:spPr bwMode="auto">
          <a:xfrm>
            <a:off x="2796779" y="1884760"/>
            <a:ext cx="4200525" cy="1172765"/>
          </a:xfrm>
          <a:prstGeom prst="rect">
            <a:avLst/>
          </a:prstGeom>
          <a:solidFill>
            <a:srgbClr val="FFFF99"/>
          </a:solidFill>
          <a:ln w="9525">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307214" name="Line 14">
            <a:extLst>
              <a:ext uri="{FF2B5EF4-FFF2-40B4-BE49-F238E27FC236}">
                <a16:creationId xmlns:a16="http://schemas.microsoft.com/office/drawing/2014/main" id="{1BBD9B61-DE78-2C40-AB09-F56F4F9B0422}"/>
              </a:ext>
            </a:extLst>
          </p:cNvPr>
          <p:cNvSpPr>
            <a:spLocks noChangeShapeType="1"/>
          </p:cNvSpPr>
          <p:nvPr/>
        </p:nvSpPr>
        <p:spPr bwMode="auto">
          <a:xfrm rot="5400000" flipV="1">
            <a:off x="4897041" y="54769"/>
            <a:ext cx="0" cy="42005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07215" name="Line 15">
            <a:extLst>
              <a:ext uri="{FF2B5EF4-FFF2-40B4-BE49-F238E27FC236}">
                <a16:creationId xmlns:a16="http://schemas.microsoft.com/office/drawing/2014/main" id="{1B160C1A-A719-7C45-8556-540C391636E4}"/>
              </a:ext>
            </a:extLst>
          </p:cNvPr>
          <p:cNvSpPr>
            <a:spLocks noChangeShapeType="1"/>
          </p:cNvSpPr>
          <p:nvPr/>
        </p:nvSpPr>
        <p:spPr bwMode="auto">
          <a:xfrm flipV="1">
            <a:off x="3845719" y="1862138"/>
            <a:ext cx="0" cy="29289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07216" name="Line 16">
            <a:extLst>
              <a:ext uri="{FF2B5EF4-FFF2-40B4-BE49-F238E27FC236}">
                <a16:creationId xmlns:a16="http://schemas.microsoft.com/office/drawing/2014/main" id="{BEA46DFB-DFAD-EF4D-ADA7-C941D6D65C2D}"/>
              </a:ext>
            </a:extLst>
          </p:cNvPr>
          <p:cNvSpPr>
            <a:spLocks noChangeShapeType="1"/>
          </p:cNvSpPr>
          <p:nvPr/>
        </p:nvSpPr>
        <p:spPr bwMode="auto">
          <a:xfrm flipV="1">
            <a:off x="4895850" y="1862138"/>
            <a:ext cx="0" cy="29289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07217" name="Line 17">
            <a:extLst>
              <a:ext uri="{FF2B5EF4-FFF2-40B4-BE49-F238E27FC236}">
                <a16:creationId xmlns:a16="http://schemas.microsoft.com/office/drawing/2014/main" id="{45232C86-FE96-B04B-806E-27C5EC0A45AA}"/>
              </a:ext>
            </a:extLst>
          </p:cNvPr>
          <p:cNvSpPr>
            <a:spLocks noChangeShapeType="1"/>
          </p:cNvSpPr>
          <p:nvPr/>
        </p:nvSpPr>
        <p:spPr bwMode="auto">
          <a:xfrm flipV="1">
            <a:off x="4895850" y="1862138"/>
            <a:ext cx="0" cy="29289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38642" name="Text Box 18">
            <a:extLst>
              <a:ext uri="{FF2B5EF4-FFF2-40B4-BE49-F238E27FC236}">
                <a16:creationId xmlns:a16="http://schemas.microsoft.com/office/drawing/2014/main" id="{7D8F1ABA-1876-FE4D-8887-49BA57B2EDC3}"/>
              </a:ext>
            </a:extLst>
          </p:cNvPr>
          <p:cNvSpPr txBox="1">
            <a:spLocks noChangeArrowheads="1"/>
          </p:cNvSpPr>
          <p:nvPr/>
        </p:nvSpPr>
        <p:spPr bwMode="auto">
          <a:xfrm>
            <a:off x="5548313" y="1841898"/>
            <a:ext cx="76174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检验和</a:t>
            </a:r>
          </a:p>
        </p:txBody>
      </p:sp>
      <p:sp>
        <p:nvSpPr>
          <p:cNvPr id="538643" name="Text Box 19">
            <a:extLst>
              <a:ext uri="{FF2B5EF4-FFF2-40B4-BE49-F238E27FC236}">
                <a16:creationId xmlns:a16="http://schemas.microsoft.com/office/drawing/2014/main" id="{6831D7C5-F20C-964D-8865-A2CA59A00ECC}"/>
              </a:ext>
            </a:extLst>
          </p:cNvPr>
          <p:cNvSpPr txBox="1">
            <a:spLocks noChangeArrowheads="1"/>
          </p:cNvSpPr>
          <p:nvPr/>
        </p:nvSpPr>
        <p:spPr bwMode="auto">
          <a:xfrm>
            <a:off x="3013473" y="1841898"/>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类型</a:t>
            </a:r>
          </a:p>
        </p:txBody>
      </p:sp>
      <p:sp>
        <p:nvSpPr>
          <p:cNvPr id="538644" name="Text Box 20">
            <a:extLst>
              <a:ext uri="{FF2B5EF4-FFF2-40B4-BE49-F238E27FC236}">
                <a16:creationId xmlns:a16="http://schemas.microsoft.com/office/drawing/2014/main" id="{779DF21C-A853-1444-9F31-CD7B592CAD34}"/>
              </a:ext>
            </a:extLst>
          </p:cNvPr>
          <p:cNvSpPr txBox="1">
            <a:spLocks noChangeArrowheads="1"/>
          </p:cNvSpPr>
          <p:nvPr/>
        </p:nvSpPr>
        <p:spPr bwMode="auto">
          <a:xfrm>
            <a:off x="4123135" y="1841898"/>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代码</a:t>
            </a:r>
          </a:p>
        </p:txBody>
      </p:sp>
      <p:sp>
        <p:nvSpPr>
          <p:cNvPr id="307221" name="Text Box 21">
            <a:extLst>
              <a:ext uri="{FF2B5EF4-FFF2-40B4-BE49-F238E27FC236}">
                <a16:creationId xmlns:a16="http://schemas.microsoft.com/office/drawing/2014/main" id="{E242C767-359E-AB45-8BC9-D1B76BC47C5D}"/>
              </a:ext>
            </a:extLst>
          </p:cNvPr>
          <p:cNvSpPr txBox="1">
            <a:spLocks noChangeArrowheads="1"/>
          </p:cNvSpPr>
          <p:nvPr/>
        </p:nvSpPr>
        <p:spPr bwMode="auto">
          <a:xfrm>
            <a:off x="2971801" y="2139554"/>
            <a:ext cx="367414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（这 </a:t>
            </a:r>
            <a:r>
              <a:rPr kumimoji="1" lang="en-US" altLang="zh-CN" sz="1500">
                <a:latin typeface="Arial" panose="020B0604020202020204" pitchFamily="34" charset="0"/>
                <a:ea typeface="宋体" panose="02010600030101010101" pitchFamily="2" charset="-122"/>
                <a:cs typeface="黑体" panose="02010609060101010101" pitchFamily="49" charset="-122"/>
              </a:rPr>
              <a:t>4 </a:t>
            </a:r>
            <a:r>
              <a:rPr kumimoji="1" lang="zh-CN" altLang="en-US" sz="1500">
                <a:latin typeface="Arial" panose="020B0604020202020204" pitchFamily="34" charset="0"/>
                <a:ea typeface="宋体" panose="02010600030101010101" pitchFamily="2" charset="-122"/>
                <a:cs typeface="黑体" panose="02010609060101010101" pitchFamily="49" charset="-122"/>
              </a:rPr>
              <a:t>个字节取决于 </a:t>
            </a:r>
            <a:r>
              <a:rPr kumimoji="1" lang="en-US" altLang="zh-CN" sz="1500">
                <a:latin typeface="Arial" panose="020B0604020202020204" pitchFamily="34" charset="0"/>
                <a:ea typeface="宋体" panose="02010600030101010101" pitchFamily="2" charset="-122"/>
                <a:cs typeface="黑体" panose="02010609060101010101" pitchFamily="49" charset="-122"/>
              </a:rPr>
              <a:t>ICMP </a:t>
            </a:r>
            <a:r>
              <a:rPr kumimoji="1" lang="zh-CN" altLang="en-US" sz="1500">
                <a:latin typeface="Arial" panose="020B0604020202020204" pitchFamily="34" charset="0"/>
                <a:ea typeface="宋体" panose="02010600030101010101" pitchFamily="2" charset="-122"/>
                <a:cs typeface="黑体" panose="02010609060101010101" pitchFamily="49" charset="-122"/>
              </a:rPr>
              <a:t>报文的类型）</a:t>
            </a:r>
          </a:p>
        </p:txBody>
      </p:sp>
      <p:sp>
        <p:nvSpPr>
          <p:cNvPr id="307222" name="Text Box 22">
            <a:extLst>
              <a:ext uri="{FF2B5EF4-FFF2-40B4-BE49-F238E27FC236}">
                <a16:creationId xmlns:a16="http://schemas.microsoft.com/office/drawing/2014/main" id="{DDF69C6D-158E-D04A-9B07-A9040D37C75D}"/>
              </a:ext>
            </a:extLst>
          </p:cNvPr>
          <p:cNvSpPr txBox="1">
            <a:spLocks noChangeArrowheads="1"/>
          </p:cNvSpPr>
          <p:nvPr/>
        </p:nvSpPr>
        <p:spPr bwMode="auto">
          <a:xfrm>
            <a:off x="3765947" y="1600200"/>
            <a:ext cx="29206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a:t>
            </a:r>
          </a:p>
        </p:txBody>
      </p:sp>
      <p:sp>
        <p:nvSpPr>
          <p:cNvPr id="307223" name="Text Box 23">
            <a:extLst>
              <a:ext uri="{FF2B5EF4-FFF2-40B4-BE49-F238E27FC236}">
                <a16:creationId xmlns:a16="http://schemas.microsoft.com/office/drawing/2014/main" id="{CDCD8E2B-2ED0-6F40-876A-2EB1BD1A9B1A}"/>
              </a:ext>
            </a:extLst>
          </p:cNvPr>
          <p:cNvSpPr txBox="1">
            <a:spLocks noChangeArrowheads="1"/>
          </p:cNvSpPr>
          <p:nvPr/>
        </p:nvSpPr>
        <p:spPr bwMode="auto">
          <a:xfrm>
            <a:off x="4762500" y="1600200"/>
            <a:ext cx="39946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a:t>
            </a:r>
          </a:p>
        </p:txBody>
      </p:sp>
      <p:sp>
        <p:nvSpPr>
          <p:cNvPr id="307224" name="Rectangle 24">
            <a:extLst>
              <a:ext uri="{FF2B5EF4-FFF2-40B4-BE49-F238E27FC236}">
                <a16:creationId xmlns:a16="http://schemas.microsoft.com/office/drawing/2014/main" id="{618BAC4F-C1B1-9C4E-A393-DD9A76BA0465}"/>
              </a:ext>
            </a:extLst>
          </p:cNvPr>
          <p:cNvSpPr>
            <a:spLocks noChangeArrowheads="1"/>
          </p:cNvSpPr>
          <p:nvPr/>
        </p:nvSpPr>
        <p:spPr bwMode="auto">
          <a:xfrm>
            <a:off x="3869532" y="4301728"/>
            <a:ext cx="954881" cy="2143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07225" name="Text Box 25">
            <a:extLst>
              <a:ext uri="{FF2B5EF4-FFF2-40B4-BE49-F238E27FC236}">
                <a16:creationId xmlns:a16="http://schemas.microsoft.com/office/drawing/2014/main" id="{4485A5F2-D0C2-5C43-BBEF-21AED88EC48E}"/>
              </a:ext>
            </a:extLst>
          </p:cNvPr>
          <p:cNvSpPr txBox="1">
            <a:spLocks noChangeArrowheads="1"/>
          </p:cNvSpPr>
          <p:nvPr/>
        </p:nvSpPr>
        <p:spPr bwMode="auto">
          <a:xfrm>
            <a:off x="6749654" y="1600200"/>
            <a:ext cx="39946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31</a:t>
            </a:r>
          </a:p>
        </p:txBody>
      </p:sp>
      <p:sp>
        <p:nvSpPr>
          <p:cNvPr id="307226" name="Text Box 26">
            <a:extLst>
              <a:ext uri="{FF2B5EF4-FFF2-40B4-BE49-F238E27FC236}">
                <a16:creationId xmlns:a16="http://schemas.microsoft.com/office/drawing/2014/main" id="{F98906C0-4B6D-2141-B780-FBD3A25900CA}"/>
              </a:ext>
            </a:extLst>
          </p:cNvPr>
          <p:cNvSpPr txBox="1">
            <a:spLocks noChangeArrowheads="1"/>
          </p:cNvSpPr>
          <p:nvPr/>
        </p:nvSpPr>
        <p:spPr bwMode="auto">
          <a:xfrm>
            <a:off x="3844529" y="4273154"/>
            <a:ext cx="99232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IP </a:t>
            </a:r>
            <a:r>
              <a:rPr kumimoji="1" lang="zh-CN" altLang="en-US" sz="1500">
                <a:latin typeface="Arial" panose="020B0604020202020204" pitchFamily="34" charset="0"/>
                <a:ea typeface="宋体" panose="02010600030101010101" pitchFamily="2" charset="-122"/>
                <a:cs typeface="黑体" panose="02010609060101010101" pitchFamily="49" charset="-122"/>
              </a:rPr>
              <a:t>数据报</a:t>
            </a:r>
          </a:p>
        </p:txBody>
      </p:sp>
      <p:sp>
        <p:nvSpPr>
          <p:cNvPr id="307227" name="Line 27">
            <a:extLst>
              <a:ext uri="{FF2B5EF4-FFF2-40B4-BE49-F238E27FC236}">
                <a16:creationId xmlns:a16="http://schemas.microsoft.com/office/drawing/2014/main" id="{A3D2C185-EBEC-B449-B0D7-6177363BA8B3}"/>
              </a:ext>
            </a:extLst>
          </p:cNvPr>
          <p:cNvSpPr>
            <a:spLocks noChangeShapeType="1"/>
          </p:cNvSpPr>
          <p:nvPr/>
        </p:nvSpPr>
        <p:spPr bwMode="auto">
          <a:xfrm rot="16200000">
            <a:off x="4897041" y="348854"/>
            <a:ext cx="0" cy="42005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38652" name="Text Box 28">
            <a:extLst>
              <a:ext uri="{FF2B5EF4-FFF2-40B4-BE49-F238E27FC236}">
                <a16:creationId xmlns:a16="http://schemas.microsoft.com/office/drawing/2014/main" id="{7ABA055F-7384-194A-ABD2-971B818968A4}"/>
              </a:ext>
            </a:extLst>
          </p:cNvPr>
          <p:cNvSpPr txBox="1">
            <a:spLocks noChangeArrowheads="1"/>
          </p:cNvSpPr>
          <p:nvPr/>
        </p:nvSpPr>
        <p:spPr bwMode="auto">
          <a:xfrm>
            <a:off x="1357661" y="1707357"/>
            <a:ext cx="1167307"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前 </a:t>
            </a:r>
            <a:r>
              <a:rPr kumimoji="1" lang="en-US" altLang="zh-CN" sz="1500">
                <a:latin typeface="Arial" panose="020B0604020202020204" pitchFamily="34" charset="0"/>
                <a:ea typeface="宋体" panose="02010600030101010101" pitchFamily="2" charset="-122"/>
                <a:cs typeface="黑体" panose="02010609060101010101" pitchFamily="49" charset="-122"/>
              </a:rPr>
              <a:t>4 </a:t>
            </a:r>
            <a:r>
              <a:rPr kumimoji="1" lang="zh-CN" altLang="en-US" sz="1500">
                <a:latin typeface="Arial" panose="020B0604020202020204" pitchFamily="34" charset="0"/>
                <a:ea typeface="宋体" panose="02010600030101010101" pitchFamily="2" charset="-122"/>
                <a:cs typeface="黑体" panose="02010609060101010101" pitchFamily="49" charset="-122"/>
              </a:rPr>
              <a:t>个字节</a:t>
            </a:r>
          </a:p>
          <a:p>
            <a:pPr algn="ctr" eaLnBrk="1" hangingPunct="1">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都是一样的</a:t>
            </a:r>
          </a:p>
        </p:txBody>
      </p:sp>
      <p:sp>
        <p:nvSpPr>
          <p:cNvPr id="307229" name="Text Box 29">
            <a:extLst>
              <a:ext uri="{FF2B5EF4-FFF2-40B4-BE49-F238E27FC236}">
                <a16:creationId xmlns:a16="http://schemas.microsoft.com/office/drawing/2014/main" id="{E33B065B-2DFA-2C4E-BC2C-FDF9CAC037F1}"/>
              </a:ext>
            </a:extLst>
          </p:cNvPr>
          <p:cNvSpPr txBox="1">
            <a:spLocks noChangeArrowheads="1"/>
          </p:cNvSpPr>
          <p:nvPr/>
        </p:nvSpPr>
        <p:spPr bwMode="auto">
          <a:xfrm>
            <a:off x="3236119" y="2597944"/>
            <a:ext cx="340804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ICMP </a:t>
            </a:r>
            <a:r>
              <a:rPr kumimoji="1" lang="zh-CN" altLang="en-US" sz="1500">
                <a:latin typeface="Arial" panose="020B0604020202020204" pitchFamily="34" charset="0"/>
                <a:ea typeface="宋体" panose="02010600030101010101" pitchFamily="2" charset="-122"/>
                <a:cs typeface="黑体" panose="02010609060101010101" pitchFamily="49" charset="-122"/>
              </a:rPr>
              <a:t>的数据部分（长度取决于类型）</a:t>
            </a:r>
          </a:p>
        </p:txBody>
      </p:sp>
      <p:sp>
        <p:nvSpPr>
          <p:cNvPr id="538654" name="Line 30">
            <a:extLst>
              <a:ext uri="{FF2B5EF4-FFF2-40B4-BE49-F238E27FC236}">
                <a16:creationId xmlns:a16="http://schemas.microsoft.com/office/drawing/2014/main" id="{671D0D97-3058-1544-AA86-EB9C9580F8F3}"/>
              </a:ext>
            </a:extLst>
          </p:cNvPr>
          <p:cNvSpPr>
            <a:spLocks noChangeShapeType="1"/>
          </p:cNvSpPr>
          <p:nvPr/>
        </p:nvSpPr>
        <p:spPr bwMode="auto">
          <a:xfrm>
            <a:off x="2433638" y="1978819"/>
            <a:ext cx="363141" cy="0"/>
          </a:xfrm>
          <a:prstGeom prst="line">
            <a:avLst/>
          </a:prstGeom>
          <a:noFill/>
          <a:ln w="2857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3" name="内容占位符 2">
            <a:extLst>
              <a:ext uri="{FF2B5EF4-FFF2-40B4-BE49-F238E27FC236}">
                <a16:creationId xmlns:a16="http://schemas.microsoft.com/office/drawing/2014/main" id="{D3EF4D0A-5064-8D4E-B982-B4838ACB5E51}"/>
              </a:ext>
            </a:extLst>
          </p:cNvPr>
          <p:cNvSpPr>
            <a:spLocks noGrp="1"/>
          </p:cNvSpPr>
          <p:nvPr>
            <p:ph idx="1"/>
          </p:nvPr>
        </p:nvSpPr>
        <p:spPr/>
        <p:txBody>
          <a:bodyPr/>
          <a:lstStyle/>
          <a:p>
            <a:endParaRPr kumimoji="1" lang="zh-CN" altLang="en-US"/>
          </a:p>
        </p:txBody>
      </p:sp>
      <p:sp>
        <p:nvSpPr>
          <p:cNvPr id="307231" name="幻灯片编号占位符 1">
            <a:extLst>
              <a:ext uri="{FF2B5EF4-FFF2-40B4-BE49-F238E27FC236}">
                <a16:creationId xmlns:a16="http://schemas.microsoft.com/office/drawing/2014/main" id="{F3C5D501-3BE0-8843-80A0-8AE308AA6B5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12EC004-ADF2-7E46-A174-E1E16A35A16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 name="标题 1">
            <a:extLst>
              <a:ext uri="{FF2B5EF4-FFF2-40B4-BE49-F238E27FC236}">
                <a16:creationId xmlns:a16="http://schemas.microsoft.com/office/drawing/2014/main" id="{AB9CB039-83A8-3147-8563-82DFC64879D3}"/>
              </a:ext>
            </a:extLst>
          </p:cNvPr>
          <p:cNvSpPr>
            <a:spLocks noGrp="1"/>
          </p:cNvSpPr>
          <p:nvPr>
            <p:ph type="title"/>
          </p:nvPr>
        </p:nvSpPr>
        <p:spPr/>
        <p:txBody>
          <a:bodyPr/>
          <a:lstStyle/>
          <a:p>
            <a:r>
              <a:rPr lang="en-US" altLang="zh-CN" dirty="0">
                <a:ea typeface="宋体" panose="02010600030101010101" pitchFamily="2" charset="-122"/>
              </a:rPr>
              <a:t>ICMP </a:t>
            </a:r>
            <a:r>
              <a:rPr lang="zh-CN" altLang="en-US" dirty="0">
                <a:ea typeface="宋体" panose="02010600030101010101" pitchFamily="2" charset="-122"/>
              </a:rPr>
              <a:t>报文的格式 </a:t>
            </a:r>
            <a:endParaRPr kumimoji="1" lang="zh-CN" altLang="en-US" dirty="0"/>
          </a:p>
        </p:txBody>
      </p:sp>
    </p:spTree>
    <p:extLst>
      <p:ext uri="{BB962C8B-B14F-4D97-AF65-F5344CB8AC3E}">
        <p14:creationId xmlns:p14="http://schemas.microsoft.com/office/powerpoint/2010/main" val="352202899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3000" fill="hold" grpId="0" nodeType="clickEffect">
                                  <p:stCondLst>
                                    <p:cond delay="500"/>
                                  </p:stCondLst>
                                  <p:childTnLst>
                                    <p:anim calcmode="discrete" valueType="str">
                                      <p:cBhvr>
                                        <p:cTn id="6" dur="1000" fill="hold"/>
                                        <p:tgtEl>
                                          <p:spTgt spid="538652"/>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500"/>
                                  </p:stCondLst>
                                  <p:childTnLst>
                                    <p:anim calcmode="discrete" valueType="str">
                                      <p:cBhvr>
                                        <p:cTn id="8" dur="1000" fill="hold"/>
                                        <p:tgtEl>
                                          <p:spTgt spid="538654"/>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500"/>
                                  </p:stCondLst>
                                  <p:childTnLst>
                                    <p:anim calcmode="discrete" valueType="str">
                                      <p:cBhvr>
                                        <p:cTn id="10" dur="1000" fill="hold"/>
                                        <p:tgtEl>
                                          <p:spTgt spid="538643"/>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500"/>
                                  </p:stCondLst>
                                  <p:childTnLst>
                                    <p:anim calcmode="discrete" valueType="str">
                                      <p:cBhvr>
                                        <p:cTn id="12" dur="1000" fill="hold"/>
                                        <p:tgtEl>
                                          <p:spTgt spid="538644"/>
                                        </p:tgtEl>
                                        <p:attrNameLst>
                                          <p:attrName>style.visibility</p:attrName>
                                        </p:attrNameLst>
                                      </p:cBhvr>
                                      <p:tavLst>
                                        <p:tav tm="0">
                                          <p:val>
                                            <p:strVal val="hidden"/>
                                          </p:val>
                                        </p:tav>
                                        <p:tav tm="50000">
                                          <p:val>
                                            <p:strVal val="visible"/>
                                          </p:val>
                                        </p:tav>
                                      </p:tavLst>
                                    </p:anim>
                                  </p:childTnLst>
                                </p:cTn>
                              </p:par>
                              <p:par>
                                <p:cTn id="13" presetID="35" presetClass="emph" presetSubtype="0" repeatCount="3000" fill="hold" grpId="0" nodeType="withEffect">
                                  <p:stCondLst>
                                    <p:cond delay="500"/>
                                  </p:stCondLst>
                                  <p:childTnLst>
                                    <p:anim calcmode="discrete" valueType="str">
                                      <p:cBhvr>
                                        <p:cTn id="14" dur="1000" fill="hold"/>
                                        <p:tgtEl>
                                          <p:spTgt spid="53864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8642" grpId="0"/>
      <p:bldP spid="538643" grpId="0"/>
      <p:bldP spid="538644" grpId="0"/>
      <p:bldP spid="538652" grpId="0"/>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249" name="Rectangle 2">
            <a:extLst>
              <a:ext uri="{FF2B5EF4-FFF2-40B4-BE49-F238E27FC236}">
                <a16:creationId xmlns:a16="http://schemas.microsoft.com/office/drawing/2014/main" id="{F0267CCB-1F73-F545-BDA3-962500340711}"/>
              </a:ext>
            </a:extLst>
          </p:cNvPr>
          <p:cNvSpPr>
            <a:spLocks noGrp="1" noChangeArrowheads="1"/>
          </p:cNvSpPr>
          <p:nvPr>
            <p:ph type="title"/>
          </p:nvPr>
        </p:nvSpPr>
        <p:spPr>
          <a:xfrm>
            <a:off x="125730" y="195262"/>
            <a:ext cx="7514511" cy="719138"/>
          </a:xfrm>
        </p:spPr>
        <p:txBody>
          <a:bodyPr/>
          <a:lstStyle/>
          <a:p>
            <a:pPr eaLnBrk="1" hangingPunct="1"/>
            <a:r>
              <a:rPr lang="en-US" altLang="zh-CN" dirty="0">
                <a:latin typeface="Times New Roman" panose="02020603050405020304" pitchFamily="18" charset="0"/>
                <a:ea typeface="宋体" panose="02010600030101010101" pitchFamily="2" charset="-122"/>
              </a:rPr>
              <a:t>4.4.1  ICMP </a:t>
            </a:r>
            <a:r>
              <a:rPr lang="zh-CN" altLang="en-US" dirty="0">
                <a:latin typeface="Times New Roman" panose="02020603050405020304" pitchFamily="18" charset="0"/>
                <a:ea typeface="宋体" panose="02010600030101010101" pitchFamily="2" charset="-122"/>
              </a:rPr>
              <a:t>报文的种类</a:t>
            </a:r>
          </a:p>
        </p:txBody>
      </p:sp>
      <p:sp>
        <p:nvSpPr>
          <p:cNvPr id="539651" name="Rectangle 3">
            <a:extLst>
              <a:ext uri="{FF2B5EF4-FFF2-40B4-BE49-F238E27FC236}">
                <a16:creationId xmlns:a16="http://schemas.microsoft.com/office/drawing/2014/main" id="{78625256-3E18-E948-B600-8F673EF92A09}"/>
              </a:ext>
            </a:extLst>
          </p:cNvPr>
          <p:cNvSpPr>
            <a:spLocks noGrp="1" noChangeArrowheads="1"/>
          </p:cNvSpPr>
          <p:nvPr>
            <p:ph type="body" idx="1"/>
          </p:nvPr>
        </p:nvSpPr>
        <p:spPr>
          <a:xfrm>
            <a:off x="240030" y="1059657"/>
            <a:ext cx="8652510" cy="3726656"/>
          </a:xfrm>
        </p:spPr>
        <p:txBody>
          <a:bodyPr/>
          <a:lstStyle/>
          <a:p>
            <a:pPr algn="just" eaLnBrk="1" hangingPunct="1"/>
            <a:r>
              <a:rPr lang="en-US" altLang="zh-CN" sz="2100" dirty="0">
                <a:ea typeface="宋体" panose="02010600030101010101" pitchFamily="2" charset="-122"/>
              </a:rPr>
              <a:t>ICMP </a:t>
            </a:r>
            <a:r>
              <a:rPr lang="zh-CN" altLang="en-US" sz="2100" dirty="0">
                <a:ea typeface="宋体" panose="02010600030101010101" pitchFamily="2" charset="-122"/>
              </a:rPr>
              <a:t>报文的种类有两种，即 </a:t>
            </a:r>
            <a:r>
              <a:rPr lang="en-US" altLang="zh-CN" sz="2100" dirty="0">
                <a:ea typeface="宋体" panose="02010600030101010101" pitchFamily="2" charset="-122"/>
              </a:rPr>
              <a:t>ICMP </a:t>
            </a:r>
            <a:r>
              <a:rPr lang="zh-CN" altLang="en-US" sz="2100" dirty="0">
                <a:solidFill>
                  <a:schemeClr val="hlink"/>
                </a:solidFill>
                <a:ea typeface="宋体" panose="02010600030101010101" pitchFamily="2" charset="-122"/>
              </a:rPr>
              <a:t>差错报告报文</a:t>
            </a:r>
            <a:r>
              <a:rPr lang="zh-CN" altLang="en-US" sz="2100" dirty="0">
                <a:ea typeface="宋体" panose="02010600030101010101" pitchFamily="2" charset="-122"/>
              </a:rPr>
              <a:t>和 </a:t>
            </a:r>
            <a:r>
              <a:rPr lang="en-US" altLang="zh-CN" sz="2100" dirty="0">
                <a:ea typeface="宋体" panose="02010600030101010101" pitchFamily="2" charset="-122"/>
              </a:rPr>
              <a:t>ICMP </a:t>
            </a:r>
            <a:r>
              <a:rPr lang="zh-CN" altLang="en-US" sz="2100" dirty="0">
                <a:solidFill>
                  <a:schemeClr val="hlink"/>
                </a:solidFill>
                <a:ea typeface="宋体" panose="02010600030101010101" pitchFamily="2" charset="-122"/>
              </a:rPr>
              <a:t>询问报文</a:t>
            </a:r>
            <a:r>
              <a:rPr lang="zh-CN" altLang="en-US" sz="2100" dirty="0">
                <a:ea typeface="宋体" panose="02010600030101010101" pitchFamily="2" charset="-122"/>
              </a:rPr>
              <a:t>。 </a:t>
            </a:r>
            <a:endParaRPr lang="zh-CN" altLang="en-US" sz="1950" dirty="0">
              <a:ea typeface="宋体" panose="02010600030101010101" pitchFamily="2" charset="-122"/>
            </a:endParaRPr>
          </a:p>
          <a:p>
            <a:pPr algn="just" eaLnBrk="1" hangingPunct="1"/>
            <a:r>
              <a:rPr lang="en-US" altLang="zh-CN" sz="2100" dirty="0">
                <a:ea typeface="宋体" panose="02010600030101010101" pitchFamily="2" charset="-122"/>
              </a:rPr>
              <a:t>ICMP </a:t>
            </a:r>
            <a:r>
              <a:rPr lang="zh-CN" altLang="en-US" sz="2100" dirty="0">
                <a:ea typeface="宋体" panose="02010600030101010101" pitchFamily="2" charset="-122"/>
              </a:rPr>
              <a:t>报文的前 </a:t>
            </a:r>
            <a:r>
              <a:rPr lang="en-US" altLang="zh-CN" sz="2100" dirty="0">
                <a:ea typeface="宋体" panose="02010600030101010101" pitchFamily="2" charset="-122"/>
              </a:rPr>
              <a:t>4 </a:t>
            </a:r>
            <a:r>
              <a:rPr lang="zh-CN" altLang="en-US" sz="2100" dirty="0">
                <a:ea typeface="宋体" panose="02010600030101010101" pitchFamily="2" charset="-122"/>
              </a:rPr>
              <a:t>个字节是统一的格式，共有三个字段：即</a:t>
            </a:r>
            <a:r>
              <a:rPr lang="zh-CN" altLang="en-US" sz="2100" dirty="0">
                <a:solidFill>
                  <a:schemeClr val="hlink"/>
                </a:solidFill>
                <a:ea typeface="宋体" panose="02010600030101010101" pitchFamily="2" charset="-122"/>
              </a:rPr>
              <a:t>类型</a:t>
            </a:r>
            <a:r>
              <a:rPr lang="zh-CN" altLang="en-US" sz="2100" dirty="0">
                <a:ea typeface="宋体" panose="02010600030101010101" pitchFamily="2" charset="-122"/>
              </a:rPr>
              <a:t>、</a:t>
            </a:r>
            <a:r>
              <a:rPr lang="zh-CN" altLang="en-US" sz="2100" dirty="0">
                <a:solidFill>
                  <a:schemeClr val="hlink"/>
                </a:solidFill>
                <a:ea typeface="宋体" panose="02010600030101010101" pitchFamily="2" charset="-122"/>
              </a:rPr>
              <a:t>代码</a:t>
            </a:r>
            <a:r>
              <a:rPr lang="zh-CN" altLang="en-US" sz="2100" dirty="0">
                <a:ea typeface="宋体" panose="02010600030101010101" pitchFamily="2" charset="-122"/>
              </a:rPr>
              <a:t>和</a:t>
            </a:r>
            <a:r>
              <a:rPr lang="zh-CN" altLang="en-US" sz="2100" dirty="0">
                <a:solidFill>
                  <a:schemeClr val="hlink"/>
                </a:solidFill>
                <a:ea typeface="宋体" panose="02010600030101010101" pitchFamily="2" charset="-122"/>
              </a:rPr>
              <a:t>检验和</a:t>
            </a:r>
            <a:r>
              <a:rPr lang="zh-CN" altLang="en-US" sz="2100" dirty="0">
                <a:ea typeface="宋体" panose="02010600030101010101" pitchFamily="2" charset="-122"/>
              </a:rPr>
              <a:t>。接着的 </a:t>
            </a:r>
            <a:r>
              <a:rPr lang="en-US" altLang="zh-CN" sz="2100" dirty="0">
                <a:ea typeface="宋体" panose="02010600030101010101" pitchFamily="2" charset="-122"/>
              </a:rPr>
              <a:t>4 </a:t>
            </a:r>
            <a:r>
              <a:rPr lang="zh-CN" altLang="en-US" sz="2100" dirty="0">
                <a:ea typeface="宋体" panose="02010600030101010101" pitchFamily="2" charset="-122"/>
              </a:rPr>
              <a:t>个字节的内容与 </a:t>
            </a:r>
            <a:r>
              <a:rPr lang="en-US" altLang="zh-CN" sz="2100" dirty="0">
                <a:ea typeface="宋体" panose="02010600030101010101" pitchFamily="2" charset="-122"/>
              </a:rPr>
              <a:t>ICMP </a:t>
            </a:r>
            <a:r>
              <a:rPr lang="zh-CN" altLang="en-US" sz="2100" dirty="0">
                <a:ea typeface="宋体" panose="02010600030101010101" pitchFamily="2" charset="-122"/>
              </a:rPr>
              <a:t>的类型有关。 </a:t>
            </a:r>
            <a:endParaRPr lang="zh-CN" altLang="en-US" sz="1950" dirty="0">
              <a:ea typeface="宋体" panose="02010600030101010101" pitchFamily="2" charset="-122"/>
            </a:endParaRPr>
          </a:p>
        </p:txBody>
      </p:sp>
      <p:sp>
        <p:nvSpPr>
          <p:cNvPr id="309251" name="幻灯片编号占位符 1">
            <a:extLst>
              <a:ext uri="{FF2B5EF4-FFF2-40B4-BE49-F238E27FC236}">
                <a16:creationId xmlns:a16="http://schemas.microsoft.com/office/drawing/2014/main" id="{629E9C5C-8348-6F4F-9A52-14E129013B1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ED781FD-5499-D64B-9CA5-63357A966EF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43336100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39651">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9651" grpId="0" build="p"/>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7" name="Rectangle 2">
            <a:extLst>
              <a:ext uri="{FF2B5EF4-FFF2-40B4-BE49-F238E27FC236}">
                <a16:creationId xmlns:a16="http://schemas.microsoft.com/office/drawing/2014/main" id="{580A6D41-75C1-3942-8ECF-B89845E398A2}"/>
              </a:ext>
            </a:extLst>
          </p:cNvPr>
          <p:cNvSpPr>
            <a:spLocks noGrp="1" noChangeArrowheads="1"/>
          </p:cNvSpPr>
          <p:nvPr>
            <p:ph type="title"/>
          </p:nvPr>
        </p:nvSpPr>
        <p:spPr>
          <a:xfrm>
            <a:off x="205740" y="250031"/>
            <a:ext cx="7591664" cy="682229"/>
          </a:xfrm>
        </p:spPr>
        <p:txBody>
          <a:bodyPr/>
          <a:lstStyle/>
          <a:p>
            <a:pPr eaLnBrk="1" hangingPunct="1"/>
            <a:r>
              <a:rPr lang="en-US" altLang="zh-CN" dirty="0">
                <a:latin typeface="Times New Roman" panose="02020603050405020304" pitchFamily="18" charset="0"/>
                <a:ea typeface="宋体" panose="02010600030101010101" pitchFamily="2" charset="-122"/>
              </a:rPr>
              <a:t>ICMP </a:t>
            </a:r>
            <a:r>
              <a:rPr lang="zh-CN" altLang="en-US" dirty="0">
                <a:latin typeface="Times New Roman" panose="02020603050405020304" pitchFamily="18" charset="0"/>
                <a:ea typeface="宋体" panose="02010600030101010101" pitchFamily="2" charset="-122"/>
              </a:rPr>
              <a:t>差错报告报文共有 </a:t>
            </a:r>
            <a:r>
              <a:rPr lang="en-US" altLang="zh-CN" dirty="0">
                <a:latin typeface="Times New Roman" panose="02020603050405020304" pitchFamily="18" charset="0"/>
                <a:ea typeface="宋体" panose="02010600030101010101" pitchFamily="2" charset="-122"/>
              </a:rPr>
              <a:t>5 </a:t>
            </a:r>
            <a:r>
              <a:rPr lang="zh-CN" altLang="en-US" dirty="0">
                <a:latin typeface="Times New Roman" panose="02020603050405020304" pitchFamily="18" charset="0"/>
                <a:ea typeface="宋体" panose="02010600030101010101" pitchFamily="2" charset="-122"/>
              </a:rPr>
              <a:t>种 </a:t>
            </a:r>
          </a:p>
        </p:txBody>
      </p:sp>
      <p:sp>
        <p:nvSpPr>
          <p:cNvPr id="540675" name="Rectangle 3">
            <a:extLst>
              <a:ext uri="{FF2B5EF4-FFF2-40B4-BE49-F238E27FC236}">
                <a16:creationId xmlns:a16="http://schemas.microsoft.com/office/drawing/2014/main" id="{2FAC338C-C6E0-4C4B-B400-333633862164}"/>
              </a:ext>
            </a:extLst>
          </p:cNvPr>
          <p:cNvSpPr>
            <a:spLocks noGrp="1" noChangeArrowheads="1"/>
          </p:cNvSpPr>
          <p:nvPr>
            <p:ph type="body" idx="1"/>
          </p:nvPr>
        </p:nvSpPr>
        <p:spPr>
          <a:xfrm>
            <a:off x="205740" y="1059656"/>
            <a:ext cx="8663939" cy="3833813"/>
          </a:xfrm>
        </p:spPr>
        <p:txBody>
          <a:bodyPr/>
          <a:lstStyle/>
          <a:p>
            <a:pPr algn="just" eaLnBrk="1" hangingPunct="1"/>
            <a:r>
              <a:rPr lang="zh-CN" altLang="en-US" sz="2100" dirty="0">
                <a:ea typeface="宋体" panose="02010600030101010101" pitchFamily="2" charset="-122"/>
              </a:rPr>
              <a:t>终点不可达 </a:t>
            </a:r>
            <a:endParaRPr lang="zh-CN" altLang="en-US" sz="1950" dirty="0">
              <a:ea typeface="宋体" panose="02010600030101010101" pitchFamily="2" charset="-122"/>
            </a:endParaRPr>
          </a:p>
          <a:p>
            <a:pPr algn="just" eaLnBrk="1" hangingPunct="1"/>
            <a:r>
              <a:rPr lang="zh-CN" altLang="en-US" sz="2100" dirty="0">
                <a:ea typeface="宋体" panose="02010600030101010101" pitchFamily="2" charset="-122"/>
              </a:rPr>
              <a:t>源点抑制</a:t>
            </a:r>
            <a:r>
              <a:rPr lang="en-US" altLang="zh-CN" sz="2100" dirty="0">
                <a:ea typeface="宋体" panose="02010600030101010101" pitchFamily="2" charset="-122"/>
              </a:rPr>
              <a:t>(Source quench)</a:t>
            </a:r>
            <a:r>
              <a:rPr lang="en-US" altLang="zh-CN" dirty="0">
                <a:latin typeface="Times New Roman" panose="02020603050405020304" pitchFamily="18" charset="0"/>
                <a:ea typeface="宋体" panose="02010600030101010101" pitchFamily="2" charset="-122"/>
              </a:rPr>
              <a:t> </a:t>
            </a:r>
            <a:r>
              <a:rPr lang="en-US" altLang="zh-CN" sz="2100" dirty="0">
                <a:ea typeface="宋体" panose="02010600030101010101" pitchFamily="2" charset="-122"/>
              </a:rPr>
              <a:t> </a:t>
            </a:r>
          </a:p>
          <a:p>
            <a:pPr algn="just" eaLnBrk="1" hangingPunct="1"/>
            <a:r>
              <a:rPr lang="zh-CN" altLang="en-US" sz="2100" dirty="0">
                <a:ea typeface="宋体" panose="02010600030101010101" pitchFamily="2" charset="-122"/>
              </a:rPr>
              <a:t>时间超过 </a:t>
            </a:r>
          </a:p>
          <a:p>
            <a:pPr algn="just" eaLnBrk="1" hangingPunct="1"/>
            <a:r>
              <a:rPr lang="zh-CN" altLang="en-US" sz="2100" dirty="0">
                <a:ea typeface="宋体" panose="02010600030101010101" pitchFamily="2" charset="-122"/>
              </a:rPr>
              <a:t>参数问题 </a:t>
            </a:r>
          </a:p>
          <a:p>
            <a:pPr algn="just" eaLnBrk="1" hangingPunct="1"/>
            <a:r>
              <a:rPr lang="zh-CN" altLang="en-US" sz="2100" dirty="0">
                <a:ea typeface="宋体" panose="02010600030101010101" pitchFamily="2" charset="-122"/>
              </a:rPr>
              <a:t>改变路由（重定向）</a:t>
            </a:r>
            <a:r>
              <a:rPr lang="en-US" altLang="zh-CN" sz="2100" dirty="0">
                <a:ea typeface="宋体" panose="02010600030101010101" pitchFamily="2" charset="-122"/>
              </a:rPr>
              <a:t>(Redirect)</a:t>
            </a:r>
            <a:r>
              <a:rPr lang="en-US" altLang="zh-CN" dirty="0">
                <a:latin typeface="Times New Roman" panose="02020603050405020304" pitchFamily="18" charset="0"/>
                <a:ea typeface="宋体" panose="02010600030101010101" pitchFamily="2" charset="-122"/>
              </a:rPr>
              <a:t> </a:t>
            </a:r>
            <a:r>
              <a:rPr lang="en-US" altLang="zh-CN" sz="2100" dirty="0">
                <a:ea typeface="宋体" panose="02010600030101010101" pitchFamily="2" charset="-122"/>
              </a:rPr>
              <a:t> </a:t>
            </a:r>
          </a:p>
        </p:txBody>
      </p:sp>
      <p:sp>
        <p:nvSpPr>
          <p:cNvPr id="311299" name="幻灯片编号占位符 1">
            <a:extLst>
              <a:ext uri="{FF2B5EF4-FFF2-40B4-BE49-F238E27FC236}">
                <a16:creationId xmlns:a16="http://schemas.microsoft.com/office/drawing/2014/main" id="{E3497E95-128F-D44A-8F07-63B994B82AE6}"/>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D568E89-D180-FA47-8E46-9F85DC42D4F8}"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80092926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0675">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40675">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40675">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40675">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0675" grpId="0" build="p"/>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41" name="Rectangle 2">
            <a:extLst>
              <a:ext uri="{FF2B5EF4-FFF2-40B4-BE49-F238E27FC236}">
                <a16:creationId xmlns:a16="http://schemas.microsoft.com/office/drawing/2014/main" id="{D460429C-0069-AA40-A02D-459131E6935C}"/>
              </a:ext>
            </a:extLst>
          </p:cNvPr>
          <p:cNvSpPr>
            <a:spLocks noGrp="1" noChangeArrowheads="1"/>
          </p:cNvSpPr>
          <p:nvPr>
            <p:ph type="title"/>
          </p:nvPr>
        </p:nvSpPr>
        <p:spPr>
          <a:xfrm>
            <a:off x="171450" y="141685"/>
            <a:ext cx="8934449" cy="749855"/>
          </a:xfrm>
        </p:spPr>
        <p:txBody>
          <a:bodyPr/>
          <a:lstStyle/>
          <a:p>
            <a:pPr eaLnBrk="1" hangingPunct="1"/>
            <a:r>
              <a:rPr lang="en-US" altLang="zh-CN" sz="3000" dirty="0">
                <a:ea typeface="宋体" panose="02010600030101010101" pitchFamily="2" charset="-122"/>
              </a:rPr>
              <a:t>4.5  </a:t>
            </a:r>
            <a:r>
              <a:rPr lang="zh-CN" altLang="en-US" sz="3000" dirty="0">
                <a:ea typeface="宋体" panose="02010600030101010101" pitchFamily="2" charset="-122"/>
              </a:rPr>
              <a:t>因特网的路由选择协议</a:t>
            </a:r>
            <a:endParaRPr lang="zh-CN" altLang="en-US" sz="2400" dirty="0">
              <a:ea typeface="宋体" panose="02010600030101010101" pitchFamily="2" charset="-122"/>
            </a:endParaRPr>
          </a:p>
        </p:txBody>
      </p:sp>
      <p:sp>
        <p:nvSpPr>
          <p:cNvPr id="545795" name="Rectangle 3">
            <a:extLst>
              <a:ext uri="{FF2B5EF4-FFF2-40B4-BE49-F238E27FC236}">
                <a16:creationId xmlns:a16="http://schemas.microsoft.com/office/drawing/2014/main" id="{B123E2BB-F83D-AA4A-BEE9-6A56DE3C6DE6}"/>
              </a:ext>
            </a:extLst>
          </p:cNvPr>
          <p:cNvSpPr>
            <a:spLocks noGrp="1" noChangeArrowheads="1"/>
          </p:cNvSpPr>
          <p:nvPr>
            <p:ph type="body" idx="1"/>
          </p:nvPr>
        </p:nvSpPr>
        <p:spPr>
          <a:xfrm>
            <a:off x="228600" y="1687233"/>
            <a:ext cx="8743950" cy="3144679"/>
          </a:xfrm>
        </p:spPr>
        <p:txBody>
          <a:bodyPr/>
          <a:lstStyle/>
          <a:p>
            <a:pPr algn="just" eaLnBrk="1" hangingPunct="1">
              <a:buFont typeface="Wingdings" pitchFamily="2" charset="2"/>
              <a:buNone/>
            </a:pPr>
            <a:r>
              <a:rPr lang="en-US" altLang="zh-CN" sz="2100" dirty="0">
                <a:ea typeface="宋体" panose="02010600030101010101" pitchFamily="2" charset="-122"/>
              </a:rPr>
              <a:t>1. </a:t>
            </a:r>
            <a:r>
              <a:rPr lang="zh-CN" altLang="en-US" sz="2100" dirty="0">
                <a:ea typeface="宋体" panose="02010600030101010101" pitchFamily="2" charset="-122"/>
              </a:rPr>
              <a:t>理想的路由算法</a:t>
            </a:r>
          </a:p>
          <a:p>
            <a:pPr lvl="1" algn="just" eaLnBrk="1" hangingPunct="1"/>
            <a:r>
              <a:rPr lang="zh-CN" altLang="en-US" dirty="0">
                <a:ea typeface="宋体" panose="02010600030101010101" pitchFamily="2" charset="-122"/>
              </a:rPr>
              <a:t>算法必须是正确的和完整的。 </a:t>
            </a:r>
          </a:p>
          <a:p>
            <a:pPr lvl="1" algn="just" eaLnBrk="1" hangingPunct="1"/>
            <a:r>
              <a:rPr lang="zh-CN" altLang="en-US" dirty="0">
                <a:ea typeface="宋体" panose="02010600030101010101" pitchFamily="2" charset="-122"/>
              </a:rPr>
              <a:t>算法在计算上应简单。 </a:t>
            </a:r>
          </a:p>
          <a:p>
            <a:pPr lvl="1" algn="just" eaLnBrk="1" hangingPunct="1"/>
            <a:r>
              <a:rPr lang="zh-CN" altLang="en-US" dirty="0">
                <a:ea typeface="宋体" panose="02010600030101010101" pitchFamily="2" charset="-122"/>
              </a:rPr>
              <a:t>算法应能适应通信量和网络拓扑的变化，这就是说，要有自适应性。 </a:t>
            </a:r>
          </a:p>
          <a:p>
            <a:pPr lvl="1" algn="just" eaLnBrk="1" hangingPunct="1"/>
            <a:r>
              <a:rPr lang="zh-CN" altLang="en-US" dirty="0">
                <a:ea typeface="宋体" panose="02010600030101010101" pitchFamily="2" charset="-122"/>
              </a:rPr>
              <a:t>算法应具有稳定性。 </a:t>
            </a:r>
          </a:p>
          <a:p>
            <a:pPr lvl="1" algn="just" eaLnBrk="1" hangingPunct="1"/>
            <a:r>
              <a:rPr lang="zh-CN" altLang="en-US" dirty="0">
                <a:ea typeface="宋体" panose="02010600030101010101" pitchFamily="2" charset="-122"/>
              </a:rPr>
              <a:t>算法应是公平的。 </a:t>
            </a:r>
          </a:p>
          <a:p>
            <a:pPr lvl="1" algn="just" eaLnBrk="1" hangingPunct="1"/>
            <a:r>
              <a:rPr lang="zh-CN" altLang="en-US" dirty="0">
                <a:ea typeface="宋体" panose="02010600030101010101" pitchFamily="2" charset="-122"/>
              </a:rPr>
              <a:t>算法应是最佳的。 </a:t>
            </a:r>
          </a:p>
        </p:txBody>
      </p:sp>
      <p:sp>
        <p:nvSpPr>
          <p:cNvPr id="317443" name="幻灯片编号占位符 1">
            <a:extLst>
              <a:ext uri="{FF2B5EF4-FFF2-40B4-BE49-F238E27FC236}">
                <a16:creationId xmlns:a16="http://schemas.microsoft.com/office/drawing/2014/main" id="{A72ECA3A-3A23-FD45-BF17-465E70236A6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3774803-708F-0842-A5F9-504F12F6056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 name="矩形 1">
            <a:extLst>
              <a:ext uri="{FF2B5EF4-FFF2-40B4-BE49-F238E27FC236}">
                <a16:creationId xmlns:a16="http://schemas.microsoft.com/office/drawing/2014/main" id="{C32C00E1-A80C-6F46-B397-F27E62FAAEEF}"/>
              </a:ext>
            </a:extLst>
          </p:cNvPr>
          <p:cNvSpPr/>
          <p:nvPr/>
        </p:nvSpPr>
        <p:spPr>
          <a:xfrm>
            <a:off x="171450" y="1058554"/>
            <a:ext cx="7623810" cy="461665"/>
          </a:xfrm>
          <a:prstGeom prst="rect">
            <a:avLst/>
          </a:prstGeom>
        </p:spPr>
        <p:txBody>
          <a:bodyPr wrap="square">
            <a:spAutoFit/>
          </a:bodyPr>
          <a:lstStyle/>
          <a:p>
            <a:r>
              <a:rPr lang="en-US" altLang="zh-CN" sz="2400" dirty="0"/>
              <a:t>4.5.1  </a:t>
            </a:r>
            <a:r>
              <a:rPr lang="zh-CN" altLang="en-US" sz="2400" dirty="0"/>
              <a:t>有关路由选择协议的几个基本概念</a:t>
            </a:r>
          </a:p>
        </p:txBody>
      </p:sp>
    </p:spTree>
    <p:extLst>
      <p:ext uri="{BB962C8B-B14F-4D97-AF65-F5344CB8AC3E}">
        <p14:creationId xmlns:p14="http://schemas.microsoft.com/office/powerpoint/2010/main" val="182606020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5795">
                                            <p:txEl>
                                              <p:pRg st="1" end="1"/>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45795">
                                            <p:txEl>
                                              <p:pRg st="2" end="2"/>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45795">
                                            <p:txEl>
                                              <p:pRg st="3" end="3"/>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545795">
                                            <p:txEl>
                                              <p:pRg st="4" end="4"/>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45795">
                                            <p:txEl>
                                              <p:pRg st="5" end="5"/>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4579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5795" grpId="0" build="p"/>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489" name="Rectangle 2">
            <a:extLst>
              <a:ext uri="{FF2B5EF4-FFF2-40B4-BE49-F238E27FC236}">
                <a16:creationId xmlns:a16="http://schemas.microsoft.com/office/drawing/2014/main" id="{E64A575C-5DEF-F54F-8D96-5AB69BE1A419}"/>
              </a:ext>
            </a:extLst>
          </p:cNvPr>
          <p:cNvSpPr>
            <a:spLocks noGrp="1" noChangeArrowheads="1"/>
          </p:cNvSpPr>
          <p:nvPr>
            <p:ph type="title"/>
          </p:nvPr>
        </p:nvSpPr>
        <p:spPr>
          <a:xfrm>
            <a:off x="160020" y="195263"/>
            <a:ext cx="7583805" cy="736997"/>
          </a:xfrm>
        </p:spPr>
        <p:txBody>
          <a:bodyPr/>
          <a:lstStyle/>
          <a:p>
            <a:pPr eaLnBrk="1" hangingPunct="1"/>
            <a:r>
              <a:rPr lang="zh-CN" altLang="en-US" dirty="0">
                <a:latin typeface="Times New Roman" panose="02020603050405020304" pitchFamily="18" charset="0"/>
                <a:ea typeface="宋体" panose="02010600030101010101" pitchFamily="2" charset="-122"/>
              </a:rPr>
              <a:t>关于“最佳路由” </a:t>
            </a:r>
          </a:p>
        </p:txBody>
      </p:sp>
      <p:sp>
        <p:nvSpPr>
          <p:cNvPr id="547843" name="Rectangle 3">
            <a:extLst>
              <a:ext uri="{FF2B5EF4-FFF2-40B4-BE49-F238E27FC236}">
                <a16:creationId xmlns:a16="http://schemas.microsoft.com/office/drawing/2014/main" id="{F2660724-3061-1D4D-8B08-54497157ED15}"/>
              </a:ext>
            </a:extLst>
          </p:cNvPr>
          <p:cNvSpPr>
            <a:spLocks noGrp="1" noChangeArrowheads="1"/>
          </p:cNvSpPr>
          <p:nvPr>
            <p:ph type="body" idx="1"/>
          </p:nvPr>
        </p:nvSpPr>
        <p:spPr>
          <a:xfrm>
            <a:off x="229077" y="1059656"/>
            <a:ext cx="8640603" cy="3733800"/>
          </a:xfrm>
        </p:spPr>
        <p:txBody>
          <a:bodyPr/>
          <a:lstStyle/>
          <a:p>
            <a:pPr algn="just" eaLnBrk="1" hangingPunct="1"/>
            <a:r>
              <a:rPr lang="zh-CN" altLang="en-US">
                <a:latin typeface="微软雅黑" panose="020B0503020204020204" pitchFamily="34" charset="-122"/>
                <a:ea typeface="宋体" panose="02010600030101010101" pitchFamily="2" charset="-122"/>
              </a:rPr>
              <a:t>不存在一种绝对的最佳路由算法。</a:t>
            </a:r>
          </a:p>
          <a:p>
            <a:pPr algn="just" eaLnBrk="1" hangingPunct="1"/>
            <a:r>
              <a:rPr lang="zh-CN" altLang="en-US">
                <a:latin typeface="微软雅黑" panose="020B0503020204020204" pitchFamily="34" charset="-122"/>
                <a:ea typeface="宋体" panose="02010600030101010101" pitchFamily="2" charset="-122"/>
              </a:rPr>
              <a:t>所谓</a:t>
            </a:r>
            <a:r>
              <a:rPr lang="zh-CN" altLang="en-US">
                <a:latin typeface="Arial" panose="020B0604020202020204" pitchFamily="34" charset="0"/>
                <a:ea typeface="宋体" panose="02010600030101010101" pitchFamily="2" charset="-122"/>
              </a:rPr>
              <a:t>“</a:t>
            </a:r>
            <a:r>
              <a:rPr lang="zh-CN" altLang="en-US">
                <a:latin typeface="微软雅黑" panose="020B0503020204020204" pitchFamily="34" charset="-122"/>
                <a:ea typeface="宋体" panose="02010600030101010101" pitchFamily="2" charset="-122"/>
              </a:rPr>
              <a:t>最佳</a:t>
            </a:r>
            <a:r>
              <a:rPr lang="zh-CN" altLang="en-US">
                <a:latin typeface="Arial" panose="020B0604020202020204" pitchFamily="34" charset="0"/>
                <a:ea typeface="宋体" panose="02010600030101010101" pitchFamily="2" charset="-122"/>
              </a:rPr>
              <a:t>”</a:t>
            </a:r>
            <a:r>
              <a:rPr lang="zh-CN" altLang="en-US">
                <a:latin typeface="微软雅黑" panose="020B0503020204020204" pitchFamily="34" charset="-122"/>
                <a:ea typeface="宋体" panose="02010600030101010101" pitchFamily="2" charset="-122"/>
              </a:rPr>
              <a:t>只能是相对于某一种特定要求下得出的较为合理的选择而已。</a:t>
            </a:r>
          </a:p>
          <a:p>
            <a:pPr algn="just" eaLnBrk="1" hangingPunct="1"/>
            <a:r>
              <a:rPr lang="zh-CN" altLang="en-US">
                <a:latin typeface="微软雅黑" panose="020B0503020204020204" pitchFamily="34" charset="-122"/>
                <a:ea typeface="宋体" panose="02010600030101010101" pitchFamily="2" charset="-122"/>
              </a:rPr>
              <a:t>实际的路由选择算法，应尽可能接近于理想的算法。 </a:t>
            </a:r>
          </a:p>
          <a:p>
            <a:pPr algn="just" eaLnBrk="1" hangingPunct="1"/>
            <a:r>
              <a:rPr lang="zh-CN" altLang="en-US">
                <a:latin typeface="微软雅黑" panose="020B0503020204020204" pitchFamily="34" charset="-122"/>
                <a:ea typeface="宋体" panose="02010600030101010101" pitchFamily="2" charset="-122"/>
              </a:rPr>
              <a:t>路由选择是个非常复杂的问题</a:t>
            </a:r>
          </a:p>
          <a:p>
            <a:pPr lvl="1" algn="just" eaLnBrk="1" hangingPunct="1"/>
            <a:r>
              <a:rPr lang="zh-CN" altLang="en-US">
                <a:solidFill>
                  <a:srgbClr val="333399"/>
                </a:solidFill>
                <a:latin typeface="微软雅黑" panose="020B0503020204020204" pitchFamily="34" charset="-122"/>
                <a:ea typeface="宋体" panose="02010600030101010101" pitchFamily="2" charset="-122"/>
              </a:rPr>
              <a:t>它是网络中的所有结点共同协调工作的结果。</a:t>
            </a:r>
          </a:p>
          <a:p>
            <a:pPr lvl="1" algn="just" eaLnBrk="1" hangingPunct="1"/>
            <a:r>
              <a:rPr lang="zh-CN" altLang="en-US">
                <a:solidFill>
                  <a:srgbClr val="333399"/>
                </a:solidFill>
                <a:latin typeface="微软雅黑" panose="020B0503020204020204" pitchFamily="34" charset="-122"/>
                <a:ea typeface="宋体" panose="02010600030101010101" pitchFamily="2" charset="-122"/>
              </a:rPr>
              <a:t>路由选择的环境往往是不断变化的，而这种变化有时无法事先知道。</a:t>
            </a:r>
            <a:r>
              <a:rPr lang="zh-CN" altLang="en-US">
                <a:latin typeface="微软雅黑" panose="020B0503020204020204" pitchFamily="34" charset="-122"/>
                <a:ea typeface="宋体" panose="02010600030101010101" pitchFamily="2" charset="-122"/>
              </a:rPr>
              <a:t>  </a:t>
            </a:r>
          </a:p>
        </p:txBody>
      </p:sp>
      <p:sp>
        <p:nvSpPr>
          <p:cNvPr id="319491" name="幻灯片编号占位符 1">
            <a:extLst>
              <a:ext uri="{FF2B5EF4-FFF2-40B4-BE49-F238E27FC236}">
                <a16:creationId xmlns:a16="http://schemas.microsoft.com/office/drawing/2014/main" id="{BCCD94A6-EAFE-A64D-A4D8-C1DDB34CB38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D1CF131-88D8-A844-9244-AA1C55E67D0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25769447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784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4784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47843">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47843">
                                            <p:txEl>
                                              <p:pRg st="4" end="4"/>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4784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7843" grpId="0" build="p"/>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537" name="Rectangle 2">
            <a:extLst>
              <a:ext uri="{FF2B5EF4-FFF2-40B4-BE49-F238E27FC236}">
                <a16:creationId xmlns:a16="http://schemas.microsoft.com/office/drawing/2014/main" id="{CA964304-1BF3-354F-93EC-37485563FE7B}"/>
              </a:ext>
            </a:extLst>
          </p:cNvPr>
          <p:cNvSpPr>
            <a:spLocks noGrp="1" noChangeArrowheads="1"/>
          </p:cNvSpPr>
          <p:nvPr>
            <p:ph type="title"/>
          </p:nvPr>
        </p:nvSpPr>
        <p:spPr>
          <a:xfrm>
            <a:off x="182881" y="195263"/>
            <a:ext cx="7399020" cy="790575"/>
          </a:xfrm>
        </p:spPr>
        <p:txBody>
          <a:bodyPr/>
          <a:lstStyle/>
          <a:p>
            <a:pPr eaLnBrk="1" hangingPunct="1"/>
            <a:r>
              <a:rPr lang="zh-CN" altLang="en-US" dirty="0">
                <a:latin typeface="Times New Roman" panose="02020603050405020304" pitchFamily="18" charset="0"/>
                <a:ea typeface="宋体" panose="02010600030101010101" pitchFamily="2" charset="-122"/>
              </a:rPr>
              <a:t>从路由算法的自适应性考虑</a:t>
            </a:r>
          </a:p>
        </p:txBody>
      </p:sp>
      <p:sp>
        <p:nvSpPr>
          <p:cNvPr id="548867" name="Rectangle 3">
            <a:extLst>
              <a:ext uri="{FF2B5EF4-FFF2-40B4-BE49-F238E27FC236}">
                <a16:creationId xmlns:a16="http://schemas.microsoft.com/office/drawing/2014/main" id="{88EA017B-1BC3-E941-B388-4B19A41BD1CD}"/>
              </a:ext>
            </a:extLst>
          </p:cNvPr>
          <p:cNvSpPr>
            <a:spLocks noGrp="1" noChangeArrowheads="1"/>
          </p:cNvSpPr>
          <p:nvPr>
            <p:ph type="body" idx="1"/>
          </p:nvPr>
        </p:nvSpPr>
        <p:spPr>
          <a:xfrm>
            <a:off x="182881" y="1140619"/>
            <a:ext cx="8686799" cy="3807619"/>
          </a:xfrm>
        </p:spPr>
        <p:txBody>
          <a:bodyPr/>
          <a:lstStyle/>
          <a:p>
            <a:pPr algn="just" eaLnBrk="1" hangingPunct="1"/>
            <a:r>
              <a:rPr lang="zh-CN" altLang="en-US" dirty="0">
                <a:solidFill>
                  <a:schemeClr val="hlink"/>
                </a:solidFill>
                <a:latin typeface="微软雅黑" panose="020B0503020204020204" pitchFamily="34" charset="-122"/>
                <a:ea typeface="宋体" panose="02010600030101010101" pitchFamily="2" charset="-122"/>
              </a:rPr>
              <a:t>静态</a:t>
            </a:r>
            <a:r>
              <a:rPr lang="zh-CN" altLang="en-US" dirty="0">
                <a:latin typeface="微软雅黑" panose="020B0503020204020204" pitchFamily="34" charset="-122"/>
                <a:ea typeface="宋体" panose="02010600030101010101" pitchFamily="2" charset="-122"/>
              </a:rPr>
              <a:t>路由选择策略</a:t>
            </a:r>
            <a:r>
              <a:rPr lang="en-US" altLang="zh-CN" dirty="0">
                <a:latin typeface="Arial" panose="020B0604020202020204" pitchFamily="34" charset="0"/>
                <a:ea typeface="宋体" panose="02010600030101010101" pitchFamily="2" charset="-122"/>
              </a:rPr>
              <a:t>——</a:t>
            </a:r>
            <a:r>
              <a:rPr lang="zh-CN" altLang="en-US" dirty="0">
                <a:latin typeface="微软雅黑" panose="020B0503020204020204" pitchFamily="34" charset="-122"/>
                <a:ea typeface="宋体" panose="02010600030101010101" pitchFamily="2" charset="-122"/>
              </a:rPr>
              <a:t>即非自适应路由选择，其特点是简单和开销较小，但不能及时适应网络状态的变化。 </a:t>
            </a:r>
          </a:p>
          <a:p>
            <a:pPr algn="just" eaLnBrk="1" hangingPunct="1"/>
            <a:r>
              <a:rPr lang="zh-CN" altLang="en-US" dirty="0">
                <a:solidFill>
                  <a:schemeClr val="hlink"/>
                </a:solidFill>
                <a:latin typeface="微软雅黑" panose="020B0503020204020204" pitchFamily="34" charset="-122"/>
                <a:ea typeface="宋体" panose="02010600030101010101" pitchFamily="2" charset="-122"/>
              </a:rPr>
              <a:t>动态</a:t>
            </a:r>
            <a:r>
              <a:rPr lang="zh-CN" altLang="en-US" dirty="0">
                <a:latin typeface="微软雅黑" panose="020B0503020204020204" pitchFamily="34" charset="-122"/>
                <a:ea typeface="宋体" panose="02010600030101010101" pitchFamily="2" charset="-122"/>
              </a:rPr>
              <a:t>路由选择策略</a:t>
            </a:r>
            <a:r>
              <a:rPr lang="en-US" altLang="zh-CN" dirty="0">
                <a:latin typeface="Arial" panose="020B0604020202020204" pitchFamily="34" charset="0"/>
                <a:ea typeface="宋体" panose="02010600030101010101" pitchFamily="2" charset="-122"/>
              </a:rPr>
              <a:t>——</a:t>
            </a:r>
            <a:r>
              <a:rPr lang="zh-CN" altLang="en-US" dirty="0">
                <a:latin typeface="微软雅黑" panose="020B0503020204020204" pitchFamily="34" charset="-122"/>
                <a:ea typeface="宋体" panose="02010600030101010101" pitchFamily="2" charset="-122"/>
              </a:rPr>
              <a:t>即自适应路由选择，其特点是能较好地适应网络状态的变化，但实现起来较为复杂，开销也比较大。  </a:t>
            </a:r>
          </a:p>
        </p:txBody>
      </p:sp>
      <p:sp>
        <p:nvSpPr>
          <p:cNvPr id="321539" name="幻灯片编号占位符 1">
            <a:extLst>
              <a:ext uri="{FF2B5EF4-FFF2-40B4-BE49-F238E27FC236}">
                <a16:creationId xmlns:a16="http://schemas.microsoft.com/office/drawing/2014/main" id="{9FB16036-2079-DD47-9311-D49A62C7FA9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2497C76-609E-7744-9E38-84799C623338}"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30016047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8867">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8867" grpId="0" build="p"/>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585" name="Rectangle 2">
            <a:extLst>
              <a:ext uri="{FF2B5EF4-FFF2-40B4-BE49-F238E27FC236}">
                <a16:creationId xmlns:a16="http://schemas.microsoft.com/office/drawing/2014/main" id="{41E5B470-0D62-564B-87A4-410911662672}"/>
              </a:ext>
            </a:extLst>
          </p:cNvPr>
          <p:cNvSpPr>
            <a:spLocks noGrp="1" noChangeArrowheads="1"/>
          </p:cNvSpPr>
          <p:nvPr>
            <p:ph type="title"/>
          </p:nvPr>
        </p:nvSpPr>
        <p:spPr>
          <a:xfrm>
            <a:off x="171451" y="160735"/>
            <a:ext cx="7748588" cy="736997"/>
          </a:xfrm>
        </p:spPr>
        <p:txBody>
          <a:bodyPr/>
          <a:lstStyle/>
          <a:p>
            <a:pPr eaLnBrk="1" hangingPunct="1"/>
            <a:r>
              <a:rPr lang="en-US" altLang="zh-CN" dirty="0">
                <a:latin typeface="Times New Roman" panose="02020603050405020304" pitchFamily="18" charset="0"/>
                <a:ea typeface="宋体" panose="02010600030101010101" pitchFamily="2" charset="-122"/>
              </a:rPr>
              <a:t>2.  </a:t>
            </a:r>
            <a:r>
              <a:rPr lang="zh-CN" altLang="en-US" dirty="0">
                <a:latin typeface="Times New Roman" panose="02020603050405020304" pitchFamily="18" charset="0"/>
                <a:ea typeface="宋体" panose="02010600030101010101" pitchFamily="2" charset="-122"/>
              </a:rPr>
              <a:t>分层次的路由选择协议</a:t>
            </a:r>
          </a:p>
        </p:txBody>
      </p:sp>
      <p:sp>
        <p:nvSpPr>
          <p:cNvPr id="549891" name="Rectangle 3">
            <a:extLst>
              <a:ext uri="{FF2B5EF4-FFF2-40B4-BE49-F238E27FC236}">
                <a16:creationId xmlns:a16="http://schemas.microsoft.com/office/drawing/2014/main" id="{C3735694-AA62-9D40-98CD-83036189E984}"/>
              </a:ext>
            </a:extLst>
          </p:cNvPr>
          <p:cNvSpPr>
            <a:spLocks noGrp="1" noChangeArrowheads="1"/>
          </p:cNvSpPr>
          <p:nvPr>
            <p:ph type="body" idx="1"/>
          </p:nvPr>
        </p:nvSpPr>
        <p:spPr>
          <a:xfrm>
            <a:off x="262890" y="1059656"/>
            <a:ext cx="8618220" cy="3733800"/>
          </a:xfrm>
        </p:spPr>
        <p:txBody>
          <a:bodyPr/>
          <a:lstStyle/>
          <a:p>
            <a:pPr algn="just" eaLnBrk="1" hangingPunct="1"/>
            <a:r>
              <a:rPr lang="zh-CN" altLang="en-US" dirty="0">
                <a:ea typeface="宋体" panose="02010600030101010101" pitchFamily="2" charset="-122"/>
              </a:rPr>
              <a:t>因特网采用分层次的路由选择协议。</a:t>
            </a:r>
          </a:p>
          <a:p>
            <a:pPr algn="just" eaLnBrk="1" hangingPunct="1"/>
            <a:r>
              <a:rPr lang="zh-CN" altLang="en-US" dirty="0">
                <a:ea typeface="宋体" panose="02010600030101010101" pitchFamily="2" charset="-122"/>
              </a:rPr>
              <a:t>因特网的规模非常大。如果让所有的路由器知道所有的网络应怎样到达，则这种路由表将非常大，处理起来也太花时间。而所有这些路由器之间交换路由信息所需的带宽就会使因特网的通信链路饱和。</a:t>
            </a:r>
          </a:p>
          <a:p>
            <a:pPr algn="just" eaLnBrk="1" hangingPunct="1"/>
            <a:r>
              <a:rPr lang="zh-CN" altLang="en-US" dirty="0">
                <a:ea typeface="宋体" panose="02010600030101010101" pitchFamily="2" charset="-122"/>
              </a:rPr>
              <a:t>许多单位不愿意外界了解自己单位网络的布局细节和本部门所采用的路由选择协议（这属于本部门内部的事情），但同时还希望连接到因特网上。   </a:t>
            </a:r>
          </a:p>
        </p:txBody>
      </p:sp>
      <p:sp>
        <p:nvSpPr>
          <p:cNvPr id="323587" name="幻灯片编号占位符 1">
            <a:extLst>
              <a:ext uri="{FF2B5EF4-FFF2-40B4-BE49-F238E27FC236}">
                <a16:creationId xmlns:a16="http://schemas.microsoft.com/office/drawing/2014/main" id="{B32CDDC5-6035-A443-8924-DBC48813F69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EFAFD833-6497-4145-830F-A12F884D1C7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53739746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989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49891">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9891" grpId="0" build="p"/>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633" name="Rectangle 2">
            <a:extLst>
              <a:ext uri="{FF2B5EF4-FFF2-40B4-BE49-F238E27FC236}">
                <a16:creationId xmlns:a16="http://schemas.microsoft.com/office/drawing/2014/main" id="{9CD1B7F1-FAE4-4642-9BD1-A60E0B23B380}"/>
              </a:ext>
            </a:extLst>
          </p:cNvPr>
          <p:cNvSpPr>
            <a:spLocks noGrp="1" noChangeArrowheads="1"/>
          </p:cNvSpPr>
          <p:nvPr>
            <p:ph type="title"/>
          </p:nvPr>
        </p:nvSpPr>
        <p:spPr>
          <a:xfrm>
            <a:off x="160020" y="250031"/>
            <a:ext cx="7544515" cy="628650"/>
          </a:xfrm>
        </p:spPr>
        <p:txBody>
          <a:bodyPr/>
          <a:lstStyle/>
          <a:p>
            <a:pPr eaLnBrk="1" hangingPunct="1"/>
            <a:r>
              <a:rPr lang="zh-CN" altLang="en-US" sz="3000" dirty="0">
                <a:ea typeface="宋体" panose="02010600030101010101" pitchFamily="2" charset="-122"/>
              </a:rPr>
              <a:t>自治系统 </a:t>
            </a:r>
            <a:r>
              <a:rPr lang="en-US" altLang="zh-CN" sz="3000" dirty="0">
                <a:ea typeface="宋体" panose="02010600030101010101" pitchFamily="2" charset="-122"/>
              </a:rPr>
              <a:t>AS(Autonomous System) </a:t>
            </a:r>
          </a:p>
        </p:txBody>
      </p:sp>
      <p:sp>
        <p:nvSpPr>
          <p:cNvPr id="325634" name="Rectangle 3">
            <a:extLst>
              <a:ext uri="{FF2B5EF4-FFF2-40B4-BE49-F238E27FC236}">
                <a16:creationId xmlns:a16="http://schemas.microsoft.com/office/drawing/2014/main" id="{81A6CF46-5F17-4F4E-BD6E-0EF8F0BCACAE}"/>
              </a:ext>
            </a:extLst>
          </p:cNvPr>
          <p:cNvSpPr>
            <a:spLocks noChangeArrowheads="1"/>
          </p:cNvSpPr>
          <p:nvPr/>
        </p:nvSpPr>
        <p:spPr bwMode="auto">
          <a:xfrm>
            <a:off x="1143001" y="2238986"/>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25635" name="Rectangle 4">
            <a:extLst>
              <a:ext uri="{FF2B5EF4-FFF2-40B4-BE49-F238E27FC236}">
                <a16:creationId xmlns:a16="http://schemas.microsoft.com/office/drawing/2014/main" id="{B2B2290D-2A69-9949-BEA4-769C2B442C72}"/>
              </a:ext>
            </a:extLst>
          </p:cNvPr>
          <p:cNvSpPr>
            <a:spLocks noGrp="1" noChangeArrowheads="1"/>
          </p:cNvSpPr>
          <p:nvPr>
            <p:ph type="body" idx="1"/>
          </p:nvPr>
        </p:nvSpPr>
        <p:spPr>
          <a:xfrm>
            <a:off x="262890" y="1059657"/>
            <a:ext cx="8606790" cy="4083844"/>
          </a:xfrm>
        </p:spPr>
        <p:txBody>
          <a:bodyPr/>
          <a:lstStyle/>
          <a:p>
            <a:pPr eaLnBrk="1" hangingPunct="1">
              <a:spcBef>
                <a:spcPct val="0"/>
              </a:spcBef>
              <a:buClrTx/>
            </a:pPr>
            <a:r>
              <a:rPr lang="zh-CN" altLang="en-US" dirty="0">
                <a:ea typeface="宋体" panose="02010600030101010101" pitchFamily="2" charset="-122"/>
              </a:rPr>
              <a:t>自治系统 </a:t>
            </a:r>
            <a:r>
              <a:rPr lang="en-US" altLang="zh-CN" dirty="0">
                <a:ea typeface="宋体" panose="02010600030101010101" pitchFamily="2" charset="-122"/>
              </a:rPr>
              <a:t>AS </a:t>
            </a:r>
            <a:r>
              <a:rPr lang="zh-CN" altLang="en-US" dirty="0">
                <a:ea typeface="宋体" panose="02010600030101010101" pitchFamily="2" charset="-122"/>
              </a:rPr>
              <a:t>的定义：在单一的技术管理下的一组路由器，而这些路由器使用一种 </a:t>
            </a:r>
            <a:r>
              <a:rPr lang="en-US" altLang="zh-CN" dirty="0">
                <a:ea typeface="宋体" panose="02010600030101010101" pitchFamily="2" charset="-122"/>
              </a:rPr>
              <a:t>AS </a:t>
            </a:r>
            <a:r>
              <a:rPr lang="zh-CN" altLang="en-US" dirty="0">
                <a:ea typeface="宋体" panose="02010600030101010101" pitchFamily="2" charset="-122"/>
              </a:rPr>
              <a:t>内部的路由选择协议和共同的度量以确定分组在该 </a:t>
            </a:r>
            <a:r>
              <a:rPr lang="en-US" altLang="zh-CN" dirty="0">
                <a:ea typeface="宋体" panose="02010600030101010101" pitchFamily="2" charset="-122"/>
              </a:rPr>
              <a:t>AS </a:t>
            </a:r>
            <a:r>
              <a:rPr lang="zh-CN" altLang="en-US" dirty="0">
                <a:ea typeface="宋体" panose="02010600030101010101" pitchFamily="2" charset="-122"/>
              </a:rPr>
              <a:t>内的路由，同时还使用一种 </a:t>
            </a:r>
            <a:r>
              <a:rPr lang="en-US" altLang="zh-CN" dirty="0">
                <a:ea typeface="宋体" panose="02010600030101010101" pitchFamily="2" charset="-122"/>
              </a:rPr>
              <a:t>AS </a:t>
            </a:r>
            <a:r>
              <a:rPr lang="zh-CN" altLang="en-US" dirty="0">
                <a:ea typeface="宋体" panose="02010600030101010101" pitchFamily="2" charset="-122"/>
              </a:rPr>
              <a:t>之间的路由选择协议用以确定分组在 </a:t>
            </a:r>
            <a:r>
              <a:rPr lang="en-US" altLang="zh-CN" dirty="0">
                <a:ea typeface="宋体" panose="02010600030101010101" pitchFamily="2" charset="-122"/>
              </a:rPr>
              <a:t>AS</a:t>
            </a:r>
            <a:r>
              <a:rPr lang="zh-CN" altLang="en-US" dirty="0">
                <a:ea typeface="宋体" panose="02010600030101010101" pitchFamily="2" charset="-122"/>
              </a:rPr>
              <a:t>之间的路由。</a:t>
            </a:r>
          </a:p>
          <a:p>
            <a:pPr eaLnBrk="1" hangingPunct="1">
              <a:spcBef>
                <a:spcPct val="0"/>
              </a:spcBef>
              <a:buClrTx/>
            </a:pPr>
            <a:r>
              <a:rPr lang="zh-CN" altLang="en-US" dirty="0">
                <a:ea typeface="宋体" panose="02010600030101010101" pitchFamily="2" charset="-122"/>
              </a:rPr>
              <a:t>现在对自治系统 </a:t>
            </a:r>
            <a:r>
              <a:rPr lang="en-US" altLang="zh-CN" dirty="0">
                <a:ea typeface="宋体" panose="02010600030101010101" pitchFamily="2" charset="-122"/>
              </a:rPr>
              <a:t>AS </a:t>
            </a:r>
            <a:r>
              <a:rPr lang="zh-CN" altLang="en-US" dirty="0">
                <a:ea typeface="宋体" panose="02010600030101010101" pitchFamily="2" charset="-122"/>
              </a:rPr>
              <a:t>的定义是强调下面的事实：尽管一个 </a:t>
            </a:r>
            <a:r>
              <a:rPr lang="en-US" altLang="zh-CN" dirty="0">
                <a:ea typeface="宋体" panose="02010600030101010101" pitchFamily="2" charset="-122"/>
              </a:rPr>
              <a:t>AS </a:t>
            </a:r>
            <a:r>
              <a:rPr lang="zh-CN" altLang="en-US" dirty="0">
                <a:ea typeface="宋体" panose="02010600030101010101" pitchFamily="2" charset="-122"/>
              </a:rPr>
              <a:t>使用了多种内部路由选择协议和度量，但重要的是一个 </a:t>
            </a:r>
            <a:r>
              <a:rPr lang="en-US" altLang="zh-CN" dirty="0">
                <a:ea typeface="宋体" panose="02010600030101010101" pitchFamily="2" charset="-122"/>
              </a:rPr>
              <a:t>AS </a:t>
            </a:r>
            <a:r>
              <a:rPr lang="zh-CN" altLang="en-US" dirty="0">
                <a:ea typeface="宋体" panose="02010600030101010101" pitchFamily="2" charset="-122"/>
              </a:rPr>
              <a:t>对其他 </a:t>
            </a:r>
            <a:r>
              <a:rPr lang="en-US" altLang="zh-CN" dirty="0">
                <a:ea typeface="宋体" panose="02010600030101010101" pitchFamily="2" charset="-122"/>
              </a:rPr>
              <a:t>AS </a:t>
            </a:r>
            <a:r>
              <a:rPr lang="zh-CN" altLang="en-US" dirty="0">
                <a:ea typeface="宋体" panose="02010600030101010101" pitchFamily="2" charset="-122"/>
              </a:rPr>
              <a:t>表现出的是一个</a:t>
            </a:r>
            <a:r>
              <a:rPr lang="zh-CN" altLang="en-US" dirty="0">
                <a:solidFill>
                  <a:schemeClr val="hlink"/>
                </a:solidFill>
                <a:ea typeface="宋体" panose="02010600030101010101" pitchFamily="2" charset="-122"/>
              </a:rPr>
              <a:t>单一的</a:t>
            </a:r>
            <a:r>
              <a:rPr lang="zh-CN" altLang="en-US" dirty="0">
                <a:ea typeface="宋体" panose="02010600030101010101" pitchFamily="2" charset="-122"/>
              </a:rPr>
              <a:t>和</a:t>
            </a:r>
            <a:r>
              <a:rPr lang="zh-CN" altLang="en-US" dirty="0">
                <a:solidFill>
                  <a:schemeClr val="hlink"/>
                </a:solidFill>
                <a:ea typeface="宋体" panose="02010600030101010101" pitchFamily="2" charset="-122"/>
              </a:rPr>
              <a:t>一致的路由选择策略</a:t>
            </a:r>
            <a:r>
              <a:rPr lang="zh-CN" altLang="en-US" dirty="0">
                <a:ea typeface="宋体" panose="02010600030101010101" pitchFamily="2" charset="-122"/>
              </a:rPr>
              <a:t>。</a:t>
            </a:r>
          </a:p>
        </p:txBody>
      </p:sp>
      <p:sp>
        <p:nvSpPr>
          <p:cNvPr id="325636" name="幻灯片编号占位符 1">
            <a:extLst>
              <a:ext uri="{FF2B5EF4-FFF2-40B4-BE49-F238E27FC236}">
                <a16:creationId xmlns:a16="http://schemas.microsoft.com/office/drawing/2014/main" id="{AD03B65A-B882-114B-9C10-336020AC9E9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4A67ADA4-1900-194E-B32F-8A8D37417FB1}"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447406781"/>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81" name="Rectangle 2">
            <a:extLst>
              <a:ext uri="{FF2B5EF4-FFF2-40B4-BE49-F238E27FC236}">
                <a16:creationId xmlns:a16="http://schemas.microsoft.com/office/drawing/2014/main" id="{F85C2F90-5365-0846-ABCD-8E0BB23D8279}"/>
              </a:ext>
            </a:extLst>
          </p:cNvPr>
          <p:cNvSpPr>
            <a:spLocks noGrp="1" noChangeArrowheads="1"/>
          </p:cNvSpPr>
          <p:nvPr>
            <p:ph type="title"/>
          </p:nvPr>
        </p:nvSpPr>
        <p:spPr>
          <a:xfrm>
            <a:off x="182880" y="86916"/>
            <a:ext cx="7614524" cy="845344"/>
          </a:xfrm>
        </p:spPr>
        <p:txBody>
          <a:bodyPr/>
          <a:lstStyle/>
          <a:p>
            <a:pPr eaLnBrk="1" hangingPunct="1"/>
            <a:r>
              <a:rPr lang="zh-CN" altLang="en-US" dirty="0">
                <a:latin typeface="Times New Roman" panose="02020603050405020304" pitchFamily="18" charset="0"/>
                <a:ea typeface="宋体" panose="02010600030101010101" pitchFamily="2" charset="-122"/>
              </a:rPr>
              <a:t>因特网有两大类路由选择协议 </a:t>
            </a:r>
          </a:p>
        </p:txBody>
      </p:sp>
      <p:sp>
        <p:nvSpPr>
          <p:cNvPr id="551939" name="Rectangle 3">
            <a:extLst>
              <a:ext uri="{FF2B5EF4-FFF2-40B4-BE49-F238E27FC236}">
                <a16:creationId xmlns:a16="http://schemas.microsoft.com/office/drawing/2014/main" id="{5602C8DC-605D-7C42-8585-97CA2B172234}"/>
              </a:ext>
            </a:extLst>
          </p:cNvPr>
          <p:cNvSpPr>
            <a:spLocks noGrp="1" noChangeArrowheads="1"/>
          </p:cNvSpPr>
          <p:nvPr>
            <p:ph type="body" idx="1"/>
          </p:nvPr>
        </p:nvSpPr>
        <p:spPr>
          <a:xfrm>
            <a:off x="262890" y="1059656"/>
            <a:ext cx="8652510" cy="3733800"/>
          </a:xfrm>
        </p:spPr>
        <p:txBody>
          <a:bodyPr/>
          <a:lstStyle/>
          <a:p>
            <a:pPr algn="just" eaLnBrk="1" hangingPunct="1"/>
            <a:r>
              <a:rPr lang="zh-CN" altLang="en-US" dirty="0">
                <a:solidFill>
                  <a:schemeClr val="hlink"/>
                </a:solidFill>
                <a:ea typeface="宋体" panose="02010600030101010101" pitchFamily="2" charset="-122"/>
              </a:rPr>
              <a:t>内部网关协议</a:t>
            </a:r>
            <a:r>
              <a:rPr lang="zh-CN" altLang="en-US" dirty="0">
                <a:ea typeface="宋体" panose="02010600030101010101" pitchFamily="2" charset="-122"/>
              </a:rPr>
              <a:t> </a:t>
            </a:r>
            <a:r>
              <a:rPr lang="en-US" altLang="zh-CN" dirty="0">
                <a:ea typeface="宋体" panose="02010600030101010101" pitchFamily="2" charset="-122"/>
              </a:rPr>
              <a:t>IGP (Interior Gateway Protocol)    </a:t>
            </a:r>
            <a:r>
              <a:rPr lang="zh-CN" altLang="en-US" dirty="0">
                <a:ea typeface="宋体" panose="02010600030101010101" pitchFamily="2" charset="-122"/>
              </a:rPr>
              <a:t>即在一个自治系统内部使用的路由选择协议。目前这类路由选择协议使用得最多，如 </a:t>
            </a:r>
            <a:r>
              <a:rPr lang="en-US" altLang="zh-CN" dirty="0">
                <a:ea typeface="宋体" panose="02010600030101010101" pitchFamily="2" charset="-122"/>
              </a:rPr>
              <a:t>RIP </a:t>
            </a:r>
            <a:r>
              <a:rPr lang="zh-CN" altLang="en-US" dirty="0">
                <a:ea typeface="宋体" panose="02010600030101010101" pitchFamily="2" charset="-122"/>
              </a:rPr>
              <a:t>和 </a:t>
            </a:r>
            <a:r>
              <a:rPr lang="en-US" altLang="zh-CN" dirty="0">
                <a:ea typeface="宋体" panose="02010600030101010101" pitchFamily="2" charset="-122"/>
              </a:rPr>
              <a:t>OSPF </a:t>
            </a:r>
            <a:r>
              <a:rPr lang="zh-CN" altLang="en-US" dirty="0">
                <a:ea typeface="宋体" panose="02010600030101010101" pitchFamily="2" charset="-122"/>
              </a:rPr>
              <a:t>协议。</a:t>
            </a:r>
          </a:p>
          <a:p>
            <a:pPr algn="just" eaLnBrk="1" hangingPunct="1"/>
            <a:r>
              <a:rPr lang="zh-CN" altLang="en-US" dirty="0">
                <a:solidFill>
                  <a:schemeClr val="hlink"/>
                </a:solidFill>
                <a:ea typeface="宋体" panose="02010600030101010101" pitchFamily="2" charset="-122"/>
              </a:rPr>
              <a:t>外部网关协议</a:t>
            </a:r>
            <a:r>
              <a:rPr lang="en-US" altLang="zh-CN" dirty="0">
                <a:ea typeface="宋体" panose="02010600030101010101" pitchFamily="2" charset="-122"/>
              </a:rPr>
              <a:t>EGP (External Gateway Protocol)    </a:t>
            </a:r>
            <a:r>
              <a:rPr lang="zh-CN" altLang="en-US" dirty="0">
                <a:ea typeface="宋体" panose="02010600030101010101" pitchFamily="2" charset="-122"/>
              </a:rPr>
              <a:t>若源站和目的站处在不同的自治系统中，当数据报传到一个自治系统的边界时，就需要使用一种协议将路由选择信息传递到另一个自治系统中。这样的协议就是外部网关协议 </a:t>
            </a:r>
            <a:r>
              <a:rPr lang="en-US" altLang="zh-CN" dirty="0">
                <a:ea typeface="宋体" panose="02010600030101010101" pitchFamily="2" charset="-122"/>
              </a:rPr>
              <a:t>EGP</a:t>
            </a:r>
            <a:r>
              <a:rPr lang="zh-CN" altLang="en-US" dirty="0">
                <a:ea typeface="宋体" panose="02010600030101010101" pitchFamily="2" charset="-122"/>
              </a:rPr>
              <a:t>。在外部网关协议中目前使用最多的是 </a:t>
            </a:r>
            <a:r>
              <a:rPr lang="en-US" altLang="zh-CN" dirty="0">
                <a:ea typeface="宋体" panose="02010600030101010101" pitchFamily="2" charset="-122"/>
              </a:rPr>
              <a:t>BGP-4</a:t>
            </a:r>
            <a:r>
              <a:rPr lang="zh-CN" altLang="en-US" dirty="0">
                <a:ea typeface="宋体" panose="02010600030101010101" pitchFamily="2" charset="-122"/>
              </a:rPr>
              <a:t>。  </a:t>
            </a:r>
          </a:p>
        </p:txBody>
      </p:sp>
      <p:sp>
        <p:nvSpPr>
          <p:cNvPr id="327683" name="幻灯片编号占位符 1">
            <a:extLst>
              <a:ext uri="{FF2B5EF4-FFF2-40B4-BE49-F238E27FC236}">
                <a16:creationId xmlns:a16="http://schemas.microsoft.com/office/drawing/2014/main" id="{905C6709-A127-1945-8731-A5A049F985F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5137C1E-7DBC-B442-A936-149EE8651F4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67908533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551939">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1939">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1939" grpId="0" build="p"/>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内容占位符 1">
            <a:extLst>
              <a:ext uri="{FF2B5EF4-FFF2-40B4-BE49-F238E27FC236}">
                <a16:creationId xmlns:a16="http://schemas.microsoft.com/office/drawing/2014/main" id="{4D83B23F-666D-2149-8F01-CB8E8D597302}"/>
              </a:ext>
            </a:extLst>
          </p:cNvPr>
          <p:cNvSpPr>
            <a:spLocks noGrp="1"/>
          </p:cNvSpPr>
          <p:nvPr>
            <p:ph idx="1"/>
          </p:nvPr>
        </p:nvSpPr>
        <p:spPr/>
        <p:txBody>
          <a:bodyPr/>
          <a:lstStyle/>
          <a:p>
            <a:endParaRPr kumimoji="1" lang="zh-CN" altLang="en-US"/>
          </a:p>
        </p:txBody>
      </p:sp>
      <p:sp>
        <p:nvSpPr>
          <p:cNvPr id="329743" name="幻灯片编号占位符 1">
            <a:extLst>
              <a:ext uri="{FF2B5EF4-FFF2-40B4-BE49-F238E27FC236}">
                <a16:creationId xmlns:a16="http://schemas.microsoft.com/office/drawing/2014/main" id="{B0425C4E-B763-F647-8FDD-38402528896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8500B89B-FE1C-F449-9832-A822D617581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29729" name="Rectangle 135">
            <a:extLst>
              <a:ext uri="{FF2B5EF4-FFF2-40B4-BE49-F238E27FC236}">
                <a16:creationId xmlns:a16="http://schemas.microsoft.com/office/drawing/2014/main" id="{C688DE81-B4F5-2D4C-890E-0FF7362AAA01}"/>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自治系统和内部网关协议、外部网关协议 </a:t>
            </a:r>
          </a:p>
        </p:txBody>
      </p:sp>
      <p:grpSp>
        <p:nvGrpSpPr>
          <p:cNvPr id="329730" name="Group 136">
            <a:extLst>
              <a:ext uri="{FF2B5EF4-FFF2-40B4-BE49-F238E27FC236}">
                <a16:creationId xmlns:a16="http://schemas.microsoft.com/office/drawing/2014/main" id="{9461C5E3-63B5-BB4B-8BCA-723DC130170F}"/>
              </a:ext>
            </a:extLst>
          </p:cNvPr>
          <p:cNvGrpSpPr>
            <a:grpSpLocks/>
          </p:cNvGrpSpPr>
          <p:nvPr/>
        </p:nvGrpSpPr>
        <p:grpSpPr bwMode="auto">
          <a:xfrm>
            <a:off x="1394713" y="2030730"/>
            <a:ext cx="2075260" cy="1295400"/>
            <a:chOff x="912" y="768"/>
            <a:chExt cx="2400" cy="1584"/>
          </a:xfrm>
        </p:grpSpPr>
        <p:sp>
          <p:nvSpPr>
            <p:cNvPr id="329763" name="Oval 137">
              <a:extLst>
                <a:ext uri="{FF2B5EF4-FFF2-40B4-BE49-F238E27FC236}">
                  <a16:creationId xmlns:a16="http://schemas.microsoft.com/office/drawing/2014/main" id="{57EC31D4-7CD9-814E-A5F9-75657C30E2E9}"/>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64" name="Oval 138">
              <a:extLst>
                <a:ext uri="{FF2B5EF4-FFF2-40B4-BE49-F238E27FC236}">
                  <a16:creationId xmlns:a16="http://schemas.microsoft.com/office/drawing/2014/main" id="{8CE2DF84-EBF3-6D4F-9F48-F1908CE43DD3}"/>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65" name="Oval 139">
              <a:extLst>
                <a:ext uri="{FF2B5EF4-FFF2-40B4-BE49-F238E27FC236}">
                  <a16:creationId xmlns:a16="http://schemas.microsoft.com/office/drawing/2014/main" id="{515CC737-30E8-EE49-B708-151416BA64DA}"/>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66" name="Oval 140">
              <a:extLst>
                <a:ext uri="{FF2B5EF4-FFF2-40B4-BE49-F238E27FC236}">
                  <a16:creationId xmlns:a16="http://schemas.microsoft.com/office/drawing/2014/main" id="{F141601B-97A0-AC40-8D3A-E5D864F56AAB}"/>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67" name="Oval 141">
              <a:extLst>
                <a:ext uri="{FF2B5EF4-FFF2-40B4-BE49-F238E27FC236}">
                  <a16:creationId xmlns:a16="http://schemas.microsoft.com/office/drawing/2014/main" id="{51B75163-1C79-D147-BB8E-F9674945908D}"/>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68" name="Oval 142">
              <a:extLst>
                <a:ext uri="{FF2B5EF4-FFF2-40B4-BE49-F238E27FC236}">
                  <a16:creationId xmlns:a16="http://schemas.microsoft.com/office/drawing/2014/main" id="{04EE40DA-8335-2C4C-A1F3-04BDED69EC58}"/>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69" name="Oval 143">
              <a:extLst>
                <a:ext uri="{FF2B5EF4-FFF2-40B4-BE49-F238E27FC236}">
                  <a16:creationId xmlns:a16="http://schemas.microsoft.com/office/drawing/2014/main" id="{A86DCDF8-D584-9740-BF4E-4F36F67841F3}"/>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70" name="Oval 144">
              <a:extLst>
                <a:ext uri="{FF2B5EF4-FFF2-40B4-BE49-F238E27FC236}">
                  <a16:creationId xmlns:a16="http://schemas.microsoft.com/office/drawing/2014/main" id="{5CB58690-096A-6349-95EC-B0225C24603E}"/>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71" name="Oval 145">
              <a:extLst>
                <a:ext uri="{FF2B5EF4-FFF2-40B4-BE49-F238E27FC236}">
                  <a16:creationId xmlns:a16="http://schemas.microsoft.com/office/drawing/2014/main" id="{1AE57E44-4CC9-D146-BB2D-91CCE1CFED20}"/>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329772" name="Group 146">
              <a:extLst>
                <a:ext uri="{FF2B5EF4-FFF2-40B4-BE49-F238E27FC236}">
                  <a16:creationId xmlns:a16="http://schemas.microsoft.com/office/drawing/2014/main" id="{2732DDB7-1B85-4B43-8618-64BC188FE014}"/>
                </a:ext>
              </a:extLst>
            </p:cNvPr>
            <p:cNvGrpSpPr>
              <a:grpSpLocks/>
            </p:cNvGrpSpPr>
            <p:nvPr/>
          </p:nvGrpSpPr>
          <p:grpSpPr bwMode="auto">
            <a:xfrm>
              <a:off x="912" y="768"/>
              <a:ext cx="2386" cy="1553"/>
              <a:chOff x="912" y="768"/>
              <a:chExt cx="2386" cy="1553"/>
            </a:xfrm>
          </p:grpSpPr>
          <p:sp>
            <p:nvSpPr>
              <p:cNvPr id="329773" name="Oval 147">
                <a:extLst>
                  <a:ext uri="{FF2B5EF4-FFF2-40B4-BE49-F238E27FC236}">
                    <a16:creationId xmlns:a16="http://schemas.microsoft.com/office/drawing/2014/main" id="{FE6B6E4F-B42F-F842-9D0E-49C39184D44C}"/>
                  </a:ext>
                </a:extLst>
              </p:cNvPr>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74" name="Oval 148">
                <a:extLst>
                  <a:ext uri="{FF2B5EF4-FFF2-40B4-BE49-F238E27FC236}">
                    <a16:creationId xmlns:a16="http://schemas.microsoft.com/office/drawing/2014/main" id="{85731BB3-D02E-6447-BAD7-D34E136B8259}"/>
                  </a:ext>
                </a:extLst>
              </p:cNvPr>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75" name="Oval 149">
                <a:extLst>
                  <a:ext uri="{FF2B5EF4-FFF2-40B4-BE49-F238E27FC236}">
                    <a16:creationId xmlns:a16="http://schemas.microsoft.com/office/drawing/2014/main" id="{0A5F3546-36B8-CA45-85EA-A5862909B8FA}"/>
                  </a:ext>
                </a:extLst>
              </p:cNvPr>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76" name="Oval 150">
                <a:extLst>
                  <a:ext uri="{FF2B5EF4-FFF2-40B4-BE49-F238E27FC236}">
                    <a16:creationId xmlns:a16="http://schemas.microsoft.com/office/drawing/2014/main" id="{1F6BA180-5764-6D4C-9D45-9F8EF8EBCE71}"/>
                  </a:ext>
                </a:extLst>
              </p:cNvPr>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77" name="Oval 151">
                <a:extLst>
                  <a:ext uri="{FF2B5EF4-FFF2-40B4-BE49-F238E27FC236}">
                    <a16:creationId xmlns:a16="http://schemas.microsoft.com/office/drawing/2014/main" id="{7FF07D4D-C731-F342-A10F-16302E2B2355}"/>
                  </a:ext>
                </a:extLst>
              </p:cNvPr>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78" name="Oval 152">
                <a:extLst>
                  <a:ext uri="{FF2B5EF4-FFF2-40B4-BE49-F238E27FC236}">
                    <a16:creationId xmlns:a16="http://schemas.microsoft.com/office/drawing/2014/main" id="{73EDAE9E-FE00-3647-8C30-2CFC97215AED}"/>
                  </a:ext>
                </a:extLst>
              </p:cNvPr>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79" name="Oval 153">
                <a:extLst>
                  <a:ext uri="{FF2B5EF4-FFF2-40B4-BE49-F238E27FC236}">
                    <a16:creationId xmlns:a16="http://schemas.microsoft.com/office/drawing/2014/main" id="{D1A89C7F-A17B-964C-B59A-EA9F3B799F11}"/>
                  </a:ext>
                </a:extLst>
              </p:cNvPr>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80" name="Oval 154">
                <a:extLst>
                  <a:ext uri="{FF2B5EF4-FFF2-40B4-BE49-F238E27FC236}">
                    <a16:creationId xmlns:a16="http://schemas.microsoft.com/office/drawing/2014/main" id="{DAE7F522-A8B6-D84F-AC40-C64D90E2BB83}"/>
                  </a:ext>
                </a:extLst>
              </p:cNvPr>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81" name="Oval 155">
                <a:extLst>
                  <a:ext uri="{FF2B5EF4-FFF2-40B4-BE49-F238E27FC236}">
                    <a16:creationId xmlns:a16="http://schemas.microsoft.com/office/drawing/2014/main" id="{36F2C2FF-A106-1A42-AB6D-150739247B37}"/>
                  </a:ext>
                </a:extLst>
              </p:cNvPr>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329731" name="Group 156">
            <a:extLst>
              <a:ext uri="{FF2B5EF4-FFF2-40B4-BE49-F238E27FC236}">
                <a16:creationId xmlns:a16="http://schemas.microsoft.com/office/drawing/2014/main" id="{5DFA414A-32EA-5C40-A519-D64A87A4A294}"/>
              </a:ext>
            </a:extLst>
          </p:cNvPr>
          <p:cNvGrpSpPr>
            <a:grpSpLocks/>
          </p:cNvGrpSpPr>
          <p:nvPr/>
        </p:nvGrpSpPr>
        <p:grpSpPr bwMode="auto">
          <a:xfrm>
            <a:off x="5707157" y="1934290"/>
            <a:ext cx="2276475" cy="1490663"/>
            <a:chOff x="912" y="768"/>
            <a:chExt cx="2400" cy="1584"/>
          </a:xfrm>
        </p:grpSpPr>
        <p:sp>
          <p:nvSpPr>
            <p:cNvPr id="329744" name="Oval 157">
              <a:extLst>
                <a:ext uri="{FF2B5EF4-FFF2-40B4-BE49-F238E27FC236}">
                  <a16:creationId xmlns:a16="http://schemas.microsoft.com/office/drawing/2014/main" id="{0493FD43-AC5B-D54A-8EBF-54A8FADDB23E}"/>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45" name="Oval 158">
              <a:extLst>
                <a:ext uri="{FF2B5EF4-FFF2-40B4-BE49-F238E27FC236}">
                  <a16:creationId xmlns:a16="http://schemas.microsoft.com/office/drawing/2014/main" id="{8E8E7C43-DB35-8645-8D3A-77077D86E26A}"/>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46" name="Oval 159">
              <a:extLst>
                <a:ext uri="{FF2B5EF4-FFF2-40B4-BE49-F238E27FC236}">
                  <a16:creationId xmlns:a16="http://schemas.microsoft.com/office/drawing/2014/main" id="{553357D8-6D87-5D40-B072-7497F981CA8C}"/>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47" name="Oval 160">
              <a:extLst>
                <a:ext uri="{FF2B5EF4-FFF2-40B4-BE49-F238E27FC236}">
                  <a16:creationId xmlns:a16="http://schemas.microsoft.com/office/drawing/2014/main" id="{75016AC2-74FB-6B48-B719-0D00844D3921}"/>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48" name="Oval 161">
              <a:extLst>
                <a:ext uri="{FF2B5EF4-FFF2-40B4-BE49-F238E27FC236}">
                  <a16:creationId xmlns:a16="http://schemas.microsoft.com/office/drawing/2014/main" id="{B21FE064-FE93-2B41-9ECE-5D34AC5E1399}"/>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49" name="Oval 162">
              <a:extLst>
                <a:ext uri="{FF2B5EF4-FFF2-40B4-BE49-F238E27FC236}">
                  <a16:creationId xmlns:a16="http://schemas.microsoft.com/office/drawing/2014/main" id="{CADCAF6A-6666-814E-9B4C-C9E0563C0754}"/>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50" name="Oval 163">
              <a:extLst>
                <a:ext uri="{FF2B5EF4-FFF2-40B4-BE49-F238E27FC236}">
                  <a16:creationId xmlns:a16="http://schemas.microsoft.com/office/drawing/2014/main" id="{31CEA96F-8E90-534F-A99C-62EDF91D8CD6}"/>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51" name="Oval 164">
              <a:extLst>
                <a:ext uri="{FF2B5EF4-FFF2-40B4-BE49-F238E27FC236}">
                  <a16:creationId xmlns:a16="http://schemas.microsoft.com/office/drawing/2014/main" id="{410395ED-0B67-7B48-B052-70D40D0BF381}"/>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52" name="Oval 165">
              <a:extLst>
                <a:ext uri="{FF2B5EF4-FFF2-40B4-BE49-F238E27FC236}">
                  <a16:creationId xmlns:a16="http://schemas.microsoft.com/office/drawing/2014/main" id="{235FD6F6-5DBE-134B-8AF6-487B288A4E5B}"/>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329753" name="Group 166">
              <a:extLst>
                <a:ext uri="{FF2B5EF4-FFF2-40B4-BE49-F238E27FC236}">
                  <a16:creationId xmlns:a16="http://schemas.microsoft.com/office/drawing/2014/main" id="{21915A01-E4A1-204D-8A32-13BFFDDDAAFF}"/>
                </a:ext>
              </a:extLst>
            </p:cNvPr>
            <p:cNvGrpSpPr>
              <a:grpSpLocks/>
            </p:cNvGrpSpPr>
            <p:nvPr/>
          </p:nvGrpSpPr>
          <p:grpSpPr bwMode="auto">
            <a:xfrm>
              <a:off x="912" y="768"/>
              <a:ext cx="2386" cy="1553"/>
              <a:chOff x="912" y="768"/>
              <a:chExt cx="2386" cy="1553"/>
            </a:xfrm>
          </p:grpSpPr>
          <p:sp>
            <p:nvSpPr>
              <p:cNvPr id="329754" name="Oval 167">
                <a:extLst>
                  <a:ext uri="{FF2B5EF4-FFF2-40B4-BE49-F238E27FC236}">
                    <a16:creationId xmlns:a16="http://schemas.microsoft.com/office/drawing/2014/main" id="{399CA042-74F9-1948-AD0C-017C3EBFBD85}"/>
                  </a:ext>
                </a:extLst>
              </p:cNvPr>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55" name="Oval 168">
                <a:extLst>
                  <a:ext uri="{FF2B5EF4-FFF2-40B4-BE49-F238E27FC236}">
                    <a16:creationId xmlns:a16="http://schemas.microsoft.com/office/drawing/2014/main" id="{806BEDF2-4B13-A341-B689-777408CD69D5}"/>
                  </a:ext>
                </a:extLst>
              </p:cNvPr>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56" name="Oval 169">
                <a:extLst>
                  <a:ext uri="{FF2B5EF4-FFF2-40B4-BE49-F238E27FC236}">
                    <a16:creationId xmlns:a16="http://schemas.microsoft.com/office/drawing/2014/main" id="{44E16411-AA96-AB49-BD90-A5118E65BFCF}"/>
                  </a:ext>
                </a:extLst>
              </p:cNvPr>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57" name="Oval 170">
                <a:extLst>
                  <a:ext uri="{FF2B5EF4-FFF2-40B4-BE49-F238E27FC236}">
                    <a16:creationId xmlns:a16="http://schemas.microsoft.com/office/drawing/2014/main" id="{148F4A42-98FC-7B41-9F1D-DFAC207423A9}"/>
                  </a:ext>
                </a:extLst>
              </p:cNvPr>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58" name="Oval 171">
                <a:extLst>
                  <a:ext uri="{FF2B5EF4-FFF2-40B4-BE49-F238E27FC236}">
                    <a16:creationId xmlns:a16="http://schemas.microsoft.com/office/drawing/2014/main" id="{7DE5FA0B-E856-6F4C-A27F-55B5B755419D}"/>
                  </a:ext>
                </a:extLst>
              </p:cNvPr>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59" name="Oval 172">
                <a:extLst>
                  <a:ext uri="{FF2B5EF4-FFF2-40B4-BE49-F238E27FC236}">
                    <a16:creationId xmlns:a16="http://schemas.microsoft.com/office/drawing/2014/main" id="{F317550F-9D3D-3B4D-AC9D-EF0CF6650A05}"/>
                  </a:ext>
                </a:extLst>
              </p:cNvPr>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60" name="Oval 173">
                <a:extLst>
                  <a:ext uri="{FF2B5EF4-FFF2-40B4-BE49-F238E27FC236}">
                    <a16:creationId xmlns:a16="http://schemas.microsoft.com/office/drawing/2014/main" id="{5F88A7CB-4C5C-8C43-9003-AE3011A6D67C}"/>
                  </a:ext>
                </a:extLst>
              </p:cNvPr>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61" name="Oval 174">
                <a:extLst>
                  <a:ext uri="{FF2B5EF4-FFF2-40B4-BE49-F238E27FC236}">
                    <a16:creationId xmlns:a16="http://schemas.microsoft.com/office/drawing/2014/main" id="{EC1C484A-D9FC-8545-AAA8-8F1A2B7420DE}"/>
                  </a:ext>
                </a:extLst>
              </p:cNvPr>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62" name="Oval 175">
                <a:extLst>
                  <a:ext uri="{FF2B5EF4-FFF2-40B4-BE49-F238E27FC236}">
                    <a16:creationId xmlns:a16="http://schemas.microsoft.com/office/drawing/2014/main" id="{F5BA6339-DA1D-F44F-AA13-28E7251C7ECE}"/>
                  </a:ext>
                </a:extLst>
              </p:cNvPr>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sp>
        <p:nvSpPr>
          <p:cNvPr id="329732" name="Text Box 176">
            <a:extLst>
              <a:ext uri="{FF2B5EF4-FFF2-40B4-BE49-F238E27FC236}">
                <a16:creationId xmlns:a16="http://schemas.microsoft.com/office/drawing/2014/main" id="{00EFFE83-7928-C446-A47A-5E73783586BB}"/>
              </a:ext>
            </a:extLst>
          </p:cNvPr>
          <p:cNvSpPr txBox="1">
            <a:spLocks noChangeArrowheads="1"/>
          </p:cNvSpPr>
          <p:nvPr/>
        </p:nvSpPr>
        <p:spPr bwMode="auto">
          <a:xfrm>
            <a:off x="1638513" y="2466499"/>
            <a:ext cx="158408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 </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用内部网关协议</a:t>
            </a:r>
          </a:p>
          <a:p>
            <a:pPr algn="ctr" eaLnBrk="1" hangingPunct="1">
              <a:spcBef>
                <a:spcPct val="0"/>
              </a:spcBef>
              <a:buClrTx/>
              <a:buSzTx/>
              <a:buFontTx/>
              <a:buNone/>
            </a:pP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（例如，</a:t>
            </a: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RIP</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a:t>
            </a:r>
          </a:p>
        </p:txBody>
      </p:sp>
      <p:sp>
        <p:nvSpPr>
          <p:cNvPr id="329733" name="Text Box 177">
            <a:extLst>
              <a:ext uri="{FF2B5EF4-FFF2-40B4-BE49-F238E27FC236}">
                <a16:creationId xmlns:a16="http://schemas.microsoft.com/office/drawing/2014/main" id="{D1F7DB2D-484D-DD4B-BED7-CC4C5FE1DAB8}"/>
              </a:ext>
            </a:extLst>
          </p:cNvPr>
          <p:cNvSpPr txBox="1">
            <a:spLocks noChangeArrowheads="1"/>
          </p:cNvSpPr>
          <p:nvPr/>
        </p:nvSpPr>
        <p:spPr bwMode="auto">
          <a:xfrm>
            <a:off x="6377479" y="1680687"/>
            <a:ext cx="113524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自治系统 </a:t>
            </a: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B</a:t>
            </a:r>
          </a:p>
        </p:txBody>
      </p:sp>
      <p:sp>
        <p:nvSpPr>
          <p:cNvPr id="329734" name="Text Box 178">
            <a:extLst>
              <a:ext uri="{FF2B5EF4-FFF2-40B4-BE49-F238E27FC236}">
                <a16:creationId xmlns:a16="http://schemas.microsoft.com/office/drawing/2014/main" id="{AE8B26D1-5627-FF48-B51D-C531EB16AF09}"/>
              </a:ext>
            </a:extLst>
          </p:cNvPr>
          <p:cNvSpPr txBox="1">
            <a:spLocks noChangeArrowheads="1"/>
          </p:cNvSpPr>
          <p:nvPr/>
        </p:nvSpPr>
        <p:spPr bwMode="auto">
          <a:xfrm>
            <a:off x="1890013" y="1777128"/>
            <a:ext cx="112460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自治系统 </a:t>
            </a: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A</a:t>
            </a:r>
          </a:p>
        </p:txBody>
      </p:sp>
      <p:pic>
        <p:nvPicPr>
          <p:cNvPr id="329735" name="Picture 179">
            <a:extLst>
              <a:ext uri="{FF2B5EF4-FFF2-40B4-BE49-F238E27FC236}">
                <a16:creationId xmlns:a16="http://schemas.microsoft.com/office/drawing/2014/main" id="{15A5F889-32A9-0A4E-A161-684EE0A01DE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68757" y="2329578"/>
            <a:ext cx="495300" cy="335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36" name="Picture 180">
            <a:extLst>
              <a:ext uri="{FF2B5EF4-FFF2-40B4-BE49-F238E27FC236}">
                <a16:creationId xmlns:a16="http://schemas.microsoft.com/office/drawing/2014/main" id="{165DF09C-BCA5-0E41-94D7-4118906F37D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05941" y="2329577"/>
            <a:ext cx="49530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9737" name="Text Box 181">
            <a:extLst>
              <a:ext uri="{FF2B5EF4-FFF2-40B4-BE49-F238E27FC236}">
                <a16:creationId xmlns:a16="http://schemas.microsoft.com/office/drawing/2014/main" id="{907B4A8D-139E-2F40-B38D-1400F9106D7E}"/>
              </a:ext>
            </a:extLst>
          </p:cNvPr>
          <p:cNvSpPr txBox="1">
            <a:spLocks noChangeArrowheads="1"/>
          </p:cNvSpPr>
          <p:nvPr/>
        </p:nvSpPr>
        <p:spPr bwMode="auto">
          <a:xfrm>
            <a:off x="3777392" y="1966436"/>
            <a:ext cx="1723549"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用外部网关协议</a:t>
            </a:r>
          </a:p>
          <a:p>
            <a:pPr algn="ctr" eaLnBrk="1" hangingPunct="1">
              <a:spcBef>
                <a:spcPct val="0"/>
              </a:spcBef>
              <a:buClrTx/>
              <a:buSzTx/>
              <a:buFontTx/>
              <a:buNone/>
            </a:pP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（例如，</a:t>
            </a: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BGP-4</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a:t>
            </a:r>
          </a:p>
        </p:txBody>
      </p:sp>
      <p:sp>
        <p:nvSpPr>
          <p:cNvPr id="329738" name="Text Box 182">
            <a:extLst>
              <a:ext uri="{FF2B5EF4-FFF2-40B4-BE49-F238E27FC236}">
                <a16:creationId xmlns:a16="http://schemas.microsoft.com/office/drawing/2014/main" id="{DBE1A2F1-A748-8241-8FCC-62CAC84AD3E4}"/>
              </a:ext>
            </a:extLst>
          </p:cNvPr>
          <p:cNvSpPr txBox="1">
            <a:spLocks noChangeArrowheads="1"/>
          </p:cNvSpPr>
          <p:nvPr/>
        </p:nvSpPr>
        <p:spPr bwMode="auto">
          <a:xfrm>
            <a:off x="3268757" y="2025968"/>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sp>
        <p:nvSpPr>
          <p:cNvPr id="329739" name="Text Box 183">
            <a:extLst>
              <a:ext uri="{FF2B5EF4-FFF2-40B4-BE49-F238E27FC236}">
                <a16:creationId xmlns:a16="http://schemas.microsoft.com/office/drawing/2014/main" id="{96922246-D464-3240-BDFD-5A51559ECFB9}"/>
              </a:ext>
            </a:extLst>
          </p:cNvPr>
          <p:cNvSpPr txBox="1">
            <a:spLocks noChangeArrowheads="1"/>
          </p:cNvSpPr>
          <p:nvPr/>
        </p:nvSpPr>
        <p:spPr bwMode="auto">
          <a:xfrm>
            <a:off x="5680963" y="2046209"/>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2</a:t>
            </a:r>
          </a:p>
        </p:txBody>
      </p:sp>
      <p:sp>
        <p:nvSpPr>
          <p:cNvPr id="329740" name="Text Box 184">
            <a:extLst>
              <a:ext uri="{FF2B5EF4-FFF2-40B4-BE49-F238E27FC236}">
                <a16:creationId xmlns:a16="http://schemas.microsoft.com/office/drawing/2014/main" id="{403FB9B8-BCC5-4F42-8947-A0CDEE834A85}"/>
              </a:ext>
            </a:extLst>
          </p:cNvPr>
          <p:cNvSpPr txBox="1">
            <a:spLocks noChangeArrowheads="1"/>
          </p:cNvSpPr>
          <p:nvPr/>
        </p:nvSpPr>
        <p:spPr bwMode="auto">
          <a:xfrm>
            <a:off x="6112074" y="2456974"/>
            <a:ext cx="1669047"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 </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用内部网关协议</a:t>
            </a:r>
          </a:p>
          <a:p>
            <a:pPr algn="ctr" eaLnBrk="1" hangingPunct="1">
              <a:spcBef>
                <a:spcPct val="0"/>
              </a:spcBef>
              <a:buClrTx/>
              <a:buSzTx/>
              <a:buFontTx/>
              <a:buNone/>
            </a:pP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（例如，</a:t>
            </a: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OSPF</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a:t>
            </a:r>
          </a:p>
        </p:txBody>
      </p:sp>
      <p:sp>
        <p:nvSpPr>
          <p:cNvPr id="329741" name="Line 185">
            <a:extLst>
              <a:ext uri="{FF2B5EF4-FFF2-40B4-BE49-F238E27FC236}">
                <a16:creationId xmlns:a16="http://schemas.microsoft.com/office/drawing/2014/main" id="{69FB20E7-8D77-A04F-B3A8-5976C2F1C68C}"/>
              </a:ext>
            </a:extLst>
          </p:cNvPr>
          <p:cNvSpPr>
            <a:spLocks noChangeShapeType="1"/>
          </p:cNvSpPr>
          <p:nvPr/>
        </p:nvSpPr>
        <p:spPr bwMode="auto">
          <a:xfrm>
            <a:off x="3730720" y="2503409"/>
            <a:ext cx="1822847" cy="2381"/>
          </a:xfrm>
          <a:prstGeom prst="line">
            <a:avLst/>
          </a:prstGeom>
          <a:noFill/>
          <a:ln w="57150">
            <a:solidFill>
              <a:schemeClr val="hlink"/>
            </a:solidFill>
            <a:round/>
            <a:headEnd type="triangle" w="med" len="lg"/>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29742" name="Text Box 187">
            <a:extLst>
              <a:ext uri="{FF2B5EF4-FFF2-40B4-BE49-F238E27FC236}">
                <a16:creationId xmlns:a16="http://schemas.microsoft.com/office/drawing/2014/main" id="{B42303EA-B791-0044-868C-9E986018CB91}"/>
              </a:ext>
            </a:extLst>
          </p:cNvPr>
          <p:cNvSpPr txBox="1">
            <a:spLocks noChangeArrowheads="1"/>
          </p:cNvSpPr>
          <p:nvPr/>
        </p:nvSpPr>
        <p:spPr bwMode="auto">
          <a:xfrm>
            <a:off x="92380" y="3815121"/>
            <a:ext cx="8972337" cy="830997"/>
          </a:xfrm>
          <a:prstGeom prst="rect">
            <a:avLst/>
          </a:prstGeom>
          <a:noFill/>
          <a:ln w="9525">
            <a:solidFill>
              <a:schemeClr val="folHlink"/>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400" dirty="0">
                <a:solidFill>
                  <a:schemeClr val="folHlink"/>
                </a:solidFill>
                <a:ea typeface="宋体" panose="02010600030101010101" pitchFamily="2" charset="-122"/>
                <a:cs typeface="Times New Roman" panose="02020603050405020304" pitchFamily="18" charset="0"/>
              </a:rPr>
              <a:t>自治系统之间的路由选择也叫做</a:t>
            </a:r>
            <a:r>
              <a:rPr lang="zh-CN" altLang="en-US" sz="2400" dirty="0">
                <a:solidFill>
                  <a:schemeClr val="hlink"/>
                </a:solidFill>
                <a:ea typeface="宋体" panose="02010600030101010101" pitchFamily="2" charset="-122"/>
                <a:cs typeface="Times New Roman" panose="02020603050405020304" pitchFamily="18" charset="0"/>
              </a:rPr>
              <a:t>域间路由选择</a:t>
            </a:r>
            <a:r>
              <a:rPr lang="en-US" altLang="zh-CN" sz="2400" dirty="0">
                <a:solidFill>
                  <a:schemeClr val="folHlink"/>
                </a:solidFill>
                <a:ea typeface="宋体" panose="02010600030101010101" pitchFamily="2" charset="-122"/>
                <a:cs typeface="Times New Roman" panose="02020603050405020304" pitchFamily="18" charset="0"/>
              </a:rPr>
              <a:t>(interdomain routing)</a:t>
            </a:r>
            <a:endParaRPr lang="zh-CN" altLang="en-US" sz="2400" dirty="0">
              <a:solidFill>
                <a:schemeClr val="folHlink"/>
              </a:solidFill>
              <a:ea typeface="宋体" panose="02010600030101010101" pitchFamily="2" charset="-122"/>
              <a:cs typeface="Times New Roman" panose="02020603050405020304" pitchFamily="18" charset="0"/>
            </a:endParaRPr>
          </a:p>
          <a:p>
            <a:pPr eaLnBrk="1" hangingPunct="1">
              <a:spcBef>
                <a:spcPct val="0"/>
              </a:spcBef>
              <a:buClrTx/>
              <a:buSzTx/>
              <a:buFontTx/>
              <a:buNone/>
            </a:pPr>
            <a:r>
              <a:rPr lang="zh-CN" altLang="en-US" sz="2400" dirty="0">
                <a:solidFill>
                  <a:schemeClr val="folHlink"/>
                </a:solidFill>
                <a:ea typeface="宋体" panose="02010600030101010101" pitchFamily="2" charset="-122"/>
                <a:cs typeface="Times New Roman" panose="02020603050405020304" pitchFamily="18" charset="0"/>
              </a:rPr>
              <a:t>在自治系统内部的路由选择叫做</a:t>
            </a:r>
            <a:r>
              <a:rPr lang="zh-CN" altLang="en-US" sz="2400" dirty="0">
                <a:solidFill>
                  <a:schemeClr val="hlink"/>
                </a:solidFill>
                <a:ea typeface="宋体" panose="02010600030101010101" pitchFamily="2" charset="-122"/>
                <a:cs typeface="Times New Roman" panose="02020603050405020304" pitchFamily="18" charset="0"/>
              </a:rPr>
              <a:t>域内路由选择</a:t>
            </a:r>
            <a:r>
              <a:rPr lang="en-US" altLang="zh-CN" sz="2400" dirty="0">
                <a:solidFill>
                  <a:schemeClr val="folHlink"/>
                </a:solidFill>
                <a:ea typeface="宋体" panose="02010600030101010101" pitchFamily="2" charset="-122"/>
                <a:cs typeface="Times New Roman" panose="02020603050405020304" pitchFamily="18" charset="0"/>
              </a:rPr>
              <a:t>(intradomain routing) </a:t>
            </a:r>
          </a:p>
        </p:txBody>
      </p:sp>
    </p:spTree>
    <p:extLst>
      <p:ext uri="{BB962C8B-B14F-4D97-AF65-F5344CB8AC3E}">
        <p14:creationId xmlns:p14="http://schemas.microsoft.com/office/powerpoint/2010/main" val="2290313432"/>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825" name="Rectangle 2">
            <a:extLst>
              <a:ext uri="{FF2B5EF4-FFF2-40B4-BE49-F238E27FC236}">
                <a16:creationId xmlns:a16="http://schemas.microsoft.com/office/drawing/2014/main" id="{E072E31F-7018-894C-9BFC-0A9C0908BFE3}"/>
              </a:ext>
            </a:extLst>
          </p:cNvPr>
          <p:cNvSpPr>
            <a:spLocks noGrp="1" noChangeArrowheads="1"/>
          </p:cNvSpPr>
          <p:nvPr>
            <p:ph type="title"/>
          </p:nvPr>
        </p:nvSpPr>
        <p:spPr>
          <a:xfrm>
            <a:off x="160020" y="195263"/>
            <a:ext cx="7529037" cy="736997"/>
          </a:xfrm>
        </p:spPr>
        <p:txBody>
          <a:bodyPr/>
          <a:lstStyle/>
          <a:p>
            <a:pPr eaLnBrk="1" hangingPunct="1"/>
            <a:r>
              <a:rPr lang="zh-CN" altLang="en-US" dirty="0">
                <a:latin typeface="Times New Roman" panose="02020603050405020304" pitchFamily="18" charset="0"/>
                <a:ea typeface="宋体" panose="02010600030101010101" pitchFamily="2" charset="-122"/>
              </a:rPr>
              <a:t>因特网的路由选择协议 </a:t>
            </a:r>
          </a:p>
        </p:txBody>
      </p:sp>
      <p:sp>
        <p:nvSpPr>
          <p:cNvPr id="555011" name="Rectangle 3">
            <a:extLst>
              <a:ext uri="{FF2B5EF4-FFF2-40B4-BE49-F238E27FC236}">
                <a16:creationId xmlns:a16="http://schemas.microsoft.com/office/drawing/2014/main" id="{AF7CCFD2-EBD6-5943-9731-FAE5909691B5}"/>
              </a:ext>
            </a:extLst>
          </p:cNvPr>
          <p:cNvSpPr>
            <a:spLocks noGrp="1" noChangeArrowheads="1"/>
          </p:cNvSpPr>
          <p:nvPr>
            <p:ph type="body" idx="1"/>
          </p:nvPr>
        </p:nvSpPr>
        <p:spPr>
          <a:xfrm>
            <a:off x="229076" y="1113235"/>
            <a:ext cx="8663464" cy="3680222"/>
          </a:xfrm>
        </p:spPr>
        <p:txBody>
          <a:bodyPr/>
          <a:lstStyle/>
          <a:p>
            <a:pPr eaLnBrk="1" hangingPunct="1"/>
            <a:r>
              <a:rPr lang="zh-CN" altLang="en-US" dirty="0">
                <a:latin typeface="Times New Roman" panose="02020603050405020304" pitchFamily="18" charset="0"/>
                <a:ea typeface="宋体" panose="02010600030101010101" pitchFamily="2" charset="-122"/>
              </a:rPr>
              <a:t>内部网关协议 </a:t>
            </a:r>
            <a:r>
              <a:rPr lang="en-US" altLang="zh-CN" dirty="0">
                <a:solidFill>
                  <a:srgbClr val="FF0000"/>
                </a:solidFill>
                <a:latin typeface="Times New Roman" panose="02020603050405020304" pitchFamily="18" charset="0"/>
                <a:ea typeface="宋体" panose="02010600030101010101" pitchFamily="2" charset="-122"/>
              </a:rPr>
              <a:t>IGP</a:t>
            </a:r>
            <a:r>
              <a:rPr lang="zh-CN" altLang="en-US" dirty="0">
                <a:latin typeface="Times New Roman" panose="02020603050405020304" pitchFamily="18" charset="0"/>
                <a:ea typeface="宋体" panose="02010600030101010101" pitchFamily="2" charset="-122"/>
              </a:rPr>
              <a:t>：具体的协议有多种，如 </a:t>
            </a:r>
            <a:r>
              <a:rPr lang="en-US" altLang="zh-CN" dirty="0">
                <a:latin typeface="Times New Roman" panose="02020603050405020304" pitchFamily="18" charset="0"/>
                <a:ea typeface="宋体" panose="02010600030101010101" pitchFamily="2" charset="-122"/>
              </a:rPr>
              <a:t>RIP </a:t>
            </a:r>
            <a:r>
              <a:rPr lang="zh-CN" altLang="en-US" dirty="0">
                <a:latin typeface="Times New Roman" panose="02020603050405020304" pitchFamily="18" charset="0"/>
                <a:ea typeface="宋体" panose="02010600030101010101" pitchFamily="2" charset="-122"/>
              </a:rPr>
              <a:t>和 </a:t>
            </a:r>
            <a:r>
              <a:rPr lang="en-US" altLang="zh-CN" dirty="0">
                <a:latin typeface="Times New Roman" panose="02020603050405020304" pitchFamily="18" charset="0"/>
                <a:ea typeface="宋体" panose="02010600030101010101" pitchFamily="2" charset="-122"/>
              </a:rPr>
              <a:t>OSPF </a:t>
            </a:r>
            <a:r>
              <a:rPr lang="zh-CN" altLang="en-US" dirty="0">
                <a:latin typeface="Times New Roman" panose="02020603050405020304" pitchFamily="18" charset="0"/>
                <a:ea typeface="宋体" panose="02010600030101010101" pitchFamily="2" charset="-122"/>
              </a:rPr>
              <a:t>等。</a:t>
            </a:r>
          </a:p>
          <a:p>
            <a:pPr eaLnBrk="1" hangingPunct="1"/>
            <a:r>
              <a:rPr lang="zh-CN" altLang="en-US" dirty="0">
                <a:latin typeface="Times New Roman" panose="02020603050405020304" pitchFamily="18" charset="0"/>
                <a:ea typeface="宋体" panose="02010600030101010101" pitchFamily="2" charset="-122"/>
              </a:rPr>
              <a:t>外部网关协议 </a:t>
            </a:r>
            <a:r>
              <a:rPr lang="en-US" altLang="zh-CN" dirty="0">
                <a:solidFill>
                  <a:srgbClr val="FF0000"/>
                </a:solidFill>
                <a:latin typeface="Times New Roman" panose="02020603050405020304" pitchFamily="18" charset="0"/>
                <a:ea typeface="宋体" panose="02010600030101010101" pitchFamily="2" charset="-122"/>
              </a:rPr>
              <a:t>EGP</a:t>
            </a:r>
            <a:r>
              <a:rPr lang="zh-CN" altLang="en-US" dirty="0">
                <a:latin typeface="Times New Roman" panose="02020603050405020304" pitchFamily="18" charset="0"/>
                <a:ea typeface="宋体" panose="02010600030101010101" pitchFamily="2" charset="-122"/>
              </a:rPr>
              <a:t>：目前使用的协议就是 </a:t>
            </a:r>
            <a:r>
              <a:rPr lang="en-US" altLang="zh-CN" dirty="0">
                <a:latin typeface="Times New Roman" panose="02020603050405020304" pitchFamily="18" charset="0"/>
                <a:ea typeface="宋体" panose="02010600030101010101" pitchFamily="2" charset="-122"/>
              </a:rPr>
              <a:t>BGP</a:t>
            </a:r>
            <a:r>
              <a:rPr lang="zh-CN" altLang="en-US" dirty="0">
                <a:latin typeface="Times New Roman" panose="02020603050405020304" pitchFamily="18" charset="0"/>
                <a:ea typeface="宋体" panose="02010600030101010101" pitchFamily="2" charset="-122"/>
              </a:rPr>
              <a:t>。</a:t>
            </a:r>
          </a:p>
        </p:txBody>
      </p:sp>
      <p:sp>
        <p:nvSpPr>
          <p:cNvPr id="333827" name="幻灯片编号占位符 1">
            <a:extLst>
              <a:ext uri="{FF2B5EF4-FFF2-40B4-BE49-F238E27FC236}">
                <a16:creationId xmlns:a16="http://schemas.microsoft.com/office/drawing/2014/main" id="{02B4CFE2-C65A-DB44-947A-02997DEAF88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F21DB0E-2F86-034F-A919-873DCE1A2D0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81056322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55011">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3" name="Rectangle 2">
            <a:extLst>
              <a:ext uri="{FF2B5EF4-FFF2-40B4-BE49-F238E27FC236}">
                <a16:creationId xmlns:a16="http://schemas.microsoft.com/office/drawing/2014/main" id="{D8018BD7-6A9D-D54A-A23C-39DF55AB4FF7}"/>
              </a:ext>
            </a:extLst>
          </p:cNvPr>
          <p:cNvSpPr>
            <a:spLocks noGrp="1" noChangeArrowheads="1"/>
          </p:cNvSpPr>
          <p:nvPr>
            <p:ph type="title"/>
          </p:nvPr>
        </p:nvSpPr>
        <p:spPr>
          <a:xfrm>
            <a:off x="171450" y="195263"/>
            <a:ext cx="8789670" cy="790575"/>
          </a:xfrm>
        </p:spPr>
        <p:txBody>
          <a:bodyPr/>
          <a:lstStyle/>
          <a:p>
            <a:pPr eaLnBrk="1" hangingPunct="1"/>
            <a:r>
              <a:rPr lang="en-US" altLang="zh-CN" dirty="0">
                <a:latin typeface="Times New Roman" panose="02020603050405020304" pitchFamily="18" charset="0"/>
                <a:ea typeface="宋体" panose="02010600030101010101" pitchFamily="2" charset="-122"/>
              </a:rPr>
              <a:t>4.5.2  </a:t>
            </a:r>
            <a:r>
              <a:rPr lang="zh-CN" altLang="en-US" dirty="0">
                <a:latin typeface="Times New Roman" panose="02020603050405020304" pitchFamily="18" charset="0"/>
                <a:ea typeface="宋体" panose="02010600030101010101" pitchFamily="2" charset="-122"/>
              </a:rPr>
              <a:t>内部网关协议 </a:t>
            </a:r>
            <a:r>
              <a:rPr lang="en-US" altLang="zh-CN" dirty="0">
                <a:latin typeface="Times New Roman" panose="02020603050405020304" pitchFamily="18" charset="0"/>
                <a:ea typeface="宋体" panose="02010600030101010101" pitchFamily="2" charset="-122"/>
              </a:rPr>
              <a:t>RIP </a:t>
            </a:r>
            <a:r>
              <a:rPr lang="en-US" altLang="zh-CN" sz="2700" dirty="0">
                <a:ea typeface="宋体" panose="02010600030101010101" pitchFamily="2" charset="-122"/>
              </a:rPr>
              <a:t>(Routing Information Protocol)</a:t>
            </a:r>
          </a:p>
        </p:txBody>
      </p:sp>
      <p:sp>
        <p:nvSpPr>
          <p:cNvPr id="556035" name="Rectangle 3">
            <a:extLst>
              <a:ext uri="{FF2B5EF4-FFF2-40B4-BE49-F238E27FC236}">
                <a16:creationId xmlns:a16="http://schemas.microsoft.com/office/drawing/2014/main" id="{2BDE097A-C5F6-E242-AB7F-A797F20DE45D}"/>
              </a:ext>
            </a:extLst>
          </p:cNvPr>
          <p:cNvSpPr>
            <a:spLocks noGrp="1" noChangeArrowheads="1"/>
          </p:cNvSpPr>
          <p:nvPr>
            <p:ph type="body" idx="1"/>
          </p:nvPr>
        </p:nvSpPr>
        <p:spPr>
          <a:xfrm>
            <a:off x="171450" y="1113235"/>
            <a:ext cx="8789669" cy="3680222"/>
          </a:xfrm>
        </p:spPr>
        <p:txBody>
          <a:bodyPr/>
          <a:lstStyle/>
          <a:p>
            <a:pPr eaLnBrk="1" hangingPunct="1">
              <a:buFont typeface="Wingdings" pitchFamily="2" charset="2"/>
              <a:buNone/>
            </a:pPr>
            <a:r>
              <a:rPr lang="en-US" altLang="zh-CN" dirty="0">
                <a:latin typeface="Times New Roman" panose="02020603050405020304" pitchFamily="18" charset="0"/>
                <a:ea typeface="宋体" panose="02010600030101010101" pitchFamily="2" charset="-122"/>
              </a:rPr>
              <a:t>1. </a:t>
            </a:r>
            <a:r>
              <a:rPr lang="zh-CN" altLang="en-US" dirty="0">
                <a:latin typeface="Times New Roman" panose="02020603050405020304" pitchFamily="18" charset="0"/>
                <a:ea typeface="宋体" panose="02010600030101010101" pitchFamily="2" charset="-122"/>
              </a:rPr>
              <a:t>工作原理</a:t>
            </a:r>
            <a:endParaRPr lang="zh-CN" altLang="en-US" sz="3000" dirty="0">
              <a:ea typeface="宋体" panose="02010600030101010101" pitchFamily="2" charset="-122"/>
            </a:endParaRPr>
          </a:p>
          <a:p>
            <a:pPr eaLnBrk="1" hangingPunct="1"/>
            <a:r>
              <a:rPr lang="zh-CN" altLang="en-US" dirty="0">
                <a:latin typeface="Times New Roman" panose="02020603050405020304" pitchFamily="18" charset="0"/>
                <a:ea typeface="宋体" panose="02010600030101010101" pitchFamily="2" charset="-122"/>
              </a:rPr>
              <a:t>路由信息协议 </a:t>
            </a:r>
            <a:r>
              <a:rPr lang="en-US" altLang="zh-CN" dirty="0">
                <a:latin typeface="Times New Roman" panose="02020603050405020304" pitchFamily="18" charset="0"/>
                <a:ea typeface="宋体" panose="02010600030101010101" pitchFamily="2" charset="-122"/>
              </a:rPr>
              <a:t>RIP </a:t>
            </a:r>
            <a:r>
              <a:rPr lang="zh-CN" altLang="en-US" dirty="0">
                <a:latin typeface="Times New Roman" panose="02020603050405020304" pitchFamily="18" charset="0"/>
                <a:ea typeface="宋体" panose="02010600030101010101" pitchFamily="2" charset="-122"/>
              </a:rPr>
              <a:t>是内部网关协议 </a:t>
            </a:r>
            <a:r>
              <a:rPr lang="en-US" altLang="zh-CN" dirty="0">
                <a:latin typeface="Times New Roman" panose="02020603050405020304" pitchFamily="18" charset="0"/>
                <a:ea typeface="宋体" panose="02010600030101010101" pitchFamily="2" charset="-122"/>
              </a:rPr>
              <a:t>IGP</a:t>
            </a:r>
            <a:r>
              <a:rPr lang="zh-CN" altLang="en-US" dirty="0">
                <a:latin typeface="Times New Roman" panose="02020603050405020304" pitchFamily="18" charset="0"/>
                <a:ea typeface="宋体" panose="02010600030101010101" pitchFamily="2" charset="-122"/>
              </a:rPr>
              <a:t>中最先得到广泛使用的协议。</a:t>
            </a:r>
          </a:p>
          <a:p>
            <a:pPr eaLnBrk="1" hangingPunct="1"/>
            <a:r>
              <a:rPr lang="en-US" altLang="zh-CN" dirty="0">
                <a:latin typeface="Times New Roman" panose="02020603050405020304" pitchFamily="18" charset="0"/>
                <a:ea typeface="宋体" panose="02010600030101010101" pitchFamily="2" charset="-122"/>
              </a:rPr>
              <a:t>RIP </a:t>
            </a:r>
            <a:r>
              <a:rPr lang="zh-CN" altLang="en-US" dirty="0">
                <a:latin typeface="Times New Roman" panose="02020603050405020304" pitchFamily="18" charset="0"/>
                <a:ea typeface="宋体" panose="02010600030101010101" pitchFamily="2" charset="-122"/>
              </a:rPr>
              <a:t>是一种分布式的基于</a:t>
            </a:r>
            <a:r>
              <a:rPr lang="zh-CN" altLang="en-US" dirty="0">
                <a:solidFill>
                  <a:schemeClr val="hlink"/>
                </a:solidFill>
                <a:latin typeface="Times New Roman" panose="02020603050405020304" pitchFamily="18" charset="0"/>
                <a:ea typeface="宋体" panose="02010600030101010101" pitchFamily="2" charset="-122"/>
              </a:rPr>
              <a:t>距离向量</a:t>
            </a:r>
            <a:r>
              <a:rPr lang="zh-CN" altLang="en-US" dirty="0">
                <a:latin typeface="Times New Roman" panose="02020603050405020304" pitchFamily="18" charset="0"/>
                <a:ea typeface="宋体" panose="02010600030101010101" pitchFamily="2" charset="-122"/>
              </a:rPr>
              <a:t>的路由选择协议。</a:t>
            </a:r>
          </a:p>
          <a:p>
            <a:pPr eaLnBrk="1" hangingPunct="1"/>
            <a:r>
              <a:rPr lang="en-US" altLang="zh-CN" dirty="0">
                <a:latin typeface="Times New Roman" panose="02020603050405020304" pitchFamily="18" charset="0"/>
                <a:ea typeface="宋体" panose="02010600030101010101" pitchFamily="2" charset="-122"/>
              </a:rPr>
              <a:t>RIP </a:t>
            </a:r>
            <a:r>
              <a:rPr lang="zh-CN" altLang="en-US" dirty="0">
                <a:latin typeface="Times New Roman" panose="02020603050405020304" pitchFamily="18" charset="0"/>
                <a:ea typeface="宋体" panose="02010600030101010101" pitchFamily="2" charset="-122"/>
              </a:rPr>
              <a:t>协议要求网络中的每一个路由器都要维护从它自己到其他每一个目的网络的距离记录。</a:t>
            </a:r>
            <a:r>
              <a:rPr lang="zh-CN" altLang="en-US" sz="2100" dirty="0">
                <a:ea typeface="宋体" panose="02010600030101010101" pitchFamily="2" charset="-122"/>
              </a:rPr>
              <a:t> </a:t>
            </a:r>
          </a:p>
        </p:txBody>
      </p:sp>
      <p:sp>
        <p:nvSpPr>
          <p:cNvPr id="335875" name="幻灯片编号占位符 1">
            <a:extLst>
              <a:ext uri="{FF2B5EF4-FFF2-40B4-BE49-F238E27FC236}">
                <a16:creationId xmlns:a16="http://schemas.microsoft.com/office/drawing/2014/main" id="{AF202775-8417-9A4A-872F-C4E2FC1B3252}"/>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3B766CA-8CA8-D940-853A-003084B3D0C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72290369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56035">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603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6035" grpId="0" build="p"/>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21" name="Rectangle 2">
            <a:extLst>
              <a:ext uri="{FF2B5EF4-FFF2-40B4-BE49-F238E27FC236}">
                <a16:creationId xmlns:a16="http://schemas.microsoft.com/office/drawing/2014/main" id="{5AB46125-1ADC-3243-BBF7-CF51C73DCB1E}"/>
              </a:ext>
            </a:extLst>
          </p:cNvPr>
          <p:cNvSpPr>
            <a:spLocks noGrp="1" noChangeArrowheads="1"/>
          </p:cNvSpPr>
          <p:nvPr>
            <p:ph type="title"/>
          </p:nvPr>
        </p:nvSpPr>
        <p:spPr>
          <a:xfrm>
            <a:off x="182880" y="160735"/>
            <a:ext cx="7452599" cy="736997"/>
          </a:xfrm>
        </p:spPr>
        <p:txBody>
          <a:bodyPr/>
          <a:lstStyle/>
          <a:p>
            <a:pPr eaLnBrk="1" hangingPunct="1"/>
            <a:r>
              <a:rPr lang="en-US" altLang="zh-CN" dirty="0">
                <a:latin typeface="Times New Roman" panose="02020603050405020304" pitchFamily="18" charset="0"/>
                <a:ea typeface="宋体" panose="02010600030101010101" pitchFamily="2" charset="-122"/>
              </a:rPr>
              <a:t>“</a:t>
            </a:r>
            <a:r>
              <a:rPr lang="zh-CN" altLang="en-US" dirty="0">
                <a:latin typeface="Times New Roman" panose="02020603050405020304" pitchFamily="18" charset="0"/>
                <a:ea typeface="宋体" panose="02010600030101010101" pitchFamily="2" charset="-122"/>
              </a:rPr>
              <a:t>距离</a:t>
            </a:r>
            <a:r>
              <a:rPr lang="en-US" altLang="zh-CN" dirty="0">
                <a:latin typeface="Times New Roman" panose="02020603050405020304" pitchFamily="18" charset="0"/>
                <a:ea typeface="宋体" panose="02010600030101010101" pitchFamily="2" charset="-122"/>
              </a:rPr>
              <a:t>”</a:t>
            </a:r>
            <a:r>
              <a:rPr lang="zh-CN" altLang="en-US" dirty="0">
                <a:latin typeface="Times New Roman" panose="02020603050405020304" pitchFamily="18" charset="0"/>
                <a:ea typeface="宋体" panose="02010600030101010101" pitchFamily="2" charset="-122"/>
              </a:rPr>
              <a:t>的定义 </a:t>
            </a:r>
          </a:p>
        </p:txBody>
      </p:sp>
      <p:sp>
        <p:nvSpPr>
          <p:cNvPr id="557059" name="Rectangle 3">
            <a:extLst>
              <a:ext uri="{FF2B5EF4-FFF2-40B4-BE49-F238E27FC236}">
                <a16:creationId xmlns:a16="http://schemas.microsoft.com/office/drawing/2014/main" id="{0B64E6DD-32C5-C74C-8778-76F9837D6941}"/>
              </a:ext>
            </a:extLst>
          </p:cNvPr>
          <p:cNvSpPr>
            <a:spLocks noGrp="1" noChangeArrowheads="1"/>
          </p:cNvSpPr>
          <p:nvPr>
            <p:ph type="body" idx="1"/>
          </p:nvPr>
        </p:nvSpPr>
        <p:spPr>
          <a:xfrm>
            <a:off x="182880" y="1059656"/>
            <a:ext cx="8755379" cy="3733800"/>
          </a:xfrm>
        </p:spPr>
        <p:txBody>
          <a:bodyPr/>
          <a:lstStyle/>
          <a:p>
            <a:pPr algn="just" eaLnBrk="1" hangingPunct="1"/>
            <a:r>
              <a:rPr lang="zh-CN" altLang="en-US" dirty="0">
                <a:latin typeface="Times New Roman" panose="02020603050405020304" pitchFamily="18" charset="0"/>
                <a:ea typeface="宋体" panose="02010600030101010101" pitchFamily="2" charset="-122"/>
              </a:rPr>
              <a:t>从一路由器到</a:t>
            </a:r>
            <a:r>
              <a:rPr lang="zh-CN" altLang="en-US" dirty="0">
                <a:solidFill>
                  <a:schemeClr val="hlink"/>
                </a:solidFill>
                <a:latin typeface="Times New Roman" panose="02020603050405020304" pitchFamily="18" charset="0"/>
                <a:ea typeface="宋体" panose="02010600030101010101" pitchFamily="2" charset="-122"/>
              </a:rPr>
              <a:t>直接连接</a:t>
            </a:r>
            <a:r>
              <a:rPr lang="zh-CN" altLang="en-US" dirty="0">
                <a:latin typeface="Times New Roman" panose="02020603050405020304" pitchFamily="18" charset="0"/>
                <a:ea typeface="宋体" panose="02010600030101010101" pitchFamily="2" charset="-122"/>
              </a:rPr>
              <a:t>的网络的距离定义为</a:t>
            </a:r>
            <a:r>
              <a:rPr lang="en-US" altLang="zh-CN" dirty="0">
                <a:latin typeface="Times New Roman" panose="02020603050405020304" pitchFamily="18" charset="0"/>
                <a:ea typeface="宋体" panose="02010600030101010101" pitchFamily="2" charset="-122"/>
              </a:rPr>
              <a:t>1</a:t>
            </a:r>
            <a:r>
              <a:rPr lang="zh-CN" altLang="en-US" dirty="0">
                <a:latin typeface="Times New Roman" panose="02020603050405020304" pitchFamily="18" charset="0"/>
                <a:ea typeface="宋体" panose="02010600030101010101" pitchFamily="2" charset="-122"/>
              </a:rPr>
              <a:t>。</a:t>
            </a:r>
          </a:p>
          <a:p>
            <a:pPr algn="just" eaLnBrk="1" hangingPunct="1"/>
            <a:r>
              <a:rPr lang="zh-CN" altLang="en-US" dirty="0">
                <a:latin typeface="Times New Roman" panose="02020603050405020304" pitchFamily="18" charset="0"/>
                <a:ea typeface="宋体" panose="02010600030101010101" pitchFamily="2" charset="-122"/>
              </a:rPr>
              <a:t>从一个路由器到非直接连接的网络的距离定义为所经过的路由器数加 </a:t>
            </a:r>
            <a:r>
              <a:rPr lang="en-US" altLang="zh-CN" dirty="0">
                <a:latin typeface="Times New Roman" panose="02020603050405020304" pitchFamily="18" charset="0"/>
                <a:ea typeface="宋体" panose="02010600030101010101" pitchFamily="2" charset="-122"/>
              </a:rPr>
              <a:t>1</a:t>
            </a:r>
            <a:r>
              <a:rPr lang="zh-CN" altLang="en-US" dirty="0">
                <a:latin typeface="Times New Roman" panose="02020603050405020304" pitchFamily="18" charset="0"/>
                <a:ea typeface="宋体" panose="02010600030101010101" pitchFamily="2" charset="-122"/>
              </a:rPr>
              <a:t>。</a:t>
            </a:r>
          </a:p>
          <a:p>
            <a:pPr algn="just" eaLnBrk="1" hangingPunct="1"/>
            <a:r>
              <a:rPr lang="en-US" altLang="zh-CN" dirty="0">
                <a:latin typeface="Times New Roman" panose="02020603050405020304" pitchFamily="18" charset="0"/>
                <a:ea typeface="宋体" panose="02010600030101010101" pitchFamily="2" charset="-122"/>
              </a:rPr>
              <a:t>RIP</a:t>
            </a:r>
            <a:r>
              <a:rPr lang="zh-CN" altLang="en-US" dirty="0">
                <a:latin typeface="Times New Roman" panose="02020603050405020304" pitchFamily="18" charset="0"/>
                <a:ea typeface="宋体" panose="02010600030101010101" pitchFamily="2" charset="-122"/>
              </a:rPr>
              <a:t>协议中的“距离”也称为“</a:t>
            </a:r>
            <a:r>
              <a:rPr lang="zh-CN" altLang="en-US" dirty="0">
                <a:solidFill>
                  <a:schemeClr val="hlink"/>
                </a:solidFill>
                <a:latin typeface="Times New Roman" panose="02020603050405020304" pitchFamily="18" charset="0"/>
                <a:ea typeface="宋体" panose="02010600030101010101" pitchFamily="2" charset="-122"/>
              </a:rPr>
              <a:t>跳数</a:t>
            </a:r>
            <a:r>
              <a:rPr lang="zh-CN" altLang="en-US" dirty="0">
                <a:latin typeface="Times New Roman" panose="02020603050405020304" pitchFamily="18" charset="0"/>
                <a:ea typeface="宋体" panose="02010600030101010101" pitchFamily="2" charset="-122"/>
              </a:rPr>
              <a:t>”</a:t>
            </a:r>
            <a:r>
              <a:rPr lang="en-US" altLang="zh-CN" dirty="0">
                <a:latin typeface="Times New Roman" panose="02020603050405020304" pitchFamily="18" charset="0"/>
                <a:ea typeface="宋体" panose="02010600030101010101" pitchFamily="2" charset="-122"/>
              </a:rPr>
              <a:t>(hop count)</a:t>
            </a:r>
            <a:r>
              <a:rPr lang="zh-CN" altLang="en-US" dirty="0">
                <a:latin typeface="Times New Roman" panose="02020603050405020304" pitchFamily="18" charset="0"/>
                <a:ea typeface="宋体" panose="02010600030101010101" pitchFamily="2" charset="-122"/>
              </a:rPr>
              <a:t>，因为每经过一个路由器，跳数就加</a:t>
            </a:r>
            <a:r>
              <a:rPr lang="en-US" altLang="zh-CN" dirty="0">
                <a:latin typeface="Times New Roman" panose="02020603050405020304" pitchFamily="18" charset="0"/>
                <a:ea typeface="宋体" panose="02010600030101010101" pitchFamily="2" charset="-122"/>
              </a:rPr>
              <a:t>1</a:t>
            </a:r>
            <a:r>
              <a:rPr lang="zh-CN" altLang="en-US" dirty="0">
                <a:latin typeface="Times New Roman" panose="02020603050405020304" pitchFamily="18" charset="0"/>
                <a:ea typeface="宋体" panose="02010600030101010101" pitchFamily="2" charset="-122"/>
              </a:rPr>
              <a:t>。</a:t>
            </a:r>
          </a:p>
          <a:p>
            <a:pPr algn="just" eaLnBrk="1" hangingPunct="1"/>
            <a:r>
              <a:rPr lang="zh-CN" altLang="en-US" dirty="0">
                <a:latin typeface="Times New Roman" panose="02020603050405020304" pitchFamily="18" charset="0"/>
                <a:ea typeface="宋体" panose="02010600030101010101" pitchFamily="2" charset="-122"/>
              </a:rPr>
              <a:t>这里的“距离”实际上指的是“</a:t>
            </a:r>
            <a:r>
              <a:rPr lang="zh-CN" altLang="en-US" dirty="0">
                <a:solidFill>
                  <a:schemeClr val="hlink"/>
                </a:solidFill>
                <a:latin typeface="Times New Roman" panose="02020603050405020304" pitchFamily="18" charset="0"/>
                <a:ea typeface="宋体" panose="02010600030101010101" pitchFamily="2" charset="-122"/>
              </a:rPr>
              <a:t>最短</a:t>
            </a:r>
            <a:r>
              <a:rPr lang="zh-CN" altLang="en-US" dirty="0">
                <a:latin typeface="Times New Roman" panose="02020603050405020304" pitchFamily="18" charset="0"/>
                <a:ea typeface="宋体" panose="02010600030101010101" pitchFamily="2" charset="-122"/>
              </a:rPr>
              <a:t>距离”， </a:t>
            </a:r>
            <a:endParaRPr lang="zh-CN" altLang="en-US" sz="3300" dirty="0">
              <a:ea typeface="宋体" panose="02010600030101010101" pitchFamily="2" charset="-122"/>
            </a:endParaRPr>
          </a:p>
          <a:p>
            <a:pPr algn="just" eaLnBrk="1" hangingPunct="1"/>
            <a:endParaRPr lang="zh-CN" altLang="en-US" dirty="0">
              <a:latin typeface="Times New Roman" panose="02020603050405020304" pitchFamily="18" charset="0"/>
              <a:ea typeface="宋体" panose="02010600030101010101" pitchFamily="2" charset="-122"/>
            </a:endParaRPr>
          </a:p>
        </p:txBody>
      </p:sp>
      <p:sp>
        <p:nvSpPr>
          <p:cNvPr id="337923" name="幻灯片编号占位符 1">
            <a:extLst>
              <a:ext uri="{FF2B5EF4-FFF2-40B4-BE49-F238E27FC236}">
                <a16:creationId xmlns:a16="http://schemas.microsoft.com/office/drawing/2014/main" id="{AD9A15A5-7ABB-5444-A323-BA04D90331A6}"/>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AA19C44D-03FD-1142-91A3-6D76B37D63E3}"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37892581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5705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7059">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57059">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7059" grpId="0" build="p"/>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969" name="Rectangle 2">
            <a:extLst>
              <a:ext uri="{FF2B5EF4-FFF2-40B4-BE49-F238E27FC236}">
                <a16:creationId xmlns:a16="http://schemas.microsoft.com/office/drawing/2014/main" id="{482EC0BB-A276-F745-B347-BAC077E6E43E}"/>
              </a:ext>
            </a:extLst>
          </p:cNvPr>
          <p:cNvSpPr>
            <a:spLocks noGrp="1" noChangeArrowheads="1"/>
          </p:cNvSpPr>
          <p:nvPr>
            <p:ph type="title"/>
          </p:nvPr>
        </p:nvSpPr>
        <p:spPr>
          <a:xfrm>
            <a:off x="160021" y="195263"/>
            <a:ext cx="7455218" cy="702469"/>
          </a:xfrm>
        </p:spPr>
        <p:txBody>
          <a:bodyPr/>
          <a:lstStyle/>
          <a:p>
            <a:pPr eaLnBrk="1" hangingPunct="1"/>
            <a:r>
              <a:rPr lang="en-US" altLang="zh-CN" dirty="0">
                <a:latin typeface="Times New Roman" panose="02020603050405020304" pitchFamily="18" charset="0"/>
                <a:ea typeface="宋体" panose="02010600030101010101" pitchFamily="2" charset="-122"/>
              </a:rPr>
              <a:t>“</a:t>
            </a:r>
            <a:r>
              <a:rPr lang="zh-CN" altLang="en-US" dirty="0">
                <a:latin typeface="Times New Roman" panose="02020603050405020304" pitchFamily="18" charset="0"/>
                <a:ea typeface="宋体" panose="02010600030101010101" pitchFamily="2" charset="-122"/>
              </a:rPr>
              <a:t>距离</a:t>
            </a:r>
            <a:r>
              <a:rPr lang="en-US" altLang="zh-CN" dirty="0">
                <a:latin typeface="Times New Roman" panose="02020603050405020304" pitchFamily="18" charset="0"/>
                <a:ea typeface="宋体" panose="02010600030101010101" pitchFamily="2" charset="-122"/>
              </a:rPr>
              <a:t>”</a:t>
            </a:r>
            <a:r>
              <a:rPr lang="zh-CN" altLang="en-US" dirty="0">
                <a:latin typeface="Times New Roman" panose="02020603050405020304" pitchFamily="18" charset="0"/>
                <a:ea typeface="宋体" panose="02010600030101010101" pitchFamily="2" charset="-122"/>
              </a:rPr>
              <a:t>的定义 </a:t>
            </a:r>
          </a:p>
        </p:txBody>
      </p:sp>
      <p:sp>
        <p:nvSpPr>
          <p:cNvPr id="558083" name="Rectangle 3">
            <a:extLst>
              <a:ext uri="{FF2B5EF4-FFF2-40B4-BE49-F238E27FC236}">
                <a16:creationId xmlns:a16="http://schemas.microsoft.com/office/drawing/2014/main" id="{1DD0DBAF-D671-7B47-8129-86141A73FD46}"/>
              </a:ext>
            </a:extLst>
          </p:cNvPr>
          <p:cNvSpPr>
            <a:spLocks noGrp="1" noChangeArrowheads="1"/>
          </p:cNvSpPr>
          <p:nvPr>
            <p:ph type="body" idx="1"/>
          </p:nvPr>
        </p:nvSpPr>
        <p:spPr>
          <a:xfrm>
            <a:off x="160021" y="1113235"/>
            <a:ext cx="8732519" cy="3680222"/>
          </a:xfrm>
        </p:spPr>
        <p:txBody>
          <a:bodyPr/>
          <a:lstStyle/>
          <a:p>
            <a:pPr algn="just" eaLnBrk="1" hangingPunct="1"/>
            <a:r>
              <a:rPr lang="en-US" altLang="zh-CN" sz="2100" dirty="0">
                <a:ea typeface="宋体" panose="02010600030101010101" pitchFamily="2" charset="-122"/>
              </a:rPr>
              <a:t>RIP </a:t>
            </a:r>
            <a:r>
              <a:rPr lang="zh-CN" altLang="en-US" sz="2100" dirty="0">
                <a:ea typeface="宋体" panose="02010600030101010101" pitchFamily="2" charset="-122"/>
              </a:rPr>
              <a:t>认为一个好的路由就是它通过的路由器的数目少，即“距离短”。</a:t>
            </a:r>
          </a:p>
          <a:p>
            <a:pPr algn="just" eaLnBrk="1" hangingPunct="1"/>
            <a:r>
              <a:rPr lang="en-US" altLang="zh-CN" sz="2100" dirty="0">
                <a:ea typeface="宋体" panose="02010600030101010101" pitchFamily="2" charset="-122"/>
              </a:rPr>
              <a:t>RIP </a:t>
            </a:r>
            <a:r>
              <a:rPr lang="zh-CN" altLang="en-US" sz="2100" dirty="0">
                <a:ea typeface="宋体" panose="02010600030101010101" pitchFamily="2" charset="-122"/>
              </a:rPr>
              <a:t>允许一条路径最多只能包含 </a:t>
            </a:r>
            <a:r>
              <a:rPr lang="en-US" altLang="zh-CN" sz="2100" dirty="0">
                <a:ea typeface="宋体" panose="02010600030101010101" pitchFamily="2" charset="-122"/>
              </a:rPr>
              <a:t>15 </a:t>
            </a:r>
            <a:r>
              <a:rPr lang="zh-CN" altLang="en-US" sz="2100" dirty="0">
                <a:ea typeface="宋体" panose="02010600030101010101" pitchFamily="2" charset="-122"/>
              </a:rPr>
              <a:t>个路由器。</a:t>
            </a:r>
          </a:p>
          <a:p>
            <a:pPr algn="just" eaLnBrk="1" hangingPunct="1"/>
            <a:r>
              <a:rPr lang="zh-CN" altLang="en-US" sz="2100" dirty="0">
                <a:ea typeface="宋体" panose="02010600030101010101" pitchFamily="2" charset="-122"/>
              </a:rPr>
              <a:t>“距离”的最大值为</a:t>
            </a:r>
            <a:r>
              <a:rPr lang="en-US" altLang="zh-CN" sz="2100" dirty="0">
                <a:ea typeface="宋体" panose="02010600030101010101" pitchFamily="2" charset="-122"/>
              </a:rPr>
              <a:t>16 </a:t>
            </a:r>
            <a:r>
              <a:rPr lang="zh-CN" altLang="en-US" sz="2100" dirty="0">
                <a:ea typeface="宋体" panose="02010600030101010101" pitchFamily="2" charset="-122"/>
              </a:rPr>
              <a:t>时即相当于不可达。可见 </a:t>
            </a:r>
            <a:r>
              <a:rPr lang="en-US" altLang="zh-CN" sz="2100" dirty="0">
                <a:ea typeface="宋体" panose="02010600030101010101" pitchFamily="2" charset="-122"/>
              </a:rPr>
              <a:t>RIP</a:t>
            </a:r>
            <a:r>
              <a:rPr lang="en-US" altLang="zh-CN" sz="2100" b="1" dirty="0">
                <a:ea typeface="宋体" panose="02010600030101010101" pitchFamily="2" charset="-122"/>
              </a:rPr>
              <a:t> </a:t>
            </a:r>
            <a:r>
              <a:rPr lang="zh-CN" altLang="en-US" sz="2100" dirty="0">
                <a:ea typeface="宋体" panose="02010600030101010101" pitchFamily="2" charset="-122"/>
              </a:rPr>
              <a:t>只适用于小型互联网。</a:t>
            </a:r>
          </a:p>
          <a:p>
            <a:pPr algn="just" eaLnBrk="1" hangingPunct="1"/>
            <a:r>
              <a:rPr lang="en-US" altLang="zh-CN" sz="2100" dirty="0">
                <a:ea typeface="宋体" panose="02010600030101010101" pitchFamily="2" charset="-122"/>
              </a:rPr>
              <a:t>RIP </a:t>
            </a:r>
            <a:r>
              <a:rPr lang="zh-CN" altLang="en-US" sz="2100" dirty="0">
                <a:ea typeface="宋体" panose="02010600030101010101" pitchFamily="2" charset="-122"/>
              </a:rPr>
              <a:t>不能在两个网络之间同时使用多条路由。</a:t>
            </a:r>
            <a:r>
              <a:rPr lang="en-US" altLang="zh-CN" sz="2100" dirty="0">
                <a:ea typeface="宋体" panose="02010600030101010101" pitchFamily="2" charset="-122"/>
              </a:rPr>
              <a:t>RIP </a:t>
            </a:r>
            <a:r>
              <a:rPr lang="zh-CN" altLang="en-US" sz="2100" dirty="0">
                <a:ea typeface="宋体" panose="02010600030101010101" pitchFamily="2" charset="-122"/>
              </a:rPr>
              <a:t>选择一个具有最少路由器的路由（即最短路由），哪怕还存在另一条高速</a:t>
            </a:r>
            <a:r>
              <a:rPr lang="en-US" altLang="zh-CN" sz="2100" dirty="0">
                <a:ea typeface="宋体" panose="02010600030101010101" pitchFamily="2" charset="-122"/>
              </a:rPr>
              <a:t>(</a:t>
            </a:r>
            <a:r>
              <a:rPr lang="zh-CN" altLang="en-US" sz="2100" dirty="0">
                <a:ea typeface="宋体" panose="02010600030101010101" pitchFamily="2" charset="-122"/>
              </a:rPr>
              <a:t>低时延</a:t>
            </a:r>
            <a:r>
              <a:rPr lang="en-US" altLang="zh-CN" sz="2100" dirty="0">
                <a:ea typeface="宋体" panose="02010600030101010101" pitchFamily="2" charset="-122"/>
              </a:rPr>
              <a:t>)</a:t>
            </a:r>
            <a:r>
              <a:rPr lang="zh-CN" altLang="en-US" sz="2100" dirty="0">
                <a:ea typeface="宋体" panose="02010600030101010101" pitchFamily="2" charset="-122"/>
              </a:rPr>
              <a:t>但路由器较多的路由。   </a:t>
            </a:r>
          </a:p>
        </p:txBody>
      </p:sp>
      <p:sp>
        <p:nvSpPr>
          <p:cNvPr id="339971" name="幻灯片编号占位符 1">
            <a:extLst>
              <a:ext uri="{FF2B5EF4-FFF2-40B4-BE49-F238E27FC236}">
                <a16:creationId xmlns:a16="http://schemas.microsoft.com/office/drawing/2014/main" id="{AB35F35D-FB9E-774E-9614-0993F011799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839F3D67-5305-6940-A419-C0424A83C9B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63254909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5808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808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5808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8083" grpId="0" build="p"/>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017" name="Rectangle 2">
            <a:extLst>
              <a:ext uri="{FF2B5EF4-FFF2-40B4-BE49-F238E27FC236}">
                <a16:creationId xmlns:a16="http://schemas.microsoft.com/office/drawing/2014/main" id="{C1A28506-C8BB-E44A-974B-CFAFA485B482}"/>
              </a:ext>
            </a:extLst>
          </p:cNvPr>
          <p:cNvSpPr>
            <a:spLocks noGrp="1" noChangeArrowheads="1"/>
          </p:cNvSpPr>
          <p:nvPr>
            <p:ph type="title"/>
          </p:nvPr>
        </p:nvSpPr>
        <p:spPr>
          <a:xfrm>
            <a:off x="171451" y="160735"/>
            <a:ext cx="7679532" cy="790575"/>
          </a:xfrm>
        </p:spPr>
        <p:txBody>
          <a:bodyPr/>
          <a:lstStyle/>
          <a:p>
            <a:pPr eaLnBrk="1" hangingPunct="1"/>
            <a:r>
              <a:rPr lang="en-US" altLang="zh-CN" dirty="0">
                <a:latin typeface="Times New Roman" panose="02020603050405020304" pitchFamily="18" charset="0"/>
                <a:ea typeface="宋体" panose="02010600030101010101" pitchFamily="2" charset="-122"/>
              </a:rPr>
              <a:t>RIP </a:t>
            </a:r>
            <a:r>
              <a:rPr lang="zh-CN" altLang="en-US" dirty="0">
                <a:latin typeface="Times New Roman" panose="02020603050405020304" pitchFamily="18" charset="0"/>
                <a:ea typeface="宋体" panose="02010600030101010101" pitchFamily="2" charset="-122"/>
              </a:rPr>
              <a:t>协议的三个要点 </a:t>
            </a:r>
          </a:p>
        </p:txBody>
      </p:sp>
      <p:sp>
        <p:nvSpPr>
          <p:cNvPr id="559107" name="Rectangle 3">
            <a:extLst>
              <a:ext uri="{FF2B5EF4-FFF2-40B4-BE49-F238E27FC236}">
                <a16:creationId xmlns:a16="http://schemas.microsoft.com/office/drawing/2014/main" id="{08388FCE-55F8-DF4D-B77C-9711F7EDD7DD}"/>
              </a:ext>
            </a:extLst>
          </p:cNvPr>
          <p:cNvSpPr>
            <a:spLocks noGrp="1" noChangeArrowheads="1"/>
          </p:cNvSpPr>
          <p:nvPr>
            <p:ph type="body" idx="1"/>
          </p:nvPr>
        </p:nvSpPr>
        <p:spPr>
          <a:xfrm>
            <a:off x="171452" y="1135063"/>
            <a:ext cx="8702992" cy="3733800"/>
          </a:xfrm>
        </p:spPr>
        <p:txBody>
          <a:bodyPr/>
          <a:lstStyle/>
          <a:p>
            <a:pPr algn="just" eaLnBrk="1" hangingPunct="1"/>
            <a:r>
              <a:rPr lang="zh-CN" altLang="en-US" dirty="0">
                <a:latin typeface="Times New Roman" panose="02020603050405020304" pitchFamily="18" charset="0"/>
                <a:ea typeface="宋体" panose="02010600030101010101" pitchFamily="2" charset="-122"/>
              </a:rPr>
              <a:t>仅和</a:t>
            </a:r>
            <a:r>
              <a:rPr lang="zh-CN" altLang="en-US" dirty="0">
                <a:solidFill>
                  <a:schemeClr val="hlink"/>
                </a:solidFill>
                <a:latin typeface="Times New Roman" panose="02020603050405020304" pitchFamily="18" charset="0"/>
                <a:ea typeface="宋体" panose="02010600030101010101" pitchFamily="2" charset="-122"/>
              </a:rPr>
              <a:t>相邻路由器</a:t>
            </a:r>
            <a:r>
              <a:rPr lang="zh-CN" altLang="en-US" dirty="0">
                <a:latin typeface="Times New Roman" panose="02020603050405020304" pitchFamily="18" charset="0"/>
                <a:ea typeface="宋体" panose="02010600030101010101" pitchFamily="2" charset="-122"/>
              </a:rPr>
              <a:t>交换信息。 </a:t>
            </a:r>
          </a:p>
          <a:p>
            <a:pPr algn="just" eaLnBrk="1" hangingPunct="1"/>
            <a:r>
              <a:rPr lang="zh-CN" altLang="en-US" dirty="0">
                <a:latin typeface="Times New Roman" panose="02020603050405020304" pitchFamily="18" charset="0"/>
                <a:ea typeface="宋体" panose="02010600030101010101" pitchFamily="2" charset="-122"/>
              </a:rPr>
              <a:t>交换的信息是当前本路由器所知道的</a:t>
            </a:r>
            <a:r>
              <a:rPr lang="zh-CN" altLang="en-US" dirty="0">
                <a:solidFill>
                  <a:schemeClr val="hlink"/>
                </a:solidFill>
                <a:latin typeface="Times New Roman" panose="02020603050405020304" pitchFamily="18" charset="0"/>
                <a:ea typeface="宋体" panose="02010600030101010101" pitchFamily="2" charset="-122"/>
              </a:rPr>
              <a:t>全部信息</a:t>
            </a:r>
            <a:r>
              <a:rPr lang="zh-CN" altLang="en-US" dirty="0">
                <a:latin typeface="Times New Roman" panose="02020603050405020304" pitchFamily="18" charset="0"/>
                <a:ea typeface="宋体" panose="02010600030101010101" pitchFamily="2" charset="-122"/>
              </a:rPr>
              <a:t>，即自己的路由表。 </a:t>
            </a:r>
          </a:p>
          <a:p>
            <a:pPr algn="just" eaLnBrk="1" hangingPunct="1"/>
            <a:r>
              <a:rPr lang="zh-CN" altLang="en-US" dirty="0">
                <a:latin typeface="Times New Roman" panose="02020603050405020304" pitchFamily="18" charset="0"/>
                <a:ea typeface="宋体" panose="02010600030101010101" pitchFamily="2" charset="-122"/>
              </a:rPr>
              <a:t>按固定的时间间隔</a:t>
            </a:r>
            <a:r>
              <a:rPr lang="zh-CN" altLang="en-US" dirty="0">
                <a:solidFill>
                  <a:schemeClr val="hlink"/>
                </a:solidFill>
                <a:latin typeface="Times New Roman" panose="02020603050405020304" pitchFamily="18" charset="0"/>
                <a:ea typeface="宋体" panose="02010600030101010101" pitchFamily="2" charset="-122"/>
              </a:rPr>
              <a:t>交换路由信息</a:t>
            </a:r>
            <a:r>
              <a:rPr lang="zh-CN" altLang="en-US" dirty="0">
                <a:latin typeface="Times New Roman" panose="02020603050405020304" pitchFamily="18" charset="0"/>
                <a:ea typeface="宋体" panose="02010600030101010101" pitchFamily="2" charset="-122"/>
              </a:rPr>
              <a:t>，例如，每隔 </a:t>
            </a:r>
            <a:r>
              <a:rPr lang="en-US" altLang="zh-CN" dirty="0">
                <a:latin typeface="Times New Roman" panose="02020603050405020304" pitchFamily="18" charset="0"/>
                <a:ea typeface="宋体" panose="02010600030101010101" pitchFamily="2" charset="-122"/>
              </a:rPr>
              <a:t>30 </a:t>
            </a:r>
            <a:r>
              <a:rPr lang="zh-CN" altLang="en-US" dirty="0">
                <a:latin typeface="Times New Roman" panose="02020603050405020304" pitchFamily="18" charset="0"/>
                <a:ea typeface="宋体" panose="02010600030101010101" pitchFamily="2" charset="-122"/>
              </a:rPr>
              <a:t>秒。 </a:t>
            </a:r>
          </a:p>
        </p:txBody>
      </p:sp>
      <p:sp>
        <p:nvSpPr>
          <p:cNvPr id="342019" name="幻灯片编号占位符 1">
            <a:extLst>
              <a:ext uri="{FF2B5EF4-FFF2-40B4-BE49-F238E27FC236}">
                <a16:creationId xmlns:a16="http://schemas.microsoft.com/office/drawing/2014/main" id="{B6474759-D46B-EA49-827B-A0D8CD4A6126}"/>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4BD1BF31-FB9A-6C45-B641-A90B444A312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5119650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59107">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9107">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9107" grpId="0" build="p"/>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4065" name="Rectangle 2">
            <a:extLst>
              <a:ext uri="{FF2B5EF4-FFF2-40B4-BE49-F238E27FC236}">
                <a16:creationId xmlns:a16="http://schemas.microsoft.com/office/drawing/2014/main" id="{2F54847F-10AE-D64E-9E1D-AF939146AC57}"/>
              </a:ext>
            </a:extLst>
          </p:cNvPr>
          <p:cNvSpPr>
            <a:spLocks noGrp="1" noChangeArrowheads="1"/>
          </p:cNvSpPr>
          <p:nvPr>
            <p:ph type="title"/>
          </p:nvPr>
        </p:nvSpPr>
        <p:spPr>
          <a:xfrm>
            <a:off x="171450" y="250031"/>
            <a:ext cx="7193757" cy="628650"/>
          </a:xfrm>
        </p:spPr>
        <p:txBody>
          <a:bodyPr/>
          <a:lstStyle/>
          <a:p>
            <a:pPr eaLnBrk="1" hangingPunct="1"/>
            <a:r>
              <a:rPr lang="zh-CN" altLang="en-US" dirty="0">
                <a:latin typeface="Times New Roman" panose="02020603050405020304" pitchFamily="18" charset="0"/>
                <a:ea typeface="宋体" panose="02010600030101010101" pitchFamily="2" charset="-122"/>
              </a:rPr>
              <a:t>路由表的建立 </a:t>
            </a:r>
          </a:p>
        </p:txBody>
      </p:sp>
      <p:sp>
        <p:nvSpPr>
          <p:cNvPr id="560131" name="Rectangle 3">
            <a:extLst>
              <a:ext uri="{FF2B5EF4-FFF2-40B4-BE49-F238E27FC236}">
                <a16:creationId xmlns:a16="http://schemas.microsoft.com/office/drawing/2014/main" id="{40D33B3A-1BD6-604B-9258-5F00470490B1}"/>
              </a:ext>
            </a:extLst>
          </p:cNvPr>
          <p:cNvSpPr>
            <a:spLocks noGrp="1" noChangeArrowheads="1"/>
          </p:cNvSpPr>
          <p:nvPr>
            <p:ph type="body" idx="1"/>
          </p:nvPr>
        </p:nvSpPr>
        <p:spPr>
          <a:xfrm>
            <a:off x="171450" y="1113235"/>
            <a:ext cx="8721090" cy="3680222"/>
          </a:xfrm>
        </p:spPr>
        <p:txBody>
          <a:bodyPr/>
          <a:lstStyle/>
          <a:p>
            <a:pPr algn="just" eaLnBrk="1" hangingPunct="1"/>
            <a:r>
              <a:rPr lang="zh-CN" altLang="en-US" dirty="0">
                <a:ea typeface="宋体" panose="02010600030101010101" pitchFamily="2" charset="-122"/>
              </a:rPr>
              <a:t>路由器在刚刚开始工作时，只知道到直接连接的网络的距离（此距离定义为</a:t>
            </a:r>
            <a:r>
              <a:rPr lang="en-US" altLang="zh-CN" dirty="0">
                <a:ea typeface="宋体" panose="02010600030101010101" pitchFamily="2" charset="-122"/>
              </a:rPr>
              <a:t>1</a:t>
            </a:r>
            <a:r>
              <a:rPr lang="zh-CN" altLang="en-US" dirty="0">
                <a:ea typeface="宋体" panose="02010600030101010101" pitchFamily="2" charset="-122"/>
              </a:rPr>
              <a:t>）。</a:t>
            </a:r>
          </a:p>
          <a:p>
            <a:pPr algn="just" eaLnBrk="1" hangingPunct="1"/>
            <a:r>
              <a:rPr lang="zh-CN" altLang="en-US" dirty="0">
                <a:ea typeface="宋体" panose="02010600030101010101" pitchFamily="2" charset="-122"/>
              </a:rPr>
              <a:t>以后，每一个路由器也只和数目非常有限的相邻路由器交换并更新路由信息。</a:t>
            </a:r>
          </a:p>
          <a:p>
            <a:pPr algn="just" eaLnBrk="1" hangingPunct="1"/>
            <a:r>
              <a:rPr lang="zh-CN" altLang="en-US" dirty="0">
                <a:ea typeface="宋体" panose="02010600030101010101" pitchFamily="2" charset="-122"/>
              </a:rPr>
              <a:t>经过若干次更新后，所有的路由器最终都会知道到达本自治系统中任何一个网络的最短距离和下一跳路由器的地址。</a:t>
            </a:r>
          </a:p>
          <a:p>
            <a:pPr algn="just" eaLnBrk="1" hangingPunct="1"/>
            <a:r>
              <a:rPr lang="en-US" altLang="zh-CN" dirty="0">
                <a:ea typeface="宋体" panose="02010600030101010101" pitchFamily="2" charset="-122"/>
              </a:rPr>
              <a:t>RIP </a:t>
            </a:r>
            <a:r>
              <a:rPr lang="zh-CN" altLang="en-US" dirty="0">
                <a:ea typeface="宋体" panose="02010600030101010101" pitchFamily="2" charset="-122"/>
              </a:rPr>
              <a:t>协议的</a:t>
            </a:r>
            <a:r>
              <a:rPr lang="zh-CN" altLang="en-US" dirty="0">
                <a:solidFill>
                  <a:schemeClr val="hlink"/>
                </a:solidFill>
                <a:ea typeface="宋体" panose="02010600030101010101" pitchFamily="2" charset="-122"/>
              </a:rPr>
              <a:t>收敛</a:t>
            </a:r>
            <a:r>
              <a:rPr lang="en-US" altLang="zh-CN" dirty="0">
                <a:ea typeface="宋体" panose="02010600030101010101" pitchFamily="2" charset="-122"/>
              </a:rPr>
              <a:t>(convergence)</a:t>
            </a:r>
            <a:r>
              <a:rPr lang="zh-CN" altLang="en-US" dirty="0">
                <a:ea typeface="宋体" panose="02010600030101010101" pitchFamily="2" charset="-122"/>
              </a:rPr>
              <a:t>过程较快，即在自治系统中所有的结点都得到正确的路由选择信息的过程。 </a:t>
            </a:r>
          </a:p>
        </p:txBody>
      </p:sp>
      <p:sp>
        <p:nvSpPr>
          <p:cNvPr id="344067" name="幻灯片编号占位符 1">
            <a:extLst>
              <a:ext uri="{FF2B5EF4-FFF2-40B4-BE49-F238E27FC236}">
                <a16:creationId xmlns:a16="http://schemas.microsoft.com/office/drawing/2014/main" id="{BDD8E01B-FE64-F746-9385-FE900295DEE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9789E18-6D30-B446-AB9B-6DFD3AE703B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95310474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6013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60131">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60131">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0131" grpId="0" build="p"/>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13" name="Rectangle 2">
            <a:extLst>
              <a:ext uri="{FF2B5EF4-FFF2-40B4-BE49-F238E27FC236}">
                <a16:creationId xmlns:a16="http://schemas.microsoft.com/office/drawing/2014/main" id="{48755B7F-7F20-0449-ABE4-A1E5B53A5C1F}"/>
              </a:ext>
            </a:extLst>
          </p:cNvPr>
          <p:cNvSpPr>
            <a:spLocks noGrp="1" noChangeArrowheads="1"/>
          </p:cNvSpPr>
          <p:nvPr>
            <p:ph type="title"/>
          </p:nvPr>
        </p:nvSpPr>
        <p:spPr>
          <a:xfrm>
            <a:off x="257175" y="224076"/>
            <a:ext cx="8452485" cy="576263"/>
          </a:xfrm>
        </p:spPr>
        <p:txBody>
          <a:bodyPr/>
          <a:lstStyle/>
          <a:p>
            <a:pPr eaLnBrk="1" hangingPunct="1"/>
            <a:r>
              <a:rPr lang="en-US" altLang="zh-CN">
                <a:latin typeface="Times New Roman" panose="02020603050405020304" pitchFamily="18" charset="0"/>
                <a:ea typeface="宋体" panose="02010600030101010101" pitchFamily="2" charset="-122"/>
              </a:rPr>
              <a:t>2. </a:t>
            </a:r>
            <a:r>
              <a:rPr lang="zh-CN" altLang="en-US">
                <a:latin typeface="Times New Roman" panose="02020603050405020304" pitchFamily="18" charset="0"/>
                <a:ea typeface="宋体" panose="02010600030101010101" pitchFamily="2" charset="-122"/>
              </a:rPr>
              <a:t>距离向量算法</a:t>
            </a:r>
          </a:p>
        </p:txBody>
      </p:sp>
      <p:sp>
        <p:nvSpPr>
          <p:cNvPr id="346114" name="Text Box 3">
            <a:extLst>
              <a:ext uri="{FF2B5EF4-FFF2-40B4-BE49-F238E27FC236}">
                <a16:creationId xmlns:a16="http://schemas.microsoft.com/office/drawing/2014/main" id="{0D019519-B84D-5844-9553-E496DDC79ECB}"/>
              </a:ext>
            </a:extLst>
          </p:cNvPr>
          <p:cNvSpPr txBox="1">
            <a:spLocks noChangeArrowheads="1"/>
          </p:cNvSpPr>
          <p:nvPr/>
        </p:nvSpPr>
        <p:spPr bwMode="auto">
          <a:xfrm>
            <a:off x="257175" y="1275893"/>
            <a:ext cx="8715375" cy="3139321"/>
          </a:xfrm>
          <a:prstGeom prst="rect">
            <a:avLst/>
          </a:prstGeom>
          <a:solidFill>
            <a:srgbClr val="FFFF99"/>
          </a:solidFill>
          <a:ln w="9525">
            <a:solidFill>
              <a:srgbClr val="333399"/>
            </a:solidFill>
            <a:miter lim="800000"/>
            <a:headEnd/>
            <a:tailEnd/>
          </a:ln>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361950" indent="-361950" eaLnBrk="1" hangingPunct="1">
              <a:spcBef>
                <a:spcPct val="0"/>
              </a:spcBef>
              <a:buClrTx/>
              <a:buSzTx/>
              <a:buFontTx/>
              <a:buNone/>
            </a:pPr>
            <a:r>
              <a:rPr lang="zh-CN" altLang="en-US" sz="1800" dirty="0">
                <a:ea typeface="宋体" panose="02010600030101010101" pitchFamily="2" charset="-122"/>
                <a:cs typeface="Times New Roman" panose="02020603050405020304" pitchFamily="18" charset="0"/>
              </a:rPr>
              <a:t>收到相邻路由器（其地址为 </a:t>
            </a:r>
            <a:r>
              <a:rPr lang="en-US" altLang="zh-CN" sz="1800" dirty="0">
                <a:ea typeface="宋体" panose="02010600030101010101" pitchFamily="2" charset="-122"/>
                <a:cs typeface="Times New Roman" panose="02020603050405020304" pitchFamily="18" charset="0"/>
              </a:rPr>
              <a:t>X</a:t>
            </a:r>
            <a:r>
              <a:rPr lang="zh-CN" altLang="en-US" sz="1800" dirty="0">
                <a:ea typeface="宋体" panose="02010600030101010101" pitchFamily="2" charset="-122"/>
                <a:cs typeface="Times New Roman" panose="02020603050405020304" pitchFamily="18" charset="0"/>
              </a:rPr>
              <a:t>）的一个 </a:t>
            </a:r>
            <a:r>
              <a:rPr lang="en-US" altLang="zh-CN" sz="1800" dirty="0">
                <a:ea typeface="宋体" panose="02010600030101010101" pitchFamily="2" charset="-122"/>
                <a:cs typeface="Times New Roman" panose="02020603050405020304" pitchFamily="18" charset="0"/>
              </a:rPr>
              <a:t>RIP </a:t>
            </a:r>
            <a:r>
              <a:rPr lang="zh-CN" altLang="en-US" sz="1800" dirty="0">
                <a:ea typeface="宋体" panose="02010600030101010101" pitchFamily="2" charset="-122"/>
                <a:cs typeface="Times New Roman" panose="02020603050405020304" pitchFamily="18" charset="0"/>
              </a:rPr>
              <a:t>报文：</a:t>
            </a:r>
          </a:p>
          <a:p>
            <a:pPr marL="361950" indent="-361950" eaLnBrk="1" hangingPunct="1">
              <a:spcBef>
                <a:spcPct val="0"/>
              </a:spcBef>
              <a:buClrTx/>
              <a:buSzTx/>
              <a:buFontTx/>
              <a:buNone/>
            </a:pPr>
            <a:r>
              <a:rPr lang="en-US" altLang="zh-CN" sz="1800" dirty="0">
                <a:ea typeface="宋体" panose="02010600030101010101" pitchFamily="2" charset="-122"/>
                <a:cs typeface="Times New Roman" panose="02020603050405020304" pitchFamily="18" charset="0"/>
              </a:rPr>
              <a:t>(1) </a:t>
            </a:r>
            <a:r>
              <a:rPr lang="zh-CN" altLang="en-US" sz="1800" dirty="0">
                <a:ea typeface="宋体" panose="02010600030101010101" pitchFamily="2" charset="-122"/>
                <a:cs typeface="Times New Roman" panose="02020603050405020304" pitchFamily="18" charset="0"/>
              </a:rPr>
              <a:t>先修改此 </a:t>
            </a:r>
            <a:r>
              <a:rPr lang="en-US" altLang="zh-CN" sz="1800" dirty="0">
                <a:ea typeface="宋体" panose="02010600030101010101" pitchFamily="2" charset="-122"/>
                <a:cs typeface="Times New Roman" panose="02020603050405020304" pitchFamily="18" charset="0"/>
              </a:rPr>
              <a:t>RIP </a:t>
            </a:r>
            <a:r>
              <a:rPr lang="zh-CN" altLang="en-US" sz="1800" dirty="0">
                <a:ea typeface="宋体" panose="02010600030101010101" pitchFamily="2" charset="-122"/>
                <a:cs typeface="Times New Roman" panose="02020603050405020304" pitchFamily="18" charset="0"/>
              </a:rPr>
              <a:t>报文中的所有项目：把“下一跳”字段中的地址都改为 </a:t>
            </a:r>
            <a:r>
              <a:rPr lang="en-US" altLang="zh-CN" sz="1800" dirty="0">
                <a:ea typeface="宋体" panose="02010600030101010101" pitchFamily="2" charset="-122"/>
                <a:cs typeface="Times New Roman" panose="02020603050405020304" pitchFamily="18" charset="0"/>
              </a:rPr>
              <a:t>X</a:t>
            </a:r>
            <a:r>
              <a:rPr lang="zh-CN" altLang="en-US" sz="1800" dirty="0">
                <a:ea typeface="宋体" panose="02010600030101010101" pitchFamily="2" charset="-122"/>
                <a:cs typeface="Times New Roman" panose="02020603050405020304" pitchFamily="18" charset="0"/>
              </a:rPr>
              <a:t>，并把所有的“距离”字段的值加 </a:t>
            </a:r>
            <a:r>
              <a:rPr lang="en-US" altLang="zh-CN" sz="1800" dirty="0">
                <a:ea typeface="宋体" panose="02010600030101010101" pitchFamily="2" charset="-122"/>
                <a:cs typeface="Times New Roman" panose="02020603050405020304" pitchFamily="18" charset="0"/>
              </a:rPr>
              <a:t>1</a:t>
            </a:r>
            <a:r>
              <a:rPr lang="zh-CN" altLang="en-US" sz="1800" dirty="0">
                <a:ea typeface="宋体" panose="02010600030101010101" pitchFamily="2" charset="-122"/>
                <a:cs typeface="Times New Roman" panose="02020603050405020304" pitchFamily="18" charset="0"/>
              </a:rPr>
              <a:t>。</a:t>
            </a:r>
          </a:p>
          <a:p>
            <a:pPr marL="361950" indent="-361950" eaLnBrk="1" hangingPunct="1">
              <a:spcBef>
                <a:spcPct val="0"/>
              </a:spcBef>
              <a:buClrTx/>
              <a:buSzTx/>
              <a:buFontTx/>
              <a:buNone/>
            </a:pPr>
            <a:r>
              <a:rPr lang="en-US" altLang="zh-CN" sz="1800" dirty="0">
                <a:ea typeface="宋体" panose="02010600030101010101" pitchFamily="2" charset="-122"/>
                <a:cs typeface="Times New Roman" panose="02020603050405020304" pitchFamily="18" charset="0"/>
              </a:rPr>
              <a:t>(2) </a:t>
            </a:r>
            <a:r>
              <a:rPr lang="zh-CN" altLang="en-US" sz="1800" dirty="0">
                <a:ea typeface="宋体" panose="02010600030101010101" pitchFamily="2" charset="-122"/>
                <a:cs typeface="Times New Roman" panose="02020603050405020304" pitchFamily="18" charset="0"/>
              </a:rPr>
              <a:t>对修改后的 </a:t>
            </a:r>
            <a:r>
              <a:rPr lang="en-US" altLang="zh-CN" sz="1800" dirty="0">
                <a:ea typeface="宋体" panose="02010600030101010101" pitchFamily="2" charset="-122"/>
                <a:cs typeface="Times New Roman" panose="02020603050405020304" pitchFamily="18" charset="0"/>
              </a:rPr>
              <a:t>RIP </a:t>
            </a:r>
            <a:r>
              <a:rPr lang="zh-CN" altLang="en-US" sz="1800" dirty="0">
                <a:ea typeface="宋体" panose="02010600030101010101" pitchFamily="2" charset="-122"/>
                <a:cs typeface="Times New Roman" panose="02020603050405020304" pitchFamily="18" charset="0"/>
              </a:rPr>
              <a:t>报文中的每一个项目，重复以下步骤：</a:t>
            </a:r>
          </a:p>
          <a:p>
            <a:pPr marL="361950" indent="-361950" eaLnBrk="1" hangingPunct="1">
              <a:spcBef>
                <a:spcPct val="0"/>
              </a:spcBef>
              <a:buClrTx/>
              <a:buSzTx/>
              <a:buFontTx/>
              <a:buNone/>
            </a:pPr>
            <a:r>
              <a:rPr lang="en-US" altLang="zh-CN" sz="1800" dirty="0">
                <a:ea typeface="宋体" panose="02010600030101010101" pitchFamily="2" charset="-122"/>
                <a:cs typeface="Times New Roman" panose="02020603050405020304" pitchFamily="18" charset="0"/>
              </a:rPr>
              <a:t>     </a:t>
            </a:r>
            <a:r>
              <a:rPr lang="zh-CN" altLang="en-US" sz="1800" dirty="0">
                <a:ea typeface="宋体" panose="02010600030101010101" pitchFamily="2" charset="-122"/>
                <a:cs typeface="Times New Roman" panose="02020603050405020304" pitchFamily="18" charset="0"/>
              </a:rPr>
              <a:t>若项目中的目的网络不在路由表中，则把该项目加到路由表中。</a:t>
            </a:r>
          </a:p>
          <a:p>
            <a:pPr marL="361950" indent="-361950" eaLnBrk="1" hangingPunct="1">
              <a:spcBef>
                <a:spcPct val="0"/>
              </a:spcBef>
              <a:buClrTx/>
              <a:buSzTx/>
              <a:buFontTx/>
              <a:buNone/>
            </a:pPr>
            <a:r>
              <a:rPr lang="zh-CN" altLang="en-US" sz="1800" dirty="0">
                <a:ea typeface="宋体" panose="02010600030101010101" pitchFamily="2" charset="-122"/>
                <a:cs typeface="Times New Roman" panose="02020603050405020304" pitchFamily="18" charset="0"/>
              </a:rPr>
              <a:t>    </a:t>
            </a:r>
            <a:r>
              <a:rPr lang="en-US" altLang="zh-CN" sz="1800" dirty="0">
                <a:ea typeface="宋体" panose="02010600030101010101" pitchFamily="2" charset="-122"/>
                <a:cs typeface="Times New Roman" panose="02020603050405020304" pitchFamily="18" charset="0"/>
              </a:rPr>
              <a:t> </a:t>
            </a:r>
            <a:r>
              <a:rPr lang="zh-CN" altLang="en-US" sz="1800" dirty="0">
                <a:ea typeface="宋体" panose="02010600030101010101" pitchFamily="2" charset="-122"/>
                <a:cs typeface="Times New Roman" panose="02020603050405020304" pitchFamily="18" charset="0"/>
              </a:rPr>
              <a:t>否则，若下一跳字段给出的路由器地址是同样的，则把收到的项目替换原路由表中的项目。</a:t>
            </a:r>
          </a:p>
          <a:p>
            <a:pPr marL="361950" indent="-361950" eaLnBrk="1" hangingPunct="1">
              <a:spcBef>
                <a:spcPct val="0"/>
              </a:spcBef>
              <a:buClrTx/>
              <a:buSzTx/>
              <a:buFontTx/>
              <a:buNone/>
            </a:pPr>
            <a:r>
              <a:rPr lang="zh-CN" altLang="en-US" sz="1800" dirty="0">
                <a:ea typeface="宋体" panose="02010600030101010101" pitchFamily="2" charset="-122"/>
                <a:cs typeface="Times New Roman" panose="02020603050405020304" pitchFamily="18" charset="0"/>
              </a:rPr>
              <a:t>     否则，若收到项目中的距离小于路由表中的距离，则进行更新，否则，什么也不做。</a:t>
            </a:r>
          </a:p>
          <a:p>
            <a:pPr marL="361950" indent="-361950" eaLnBrk="1" hangingPunct="1">
              <a:spcBef>
                <a:spcPct val="0"/>
              </a:spcBef>
              <a:buClrTx/>
              <a:buSzTx/>
              <a:buFontTx/>
              <a:buNone/>
            </a:pPr>
            <a:r>
              <a:rPr lang="en-US" altLang="zh-CN" sz="1800" dirty="0">
                <a:ea typeface="宋体" panose="02010600030101010101" pitchFamily="2" charset="-122"/>
                <a:cs typeface="Times New Roman" panose="02020603050405020304" pitchFamily="18" charset="0"/>
              </a:rPr>
              <a:t>(3) </a:t>
            </a:r>
            <a:r>
              <a:rPr lang="zh-CN" altLang="en-US" sz="1800" dirty="0">
                <a:ea typeface="宋体" panose="02010600030101010101" pitchFamily="2" charset="-122"/>
                <a:cs typeface="Times New Roman" panose="02020603050405020304" pitchFamily="18" charset="0"/>
              </a:rPr>
              <a:t>若 </a:t>
            </a:r>
            <a:r>
              <a:rPr lang="en-US" altLang="zh-CN" sz="1800" dirty="0">
                <a:ea typeface="宋体" panose="02010600030101010101" pitchFamily="2" charset="-122"/>
                <a:cs typeface="Times New Roman" panose="02020603050405020304" pitchFamily="18" charset="0"/>
              </a:rPr>
              <a:t>3 </a:t>
            </a:r>
            <a:r>
              <a:rPr lang="zh-CN" altLang="en-US" sz="1800" dirty="0">
                <a:ea typeface="宋体" panose="02010600030101010101" pitchFamily="2" charset="-122"/>
                <a:cs typeface="Times New Roman" panose="02020603050405020304" pitchFamily="18" charset="0"/>
              </a:rPr>
              <a:t>分钟还没有收到相邻路由器的更新路由表，则把此相邻路由器记为不可达路由器，即将距离置为</a:t>
            </a:r>
            <a:r>
              <a:rPr lang="en-US" altLang="zh-CN" sz="1800" dirty="0">
                <a:ea typeface="宋体" panose="02010600030101010101" pitchFamily="2" charset="-122"/>
                <a:cs typeface="Times New Roman" panose="02020603050405020304" pitchFamily="18" charset="0"/>
              </a:rPr>
              <a:t>16</a:t>
            </a:r>
            <a:r>
              <a:rPr lang="zh-CN" altLang="en-US" sz="1800" dirty="0">
                <a:ea typeface="宋体" panose="02010600030101010101" pitchFamily="2" charset="-122"/>
                <a:cs typeface="Times New Roman" panose="02020603050405020304" pitchFamily="18" charset="0"/>
              </a:rPr>
              <a:t>（距离为</a:t>
            </a:r>
            <a:r>
              <a:rPr lang="en-US" altLang="zh-CN" sz="1800" dirty="0">
                <a:ea typeface="宋体" panose="02010600030101010101" pitchFamily="2" charset="-122"/>
                <a:cs typeface="Times New Roman" panose="02020603050405020304" pitchFamily="18" charset="0"/>
              </a:rPr>
              <a:t>16</a:t>
            </a:r>
            <a:r>
              <a:rPr lang="zh-CN" altLang="en-US" sz="1800" dirty="0">
                <a:ea typeface="宋体" panose="02010600030101010101" pitchFamily="2" charset="-122"/>
                <a:cs typeface="Times New Roman" panose="02020603050405020304" pitchFamily="18" charset="0"/>
              </a:rPr>
              <a:t>表示不可达）。</a:t>
            </a:r>
          </a:p>
          <a:p>
            <a:pPr marL="361950" indent="-361950" eaLnBrk="1" hangingPunct="1">
              <a:spcBef>
                <a:spcPct val="0"/>
              </a:spcBef>
              <a:buClrTx/>
              <a:buSzTx/>
              <a:buFontTx/>
              <a:buNone/>
            </a:pPr>
            <a:r>
              <a:rPr lang="en-US" altLang="zh-CN" sz="1800" dirty="0">
                <a:ea typeface="宋体" panose="02010600030101010101" pitchFamily="2" charset="-122"/>
                <a:cs typeface="Times New Roman" panose="02020603050405020304" pitchFamily="18" charset="0"/>
              </a:rPr>
              <a:t>(4) </a:t>
            </a:r>
            <a:r>
              <a:rPr lang="zh-CN" altLang="en-US" sz="1800" dirty="0">
                <a:ea typeface="宋体" panose="02010600030101010101" pitchFamily="2" charset="-122"/>
                <a:cs typeface="Times New Roman" panose="02020603050405020304" pitchFamily="18" charset="0"/>
              </a:rPr>
              <a:t>返回。</a:t>
            </a:r>
          </a:p>
        </p:txBody>
      </p:sp>
      <p:sp>
        <p:nvSpPr>
          <p:cNvPr id="346115" name="幻灯片编号占位符 1">
            <a:extLst>
              <a:ext uri="{FF2B5EF4-FFF2-40B4-BE49-F238E27FC236}">
                <a16:creationId xmlns:a16="http://schemas.microsoft.com/office/drawing/2014/main" id="{30E62939-7BC4-A142-894C-8EEB7281922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9DD4B99-1D9A-AB41-B401-BA736CBD5928}"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79431838"/>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61" name="Rectangle 2">
            <a:extLst>
              <a:ext uri="{FF2B5EF4-FFF2-40B4-BE49-F238E27FC236}">
                <a16:creationId xmlns:a16="http://schemas.microsoft.com/office/drawing/2014/main" id="{1DB6587F-0896-A743-BAE8-C408581624B7}"/>
              </a:ext>
            </a:extLst>
          </p:cNvPr>
          <p:cNvSpPr>
            <a:spLocks noGrp="1" noChangeArrowheads="1"/>
          </p:cNvSpPr>
          <p:nvPr>
            <p:ph type="title"/>
          </p:nvPr>
        </p:nvSpPr>
        <p:spPr>
          <a:xfrm>
            <a:off x="171451" y="160735"/>
            <a:ext cx="7748588" cy="736997"/>
          </a:xfrm>
        </p:spPr>
        <p:txBody>
          <a:bodyPr/>
          <a:lstStyle/>
          <a:p>
            <a:pPr eaLnBrk="1" hangingPunct="1"/>
            <a:r>
              <a:rPr lang="zh-CN" altLang="en-US" dirty="0">
                <a:latin typeface="Times New Roman" panose="02020603050405020304" pitchFamily="18" charset="0"/>
                <a:ea typeface="宋体" panose="02010600030101010101" pitchFamily="2" charset="-122"/>
              </a:rPr>
              <a:t>路由器之间交换信息 </a:t>
            </a:r>
          </a:p>
        </p:txBody>
      </p:sp>
      <p:sp>
        <p:nvSpPr>
          <p:cNvPr id="562179" name="Rectangle 3">
            <a:extLst>
              <a:ext uri="{FF2B5EF4-FFF2-40B4-BE49-F238E27FC236}">
                <a16:creationId xmlns:a16="http://schemas.microsoft.com/office/drawing/2014/main" id="{D215D2F4-1D8B-0242-86D0-0929F242E2AA}"/>
              </a:ext>
            </a:extLst>
          </p:cNvPr>
          <p:cNvSpPr>
            <a:spLocks noGrp="1" noChangeArrowheads="1"/>
          </p:cNvSpPr>
          <p:nvPr>
            <p:ph type="body" idx="1"/>
          </p:nvPr>
        </p:nvSpPr>
        <p:spPr>
          <a:xfrm>
            <a:off x="171451" y="1059656"/>
            <a:ext cx="8743949" cy="3733800"/>
          </a:xfrm>
        </p:spPr>
        <p:txBody>
          <a:bodyPr/>
          <a:lstStyle/>
          <a:p>
            <a:pPr algn="just" eaLnBrk="1" hangingPunct="1"/>
            <a:r>
              <a:rPr lang="en-US" altLang="zh-CN" dirty="0">
                <a:latin typeface="Times New Roman" panose="02020603050405020304" pitchFamily="18" charset="0"/>
                <a:ea typeface="宋体" panose="02010600030101010101" pitchFamily="2" charset="-122"/>
              </a:rPr>
              <a:t>RIP</a:t>
            </a:r>
            <a:r>
              <a:rPr lang="zh-CN" altLang="en-US" dirty="0">
                <a:latin typeface="Times New Roman" panose="02020603050405020304" pitchFamily="18" charset="0"/>
                <a:ea typeface="宋体" panose="02010600030101010101" pitchFamily="2" charset="-122"/>
              </a:rPr>
              <a:t>协议让互联网中的所有路由器都和自己的相邻路由器不断交换路由信息，并不断更新其路由表，使得从每一个路由器到每一个目的网络的路由都是最短的（即跳数最少）。</a:t>
            </a:r>
          </a:p>
          <a:p>
            <a:pPr algn="just" eaLnBrk="1" hangingPunct="1"/>
            <a:r>
              <a:rPr lang="zh-CN" altLang="en-US" dirty="0">
                <a:latin typeface="Times New Roman" panose="02020603050405020304" pitchFamily="18" charset="0"/>
                <a:ea typeface="宋体" panose="02010600030101010101" pitchFamily="2" charset="-122"/>
              </a:rPr>
              <a:t>虽然所有的路由器最终都拥有了整个自治系统的全局路由信息，但由于每一个路由器的位置不同，它们的路由表当然也应当是不同的。  </a:t>
            </a:r>
          </a:p>
        </p:txBody>
      </p:sp>
      <p:sp>
        <p:nvSpPr>
          <p:cNvPr id="348163" name="幻灯片编号占位符 1">
            <a:extLst>
              <a:ext uri="{FF2B5EF4-FFF2-40B4-BE49-F238E27FC236}">
                <a16:creationId xmlns:a16="http://schemas.microsoft.com/office/drawing/2014/main" id="{74A18DEA-7C52-594E-A74F-D92D47194065}"/>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93FC8ED-D154-C146-8921-D46BC9D5FA6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160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28547153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62179">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2179" grpId="0" build="p"/>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209" name="Rectangle 2">
            <a:extLst>
              <a:ext uri="{FF2B5EF4-FFF2-40B4-BE49-F238E27FC236}">
                <a16:creationId xmlns:a16="http://schemas.microsoft.com/office/drawing/2014/main" id="{3F9C083D-DFD2-9C48-AFFB-98D01AEC2AC3}"/>
              </a:ext>
            </a:extLst>
          </p:cNvPr>
          <p:cNvSpPr>
            <a:spLocks noGrp="1" noChangeArrowheads="1"/>
          </p:cNvSpPr>
          <p:nvPr>
            <p:ph type="title"/>
          </p:nvPr>
        </p:nvSpPr>
        <p:spPr>
          <a:xfrm>
            <a:off x="148590" y="289322"/>
            <a:ext cx="7284483" cy="608409"/>
          </a:xfrm>
        </p:spPr>
        <p:txBody>
          <a:bodyPr/>
          <a:lstStyle/>
          <a:p>
            <a:r>
              <a:rPr lang="zh-CN" altLang="en-US" sz="3000" dirty="0">
                <a:latin typeface="微软雅黑" panose="020B0503020204020204" pitchFamily="34" charset="-122"/>
                <a:ea typeface="宋体" panose="02010600030101010101" pitchFamily="2" charset="-122"/>
              </a:rPr>
              <a:t>距离矢量算法举例</a:t>
            </a:r>
          </a:p>
        </p:txBody>
      </p:sp>
      <p:sp>
        <p:nvSpPr>
          <p:cNvPr id="350210" name="Rectangle 1006">
            <a:extLst>
              <a:ext uri="{FF2B5EF4-FFF2-40B4-BE49-F238E27FC236}">
                <a16:creationId xmlns:a16="http://schemas.microsoft.com/office/drawing/2014/main" id="{1BD3BB3F-BF3D-0B44-924E-E613F197E4F2}"/>
              </a:ext>
            </a:extLst>
          </p:cNvPr>
          <p:cNvSpPr>
            <a:spLocks noGrp="1" noChangeArrowheads="1"/>
          </p:cNvSpPr>
          <p:nvPr>
            <p:ph type="body" idx="1"/>
          </p:nvPr>
        </p:nvSpPr>
        <p:spPr>
          <a:xfrm>
            <a:off x="262823" y="994858"/>
            <a:ext cx="5829300" cy="476250"/>
          </a:xfrm>
        </p:spPr>
        <p:txBody>
          <a:bodyPr/>
          <a:lstStyle/>
          <a:p>
            <a:r>
              <a:rPr lang="zh-CN" altLang="en-US" dirty="0">
                <a:latin typeface="微软雅黑" panose="020B0503020204020204" pitchFamily="34" charset="-122"/>
                <a:ea typeface="宋体" panose="02010600030101010101" pitchFamily="2" charset="-122"/>
              </a:rPr>
              <a:t>例题</a:t>
            </a:r>
          </a:p>
        </p:txBody>
      </p:sp>
      <p:grpSp>
        <p:nvGrpSpPr>
          <p:cNvPr id="350211" name="Group 37">
            <a:extLst>
              <a:ext uri="{FF2B5EF4-FFF2-40B4-BE49-F238E27FC236}">
                <a16:creationId xmlns:a16="http://schemas.microsoft.com/office/drawing/2014/main" id="{3425C881-FF24-D747-9208-C2E651B9AD8A}"/>
              </a:ext>
            </a:extLst>
          </p:cNvPr>
          <p:cNvGrpSpPr>
            <a:grpSpLocks/>
          </p:cNvGrpSpPr>
          <p:nvPr/>
        </p:nvGrpSpPr>
        <p:grpSpPr bwMode="auto">
          <a:xfrm>
            <a:off x="1296590" y="1232983"/>
            <a:ext cx="1990162" cy="1694280"/>
            <a:chOff x="305" y="933"/>
            <a:chExt cx="2256" cy="1550"/>
          </a:xfrm>
        </p:grpSpPr>
        <p:sp>
          <p:nvSpPr>
            <p:cNvPr id="350495" name="Rectangle 4">
              <a:extLst>
                <a:ext uri="{FF2B5EF4-FFF2-40B4-BE49-F238E27FC236}">
                  <a16:creationId xmlns:a16="http://schemas.microsoft.com/office/drawing/2014/main" id="{675CD9FB-9D07-3C4D-92FB-EF0FB862B0EA}"/>
                </a:ext>
              </a:extLst>
            </p:cNvPr>
            <p:cNvSpPr>
              <a:spLocks noChangeArrowheads="1"/>
            </p:cNvSpPr>
            <p:nvPr/>
          </p:nvSpPr>
          <p:spPr bwMode="auto">
            <a:xfrm>
              <a:off x="672" y="1164"/>
              <a:ext cx="1558" cy="1010"/>
            </a:xfrm>
            <a:prstGeom prst="rect">
              <a:avLst/>
            </a:prstGeom>
            <a:noFill/>
            <a:ln w="12700">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496" name="Oval 5">
              <a:extLst>
                <a:ext uri="{FF2B5EF4-FFF2-40B4-BE49-F238E27FC236}">
                  <a16:creationId xmlns:a16="http://schemas.microsoft.com/office/drawing/2014/main" id="{0822B5EC-D205-EF4D-B559-86722769E3FE}"/>
                </a:ext>
              </a:extLst>
            </p:cNvPr>
            <p:cNvSpPr>
              <a:spLocks noChangeArrowheads="1"/>
            </p:cNvSpPr>
            <p:nvPr/>
          </p:nvSpPr>
          <p:spPr bwMode="auto">
            <a:xfrm>
              <a:off x="623" y="1152"/>
              <a:ext cx="49"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497" name="Oval 6">
              <a:extLst>
                <a:ext uri="{FF2B5EF4-FFF2-40B4-BE49-F238E27FC236}">
                  <a16:creationId xmlns:a16="http://schemas.microsoft.com/office/drawing/2014/main" id="{4640F45D-4B46-754E-9635-33B3B9AAD738}"/>
                </a:ext>
              </a:extLst>
            </p:cNvPr>
            <p:cNvSpPr>
              <a:spLocks noChangeArrowheads="1"/>
            </p:cNvSpPr>
            <p:nvPr/>
          </p:nvSpPr>
          <p:spPr bwMode="auto">
            <a:xfrm>
              <a:off x="2208" y="1152"/>
              <a:ext cx="49"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498" name="Oval 7">
              <a:extLst>
                <a:ext uri="{FF2B5EF4-FFF2-40B4-BE49-F238E27FC236}">
                  <a16:creationId xmlns:a16="http://schemas.microsoft.com/office/drawing/2014/main" id="{A1AD9A60-12FF-7844-9368-7D050A7CE26D}"/>
                </a:ext>
              </a:extLst>
            </p:cNvPr>
            <p:cNvSpPr>
              <a:spLocks noChangeArrowheads="1"/>
            </p:cNvSpPr>
            <p:nvPr/>
          </p:nvSpPr>
          <p:spPr bwMode="auto">
            <a:xfrm>
              <a:off x="2208" y="2160"/>
              <a:ext cx="49"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499" name="Oval 8">
              <a:extLst>
                <a:ext uri="{FF2B5EF4-FFF2-40B4-BE49-F238E27FC236}">
                  <a16:creationId xmlns:a16="http://schemas.microsoft.com/office/drawing/2014/main" id="{4E96BD6C-74DA-C246-BDD1-B1F16756C10F}"/>
                </a:ext>
              </a:extLst>
            </p:cNvPr>
            <p:cNvSpPr>
              <a:spLocks noChangeArrowheads="1"/>
            </p:cNvSpPr>
            <p:nvPr/>
          </p:nvSpPr>
          <p:spPr bwMode="auto">
            <a:xfrm>
              <a:off x="623" y="2160"/>
              <a:ext cx="49"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500" name="Oval 9">
              <a:extLst>
                <a:ext uri="{FF2B5EF4-FFF2-40B4-BE49-F238E27FC236}">
                  <a16:creationId xmlns:a16="http://schemas.microsoft.com/office/drawing/2014/main" id="{E96865D6-A2B2-5840-B995-0DD982359232}"/>
                </a:ext>
              </a:extLst>
            </p:cNvPr>
            <p:cNvSpPr>
              <a:spLocks noChangeArrowheads="1"/>
            </p:cNvSpPr>
            <p:nvPr/>
          </p:nvSpPr>
          <p:spPr bwMode="auto">
            <a:xfrm>
              <a:off x="623" y="1632"/>
              <a:ext cx="49"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501" name="Oval 10">
              <a:extLst>
                <a:ext uri="{FF2B5EF4-FFF2-40B4-BE49-F238E27FC236}">
                  <a16:creationId xmlns:a16="http://schemas.microsoft.com/office/drawing/2014/main" id="{80DA12CF-353F-7945-9B9E-9B3985CBD0E0}"/>
                </a:ext>
              </a:extLst>
            </p:cNvPr>
            <p:cNvSpPr>
              <a:spLocks noChangeArrowheads="1"/>
            </p:cNvSpPr>
            <p:nvPr/>
          </p:nvSpPr>
          <p:spPr bwMode="auto">
            <a:xfrm>
              <a:off x="2208" y="1632"/>
              <a:ext cx="49"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502" name="Oval 11">
              <a:extLst>
                <a:ext uri="{FF2B5EF4-FFF2-40B4-BE49-F238E27FC236}">
                  <a16:creationId xmlns:a16="http://schemas.microsoft.com/office/drawing/2014/main" id="{71E298B1-1BE7-024A-9795-170AF77E99E2}"/>
                </a:ext>
              </a:extLst>
            </p:cNvPr>
            <p:cNvSpPr>
              <a:spLocks noChangeArrowheads="1"/>
            </p:cNvSpPr>
            <p:nvPr/>
          </p:nvSpPr>
          <p:spPr bwMode="auto">
            <a:xfrm>
              <a:off x="1152" y="1152"/>
              <a:ext cx="47"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503" name="Oval 12">
              <a:extLst>
                <a:ext uri="{FF2B5EF4-FFF2-40B4-BE49-F238E27FC236}">
                  <a16:creationId xmlns:a16="http://schemas.microsoft.com/office/drawing/2014/main" id="{7D773EF0-F4F2-0D43-9E7E-AE565BE668F9}"/>
                </a:ext>
              </a:extLst>
            </p:cNvPr>
            <p:cNvSpPr>
              <a:spLocks noChangeArrowheads="1"/>
            </p:cNvSpPr>
            <p:nvPr/>
          </p:nvSpPr>
          <p:spPr bwMode="auto">
            <a:xfrm>
              <a:off x="1680" y="1152"/>
              <a:ext cx="47"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504" name="Oval 13">
              <a:extLst>
                <a:ext uri="{FF2B5EF4-FFF2-40B4-BE49-F238E27FC236}">
                  <a16:creationId xmlns:a16="http://schemas.microsoft.com/office/drawing/2014/main" id="{546F6C3F-B345-9B46-B1B6-99F47E9488E1}"/>
                </a:ext>
              </a:extLst>
            </p:cNvPr>
            <p:cNvSpPr>
              <a:spLocks noChangeArrowheads="1"/>
            </p:cNvSpPr>
            <p:nvPr/>
          </p:nvSpPr>
          <p:spPr bwMode="auto">
            <a:xfrm>
              <a:off x="1104" y="2160"/>
              <a:ext cx="49"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505" name="Oval 14">
              <a:extLst>
                <a:ext uri="{FF2B5EF4-FFF2-40B4-BE49-F238E27FC236}">
                  <a16:creationId xmlns:a16="http://schemas.microsoft.com/office/drawing/2014/main" id="{C6D2014A-961C-514D-8C9F-852D05210F5C}"/>
                </a:ext>
              </a:extLst>
            </p:cNvPr>
            <p:cNvSpPr>
              <a:spLocks noChangeArrowheads="1"/>
            </p:cNvSpPr>
            <p:nvPr/>
          </p:nvSpPr>
          <p:spPr bwMode="auto">
            <a:xfrm>
              <a:off x="1727" y="2160"/>
              <a:ext cx="49"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506" name="Oval 16">
              <a:extLst>
                <a:ext uri="{FF2B5EF4-FFF2-40B4-BE49-F238E27FC236}">
                  <a16:creationId xmlns:a16="http://schemas.microsoft.com/office/drawing/2014/main" id="{853B05E0-8A60-384A-9E69-924D951F96A0}"/>
                </a:ext>
              </a:extLst>
            </p:cNvPr>
            <p:cNvSpPr>
              <a:spLocks noChangeArrowheads="1"/>
            </p:cNvSpPr>
            <p:nvPr/>
          </p:nvSpPr>
          <p:spPr bwMode="auto">
            <a:xfrm>
              <a:off x="1104" y="1632"/>
              <a:ext cx="49"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507" name="Oval 17">
              <a:extLst>
                <a:ext uri="{FF2B5EF4-FFF2-40B4-BE49-F238E27FC236}">
                  <a16:creationId xmlns:a16="http://schemas.microsoft.com/office/drawing/2014/main" id="{D5A5F3EF-497A-8246-993E-23492E818B98}"/>
                </a:ext>
              </a:extLst>
            </p:cNvPr>
            <p:cNvSpPr>
              <a:spLocks noChangeArrowheads="1"/>
            </p:cNvSpPr>
            <p:nvPr/>
          </p:nvSpPr>
          <p:spPr bwMode="auto">
            <a:xfrm>
              <a:off x="1680" y="1632"/>
              <a:ext cx="47"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cxnSp>
          <p:nvCxnSpPr>
            <p:cNvPr id="350508" name="AutoShape 19">
              <a:extLst>
                <a:ext uri="{FF2B5EF4-FFF2-40B4-BE49-F238E27FC236}">
                  <a16:creationId xmlns:a16="http://schemas.microsoft.com/office/drawing/2014/main" id="{FE07BFA2-4002-F341-9BB9-D0DFAF43B97F}"/>
                </a:ext>
              </a:extLst>
            </p:cNvPr>
            <p:cNvCxnSpPr>
              <a:cxnSpLocks noChangeShapeType="1"/>
              <a:stCxn id="350500" idx="6"/>
              <a:endCxn id="350501" idx="2"/>
            </p:cNvCxnSpPr>
            <p:nvPr/>
          </p:nvCxnSpPr>
          <p:spPr bwMode="auto">
            <a:xfrm>
              <a:off x="672" y="1656"/>
              <a:ext cx="1536" cy="0"/>
            </a:xfrm>
            <a:prstGeom prst="straightConnector1">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cxnSp>
        <p:cxnSp>
          <p:nvCxnSpPr>
            <p:cNvPr id="350509" name="AutoShape 20">
              <a:extLst>
                <a:ext uri="{FF2B5EF4-FFF2-40B4-BE49-F238E27FC236}">
                  <a16:creationId xmlns:a16="http://schemas.microsoft.com/office/drawing/2014/main" id="{971CD865-5185-154C-B993-97121B6F2499}"/>
                </a:ext>
              </a:extLst>
            </p:cNvPr>
            <p:cNvCxnSpPr>
              <a:cxnSpLocks noChangeShapeType="1"/>
              <a:stCxn id="350502" idx="4"/>
              <a:endCxn id="350507" idx="1"/>
            </p:cNvCxnSpPr>
            <p:nvPr/>
          </p:nvCxnSpPr>
          <p:spPr bwMode="auto">
            <a:xfrm>
              <a:off x="1175" y="1200"/>
              <a:ext cx="511" cy="439"/>
            </a:xfrm>
            <a:prstGeom prst="straightConnector1">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cxnSp>
        <p:cxnSp>
          <p:nvCxnSpPr>
            <p:cNvPr id="350510" name="AutoShape 21">
              <a:extLst>
                <a:ext uri="{FF2B5EF4-FFF2-40B4-BE49-F238E27FC236}">
                  <a16:creationId xmlns:a16="http://schemas.microsoft.com/office/drawing/2014/main" id="{78AA31EE-32DD-114B-97DC-55DAA062B722}"/>
                </a:ext>
              </a:extLst>
            </p:cNvPr>
            <p:cNvCxnSpPr>
              <a:cxnSpLocks noChangeShapeType="1"/>
              <a:stCxn id="350496" idx="5"/>
              <a:endCxn id="350504" idx="1"/>
            </p:cNvCxnSpPr>
            <p:nvPr/>
          </p:nvCxnSpPr>
          <p:spPr bwMode="auto">
            <a:xfrm>
              <a:off x="665" y="1193"/>
              <a:ext cx="445" cy="974"/>
            </a:xfrm>
            <a:prstGeom prst="straightConnector1">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cxnSp>
        <p:cxnSp>
          <p:nvCxnSpPr>
            <p:cNvPr id="350511" name="AutoShape 22">
              <a:extLst>
                <a:ext uri="{FF2B5EF4-FFF2-40B4-BE49-F238E27FC236}">
                  <a16:creationId xmlns:a16="http://schemas.microsoft.com/office/drawing/2014/main" id="{7F93B231-A017-6B44-AC76-88950A0DB3B7}"/>
                </a:ext>
              </a:extLst>
            </p:cNvPr>
            <p:cNvCxnSpPr>
              <a:cxnSpLocks noChangeShapeType="1"/>
              <a:stCxn id="350503" idx="3"/>
              <a:endCxn id="350500" idx="6"/>
            </p:cNvCxnSpPr>
            <p:nvPr/>
          </p:nvCxnSpPr>
          <p:spPr bwMode="auto">
            <a:xfrm flipH="1">
              <a:off x="672" y="1193"/>
              <a:ext cx="1015" cy="463"/>
            </a:xfrm>
            <a:prstGeom prst="straightConnector1">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cxnSp>
        <p:cxnSp>
          <p:nvCxnSpPr>
            <p:cNvPr id="350512" name="AutoShape 23">
              <a:extLst>
                <a:ext uri="{FF2B5EF4-FFF2-40B4-BE49-F238E27FC236}">
                  <a16:creationId xmlns:a16="http://schemas.microsoft.com/office/drawing/2014/main" id="{2C201845-B369-F34C-B003-A23B43814273}"/>
                </a:ext>
              </a:extLst>
            </p:cNvPr>
            <p:cNvCxnSpPr>
              <a:cxnSpLocks noChangeShapeType="1"/>
              <a:stCxn id="350501" idx="3"/>
              <a:endCxn id="350504" idx="7"/>
            </p:cNvCxnSpPr>
            <p:nvPr/>
          </p:nvCxnSpPr>
          <p:spPr bwMode="auto">
            <a:xfrm flipH="1">
              <a:off x="1144" y="1674"/>
              <a:ext cx="1070" cy="493"/>
            </a:xfrm>
            <a:prstGeom prst="straightConnector1">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cxnSp>
        <p:sp>
          <p:nvSpPr>
            <p:cNvPr id="350513" name="Text Box 24">
              <a:extLst>
                <a:ext uri="{FF2B5EF4-FFF2-40B4-BE49-F238E27FC236}">
                  <a16:creationId xmlns:a16="http://schemas.microsoft.com/office/drawing/2014/main" id="{86D8B249-33B9-3641-8D47-2B6083887172}"/>
                </a:ext>
              </a:extLst>
            </p:cNvPr>
            <p:cNvSpPr txBox="1">
              <a:spLocks noChangeArrowheads="1"/>
            </p:cNvSpPr>
            <p:nvPr/>
          </p:nvSpPr>
          <p:spPr bwMode="auto">
            <a:xfrm>
              <a:off x="410" y="939"/>
              <a:ext cx="351"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b="1">
                  <a:solidFill>
                    <a:srgbClr val="FF6600"/>
                  </a:solidFill>
                  <a:latin typeface="Arial" panose="020B0604020202020204" pitchFamily="34" charset="0"/>
                  <a:ea typeface="宋体" panose="02010600030101010101" pitchFamily="2" charset="-122"/>
                </a:rPr>
                <a:t>A</a:t>
              </a:r>
            </a:p>
          </p:txBody>
        </p:sp>
        <p:sp>
          <p:nvSpPr>
            <p:cNvPr id="350514" name="Text Box 25">
              <a:extLst>
                <a:ext uri="{FF2B5EF4-FFF2-40B4-BE49-F238E27FC236}">
                  <a16:creationId xmlns:a16="http://schemas.microsoft.com/office/drawing/2014/main" id="{45963047-5639-F544-8A8B-4BF99FEA2534}"/>
                </a:ext>
              </a:extLst>
            </p:cNvPr>
            <p:cNvSpPr txBox="1">
              <a:spLocks noChangeArrowheads="1"/>
            </p:cNvSpPr>
            <p:nvPr/>
          </p:nvSpPr>
          <p:spPr bwMode="auto">
            <a:xfrm>
              <a:off x="998" y="933"/>
              <a:ext cx="340"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solidFill>
                    <a:schemeClr val="tx1"/>
                  </a:solidFill>
                  <a:latin typeface="Arial" panose="020B0604020202020204" pitchFamily="34" charset="0"/>
                  <a:ea typeface="宋体" panose="02010600030101010101" pitchFamily="2" charset="-122"/>
                </a:rPr>
                <a:t>B</a:t>
              </a:r>
            </a:p>
          </p:txBody>
        </p:sp>
        <p:sp>
          <p:nvSpPr>
            <p:cNvPr id="350515" name="Text Box 26">
              <a:extLst>
                <a:ext uri="{FF2B5EF4-FFF2-40B4-BE49-F238E27FC236}">
                  <a16:creationId xmlns:a16="http://schemas.microsoft.com/office/drawing/2014/main" id="{5687BD77-86A1-354E-B306-91C93F13CB15}"/>
                </a:ext>
              </a:extLst>
            </p:cNvPr>
            <p:cNvSpPr txBox="1">
              <a:spLocks noChangeArrowheads="1"/>
            </p:cNvSpPr>
            <p:nvPr/>
          </p:nvSpPr>
          <p:spPr bwMode="auto">
            <a:xfrm>
              <a:off x="1538" y="933"/>
              <a:ext cx="351"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solidFill>
                    <a:schemeClr val="tx1"/>
                  </a:solidFill>
                  <a:latin typeface="Arial" panose="020B0604020202020204" pitchFamily="34" charset="0"/>
                  <a:ea typeface="宋体" panose="02010600030101010101" pitchFamily="2" charset="-122"/>
                </a:rPr>
                <a:t>C</a:t>
              </a:r>
            </a:p>
          </p:txBody>
        </p:sp>
        <p:sp>
          <p:nvSpPr>
            <p:cNvPr id="350516" name="Text Box 27">
              <a:extLst>
                <a:ext uri="{FF2B5EF4-FFF2-40B4-BE49-F238E27FC236}">
                  <a16:creationId xmlns:a16="http://schemas.microsoft.com/office/drawing/2014/main" id="{C9997E9F-A3AD-DC4F-8DE6-F278E1ECF468}"/>
                </a:ext>
              </a:extLst>
            </p:cNvPr>
            <p:cNvSpPr txBox="1">
              <a:spLocks noChangeArrowheads="1"/>
            </p:cNvSpPr>
            <p:nvPr/>
          </p:nvSpPr>
          <p:spPr bwMode="auto">
            <a:xfrm>
              <a:off x="2138" y="933"/>
              <a:ext cx="351"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solidFill>
                    <a:schemeClr val="tx1"/>
                  </a:solidFill>
                  <a:latin typeface="Arial" panose="020B0604020202020204" pitchFamily="34" charset="0"/>
                  <a:ea typeface="宋体" panose="02010600030101010101" pitchFamily="2" charset="-122"/>
                </a:rPr>
                <a:t>D</a:t>
              </a:r>
            </a:p>
          </p:txBody>
        </p:sp>
        <p:sp>
          <p:nvSpPr>
            <p:cNvPr id="350517" name="Text Box 28">
              <a:extLst>
                <a:ext uri="{FF2B5EF4-FFF2-40B4-BE49-F238E27FC236}">
                  <a16:creationId xmlns:a16="http://schemas.microsoft.com/office/drawing/2014/main" id="{6BD7458E-A2AD-C540-A594-78C127A60BC1}"/>
                </a:ext>
              </a:extLst>
            </p:cNvPr>
            <p:cNvSpPr txBox="1">
              <a:spLocks noChangeArrowheads="1"/>
            </p:cNvSpPr>
            <p:nvPr/>
          </p:nvSpPr>
          <p:spPr bwMode="auto">
            <a:xfrm>
              <a:off x="305" y="1532"/>
              <a:ext cx="340"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solidFill>
                    <a:schemeClr val="tx1"/>
                  </a:solidFill>
                  <a:latin typeface="Arial" panose="020B0604020202020204" pitchFamily="34" charset="0"/>
                  <a:ea typeface="宋体" panose="02010600030101010101" pitchFamily="2" charset="-122"/>
                </a:rPr>
                <a:t>E</a:t>
              </a:r>
            </a:p>
          </p:txBody>
        </p:sp>
        <p:sp>
          <p:nvSpPr>
            <p:cNvPr id="350518" name="Text Box 29">
              <a:extLst>
                <a:ext uri="{FF2B5EF4-FFF2-40B4-BE49-F238E27FC236}">
                  <a16:creationId xmlns:a16="http://schemas.microsoft.com/office/drawing/2014/main" id="{4CBF770F-F403-4844-A80E-F07D814C89BA}"/>
                </a:ext>
              </a:extLst>
            </p:cNvPr>
            <p:cNvSpPr txBox="1">
              <a:spLocks noChangeArrowheads="1"/>
            </p:cNvSpPr>
            <p:nvPr/>
          </p:nvSpPr>
          <p:spPr bwMode="auto">
            <a:xfrm>
              <a:off x="455" y="2160"/>
              <a:ext cx="264"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b="1">
                  <a:solidFill>
                    <a:srgbClr val="FF6600"/>
                  </a:solidFill>
                  <a:latin typeface="Arial" panose="020B0604020202020204" pitchFamily="34" charset="0"/>
                  <a:ea typeface="宋体" panose="02010600030101010101" pitchFamily="2" charset="-122"/>
                </a:rPr>
                <a:t>I</a:t>
              </a:r>
            </a:p>
          </p:txBody>
        </p:sp>
        <p:sp>
          <p:nvSpPr>
            <p:cNvPr id="360759" name="Text Box 30">
              <a:extLst>
                <a:ext uri="{FF2B5EF4-FFF2-40B4-BE49-F238E27FC236}">
                  <a16:creationId xmlns:a16="http://schemas.microsoft.com/office/drawing/2014/main" id="{022B7645-2033-254C-AEA2-EFEFBB6897EE}"/>
                </a:ext>
              </a:extLst>
            </p:cNvPr>
            <p:cNvSpPr txBox="1">
              <a:spLocks noChangeArrowheads="1"/>
            </p:cNvSpPr>
            <p:nvPr/>
          </p:nvSpPr>
          <p:spPr bwMode="auto">
            <a:xfrm>
              <a:off x="952" y="2208"/>
              <a:ext cx="318" cy="275"/>
            </a:xfrm>
            <a:prstGeom prst="rect">
              <a:avLst/>
            </a:prstGeom>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a:noFill/>
            </a:ln>
          </p:spPr>
          <p:txBody>
            <a:bodyPr wrap="none">
              <a:spAutoFit/>
            </a:bodyPr>
            <a:lstStyle>
              <a:lvl1pPr>
                <a:spcBef>
                  <a:spcPct val="20000"/>
                </a:spcBef>
                <a:buClr>
                  <a:schemeClr val="folHlink"/>
                </a:buClr>
                <a:buSzPct val="60000"/>
                <a:buFont typeface="Wingdings" charset="2"/>
                <a:buChar char="n"/>
                <a:defRPr sz="3200">
                  <a:solidFill>
                    <a:srgbClr val="333399"/>
                  </a:solidFill>
                  <a:latin typeface="Times New Roman" charset="0"/>
                  <a:ea typeface="微软雅黑" charset="-122"/>
                </a:defRPr>
              </a:lvl1pPr>
              <a:lvl2pPr marL="742950" indent="-285750">
                <a:spcBef>
                  <a:spcPct val="20000"/>
                </a:spcBef>
                <a:buClr>
                  <a:schemeClr val="hlink"/>
                </a:buClr>
                <a:buSzPct val="55000"/>
                <a:buFont typeface="Wingdings" charset="2"/>
                <a:buChar char="n"/>
                <a:defRPr sz="2800">
                  <a:solidFill>
                    <a:schemeClr val="tx1"/>
                  </a:solidFill>
                  <a:latin typeface="Times New Roman" charset="0"/>
                  <a:ea typeface="微软雅黑" charset="-122"/>
                </a:defRPr>
              </a:lvl2pPr>
              <a:lvl3pPr marL="1143000" indent="-228600">
                <a:spcBef>
                  <a:spcPct val="20000"/>
                </a:spcBef>
                <a:buClr>
                  <a:schemeClr val="folHlink"/>
                </a:buClr>
                <a:buSzPct val="50000"/>
                <a:buFont typeface="Wingdings" charset="2"/>
                <a:buChar char="n"/>
                <a:defRPr sz="2400">
                  <a:solidFill>
                    <a:schemeClr val="tx1"/>
                  </a:solidFill>
                  <a:latin typeface="Times New Roman" charset="0"/>
                  <a:ea typeface="微软雅黑" charset="-122"/>
                </a:defRPr>
              </a:lvl3pPr>
              <a:lvl4pPr marL="1600200" indent="-228600">
                <a:spcBef>
                  <a:spcPct val="20000"/>
                </a:spcBef>
                <a:buClr>
                  <a:schemeClr val="accent2"/>
                </a:buClr>
                <a:buSzPct val="55000"/>
                <a:buFont typeface="Wingdings" charset="2"/>
                <a:buChar char="n"/>
                <a:defRPr sz="2000">
                  <a:solidFill>
                    <a:schemeClr val="tx1"/>
                  </a:solidFill>
                  <a:latin typeface="Times New Roman" charset="0"/>
                  <a:ea typeface="微软雅黑" charset="-122"/>
                </a:defRPr>
              </a:lvl4pPr>
              <a:lvl5pPr marL="2057400" indent="-228600">
                <a:spcBef>
                  <a:spcPct val="20000"/>
                </a:spcBef>
                <a:buClr>
                  <a:schemeClr val="accent1"/>
                </a:buClr>
                <a:buSzPct val="50000"/>
                <a:buFont typeface="Wingdings" charset="2"/>
                <a:buChar char="n"/>
                <a:defRPr sz="2000">
                  <a:solidFill>
                    <a:schemeClr val="tx1"/>
                  </a:solidFill>
                  <a:latin typeface="Times New Roman" charset="0"/>
                  <a:ea typeface="微软雅黑" charset="-122"/>
                </a:defRPr>
              </a:lvl5pPr>
              <a:lvl6pPr marL="2514600" indent="-228600" eaLnBrk="0" fontAlgn="base" hangingPunct="0">
                <a:spcBef>
                  <a:spcPct val="20000"/>
                </a:spcBef>
                <a:spcAft>
                  <a:spcPct val="0"/>
                </a:spcAft>
                <a:buClr>
                  <a:schemeClr val="accent1"/>
                </a:buClr>
                <a:buSzPct val="50000"/>
                <a:buFont typeface="Wingdings" charset="2"/>
                <a:buChar char="n"/>
                <a:defRPr sz="2000">
                  <a:solidFill>
                    <a:schemeClr val="tx1"/>
                  </a:solidFill>
                  <a:latin typeface="Times New Roman" charset="0"/>
                  <a:ea typeface="微软雅黑" charset="-122"/>
                </a:defRPr>
              </a:lvl6pPr>
              <a:lvl7pPr marL="2971800" indent="-228600" eaLnBrk="0" fontAlgn="base" hangingPunct="0">
                <a:spcBef>
                  <a:spcPct val="20000"/>
                </a:spcBef>
                <a:spcAft>
                  <a:spcPct val="0"/>
                </a:spcAft>
                <a:buClr>
                  <a:schemeClr val="accent1"/>
                </a:buClr>
                <a:buSzPct val="50000"/>
                <a:buFont typeface="Wingdings" charset="2"/>
                <a:buChar char="n"/>
                <a:defRPr sz="2000">
                  <a:solidFill>
                    <a:schemeClr val="tx1"/>
                  </a:solidFill>
                  <a:latin typeface="Times New Roman" charset="0"/>
                  <a:ea typeface="微软雅黑" charset="-122"/>
                </a:defRPr>
              </a:lvl7pPr>
              <a:lvl8pPr marL="3429000" indent="-228600" eaLnBrk="0" fontAlgn="base" hangingPunct="0">
                <a:spcBef>
                  <a:spcPct val="20000"/>
                </a:spcBef>
                <a:spcAft>
                  <a:spcPct val="0"/>
                </a:spcAft>
                <a:buClr>
                  <a:schemeClr val="accent1"/>
                </a:buClr>
                <a:buSzPct val="50000"/>
                <a:buFont typeface="Wingdings" charset="2"/>
                <a:buChar char="n"/>
                <a:defRPr sz="2000">
                  <a:solidFill>
                    <a:schemeClr val="tx1"/>
                  </a:solidFill>
                  <a:latin typeface="Times New Roman" charset="0"/>
                  <a:ea typeface="微软雅黑" charset="-122"/>
                </a:defRPr>
              </a:lvl8pPr>
              <a:lvl9pPr marL="3886200" indent="-228600" eaLnBrk="0" fontAlgn="base" hangingPunct="0">
                <a:spcBef>
                  <a:spcPct val="20000"/>
                </a:spcBef>
                <a:spcAft>
                  <a:spcPct val="0"/>
                </a:spcAft>
                <a:buClr>
                  <a:schemeClr val="accent1"/>
                </a:buClr>
                <a:buSzPct val="50000"/>
                <a:buFont typeface="Wingdings" charset="2"/>
                <a:buChar char="n"/>
                <a:defRPr sz="2000">
                  <a:solidFill>
                    <a:schemeClr val="tx1"/>
                  </a:solidFill>
                  <a:latin typeface="Times New Roman" charset="0"/>
                  <a:ea typeface="微软雅黑" charset="-122"/>
                </a:defRPr>
              </a:lvl9pPr>
            </a:lstStyle>
            <a:p>
              <a:pPr algn="ctr" eaLnBrk="1" hangingPunct="1">
                <a:spcBef>
                  <a:spcPct val="0"/>
                </a:spcBef>
                <a:buClrTx/>
                <a:buSzTx/>
                <a:buFontTx/>
                <a:buNone/>
                <a:defRPr/>
              </a:pPr>
              <a:r>
                <a:rPr kumimoji="1" lang="en-US" altLang="zh-CN" sz="1350" b="1">
                  <a:solidFill>
                    <a:srgbClr val="800000"/>
                  </a:solidFill>
                  <a:latin typeface="Arial" charset="0"/>
                  <a:ea typeface="宋体" charset="-122"/>
                </a:rPr>
                <a:t>J</a:t>
              </a:r>
            </a:p>
          </p:txBody>
        </p:sp>
        <p:sp>
          <p:nvSpPr>
            <p:cNvPr id="350520" name="Text Box 31">
              <a:extLst>
                <a:ext uri="{FF2B5EF4-FFF2-40B4-BE49-F238E27FC236}">
                  <a16:creationId xmlns:a16="http://schemas.microsoft.com/office/drawing/2014/main" id="{6E28A6B6-1C5B-3A42-BC6F-1BDDCAA2AAEE}"/>
                </a:ext>
              </a:extLst>
            </p:cNvPr>
            <p:cNvSpPr txBox="1">
              <a:spLocks noChangeArrowheads="1"/>
            </p:cNvSpPr>
            <p:nvPr/>
          </p:nvSpPr>
          <p:spPr bwMode="auto">
            <a:xfrm>
              <a:off x="1562" y="2208"/>
              <a:ext cx="351"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b="1">
                  <a:solidFill>
                    <a:srgbClr val="FF6600"/>
                  </a:solidFill>
                  <a:latin typeface="Arial" panose="020B0604020202020204" pitchFamily="34" charset="0"/>
                  <a:ea typeface="宋体" panose="02010600030101010101" pitchFamily="2" charset="-122"/>
                </a:rPr>
                <a:t>K</a:t>
              </a:r>
            </a:p>
          </p:txBody>
        </p:sp>
        <p:sp>
          <p:nvSpPr>
            <p:cNvPr id="350521" name="Text Box 32">
              <a:extLst>
                <a:ext uri="{FF2B5EF4-FFF2-40B4-BE49-F238E27FC236}">
                  <a16:creationId xmlns:a16="http://schemas.microsoft.com/office/drawing/2014/main" id="{18D17CED-650F-374E-AE7B-672D50989ED8}"/>
                </a:ext>
              </a:extLst>
            </p:cNvPr>
            <p:cNvSpPr txBox="1">
              <a:spLocks noChangeArrowheads="1"/>
            </p:cNvSpPr>
            <p:nvPr/>
          </p:nvSpPr>
          <p:spPr bwMode="auto">
            <a:xfrm>
              <a:off x="2155" y="2161"/>
              <a:ext cx="318"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solidFill>
                    <a:schemeClr val="tx1"/>
                  </a:solidFill>
                  <a:latin typeface="Arial" panose="020B0604020202020204" pitchFamily="34" charset="0"/>
                  <a:ea typeface="宋体" panose="02010600030101010101" pitchFamily="2" charset="-122"/>
                </a:rPr>
                <a:t>L</a:t>
              </a:r>
            </a:p>
          </p:txBody>
        </p:sp>
        <p:sp>
          <p:nvSpPr>
            <p:cNvPr id="350522" name="Text Box 33">
              <a:extLst>
                <a:ext uri="{FF2B5EF4-FFF2-40B4-BE49-F238E27FC236}">
                  <a16:creationId xmlns:a16="http://schemas.microsoft.com/office/drawing/2014/main" id="{F9028874-DD6A-6142-A707-3D640871F9B6}"/>
                </a:ext>
              </a:extLst>
            </p:cNvPr>
            <p:cNvSpPr txBox="1">
              <a:spLocks noChangeArrowheads="1"/>
            </p:cNvSpPr>
            <p:nvPr/>
          </p:nvSpPr>
          <p:spPr bwMode="auto">
            <a:xfrm>
              <a:off x="948" y="1679"/>
              <a:ext cx="329"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solidFill>
                    <a:schemeClr val="tx1"/>
                  </a:solidFill>
                  <a:latin typeface="Arial" panose="020B0604020202020204" pitchFamily="34" charset="0"/>
                  <a:ea typeface="宋体" panose="02010600030101010101" pitchFamily="2" charset="-122"/>
                </a:rPr>
                <a:t>F</a:t>
              </a:r>
            </a:p>
          </p:txBody>
        </p:sp>
        <p:sp>
          <p:nvSpPr>
            <p:cNvPr id="350523" name="Text Box 34">
              <a:extLst>
                <a:ext uri="{FF2B5EF4-FFF2-40B4-BE49-F238E27FC236}">
                  <a16:creationId xmlns:a16="http://schemas.microsoft.com/office/drawing/2014/main" id="{71C516B5-7EC8-8141-9182-181796DAB19C}"/>
                </a:ext>
              </a:extLst>
            </p:cNvPr>
            <p:cNvSpPr txBox="1">
              <a:spLocks noChangeArrowheads="1"/>
            </p:cNvSpPr>
            <p:nvPr/>
          </p:nvSpPr>
          <p:spPr bwMode="auto">
            <a:xfrm>
              <a:off x="1604" y="1440"/>
              <a:ext cx="362"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solidFill>
                    <a:schemeClr val="tx1"/>
                  </a:solidFill>
                  <a:latin typeface="Arial" panose="020B0604020202020204" pitchFamily="34" charset="0"/>
                  <a:ea typeface="宋体" panose="02010600030101010101" pitchFamily="2" charset="-122"/>
                </a:rPr>
                <a:t>G</a:t>
              </a:r>
            </a:p>
          </p:txBody>
        </p:sp>
        <p:sp>
          <p:nvSpPr>
            <p:cNvPr id="350524" name="Text Box 35">
              <a:extLst>
                <a:ext uri="{FF2B5EF4-FFF2-40B4-BE49-F238E27FC236}">
                  <a16:creationId xmlns:a16="http://schemas.microsoft.com/office/drawing/2014/main" id="{A9B56BE0-77FF-B441-8FFD-F282DCD63DB8}"/>
                </a:ext>
              </a:extLst>
            </p:cNvPr>
            <p:cNvSpPr txBox="1">
              <a:spLocks noChangeArrowheads="1"/>
            </p:cNvSpPr>
            <p:nvPr/>
          </p:nvSpPr>
          <p:spPr bwMode="auto">
            <a:xfrm>
              <a:off x="2210" y="1536"/>
              <a:ext cx="351"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b="1">
                  <a:solidFill>
                    <a:srgbClr val="FF6600"/>
                  </a:solidFill>
                  <a:latin typeface="Arial" panose="020B0604020202020204" pitchFamily="34" charset="0"/>
                  <a:ea typeface="宋体" panose="02010600030101010101" pitchFamily="2" charset="-122"/>
                </a:rPr>
                <a:t>H</a:t>
              </a:r>
            </a:p>
          </p:txBody>
        </p:sp>
        <p:sp>
          <p:nvSpPr>
            <p:cNvPr id="350525" name="Oval 36">
              <a:extLst>
                <a:ext uri="{FF2B5EF4-FFF2-40B4-BE49-F238E27FC236}">
                  <a16:creationId xmlns:a16="http://schemas.microsoft.com/office/drawing/2014/main" id="{BAB7436F-F79A-E142-8517-2B3C69EC0879}"/>
                </a:ext>
              </a:extLst>
            </p:cNvPr>
            <p:cNvSpPr>
              <a:spLocks noChangeArrowheads="1"/>
            </p:cNvSpPr>
            <p:nvPr/>
          </p:nvSpPr>
          <p:spPr bwMode="auto">
            <a:xfrm>
              <a:off x="945" y="2208"/>
              <a:ext cx="306" cy="263"/>
            </a:xfrm>
            <a:prstGeom prst="ellipse">
              <a:avLst/>
            </a:prstGeom>
            <a:noFill/>
            <a:ln w="12700">
              <a:solidFill>
                <a:srgbClr val="80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400">
                <a:ea typeface="宋体" panose="02010600030101010101" pitchFamily="2" charset="-122"/>
              </a:endParaRPr>
            </a:p>
          </p:txBody>
        </p:sp>
      </p:grpSp>
      <p:graphicFrame>
        <p:nvGraphicFramePr>
          <p:cNvPr id="409390" name="Group 814">
            <a:extLst>
              <a:ext uri="{FF2B5EF4-FFF2-40B4-BE49-F238E27FC236}">
                <a16:creationId xmlns:a16="http://schemas.microsoft.com/office/drawing/2014/main" id="{7B8F7D2A-ACF0-5448-9A7A-D0B957CBECFA}"/>
              </a:ext>
            </a:extLst>
          </p:cNvPr>
          <p:cNvGraphicFramePr>
            <a:graphicFrameLocks noGrp="1"/>
          </p:cNvGraphicFramePr>
          <p:nvPr/>
        </p:nvGraphicFramePr>
        <p:xfrm>
          <a:off x="4733925" y="1006078"/>
          <a:ext cx="3113485" cy="3813656"/>
        </p:xfrm>
        <a:graphic>
          <a:graphicData uri="http://schemas.openxmlformats.org/drawingml/2006/table">
            <a:tbl>
              <a:tblPr/>
              <a:tblGrid>
                <a:gridCol w="275035">
                  <a:extLst>
                    <a:ext uri="{9D8B030D-6E8A-4147-A177-3AD203B41FA5}">
                      <a16:colId xmlns:a16="http://schemas.microsoft.com/office/drawing/2014/main" val="20000"/>
                    </a:ext>
                  </a:extLst>
                </a:gridCol>
                <a:gridCol w="332184">
                  <a:extLst>
                    <a:ext uri="{9D8B030D-6E8A-4147-A177-3AD203B41FA5}">
                      <a16:colId xmlns:a16="http://schemas.microsoft.com/office/drawing/2014/main" val="20001"/>
                    </a:ext>
                  </a:extLst>
                </a:gridCol>
                <a:gridCol w="165497">
                  <a:extLst>
                    <a:ext uri="{9D8B030D-6E8A-4147-A177-3AD203B41FA5}">
                      <a16:colId xmlns:a16="http://schemas.microsoft.com/office/drawing/2014/main" val="20002"/>
                    </a:ext>
                  </a:extLst>
                </a:gridCol>
                <a:gridCol w="332184">
                  <a:extLst>
                    <a:ext uri="{9D8B030D-6E8A-4147-A177-3AD203B41FA5}">
                      <a16:colId xmlns:a16="http://schemas.microsoft.com/office/drawing/2014/main" val="20003"/>
                    </a:ext>
                  </a:extLst>
                </a:gridCol>
                <a:gridCol w="165497">
                  <a:extLst>
                    <a:ext uri="{9D8B030D-6E8A-4147-A177-3AD203B41FA5}">
                      <a16:colId xmlns:a16="http://schemas.microsoft.com/office/drawing/2014/main" val="20004"/>
                    </a:ext>
                  </a:extLst>
                </a:gridCol>
                <a:gridCol w="330994">
                  <a:extLst>
                    <a:ext uri="{9D8B030D-6E8A-4147-A177-3AD203B41FA5}">
                      <a16:colId xmlns:a16="http://schemas.microsoft.com/office/drawing/2014/main" val="20005"/>
                    </a:ext>
                  </a:extLst>
                </a:gridCol>
                <a:gridCol w="165497">
                  <a:extLst>
                    <a:ext uri="{9D8B030D-6E8A-4147-A177-3AD203B41FA5}">
                      <a16:colId xmlns:a16="http://schemas.microsoft.com/office/drawing/2014/main" val="20006"/>
                    </a:ext>
                  </a:extLst>
                </a:gridCol>
                <a:gridCol w="332185">
                  <a:extLst>
                    <a:ext uri="{9D8B030D-6E8A-4147-A177-3AD203B41FA5}">
                      <a16:colId xmlns:a16="http://schemas.microsoft.com/office/drawing/2014/main" val="20007"/>
                    </a:ext>
                  </a:extLst>
                </a:gridCol>
                <a:gridCol w="152400">
                  <a:extLst>
                    <a:ext uri="{9D8B030D-6E8A-4147-A177-3AD203B41FA5}">
                      <a16:colId xmlns:a16="http://schemas.microsoft.com/office/drawing/2014/main" val="20008"/>
                    </a:ext>
                  </a:extLst>
                </a:gridCol>
                <a:gridCol w="420290">
                  <a:extLst>
                    <a:ext uri="{9D8B030D-6E8A-4147-A177-3AD203B41FA5}">
                      <a16:colId xmlns:a16="http://schemas.microsoft.com/office/drawing/2014/main" val="20009"/>
                    </a:ext>
                  </a:extLst>
                </a:gridCol>
                <a:gridCol w="441722">
                  <a:extLst>
                    <a:ext uri="{9D8B030D-6E8A-4147-A177-3AD203B41FA5}">
                      <a16:colId xmlns:a16="http://schemas.microsoft.com/office/drawing/2014/main" val="20010"/>
                    </a:ext>
                  </a:extLst>
                </a:gridCol>
              </a:tblGrid>
              <a:tr h="315503">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84" marR="60984" marT="34275" marB="34275"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p>
                  </a:txBody>
                  <a:tcPr marL="60984" marR="60984" marT="34275" marB="3427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L="60984" marR="60984" marT="34275" marB="3427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H</a:t>
                      </a:r>
                    </a:p>
                  </a:txBody>
                  <a:tcPr marL="60984" marR="60984" marT="34275" marB="3427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K</a:t>
                      </a:r>
                    </a:p>
                  </a:txBody>
                  <a:tcPr marL="60984" marR="60984" marT="34275" marB="3427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延时</a:t>
                      </a:r>
                    </a:p>
                  </a:txBody>
                  <a:tcPr marL="60984" marR="60984" marT="34275" marB="3427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线路</a:t>
                      </a:r>
                    </a:p>
                  </a:txBody>
                  <a:tcPr marL="60984" marR="60984" marT="34275" marB="3427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24</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21</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12</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36</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31</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28</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C</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25</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18</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19</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36</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28</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D</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27</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24</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H</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14</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7</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22</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17</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F</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23</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19</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rPr>
                        <a:t>G</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rPr>
                        <a:t>18</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rPr>
                        <a:t>31</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rPr>
                        <a:t>6</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rPr>
                        <a:t>31</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rPr>
                        <a:t>18</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rPr>
                        <a:t>H</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H</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17</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19</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12</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H</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21</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14</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22</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9"/>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J</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9</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11</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7</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10"/>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K</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24</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22</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22</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6</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K</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11"/>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L</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29</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33</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9</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9</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15</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K</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12"/>
                  </a:ext>
                </a:extLst>
              </a:tr>
              <a:tr h="480993">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a:noFill/>
                    </a:lnL>
                    <a:lnR>
                      <a:noFill/>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延迟</a:t>
                      </a:r>
                      <a:endParaRPr kumimoji="1" lang="en-US" altLang="zh-CN" sz="12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7030A0"/>
                          </a:solidFill>
                          <a:effectLst/>
                          <a:latin typeface="微软雅黑" panose="020B0503020204020204" pitchFamily="34" charset="-122"/>
                          <a:ea typeface="宋体" panose="02010600030101010101" pitchFamily="2" charset="-122"/>
                        </a:rPr>
                        <a:t>8</a:t>
                      </a:r>
                    </a:p>
                  </a:txBody>
                  <a:tcPr marL="60984" marR="60984" marT="34275" marB="3427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hMerge="1">
                  <a:txBody>
                    <a:bodyPr/>
                    <a:lstStyle/>
                    <a:p>
                      <a:endParaRPr lang="zh-CN" altLang="en-US"/>
                    </a:p>
                  </a:txBody>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延迟</a:t>
                      </a:r>
                      <a:endParaRPr kumimoji="1" lang="en-US" altLang="zh-CN" sz="12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7030A0"/>
                          </a:solidFill>
                          <a:effectLst/>
                          <a:latin typeface="微软雅黑" panose="020B0503020204020204" pitchFamily="34" charset="-122"/>
                          <a:ea typeface="宋体" panose="02010600030101010101" pitchFamily="2" charset="-122"/>
                        </a:rPr>
                        <a:t>10</a:t>
                      </a:r>
                    </a:p>
                  </a:txBody>
                  <a:tcPr marL="60984" marR="60984" marT="34275" marB="3427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hMerge="1">
                  <a:txBody>
                    <a:bodyPr/>
                    <a:lstStyle/>
                    <a:p>
                      <a:endParaRPr lang="zh-CN" altLang="en-US"/>
                    </a:p>
                  </a:txBody>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延迟</a:t>
                      </a:r>
                      <a:endParaRPr kumimoji="1" lang="en-US" altLang="zh-CN" sz="12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7030A0"/>
                          </a:solidFill>
                          <a:effectLst/>
                          <a:latin typeface="微软雅黑" panose="020B0503020204020204" pitchFamily="34" charset="-122"/>
                          <a:ea typeface="宋体" panose="02010600030101010101" pitchFamily="2" charset="-122"/>
                        </a:rPr>
                        <a:t>12</a:t>
                      </a:r>
                    </a:p>
                  </a:txBody>
                  <a:tcPr marL="60984" marR="60984" marT="34275" marB="3427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hMerge="1">
                  <a:txBody>
                    <a:bodyPr/>
                    <a:lstStyle/>
                    <a:p>
                      <a:endParaRPr lang="zh-CN" altLang="en-US"/>
                    </a:p>
                  </a:txBody>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延迟</a:t>
                      </a:r>
                      <a:endParaRPr kumimoji="1" lang="en-US" altLang="zh-CN" sz="12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6</a:t>
                      </a:r>
                    </a:p>
                  </a:txBody>
                  <a:tcPr marL="60984" marR="60984" marT="34275" marB="3427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hMerge="1">
                  <a:txBody>
                    <a:bodyPr/>
                    <a:lstStyle/>
                    <a:p>
                      <a:endParaRPr lang="zh-CN" altLang="en-US"/>
                    </a:p>
                  </a:txBody>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J</a:t>
                      </a:r>
                      <a:r>
                        <a:rPr kumimoji="1" lang="zh-CN" altLang="en-US" sz="12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的新</a:t>
                      </a:r>
                    </a:p>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路由表</a:t>
                      </a:r>
                    </a:p>
                  </a:txBody>
                  <a:tcPr marL="60984" marR="60984" marT="34275" marB="3427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hMerge="1">
                  <a:txBody>
                    <a:bodyPr/>
                    <a:lstStyle/>
                    <a:p>
                      <a:endParaRPr lang="zh-CN" altLang="en-US"/>
                    </a:p>
                  </a:txBody>
                  <a:tcPr/>
                </a:tc>
                <a:extLst>
                  <a:ext uri="{0D108BD9-81ED-4DB2-BD59-A6C34878D82A}">
                    <a16:rowId xmlns:a16="http://schemas.microsoft.com/office/drawing/2014/main" val="10013"/>
                  </a:ext>
                </a:extLst>
              </a:tr>
            </a:tbl>
          </a:graphicData>
        </a:graphic>
      </p:graphicFrame>
      <p:sp>
        <p:nvSpPr>
          <p:cNvPr id="350438" name="Text Box 808">
            <a:extLst>
              <a:ext uri="{FF2B5EF4-FFF2-40B4-BE49-F238E27FC236}">
                <a16:creationId xmlns:a16="http://schemas.microsoft.com/office/drawing/2014/main" id="{13124E35-8267-C640-88C4-456FE0DAF093}"/>
              </a:ext>
            </a:extLst>
          </p:cNvPr>
          <p:cNvSpPr txBox="1">
            <a:spLocks noChangeArrowheads="1"/>
          </p:cNvSpPr>
          <p:nvPr/>
        </p:nvSpPr>
        <p:spPr bwMode="auto">
          <a:xfrm>
            <a:off x="5004198" y="4889898"/>
            <a:ext cx="19300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200">
                <a:solidFill>
                  <a:srgbClr val="C00000"/>
                </a:solidFill>
                <a:latin typeface="微软雅黑" panose="020B0503020204020204" pitchFamily="34" charset="-122"/>
                <a:ea typeface="宋体" panose="02010600030101010101" pitchFamily="2" charset="-122"/>
              </a:rPr>
              <a:t>从</a:t>
            </a:r>
            <a:r>
              <a:rPr kumimoji="1" lang="en-US" altLang="zh-CN" sz="1200">
                <a:solidFill>
                  <a:srgbClr val="C00000"/>
                </a:solidFill>
                <a:latin typeface="微软雅黑" panose="020B0503020204020204" pitchFamily="34" charset="-122"/>
                <a:ea typeface="宋体" panose="02010600030101010101" pitchFamily="2" charset="-122"/>
              </a:rPr>
              <a:t>J</a:t>
            </a:r>
            <a:r>
              <a:rPr kumimoji="1" lang="zh-CN" altLang="en-US" sz="1200">
                <a:solidFill>
                  <a:srgbClr val="C00000"/>
                </a:solidFill>
                <a:latin typeface="微软雅黑" panose="020B0503020204020204" pitchFamily="34" charset="-122"/>
                <a:ea typeface="宋体" panose="02010600030101010101" pitchFamily="2" charset="-122"/>
              </a:rPr>
              <a:t>的四个邻居收到的向量</a:t>
            </a:r>
          </a:p>
        </p:txBody>
      </p:sp>
      <p:sp>
        <p:nvSpPr>
          <p:cNvPr id="350439" name="AutoShape 809">
            <a:extLst>
              <a:ext uri="{FF2B5EF4-FFF2-40B4-BE49-F238E27FC236}">
                <a16:creationId xmlns:a16="http://schemas.microsoft.com/office/drawing/2014/main" id="{20F90F58-A098-4D42-AF19-EF771029F0AA}"/>
              </a:ext>
            </a:extLst>
          </p:cNvPr>
          <p:cNvSpPr>
            <a:spLocks/>
          </p:cNvSpPr>
          <p:nvPr/>
        </p:nvSpPr>
        <p:spPr bwMode="auto">
          <a:xfrm rot="16143519" flipV="1">
            <a:off x="5936457" y="4057651"/>
            <a:ext cx="133350" cy="1564481"/>
          </a:xfrm>
          <a:prstGeom prst="leftBrace">
            <a:avLst>
              <a:gd name="adj1" fmla="val 237413"/>
              <a:gd name="adj2" fmla="val 50000"/>
            </a:avLst>
          </a:prstGeom>
          <a:noFill/>
          <a:ln w="12700">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graphicFrame>
        <p:nvGraphicFramePr>
          <p:cNvPr id="409581" name="Group 1005">
            <a:extLst>
              <a:ext uri="{FF2B5EF4-FFF2-40B4-BE49-F238E27FC236}">
                <a16:creationId xmlns:a16="http://schemas.microsoft.com/office/drawing/2014/main" id="{2854D15B-8A0F-9A4E-AACE-D802AC3F8EDD}"/>
              </a:ext>
            </a:extLst>
          </p:cNvPr>
          <p:cNvGraphicFramePr>
            <a:graphicFrameLocks noGrp="1"/>
          </p:cNvGraphicFramePr>
          <p:nvPr>
            <p:extLst>
              <p:ext uri="{D42A27DB-BD31-4B8C-83A1-F6EECF244321}">
                <p14:modId xmlns:p14="http://schemas.microsoft.com/office/powerpoint/2010/main" val="3163174548"/>
              </p:ext>
            </p:extLst>
          </p:nvPr>
        </p:nvGraphicFramePr>
        <p:xfrm>
          <a:off x="1032420" y="3368030"/>
          <a:ext cx="3323035" cy="1258835"/>
        </p:xfrm>
        <a:graphic>
          <a:graphicData uri="http://schemas.openxmlformats.org/drawingml/2006/table">
            <a:tbl>
              <a:tblPr/>
              <a:tblGrid>
                <a:gridCol w="498872">
                  <a:extLst>
                    <a:ext uri="{9D8B030D-6E8A-4147-A177-3AD203B41FA5}">
                      <a16:colId xmlns:a16="http://schemas.microsoft.com/office/drawing/2014/main" val="1303099776"/>
                    </a:ext>
                  </a:extLst>
                </a:gridCol>
                <a:gridCol w="403622">
                  <a:extLst>
                    <a:ext uri="{9D8B030D-6E8A-4147-A177-3AD203B41FA5}">
                      <a16:colId xmlns:a16="http://schemas.microsoft.com/office/drawing/2014/main" val="453044022"/>
                    </a:ext>
                  </a:extLst>
                </a:gridCol>
                <a:gridCol w="402431">
                  <a:extLst>
                    <a:ext uri="{9D8B030D-6E8A-4147-A177-3AD203B41FA5}">
                      <a16:colId xmlns:a16="http://schemas.microsoft.com/office/drawing/2014/main" val="2967231555"/>
                    </a:ext>
                  </a:extLst>
                </a:gridCol>
                <a:gridCol w="403622">
                  <a:extLst>
                    <a:ext uri="{9D8B030D-6E8A-4147-A177-3AD203B41FA5}">
                      <a16:colId xmlns:a16="http://schemas.microsoft.com/office/drawing/2014/main" val="4251723493"/>
                    </a:ext>
                  </a:extLst>
                </a:gridCol>
                <a:gridCol w="402431">
                  <a:extLst>
                    <a:ext uri="{9D8B030D-6E8A-4147-A177-3AD203B41FA5}">
                      <a16:colId xmlns:a16="http://schemas.microsoft.com/office/drawing/2014/main" val="921468994"/>
                    </a:ext>
                  </a:extLst>
                </a:gridCol>
                <a:gridCol w="423863">
                  <a:extLst>
                    <a:ext uri="{9D8B030D-6E8A-4147-A177-3AD203B41FA5}">
                      <a16:colId xmlns:a16="http://schemas.microsoft.com/office/drawing/2014/main" val="1190084634"/>
                    </a:ext>
                  </a:extLst>
                </a:gridCol>
                <a:gridCol w="384572">
                  <a:extLst>
                    <a:ext uri="{9D8B030D-6E8A-4147-A177-3AD203B41FA5}">
                      <a16:colId xmlns:a16="http://schemas.microsoft.com/office/drawing/2014/main" val="2458777103"/>
                    </a:ext>
                  </a:extLst>
                </a:gridCol>
                <a:gridCol w="403622">
                  <a:extLst>
                    <a:ext uri="{9D8B030D-6E8A-4147-A177-3AD203B41FA5}">
                      <a16:colId xmlns:a16="http://schemas.microsoft.com/office/drawing/2014/main" val="372123347"/>
                    </a:ext>
                  </a:extLst>
                </a:gridCol>
              </a:tblGrid>
              <a:tr h="27427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71" marR="60971" marT="34268" marB="34268"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A</a:t>
                      </a:r>
                    </a:p>
                  </a:txBody>
                  <a:tcPr marL="60971" marR="60971" marT="34268" marB="34268"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I</a:t>
                      </a:r>
                    </a:p>
                  </a:txBody>
                  <a:tcPr marL="60971" marR="60971" marT="34268" marB="34268"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H</a:t>
                      </a:r>
                    </a:p>
                  </a:txBody>
                  <a:tcPr marL="60971" marR="60971" marT="34268" marB="34268"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K</a:t>
                      </a:r>
                    </a:p>
                  </a:txBody>
                  <a:tcPr marL="60971" marR="60971" marT="34268" marB="34268"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71" marR="60971" marT="34268" marB="34268"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J</a:t>
                      </a:r>
                    </a:p>
                  </a:txBody>
                  <a:tcPr marL="60971" marR="60971" marT="34268" marB="34268"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71" marR="60971" marT="34268" marB="34268"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2822307071"/>
                  </a:ext>
                </a:extLst>
              </a:tr>
              <a:tr h="27427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G</a:t>
                      </a:r>
                    </a:p>
                  </a:txBody>
                  <a:tcPr marL="60971" marR="60971" marT="34268" marB="34268"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rgbClr val="C00000"/>
                          </a:solidFill>
                          <a:effectLst/>
                          <a:latin typeface="Times New Roman" panose="02020603050405020304" pitchFamily="18" charset="0"/>
                          <a:ea typeface="黑体" panose="02010609060101010101" pitchFamily="49" charset="-122"/>
                          <a:cs typeface="黑体" panose="02010609060101010101" pitchFamily="49" charset="-122"/>
                        </a:rPr>
                        <a:t>18</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rgbClr val="C00000"/>
                          </a:solidFill>
                          <a:effectLst/>
                          <a:latin typeface="Times New Roman" panose="02020603050405020304" pitchFamily="18" charset="0"/>
                          <a:ea typeface="黑体" panose="02010609060101010101" pitchFamily="49" charset="-122"/>
                          <a:cs typeface="黑体" panose="02010609060101010101" pitchFamily="49" charset="-122"/>
                        </a:rPr>
                        <a:t>31</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rgbClr val="C00000"/>
                          </a:solidFill>
                          <a:effectLst/>
                          <a:latin typeface="Times New Roman" panose="02020603050405020304" pitchFamily="18" charset="0"/>
                          <a:ea typeface="黑体" panose="02010609060101010101" pitchFamily="49" charset="-122"/>
                          <a:cs typeface="黑体" panose="02010609060101010101" pitchFamily="49" charset="-122"/>
                        </a:rPr>
                        <a:t>6</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rgbClr val="C00000"/>
                          </a:solidFill>
                          <a:effectLst/>
                          <a:latin typeface="Times New Roman" panose="02020603050405020304" pitchFamily="18" charset="0"/>
                          <a:ea typeface="黑体" panose="02010609060101010101" pitchFamily="49" charset="-122"/>
                          <a:cs typeface="黑体" panose="02010609060101010101" pitchFamily="49" charset="-122"/>
                        </a:rPr>
                        <a:t>31</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G</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18</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H</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972776103"/>
                  </a:ext>
                </a:extLst>
              </a:tr>
              <a:tr h="27427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J</a:t>
                      </a:r>
                    </a:p>
                  </a:txBody>
                  <a:tcPr marL="60971" marR="60971" marT="34268" marB="34268"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rgbClr val="7030A0"/>
                          </a:solidFill>
                          <a:effectLst/>
                          <a:latin typeface="Times New Roman" panose="02020603050405020304" pitchFamily="18" charset="0"/>
                          <a:ea typeface="黑体" panose="02010609060101010101" pitchFamily="49" charset="-122"/>
                          <a:cs typeface="黑体" panose="02010609060101010101" pitchFamily="49" charset="-122"/>
                        </a:rPr>
                        <a:t>8</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rgbClr val="7030A0"/>
                          </a:solidFill>
                          <a:effectLst/>
                          <a:latin typeface="Times New Roman" panose="02020603050405020304" pitchFamily="18" charset="0"/>
                          <a:ea typeface="黑体" panose="02010609060101010101" pitchFamily="49" charset="-122"/>
                          <a:cs typeface="黑体" panose="02010609060101010101" pitchFamily="49" charset="-122"/>
                        </a:rPr>
                        <a:t>10</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rgbClr val="7030A0"/>
                          </a:solidFill>
                          <a:effectLst/>
                          <a:latin typeface="Times New Roman" panose="02020603050405020304" pitchFamily="18" charset="0"/>
                          <a:ea typeface="黑体" panose="02010609060101010101" pitchFamily="49" charset="-122"/>
                          <a:cs typeface="黑体" panose="02010609060101010101" pitchFamily="49" charset="-122"/>
                        </a:rPr>
                        <a:t>12</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rgbClr val="7030A0"/>
                          </a:solidFill>
                          <a:effectLst/>
                          <a:latin typeface="Times New Roman" panose="02020603050405020304" pitchFamily="18" charset="0"/>
                          <a:ea typeface="黑体" panose="02010609060101010101" pitchFamily="49" charset="-122"/>
                          <a:cs typeface="黑体" panose="02010609060101010101" pitchFamily="49" charset="-122"/>
                        </a:rPr>
                        <a:t>6</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71" marR="60971" marT="34268" marB="34268" horzOverflow="overflow">
                    <a:lnL w="12700" cap="flat" cmpd="sng" algn="ctr">
                      <a:solidFill>
                        <a:schemeClr val="tx1"/>
                      </a:solidFill>
                      <a:prstDash val="solid"/>
                      <a:round/>
                      <a:headEnd type="none" w="sm" len="sm"/>
                      <a:tailEnd type="none" w="sm" len="sm"/>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71" marR="60971" marT="34268" marB="34268"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71" marR="60971" marT="34268" marB="34268"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extLst>
                  <a:ext uri="{0D108BD9-81ED-4DB2-BD59-A6C34878D82A}">
                    <a16:rowId xmlns:a16="http://schemas.microsoft.com/office/drawing/2014/main" val="26463721"/>
                  </a:ext>
                </a:extLst>
              </a:tr>
              <a:tr h="41314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J→G</a:t>
                      </a:r>
                    </a:p>
                  </a:txBody>
                  <a:tcPr marL="60971" marR="60971" marT="34268" marB="34268"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26</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41</a:t>
                      </a:r>
                    </a:p>
                  </a:txBody>
                  <a:tcPr marL="60971" marR="60971" marT="34268" marB="34268"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18</a:t>
                      </a:r>
                    </a:p>
                  </a:txBody>
                  <a:tcPr marL="60971" marR="60971" marT="34268" marB="34268" horzOverflow="overflow">
                    <a:lnL w="28575"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solidFill>
                      <a:schemeClr val="accent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37</a:t>
                      </a:r>
                    </a:p>
                  </a:txBody>
                  <a:tcPr marL="60971" marR="60971" marT="34268" marB="34268"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71" marR="60971" marT="34268" marB="34268" horzOverflow="overflow">
                    <a:lnL w="12700" cap="flat" cmpd="sng" algn="ctr">
                      <a:solidFill>
                        <a:schemeClr val="tx1"/>
                      </a:solidFill>
                      <a:prstDash val="solid"/>
                      <a:round/>
                      <a:headEnd type="none" w="sm" len="sm"/>
                      <a:tailEnd type="none" w="sm" len="sm"/>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71" marR="60971" marT="34268" marB="34268"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71" marR="60971" marT="34268" marB="34268"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3644183572"/>
                  </a:ext>
                </a:extLst>
              </a:tr>
            </a:tbl>
          </a:graphicData>
        </a:graphic>
      </p:graphicFrame>
      <p:sp>
        <p:nvSpPr>
          <p:cNvPr id="350493" name="Text Box 996">
            <a:extLst>
              <a:ext uri="{FF2B5EF4-FFF2-40B4-BE49-F238E27FC236}">
                <a16:creationId xmlns:a16="http://schemas.microsoft.com/office/drawing/2014/main" id="{716F79A9-ED2F-A944-8A60-0D37C868ECDB}"/>
              </a:ext>
            </a:extLst>
          </p:cNvPr>
          <p:cNvSpPr txBox="1">
            <a:spLocks noChangeArrowheads="1"/>
          </p:cNvSpPr>
          <p:nvPr/>
        </p:nvSpPr>
        <p:spPr bwMode="auto">
          <a:xfrm>
            <a:off x="1041394" y="3123952"/>
            <a:ext cx="155844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solidFill>
                  <a:srgbClr val="C00000"/>
                </a:solidFill>
                <a:latin typeface="微软雅黑" panose="020B0503020204020204" pitchFamily="34" charset="-122"/>
                <a:ea typeface="宋体" panose="02010600030101010101" pitchFamily="2" charset="-122"/>
              </a:rPr>
              <a:t>J</a:t>
            </a:r>
            <a:r>
              <a:rPr kumimoji="1" lang="zh-CN" altLang="en-US" sz="1500">
                <a:solidFill>
                  <a:srgbClr val="C00000"/>
                </a:solidFill>
                <a:latin typeface="微软雅黑" panose="020B0503020204020204" pitchFamily="34" charset="-122"/>
                <a:ea typeface="宋体" panose="02010600030101010101" pitchFamily="2" charset="-122"/>
              </a:rPr>
              <a:t>到</a:t>
            </a:r>
            <a:r>
              <a:rPr kumimoji="1" lang="en-US" altLang="zh-CN" sz="1500">
                <a:solidFill>
                  <a:srgbClr val="C00000"/>
                </a:solidFill>
                <a:latin typeface="微软雅黑" panose="020B0503020204020204" pitchFamily="34" charset="-122"/>
                <a:ea typeface="宋体" panose="02010600030101010101" pitchFamily="2" charset="-122"/>
              </a:rPr>
              <a:t>G</a:t>
            </a:r>
            <a:r>
              <a:rPr kumimoji="1" lang="zh-CN" altLang="en-US" sz="1500">
                <a:solidFill>
                  <a:srgbClr val="C00000"/>
                </a:solidFill>
                <a:latin typeface="微软雅黑" panose="020B0503020204020204" pitchFamily="34" charset="-122"/>
                <a:ea typeface="宋体" panose="02010600030101010101" pitchFamily="2" charset="-122"/>
              </a:rPr>
              <a:t>的新路由：</a:t>
            </a:r>
          </a:p>
        </p:txBody>
      </p:sp>
      <p:sp>
        <p:nvSpPr>
          <p:cNvPr id="350494" name="灯片编号占位符 1">
            <a:extLst>
              <a:ext uri="{FF2B5EF4-FFF2-40B4-BE49-F238E27FC236}">
                <a16:creationId xmlns:a16="http://schemas.microsoft.com/office/drawing/2014/main" id="{156E3AD2-ABB8-0947-9C1E-64B5A34B73B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CBF7EAD-B7B4-8B45-BC23-67C2B3B7E6F0}"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161</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1419002010"/>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257" name="AutoShape 54">
            <a:extLst>
              <a:ext uri="{FF2B5EF4-FFF2-40B4-BE49-F238E27FC236}">
                <a16:creationId xmlns:a16="http://schemas.microsoft.com/office/drawing/2014/main" id="{8BF7379B-73E7-8F4E-97FD-1006404B96DE}"/>
              </a:ext>
            </a:extLst>
          </p:cNvPr>
          <p:cNvSpPr>
            <a:spLocks noChangeArrowheads="1"/>
          </p:cNvSpPr>
          <p:nvPr/>
        </p:nvSpPr>
        <p:spPr bwMode="auto">
          <a:xfrm rot="5400000">
            <a:off x="1591866" y="4036933"/>
            <a:ext cx="180975" cy="347663"/>
          </a:xfrm>
          <a:prstGeom prst="downArrow">
            <a:avLst>
              <a:gd name="adj1" fmla="val 50000"/>
              <a:gd name="adj2" fmla="val 48026"/>
            </a:avLst>
          </a:prstGeom>
          <a:solidFill>
            <a:schemeClr val="hlink"/>
          </a:solidFill>
          <a:ln w="9525">
            <a:solidFill>
              <a:srgbClr val="333399"/>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58" name="Line 2">
            <a:extLst>
              <a:ext uri="{FF2B5EF4-FFF2-40B4-BE49-F238E27FC236}">
                <a16:creationId xmlns:a16="http://schemas.microsoft.com/office/drawing/2014/main" id="{6B0285F5-34F4-5642-9FAD-7ACFD6812A91}"/>
              </a:ext>
            </a:extLst>
          </p:cNvPr>
          <p:cNvSpPr>
            <a:spLocks noChangeShapeType="1"/>
          </p:cNvSpPr>
          <p:nvPr/>
        </p:nvSpPr>
        <p:spPr bwMode="auto">
          <a:xfrm>
            <a:off x="4268391" y="1106805"/>
            <a:ext cx="2721769" cy="0"/>
          </a:xfrm>
          <a:prstGeom prst="line">
            <a:avLst/>
          </a:prstGeom>
          <a:noFill/>
          <a:ln w="19050">
            <a:solidFill>
              <a:srgbClr val="333399"/>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59" name="Text Box 3">
            <a:extLst>
              <a:ext uri="{FF2B5EF4-FFF2-40B4-BE49-F238E27FC236}">
                <a16:creationId xmlns:a16="http://schemas.microsoft.com/office/drawing/2014/main" id="{4654F7DE-C41A-7A4E-9F59-A4AA55232520}"/>
              </a:ext>
            </a:extLst>
          </p:cNvPr>
          <p:cNvSpPr txBox="1">
            <a:spLocks noChangeArrowheads="1"/>
          </p:cNvSpPr>
          <p:nvPr/>
        </p:nvSpPr>
        <p:spPr bwMode="auto">
          <a:xfrm>
            <a:off x="5361385" y="966312"/>
            <a:ext cx="782587"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dirty="0">
                <a:latin typeface="Arial" panose="020B0604020202020204" pitchFamily="34" charset="0"/>
                <a:ea typeface="宋体" panose="02010600030101010101" pitchFamily="2" charset="-122"/>
                <a:cs typeface="黑体" panose="02010609060101010101" pitchFamily="49" charset="-122"/>
              </a:rPr>
              <a:t> 4 </a:t>
            </a:r>
            <a:r>
              <a:rPr kumimoji="1" lang="zh-CN" altLang="en-US" sz="1500" dirty="0">
                <a:latin typeface="Arial" panose="020B0604020202020204" pitchFamily="34" charset="0"/>
                <a:ea typeface="宋体" panose="02010600030101010101" pitchFamily="2" charset="-122"/>
                <a:cs typeface="黑体" panose="02010609060101010101" pitchFamily="49" charset="-122"/>
              </a:rPr>
              <a:t>字节</a:t>
            </a:r>
          </a:p>
        </p:txBody>
      </p:sp>
      <p:sp>
        <p:nvSpPr>
          <p:cNvPr id="352260" name="Rectangle 4">
            <a:extLst>
              <a:ext uri="{FF2B5EF4-FFF2-40B4-BE49-F238E27FC236}">
                <a16:creationId xmlns:a16="http://schemas.microsoft.com/office/drawing/2014/main" id="{23F2FDBA-0183-1D45-A024-3AE84DC06F4E}"/>
              </a:ext>
            </a:extLst>
          </p:cNvPr>
          <p:cNvSpPr>
            <a:spLocks noChangeArrowheads="1"/>
          </p:cNvSpPr>
          <p:nvPr/>
        </p:nvSpPr>
        <p:spPr bwMode="auto">
          <a:xfrm>
            <a:off x="1841897" y="3972640"/>
            <a:ext cx="4333875" cy="485775"/>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61" name="Line 5">
            <a:extLst>
              <a:ext uri="{FF2B5EF4-FFF2-40B4-BE49-F238E27FC236}">
                <a16:creationId xmlns:a16="http://schemas.microsoft.com/office/drawing/2014/main" id="{B4A66960-FE2E-9E4D-B1FF-25E9D69499C8}"/>
              </a:ext>
            </a:extLst>
          </p:cNvPr>
          <p:cNvSpPr>
            <a:spLocks noChangeShapeType="1"/>
          </p:cNvSpPr>
          <p:nvPr/>
        </p:nvSpPr>
        <p:spPr bwMode="auto">
          <a:xfrm>
            <a:off x="3277791" y="3745230"/>
            <a:ext cx="2893219" cy="10716"/>
          </a:xfrm>
          <a:prstGeom prst="line">
            <a:avLst/>
          </a:prstGeom>
          <a:noFill/>
          <a:ln w="19050">
            <a:solidFill>
              <a:srgbClr val="333399"/>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62" name="Text Box 6">
            <a:extLst>
              <a:ext uri="{FF2B5EF4-FFF2-40B4-BE49-F238E27FC236}">
                <a16:creationId xmlns:a16="http://schemas.microsoft.com/office/drawing/2014/main" id="{4148904B-6E6E-F443-B4C4-5546B447A15D}"/>
              </a:ext>
            </a:extLst>
          </p:cNvPr>
          <p:cNvSpPr txBox="1">
            <a:spLocks noChangeArrowheads="1"/>
          </p:cNvSpPr>
          <p:nvPr/>
        </p:nvSpPr>
        <p:spPr bwMode="auto">
          <a:xfrm>
            <a:off x="4273154" y="3572590"/>
            <a:ext cx="939424"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RIP </a:t>
            </a:r>
            <a:r>
              <a:rPr kumimoji="1" lang="zh-CN" altLang="en-US" sz="1500">
                <a:latin typeface="Arial" panose="020B0604020202020204" pitchFamily="34" charset="0"/>
                <a:ea typeface="宋体" panose="02010600030101010101" pitchFamily="2" charset="-122"/>
                <a:cs typeface="黑体" panose="02010609060101010101" pitchFamily="49" charset="-122"/>
              </a:rPr>
              <a:t>报文</a:t>
            </a:r>
          </a:p>
        </p:txBody>
      </p:sp>
      <p:sp>
        <p:nvSpPr>
          <p:cNvPr id="352310" name="幻灯片编号占位符 1">
            <a:extLst>
              <a:ext uri="{FF2B5EF4-FFF2-40B4-BE49-F238E27FC236}">
                <a16:creationId xmlns:a16="http://schemas.microsoft.com/office/drawing/2014/main" id="{8C3C4AD0-9799-F04E-B319-1F2FDE11F802}"/>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036222D-303C-9B4E-AF91-C6AE1E2EC08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162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64" name="Freeform 8">
            <a:extLst>
              <a:ext uri="{FF2B5EF4-FFF2-40B4-BE49-F238E27FC236}">
                <a16:creationId xmlns:a16="http://schemas.microsoft.com/office/drawing/2014/main" id="{2700263D-C0DE-7445-8AE9-D204994CC4FA}"/>
              </a:ext>
            </a:extLst>
          </p:cNvPr>
          <p:cNvSpPr>
            <a:spLocks/>
          </p:cNvSpPr>
          <p:nvPr/>
        </p:nvSpPr>
        <p:spPr bwMode="auto">
          <a:xfrm>
            <a:off x="3838575" y="2796303"/>
            <a:ext cx="3158729" cy="292894"/>
          </a:xfrm>
          <a:custGeom>
            <a:avLst/>
            <a:gdLst>
              <a:gd name="T0" fmla="*/ 2147483646 w 2328"/>
              <a:gd name="T1" fmla="*/ 2147483646 h 204"/>
              <a:gd name="T2" fmla="*/ 2147483646 w 2328"/>
              <a:gd name="T3" fmla="*/ 0 h 204"/>
              <a:gd name="T4" fmla="*/ 2147483646 w 2328"/>
              <a:gd name="T5" fmla="*/ 2147483646 h 204"/>
              <a:gd name="T6" fmla="*/ 0 w 2328"/>
              <a:gd name="T7" fmla="*/ 2147483646 h 204"/>
              <a:gd name="T8" fmla="*/ 2147483646 w 2328"/>
              <a:gd name="T9" fmla="*/ 2147483646 h 2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28" h="204">
                <a:moveTo>
                  <a:pt x="306" y="6"/>
                </a:moveTo>
                <a:lnTo>
                  <a:pt x="2328" y="0"/>
                </a:lnTo>
                <a:lnTo>
                  <a:pt x="1716" y="204"/>
                </a:lnTo>
                <a:lnTo>
                  <a:pt x="0" y="204"/>
                </a:lnTo>
                <a:lnTo>
                  <a:pt x="306" y="6"/>
                </a:lnTo>
                <a:close/>
              </a:path>
            </a:pathLst>
          </a:cu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1401" name="Rectangle 9">
            <a:extLst>
              <a:ext uri="{FF2B5EF4-FFF2-40B4-BE49-F238E27FC236}">
                <a16:creationId xmlns:a16="http://schemas.microsoft.com/office/drawing/2014/main" id="{B13B4E03-31DD-1441-894F-F7DF00D2C265}"/>
              </a:ext>
            </a:extLst>
          </p:cNvPr>
          <p:cNvSpPr>
            <a:spLocks noChangeArrowheads="1"/>
          </p:cNvSpPr>
          <p:nvPr/>
        </p:nvSpPr>
        <p:spPr bwMode="auto">
          <a:xfrm>
            <a:off x="4261247" y="1278255"/>
            <a:ext cx="2752725" cy="1520429"/>
          </a:xfrm>
          <a:prstGeom prst="rect">
            <a:avLst/>
          </a:prstGeom>
          <a:solidFill>
            <a:srgbClr val="CCECFF"/>
          </a:solidFill>
          <a:ln w="9525">
            <a:solidFill>
              <a:schemeClr val="tx1"/>
            </a:solidFill>
            <a:miter lim="800000"/>
            <a:headEnd/>
            <a:tailEnd/>
          </a:ln>
          <a:effectLst>
            <a:outerShdw blurRad="63500" dist="17961"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352266" name="Line 10">
            <a:extLst>
              <a:ext uri="{FF2B5EF4-FFF2-40B4-BE49-F238E27FC236}">
                <a16:creationId xmlns:a16="http://schemas.microsoft.com/office/drawing/2014/main" id="{0D97780B-AFAD-3F45-847E-7CCC8919ED60}"/>
              </a:ext>
            </a:extLst>
          </p:cNvPr>
          <p:cNvSpPr>
            <a:spLocks noChangeShapeType="1"/>
          </p:cNvSpPr>
          <p:nvPr/>
        </p:nvSpPr>
        <p:spPr bwMode="auto">
          <a:xfrm>
            <a:off x="2733675" y="4653677"/>
            <a:ext cx="3463529" cy="4763"/>
          </a:xfrm>
          <a:prstGeom prst="line">
            <a:avLst/>
          </a:prstGeom>
          <a:noFill/>
          <a:ln w="19050">
            <a:solidFill>
              <a:srgbClr val="333399"/>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67" name="Text Box 11">
            <a:extLst>
              <a:ext uri="{FF2B5EF4-FFF2-40B4-BE49-F238E27FC236}">
                <a16:creationId xmlns:a16="http://schemas.microsoft.com/office/drawing/2014/main" id="{805897D2-E599-D242-9784-A709B8B8CF06}"/>
              </a:ext>
            </a:extLst>
          </p:cNvPr>
          <p:cNvSpPr txBox="1">
            <a:spLocks noChangeArrowheads="1"/>
          </p:cNvSpPr>
          <p:nvPr/>
        </p:nvSpPr>
        <p:spPr bwMode="auto">
          <a:xfrm>
            <a:off x="6327133" y="3288031"/>
            <a:ext cx="1659429" cy="1015663"/>
          </a:xfrm>
          <a:prstGeom prst="rect">
            <a:avLst/>
          </a:prstGeom>
          <a:solidFill>
            <a:srgbClr val="FFFF99"/>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路由信息</a:t>
            </a:r>
          </a:p>
          <a:p>
            <a:pPr algn="ct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a:t>
            </a:r>
            <a:r>
              <a:rPr kumimoji="1" lang="en-US" altLang="zh-CN" sz="1500">
                <a:latin typeface="Arial" panose="020B0604020202020204" pitchFamily="34" charset="0"/>
                <a:ea typeface="宋体" panose="02010600030101010101" pitchFamily="2" charset="-122"/>
              </a:rPr>
              <a:t>20 </a:t>
            </a:r>
            <a:r>
              <a:rPr kumimoji="1" lang="zh-CN" altLang="en-US" sz="1500">
                <a:latin typeface="Arial" panose="020B0604020202020204" pitchFamily="34" charset="0"/>
                <a:ea typeface="宋体" panose="02010600030101010101" pitchFamily="2" charset="-122"/>
              </a:rPr>
              <a:t>字节</a:t>
            </a:r>
            <a:r>
              <a:rPr kumimoji="1" lang="en-US" altLang="zh-CN" sz="1500">
                <a:latin typeface="Arial" panose="020B0604020202020204" pitchFamily="34" charset="0"/>
                <a:ea typeface="宋体" panose="02010600030101010101" pitchFamily="2" charset="-122"/>
              </a:rPr>
              <a:t>/</a:t>
            </a:r>
            <a:r>
              <a:rPr kumimoji="1" lang="zh-CN" altLang="en-US" sz="1500">
                <a:latin typeface="Arial" panose="020B0604020202020204" pitchFamily="34" charset="0"/>
                <a:ea typeface="宋体" panose="02010600030101010101" pitchFamily="2" charset="-122"/>
              </a:rPr>
              <a:t>路由）</a:t>
            </a:r>
          </a:p>
          <a:p>
            <a:pPr algn="ct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可重复出现</a:t>
            </a:r>
          </a:p>
          <a:p>
            <a:pPr algn="ct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最多 </a:t>
            </a:r>
            <a:r>
              <a:rPr kumimoji="1" lang="en-US" altLang="zh-CN" sz="1500">
                <a:latin typeface="Arial" panose="020B0604020202020204" pitchFamily="34" charset="0"/>
                <a:ea typeface="宋体" panose="02010600030101010101" pitchFamily="2" charset="-122"/>
              </a:rPr>
              <a:t>25 </a:t>
            </a:r>
            <a:r>
              <a:rPr kumimoji="1" lang="zh-CN" altLang="en-US" sz="1500">
                <a:latin typeface="Arial" panose="020B0604020202020204" pitchFamily="34" charset="0"/>
                <a:ea typeface="宋体" panose="02010600030101010101" pitchFamily="2" charset="-122"/>
              </a:rPr>
              <a:t>个</a:t>
            </a:r>
          </a:p>
        </p:txBody>
      </p:sp>
      <p:sp>
        <p:nvSpPr>
          <p:cNvPr id="352268" name="Rectangle 12">
            <a:extLst>
              <a:ext uri="{FF2B5EF4-FFF2-40B4-BE49-F238E27FC236}">
                <a16:creationId xmlns:a16="http://schemas.microsoft.com/office/drawing/2014/main" id="{602C37EB-6931-834A-B917-9D7A0A329B69}"/>
              </a:ext>
            </a:extLst>
          </p:cNvPr>
          <p:cNvSpPr>
            <a:spLocks noChangeArrowheads="1"/>
          </p:cNvSpPr>
          <p:nvPr/>
        </p:nvSpPr>
        <p:spPr bwMode="auto">
          <a:xfrm>
            <a:off x="3286126" y="3109437"/>
            <a:ext cx="2880122" cy="465535"/>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69" name="Freeform 13">
            <a:extLst>
              <a:ext uri="{FF2B5EF4-FFF2-40B4-BE49-F238E27FC236}">
                <a16:creationId xmlns:a16="http://schemas.microsoft.com/office/drawing/2014/main" id="{1AD9A0C4-5B13-B049-9950-06C4FD90B2A0}"/>
              </a:ext>
            </a:extLst>
          </p:cNvPr>
          <p:cNvSpPr>
            <a:spLocks/>
          </p:cNvSpPr>
          <p:nvPr/>
        </p:nvSpPr>
        <p:spPr bwMode="auto">
          <a:xfrm>
            <a:off x="1232297" y="2243853"/>
            <a:ext cx="2703909" cy="853678"/>
          </a:xfrm>
          <a:custGeom>
            <a:avLst/>
            <a:gdLst>
              <a:gd name="T0" fmla="*/ 0 w 1992"/>
              <a:gd name="T1" fmla="*/ 2147483646 h 612"/>
              <a:gd name="T2" fmla="*/ 2147483646 w 1992"/>
              <a:gd name="T3" fmla="*/ 0 h 612"/>
              <a:gd name="T4" fmla="*/ 2147483646 w 1992"/>
              <a:gd name="T5" fmla="*/ 2147483646 h 612"/>
              <a:gd name="T6" fmla="*/ 2147483646 w 1992"/>
              <a:gd name="T7" fmla="*/ 2147483646 h 612"/>
              <a:gd name="T8" fmla="*/ 0 w 1992"/>
              <a:gd name="T9" fmla="*/ 2147483646 h 6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92" h="612">
                <a:moveTo>
                  <a:pt x="0" y="12"/>
                </a:moveTo>
                <a:lnTo>
                  <a:pt x="1992" y="0"/>
                </a:lnTo>
                <a:lnTo>
                  <a:pt x="1890" y="606"/>
                </a:lnTo>
                <a:lnTo>
                  <a:pt x="1506" y="612"/>
                </a:lnTo>
                <a:lnTo>
                  <a:pt x="0" y="12"/>
                </a:lnTo>
                <a:close/>
              </a:path>
            </a:pathLst>
          </a:cu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52270" name="Rectangle 14">
            <a:extLst>
              <a:ext uri="{FF2B5EF4-FFF2-40B4-BE49-F238E27FC236}">
                <a16:creationId xmlns:a16="http://schemas.microsoft.com/office/drawing/2014/main" id="{DADED62C-152F-694A-8B2E-47357084556A}"/>
              </a:ext>
            </a:extLst>
          </p:cNvPr>
          <p:cNvSpPr>
            <a:spLocks noChangeArrowheads="1"/>
          </p:cNvSpPr>
          <p:nvPr/>
        </p:nvSpPr>
        <p:spPr bwMode="auto">
          <a:xfrm>
            <a:off x="3286126" y="3099912"/>
            <a:ext cx="2889647" cy="484585"/>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71" name="Line 15">
            <a:extLst>
              <a:ext uri="{FF2B5EF4-FFF2-40B4-BE49-F238E27FC236}">
                <a16:creationId xmlns:a16="http://schemas.microsoft.com/office/drawing/2014/main" id="{2E89A936-8DA7-0A4C-A879-5DF051754A38}"/>
              </a:ext>
            </a:extLst>
          </p:cNvPr>
          <p:cNvSpPr>
            <a:spLocks noChangeShapeType="1"/>
          </p:cNvSpPr>
          <p:nvPr/>
        </p:nvSpPr>
        <p:spPr bwMode="auto">
          <a:xfrm flipH="1">
            <a:off x="1831181" y="4504849"/>
            <a:ext cx="10716" cy="49172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72" name="Rectangle 16">
            <a:extLst>
              <a:ext uri="{FF2B5EF4-FFF2-40B4-BE49-F238E27FC236}">
                <a16:creationId xmlns:a16="http://schemas.microsoft.com/office/drawing/2014/main" id="{DF2DC591-86B5-5D40-A998-99A1C8EE0E51}"/>
              </a:ext>
            </a:extLst>
          </p:cNvPr>
          <p:cNvSpPr>
            <a:spLocks noChangeArrowheads="1"/>
          </p:cNvSpPr>
          <p:nvPr/>
        </p:nvSpPr>
        <p:spPr bwMode="auto">
          <a:xfrm>
            <a:off x="4008835" y="4650105"/>
            <a:ext cx="1073944" cy="2095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73" name="Line 17">
            <a:extLst>
              <a:ext uri="{FF2B5EF4-FFF2-40B4-BE49-F238E27FC236}">
                <a16:creationId xmlns:a16="http://schemas.microsoft.com/office/drawing/2014/main" id="{A97A247B-DB7F-5745-ADA2-B217828496A9}"/>
              </a:ext>
            </a:extLst>
          </p:cNvPr>
          <p:cNvSpPr>
            <a:spLocks noChangeShapeType="1"/>
          </p:cNvSpPr>
          <p:nvPr/>
        </p:nvSpPr>
        <p:spPr bwMode="auto">
          <a:xfrm>
            <a:off x="1841897" y="4904899"/>
            <a:ext cx="4333875" cy="0"/>
          </a:xfrm>
          <a:prstGeom prst="line">
            <a:avLst/>
          </a:prstGeom>
          <a:noFill/>
          <a:ln w="19050">
            <a:solidFill>
              <a:srgbClr val="333399"/>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74" name="Text Box 18">
            <a:extLst>
              <a:ext uri="{FF2B5EF4-FFF2-40B4-BE49-F238E27FC236}">
                <a16:creationId xmlns:a16="http://schemas.microsoft.com/office/drawing/2014/main" id="{E4CBFB9B-0F57-6C4F-8307-A1CE8D009FB6}"/>
              </a:ext>
            </a:extLst>
          </p:cNvPr>
          <p:cNvSpPr txBox="1">
            <a:spLocks noChangeArrowheads="1"/>
          </p:cNvSpPr>
          <p:nvPr/>
        </p:nvSpPr>
        <p:spPr bwMode="auto">
          <a:xfrm>
            <a:off x="3394473" y="4739403"/>
            <a:ext cx="992323"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IP </a:t>
            </a:r>
            <a:r>
              <a:rPr kumimoji="1" lang="zh-CN" altLang="en-US" sz="1500">
                <a:latin typeface="Arial" panose="020B0604020202020204" pitchFamily="34" charset="0"/>
                <a:ea typeface="宋体" panose="02010600030101010101" pitchFamily="2" charset="-122"/>
                <a:cs typeface="黑体" panose="02010609060101010101" pitchFamily="49" charset="-122"/>
              </a:rPr>
              <a:t>数据报</a:t>
            </a:r>
          </a:p>
        </p:txBody>
      </p:sp>
      <p:sp>
        <p:nvSpPr>
          <p:cNvPr id="352275" name="Line 19">
            <a:extLst>
              <a:ext uri="{FF2B5EF4-FFF2-40B4-BE49-F238E27FC236}">
                <a16:creationId xmlns:a16="http://schemas.microsoft.com/office/drawing/2014/main" id="{DD85BA0F-DC2E-1547-8E11-A422C1F90CE7}"/>
              </a:ext>
            </a:extLst>
          </p:cNvPr>
          <p:cNvSpPr>
            <a:spLocks noChangeShapeType="1"/>
          </p:cNvSpPr>
          <p:nvPr/>
        </p:nvSpPr>
        <p:spPr bwMode="auto">
          <a:xfrm>
            <a:off x="4269581" y="1569959"/>
            <a:ext cx="275272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76" name="Line 20">
            <a:extLst>
              <a:ext uri="{FF2B5EF4-FFF2-40B4-BE49-F238E27FC236}">
                <a16:creationId xmlns:a16="http://schemas.microsoft.com/office/drawing/2014/main" id="{A7481C02-8EA7-344B-B5EC-7C42FD1419C8}"/>
              </a:ext>
            </a:extLst>
          </p:cNvPr>
          <p:cNvSpPr>
            <a:spLocks noChangeShapeType="1"/>
          </p:cNvSpPr>
          <p:nvPr/>
        </p:nvSpPr>
        <p:spPr bwMode="auto">
          <a:xfrm>
            <a:off x="4269581" y="1887855"/>
            <a:ext cx="275272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77" name="Line 21">
            <a:extLst>
              <a:ext uri="{FF2B5EF4-FFF2-40B4-BE49-F238E27FC236}">
                <a16:creationId xmlns:a16="http://schemas.microsoft.com/office/drawing/2014/main" id="{BDD10D04-9D60-9D44-800B-7A1D7C52A011}"/>
              </a:ext>
            </a:extLst>
          </p:cNvPr>
          <p:cNvSpPr>
            <a:spLocks noChangeShapeType="1"/>
          </p:cNvSpPr>
          <p:nvPr/>
        </p:nvSpPr>
        <p:spPr bwMode="auto">
          <a:xfrm>
            <a:off x="4269581" y="2190274"/>
            <a:ext cx="275272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78" name="Line 22">
            <a:extLst>
              <a:ext uri="{FF2B5EF4-FFF2-40B4-BE49-F238E27FC236}">
                <a16:creationId xmlns:a16="http://schemas.microsoft.com/office/drawing/2014/main" id="{729F372B-B0C5-E141-8193-9F26F02783A5}"/>
              </a:ext>
            </a:extLst>
          </p:cNvPr>
          <p:cNvSpPr>
            <a:spLocks noChangeShapeType="1"/>
          </p:cNvSpPr>
          <p:nvPr/>
        </p:nvSpPr>
        <p:spPr bwMode="auto">
          <a:xfrm>
            <a:off x="4269581" y="2478405"/>
            <a:ext cx="275272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79" name="Line 23">
            <a:extLst>
              <a:ext uri="{FF2B5EF4-FFF2-40B4-BE49-F238E27FC236}">
                <a16:creationId xmlns:a16="http://schemas.microsoft.com/office/drawing/2014/main" id="{BC6D4854-84C5-014E-8D0F-84313973EA91}"/>
              </a:ext>
            </a:extLst>
          </p:cNvPr>
          <p:cNvSpPr>
            <a:spLocks noChangeShapeType="1"/>
          </p:cNvSpPr>
          <p:nvPr/>
        </p:nvSpPr>
        <p:spPr bwMode="auto">
          <a:xfrm rot="5400000" flipH="1">
            <a:off x="5497711" y="1436013"/>
            <a:ext cx="29646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80" name="Text Box 24">
            <a:extLst>
              <a:ext uri="{FF2B5EF4-FFF2-40B4-BE49-F238E27FC236}">
                <a16:creationId xmlns:a16="http://schemas.microsoft.com/office/drawing/2014/main" id="{211726CE-7662-3C4C-A15C-A89A309B0FEB}"/>
              </a:ext>
            </a:extLst>
          </p:cNvPr>
          <p:cNvSpPr txBox="1">
            <a:spLocks noChangeArrowheads="1"/>
          </p:cNvSpPr>
          <p:nvPr/>
        </p:nvSpPr>
        <p:spPr bwMode="auto">
          <a:xfrm>
            <a:off x="5965032" y="1230630"/>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路由标记</a:t>
            </a:r>
          </a:p>
        </p:txBody>
      </p:sp>
      <p:sp>
        <p:nvSpPr>
          <p:cNvPr id="352281" name="Text Box 25">
            <a:extLst>
              <a:ext uri="{FF2B5EF4-FFF2-40B4-BE49-F238E27FC236}">
                <a16:creationId xmlns:a16="http://schemas.microsoft.com/office/drawing/2014/main" id="{5907DC56-1067-B043-8EBC-8AE1D8E56366}"/>
              </a:ext>
            </a:extLst>
          </p:cNvPr>
          <p:cNvSpPr txBox="1">
            <a:spLocks noChangeArrowheads="1"/>
          </p:cNvSpPr>
          <p:nvPr/>
        </p:nvSpPr>
        <p:spPr bwMode="auto">
          <a:xfrm>
            <a:off x="5222082" y="1546146"/>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网络地址</a:t>
            </a:r>
          </a:p>
        </p:txBody>
      </p:sp>
      <p:sp>
        <p:nvSpPr>
          <p:cNvPr id="352282" name="Text Box 26">
            <a:extLst>
              <a:ext uri="{FF2B5EF4-FFF2-40B4-BE49-F238E27FC236}">
                <a16:creationId xmlns:a16="http://schemas.microsoft.com/office/drawing/2014/main" id="{7827D0B0-7AA0-8B4B-A5BB-9C85D81CCD9F}"/>
              </a:ext>
            </a:extLst>
          </p:cNvPr>
          <p:cNvSpPr txBox="1">
            <a:spLocks noChangeArrowheads="1"/>
          </p:cNvSpPr>
          <p:nvPr/>
        </p:nvSpPr>
        <p:spPr bwMode="auto">
          <a:xfrm>
            <a:off x="4400550" y="1244918"/>
            <a:ext cx="133882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地址族标识符</a:t>
            </a:r>
          </a:p>
        </p:txBody>
      </p:sp>
      <p:sp>
        <p:nvSpPr>
          <p:cNvPr id="352283" name="Text Box 27">
            <a:extLst>
              <a:ext uri="{FF2B5EF4-FFF2-40B4-BE49-F238E27FC236}">
                <a16:creationId xmlns:a16="http://schemas.microsoft.com/office/drawing/2014/main" id="{C13CA9E6-6F6F-8C48-8DD2-796E284766F4}"/>
              </a:ext>
            </a:extLst>
          </p:cNvPr>
          <p:cNvSpPr txBox="1">
            <a:spLocks noChangeArrowheads="1"/>
          </p:cNvSpPr>
          <p:nvPr/>
        </p:nvSpPr>
        <p:spPr bwMode="auto">
          <a:xfrm>
            <a:off x="5181600" y="2480787"/>
            <a:ext cx="11368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距离 </a:t>
            </a:r>
            <a:r>
              <a:rPr kumimoji="1" lang="en-US" altLang="zh-CN" sz="1500">
                <a:latin typeface="Arial" panose="020B0604020202020204" pitchFamily="34" charset="0"/>
                <a:ea typeface="宋体" panose="02010600030101010101" pitchFamily="2" charset="-122"/>
                <a:cs typeface="黑体" panose="02010609060101010101" pitchFamily="49" charset="-122"/>
              </a:rPr>
              <a:t>(1-16)</a:t>
            </a:r>
          </a:p>
        </p:txBody>
      </p:sp>
      <p:sp>
        <p:nvSpPr>
          <p:cNvPr id="352284" name="Rectangle 28">
            <a:extLst>
              <a:ext uri="{FF2B5EF4-FFF2-40B4-BE49-F238E27FC236}">
                <a16:creationId xmlns:a16="http://schemas.microsoft.com/office/drawing/2014/main" id="{0F480373-0D87-6741-8188-437AEC550760}"/>
              </a:ext>
            </a:extLst>
          </p:cNvPr>
          <p:cNvSpPr>
            <a:spLocks noChangeArrowheads="1"/>
          </p:cNvSpPr>
          <p:nvPr/>
        </p:nvSpPr>
        <p:spPr bwMode="auto">
          <a:xfrm>
            <a:off x="3286126" y="3982165"/>
            <a:ext cx="2880122" cy="466725"/>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85" name="Line 29">
            <a:extLst>
              <a:ext uri="{FF2B5EF4-FFF2-40B4-BE49-F238E27FC236}">
                <a16:creationId xmlns:a16="http://schemas.microsoft.com/office/drawing/2014/main" id="{E0CB4B04-947D-A44F-BCDA-F7F80795531B}"/>
              </a:ext>
            </a:extLst>
          </p:cNvPr>
          <p:cNvSpPr>
            <a:spLocks noChangeShapeType="1"/>
          </p:cNvSpPr>
          <p:nvPr/>
        </p:nvSpPr>
        <p:spPr bwMode="auto">
          <a:xfrm>
            <a:off x="2744391" y="3972640"/>
            <a:ext cx="0" cy="4857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86" name="Text Box 30">
            <a:extLst>
              <a:ext uri="{FF2B5EF4-FFF2-40B4-BE49-F238E27FC236}">
                <a16:creationId xmlns:a16="http://schemas.microsoft.com/office/drawing/2014/main" id="{80154E7A-6C52-A24F-B194-DDF9939E8304}"/>
              </a:ext>
            </a:extLst>
          </p:cNvPr>
          <p:cNvSpPr txBox="1">
            <a:spLocks noChangeArrowheads="1"/>
          </p:cNvSpPr>
          <p:nvPr/>
        </p:nvSpPr>
        <p:spPr bwMode="auto">
          <a:xfrm>
            <a:off x="2030017" y="3995262"/>
            <a:ext cx="569387"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IP </a:t>
            </a:r>
          </a:p>
          <a:p>
            <a:pPr eaLnBrk="1" hangingPunct="1">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首部</a:t>
            </a:r>
          </a:p>
        </p:txBody>
      </p:sp>
      <p:sp>
        <p:nvSpPr>
          <p:cNvPr id="352287" name="Line 31">
            <a:extLst>
              <a:ext uri="{FF2B5EF4-FFF2-40B4-BE49-F238E27FC236}">
                <a16:creationId xmlns:a16="http://schemas.microsoft.com/office/drawing/2014/main" id="{4EA0C117-2EEB-4E45-90A9-D191C6A18418}"/>
              </a:ext>
            </a:extLst>
          </p:cNvPr>
          <p:cNvSpPr>
            <a:spLocks noChangeShapeType="1"/>
          </p:cNvSpPr>
          <p:nvPr/>
        </p:nvSpPr>
        <p:spPr bwMode="auto">
          <a:xfrm>
            <a:off x="6175772" y="4504849"/>
            <a:ext cx="0" cy="4643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88" name="AutoShape 32">
            <a:extLst>
              <a:ext uri="{FF2B5EF4-FFF2-40B4-BE49-F238E27FC236}">
                <a16:creationId xmlns:a16="http://schemas.microsoft.com/office/drawing/2014/main" id="{CE91958C-4981-D64B-B225-FA67EFD9D94D}"/>
              </a:ext>
            </a:extLst>
          </p:cNvPr>
          <p:cNvSpPr>
            <a:spLocks noChangeArrowheads="1"/>
          </p:cNvSpPr>
          <p:nvPr/>
        </p:nvSpPr>
        <p:spPr bwMode="auto">
          <a:xfrm>
            <a:off x="4550569" y="3903583"/>
            <a:ext cx="180975" cy="347663"/>
          </a:xfrm>
          <a:prstGeom prst="downArrow">
            <a:avLst>
              <a:gd name="adj1" fmla="val 50000"/>
              <a:gd name="adj2" fmla="val 48026"/>
            </a:avLst>
          </a:prstGeom>
          <a:solidFill>
            <a:schemeClr val="accent1"/>
          </a:solidFill>
          <a:ln w="9525">
            <a:solidFill>
              <a:srgbClr val="333399"/>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89" name="Text Box 33">
            <a:extLst>
              <a:ext uri="{FF2B5EF4-FFF2-40B4-BE49-F238E27FC236}">
                <a16:creationId xmlns:a16="http://schemas.microsoft.com/office/drawing/2014/main" id="{9590C192-5914-AC47-B8D6-A16170C91718}"/>
              </a:ext>
            </a:extLst>
          </p:cNvPr>
          <p:cNvSpPr txBox="1">
            <a:spLocks noChangeArrowheads="1"/>
          </p:cNvSpPr>
          <p:nvPr/>
        </p:nvSpPr>
        <p:spPr bwMode="auto">
          <a:xfrm>
            <a:off x="2784872" y="3995262"/>
            <a:ext cx="641266"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UDP </a:t>
            </a:r>
          </a:p>
          <a:p>
            <a:pPr eaLnBrk="1" hangingPunct="1">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首部</a:t>
            </a:r>
          </a:p>
        </p:txBody>
      </p:sp>
      <p:sp>
        <p:nvSpPr>
          <p:cNvPr id="352290" name="Line 34">
            <a:extLst>
              <a:ext uri="{FF2B5EF4-FFF2-40B4-BE49-F238E27FC236}">
                <a16:creationId xmlns:a16="http://schemas.microsoft.com/office/drawing/2014/main" id="{4219D7E5-498E-F240-8677-CF52A280D77D}"/>
              </a:ext>
            </a:extLst>
          </p:cNvPr>
          <p:cNvSpPr>
            <a:spLocks noChangeShapeType="1"/>
          </p:cNvSpPr>
          <p:nvPr/>
        </p:nvSpPr>
        <p:spPr bwMode="auto">
          <a:xfrm>
            <a:off x="3286125" y="3982165"/>
            <a:ext cx="0" cy="4845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91" name="AutoShape 35">
            <a:extLst>
              <a:ext uri="{FF2B5EF4-FFF2-40B4-BE49-F238E27FC236}">
                <a16:creationId xmlns:a16="http://schemas.microsoft.com/office/drawing/2014/main" id="{89B45D54-2636-AF43-8C80-1E7377F26F74}"/>
              </a:ext>
            </a:extLst>
          </p:cNvPr>
          <p:cNvSpPr>
            <a:spLocks/>
          </p:cNvSpPr>
          <p:nvPr/>
        </p:nvSpPr>
        <p:spPr bwMode="auto">
          <a:xfrm>
            <a:off x="7066360" y="1291353"/>
            <a:ext cx="184547" cy="1482328"/>
          </a:xfrm>
          <a:prstGeom prst="rightBrace">
            <a:avLst>
              <a:gd name="adj1" fmla="val 66936"/>
              <a:gd name="adj2" fmla="val 50000"/>
            </a:avLst>
          </a:prstGeom>
          <a:noFill/>
          <a:ln w="19050">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92" name="Line 36">
            <a:extLst>
              <a:ext uri="{FF2B5EF4-FFF2-40B4-BE49-F238E27FC236}">
                <a16:creationId xmlns:a16="http://schemas.microsoft.com/office/drawing/2014/main" id="{BEAFCF90-157E-BE49-BD84-A103E15DA482}"/>
              </a:ext>
            </a:extLst>
          </p:cNvPr>
          <p:cNvSpPr>
            <a:spLocks noChangeShapeType="1"/>
          </p:cNvSpPr>
          <p:nvPr/>
        </p:nvSpPr>
        <p:spPr bwMode="auto">
          <a:xfrm>
            <a:off x="3795713" y="3097530"/>
            <a:ext cx="0" cy="48458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93" name="Line 37">
            <a:extLst>
              <a:ext uri="{FF2B5EF4-FFF2-40B4-BE49-F238E27FC236}">
                <a16:creationId xmlns:a16="http://schemas.microsoft.com/office/drawing/2014/main" id="{3BA81BA1-98D1-654F-BE91-9058053A7EC2}"/>
              </a:ext>
            </a:extLst>
          </p:cNvPr>
          <p:cNvSpPr>
            <a:spLocks noChangeShapeType="1"/>
          </p:cNvSpPr>
          <p:nvPr/>
        </p:nvSpPr>
        <p:spPr bwMode="auto">
          <a:xfrm>
            <a:off x="3286125" y="3638074"/>
            <a:ext cx="0" cy="24169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94" name="Line 38">
            <a:extLst>
              <a:ext uri="{FF2B5EF4-FFF2-40B4-BE49-F238E27FC236}">
                <a16:creationId xmlns:a16="http://schemas.microsoft.com/office/drawing/2014/main" id="{D0B82653-B5B6-A045-9BDC-747163269F31}"/>
              </a:ext>
            </a:extLst>
          </p:cNvPr>
          <p:cNvSpPr>
            <a:spLocks noChangeShapeType="1"/>
          </p:cNvSpPr>
          <p:nvPr/>
        </p:nvSpPr>
        <p:spPr bwMode="auto">
          <a:xfrm>
            <a:off x="6179344" y="3615452"/>
            <a:ext cx="0" cy="24169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95" name="Text Box 39">
            <a:extLst>
              <a:ext uri="{FF2B5EF4-FFF2-40B4-BE49-F238E27FC236}">
                <a16:creationId xmlns:a16="http://schemas.microsoft.com/office/drawing/2014/main" id="{D51102A2-1AB1-D749-BC9B-6AD7CA042A60}"/>
              </a:ext>
            </a:extLst>
          </p:cNvPr>
          <p:cNvSpPr txBox="1">
            <a:spLocks noChangeArrowheads="1"/>
          </p:cNvSpPr>
          <p:nvPr/>
        </p:nvSpPr>
        <p:spPr bwMode="auto">
          <a:xfrm>
            <a:off x="3274219" y="3147537"/>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首部</a:t>
            </a:r>
          </a:p>
        </p:txBody>
      </p:sp>
      <p:sp>
        <p:nvSpPr>
          <p:cNvPr id="352296" name="Text Box 40">
            <a:extLst>
              <a:ext uri="{FF2B5EF4-FFF2-40B4-BE49-F238E27FC236}">
                <a16:creationId xmlns:a16="http://schemas.microsoft.com/office/drawing/2014/main" id="{367A4F7F-14B0-FC4C-A1D0-44D11263C657}"/>
              </a:ext>
            </a:extLst>
          </p:cNvPr>
          <p:cNvSpPr txBox="1">
            <a:spLocks noChangeArrowheads="1"/>
          </p:cNvSpPr>
          <p:nvPr/>
        </p:nvSpPr>
        <p:spPr bwMode="auto">
          <a:xfrm>
            <a:off x="4442223" y="3147537"/>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路由部分</a:t>
            </a:r>
          </a:p>
        </p:txBody>
      </p:sp>
      <p:sp>
        <p:nvSpPr>
          <p:cNvPr id="352297" name="Rectangle 41">
            <a:extLst>
              <a:ext uri="{FF2B5EF4-FFF2-40B4-BE49-F238E27FC236}">
                <a16:creationId xmlns:a16="http://schemas.microsoft.com/office/drawing/2014/main" id="{5D93A1A7-713F-BC46-9BAC-2F2A9D628BBF}"/>
              </a:ext>
            </a:extLst>
          </p:cNvPr>
          <p:cNvSpPr>
            <a:spLocks noChangeArrowheads="1"/>
          </p:cNvSpPr>
          <p:nvPr/>
        </p:nvSpPr>
        <p:spPr bwMode="auto">
          <a:xfrm>
            <a:off x="1223963" y="1942624"/>
            <a:ext cx="2721769" cy="301229"/>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98" name="Line 42">
            <a:extLst>
              <a:ext uri="{FF2B5EF4-FFF2-40B4-BE49-F238E27FC236}">
                <a16:creationId xmlns:a16="http://schemas.microsoft.com/office/drawing/2014/main" id="{E1AC700E-DCF9-9646-96D1-C59295D79F6F}"/>
              </a:ext>
            </a:extLst>
          </p:cNvPr>
          <p:cNvSpPr>
            <a:spLocks noChangeShapeType="1"/>
          </p:cNvSpPr>
          <p:nvPr/>
        </p:nvSpPr>
        <p:spPr bwMode="auto">
          <a:xfrm rot="16200000">
            <a:off x="1751410" y="2095024"/>
            <a:ext cx="3048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99" name="Line 43">
            <a:extLst>
              <a:ext uri="{FF2B5EF4-FFF2-40B4-BE49-F238E27FC236}">
                <a16:creationId xmlns:a16="http://schemas.microsoft.com/office/drawing/2014/main" id="{33CED1C2-6A0A-B44B-8EEC-0858CF780E8E}"/>
              </a:ext>
            </a:extLst>
          </p:cNvPr>
          <p:cNvSpPr>
            <a:spLocks noChangeShapeType="1"/>
          </p:cNvSpPr>
          <p:nvPr/>
        </p:nvSpPr>
        <p:spPr bwMode="auto">
          <a:xfrm rot="16200000">
            <a:off x="2431852" y="2095619"/>
            <a:ext cx="30599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300" name="Text Box 44">
            <a:extLst>
              <a:ext uri="{FF2B5EF4-FFF2-40B4-BE49-F238E27FC236}">
                <a16:creationId xmlns:a16="http://schemas.microsoft.com/office/drawing/2014/main" id="{08233948-7E33-6D4A-A898-FBB9B60CCB33}"/>
              </a:ext>
            </a:extLst>
          </p:cNvPr>
          <p:cNvSpPr txBox="1">
            <a:spLocks noChangeArrowheads="1"/>
          </p:cNvSpPr>
          <p:nvPr/>
        </p:nvSpPr>
        <p:spPr bwMode="auto">
          <a:xfrm>
            <a:off x="2933701" y="1911668"/>
            <a:ext cx="7296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必为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352301" name="Text Box 45">
            <a:extLst>
              <a:ext uri="{FF2B5EF4-FFF2-40B4-BE49-F238E27FC236}">
                <a16:creationId xmlns:a16="http://schemas.microsoft.com/office/drawing/2014/main" id="{A73E8DBF-D7E2-4340-90C9-81098B719DD3}"/>
              </a:ext>
            </a:extLst>
          </p:cNvPr>
          <p:cNvSpPr txBox="1">
            <a:spLocks noChangeArrowheads="1"/>
          </p:cNvSpPr>
          <p:nvPr/>
        </p:nvSpPr>
        <p:spPr bwMode="auto">
          <a:xfrm>
            <a:off x="1997869" y="1906905"/>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版本</a:t>
            </a:r>
          </a:p>
        </p:txBody>
      </p:sp>
      <p:sp>
        <p:nvSpPr>
          <p:cNvPr id="352302" name="Text Box 46">
            <a:extLst>
              <a:ext uri="{FF2B5EF4-FFF2-40B4-BE49-F238E27FC236}">
                <a16:creationId xmlns:a16="http://schemas.microsoft.com/office/drawing/2014/main" id="{7B7A6F7C-879D-0546-AF41-C55DB12EF7E4}"/>
              </a:ext>
            </a:extLst>
          </p:cNvPr>
          <p:cNvSpPr txBox="1">
            <a:spLocks noChangeArrowheads="1"/>
          </p:cNvSpPr>
          <p:nvPr/>
        </p:nvSpPr>
        <p:spPr bwMode="auto">
          <a:xfrm>
            <a:off x="1304926" y="1898571"/>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命令</a:t>
            </a:r>
          </a:p>
        </p:txBody>
      </p:sp>
      <p:sp>
        <p:nvSpPr>
          <p:cNvPr id="352303" name="Line 47">
            <a:extLst>
              <a:ext uri="{FF2B5EF4-FFF2-40B4-BE49-F238E27FC236}">
                <a16:creationId xmlns:a16="http://schemas.microsoft.com/office/drawing/2014/main" id="{D6660DB8-1707-A049-B324-08C4BE9D1420}"/>
              </a:ext>
            </a:extLst>
          </p:cNvPr>
          <p:cNvSpPr>
            <a:spLocks noChangeShapeType="1"/>
          </p:cNvSpPr>
          <p:nvPr/>
        </p:nvSpPr>
        <p:spPr bwMode="auto">
          <a:xfrm>
            <a:off x="1239441" y="1749743"/>
            <a:ext cx="2720578"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304" name="Text Box 48">
            <a:extLst>
              <a:ext uri="{FF2B5EF4-FFF2-40B4-BE49-F238E27FC236}">
                <a16:creationId xmlns:a16="http://schemas.microsoft.com/office/drawing/2014/main" id="{F5590FEF-8738-7043-95D5-D5D1D4894886}"/>
              </a:ext>
            </a:extLst>
          </p:cNvPr>
          <p:cNvSpPr txBox="1">
            <a:spLocks noChangeArrowheads="1"/>
          </p:cNvSpPr>
          <p:nvPr/>
        </p:nvSpPr>
        <p:spPr bwMode="auto">
          <a:xfrm>
            <a:off x="2331244" y="1571149"/>
            <a:ext cx="782587"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4 </a:t>
            </a:r>
            <a:r>
              <a:rPr kumimoji="1" lang="zh-CN" altLang="en-US" sz="1500">
                <a:latin typeface="Arial" panose="020B0604020202020204" pitchFamily="34" charset="0"/>
                <a:ea typeface="宋体" panose="02010600030101010101" pitchFamily="2" charset="-122"/>
                <a:cs typeface="黑体" panose="02010609060101010101" pitchFamily="49" charset="-122"/>
              </a:rPr>
              <a:t>字节</a:t>
            </a:r>
          </a:p>
        </p:txBody>
      </p:sp>
      <p:sp>
        <p:nvSpPr>
          <p:cNvPr id="352305" name="Text Box 49">
            <a:extLst>
              <a:ext uri="{FF2B5EF4-FFF2-40B4-BE49-F238E27FC236}">
                <a16:creationId xmlns:a16="http://schemas.microsoft.com/office/drawing/2014/main" id="{2F3B03D6-4896-3E4D-8A8A-9DE51EE6C620}"/>
              </a:ext>
            </a:extLst>
          </p:cNvPr>
          <p:cNvSpPr txBox="1">
            <a:spLocks noChangeArrowheads="1"/>
          </p:cNvSpPr>
          <p:nvPr/>
        </p:nvSpPr>
        <p:spPr bwMode="auto">
          <a:xfrm>
            <a:off x="5222082" y="1869996"/>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子网掩码</a:t>
            </a:r>
          </a:p>
        </p:txBody>
      </p:sp>
      <p:sp>
        <p:nvSpPr>
          <p:cNvPr id="352306" name="Text Box 50">
            <a:extLst>
              <a:ext uri="{FF2B5EF4-FFF2-40B4-BE49-F238E27FC236}">
                <a16:creationId xmlns:a16="http://schemas.microsoft.com/office/drawing/2014/main" id="{52900511-E6D8-0443-9EF2-EDDADA0BD2F2}"/>
              </a:ext>
            </a:extLst>
          </p:cNvPr>
          <p:cNvSpPr txBox="1">
            <a:spLocks noChangeArrowheads="1"/>
          </p:cNvSpPr>
          <p:nvPr/>
        </p:nvSpPr>
        <p:spPr bwMode="auto">
          <a:xfrm>
            <a:off x="4926807" y="2156937"/>
            <a:ext cx="172354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下一跳路由器地址</a:t>
            </a:r>
          </a:p>
        </p:txBody>
      </p:sp>
      <p:sp>
        <p:nvSpPr>
          <p:cNvPr id="352307" name="Text Box 51">
            <a:extLst>
              <a:ext uri="{FF2B5EF4-FFF2-40B4-BE49-F238E27FC236}">
                <a16:creationId xmlns:a16="http://schemas.microsoft.com/office/drawing/2014/main" id="{FDB0590D-347B-0946-83AA-85917C957090}"/>
              </a:ext>
            </a:extLst>
          </p:cNvPr>
          <p:cNvSpPr txBox="1">
            <a:spLocks noChangeArrowheads="1"/>
          </p:cNvSpPr>
          <p:nvPr/>
        </p:nvSpPr>
        <p:spPr bwMode="auto">
          <a:xfrm>
            <a:off x="3818335" y="4466749"/>
            <a:ext cx="1603068"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UDP </a:t>
            </a:r>
            <a:r>
              <a:rPr kumimoji="1" lang="zh-CN" altLang="en-US" sz="1500">
                <a:latin typeface="Arial" panose="020B0604020202020204" pitchFamily="34" charset="0"/>
                <a:ea typeface="宋体" panose="02010600030101010101" pitchFamily="2" charset="-122"/>
                <a:cs typeface="黑体" panose="02010609060101010101" pitchFamily="49" charset="-122"/>
              </a:rPr>
              <a:t>用户数据报</a:t>
            </a:r>
          </a:p>
        </p:txBody>
      </p:sp>
      <p:sp>
        <p:nvSpPr>
          <p:cNvPr id="352308" name="Line 52">
            <a:extLst>
              <a:ext uri="{FF2B5EF4-FFF2-40B4-BE49-F238E27FC236}">
                <a16:creationId xmlns:a16="http://schemas.microsoft.com/office/drawing/2014/main" id="{4E2B1EE9-CFF7-0148-9750-48CF07796FEA}"/>
              </a:ext>
            </a:extLst>
          </p:cNvPr>
          <p:cNvSpPr>
            <a:spLocks noChangeShapeType="1"/>
          </p:cNvSpPr>
          <p:nvPr/>
        </p:nvSpPr>
        <p:spPr bwMode="auto">
          <a:xfrm>
            <a:off x="2746772" y="4504849"/>
            <a:ext cx="0" cy="24169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309" name="Freeform 53">
            <a:extLst>
              <a:ext uri="{FF2B5EF4-FFF2-40B4-BE49-F238E27FC236}">
                <a16:creationId xmlns:a16="http://schemas.microsoft.com/office/drawing/2014/main" id="{9D19E3C3-E2EB-B14F-AE2E-DAAB4CC075B3}"/>
              </a:ext>
            </a:extLst>
          </p:cNvPr>
          <p:cNvSpPr>
            <a:spLocks/>
          </p:cNvSpPr>
          <p:nvPr/>
        </p:nvSpPr>
        <p:spPr bwMode="auto">
          <a:xfrm>
            <a:off x="7163991" y="2031921"/>
            <a:ext cx="432197" cy="1256109"/>
          </a:xfrm>
          <a:custGeom>
            <a:avLst/>
            <a:gdLst>
              <a:gd name="T0" fmla="*/ 2147483646 w 363"/>
              <a:gd name="T1" fmla="*/ 0 h 1088"/>
              <a:gd name="T2" fmla="*/ 2147483646 w 363"/>
              <a:gd name="T3" fmla="*/ 0 h 1088"/>
              <a:gd name="T4" fmla="*/ 0 w 363"/>
              <a:gd name="T5" fmla="*/ 2147483646 h 1088"/>
              <a:gd name="T6" fmla="*/ 0 60000 65536"/>
              <a:gd name="T7" fmla="*/ 0 60000 65536"/>
              <a:gd name="T8" fmla="*/ 0 60000 65536"/>
            </a:gdLst>
            <a:ahLst/>
            <a:cxnLst>
              <a:cxn ang="T6">
                <a:pos x="T0" y="T1"/>
              </a:cxn>
              <a:cxn ang="T7">
                <a:pos x="T2" y="T3"/>
              </a:cxn>
              <a:cxn ang="T8">
                <a:pos x="T4" y="T5"/>
              </a:cxn>
            </a:cxnLst>
            <a:rect l="0" t="0" r="r" b="b"/>
            <a:pathLst>
              <a:path w="363" h="1088">
                <a:moveTo>
                  <a:pt x="46" y="0"/>
                </a:moveTo>
                <a:lnTo>
                  <a:pt x="363" y="0"/>
                </a:lnTo>
                <a:lnTo>
                  <a:pt x="0" y="1088"/>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 name="标题 2">
            <a:extLst>
              <a:ext uri="{FF2B5EF4-FFF2-40B4-BE49-F238E27FC236}">
                <a16:creationId xmlns:a16="http://schemas.microsoft.com/office/drawing/2014/main" id="{CB74FBB3-D57C-6440-A70A-F72A2E533D18}"/>
              </a:ext>
            </a:extLst>
          </p:cNvPr>
          <p:cNvSpPr>
            <a:spLocks noGrp="1"/>
          </p:cNvSpPr>
          <p:nvPr>
            <p:ph type="title"/>
          </p:nvPr>
        </p:nvSpPr>
        <p:spPr/>
        <p:txBody>
          <a:bodyPr/>
          <a:lstStyle/>
          <a:p>
            <a:r>
              <a:rPr lang="en-US" altLang="zh-CN" dirty="0">
                <a:ea typeface="宋体" panose="02010600030101010101" pitchFamily="2" charset="-122"/>
              </a:rPr>
              <a:t>3. RIP2 </a:t>
            </a:r>
            <a:r>
              <a:rPr lang="zh-CN" altLang="en-US" dirty="0">
                <a:ea typeface="宋体" panose="02010600030101010101" pitchFamily="2" charset="-122"/>
              </a:rPr>
              <a:t>协议的报文格式 </a:t>
            </a:r>
            <a:endParaRPr kumimoji="1" lang="zh-CN" altLang="en-US" dirty="0"/>
          </a:p>
        </p:txBody>
      </p:sp>
    </p:spTree>
    <p:extLst>
      <p:ext uri="{BB962C8B-B14F-4D97-AF65-F5344CB8AC3E}">
        <p14:creationId xmlns:p14="http://schemas.microsoft.com/office/powerpoint/2010/main" val="2917950415"/>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4305" name="Rectangle 2">
            <a:extLst>
              <a:ext uri="{FF2B5EF4-FFF2-40B4-BE49-F238E27FC236}">
                <a16:creationId xmlns:a16="http://schemas.microsoft.com/office/drawing/2014/main" id="{1F05FBF8-23D8-1945-AD8C-A738FF9618C1}"/>
              </a:ext>
            </a:extLst>
          </p:cNvPr>
          <p:cNvSpPr>
            <a:spLocks noGrp="1" noChangeArrowheads="1"/>
          </p:cNvSpPr>
          <p:nvPr>
            <p:ph type="title"/>
          </p:nvPr>
        </p:nvSpPr>
        <p:spPr>
          <a:xfrm>
            <a:off x="171451" y="160735"/>
            <a:ext cx="7748588" cy="790575"/>
          </a:xfrm>
        </p:spPr>
        <p:txBody>
          <a:bodyPr/>
          <a:lstStyle/>
          <a:p>
            <a:pPr eaLnBrk="1" hangingPunct="1"/>
            <a:r>
              <a:rPr lang="en-US" altLang="zh-CN" dirty="0">
                <a:latin typeface="Times New Roman" panose="02020603050405020304" pitchFamily="18" charset="0"/>
                <a:ea typeface="宋体" panose="02010600030101010101" pitchFamily="2" charset="-122"/>
              </a:rPr>
              <a:t>RIP2 </a:t>
            </a:r>
            <a:r>
              <a:rPr lang="zh-CN" altLang="en-US" dirty="0">
                <a:latin typeface="Times New Roman" panose="02020603050405020304" pitchFamily="18" charset="0"/>
                <a:ea typeface="宋体" panose="02010600030101010101" pitchFamily="2" charset="-122"/>
              </a:rPr>
              <a:t>的报文由首部和路由部分组成</a:t>
            </a:r>
          </a:p>
        </p:txBody>
      </p:sp>
      <p:sp>
        <p:nvSpPr>
          <p:cNvPr id="572419" name="Rectangle 3">
            <a:extLst>
              <a:ext uri="{FF2B5EF4-FFF2-40B4-BE49-F238E27FC236}">
                <a16:creationId xmlns:a16="http://schemas.microsoft.com/office/drawing/2014/main" id="{793704AE-6CB9-2545-81EE-8CF1E0530F3A}"/>
              </a:ext>
            </a:extLst>
          </p:cNvPr>
          <p:cNvSpPr>
            <a:spLocks noGrp="1" noChangeArrowheads="1"/>
          </p:cNvSpPr>
          <p:nvPr>
            <p:ph type="body" idx="1"/>
          </p:nvPr>
        </p:nvSpPr>
        <p:spPr>
          <a:xfrm>
            <a:off x="171451" y="1059656"/>
            <a:ext cx="8766809" cy="3733800"/>
          </a:xfrm>
        </p:spPr>
        <p:txBody>
          <a:bodyPr/>
          <a:lstStyle/>
          <a:p>
            <a:pPr algn="just" eaLnBrk="1" hangingPunct="1"/>
            <a:r>
              <a:rPr lang="en-US" altLang="zh-CN" dirty="0">
                <a:ea typeface="宋体" panose="02010600030101010101" pitchFamily="2" charset="-122"/>
              </a:rPr>
              <a:t>RIP2 </a:t>
            </a:r>
            <a:r>
              <a:rPr lang="zh-CN" altLang="en-US" dirty="0">
                <a:ea typeface="宋体" panose="02010600030101010101" pitchFamily="2" charset="-122"/>
              </a:rPr>
              <a:t>报文中的路由部分由若干个路由信息组成。</a:t>
            </a:r>
            <a:r>
              <a:rPr lang="zh-CN" altLang="en-US" dirty="0">
                <a:solidFill>
                  <a:srgbClr val="FF0000"/>
                </a:solidFill>
                <a:ea typeface="宋体" panose="02010600030101010101" pitchFamily="2" charset="-122"/>
              </a:rPr>
              <a:t>每个路由信息需要用 </a:t>
            </a:r>
            <a:r>
              <a:rPr lang="en-US" altLang="zh-CN" dirty="0">
                <a:solidFill>
                  <a:srgbClr val="FF0000"/>
                </a:solidFill>
                <a:ea typeface="宋体" panose="02010600030101010101" pitchFamily="2" charset="-122"/>
              </a:rPr>
              <a:t>20 </a:t>
            </a:r>
            <a:r>
              <a:rPr lang="zh-CN" altLang="en-US" dirty="0">
                <a:solidFill>
                  <a:srgbClr val="FF0000"/>
                </a:solidFill>
                <a:ea typeface="宋体" panose="02010600030101010101" pitchFamily="2" charset="-122"/>
              </a:rPr>
              <a:t>个字节</a:t>
            </a:r>
            <a:r>
              <a:rPr lang="zh-CN" altLang="en-US" dirty="0">
                <a:ea typeface="宋体" panose="02010600030101010101" pitchFamily="2" charset="-122"/>
              </a:rPr>
              <a:t>。地址族标识符（又称为地址类别）字段用来标志所使用的</a:t>
            </a:r>
            <a:r>
              <a:rPr lang="zh-CN" altLang="en-US" dirty="0">
                <a:solidFill>
                  <a:srgbClr val="FF0000"/>
                </a:solidFill>
                <a:ea typeface="宋体" panose="02010600030101010101" pitchFamily="2" charset="-122"/>
              </a:rPr>
              <a:t>地址协议</a:t>
            </a:r>
            <a:r>
              <a:rPr lang="zh-CN" altLang="en-US" dirty="0">
                <a:ea typeface="宋体" panose="02010600030101010101" pitchFamily="2" charset="-122"/>
              </a:rPr>
              <a:t>。</a:t>
            </a:r>
          </a:p>
          <a:p>
            <a:pPr algn="just" eaLnBrk="1" hangingPunct="1"/>
            <a:r>
              <a:rPr lang="zh-CN" altLang="en-US" dirty="0">
                <a:ea typeface="宋体" panose="02010600030101010101" pitchFamily="2" charset="-122"/>
              </a:rPr>
              <a:t>路由标记填入自治系统的号码，这是考虑使</a:t>
            </a:r>
            <a:r>
              <a:rPr lang="en-US" altLang="zh-CN" dirty="0">
                <a:ea typeface="宋体" panose="02010600030101010101" pitchFamily="2" charset="-122"/>
              </a:rPr>
              <a:t>RIP </a:t>
            </a:r>
            <a:r>
              <a:rPr lang="zh-CN" altLang="en-US" dirty="0">
                <a:ea typeface="宋体" panose="02010600030101010101" pitchFamily="2" charset="-122"/>
              </a:rPr>
              <a:t>有可能收到本自治系统以外的路由选择信息。再后面指出某个网络地址、该网络的子网掩码、下一跳路由器地址以及到此网络的距离。  </a:t>
            </a:r>
          </a:p>
        </p:txBody>
      </p:sp>
      <p:sp>
        <p:nvSpPr>
          <p:cNvPr id="354307" name="幻灯片编号占位符 1">
            <a:extLst>
              <a:ext uri="{FF2B5EF4-FFF2-40B4-BE49-F238E27FC236}">
                <a16:creationId xmlns:a16="http://schemas.microsoft.com/office/drawing/2014/main" id="{413C05AE-7420-484C-A681-853D96D32C4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2BC4A7F-CDA9-5E47-A765-0F114A2F17E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163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64119418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72419">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2419" grpId="0" build="p"/>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353" name="Rectangle 2">
            <a:extLst>
              <a:ext uri="{FF2B5EF4-FFF2-40B4-BE49-F238E27FC236}">
                <a16:creationId xmlns:a16="http://schemas.microsoft.com/office/drawing/2014/main" id="{D188C2BF-348F-B345-82BE-28CD23E0719D}"/>
              </a:ext>
            </a:extLst>
          </p:cNvPr>
          <p:cNvSpPr>
            <a:spLocks noGrp="1" noChangeArrowheads="1"/>
          </p:cNvSpPr>
          <p:nvPr>
            <p:ph type="title"/>
          </p:nvPr>
        </p:nvSpPr>
        <p:spPr>
          <a:xfrm>
            <a:off x="172642" y="172403"/>
            <a:ext cx="6087665" cy="736997"/>
          </a:xfrm>
        </p:spPr>
        <p:txBody>
          <a:bodyPr/>
          <a:lstStyle/>
          <a:p>
            <a:pPr eaLnBrk="1" hangingPunct="1"/>
            <a:r>
              <a:rPr lang="en-US" altLang="zh-CN" dirty="0">
                <a:latin typeface="Times New Roman" panose="02020603050405020304" pitchFamily="18" charset="0"/>
                <a:ea typeface="宋体" panose="02010600030101010101" pitchFamily="2" charset="-122"/>
              </a:rPr>
              <a:t>RIP </a:t>
            </a:r>
            <a:r>
              <a:rPr lang="zh-CN" altLang="en-US" dirty="0">
                <a:latin typeface="Times New Roman" panose="02020603050405020304" pitchFamily="18" charset="0"/>
                <a:ea typeface="宋体" panose="02010600030101010101" pitchFamily="2" charset="-122"/>
              </a:rPr>
              <a:t>协议的优缺点 </a:t>
            </a:r>
          </a:p>
        </p:txBody>
      </p:sp>
      <p:sp>
        <p:nvSpPr>
          <p:cNvPr id="573443" name="Rectangle 3">
            <a:extLst>
              <a:ext uri="{FF2B5EF4-FFF2-40B4-BE49-F238E27FC236}">
                <a16:creationId xmlns:a16="http://schemas.microsoft.com/office/drawing/2014/main" id="{6F13B298-77B5-F34D-B958-DBEB5594BE65}"/>
              </a:ext>
            </a:extLst>
          </p:cNvPr>
          <p:cNvSpPr>
            <a:spLocks noGrp="1" noChangeArrowheads="1"/>
          </p:cNvSpPr>
          <p:nvPr>
            <p:ph type="body" idx="1"/>
          </p:nvPr>
        </p:nvSpPr>
        <p:spPr>
          <a:xfrm>
            <a:off x="262890" y="1059656"/>
            <a:ext cx="8675370" cy="3733800"/>
          </a:xfrm>
        </p:spPr>
        <p:txBody>
          <a:bodyPr/>
          <a:lstStyle/>
          <a:p>
            <a:pPr algn="just" eaLnBrk="1" hangingPunct="1"/>
            <a:r>
              <a:rPr lang="en-US" altLang="zh-CN" dirty="0">
                <a:ea typeface="宋体" panose="02010600030101010101" pitchFamily="2" charset="-122"/>
              </a:rPr>
              <a:t>RIP </a:t>
            </a:r>
            <a:r>
              <a:rPr lang="zh-CN" altLang="en-US" dirty="0">
                <a:ea typeface="宋体" panose="02010600030101010101" pitchFamily="2" charset="-122"/>
              </a:rPr>
              <a:t>存在的一个问题是当网络出现故障时，要经过比较长的时间才能将此信息传送到所有的路由器。</a:t>
            </a:r>
          </a:p>
          <a:p>
            <a:pPr algn="just" eaLnBrk="1" hangingPunct="1"/>
            <a:r>
              <a:rPr lang="en-US" altLang="zh-CN" dirty="0">
                <a:ea typeface="宋体" panose="02010600030101010101" pitchFamily="2" charset="-122"/>
              </a:rPr>
              <a:t>RIP </a:t>
            </a:r>
            <a:r>
              <a:rPr lang="zh-CN" altLang="en-US" dirty="0">
                <a:ea typeface="宋体" panose="02010600030101010101" pitchFamily="2" charset="-122"/>
              </a:rPr>
              <a:t>协议最大的优点就是实现简单，开销较小。</a:t>
            </a:r>
          </a:p>
          <a:p>
            <a:pPr algn="just" eaLnBrk="1" hangingPunct="1"/>
            <a:r>
              <a:rPr lang="en-US" altLang="zh-CN" dirty="0">
                <a:ea typeface="宋体" panose="02010600030101010101" pitchFamily="2" charset="-122"/>
              </a:rPr>
              <a:t>RIP </a:t>
            </a:r>
            <a:r>
              <a:rPr lang="zh-CN" altLang="en-US" dirty="0">
                <a:ea typeface="宋体" panose="02010600030101010101" pitchFamily="2" charset="-122"/>
              </a:rPr>
              <a:t>限制了网络的规模，它能使用的最大距离为 </a:t>
            </a:r>
            <a:r>
              <a:rPr lang="en-US" altLang="zh-CN" dirty="0">
                <a:ea typeface="宋体" panose="02010600030101010101" pitchFamily="2" charset="-122"/>
              </a:rPr>
              <a:t>15</a:t>
            </a:r>
            <a:r>
              <a:rPr lang="zh-CN" altLang="en-US" dirty="0">
                <a:ea typeface="宋体" panose="02010600030101010101" pitchFamily="2" charset="-122"/>
              </a:rPr>
              <a:t>（</a:t>
            </a:r>
            <a:r>
              <a:rPr lang="en-US" altLang="zh-CN" dirty="0">
                <a:ea typeface="宋体" panose="02010600030101010101" pitchFamily="2" charset="-122"/>
              </a:rPr>
              <a:t>16 </a:t>
            </a:r>
            <a:r>
              <a:rPr lang="zh-CN" altLang="en-US" dirty="0">
                <a:ea typeface="宋体" panose="02010600030101010101" pitchFamily="2" charset="-122"/>
              </a:rPr>
              <a:t>表示不可达）。</a:t>
            </a:r>
          </a:p>
          <a:p>
            <a:pPr algn="just" eaLnBrk="1" hangingPunct="1"/>
            <a:r>
              <a:rPr lang="zh-CN" altLang="en-US" dirty="0">
                <a:ea typeface="宋体" panose="02010600030101010101" pitchFamily="2" charset="-122"/>
              </a:rPr>
              <a:t>路由器之间交换的路由信息是路由器中的完整路由表，因而随着网络规模的扩大，开销也就增加。   </a:t>
            </a:r>
          </a:p>
        </p:txBody>
      </p:sp>
      <p:sp>
        <p:nvSpPr>
          <p:cNvPr id="356355" name="幻灯片编号占位符 1">
            <a:extLst>
              <a:ext uri="{FF2B5EF4-FFF2-40B4-BE49-F238E27FC236}">
                <a16:creationId xmlns:a16="http://schemas.microsoft.com/office/drawing/2014/main" id="{D96E0BEF-3AB0-484E-B983-A9515470A562}"/>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E3E2BE2F-01E7-1443-BF7A-C02FBF42D5F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164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70356494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7344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7344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7344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3443" grpId="0" build="p"/>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03" name="灯片编号占位符 3">
            <a:extLst>
              <a:ext uri="{FF2B5EF4-FFF2-40B4-BE49-F238E27FC236}">
                <a16:creationId xmlns:a16="http://schemas.microsoft.com/office/drawing/2014/main" id="{ED444F53-6BEE-0342-8177-507A6D50D4B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B96FE0D-EABE-2443-AED6-7C121EDFF7A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165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 name="Rectangle 2">
            <a:extLst>
              <a:ext uri="{FF2B5EF4-FFF2-40B4-BE49-F238E27FC236}">
                <a16:creationId xmlns:a16="http://schemas.microsoft.com/office/drawing/2014/main" id="{CEE5B31F-5C9B-514B-A58F-AB2048212BB8}"/>
              </a:ext>
            </a:extLst>
          </p:cNvPr>
          <p:cNvSpPr>
            <a:spLocks noGrp="1" noChangeArrowheads="1"/>
          </p:cNvSpPr>
          <p:nvPr>
            <p:ph type="title"/>
          </p:nvPr>
        </p:nvSpPr>
        <p:spPr>
          <a:xfrm>
            <a:off x="187287" y="318272"/>
            <a:ext cx="8328063" cy="548501"/>
          </a:xfrm>
        </p:spPr>
        <p:txBody>
          <a:bodyPr rtlCol="0"/>
          <a:lstStyle/>
          <a:p>
            <a:pPr fontAlgn="auto">
              <a:spcAft>
                <a:spcPts val="0"/>
              </a:spcAft>
              <a:defRPr/>
            </a:pPr>
            <a:r>
              <a:rPr kumimoji="1" lang="zh-CN" altLang="en-US" dirty="0">
                <a:latin typeface="微软雅黑" panose="020B0503020204020204" pitchFamily="34" charset="-122"/>
                <a:ea typeface="宋体" panose="02010600030101010101" pitchFamily="2" charset="-122"/>
              </a:rPr>
              <a:t>好消息传播得快，而坏消息传播得慢</a:t>
            </a:r>
            <a:endParaRPr lang="zh-CN" altLang="en-US" b="0" dirty="0"/>
          </a:p>
        </p:txBody>
      </p:sp>
      <p:sp>
        <p:nvSpPr>
          <p:cNvPr id="7" name="Rectangle 3">
            <a:extLst>
              <a:ext uri="{FF2B5EF4-FFF2-40B4-BE49-F238E27FC236}">
                <a16:creationId xmlns:a16="http://schemas.microsoft.com/office/drawing/2014/main" id="{A037A088-0F25-9F45-9DC6-3A0A2582C191}"/>
              </a:ext>
            </a:extLst>
          </p:cNvPr>
          <p:cNvSpPr txBox="1">
            <a:spLocks noChangeArrowheads="1"/>
          </p:cNvSpPr>
          <p:nvPr/>
        </p:nvSpPr>
        <p:spPr bwMode="auto">
          <a:xfrm>
            <a:off x="196812" y="933709"/>
            <a:ext cx="8750376" cy="4028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lvl1pPr marL="342900" indent="-342900" algn="l" rtl="0" eaLnBrk="0" fontAlgn="base" hangingPunct="0">
              <a:lnSpc>
                <a:spcPct val="150000"/>
              </a:lnSpc>
              <a:spcBef>
                <a:spcPts val="750"/>
              </a:spcBef>
              <a:spcAft>
                <a:spcPct val="0"/>
              </a:spcAft>
              <a:buClr>
                <a:srgbClr val="3F762B"/>
              </a:buClr>
              <a:buFont typeface="Wingdings" panose="05000000000000000000" pitchFamily="2" charset="2"/>
              <a:buChar char="n"/>
              <a:defRPr sz="3200">
                <a:solidFill>
                  <a:schemeClr val="tx1"/>
                </a:solidFill>
                <a:latin typeface="+mn-ea"/>
                <a:ea typeface="+mn-ea"/>
                <a:cs typeface="+mn-cs"/>
                <a:sym typeface="Calibri" panose="020F0502020204030204" pitchFamily="34" charset="0"/>
              </a:defRPr>
            </a:lvl1pPr>
            <a:lvl2pPr marL="685800" indent="-342900" algn="l" rtl="0" eaLnBrk="0" fontAlgn="base" hangingPunct="0">
              <a:lnSpc>
                <a:spcPct val="150000"/>
              </a:lnSpc>
              <a:spcBef>
                <a:spcPts val="375"/>
              </a:spcBef>
              <a:spcAft>
                <a:spcPct val="0"/>
              </a:spcAft>
              <a:buClr>
                <a:srgbClr val="3F762B"/>
              </a:buClr>
              <a:buFont typeface="Wingdings" panose="05000000000000000000" pitchFamily="2" charset="2"/>
              <a:buChar char="n"/>
              <a:defRPr sz="2800">
                <a:solidFill>
                  <a:schemeClr val="tx1"/>
                </a:solidFill>
                <a:latin typeface="+mn-ea"/>
                <a:ea typeface="+mn-ea"/>
                <a:sym typeface="Calibri" panose="020F0502020204030204" pitchFamily="34" charset="0"/>
              </a:defRPr>
            </a:lvl2pPr>
            <a:lvl3pPr marL="1028700" indent="-342900" algn="l" rtl="0" eaLnBrk="0" fontAlgn="base" hangingPunct="0">
              <a:lnSpc>
                <a:spcPct val="150000"/>
              </a:lnSpc>
              <a:spcBef>
                <a:spcPts val="375"/>
              </a:spcBef>
              <a:spcAft>
                <a:spcPct val="0"/>
              </a:spcAft>
              <a:buClr>
                <a:srgbClr val="3F762B"/>
              </a:buClr>
              <a:buFont typeface="Wingdings" panose="05000000000000000000" pitchFamily="2" charset="2"/>
              <a:buChar char="n"/>
              <a:defRPr sz="2400">
                <a:solidFill>
                  <a:schemeClr val="tx1"/>
                </a:solidFill>
                <a:latin typeface="+mn-ea"/>
                <a:ea typeface="+mn-ea"/>
                <a:sym typeface="Calibri" panose="020F0502020204030204" pitchFamily="34" charset="0"/>
              </a:defRPr>
            </a:lvl3pPr>
            <a:lvl4pPr marL="1371600" indent="-342900" algn="l" rtl="0" eaLnBrk="0" fontAlgn="base" hangingPunct="0">
              <a:lnSpc>
                <a:spcPct val="150000"/>
              </a:lnSpc>
              <a:spcBef>
                <a:spcPts val="375"/>
              </a:spcBef>
              <a:spcAft>
                <a:spcPct val="0"/>
              </a:spcAft>
              <a:buClr>
                <a:srgbClr val="3F762B"/>
              </a:buClr>
              <a:buFont typeface="Wingdings" panose="05000000000000000000" pitchFamily="2" charset="2"/>
              <a:buChar char="n"/>
              <a:defRPr sz="2000">
                <a:solidFill>
                  <a:schemeClr val="tx1"/>
                </a:solidFill>
                <a:latin typeface="+mn-ea"/>
                <a:ea typeface="+mn-ea"/>
                <a:sym typeface="Calibri" panose="020F0502020204030204" pitchFamily="34" charset="0"/>
              </a:defRPr>
            </a:lvl4pPr>
            <a:lvl5pPr marL="1714500" indent="-342900" algn="l" rtl="0" eaLnBrk="0" fontAlgn="base" hangingPunct="0">
              <a:lnSpc>
                <a:spcPct val="150000"/>
              </a:lnSpc>
              <a:spcBef>
                <a:spcPts val="375"/>
              </a:spcBef>
              <a:spcAft>
                <a:spcPct val="0"/>
              </a:spcAft>
              <a:buClr>
                <a:srgbClr val="3F762B"/>
              </a:buClr>
              <a:buFont typeface="Wingdings" panose="05000000000000000000" pitchFamily="2" charset="2"/>
              <a:buChar char="n"/>
              <a:defRPr sz="2000">
                <a:solidFill>
                  <a:schemeClr val="tx1"/>
                </a:solidFill>
                <a:latin typeface="+mn-ea"/>
                <a:ea typeface="+mn-ea"/>
                <a:sym typeface="Calibri" panose="020F0502020204030204" pitchFamily="34" charset="0"/>
              </a:defRPr>
            </a:lvl5pPr>
            <a:lvl6pPr marL="1885950" indent="-171450" algn="l" rtl="0" fontAlgn="base">
              <a:lnSpc>
                <a:spcPct val="90000"/>
              </a:lnSpc>
              <a:spcBef>
                <a:spcPts val="375"/>
              </a:spcBef>
              <a:spcAft>
                <a:spcPct val="0"/>
              </a:spcAft>
              <a:buFont typeface="Arial" pitchFamily="34" charset="0"/>
              <a:buChar char="•"/>
              <a:defRPr>
                <a:solidFill>
                  <a:schemeClr val="tx1"/>
                </a:solidFill>
                <a:latin typeface="+mn-lt"/>
                <a:ea typeface="+mn-ea"/>
                <a:sym typeface="Calibri" pitchFamily="34" charset="0"/>
              </a:defRPr>
            </a:lvl6pPr>
            <a:lvl7pPr marL="2228850" indent="-171450" algn="l" rtl="0" fontAlgn="base">
              <a:lnSpc>
                <a:spcPct val="90000"/>
              </a:lnSpc>
              <a:spcBef>
                <a:spcPts val="375"/>
              </a:spcBef>
              <a:spcAft>
                <a:spcPct val="0"/>
              </a:spcAft>
              <a:buFont typeface="Arial" pitchFamily="34" charset="0"/>
              <a:buChar char="•"/>
              <a:defRPr>
                <a:solidFill>
                  <a:schemeClr val="tx1"/>
                </a:solidFill>
                <a:latin typeface="+mn-lt"/>
                <a:ea typeface="+mn-ea"/>
                <a:sym typeface="Calibri" pitchFamily="34" charset="0"/>
              </a:defRPr>
            </a:lvl7pPr>
            <a:lvl8pPr marL="2571750" indent="-171450" algn="l" rtl="0" fontAlgn="base">
              <a:lnSpc>
                <a:spcPct val="90000"/>
              </a:lnSpc>
              <a:spcBef>
                <a:spcPts val="375"/>
              </a:spcBef>
              <a:spcAft>
                <a:spcPct val="0"/>
              </a:spcAft>
              <a:buFont typeface="Arial" pitchFamily="34" charset="0"/>
              <a:buChar char="•"/>
              <a:defRPr>
                <a:solidFill>
                  <a:schemeClr val="tx1"/>
                </a:solidFill>
                <a:latin typeface="+mn-lt"/>
                <a:ea typeface="+mn-ea"/>
                <a:sym typeface="Calibri" pitchFamily="34" charset="0"/>
              </a:defRPr>
            </a:lvl8pPr>
            <a:lvl9pPr marL="2914650" indent="-171450" algn="l" rtl="0" fontAlgn="base">
              <a:lnSpc>
                <a:spcPct val="90000"/>
              </a:lnSpc>
              <a:spcBef>
                <a:spcPts val="375"/>
              </a:spcBef>
              <a:spcAft>
                <a:spcPct val="0"/>
              </a:spcAft>
              <a:buFont typeface="Arial" pitchFamily="34" charset="0"/>
              <a:buChar char="•"/>
              <a:defRPr>
                <a:solidFill>
                  <a:schemeClr val="tx1"/>
                </a:solidFill>
                <a:latin typeface="+mn-lt"/>
                <a:ea typeface="+mn-ea"/>
                <a:sym typeface="Calibri" pitchFamily="34" charset="0"/>
              </a:defRPr>
            </a:lvl9pPr>
          </a:lstStyle>
          <a:p>
            <a:pPr>
              <a:lnSpc>
                <a:spcPct val="100000"/>
              </a:lnSpc>
              <a:buFont typeface="Wingdings" pitchFamily="2" charset="2"/>
              <a:buChar char="l"/>
            </a:pPr>
            <a:r>
              <a:rPr lang="zh-CN" altLang="en-US" sz="2400" kern="0"/>
              <a:t>算法缺陷</a:t>
            </a:r>
            <a:endParaRPr lang="en-US" altLang="zh-CN" sz="2400" kern="0"/>
          </a:p>
          <a:p>
            <a:pPr lvl="1">
              <a:buFont typeface="Monotype Sorts" pitchFamily="2" charset="2"/>
              <a:buNone/>
            </a:pPr>
            <a:r>
              <a:rPr lang="zh-CN" altLang="en-US" sz="1800" kern="0">
                <a:solidFill>
                  <a:srgbClr val="C00000"/>
                </a:solidFill>
              </a:rPr>
              <a:t>    </a:t>
            </a:r>
            <a:r>
              <a:rPr lang="en-US" altLang="zh-CN" sz="1800" kern="0">
                <a:solidFill>
                  <a:srgbClr val="C00000"/>
                </a:solidFill>
              </a:rPr>
              <a:t>A</a:t>
            </a:r>
            <a:r>
              <a:rPr lang="zh-CN" altLang="en-US" sz="1800" kern="0">
                <a:solidFill>
                  <a:srgbClr val="C00000"/>
                </a:solidFill>
              </a:rPr>
              <a:t>上网的消息传递</a:t>
            </a:r>
            <a:r>
              <a:rPr lang="en-US" altLang="zh-CN" sz="1800" kern="0">
                <a:solidFill>
                  <a:srgbClr val="C00000"/>
                </a:solidFill>
                <a:ea typeface="华文楷体" panose="02010600040101010101" pitchFamily="2" charset="-122"/>
              </a:rPr>
              <a:t>	</a:t>
            </a:r>
            <a:r>
              <a:rPr lang="en-US" altLang="zh-CN" sz="1800" kern="0">
                <a:solidFill>
                  <a:srgbClr val="C00000"/>
                </a:solidFill>
              </a:rPr>
              <a:t>	</a:t>
            </a:r>
            <a:r>
              <a:rPr lang="zh-CN" altLang="en-US" sz="1800" kern="0">
                <a:solidFill>
                  <a:srgbClr val="C00000"/>
                </a:solidFill>
              </a:rPr>
              <a:t>          </a:t>
            </a:r>
            <a:r>
              <a:rPr lang="en-US" altLang="zh-CN" sz="1800" kern="0">
                <a:solidFill>
                  <a:srgbClr val="C00000"/>
                </a:solidFill>
              </a:rPr>
              <a:t>A</a:t>
            </a:r>
            <a:r>
              <a:rPr lang="zh-CN" altLang="en-US" sz="1800" kern="0">
                <a:solidFill>
                  <a:srgbClr val="C00000"/>
                </a:solidFill>
              </a:rPr>
              <a:t>下网的消息传递</a:t>
            </a:r>
            <a:endParaRPr lang="en-US" altLang="zh-CN" sz="1800" kern="0">
              <a:solidFill>
                <a:srgbClr val="C00000"/>
              </a:solidFill>
            </a:endParaRPr>
          </a:p>
          <a:p>
            <a:pPr lvl="1">
              <a:buFont typeface="Monotype Sorts" pitchFamily="2" charset="2"/>
              <a:buNone/>
            </a:pPr>
            <a:endParaRPr lang="en-US" altLang="zh-CN" sz="1800" kern="0">
              <a:ea typeface="华文楷体" panose="02010600040101010101" pitchFamily="2" charset="-122"/>
            </a:endParaRPr>
          </a:p>
          <a:p>
            <a:pPr lvl="1">
              <a:buFont typeface="Monotype Sorts" pitchFamily="2" charset="2"/>
              <a:buNone/>
            </a:pPr>
            <a:endParaRPr lang="en-US" altLang="zh-CN" sz="1800" kern="0">
              <a:ea typeface="华文楷体" panose="02010600040101010101" pitchFamily="2" charset="-122"/>
            </a:endParaRPr>
          </a:p>
          <a:p>
            <a:pPr lvl="1">
              <a:buFont typeface="Monotype Sorts" pitchFamily="2" charset="2"/>
              <a:buNone/>
            </a:pPr>
            <a:endParaRPr lang="en-US" altLang="zh-CN" sz="1800" kern="0">
              <a:ea typeface="华文楷体" panose="02010600040101010101" pitchFamily="2" charset="-122"/>
            </a:endParaRPr>
          </a:p>
          <a:p>
            <a:pPr lvl="1">
              <a:buFont typeface="Monotype Sorts" pitchFamily="2" charset="2"/>
              <a:buNone/>
            </a:pPr>
            <a:endParaRPr lang="en-US" altLang="zh-CN" sz="1800" kern="0">
              <a:ea typeface="华文楷体" panose="02010600040101010101" pitchFamily="2" charset="-122"/>
            </a:endParaRPr>
          </a:p>
          <a:p>
            <a:pPr lvl="1">
              <a:buFontTx/>
              <a:buNone/>
            </a:pPr>
            <a:endParaRPr lang="en-US" altLang="zh-CN" sz="1400" kern="0">
              <a:ea typeface="华文楷体" panose="02010600040101010101" pitchFamily="2" charset="-122"/>
            </a:endParaRPr>
          </a:p>
          <a:p>
            <a:pPr lvl="1">
              <a:buFontTx/>
              <a:buNone/>
            </a:pPr>
            <a:endParaRPr lang="en-US" altLang="zh-CN" sz="1400" kern="0"/>
          </a:p>
          <a:p>
            <a:pPr lvl="1">
              <a:lnSpc>
                <a:spcPct val="100000"/>
              </a:lnSpc>
              <a:buFontTx/>
              <a:buNone/>
            </a:pPr>
            <a:r>
              <a:rPr lang="zh-CN" altLang="en-US" sz="1600" kern="0"/>
              <a:t>    稳定性好（迅速收敛）</a:t>
            </a:r>
            <a:endParaRPr lang="en-US" altLang="zh-CN" sz="1600" kern="0"/>
          </a:p>
          <a:p>
            <a:pPr lvl="1">
              <a:buFont typeface="Wingdings" panose="05000000000000000000" pitchFamily="2" charset="2"/>
              <a:buNone/>
            </a:pPr>
            <a:r>
              <a:rPr lang="en-US" altLang="zh-CN" sz="1400" kern="0">
                <a:ea typeface="华文楷体" panose="02010600040101010101" pitchFamily="2" charset="-122"/>
              </a:rPr>
              <a:t>				</a:t>
            </a:r>
            <a:r>
              <a:rPr lang="en-US" altLang="zh-CN" sz="1400" kern="0"/>
              <a:t>	           </a:t>
            </a:r>
            <a:r>
              <a:rPr lang="zh-CN" altLang="en-US" sz="1400" kern="0"/>
              <a:t>   </a:t>
            </a:r>
            <a:r>
              <a:rPr lang="zh-CN" altLang="en-US" sz="1600" kern="0"/>
              <a:t>稳定性差（反应异常迟缓）</a:t>
            </a:r>
            <a:endParaRPr lang="en-US" altLang="zh-CN" sz="1600" kern="0"/>
          </a:p>
          <a:p>
            <a:pPr lvl="1">
              <a:buFontTx/>
              <a:buNone/>
            </a:pPr>
            <a:endParaRPr lang="en-US" altLang="zh-CN" sz="1400" kern="0" dirty="0">
              <a:ea typeface="华文楷体" panose="02010600040101010101" pitchFamily="2" charset="-122"/>
            </a:endParaRPr>
          </a:p>
        </p:txBody>
      </p:sp>
      <p:graphicFrame>
        <p:nvGraphicFramePr>
          <p:cNvPr id="8" name="Group 169">
            <a:extLst>
              <a:ext uri="{FF2B5EF4-FFF2-40B4-BE49-F238E27FC236}">
                <a16:creationId xmlns:a16="http://schemas.microsoft.com/office/drawing/2014/main" id="{52FFC45D-2AE8-9B43-B9CB-E7BCEA51ADDD}"/>
              </a:ext>
            </a:extLst>
          </p:cNvPr>
          <p:cNvGraphicFramePr>
            <a:graphicFrameLocks noGrp="1"/>
          </p:cNvGraphicFramePr>
          <p:nvPr>
            <p:extLst>
              <p:ext uri="{D42A27DB-BD31-4B8C-83A1-F6EECF244321}">
                <p14:modId xmlns:p14="http://schemas.microsoft.com/office/powerpoint/2010/main" val="2832739578"/>
              </p:ext>
            </p:extLst>
          </p:nvPr>
        </p:nvGraphicFramePr>
        <p:xfrm>
          <a:off x="888206" y="2166578"/>
          <a:ext cx="2997994" cy="2080043"/>
        </p:xfrm>
        <a:graphic>
          <a:graphicData uri="http://schemas.openxmlformats.org/drawingml/2006/table">
            <a:tbl>
              <a:tblPr/>
              <a:tblGrid>
                <a:gridCol w="763261">
                  <a:extLst>
                    <a:ext uri="{9D8B030D-6E8A-4147-A177-3AD203B41FA5}">
                      <a16:colId xmlns:a16="http://schemas.microsoft.com/office/drawing/2014/main" val="20000"/>
                    </a:ext>
                  </a:extLst>
                </a:gridCol>
                <a:gridCol w="558948">
                  <a:extLst>
                    <a:ext uri="{9D8B030D-6E8A-4147-A177-3AD203B41FA5}">
                      <a16:colId xmlns:a16="http://schemas.microsoft.com/office/drawing/2014/main" val="20001"/>
                    </a:ext>
                  </a:extLst>
                </a:gridCol>
                <a:gridCol w="558948">
                  <a:extLst>
                    <a:ext uri="{9D8B030D-6E8A-4147-A177-3AD203B41FA5}">
                      <a16:colId xmlns:a16="http://schemas.microsoft.com/office/drawing/2014/main" val="20002"/>
                    </a:ext>
                  </a:extLst>
                </a:gridCol>
                <a:gridCol w="558948">
                  <a:extLst>
                    <a:ext uri="{9D8B030D-6E8A-4147-A177-3AD203B41FA5}">
                      <a16:colId xmlns:a16="http://schemas.microsoft.com/office/drawing/2014/main" val="20003"/>
                    </a:ext>
                  </a:extLst>
                </a:gridCol>
                <a:gridCol w="557889">
                  <a:extLst>
                    <a:ext uri="{9D8B030D-6E8A-4147-A177-3AD203B41FA5}">
                      <a16:colId xmlns:a16="http://schemas.microsoft.com/office/drawing/2014/main" val="20004"/>
                    </a:ext>
                  </a:extLst>
                </a:gridCol>
              </a:tblGrid>
              <a:tr h="297149">
                <a:tc>
                  <a:txBody>
                    <a:body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a:t>
                      </a:r>
                    </a:p>
                  </a:txBody>
                  <a:tcPr marL="60976" marR="60976" marT="34274" marB="34274" horzOverflow="overflow">
                    <a:lnL cap="flat">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B</a:t>
                      </a:r>
                    </a:p>
                  </a:txBody>
                  <a:tcPr marL="60976" marR="60976" marT="34274" marB="34274" horzOverflow="overflow">
                    <a:lnL>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C</a:t>
                      </a:r>
                    </a:p>
                  </a:txBody>
                  <a:tcPr marL="60976" marR="60976" marT="34274" marB="34274" horzOverflow="overflow">
                    <a:lnL>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D</a:t>
                      </a:r>
                    </a:p>
                  </a:txBody>
                  <a:tcPr marL="60976" marR="60976" marT="34274" marB="34274" horzOverflow="overflow">
                    <a:lnL>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E</a:t>
                      </a:r>
                    </a:p>
                  </a:txBody>
                  <a:tcPr marL="60976" marR="60976" marT="34274" marB="34274"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97149">
                <a:tc gridSpan="2">
                  <a:txBody>
                    <a:body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dirty="0">
                          <a:ln>
                            <a:noFill/>
                          </a:ln>
                          <a:solidFill>
                            <a:schemeClr val="tx1"/>
                          </a:solidFill>
                          <a:effectLst/>
                          <a:latin typeface="Times New Roman" panose="02020603050405020304" pitchFamily="18" charset="0"/>
                          <a:ea typeface="华文楷体" panose="02010600040101010101" pitchFamily="2" charset="-122"/>
                        </a:rPr>
                        <a:t>交换次数</a:t>
                      </a:r>
                    </a:p>
                  </a:txBody>
                  <a:tcPr marL="60976" marR="60976" marT="34274" marB="34274" horzOverflow="overflow">
                    <a:lnL cap="flat">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76" marR="60976" marT="34274" marB="34274" horzOverflow="overflow">
                    <a:lnL>
                      <a:noFill/>
                    </a:lnL>
                    <a:lnR cap="flat">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0</a:t>
                      </a:r>
                    </a:p>
                  </a:txBody>
                  <a:tcPr marL="60976" marR="60976" marT="34274" marB="34274" horzOverflow="overflow">
                    <a:lnL cap="flat">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cap="flat">
                      <a:noFill/>
                    </a:lnR>
                    <a:lnT w="12700" cap="flat" cmpd="sng" algn="ctr">
                      <a:solidFill>
                        <a:schemeClr val="tx1"/>
                      </a:solidFill>
                      <a:prstDash val="solid"/>
                      <a:round/>
                      <a:headEnd type="none" w="sm" len="sm"/>
                      <a:tailEnd type="none" w="sm" len="sm"/>
                    </a:lnT>
                    <a:lnB>
                      <a:noFill/>
                    </a:lnB>
                    <a:lnTlToBr>
                      <a:noFill/>
                    </a:lnTlToBr>
                    <a:lnBlToTr>
                      <a:noFill/>
                    </a:lnBlToTr>
                    <a:noFill/>
                  </a:tcPr>
                </a:tc>
                <a:extLst>
                  <a:ext uri="{0D108BD9-81ED-4DB2-BD59-A6C34878D82A}">
                    <a16:rowId xmlns:a16="http://schemas.microsoft.com/office/drawing/2014/main" val="10002"/>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a:noFill/>
                    </a:lnL>
                    <a:lnR>
                      <a:noFill/>
                    </a:lnR>
                    <a:lnT>
                      <a:noFill/>
                    </a:lnT>
                    <a:lnB>
                      <a:noFill/>
                    </a:lnB>
                    <a:lnTlToBr>
                      <a:noFill/>
                    </a:lnTlToBr>
                    <a:lnBlToTr>
                      <a:noFill/>
                    </a:lnBlToTr>
                    <a:solidFill>
                      <a:schemeClr val="accent1"/>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76" marR="60976" marT="34274" marB="34274"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76" marR="60976" marT="34274" marB="34274" horzOverflow="overflow">
                    <a:lnL>
                      <a:noFill/>
                    </a:lnL>
                    <a:lnR>
                      <a:noFill/>
                    </a:lnR>
                    <a:lnT>
                      <a:noFill/>
                    </a:lnT>
                    <a:lnB>
                      <a:noFill/>
                    </a:lnB>
                    <a:lnTlToBr>
                      <a:noFill/>
                    </a:lnTlToBr>
                    <a:lnBlToTr>
                      <a:noFill/>
                    </a:lnBlToTr>
                    <a:solidFill>
                      <a:schemeClr val="accent1"/>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76" marR="60976" marT="34274" marB="34274"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76" marR="60976" marT="34274" marB="34274"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76" marR="60976" marT="34274" marB="34274" horzOverflow="overflow">
                    <a:lnL>
                      <a:noFill/>
                    </a:lnL>
                    <a:lnR>
                      <a:noFill/>
                    </a:lnR>
                    <a:lnT>
                      <a:noFill/>
                    </a:lnT>
                    <a:lnB>
                      <a:noFill/>
                    </a:lnB>
                    <a:lnTlToBr>
                      <a:noFill/>
                    </a:lnTlToBr>
                    <a:lnBlToTr>
                      <a:noFill/>
                    </a:lnBlToTr>
                    <a:solidFill>
                      <a:schemeClr val="accent1"/>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76" marR="60976" marT="34274" marB="34274" horzOverflow="overflow">
                    <a:lnL cap="flat">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4</a:t>
                      </a:r>
                    </a:p>
                  </a:txBody>
                  <a:tcPr marL="60976" marR="60976" marT="34274" marB="34274" horzOverflow="overflow">
                    <a:lnL>
                      <a:noFill/>
                    </a:lnL>
                    <a:lnR cap="flat">
                      <a:noFill/>
                    </a:lnR>
                    <a:lnT>
                      <a:noFill/>
                    </a:lnT>
                    <a:lnB w="12700" cap="flat" cmpd="sng" algn="ctr">
                      <a:solidFill>
                        <a:schemeClr val="tx1"/>
                      </a:solidFill>
                      <a:prstDash val="solid"/>
                      <a:round/>
                      <a:headEnd type="none" w="sm" len="sm"/>
                      <a:tailEnd type="none" w="sm" len="sm"/>
                    </a:lnB>
                    <a:lnTlToBr>
                      <a:noFill/>
                    </a:lnTlToBr>
                    <a:lnBlToTr>
                      <a:noFill/>
                    </a:lnBlToTr>
                    <a:solidFill>
                      <a:schemeClr val="accent1"/>
                    </a:solidFill>
                  </a:tcPr>
                </a:tc>
                <a:extLst>
                  <a:ext uri="{0D108BD9-81ED-4DB2-BD59-A6C34878D82A}">
                    <a16:rowId xmlns:a16="http://schemas.microsoft.com/office/drawing/2014/main" val="10006"/>
                  </a:ext>
                </a:extLst>
              </a:tr>
            </a:tbl>
          </a:graphicData>
        </a:graphic>
      </p:graphicFrame>
      <p:grpSp>
        <p:nvGrpSpPr>
          <p:cNvPr id="9" name="Group 160">
            <a:extLst>
              <a:ext uri="{FF2B5EF4-FFF2-40B4-BE49-F238E27FC236}">
                <a16:creationId xmlns:a16="http://schemas.microsoft.com/office/drawing/2014/main" id="{0317CF52-D35A-184E-8AB8-F39AE20D81A1}"/>
              </a:ext>
            </a:extLst>
          </p:cNvPr>
          <p:cNvGrpSpPr>
            <a:grpSpLocks/>
          </p:cNvGrpSpPr>
          <p:nvPr/>
        </p:nvGrpSpPr>
        <p:grpSpPr bwMode="auto">
          <a:xfrm>
            <a:off x="1412354" y="2208631"/>
            <a:ext cx="2286000" cy="228600"/>
            <a:chOff x="720" y="1665"/>
            <a:chExt cx="2160" cy="192"/>
          </a:xfrm>
        </p:grpSpPr>
        <p:sp>
          <p:nvSpPr>
            <p:cNvPr id="10" name="Oval 61">
              <a:extLst>
                <a:ext uri="{FF2B5EF4-FFF2-40B4-BE49-F238E27FC236}">
                  <a16:creationId xmlns:a16="http://schemas.microsoft.com/office/drawing/2014/main" id="{F9F36D73-7728-DE42-B15F-0B289E918B0D}"/>
                </a:ext>
              </a:extLst>
            </p:cNvPr>
            <p:cNvSpPr>
              <a:spLocks noChangeArrowheads="1"/>
            </p:cNvSpPr>
            <p:nvPr/>
          </p:nvSpPr>
          <p:spPr bwMode="auto">
            <a:xfrm>
              <a:off x="720" y="16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sp>
          <p:nvSpPr>
            <p:cNvPr id="11" name="Oval 62">
              <a:extLst>
                <a:ext uri="{FF2B5EF4-FFF2-40B4-BE49-F238E27FC236}">
                  <a16:creationId xmlns:a16="http://schemas.microsoft.com/office/drawing/2014/main" id="{DAAE940A-220C-8245-8C59-C73894FD670C}"/>
                </a:ext>
              </a:extLst>
            </p:cNvPr>
            <p:cNvSpPr>
              <a:spLocks noChangeArrowheads="1"/>
            </p:cNvSpPr>
            <p:nvPr/>
          </p:nvSpPr>
          <p:spPr bwMode="auto">
            <a:xfrm>
              <a:off x="1104" y="16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sp>
          <p:nvSpPr>
            <p:cNvPr id="12" name="Oval 63">
              <a:extLst>
                <a:ext uri="{FF2B5EF4-FFF2-40B4-BE49-F238E27FC236}">
                  <a16:creationId xmlns:a16="http://schemas.microsoft.com/office/drawing/2014/main" id="{9A052BB1-6756-444E-9712-AB1456229838}"/>
                </a:ext>
              </a:extLst>
            </p:cNvPr>
            <p:cNvSpPr>
              <a:spLocks noChangeArrowheads="1"/>
            </p:cNvSpPr>
            <p:nvPr/>
          </p:nvSpPr>
          <p:spPr bwMode="auto">
            <a:xfrm>
              <a:off x="1632" y="16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sp>
          <p:nvSpPr>
            <p:cNvPr id="13" name="Oval 64">
              <a:extLst>
                <a:ext uri="{FF2B5EF4-FFF2-40B4-BE49-F238E27FC236}">
                  <a16:creationId xmlns:a16="http://schemas.microsoft.com/office/drawing/2014/main" id="{0E018E6A-588F-3540-BE4E-0F89BAC4E989}"/>
                </a:ext>
              </a:extLst>
            </p:cNvPr>
            <p:cNvSpPr>
              <a:spLocks noChangeArrowheads="1"/>
            </p:cNvSpPr>
            <p:nvPr/>
          </p:nvSpPr>
          <p:spPr bwMode="auto">
            <a:xfrm>
              <a:off x="2160" y="16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sp>
          <p:nvSpPr>
            <p:cNvPr id="14" name="Oval 65">
              <a:extLst>
                <a:ext uri="{FF2B5EF4-FFF2-40B4-BE49-F238E27FC236}">
                  <a16:creationId xmlns:a16="http://schemas.microsoft.com/office/drawing/2014/main" id="{6DA43ED0-864A-464E-8C49-8945C1F4FB99}"/>
                </a:ext>
              </a:extLst>
            </p:cNvPr>
            <p:cNvSpPr>
              <a:spLocks noChangeArrowheads="1"/>
            </p:cNvSpPr>
            <p:nvPr/>
          </p:nvSpPr>
          <p:spPr bwMode="auto">
            <a:xfrm>
              <a:off x="2688" y="16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cxnSp>
          <p:nvCxnSpPr>
            <p:cNvPr id="15" name="AutoShape 66">
              <a:extLst>
                <a:ext uri="{FF2B5EF4-FFF2-40B4-BE49-F238E27FC236}">
                  <a16:creationId xmlns:a16="http://schemas.microsoft.com/office/drawing/2014/main" id="{E5C1643F-6A3D-6A42-B1C7-E3AC9D170F16}"/>
                </a:ext>
              </a:extLst>
            </p:cNvPr>
            <p:cNvCxnSpPr>
              <a:cxnSpLocks noChangeShapeType="1"/>
              <a:stCxn id="10" idx="6"/>
              <a:endCxn id="11" idx="2"/>
            </p:cNvCxnSpPr>
            <p:nvPr/>
          </p:nvCxnSpPr>
          <p:spPr bwMode="auto">
            <a:xfrm>
              <a:off x="912" y="1761"/>
              <a:ext cx="192" cy="0"/>
            </a:xfrm>
            <a:prstGeom prst="straightConnector1">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AutoShape 67">
              <a:extLst>
                <a:ext uri="{FF2B5EF4-FFF2-40B4-BE49-F238E27FC236}">
                  <a16:creationId xmlns:a16="http://schemas.microsoft.com/office/drawing/2014/main" id="{19785B33-D76F-3E4F-80F7-712114907B21}"/>
                </a:ext>
              </a:extLst>
            </p:cNvPr>
            <p:cNvCxnSpPr>
              <a:cxnSpLocks noChangeShapeType="1"/>
              <a:stCxn id="11" idx="6"/>
              <a:endCxn id="12" idx="2"/>
            </p:cNvCxnSpPr>
            <p:nvPr/>
          </p:nvCxnSpPr>
          <p:spPr bwMode="auto">
            <a:xfrm>
              <a:off x="1296" y="1761"/>
              <a:ext cx="336" cy="0"/>
            </a:xfrm>
            <a:prstGeom prst="straightConnector1">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 name="AutoShape 68">
              <a:extLst>
                <a:ext uri="{FF2B5EF4-FFF2-40B4-BE49-F238E27FC236}">
                  <a16:creationId xmlns:a16="http://schemas.microsoft.com/office/drawing/2014/main" id="{CC45A7BA-EAB6-7943-B109-72C51A85D158}"/>
                </a:ext>
              </a:extLst>
            </p:cNvPr>
            <p:cNvCxnSpPr>
              <a:cxnSpLocks noChangeShapeType="1"/>
              <a:stCxn id="12" idx="6"/>
              <a:endCxn id="13" idx="2"/>
            </p:cNvCxnSpPr>
            <p:nvPr/>
          </p:nvCxnSpPr>
          <p:spPr bwMode="auto">
            <a:xfrm>
              <a:off x="1824" y="1761"/>
              <a:ext cx="336" cy="0"/>
            </a:xfrm>
            <a:prstGeom prst="straightConnector1">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AutoShape 69">
              <a:extLst>
                <a:ext uri="{FF2B5EF4-FFF2-40B4-BE49-F238E27FC236}">
                  <a16:creationId xmlns:a16="http://schemas.microsoft.com/office/drawing/2014/main" id="{3F9FDFE6-58B8-524D-B64C-E4067C188983}"/>
                </a:ext>
              </a:extLst>
            </p:cNvPr>
            <p:cNvCxnSpPr>
              <a:cxnSpLocks noChangeShapeType="1"/>
              <a:stCxn id="13" idx="6"/>
              <a:endCxn id="14" idx="2"/>
            </p:cNvCxnSpPr>
            <p:nvPr/>
          </p:nvCxnSpPr>
          <p:spPr bwMode="auto">
            <a:xfrm>
              <a:off x="2352" y="1761"/>
              <a:ext cx="336" cy="0"/>
            </a:xfrm>
            <a:prstGeom prst="straightConnector1">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aphicFrame>
        <p:nvGraphicFramePr>
          <p:cNvPr id="19" name="Group 165">
            <a:extLst>
              <a:ext uri="{FF2B5EF4-FFF2-40B4-BE49-F238E27FC236}">
                <a16:creationId xmlns:a16="http://schemas.microsoft.com/office/drawing/2014/main" id="{43649A29-FAB5-6644-86AF-6D63201D25C8}"/>
              </a:ext>
            </a:extLst>
          </p:cNvPr>
          <p:cNvGraphicFramePr>
            <a:graphicFrameLocks noGrp="1"/>
          </p:cNvGraphicFramePr>
          <p:nvPr>
            <p:extLst>
              <p:ext uri="{D42A27DB-BD31-4B8C-83A1-F6EECF244321}">
                <p14:modId xmlns:p14="http://schemas.microsoft.com/office/powerpoint/2010/main" val="681522405"/>
              </p:ext>
            </p:extLst>
          </p:nvPr>
        </p:nvGraphicFramePr>
        <p:xfrm>
          <a:off x="4648200" y="1758950"/>
          <a:ext cx="2971801" cy="2971300"/>
        </p:xfrm>
        <a:graphic>
          <a:graphicData uri="http://schemas.openxmlformats.org/drawingml/2006/table">
            <a:tbl>
              <a:tblPr/>
              <a:tblGrid>
                <a:gridCol w="756709">
                  <a:extLst>
                    <a:ext uri="{9D8B030D-6E8A-4147-A177-3AD203B41FA5}">
                      <a16:colId xmlns:a16="http://schemas.microsoft.com/office/drawing/2014/main" val="20000"/>
                    </a:ext>
                  </a:extLst>
                </a:gridCol>
                <a:gridCol w="553508">
                  <a:extLst>
                    <a:ext uri="{9D8B030D-6E8A-4147-A177-3AD203B41FA5}">
                      <a16:colId xmlns:a16="http://schemas.microsoft.com/office/drawing/2014/main" val="20001"/>
                    </a:ext>
                  </a:extLst>
                </a:gridCol>
                <a:gridCol w="554567">
                  <a:extLst>
                    <a:ext uri="{9D8B030D-6E8A-4147-A177-3AD203B41FA5}">
                      <a16:colId xmlns:a16="http://schemas.microsoft.com/office/drawing/2014/main" val="20002"/>
                    </a:ext>
                  </a:extLst>
                </a:gridCol>
                <a:gridCol w="553509">
                  <a:extLst>
                    <a:ext uri="{9D8B030D-6E8A-4147-A177-3AD203B41FA5}">
                      <a16:colId xmlns:a16="http://schemas.microsoft.com/office/drawing/2014/main" val="20003"/>
                    </a:ext>
                  </a:extLst>
                </a:gridCol>
                <a:gridCol w="553508">
                  <a:extLst>
                    <a:ext uri="{9D8B030D-6E8A-4147-A177-3AD203B41FA5}">
                      <a16:colId xmlns:a16="http://schemas.microsoft.com/office/drawing/2014/main" val="20004"/>
                    </a:ext>
                  </a:extLst>
                </a:gridCol>
              </a:tblGrid>
              <a:tr h="297129">
                <a:tc>
                  <a:txBody>
                    <a:body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a:t>
                      </a:r>
                    </a:p>
                  </a:txBody>
                  <a:tcPr marL="60960" marR="60960" marT="34265" marB="34265" horzOverflow="overflow">
                    <a:lnL cap="flat">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B</a:t>
                      </a:r>
                    </a:p>
                  </a:txBody>
                  <a:tcPr marL="60960" marR="60960" marT="34265" marB="34265" horzOverflow="overflow">
                    <a:lnL>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C</a:t>
                      </a:r>
                    </a:p>
                  </a:txBody>
                  <a:tcPr marL="60960" marR="60960" marT="34265" marB="34265" horzOverflow="overflow">
                    <a:lnL>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D</a:t>
                      </a:r>
                    </a:p>
                  </a:txBody>
                  <a:tcPr marL="60960" marR="60960" marT="34265" marB="34265" horzOverflow="overflow">
                    <a:lnL>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E</a:t>
                      </a:r>
                    </a:p>
                  </a:txBody>
                  <a:tcPr marL="60960" marR="60960" marT="34265" marB="34265"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97129">
                <a:tc gridSpan="2">
                  <a:txBody>
                    <a:body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kern="1200" cap="none" normalizeH="0" baseline="0" dirty="0">
                          <a:ln>
                            <a:noFill/>
                          </a:ln>
                          <a:solidFill>
                            <a:schemeClr val="tx1"/>
                          </a:solidFill>
                          <a:effectLst/>
                          <a:latin typeface="Times New Roman" panose="02020603050405020304" pitchFamily="18" charset="0"/>
                          <a:ea typeface="华文楷体" panose="02010600040101010101" pitchFamily="2" charset="-122"/>
                          <a:cs typeface="+mn-cs"/>
                        </a:rPr>
                        <a:t>交换次数</a:t>
                      </a:r>
                    </a:p>
                  </a:txBody>
                  <a:tcPr marL="60960" marR="60960" marT="34265" marB="34265" horzOverflow="overflow">
                    <a:lnL cap="flat">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cap="flat">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0</a:t>
                      </a:r>
                    </a:p>
                  </a:txBody>
                  <a:tcPr marL="60960" marR="60960" marT="34265" marB="34265" horzOverflow="overflow">
                    <a:lnL cap="flat">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60" marR="60960" marT="34265" marB="3426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60" marR="60960" marT="34265" marB="3426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cap="flat">
                      <a:noFill/>
                    </a:lnR>
                    <a:lnT w="12700" cap="flat" cmpd="sng" algn="ctr">
                      <a:solidFill>
                        <a:schemeClr val="tx1"/>
                      </a:solidFill>
                      <a:prstDash val="solid"/>
                      <a:round/>
                      <a:headEnd type="none" w="sm" len="sm"/>
                      <a:tailEnd type="none" w="sm" len="sm"/>
                    </a:lnT>
                    <a:lnB>
                      <a:noFill/>
                    </a:lnB>
                    <a:lnTlToBr>
                      <a:noFill/>
                    </a:lnTlToBr>
                    <a:lnBlToTr>
                      <a:noFill/>
                    </a:lnBlToTr>
                    <a:noFill/>
                  </a:tcPr>
                </a:tc>
                <a:extLst>
                  <a:ext uri="{0D108BD9-81ED-4DB2-BD59-A6C34878D82A}">
                    <a16:rowId xmlns:a16="http://schemas.microsoft.com/office/drawing/2014/main" val="10002"/>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a:noFill/>
                    </a:lnT>
                    <a:lnB>
                      <a:noFill/>
                    </a:lnB>
                    <a:lnTlToBr>
                      <a:noFill/>
                    </a:lnTlToBr>
                    <a:lnBlToTr>
                      <a:noFill/>
                    </a:lnBlToTr>
                    <a:solidFill>
                      <a:schemeClr val="accent1"/>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a:noFill/>
                    </a:lnR>
                    <a:lnT>
                      <a:noFill/>
                    </a:lnT>
                    <a:lnB>
                      <a:noFill/>
                    </a:lnB>
                    <a:lnTlToBr>
                      <a:noFill/>
                    </a:lnTlToBr>
                    <a:lnBlToTr>
                      <a:noFill/>
                    </a:lnBlToTr>
                    <a:solidFill>
                      <a:schemeClr val="accent1"/>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5</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5</a:t>
                      </a:r>
                    </a:p>
                  </a:txBody>
                  <a:tcPr marL="60960" marR="60960" marT="34265" marB="34265" horzOverflow="overflow">
                    <a:lnL>
                      <a:noFill/>
                    </a:lnL>
                    <a:lnR>
                      <a:noFill/>
                    </a:lnR>
                    <a:lnT>
                      <a:noFill/>
                    </a:lnT>
                    <a:lnB>
                      <a:noFill/>
                    </a:lnB>
                    <a:lnTlToBr>
                      <a:noFill/>
                    </a:lnTlToBr>
                    <a:lnBlToTr>
                      <a:noFill/>
                    </a:lnBlToTr>
                    <a:solidFill>
                      <a:schemeClr val="accent1"/>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5</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6</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5</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6</a:t>
                      </a:r>
                    </a:p>
                  </a:txBody>
                  <a:tcPr marL="60960" marR="60960" marT="34265" marB="34265" horzOverflow="overflow">
                    <a:lnL>
                      <a:noFill/>
                    </a:lnL>
                    <a:lnR cap="flat">
                      <a:noFill/>
                    </a:lnR>
                    <a:lnT>
                      <a:noFill/>
                    </a:lnT>
                    <a:lnB>
                      <a:noFill/>
                    </a:lnB>
                    <a:lnTlToBr>
                      <a:noFill/>
                    </a:lnTlToBr>
                    <a:lnBlToTr>
                      <a:noFill/>
                    </a:lnBlToTr>
                    <a:solidFill>
                      <a:schemeClr val="accent1"/>
                    </a:solidFill>
                  </a:tcPr>
                </a:tc>
                <a:extLst>
                  <a:ext uri="{0D108BD9-81ED-4DB2-BD59-A6C34878D82A}">
                    <a16:rowId xmlns:a16="http://schemas.microsoft.com/office/drawing/2014/main" val="10006"/>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5</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7</a:t>
                      </a: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6</a:t>
                      </a: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7</a:t>
                      </a: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6</a:t>
                      </a: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7"/>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8"/>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t>
                      </a:r>
                    </a:p>
                  </a:txBody>
                  <a:tcPr marL="60960" marR="60960" marT="34265" marB="34265" horzOverflow="overflow">
                    <a:lnL cap="flat">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t>
                      </a:r>
                    </a:p>
                  </a:txBody>
                  <a:tcPr marL="60960" marR="60960" marT="34265" marB="34265" horzOverflow="overflow">
                    <a:lnL>
                      <a:noFill/>
                    </a:lnL>
                    <a:lnR cap="flat">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9"/>
                  </a:ext>
                </a:extLst>
              </a:tr>
            </a:tbl>
          </a:graphicData>
        </a:graphic>
      </p:graphicFrame>
      <p:grpSp>
        <p:nvGrpSpPr>
          <p:cNvPr id="20" name="Group 161">
            <a:extLst>
              <a:ext uri="{FF2B5EF4-FFF2-40B4-BE49-F238E27FC236}">
                <a16:creationId xmlns:a16="http://schemas.microsoft.com/office/drawing/2014/main" id="{BD5A636D-403D-DF45-91C4-300AEB6B8F44}"/>
              </a:ext>
            </a:extLst>
          </p:cNvPr>
          <p:cNvGrpSpPr>
            <a:grpSpLocks/>
          </p:cNvGrpSpPr>
          <p:nvPr/>
        </p:nvGrpSpPr>
        <p:grpSpPr bwMode="auto">
          <a:xfrm>
            <a:off x="5156597" y="1791097"/>
            <a:ext cx="2286000" cy="228600"/>
            <a:chOff x="3984" y="1365"/>
            <a:chExt cx="2160" cy="192"/>
          </a:xfrm>
        </p:grpSpPr>
        <p:sp>
          <p:nvSpPr>
            <p:cNvPr id="21" name="Oval 137">
              <a:extLst>
                <a:ext uri="{FF2B5EF4-FFF2-40B4-BE49-F238E27FC236}">
                  <a16:creationId xmlns:a16="http://schemas.microsoft.com/office/drawing/2014/main" id="{394C186E-AC2C-F04F-81E6-22946798EF14}"/>
                </a:ext>
              </a:extLst>
            </p:cNvPr>
            <p:cNvSpPr>
              <a:spLocks noChangeArrowheads="1"/>
            </p:cNvSpPr>
            <p:nvPr/>
          </p:nvSpPr>
          <p:spPr bwMode="auto">
            <a:xfrm>
              <a:off x="3984" y="13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sp>
          <p:nvSpPr>
            <p:cNvPr id="22" name="Oval 138">
              <a:extLst>
                <a:ext uri="{FF2B5EF4-FFF2-40B4-BE49-F238E27FC236}">
                  <a16:creationId xmlns:a16="http://schemas.microsoft.com/office/drawing/2014/main" id="{56572D57-DBB9-1442-BE51-65672474ECCC}"/>
                </a:ext>
              </a:extLst>
            </p:cNvPr>
            <p:cNvSpPr>
              <a:spLocks noChangeArrowheads="1"/>
            </p:cNvSpPr>
            <p:nvPr/>
          </p:nvSpPr>
          <p:spPr bwMode="auto">
            <a:xfrm>
              <a:off x="4368" y="13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sp>
          <p:nvSpPr>
            <p:cNvPr id="23" name="Oval 139">
              <a:extLst>
                <a:ext uri="{FF2B5EF4-FFF2-40B4-BE49-F238E27FC236}">
                  <a16:creationId xmlns:a16="http://schemas.microsoft.com/office/drawing/2014/main" id="{E4CFD0B2-606D-BD46-89A1-D3CB7EEE1BE1}"/>
                </a:ext>
              </a:extLst>
            </p:cNvPr>
            <p:cNvSpPr>
              <a:spLocks noChangeArrowheads="1"/>
            </p:cNvSpPr>
            <p:nvPr/>
          </p:nvSpPr>
          <p:spPr bwMode="auto">
            <a:xfrm>
              <a:off x="4896" y="13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sp>
          <p:nvSpPr>
            <p:cNvPr id="24" name="Oval 140">
              <a:extLst>
                <a:ext uri="{FF2B5EF4-FFF2-40B4-BE49-F238E27FC236}">
                  <a16:creationId xmlns:a16="http://schemas.microsoft.com/office/drawing/2014/main" id="{669A839D-1AA7-2F49-BA09-DDE6BF605220}"/>
                </a:ext>
              </a:extLst>
            </p:cNvPr>
            <p:cNvSpPr>
              <a:spLocks noChangeArrowheads="1"/>
            </p:cNvSpPr>
            <p:nvPr/>
          </p:nvSpPr>
          <p:spPr bwMode="auto">
            <a:xfrm>
              <a:off x="5424" y="13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sp>
          <p:nvSpPr>
            <p:cNvPr id="25" name="Oval 141">
              <a:extLst>
                <a:ext uri="{FF2B5EF4-FFF2-40B4-BE49-F238E27FC236}">
                  <a16:creationId xmlns:a16="http://schemas.microsoft.com/office/drawing/2014/main" id="{28782224-6F58-5E43-BA32-CECAA9A8FD67}"/>
                </a:ext>
              </a:extLst>
            </p:cNvPr>
            <p:cNvSpPr>
              <a:spLocks noChangeArrowheads="1"/>
            </p:cNvSpPr>
            <p:nvPr/>
          </p:nvSpPr>
          <p:spPr bwMode="auto">
            <a:xfrm>
              <a:off x="5952" y="13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cxnSp>
          <p:nvCxnSpPr>
            <p:cNvPr id="26" name="AutoShape 142">
              <a:extLst>
                <a:ext uri="{FF2B5EF4-FFF2-40B4-BE49-F238E27FC236}">
                  <a16:creationId xmlns:a16="http://schemas.microsoft.com/office/drawing/2014/main" id="{572D78A2-D0A9-A24B-993E-6353AAECD218}"/>
                </a:ext>
              </a:extLst>
            </p:cNvPr>
            <p:cNvCxnSpPr>
              <a:cxnSpLocks noChangeShapeType="1"/>
              <a:stCxn id="21" idx="6"/>
              <a:endCxn id="22" idx="2"/>
            </p:cNvCxnSpPr>
            <p:nvPr/>
          </p:nvCxnSpPr>
          <p:spPr bwMode="auto">
            <a:xfrm>
              <a:off x="4176" y="1461"/>
              <a:ext cx="192" cy="0"/>
            </a:xfrm>
            <a:prstGeom prst="straightConnector1">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AutoShape 143">
              <a:extLst>
                <a:ext uri="{FF2B5EF4-FFF2-40B4-BE49-F238E27FC236}">
                  <a16:creationId xmlns:a16="http://schemas.microsoft.com/office/drawing/2014/main" id="{49CA477B-2C83-8B4A-8C88-AA3114FDA7AD}"/>
                </a:ext>
              </a:extLst>
            </p:cNvPr>
            <p:cNvCxnSpPr>
              <a:cxnSpLocks noChangeShapeType="1"/>
              <a:stCxn id="22" idx="6"/>
              <a:endCxn id="23" idx="2"/>
            </p:cNvCxnSpPr>
            <p:nvPr/>
          </p:nvCxnSpPr>
          <p:spPr bwMode="auto">
            <a:xfrm>
              <a:off x="4560" y="1461"/>
              <a:ext cx="336" cy="0"/>
            </a:xfrm>
            <a:prstGeom prst="straightConnector1">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 name="AutoShape 144">
              <a:extLst>
                <a:ext uri="{FF2B5EF4-FFF2-40B4-BE49-F238E27FC236}">
                  <a16:creationId xmlns:a16="http://schemas.microsoft.com/office/drawing/2014/main" id="{37BC5993-E768-524C-BB49-7EA420B50316}"/>
                </a:ext>
              </a:extLst>
            </p:cNvPr>
            <p:cNvCxnSpPr>
              <a:cxnSpLocks noChangeShapeType="1"/>
              <a:stCxn id="23" idx="6"/>
              <a:endCxn id="24" idx="2"/>
            </p:cNvCxnSpPr>
            <p:nvPr/>
          </p:nvCxnSpPr>
          <p:spPr bwMode="auto">
            <a:xfrm>
              <a:off x="5088" y="1461"/>
              <a:ext cx="336" cy="0"/>
            </a:xfrm>
            <a:prstGeom prst="straightConnector1">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 name="AutoShape 145">
              <a:extLst>
                <a:ext uri="{FF2B5EF4-FFF2-40B4-BE49-F238E27FC236}">
                  <a16:creationId xmlns:a16="http://schemas.microsoft.com/office/drawing/2014/main" id="{A2681E47-2C02-4D46-AD39-BEE03869540C}"/>
                </a:ext>
              </a:extLst>
            </p:cNvPr>
            <p:cNvCxnSpPr>
              <a:cxnSpLocks noChangeShapeType="1"/>
              <a:stCxn id="24" idx="6"/>
              <a:endCxn id="25" idx="2"/>
            </p:cNvCxnSpPr>
            <p:nvPr/>
          </p:nvCxnSpPr>
          <p:spPr bwMode="auto">
            <a:xfrm>
              <a:off x="5616" y="1461"/>
              <a:ext cx="336" cy="0"/>
            </a:xfrm>
            <a:prstGeom prst="straightConnector1">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30" name="文本框 29">
            <a:extLst>
              <a:ext uri="{FF2B5EF4-FFF2-40B4-BE49-F238E27FC236}">
                <a16:creationId xmlns:a16="http://schemas.microsoft.com/office/drawing/2014/main" id="{20D38584-0F18-6142-865A-859D28462CC5}"/>
              </a:ext>
            </a:extLst>
          </p:cNvPr>
          <p:cNvSpPr txBox="1"/>
          <p:nvPr/>
        </p:nvSpPr>
        <p:spPr>
          <a:xfrm>
            <a:off x="1547877" y="2138265"/>
            <a:ext cx="338554" cy="369332"/>
          </a:xfrm>
          <a:prstGeom prst="rect">
            <a:avLst/>
          </a:prstGeom>
          <a:noFill/>
        </p:spPr>
        <p:txBody>
          <a:bodyPr wrap="none" rtlCol="0">
            <a:spAutoFit/>
          </a:bodyPr>
          <a:lstStyle/>
          <a:p>
            <a:r>
              <a:rPr lang="en-US" altLang="zh-CN" dirty="0">
                <a:solidFill>
                  <a:srgbClr val="FF0000"/>
                </a:solidFill>
              </a:rPr>
              <a:t>X</a:t>
            </a:r>
            <a:endParaRPr lang="zh-CN" altLang="en-US" dirty="0">
              <a:solidFill>
                <a:srgbClr val="FF0000"/>
              </a:solidFill>
            </a:endParaRPr>
          </a:p>
        </p:txBody>
      </p:sp>
      <p:sp>
        <p:nvSpPr>
          <p:cNvPr id="31" name="文本框 30">
            <a:extLst>
              <a:ext uri="{FF2B5EF4-FFF2-40B4-BE49-F238E27FC236}">
                <a16:creationId xmlns:a16="http://schemas.microsoft.com/office/drawing/2014/main" id="{FD394782-86E6-C948-844C-82F50A313F12}"/>
              </a:ext>
            </a:extLst>
          </p:cNvPr>
          <p:cNvSpPr txBox="1"/>
          <p:nvPr/>
        </p:nvSpPr>
        <p:spPr>
          <a:xfrm>
            <a:off x="5285124" y="1720731"/>
            <a:ext cx="338554" cy="369332"/>
          </a:xfrm>
          <a:prstGeom prst="rect">
            <a:avLst/>
          </a:prstGeom>
          <a:noFill/>
        </p:spPr>
        <p:txBody>
          <a:bodyPr wrap="none" rtlCol="0">
            <a:spAutoFit/>
          </a:bodyPr>
          <a:lstStyle/>
          <a:p>
            <a:r>
              <a:rPr lang="en-US" altLang="zh-CN" dirty="0">
                <a:solidFill>
                  <a:srgbClr val="FF0000"/>
                </a:solidFill>
              </a:rPr>
              <a:t>X</a:t>
            </a:r>
            <a:endParaRPr lang="zh-CN" altLang="en-US" dirty="0">
              <a:solidFill>
                <a:srgbClr val="FF0000"/>
              </a:solidFill>
            </a:endParaRPr>
          </a:p>
        </p:txBody>
      </p:sp>
      <p:cxnSp>
        <p:nvCxnSpPr>
          <p:cNvPr id="32" name="直接箭头连接符 5">
            <a:extLst>
              <a:ext uri="{FF2B5EF4-FFF2-40B4-BE49-F238E27FC236}">
                <a16:creationId xmlns:a16="http://schemas.microsoft.com/office/drawing/2014/main" id="{2F6ACFA9-4BB7-BF49-AC0E-4BE864C50737}"/>
              </a:ext>
            </a:extLst>
          </p:cNvPr>
          <p:cNvCxnSpPr/>
          <p:nvPr/>
        </p:nvCxnSpPr>
        <p:spPr bwMode="auto">
          <a:xfrm>
            <a:off x="2021954" y="3272211"/>
            <a:ext cx="402974" cy="191135"/>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 name="直接箭头连接符 32">
            <a:extLst>
              <a:ext uri="{FF2B5EF4-FFF2-40B4-BE49-F238E27FC236}">
                <a16:creationId xmlns:a16="http://schemas.microsoft.com/office/drawing/2014/main" id="{8D02FE98-96B0-BE45-B697-521D4ED5E08F}"/>
              </a:ext>
            </a:extLst>
          </p:cNvPr>
          <p:cNvCxnSpPr/>
          <p:nvPr/>
        </p:nvCxnSpPr>
        <p:spPr bwMode="auto">
          <a:xfrm>
            <a:off x="2580754" y="3556660"/>
            <a:ext cx="402974" cy="191135"/>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 name="直接箭头连接符 33">
            <a:extLst>
              <a:ext uri="{FF2B5EF4-FFF2-40B4-BE49-F238E27FC236}">
                <a16:creationId xmlns:a16="http://schemas.microsoft.com/office/drawing/2014/main" id="{D68FCCC6-81B8-2248-A301-9EE7CEAD0D30}"/>
              </a:ext>
            </a:extLst>
          </p:cNvPr>
          <p:cNvCxnSpPr/>
          <p:nvPr/>
        </p:nvCxnSpPr>
        <p:spPr bwMode="auto">
          <a:xfrm>
            <a:off x="3139554" y="3849987"/>
            <a:ext cx="402974" cy="191135"/>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5" name="矩形 34">
            <a:extLst>
              <a:ext uri="{FF2B5EF4-FFF2-40B4-BE49-F238E27FC236}">
                <a16:creationId xmlns:a16="http://schemas.microsoft.com/office/drawing/2014/main" id="{E5831B3E-BA8D-AA4C-AF03-6AD0B37BEF4C}"/>
              </a:ext>
            </a:extLst>
          </p:cNvPr>
          <p:cNvSpPr/>
          <p:nvPr/>
        </p:nvSpPr>
        <p:spPr bwMode="auto">
          <a:xfrm>
            <a:off x="762000" y="3055339"/>
            <a:ext cx="3204926" cy="1257931"/>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 typeface="Arial" pitchFamily="34" charset="0"/>
              <a:buNone/>
              <a:tabLst/>
            </a:pPr>
            <a:endParaRPr kumimoji="0" lang="zh-CN" altLang="en-US" sz="1800" b="0" i="0" u="none" strike="noStrike" cap="none" normalizeH="0" baseline="0">
              <a:ln>
                <a:noFill/>
              </a:ln>
              <a:solidFill>
                <a:schemeClr val="tx1"/>
              </a:solidFill>
              <a:effectLst/>
              <a:latin typeface="Arial" pitchFamily="34" charset="0"/>
              <a:ea typeface="宋体" pitchFamily="2" charset="-122"/>
            </a:endParaRPr>
          </a:p>
        </p:txBody>
      </p:sp>
      <p:graphicFrame>
        <p:nvGraphicFramePr>
          <p:cNvPr id="36" name="Group 169">
            <a:extLst>
              <a:ext uri="{FF2B5EF4-FFF2-40B4-BE49-F238E27FC236}">
                <a16:creationId xmlns:a16="http://schemas.microsoft.com/office/drawing/2014/main" id="{29AA2B8D-4334-AF40-9163-9BFDD76093A3}"/>
              </a:ext>
            </a:extLst>
          </p:cNvPr>
          <p:cNvGraphicFramePr>
            <a:graphicFrameLocks noGrp="1"/>
          </p:cNvGraphicFramePr>
          <p:nvPr>
            <p:extLst>
              <p:ext uri="{D42A27DB-BD31-4B8C-83A1-F6EECF244321}">
                <p14:modId xmlns:p14="http://schemas.microsoft.com/office/powerpoint/2010/main" val="3735061457"/>
              </p:ext>
            </p:extLst>
          </p:nvPr>
        </p:nvGraphicFramePr>
        <p:xfrm>
          <a:off x="888346" y="2166718"/>
          <a:ext cx="2997994" cy="2080043"/>
        </p:xfrm>
        <a:graphic>
          <a:graphicData uri="http://schemas.openxmlformats.org/drawingml/2006/table">
            <a:tbl>
              <a:tblPr/>
              <a:tblGrid>
                <a:gridCol w="763261">
                  <a:extLst>
                    <a:ext uri="{9D8B030D-6E8A-4147-A177-3AD203B41FA5}">
                      <a16:colId xmlns:a16="http://schemas.microsoft.com/office/drawing/2014/main" val="20000"/>
                    </a:ext>
                  </a:extLst>
                </a:gridCol>
                <a:gridCol w="558948">
                  <a:extLst>
                    <a:ext uri="{9D8B030D-6E8A-4147-A177-3AD203B41FA5}">
                      <a16:colId xmlns:a16="http://schemas.microsoft.com/office/drawing/2014/main" val="20001"/>
                    </a:ext>
                  </a:extLst>
                </a:gridCol>
                <a:gridCol w="558948">
                  <a:extLst>
                    <a:ext uri="{9D8B030D-6E8A-4147-A177-3AD203B41FA5}">
                      <a16:colId xmlns:a16="http://schemas.microsoft.com/office/drawing/2014/main" val="20002"/>
                    </a:ext>
                  </a:extLst>
                </a:gridCol>
                <a:gridCol w="558948">
                  <a:extLst>
                    <a:ext uri="{9D8B030D-6E8A-4147-A177-3AD203B41FA5}">
                      <a16:colId xmlns:a16="http://schemas.microsoft.com/office/drawing/2014/main" val="20003"/>
                    </a:ext>
                  </a:extLst>
                </a:gridCol>
                <a:gridCol w="557889">
                  <a:extLst>
                    <a:ext uri="{9D8B030D-6E8A-4147-A177-3AD203B41FA5}">
                      <a16:colId xmlns:a16="http://schemas.microsoft.com/office/drawing/2014/main" val="20004"/>
                    </a:ext>
                  </a:extLst>
                </a:gridCol>
              </a:tblGrid>
              <a:tr h="297149">
                <a:tc>
                  <a:txBody>
                    <a:body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a:t>
                      </a:r>
                    </a:p>
                  </a:txBody>
                  <a:tcPr marL="60976" marR="60976" marT="34274" marB="34274" horzOverflow="overflow">
                    <a:lnL cap="flat">
                      <a:noFill/>
                    </a:lnL>
                    <a:lnR>
                      <a:noFill/>
                    </a:lnR>
                    <a:lnT cap="fla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B</a:t>
                      </a:r>
                    </a:p>
                  </a:txBody>
                  <a:tcPr marL="60976" marR="60976" marT="34274" marB="34274" horzOverflow="overflow">
                    <a:lnL>
                      <a:noFill/>
                    </a:lnL>
                    <a:lnR>
                      <a:noFill/>
                    </a:lnR>
                    <a:lnT cap="fla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C</a:t>
                      </a:r>
                    </a:p>
                  </a:txBody>
                  <a:tcPr marL="60976" marR="60976" marT="34274" marB="34274" horzOverflow="overflow">
                    <a:lnL>
                      <a:noFill/>
                    </a:lnL>
                    <a:lnR>
                      <a:noFill/>
                    </a:lnR>
                    <a:lnT cap="fla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D</a:t>
                      </a:r>
                    </a:p>
                  </a:txBody>
                  <a:tcPr marL="60976" marR="60976" marT="34274" marB="34274" horzOverflow="overflow">
                    <a:lnL>
                      <a:noFill/>
                    </a:lnL>
                    <a:lnR>
                      <a:noFill/>
                    </a:lnR>
                    <a:lnT cap="fla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E</a:t>
                      </a:r>
                    </a:p>
                  </a:txBody>
                  <a:tcPr marL="60976" marR="60976" marT="34274" marB="34274" horzOverflow="overflow">
                    <a:lnL>
                      <a:noFill/>
                    </a:lnL>
                    <a:lnR cap="flat">
                      <a:noFill/>
                    </a:lnR>
                    <a:lnT cap="flat">
                      <a:noFill/>
                    </a:lnT>
                    <a:lnB>
                      <a:noFill/>
                    </a:lnB>
                    <a:lnTlToBr>
                      <a:noFill/>
                    </a:lnTlToBr>
                    <a:lnBlToTr>
                      <a:noFill/>
                    </a:lnBlToTr>
                    <a:solidFill>
                      <a:srgbClr val="FFFFFF">
                        <a:alpha val="50196"/>
                      </a:srgbClr>
                    </a:solidFill>
                  </a:tcPr>
                </a:tc>
                <a:extLst>
                  <a:ext uri="{0D108BD9-81ED-4DB2-BD59-A6C34878D82A}">
                    <a16:rowId xmlns:a16="http://schemas.microsoft.com/office/drawing/2014/main" val="10000"/>
                  </a:ext>
                </a:extLst>
              </a:tr>
              <a:tr h="297149">
                <a:tc gridSpan="2">
                  <a:txBody>
                    <a:body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dirty="0">
                          <a:ln>
                            <a:noFill/>
                          </a:ln>
                          <a:solidFill>
                            <a:schemeClr val="tx1"/>
                          </a:solidFill>
                          <a:effectLst/>
                          <a:latin typeface="+mn-ea"/>
                          <a:ea typeface="+mn-ea"/>
                        </a:rPr>
                        <a:t>交换次数</a:t>
                      </a:r>
                    </a:p>
                  </a:txBody>
                  <a:tcPr marL="60976" marR="60976" marT="34274" marB="34274" horzOverflow="overflow">
                    <a:lnL cap="flat">
                      <a:noFill/>
                    </a:lnL>
                    <a:lnR>
                      <a:noFill/>
                    </a:lnR>
                    <a:lnT>
                      <a:noFill/>
                    </a:lnT>
                    <a:lnB w="12700" cap="flat" cmpd="sng" algn="ctr">
                      <a:solidFill>
                        <a:schemeClr val="tx1"/>
                      </a:solidFill>
                      <a:prstDash val="solid"/>
                      <a:round/>
                      <a:headEnd type="none" w="sm" len="sm"/>
                      <a:tailEnd type="none" w="sm" len="sm"/>
                    </a:lnB>
                    <a:lnTlToBr>
                      <a:noFill/>
                    </a:lnTlToBr>
                    <a:lnBlToTr>
                      <a:noFill/>
                    </a:lnBlToTr>
                    <a:solidFill>
                      <a:srgbClr val="FFFFFF">
                        <a:alpha val="50196"/>
                      </a:srgbClr>
                    </a:solidFill>
                  </a:tcPr>
                </a:tc>
                <a:tc hMerge="1">
                  <a:txBody>
                    <a:bodyPr/>
                    <a:lstStyle/>
                    <a:p>
                      <a:endParaRPr lang="zh-CN" altLang="en-US"/>
                    </a:p>
                  </a:txBody>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76" marR="60976" marT="34274" marB="34274" horzOverflow="overflow">
                    <a:lnL>
                      <a:noFill/>
                    </a:lnL>
                    <a:lnR cap="flat">
                      <a:noFill/>
                    </a:lnR>
                    <a:lnT>
                      <a:noFill/>
                    </a:lnT>
                    <a:lnB w="12700" cap="flat" cmpd="sng" algn="ctr">
                      <a:solidFill>
                        <a:schemeClr val="tx1"/>
                      </a:solidFill>
                      <a:prstDash val="solid"/>
                      <a:round/>
                      <a:headEnd type="none" w="sm" len="sm"/>
                      <a:tailEnd type="none" w="sm" len="sm"/>
                    </a:lnB>
                    <a:lnTlToBr>
                      <a:noFill/>
                    </a:lnTlToBr>
                    <a:lnBlToTr>
                      <a:noFill/>
                    </a:lnBlToTr>
                    <a:solidFill>
                      <a:srgbClr val="FFFFFF">
                        <a:alpha val="50196"/>
                      </a:srgbClr>
                    </a:solidFill>
                  </a:tcPr>
                </a:tc>
                <a:extLst>
                  <a:ext uri="{0D108BD9-81ED-4DB2-BD59-A6C34878D82A}">
                    <a16:rowId xmlns:a16="http://schemas.microsoft.com/office/drawing/2014/main" val="10001"/>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0</a:t>
                      </a:r>
                    </a:p>
                  </a:txBody>
                  <a:tcPr marL="60976" marR="60976" marT="34274" marB="34274" horzOverflow="overflow">
                    <a:lnL cap="flat">
                      <a:noFill/>
                    </a:lnL>
                    <a:lnR>
                      <a:noFill/>
                    </a:lnR>
                    <a:lnT w="12700" cap="flat" cmpd="sng" algn="ctr">
                      <a:solidFill>
                        <a:schemeClr val="tx1"/>
                      </a:solidFill>
                      <a:prstDash val="solid"/>
                      <a:round/>
                      <a:headEnd type="none" w="sm" len="sm"/>
                      <a:tailEnd type="none" w="sm" len="sm"/>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cap="flat">
                      <a:noFill/>
                    </a:lnR>
                    <a:lnT w="12700" cap="flat" cmpd="sng" algn="ctr">
                      <a:solidFill>
                        <a:schemeClr val="tx1"/>
                      </a:solidFill>
                      <a:prstDash val="solid"/>
                      <a:round/>
                      <a:headEnd type="none" w="sm" len="sm"/>
                      <a:tailEnd type="none" w="sm" len="sm"/>
                    </a:lnT>
                    <a:lnB>
                      <a:noFill/>
                    </a:lnB>
                    <a:lnTlToBr>
                      <a:noFill/>
                    </a:lnTlToBr>
                    <a:lnBlToTr>
                      <a:noFill/>
                    </a:lnBlToTr>
                    <a:solidFill>
                      <a:srgbClr val="FFFFFF">
                        <a:alpha val="50196"/>
                      </a:srgbClr>
                    </a:solidFill>
                  </a:tcPr>
                </a:tc>
                <a:extLst>
                  <a:ext uri="{0D108BD9-81ED-4DB2-BD59-A6C34878D82A}">
                    <a16:rowId xmlns:a16="http://schemas.microsoft.com/office/drawing/2014/main" val="10002"/>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cap="flat">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cap="flat">
                      <a:noFill/>
                    </a:lnR>
                    <a:lnT>
                      <a:noFill/>
                    </a:lnT>
                    <a:lnB>
                      <a:noFill/>
                    </a:lnB>
                    <a:lnTlToBr>
                      <a:noFill/>
                    </a:lnTlToBr>
                    <a:lnBlToTr>
                      <a:noFill/>
                    </a:lnBlToTr>
                    <a:solidFill>
                      <a:srgbClr val="FFFFFF">
                        <a:alpha val="50196"/>
                      </a:srgbClr>
                    </a:solidFill>
                  </a:tcPr>
                </a:tc>
                <a:extLst>
                  <a:ext uri="{0D108BD9-81ED-4DB2-BD59-A6C34878D82A}">
                    <a16:rowId xmlns:a16="http://schemas.microsoft.com/office/drawing/2014/main" val="10003"/>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76" marR="60976" marT="34274" marB="34274" horzOverflow="overflow">
                    <a:lnL cap="flat">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76" marR="60976" marT="34274" marB="34274" horzOverflow="overflow">
                    <a:lnL>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cap="flat">
                      <a:noFill/>
                    </a:lnR>
                    <a:lnT>
                      <a:noFill/>
                    </a:lnT>
                    <a:lnB>
                      <a:noFill/>
                    </a:lnB>
                    <a:lnTlToBr>
                      <a:noFill/>
                    </a:lnTlToBr>
                    <a:lnBlToTr>
                      <a:noFill/>
                    </a:lnBlToTr>
                    <a:solidFill>
                      <a:srgbClr val="FFFFFF">
                        <a:alpha val="50196"/>
                      </a:srgbClr>
                    </a:solidFill>
                  </a:tcPr>
                </a:tc>
                <a:extLst>
                  <a:ext uri="{0D108BD9-81ED-4DB2-BD59-A6C34878D82A}">
                    <a16:rowId xmlns:a16="http://schemas.microsoft.com/office/drawing/2014/main" val="10004"/>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76" marR="60976" marT="34274" marB="34274" horzOverflow="overflow">
                    <a:lnL cap="flat">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76" marR="60976" marT="34274" marB="34274" horzOverflow="overflow">
                    <a:lnL>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76" marR="60976" marT="34274" marB="34274" horzOverflow="overflow">
                    <a:lnL>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cap="flat">
                      <a:noFill/>
                    </a:lnR>
                    <a:lnT>
                      <a:noFill/>
                    </a:lnT>
                    <a:lnB>
                      <a:noFill/>
                    </a:lnB>
                    <a:lnTlToBr>
                      <a:noFill/>
                    </a:lnTlToBr>
                    <a:lnBlToTr>
                      <a:noFill/>
                    </a:lnBlToTr>
                    <a:solidFill>
                      <a:srgbClr val="FFFFFF">
                        <a:alpha val="50196"/>
                      </a:srgbClr>
                    </a:solidFill>
                  </a:tcPr>
                </a:tc>
                <a:extLst>
                  <a:ext uri="{0D108BD9-81ED-4DB2-BD59-A6C34878D82A}">
                    <a16:rowId xmlns:a16="http://schemas.microsoft.com/office/drawing/2014/main" val="10005"/>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76" marR="60976" marT="34274" marB="34274" horzOverflow="overflow">
                    <a:lnL cap="flat">
                      <a:noFill/>
                    </a:lnL>
                    <a:lnR>
                      <a:noFill/>
                    </a:lnR>
                    <a:lnT>
                      <a:noFill/>
                    </a:lnT>
                    <a:lnB w="12700" cap="flat" cmpd="sng" algn="ctr">
                      <a:solidFill>
                        <a:schemeClr val="tx1"/>
                      </a:solidFill>
                      <a:prstDash val="solid"/>
                      <a:round/>
                      <a:headEnd type="none" w="sm" len="sm"/>
                      <a:tailEnd type="none" w="sm" len="sm"/>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2</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4</a:t>
                      </a:r>
                    </a:p>
                  </a:txBody>
                  <a:tcPr marL="60976" marR="60976" marT="34274" marB="34274" horzOverflow="overflow">
                    <a:lnL>
                      <a:noFill/>
                    </a:lnL>
                    <a:lnR cap="flat">
                      <a:noFill/>
                    </a:lnR>
                    <a:lnT>
                      <a:noFill/>
                    </a:lnT>
                    <a:lnB w="12700" cap="flat" cmpd="sng" algn="ctr">
                      <a:solidFill>
                        <a:schemeClr val="tx1"/>
                      </a:solidFill>
                      <a:prstDash val="solid"/>
                      <a:round/>
                      <a:headEnd type="none" w="sm" len="sm"/>
                      <a:tailEnd type="none" w="sm" len="sm"/>
                    </a:lnB>
                    <a:lnTlToBr>
                      <a:noFill/>
                    </a:lnTlToBr>
                    <a:lnBlToTr>
                      <a:noFill/>
                    </a:lnBlToTr>
                    <a:solidFill>
                      <a:srgbClr val="FFFFFF">
                        <a:alpha val="50196"/>
                      </a:srgbClr>
                    </a:solidFill>
                  </a:tcPr>
                </a:tc>
                <a:extLst>
                  <a:ext uri="{0D108BD9-81ED-4DB2-BD59-A6C34878D82A}">
                    <a16:rowId xmlns:a16="http://schemas.microsoft.com/office/drawing/2014/main" val="10006"/>
                  </a:ext>
                </a:extLst>
              </a:tr>
            </a:tbl>
          </a:graphicData>
        </a:graphic>
      </p:graphicFrame>
      <p:cxnSp>
        <p:nvCxnSpPr>
          <p:cNvPr id="37" name="直接箭头连接符 39">
            <a:extLst>
              <a:ext uri="{FF2B5EF4-FFF2-40B4-BE49-F238E27FC236}">
                <a16:creationId xmlns:a16="http://schemas.microsoft.com/office/drawing/2014/main" id="{0B63374D-293F-964D-9C44-E3E07F263FB8}"/>
              </a:ext>
            </a:extLst>
          </p:cNvPr>
          <p:cNvCxnSpPr/>
          <p:nvPr/>
        </p:nvCxnSpPr>
        <p:spPr bwMode="auto">
          <a:xfrm flipH="1">
            <a:off x="5766197" y="2626158"/>
            <a:ext cx="296123" cy="111143"/>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 name="直接箭头连接符 40">
            <a:extLst>
              <a:ext uri="{FF2B5EF4-FFF2-40B4-BE49-F238E27FC236}">
                <a16:creationId xmlns:a16="http://schemas.microsoft.com/office/drawing/2014/main" id="{5886665E-E870-074F-A4E6-02ECB8F92688}"/>
              </a:ext>
            </a:extLst>
          </p:cNvPr>
          <p:cNvCxnSpPr/>
          <p:nvPr/>
        </p:nvCxnSpPr>
        <p:spPr bwMode="auto">
          <a:xfrm>
            <a:off x="6947414" y="3454536"/>
            <a:ext cx="232506" cy="166780"/>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 name="直接箭头连接符 42">
            <a:extLst>
              <a:ext uri="{FF2B5EF4-FFF2-40B4-BE49-F238E27FC236}">
                <a16:creationId xmlns:a16="http://schemas.microsoft.com/office/drawing/2014/main" id="{50EBF318-B6D0-D34B-9916-82CC3ACB7BF9}"/>
              </a:ext>
            </a:extLst>
          </p:cNvPr>
          <p:cNvCxnSpPr/>
          <p:nvPr/>
        </p:nvCxnSpPr>
        <p:spPr bwMode="auto">
          <a:xfrm flipH="1">
            <a:off x="5827744" y="3794499"/>
            <a:ext cx="296123" cy="111143"/>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 name="直接箭头连接符 43">
            <a:extLst>
              <a:ext uri="{FF2B5EF4-FFF2-40B4-BE49-F238E27FC236}">
                <a16:creationId xmlns:a16="http://schemas.microsoft.com/office/drawing/2014/main" id="{25F6BCDD-14B1-C548-A4E7-121D7A7ECB70}"/>
              </a:ext>
            </a:extLst>
          </p:cNvPr>
          <p:cNvCxnSpPr/>
          <p:nvPr/>
        </p:nvCxnSpPr>
        <p:spPr bwMode="auto">
          <a:xfrm>
            <a:off x="5827744" y="2864583"/>
            <a:ext cx="232506" cy="166780"/>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 name="直接箭头连接符 44">
            <a:extLst>
              <a:ext uri="{FF2B5EF4-FFF2-40B4-BE49-F238E27FC236}">
                <a16:creationId xmlns:a16="http://schemas.microsoft.com/office/drawing/2014/main" id="{CED0EB5A-F5F2-B34F-8E51-19EA47E712D3}"/>
              </a:ext>
            </a:extLst>
          </p:cNvPr>
          <p:cNvCxnSpPr/>
          <p:nvPr/>
        </p:nvCxnSpPr>
        <p:spPr bwMode="auto">
          <a:xfrm>
            <a:off x="6396013" y="3176784"/>
            <a:ext cx="232506" cy="166780"/>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 name="直接箭头连接符 45">
            <a:extLst>
              <a:ext uri="{FF2B5EF4-FFF2-40B4-BE49-F238E27FC236}">
                <a16:creationId xmlns:a16="http://schemas.microsoft.com/office/drawing/2014/main" id="{CC7B55EF-65F7-0D40-B088-E09DEF921868}"/>
              </a:ext>
            </a:extLst>
          </p:cNvPr>
          <p:cNvCxnSpPr/>
          <p:nvPr/>
        </p:nvCxnSpPr>
        <p:spPr bwMode="auto">
          <a:xfrm flipH="1">
            <a:off x="5811710" y="3184668"/>
            <a:ext cx="296123" cy="111143"/>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 name="直接箭头连接符 46">
            <a:extLst>
              <a:ext uri="{FF2B5EF4-FFF2-40B4-BE49-F238E27FC236}">
                <a16:creationId xmlns:a16="http://schemas.microsoft.com/office/drawing/2014/main" id="{E14ED684-36D5-4F47-B9FD-CA989BBBB4CE}"/>
              </a:ext>
            </a:extLst>
          </p:cNvPr>
          <p:cNvCxnSpPr/>
          <p:nvPr/>
        </p:nvCxnSpPr>
        <p:spPr bwMode="auto">
          <a:xfrm>
            <a:off x="5830082" y="3435933"/>
            <a:ext cx="232506" cy="166780"/>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4" name="矩形 43">
            <a:extLst>
              <a:ext uri="{FF2B5EF4-FFF2-40B4-BE49-F238E27FC236}">
                <a16:creationId xmlns:a16="http://schemas.microsoft.com/office/drawing/2014/main" id="{35E2A7E6-4A00-0D4B-8D13-158DF9471DA7}"/>
              </a:ext>
            </a:extLst>
          </p:cNvPr>
          <p:cNvSpPr/>
          <p:nvPr/>
        </p:nvSpPr>
        <p:spPr bwMode="auto">
          <a:xfrm>
            <a:off x="4574987" y="2603791"/>
            <a:ext cx="3204926" cy="2153830"/>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 typeface="Arial" pitchFamily="34" charset="0"/>
              <a:buNone/>
              <a:tabLst/>
            </a:pPr>
            <a:endParaRPr kumimoji="0" lang="zh-CN" altLang="en-US" sz="1800" b="0" i="0" u="none" strike="noStrike" cap="none" normalizeH="0" baseline="0">
              <a:ln>
                <a:noFill/>
              </a:ln>
              <a:solidFill>
                <a:schemeClr val="tx1"/>
              </a:solidFill>
              <a:effectLst/>
              <a:latin typeface="Arial" pitchFamily="34" charset="0"/>
              <a:ea typeface="宋体" pitchFamily="2" charset="-122"/>
            </a:endParaRPr>
          </a:p>
        </p:txBody>
      </p:sp>
      <p:graphicFrame>
        <p:nvGraphicFramePr>
          <p:cNvPr id="45" name="Group 165">
            <a:extLst>
              <a:ext uri="{FF2B5EF4-FFF2-40B4-BE49-F238E27FC236}">
                <a16:creationId xmlns:a16="http://schemas.microsoft.com/office/drawing/2014/main" id="{20B64CE3-662E-1842-8C36-73E2B79C67FC}"/>
              </a:ext>
            </a:extLst>
          </p:cNvPr>
          <p:cNvGraphicFramePr>
            <a:graphicFrameLocks noGrp="1"/>
          </p:cNvGraphicFramePr>
          <p:nvPr>
            <p:extLst>
              <p:ext uri="{D42A27DB-BD31-4B8C-83A1-F6EECF244321}">
                <p14:modId xmlns:p14="http://schemas.microsoft.com/office/powerpoint/2010/main" val="1378085319"/>
              </p:ext>
            </p:extLst>
          </p:nvPr>
        </p:nvGraphicFramePr>
        <p:xfrm>
          <a:off x="4648340" y="1757733"/>
          <a:ext cx="2971801" cy="2971300"/>
        </p:xfrm>
        <a:graphic>
          <a:graphicData uri="http://schemas.openxmlformats.org/drawingml/2006/table">
            <a:tbl>
              <a:tblPr/>
              <a:tblGrid>
                <a:gridCol w="756709">
                  <a:extLst>
                    <a:ext uri="{9D8B030D-6E8A-4147-A177-3AD203B41FA5}">
                      <a16:colId xmlns:a16="http://schemas.microsoft.com/office/drawing/2014/main" val="20000"/>
                    </a:ext>
                  </a:extLst>
                </a:gridCol>
                <a:gridCol w="553508">
                  <a:extLst>
                    <a:ext uri="{9D8B030D-6E8A-4147-A177-3AD203B41FA5}">
                      <a16:colId xmlns:a16="http://schemas.microsoft.com/office/drawing/2014/main" val="20001"/>
                    </a:ext>
                  </a:extLst>
                </a:gridCol>
                <a:gridCol w="554567">
                  <a:extLst>
                    <a:ext uri="{9D8B030D-6E8A-4147-A177-3AD203B41FA5}">
                      <a16:colId xmlns:a16="http://schemas.microsoft.com/office/drawing/2014/main" val="20002"/>
                    </a:ext>
                  </a:extLst>
                </a:gridCol>
                <a:gridCol w="553509">
                  <a:extLst>
                    <a:ext uri="{9D8B030D-6E8A-4147-A177-3AD203B41FA5}">
                      <a16:colId xmlns:a16="http://schemas.microsoft.com/office/drawing/2014/main" val="20003"/>
                    </a:ext>
                  </a:extLst>
                </a:gridCol>
                <a:gridCol w="553508">
                  <a:extLst>
                    <a:ext uri="{9D8B030D-6E8A-4147-A177-3AD203B41FA5}">
                      <a16:colId xmlns:a16="http://schemas.microsoft.com/office/drawing/2014/main" val="20004"/>
                    </a:ext>
                  </a:extLst>
                </a:gridCol>
              </a:tblGrid>
              <a:tr h="297129">
                <a:tc>
                  <a:txBody>
                    <a:body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a:t>
                      </a:r>
                    </a:p>
                  </a:txBody>
                  <a:tcPr marL="60960" marR="60960" marT="34265" marB="34265" horzOverflow="overflow">
                    <a:lnL cap="flat">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B</a:t>
                      </a:r>
                    </a:p>
                  </a:txBody>
                  <a:tcPr marL="60960" marR="60960" marT="34265" marB="34265" horzOverflow="overflow">
                    <a:lnL>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C</a:t>
                      </a:r>
                    </a:p>
                  </a:txBody>
                  <a:tcPr marL="60960" marR="60960" marT="34265" marB="34265" horzOverflow="overflow">
                    <a:lnL>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D</a:t>
                      </a:r>
                    </a:p>
                  </a:txBody>
                  <a:tcPr marL="60960" marR="60960" marT="34265" marB="34265" horzOverflow="overflow">
                    <a:lnL>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E</a:t>
                      </a:r>
                    </a:p>
                  </a:txBody>
                  <a:tcPr marL="60960" marR="60960" marT="34265" marB="34265"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97129">
                <a:tc gridSpan="2">
                  <a:txBody>
                    <a:body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kern="1200" cap="none" normalizeH="0" baseline="0" dirty="0">
                          <a:ln>
                            <a:noFill/>
                          </a:ln>
                          <a:solidFill>
                            <a:schemeClr val="tx1"/>
                          </a:solidFill>
                          <a:effectLst/>
                          <a:latin typeface="+mn-ea"/>
                          <a:ea typeface="+mn-ea"/>
                          <a:cs typeface="+mn-cs"/>
                        </a:rPr>
                        <a:t>交换次数</a:t>
                      </a:r>
                    </a:p>
                  </a:txBody>
                  <a:tcPr marL="60960" marR="60960" marT="34265" marB="34265" horzOverflow="overflow">
                    <a:lnL cap="flat">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cap="flat">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0</a:t>
                      </a:r>
                    </a:p>
                  </a:txBody>
                  <a:tcPr marL="60960" marR="60960" marT="34265" marB="34265" horzOverflow="overflow">
                    <a:lnL cap="flat">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60" marR="60960" marT="34265" marB="3426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60" marR="60960" marT="34265" marB="3426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cap="flat">
                      <a:noFill/>
                    </a:lnR>
                    <a:lnT w="12700" cap="flat" cmpd="sng" algn="ctr">
                      <a:solidFill>
                        <a:schemeClr val="tx1"/>
                      </a:solidFill>
                      <a:prstDash val="solid"/>
                      <a:round/>
                      <a:headEnd type="none" w="sm" len="sm"/>
                      <a:tailEnd type="none" w="sm" len="sm"/>
                    </a:lnT>
                    <a:lnB>
                      <a:noFill/>
                    </a:lnB>
                    <a:lnTlToBr>
                      <a:noFill/>
                    </a:lnTlToBr>
                    <a:lnBlToTr>
                      <a:noFill/>
                    </a:lnBlToTr>
                    <a:noFill/>
                  </a:tcPr>
                </a:tc>
                <a:extLst>
                  <a:ext uri="{0D108BD9-81ED-4DB2-BD59-A6C34878D82A}">
                    <a16:rowId xmlns:a16="http://schemas.microsoft.com/office/drawing/2014/main" val="10002"/>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5</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5</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5</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6</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5</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6</a:t>
                      </a: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6"/>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5</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7</a:t>
                      </a: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6</a:t>
                      </a: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7</a:t>
                      </a: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6</a:t>
                      </a: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7"/>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8"/>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t>
                      </a:r>
                    </a:p>
                  </a:txBody>
                  <a:tcPr marL="60960" marR="60960" marT="34265" marB="34265" horzOverflow="overflow">
                    <a:lnL cap="flat">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t>
                      </a:r>
                    </a:p>
                  </a:txBody>
                  <a:tcPr marL="60960" marR="60960" marT="34265" marB="34265" horzOverflow="overflow">
                    <a:lnL>
                      <a:noFill/>
                    </a:lnL>
                    <a:lnR cap="flat">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9"/>
                  </a:ext>
                </a:extLst>
              </a:tr>
            </a:tbl>
          </a:graphicData>
        </a:graphic>
      </p:graphicFrame>
    </p:spTree>
    <p:extLst>
      <p:ext uri="{BB962C8B-B14F-4D97-AF65-F5344CB8AC3E}">
        <p14:creationId xmlns:p14="http://schemas.microsoft.com/office/powerpoint/2010/main" val="9669210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nodeType="withEffect">
                                  <p:stCondLst>
                                    <p:cond delay="0"/>
                                  </p:stCondLst>
                                  <p:childTnLst>
                                    <p:set>
                                      <p:cBhvr>
                                        <p:cTn id="6" dur="1" fill="hold">
                                          <p:stCondLst>
                                            <p:cond delay="0"/>
                                          </p:stCondLst>
                                        </p:cTn>
                                        <p:tgtEl>
                                          <p:spTgt spid="36"/>
                                        </p:tgtEl>
                                        <p:attrNameLst>
                                          <p:attrName>style.visibility</p:attrName>
                                        </p:attrNameLst>
                                      </p:cBhvr>
                                      <p:to>
                                        <p:strVal val="hidden"/>
                                      </p:to>
                                    </p:set>
                                  </p:childTnLst>
                                </p:cTn>
                              </p:par>
                              <p:par>
                                <p:cTn id="7" presetID="1" presetClass="exit" presetSubtype="0" fill="hold" nodeType="withEffect">
                                  <p:stCondLst>
                                    <p:cond delay="0"/>
                                  </p:stCondLst>
                                  <p:childTnLst>
                                    <p:set>
                                      <p:cBhvr>
                                        <p:cTn id="8" dur="1" fill="hold">
                                          <p:stCondLst>
                                            <p:cond delay="0"/>
                                          </p:stCondLst>
                                        </p:cTn>
                                        <p:tgtEl>
                                          <p:spTgt spid="45"/>
                                        </p:tgtEl>
                                        <p:attrNameLst>
                                          <p:attrName>style.visibility</p:attrName>
                                        </p:attrNameLst>
                                      </p:cBhvr>
                                      <p:to>
                                        <p:strVal val="hidden"/>
                                      </p:to>
                                    </p:set>
                                  </p:childTnLst>
                                </p:cTn>
                              </p:par>
                            </p:childTnLst>
                          </p:cTn>
                        </p:par>
                      </p:childTnLst>
                    </p:cTn>
                  </p:par>
                  <p:par>
                    <p:cTn id="9" fill="hold">
                      <p:stCondLst>
                        <p:cond delay="indefinite"/>
                      </p:stCondLst>
                      <p:childTnLst>
                        <p:par>
                          <p:cTn id="10" fill="hold">
                            <p:stCondLst>
                              <p:cond delay="0"/>
                            </p:stCondLst>
                            <p:childTnLst>
                              <p:par>
                                <p:cTn id="11" presetID="1" presetClass="exit" presetSubtype="0" fill="hold" grpId="0" nodeType="clickEffect">
                                  <p:stCondLst>
                                    <p:cond delay="0"/>
                                  </p:stCondLst>
                                  <p:childTnLst>
                                    <p:set>
                                      <p:cBhvr>
                                        <p:cTn id="12" dur="1" fill="hold">
                                          <p:stCondLst>
                                            <p:cond delay="0"/>
                                          </p:stCondLst>
                                        </p:cTn>
                                        <p:tgtEl>
                                          <p:spTgt spid="30"/>
                                        </p:tgtEl>
                                        <p:attrNameLst>
                                          <p:attrName>style.visibility</p:attrName>
                                        </p:attrNameLst>
                                      </p:cBhvr>
                                      <p:to>
                                        <p:strVal val="hidden"/>
                                      </p:to>
                                    </p:set>
                                  </p:childTnLst>
                                </p:cTn>
                              </p:par>
                              <p:par>
                                <p:cTn id="13" presetID="22" presetClass="exit" presetSubtype="1" fill="hold" grpId="0" nodeType="withEffect">
                                  <p:stCondLst>
                                    <p:cond delay="0"/>
                                  </p:stCondLst>
                                  <p:childTnLst>
                                    <p:animEffect transition="out" filter="wipe(up)">
                                      <p:cBhvr>
                                        <p:cTn id="14" dur="5000"/>
                                        <p:tgtEl>
                                          <p:spTgt spid="35"/>
                                        </p:tgtEl>
                                      </p:cBhvr>
                                    </p:animEffect>
                                    <p:set>
                                      <p:cBhvr>
                                        <p:cTn id="15" dur="1" fill="hold">
                                          <p:stCondLst>
                                            <p:cond delay="4999"/>
                                          </p:stCondLst>
                                        </p:cTn>
                                        <p:tgtEl>
                                          <p:spTgt spid="35"/>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7">
                                            <p:txEl>
                                              <p:pRg st="8" end="8"/>
                                            </p:txEl>
                                          </p:spTgt>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31"/>
                                        </p:tgtEl>
                                        <p:attrNameLst>
                                          <p:attrName>style.visibility</p:attrName>
                                        </p:attrNameLst>
                                      </p:cBhvr>
                                      <p:to>
                                        <p:strVal val="visible"/>
                                      </p:to>
                                    </p:set>
                                  </p:childTnLst>
                                </p:cTn>
                              </p:par>
                              <p:par>
                                <p:cTn id="24" presetID="22" presetClass="exit" presetSubtype="1" fill="hold" grpId="0" nodeType="withEffect">
                                  <p:stCondLst>
                                    <p:cond delay="0"/>
                                  </p:stCondLst>
                                  <p:childTnLst>
                                    <p:animEffect transition="out" filter="wipe(up)">
                                      <p:cBhvr>
                                        <p:cTn id="25" dur="5000"/>
                                        <p:tgtEl>
                                          <p:spTgt spid="44"/>
                                        </p:tgtEl>
                                      </p:cBhvr>
                                    </p:animEffect>
                                    <p:set>
                                      <p:cBhvr>
                                        <p:cTn id="26" dur="1" fill="hold">
                                          <p:stCondLst>
                                            <p:cond delay="4999"/>
                                          </p:stCondLst>
                                        </p:cTn>
                                        <p:tgtEl>
                                          <p:spTgt spid="44"/>
                                        </p:tgtEl>
                                        <p:attrNameLst>
                                          <p:attrName>style.visibility</p:attrName>
                                        </p:attrNameLst>
                                      </p:cBhvr>
                                      <p:to>
                                        <p:strVal val="hidden"/>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7">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1" grpId="0"/>
      <p:bldP spid="35" grpId="0" animBg="1"/>
      <p:bldP spid="44" grpId="0" animBg="1"/>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3" name="Rectangle 3">
            <a:extLst>
              <a:ext uri="{FF2B5EF4-FFF2-40B4-BE49-F238E27FC236}">
                <a16:creationId xmlns:a16="http://schemas.microsoft.com/office/drawing/2014/main" id="{BBA6E2E7-6180-5342-8A72-E24911736B7D}"/>
              </a:ext>
            </a:extLst>
          </p:cNvPr>
          <p:cNvSpPr>
            <a:spLocks noGrp="1" noChangeArrowheads="1"/>
          </p:cNvSpPr>
          <p:nvPr>
            <p:ph type="body" idx="1"/>
          </p:nvPr>
        </p:nvSpPr>
        <p:spPr>
          <a:xfrm>
            <a:off x="137161" y="1000126"/>
            <a:ext cx="8789669" cy="432197"/>
          </a:xfrm>
        </p:spPr>
        <p:txBody>
          <a:bodyPr/>
          <a:lstStyle/>
          <a:p>
            <a:pPr marL="8335" indent="-8335">
              <a:buNone/>
            </a:pPr>
            <a:r>
              <a:rPr lang="zh-CN" altLang="en-US" sz="2100" dirty="0">
                <a:latin typeface="微软雅黑" panose="020B0503020204020204" pitchFamily="34" charset="-122"/>
                <a:ea typeface="宋体" panose="02010600030101010101" pitchFamily="2" charset="-122"/>
              </a:rPr>
              <a:t>原理：工作过程与距离矢量算法一样，不同之处在于到</a:t>
            </a:r>
            <a:r>
              <a:rPr lang="en-US" altLang="zh-CN" sz="2100" dirty="0">
                <a:latin typeface="微软雅黑" panose="020B0503020204020204" pitchFamily="34" charset="-122"/>
                <a:ea typeface="宋体" panose="02010600030101010101" pitchFamily="2" charset="-122"/>
              </a:rPr>
              <a:t>X</a:t>
            </a:r>
            <a:r>
              <a:rPr lang="zh-CN" altLang="en-US" sz="2100" dirty="0">
                <a:latin typeface="微软雅黑" panose="020B0503020204020204" pitchFamily="34" charset="-122"/>
                <a:ea typeface="宋体" panose="02010600030101010101" pitchFamily="2" charset="-122"/>
              </a:rPr>
              <a:t>的距离并不向真正通向</a:t>
            </a:r>
            <a:r>
              <a:rPr lang="en-US" altLang="zh-CN" sz="2100" dirty="0">
                <a:latin typeface="微软雅黑" panose="020B0503020204020204" pitchFamily="34" charset="-122"/>
                <a:ea typeface="宋体" panose="02010600030101010101" pitchFamily="2" charset="-122"/>
              </a:rPr>
              <a:t>X</a:t>
            </a:r>
            <a:r>
              <a:rPr lang="zh-CN" altLang="en-US" sz="2100" dirty="0">
                <a:latin typeface="微软雅黑" panose="020B0503020204020204" pitchFamily="34" charset="-122"/>
                <a:ea typeface="宋体" panose="02010600030101010101" pitchFamily="2" charset="-122"/>
              </a:rPr>
              <a:t>的邻居结点报告（实际上，向该邻居结点报告的距离为无穷大）。如图初始化状态下，</a:t>
            </a:r>
            <a:r>
              <a:rPr lang="en-US" altLang="zh-CN" sz="2100" dirty="0">
                <a:latin typeface="微软雅黑" panose="020B0503020204020204" pitchFamily="34" charset="-122"/>
                <a:ea typeface="宋体" panose="02010600030101010101" pitchFamily="2" charset="-122"/>
              </a:rPr>
              <a:t>A</a:t>
            </a:r>
            <a:r>
              <a:rPr lang="zh-CN" altLang="en-US" sz="2100" dirty="0">
                <a:latin typeface="微软雅黑" panose="020B0503020204020204" pitchFamily="34" charset="-122"/>
                <a:ea typeface="宋体" panose="02010600030101010101" pitchFamily="2" charset="-122"/>
              </a:rPr>
              <a:t>下网，</a:t>
            </a:r>
            <a:r>
              <a:rPr lang="en-US" altLang="zh-CN" sz="2100" dirty="0">
                <a:latin typeface="微软雅黑" panose="020B0503020204020204" pitchFamily="34" charset="-122"/>
                <a:ea typeface="宋体" panose="02010600030101010101" pitchFamily="2" charset="-122"/>
              </a:rPr>
              <a:t>C</a:t>
            </a:r>
            <a:r>
              <a:rPr lang="zh-CN" altLang="en-US" sz="2100" dirty="0">
                <a:latin typeface="微软雅黑" panose="020B0503020204020204" pitchFamily="34" charset="-122"/>
                <a:ea typeface="宋体" panose="02010600030101010101" pitchFamily="2" charset="-122"/>
              </a:rPr>
              <a:t>告诉</a:t>
            </a:r>
            <a:r>
              <a:rPr lang="en-US" altLang="zh-CN" sz="2100" dirty="0">
                <a:latin typeface="微软雅黑" panose="020B0503020204020204" pitchFamily="34" charset="-122"/>
                <a:ea typeface="宋体" panose="02010600030101010101" pitchFamily="2" charset="-122"/>
              </a:rPr>
              <a:t>D</a:t>
            </a:r>
            <a:r>
              <a:rPr lang="zh-CN" altLang="en-US" sz="2100" dirty="0">
                <a:latin typeface="微软雅黑" panose="020B0503020204020204" pitchFamily="34" charset="-122"/>
                <a:ea typeface="宋体" panose="02010600030101010101" pitchFamily="2" charset="-122"/>
              </a:rPr>
              <a:t>它到</a:t>
            </a:r>
            <a:r>
              <a:rPr lang="en-US" altLang="zh-CN" sz="2100" dirty="0">
                <a:latin typeface="微软雅黑" panose="020B0503020204020204" pitchFamily="34" charset="-122"/>
                <a:ea typeface="宋体" panose="02010600030101010101" pitchFamily="2" charset="-122"/>
              </a:rPr>
              <a:t>A</a:t>
            </a:r>
            <a:r>
              <a:rPr lang="zh-CN" altLang="en-US" sz="2100" dirty="0">
                <a:latin typeface="微软雅黑" panose="020B0503020204020204" pitchFamily="34" charset="-122"/>
                <a:ea typeface="宋体" panose="02010600030101010101" pitchFamily="2" charset="-122"/>
              </a:rPr>
              <a:t>的真实距离</a:t>
            </a:r>
            <a:r>
              <a:rPr lang="en-US" altLang="zh-CN" sz="2100" dirty="0">
                <a:latin typeface="微软雅黑" panose="020B0503020204020204" pitchFamily="34" charset="-122"/>
                <a:ea typeface="宋体" panose="02010600030101010101" pitchFamily="2" charset="-122"/>
              </a:rPr>
              <a:t>2</a:t>
            </a:r>
            <a:r>
              <a:rPr lang="zh-CN" altLang="en-US" sz="2100" dirty="0">
                <a:latin typeface="微软雅黑" panose="020B0503020204020204" pitchFamily="34" charset="-122"/>
                <a:ea typeface="宋体" panose="02010600030101010101" pitchFamily="2" charset="-122"/>
              </a:rPr>
              <a:t>，但</a:t>
            </a:r>
            <a:r>
              <a:rPr lang="en-US" altLang="zh-CN" sz="2100" dirty="0">
                <a:latin typeface="微软雅黑" panose="020B0503020204020204" pitchFamily="34" charset="-122"/>
                <a:ea typeface="宋体" panose="02010600030101010101" pitchFamily="2" charset="-122"/>
              </a:rPr>
              <a:t>C</a:t>
            </a:r>
            <a:r>
              <a:rPr lang="zh-CN" altLang="en-US" sz="2100" dirty="0">
                <a:latin typeface="微软雅黑" panose="020B0503020204020204" pitchFamily="34" charset="-122"/>
                <a:ea typeface="宋体" panose="02010600030101010101" pitchFamily="2" charset="-122"/>
              </a:rPr>
              <a:t>告诉</a:t>
            </a:r>
            <a:r>
              <a:rPr lang="en-US" altLang="zh-CN" sz="2100" dirty="0">
                <a:latin typeface="微软雅黑" panose="020B0503020204020204" pitchFamily="34" charset="-122"/>
                <a:ea typeface="宋体" panose="02010600030101010101" pitchFamily="2" charset="-122"/>
              </a:rPr>
              <a:t>B</a:t>
            </a:r>
            <a:r>
              <a:rPr lang="zh-CN" altLang="en-US" sz="2100" dirty="0">
                <a:latin typeface="微软雅黑" panose="020B0503020204020204" pitchFamily="34" charset="-122"/>
                <a:ea typeface="宋体" panose="02010600030101010101" pitchFamily="2" charset="-122"/>
              </a:rPr>
              <a:t>它到</a:t>
            </a:r>
            <a:r>
              <a:rPr lang="en-US" altLang="zh-CN" sz="2100" dirty="0">
                <a:latin typeface="微软雅黑" panose="020B0503020204020204" pitchFamily="34" charset="-122"/>
                <a:ea typeface="宋体" panose="02010600030101010101" pitchFamily="2" charset="-122"/>
              </a:rPr>
              <a:t>A</a:t>
            </a:r>
            <a:r>
              <a:rPr lang="zh-CN" altLang="en-US" sz="2100" dirty="0">
                <a:latin typeface="微软雅黑" panose="020B0503020204020204" pitchFamily="34" charset="-122"/>
                <a:ea typeface="宋体" panose="02010600030101010101" pitchFamily="2" charset="-122"/>
              </a:rPr>
              <a:t>的距离为无穷大。类似地，</a:t>
            </a:r>
            <a:r>
              <a:rPr lang="en-US" altLang="zh-CN" sz="2100" dirty="0">
                <a:latin typeface="微软雅黑" panose="020B0503020204020204" pitchFamily="34" charset="-122"/>
                <a:ea typeface="宋体" panose="02010600030101010101" pitchFamily="2" charset="-122"/>
              </a:rPr>
              <a:t>D</a:t>
            </a:r>
            <a:r>
              <a:rPr lang="zh-CN" altLang="en-US" sz="2100" dirty="0">
                <a:latin typeface="微软雅黑" panose="020B0503020204020204" pitchFamily="34" charset="-122"/>
                <a:ea typeface="宋体" panose="02010600030101010101" pitchFamily="2" charset="-122"/>
              </a:rPr>
              <a:t>告诉</a:t>
            </a:r>
            <a:r>
              <a:rPr lang="en-US" altLang="zh-CN" sz="2100" dirty="0">
                <a:latin typeface="微软雅黑" panose="020B0503020204020204" pitchFamily="34" charset="-122"/>
                <a:ea typeface="宋体" panose="02010600030101010101" pitchFamily="2" charset="-122"/>
              </a:rPr>
              <a:t>E</a:t>
            </a:r>
            <a:r>
              <a:rPr lang="zh-CN" altLang="en-US" sz="2100" dirty="0">
                <a:latin typeface="微软雅黑" panose="020B0503020204020204" pitchFamily="34" charset="-122"/>
                <a:ea typeface="宋体" panose="02010600030101010101" pitchFamily="2" charset="-122"/>
              </a:rPr>
              <a:t>实情，但不对</a:t>
            </a:r>
            <a:r>
              <a:rPr lang="en-US" altLang="zh-CN" sz="2100" dirty="0">
                <a:latin typeface="微软雅黑" panose="020B0503020204020204" pitchFamily="34" charset="-122"/>
                <a:ea typeface="宋体" panose="02010600030101010101" pitchFamily="2" charset="-122"/>
              </a:rPr>
              <a:t>C</a:t>
            </a:r>
            <a:r>
              <a:rPr lang="zh-CN" altLang="en-US" sz="2100" dirty="0">
                <a:latin typeface="微软雅黑" panose="020B0503020204020204" pitchFamily="34" charset="-122"/>
                <a:ea typeface="宋体" panose="02010600030101010101" pitchFamily="2" charset="-122"/>
              </a:rPr>
              <a:t>说真话。这样</a:t>
            </a:r>
            <a:r>
              <a:rPr lang="en-US" altLang="zh-CN" sz="2100" dirty="0">
                <a:latin typeface="微软雅黑" panose="020B0503020204020204" pitchFamily="34" charset="-122"/>
                <a:ea typeface="宋体" panose="02010600030101010101" pitchFamily="2" charset="-122"/>
              </a:rPr>
              <a:t>A</a:t>
            </a:r>
            <a:r>
              <a:rPr lang="zh-CN" altLang="en-US" sz="2100" dirty="0">
                <a:latin typeface="微软雅黑" panose="020B0503020204020204" pitchFamily="34" charset="-122"/>
                <a:ea typeface="宋体" panose="02010600030101010101" pitchFamily="2" charset="-122"/>
              </a:rPr>
              <a:t>不可达的消息很快能传遍网络。</a:t>
            </a:r>
            <a:endParaRPr lang="zh-CN" altLang="en-US" sz="1800" dirty="0">
              <a:latin typeface="微软雅黑" panose="020B0503020204020204" pitchFamily="34" charset="-122"/>
              <a:ea typeface="宋体" panose="02010600030101010101" pitchFamily="2" charset="-122"/>
            </a:endParaRPr>
          </a:p>
          <a:p>
            <a:pPr lvl="1">
              <a:buFontTx/>
              <a:buNone/>
            </a:pPr>
            <a:endParaRPr lang="zh-CN" altLang="en-US" sz="1800" dirty="0">
              <a:latin typeface="微软雅黑" panose="020B0503020204020204" pitchFamily="34" charset="-122"/>
              <a:ea typeface="宋体" panose="02010600030101010101" pitchFamily="2" charset="-122"/>
            </a:endParaRPr>
          </a:p>
          <a:p>
            <a:pPr lvl="1">
              <a:buFontTx/>
              <a:buNone/>
            </a:pPr>
            <a:endParaRPr lang="en-US" altLang="zh-CN" sz="1800" dirty="0">
              <a:latin typeface="微软雅黑" panose="020B0503020204020204" pitchFamily="34" charset="-122"/>
              <a:ea typeface="宋体" panose="02010600030101010101" pitchFamily="2" charset="-122"/>
            </a:endParaRPr>
          </a:p>
        </p:txBody>
      </p:sp>
      <p:graphicFrame>
        <p:nvGraphicFramePr>
          <p:cNvPr id="413865" name="Group 169">
            <a:extLst>
              <a:ext uri="{FF2B5EF4-FFF2-40B4-BE49-F238E27FC236}">
                <a16:creationId xmlns:a16="http://schemas.microsoft.com/office/drawing/2014/main" id="{C237FEA1-B71F-404D-94FD-8D8CDBF49D2A}"/>
              </a:ext>
            </a:extLst>
          </p:cNvPr>
          <p:cNvGraphicFramePr>
            <a:graphicFrameLocks noGrp="1"/>
          </p:cNvGraphicFramePr>
          <p:nvPr>
            <p:extLst>
              <p:ext uri="{D42A27DB-BD31-4B8C-83A1-F6EECF244321}">
                <p14:modId xmlns:p14="http://schemas.microsoft.com/office/powerpoint/2010/main" val="3537042216"/>
              </p:ext>
            </p:extLst>
          </p:nvPr>
        </p:nvGraphicFramePr>
        <p:xfrm>
          <a:off x="3110628" y="2785271"/>
          <a:ext cx="2997995" cy="2083592"/>
        </p:xfrm>
        <a:graphic>
          <a:graphicData uri="http://schemas.openxmlformats.org/drawingml/2006/table">
            <a:tbl>
              <a:tblPr/>
              <a:tblGrid>
                <a:gridCol w="763190">
                  <a:extLst>
                    <a:ext uri="{9D8B030D-6E8A-4147-A177-3AD203B41FA5}">
                      <a16:colId xmlns:a16="http://schemas.microsoft.com/office/drawing/2014/main" val="20000"/>
                    </a:ext>
                  </a:extLst>
                </a:gridCol>
                <a:gridCol w="559594">
                  <a:extLst>
                    <a:ext uri="{9D8B030D-6E8A-4147-A177-3AD203B41FA5}">
                      <a16:colId xmlns:a16="http://schemas.microsoft.com/office/drawing/2014/main" val="20001"/>
                    </a:ext>
                  </a:extLst>
                </a:gridCol>
                <a:gridCol w="558404">
                  <a:extLst>
                    <a:ext uri="{9D8B030D-6E8A-4147-A177-3AD203B41FA5}">
                      <a16:colId xmlns:a16="http://schemas.microsoft.com/office/drawing/2014/main" val="20002"/>
                    </a:ext>
                  </a:extLst>
                </a:gridCol>
                <a:gridCol w="558403">
                  <a:extLst>
                    <a:ext uri="{9D8B030D-6E8A-4147-A177-3AD203B41FA5}">
                      <a16:colId xmlns:a16="http://schemas.microsoft.com/office/drawing/2014/main" val="20003"/>
                    </a:ext>
                  </a:extLst>
                </a:gridCol>
                <a:gridCol w="558404">
                  <a:extLst>
                    <a:ext uri="{9D8B030D-6E8A-4147-A177-3AD203B41FA5}">
                      <a16:colId xmlns:a16="http://schemas.microsoft.com/office/drawing/2014/main" val="20004"/>
                    </a:ext>
                  </a:extLst>
                </a:gridCol>
              </a:tblGrid>
              <a:tr h="2976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C</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D</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a:t>
                      </a:r>
                    </a:p>
                  </a:txBody>
                  <a:tcPr marL="60976" marR="60976" marT="34274" marB="34274"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r h="297656">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5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交换次数</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2976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extLst>
                  <a:ext uri="{0D108BD9-81ED-4DB2-BD59-A6C34878D82A}">
                    <a16:rowId xmlns:a16="http://schemas.microsoft.com/office/drawing/2014/main" val="10002"/>
                  </a:ext>
                </a:extLst>
              </a:tr>
              <a:tr h="2976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a:noFill/>
                    </a:lnB>
                    <a:lnTlToBr>
                      <a:noFill/>
                    </a:lnTlToBr>
                    <a:lnBlToTr>
                      <a:noFill/>
                    </a:lnBlToTr>
                    <a:solidFill>
                      <a:schemeClr val="accent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60976" marR="60976" marT="34274" marB="34274"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3"/>
                  </a:ext>
                </a:extLst>
              </a:tr>
              <a:tr h="2976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a:noFill/>
                    </a:lnB>
                    <a:lnTlToBr>
                      <a:noFill/>
                    </a:lnTlToBr>
                    <a:lnBlToTr>
                      <a:noFill/>
                    </a:lnBlToTr>
                    <a:solidFill>
                      <a:schemeClr val="accent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60976" marR="60976" marT="34274" marB="34274"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4"/>
                  </a:ext>
                </a:extLst>
              </a:tr>
              <a:tr h="2976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a:noFill/>
                    </a:lnB>
                    <a:lnTlToBr>
                      <a:noFill/>
                    </a:lnTlToBr>
                    <a:lnBlToTr>
                      <a:noFill/>
                    </a:lnBlToTr>
                    <a:solidFill>
                      <a:schemeClr val="accent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60976" marR="60976" marT="34274" marB="34274"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5"/>
                  </a:ext>
                </a:extLst>
              </a:tr>
              <a:tr h="2976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solidFill>
                      <a:schemeClr val="accent1"/>
                    </a:solidFill>
                  </a:tcPr>
                </a:tc>
                <a:extLst>
                  <a:ext uri="{0D108BD9-81ED-4DB2-BD59-A6C34878D82A}">
                    <a16:rowId xmlns:a16="http://schemas.microsoft.com/office/drawing/2014/main" val="10006"/>
                  </a:ext>
                </a:extLst>
              </a:tr>
            </a:tbl>
          </a:graphicData>
        </a:graphic>
      </p:graphicFrame>
      <p:grpSp>
        <p:nvGrpSpPr>
          <p:cNvPr id="371751" name="Group 160">
            <a:extLst>
              <a:ext uri="{FF2B5EF4-FFF2-40B4-BE49-F238E27FC236}">
                <a16:creationId xmlns:a16="http://schemas.microsoft.com/office/drawing/2014/main" id="{8328265B-4D53-E34A-BAFB-CC7091960BB0}"/>
              </a:ext>
            </a:extLst>
          </p:cNvPr>
          <p:cNvGrpSpPr>
            <a:grpSpLocks/>
          </p:cNvGrpSpPr>
          <p:nvPr/>
        </p:nvGrpSpPr>
        <p:grpSpPr bwMode="auto">
          <a:xfrm>
            <a:off x="3623786" y="2823370"/>
            <a:ext cx="2286000" cy="228600"/>
            <a:chOff x="720" y="1665"/>
            <a:chExt cx="2160" cy="192"/>
          </a:xfrm>
        </p:grpSpPr>
        <p:sp>
          <p:nvSpPr>
            <p:cNvPr id="371756" name="Oval 61">
              <a:extLst>
                <a:ext uri="{FF2B5EF4-FFF2-40B4-BE49-F238E27FC236}">
                  <a16:creationId xmlns:a16="http://schemas.microsoft.com/office/drawing/2014/main" id="{4FA53032-B6C1-9E46-ABBF-3A943808BBAE}"/>
                </a:ext>
              </a:extLst>
            </p:cNvPr>
            <p:cNvSpPr>
              <a:spLocks noChangeArrowheads="1"/>
            </p:cNvSpPr>
            <p:nvPr/>
          </p:nvSpPr>
          <p:spPr bwMode="auto">
            <a:xfrm>
              <a:off x="720" y="1665"/>
              <a:ext cx="192" cy="192"/>
            </a:xfrm>
            <a:prstGeom prst="ellipse">
              <a:avLst/>
            </a:prstGeom>
            <a:noFill/>
            <a:ln w="12700">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71757" name="Oval 62">
              <a:extLst>
                <a:ext uri="{FF2B5EF4-FFF2-40B4-BE49-F238E27FC236}">
                  <a16:creationId xmlns:a16="http://schemas.microsoft.com/office/drawing/2014/main" id="{1AAEF956-4FD7-0642-9CCB-2E10E0B0E3A1}"/>
                </a:ext>
              </a:extLst>
            </p:cNvPr>
            <p:cNvSpPr>
              <a:spLocks noChangeArrowheads="1"/>
            </p:cNvSpPr>
            <p:nvPr/>
          </p:nvSpPr>
          <p:spPr bwMode="auto">
            <a:xfrm>
              <a:off x="1104" y="1665"/>
              <a:ext cx="192" cy="192"/>
            </a:xfrm>
            <a:prstGeom prst="ellipse">
              <a:avLst/>
            </a:prstGeom>
            <a:noFill/>
            <a:ln w="12700">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71758" name="Oval 63">
              <a:extLst>
                <a:ext uri="{FF2B5EF4-FFF2-40B4-BE49-F238E27FC236}">
                  <a16:creationId xmlns:a16="http://schemas.microsoft.com/office/drawing/2014/main" id="{D9B8F623-B4F1-CD42-816F-0BD90849636F}"/>
                </a:ext>
              </a:extLst>
            </p:cNvPr>
            <p:cNvSpPr>
              <a:spLocks noChangeArrowheads="1"/>
            </p:cNvSpPr>
            <p:nvPr/>
          </p:nvSpPr>
          <p:spPr bwMode="auto">
            <a:xfrm>
              <a:off x="1632" y="1665"/>
              <a:ext cx="191" cy="192"/>
            </a:xfrm>
            <a:prstGeom prst="ellipse">
              <a:avLst/>
            </a:prstGeom>
            <a:noFill/>
            <a:ln w="12700">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71759" name="Oval 64">
              <a:extLst>
                <a:ext uri="{FF2B5EF4-FFF2-40B4-BE49-F238E27FC236}">
                  <a16:creationId xmlns:a16="http://schemas.microsoft.com/office/drawing/2014/main" id="{46EA77A9-B733-C745-A059-92FB08C26612}"/>
                </a:ext>
              </a:extLst>
            </p:cNvPr>
            <p:cNvSpPr>
              <a:spLocks noChangeArrowheads="1"/>
            </p:cNvSpPr>
            <p:nvPr/>
          </p:nvSpPr>
          <p:spPr bwMode="auto">
            <a:xfrm>
              <a:off x="2160" y="1665"/>
              <a:ext cx="192" cy="192"/>
            </a:xfrm>
            <a:prstGeom prst="ellipse">
              <a:avLst/>
            </a:prstGeom>
            <a:noFill/>
            <a:ln w="12700">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71760" name="Oval 65">
              <a:extLst>
                <a:ext uri="{FF2B5EF4-FFF2-40B4-BE49-F238E27FC236}">
                  <a16:creationId xmlns:a16="http://schemas.microsoft.com/office/drawing/2014/main" id="{0F45307D-83DA-794B-AEBB-4857BAFAFD6A}"/>
                </a:ext>
              </a:extLst>
            </p:cNvPr>
            <p:cNvSpPr>
              <a:spLocks noChangeArrowheads="1"/>
            </p:cNvSpPr>
            <p:nvPr/>
          </p:nvSpPr>
          <p:spPr bwMode="auto">
            <a:xfrm>
              <a:off x="2688" y="1665"/>
              <a:ext cx="192" cy="192"/>
            </a:xfrm>
            <a:prstGeom prst="ellipse">
              <a:avLst/>
            </a:prstGeom>
            <a:noFill/>
            <a:ln w="12700">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cxnSp>
          <p:nvCxnSpPr>
            <p:cNvPr id="371761" name="AutoShape 66">
              <a:extLst>
                <a:ext uri="{FF2B5EF4-FFF2-40B4-BE49-F238E27FC236}">
                  <a16:creationId xmlns:a16="http://schemas.microsoft.com/office/drawing/2014/main" id="{46A4553D-8B8A-184E-ADC5-63A7379C3772}"/>
                </a:ext>
              </a:extLst>
            </p:cNvPr>
            <p:cNvCxnSpPr>
              <a:cxnSpLocks noChangeShapeType="1"/>
              <a:stCxn id="371756" idx="6"/>
              <a:endCxn id="371757" idx="2"/>
            </p:cNvCxnSpPr>
            <p:nvPr/>
          </p:nvCxnSpPr>
          <p:spPr bwMode="auto">
            <a:xfrm>
              <a:off x="912" y="1761"/>
              <a:ext cx="191" cy="0"/>
            </a:xfrm>
            <a:prstGeom prst="straightConnector1">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cxnSp>
        <p:cxnSp>
          <p:nvCxnSpPr>
            <p:cNvPr id="371762" name="AutoShape 67">
              <a:extLst>
                <a:ext uri="{FF2B5EF4-FFF2-40B4-BE49-F238E27FC236}">
                  <a16:creationId xmlns:a16="http://schemas.microsoft.com/office/drawing/2014/main" id="{3E821CCA-A94A-4A4B-B2FB-B6EFBA43AAA6}"/>
                </a:ext>
              </a:extLst>
            </p:cNvPr>
            <p:cNvCxnSpPr>
              <a:cxnSpLocks noChangeShapeType="1"/>
              <a:stCxn id="371757" idx="6"/>
              <a:endCxn id="371758" idx="2"/>
            </p:cNvCxnSpPr>
            <p:nvPr/>
          </p:nvCxnSpPr>
          <p:spPr bwMode="auto">
            <a:xfrm>
              <a:off x="1296" y="1761"/>
              <a:ext cx="336" cy="0"/>
            </a:xfrm>
            <a:prstGeom prst="straightConnector1">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cxnSp>
        <p:cxnSp>
          <p:nvCxnSpPr>
            <p:cNvPr id="371763" name="AutoShape 68">
              <a:extLst>
                <a:ext uri="{FF2B5EF4-FFF2-40B4-BE49-F238E27FC236}">
                  <a16:creationId xmlns:a16="http://schemas.microsoft.com/office/drawing/2014/main" id="{4E349C84-6844-D549-9B94-A63AFA03CC6F}"/>
                </a:ext>
              </a:extLst>
            </p:cNvPr>
            <p:cNvCxnSpPr>
              <a:cxnSpLocks noChangeShapeType="1"/>
              <a:stCxn id="371758" idx="6"/>
              <a:endCxn id="371759" idx="2"/>
            </p:cNvCxnSpPr>
            <p:nvPr/>
          </p:nvCxnSpPr>
          <p:spPr bwMode="auto">
            <a:xfrm>
              <a:off x="1824" y="1761"/>
              <a:ext cx="336" cy="0"/>
            </a:xfrm>
            <a:prstGeom prst="straightConnector1">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cxnSp>
        <p:cxnSp>
          <p:nvCxnSpPr>
            <p:cNvPr id="371764" name="AutoShape 69">
              <a:extLst>
                <a:ext uri="{FF2B5EF4-FFF2-40B4-BE49-F238E27FC236}">
                  <a16:creationId xmlns:a16="http://schemas.microsoft.com/office/drawing/2014/main" id="{D3E54277-F4BE-014D-BE03-293CCFAF8C7B}"/>
                </a:ext>
              </a:extLst>
            </p:cNvPr>
            <p:cNvCxnSpPr>
              <a:cxnSpLocks noChangeShapeType="1"/>
              <a:stCxn id="371759" idx="6"/>
              <a:endCxn id="371760" idx="2"/>
            </p:cNvCxnSpPr>
            <p:nvPr/>
          </p:nvCxnSpPr>
          <p:spPr bwMode="auto">
            <a:xfrm>
              <a:off x="2352" y="1761"/>
              <a:ext cx="335" cy="0"/>
            </a:xfrm>
            <a:prstGeom prst="straightConnector1">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cxnSp>
      </p:grpSp>
      <p:sp>
        <p:nvSpPr>
          <p:cNvPr id="371752" name="灯片编号占位符 1">
            <a:extLst>
              <a:ext uri="{FF2B5EF4-FFF2-40B4-BE49-F238E27FC236}">
                <a16:creationId xmlns:a16="http://schemas.microsoft.com/office/drawing/2014/main" id="{25152986-5997-8042-82EF-D945B71DD1D4}"/>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FBD0B23-41AD-1B46-A206-A6801881A417}"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166</a:t>
            </a:fld>
            <a:endParaRPr lang="en-US" altLang="zh-CN" sz="1050">
              <a:solidFill>
                <a:schemeClr val="bg2"/>
              </a:solidFill>
              <a:latin typeface="Tahoma" panose="020B0604030504040204" pitchFamily="34" charset="0"/>
              <a:ea typeface="宋体" panose="02010600030101010101" pitchFamily="2" charset="-122"/>
            </a:endParaRPr>
          </a:p>
        </p:txBody>
      </p:sp>
      <p:sp>
        <p:nvSpPr>
          <p:cNvPr id="371753" name="Rectangle 2">
            <a:extLst>
              <a:ext uri="{FF2B5EF4-FFF2-40B4-BE49-F238E27FC236}">
                <a16:creationId xmlns:a16="http://schemas.microsoft.com/office/drawing/2014/main" id="{0AF09C6F-FC55-EF4B-97FC-653E19A84341}"/>
              </a:ext>
            </a:extLst>
          </p:cNvPr>
          <p:cNvSpPr txBox="1">
            <a:spLocks noChangeArrowheads="1"/>
          </p:cNvSpPr>
          <p:nvPr/>
        </p:nvSpPr>
        <p:spPr bwMode="auto">
          <a:xfrm>
            <a:off x="137161" y="367903"/>
            <a:ext cx="7349490" cy="584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dirty="0">
                <a:solidFill>
                  <a:schemeClr val="tx1"/>
                </a:solidFill>
                <a:ea typeface="宋体" panose="02010600030101010101" pitchFamily="2" charset="-122"/>
              </a:rPr>
              <a:t>水平分裂</a:t>
            </a:r>
            <a:r>
              <a:rPr kumimoji="1" lang="zh-CN" altLang="en-US" dirty="0">
                <a:solidFill>
                  <a:schemeClr val="tx1"/>
                </a:solidFill>
                <a:latin typeface="Arial" panose="020B0604020202020204" pitchFamily="34" charset="0"/>
                <a:ea typeface="宋体" panose="02010600030101010101" pitchFamily="2" charset="-122"/>
              </a:rPr>
              <a:t>（</a:t>
            </a:r>
            <a:r>
              <a:rPr kumimoji="1" lang="en-US" altLang="zh-CN" dirty="0">
                <a:solidFill>
                  <a:schemeClr val="tx1"/>
                </a:solidFill>
                <a:latin typeface="Arial" panose="020B0604020202020204" pitchFamily="34" charset="0"/>
                <a:ea typeface="宋体" panose="02010600030101010101" pitchFamily="2" charset="-122"/>
              </a:rPr>
              <a:t>split horizon</a:t>
            </a:r>
            <a:r>
              <a:rPr kumimoji="1" lang="zh-CN" altLang="en-US" dirty="0">
                <a:solidFill>
                  <a:schemeClr val="tx1"/>
                </a:solidFill>
                <a:latin typeface="Arial" panose="020B0604020202020204" pitchFamily="34" charset="0"/>
                <a:ea typeface="宋体" panose="02010600030101010101" pitchFamily="2" charset="-122"/>
              </a:rPr>
              <a:t>）</a:t>
            </a:r>
            <a:r>
              <a:rPr kumimoji="1" lang="zh-CN" altLang="en-US" dirty="0">
                <a:solidFill>
                  <a:schemeClr val="tx1"/>
                </a:solidFill>
                <a:latin typeface="微软雅黑" panose="020B0503020204020204" pitchFamily="34" charset="-122"/>
                <a:ea typeface="宋体" panose="02010600030101010101" pitchFamily="2" charset="-122"/>
              </a:rPr>
              <a:t>算法</a:t>
            </a:r>
          </a:p>
        </p:txBody>
      </p:sp>
      <p:cxnSp>
        <p:nvCxnSpPr>
          <p:cNvPr id="5" name="直线连接符 4">
            <a:extLst>
              <a:ext uri="{FF2B5EF4-FFF2-40B4-BE49-F238E27FC236}">
                <a16:creationId xmlns:a16="http://schemas.microsoft.com/office/drawing/2014/main" id="{0A30CC07-C377-F640-A78B-6E075F5CBD10}"/>
              </a:ext>
            </a:extLst>
          </p:cNvPr>
          <p:cNvCxnSpPr/>
          <p:nvPr/>
        </p:nvCxnSpPr>
        <p:spPr>
          <a:xfrm flipH="1">
            <a:off x="3623787" y="2785270"/>
            <a:ext cx="203597" cy="266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2" name="直线连接符 31">
            <a:extLst>
              <a:ext uri="{FF2B5EF4-FFF2-40B4-BE49-F238E27FC236}">
                <a16:creationId xmlns:a16="http://schemas.microsoft.com/office/drawing/2014/main" id="{9B2C8AEE-9014-924C-99EB-701F5CEBC507}"/>
              </a:ext>
            </a:extLst>
          </p:cNvPr>
          <p:cNvCxnSpPr/>
          <p:nvPr/>
        </p:nvCxnSpPr>
        <p:spPr>
          <a:xfrm>
            <a:off x="3623787" y="2785270"/>
            <a:ext cx="203597" cy="266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6137658"/>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3761" name="Rectangle 2">
            <a:extLst>
              <a:ext uri="{FF2B5EF4-FFF2-40B4-BE49-F238E27FC236}">
                <a16:creationId xmlns:a16="http://schemas.microsoft.com/office/drawing/2014/main" id="{E7F28884-A43B-954C-BB9F-549F7BC74FD4}"/>
              </a:ext>
            </a:extLst>
          </p:cNvPr>
          <p:cNvSpPr>
            <a:spLocks noGrp="1" noChangeArrowheads="1"/>
          </p:cNvSpPr>
          <p:nvPr>
            <p:ph type="title"/>
          </p:nvPr>
        </p:nvSpPr>
        <p:spPr>
          <a:xfrm>
            <a:off x="160020" y="64294"/>
            <a:ext cx="8417242" cy="779860"/>
          </a:xfrm>
        </p:spPr>
        <p:txBody>
          <a:bodyPr/>
          <a:lstStyle/>
          <a:p>
            <a:pPr eaLnBrk="1" hangingPunct="1"/>
            <a:r>
              <a:rPr lang="en-US" altLang="zh-CN" sz="2800">
                <a:ea typeface="宋体" panose="02010600030101010101" pitchFamily="2" charset="-122"/>
              </a:rPr>
              <a:t>4.5.3  </a:t>
            </a:r>
            <a:r>
              <a:rPr lang="zh-CN" altLang="en-US" sz="2800">
                <a:ea typeface="宋体" panose="02010600030101010101" pitchFamily="2" charset="-122"/>
              </a:rPr>
              <a:t>内部网关协议</a:t>
            </a:r>
            <a:r>
              <a:rPr lang="en-US" altLang="zh-CN" sz="2800">
                <a:ea typeface="宋体" panose="02010600030101010101" pitchFamily="2" charset="-122"/>
              </a:rPr>
              <a:t>OSPF (Open Shortest Path First)</a:t>
            </a:r>
          </a:p>
        </p:txBody>
      </p:sp>
      <p:sp>
        <p:nvSpPr>
          <p:cNvPr id="580611" name="Rectangle 3">
            <a:extLst>
              <a:ext uri="{FF2B5EF4-FFF2-40B4-BE49-F238E27FC236}">
                <a16:creationId xmlns:a16="http://schemas.microsoft.com/office/drawing/2014/main" id="{E756D37C-AFA3-8F4C-81F4-6DE8C33834C4}"/>
              </a:ext>
            </a:extLst>
          </p:cNvPr>
          <p:cNvSpPr>
            <a:spLocks noGrp="1" noChangeArrowheads="1"/>
          </p:cNvSpPr>
          <p:nvPr>
            <p:ph type="body" idx="1"/>
          </p:nvPr>
        </p:nvSpPr>
        <p:spPr>
          <a:xfrm>
            <a:off x="160020" y="1116807"/>
            <a:ext cx="8709659" cy="3723085"/>
          </a:xfrm>
        </p:spPr>
        <p:txBody>
          <a:bodyPr/>
          <a:lstStyle/>
          <a:p>
            <a:pPr eaLnBrk="1" hangingPunct="1">
              <a:lnSpc>
                <a:spcPct val="90000"/>
              </a:lnSpc>
              <a:buFont typeface="Wingdings" pitchFamily="2" charset="2"/>
              <a:buNone/>
            </a:pPr>
            <a:r>
              <a:rPr lang="en-US" altLang="zh-CN" dirty="0">
                <a:ea typeface="宋体" panose="02010600030101010101" pitchFamily="2" charset="-122"/>
              </a:rPr>
              <a:t>1.  OSPF </a:t>
            </a:r>
            <a:r>
              <a:rPr lang="zh-CN" altLang="en-US" dirty="0">
                <a:ea typeface="宋体" panose="02010600030101010101" pitchFamily="2" charset="-122"/>
              </a:rPr>
              <a:t>协议的基本特点</a:t>
            </a:r>
          </a:p>
          <a:p>
            <a:pPr eaLnBrk="1" hangingPunct="1">
              <a:lnSpc>
                <a:spcPct val="90000"/>
              </a:lnSpc>
            </a:pPr>
            <a:r>
              <a:rPr lang="zh-CN" altLang="en-US" dirty="0">
                <a:ea typeface="宋体" panose="02010600030101010101" pitchFamily="2" charset="-122"/>
              </a:rPr>
              <a:t>“开放”表明 </a:t>
            </a:r>
            <a:r>
              <a:rPr lang="en-US" altLang="zh-CN" dirty="0">
                <a:ea typeface="宋体" panose="02010600030101010101" pitchFamily="2" charset="-122"/>
              </a:rPr>
              <a:t>OSPF </a:t>
            </a:r>
            <a:r>
              <a:rPr lang="zh-CN" altLang="en-US" dirty="0">
                <a:ea typeface="宋体" panose="02010600030101010101" pitchFamily="2" charset="-122"/>
              </a:rPr>
              <a:t>协议不是受某一家厂商控制，而是公开发表的。</a:t>
            </a:r>
          </a:p>
          <a:p>
            <a:pPr eaLnBrk="1" hangingPunct="1">
              <a:lnSpc>
                <a:spcPct val="90000"/>
              </a:lnSpc>
            </a:pPr>
            <a:r>
              <a:rPr lang="zh-CN" altLang="en-US" dirty="0">
                <a:ea typeface="宋体" panose="02010600030101010101" pitchFamily="2" charset="-122"/>
              </a:rPr>
              <a:t>“最短路径优先”是因为使用了 </a:t>
            </a:r>
            <a:r>
              <a:rPr lang="en-US" altLang="zh-CN" dirty="0">
                <a:ea typeface="宋体" panose="02010600030101010101" pitchFamily="2" charset="-122"/>
              </a:rPr>
              <a:t>Dijkstra </a:t>
            </a:r>
            <a:r>
              <a:rPr lang="zh-CN" altLang="en-US" dirty="0">
                <a:ea typeface="宋体" panose="02010600030101010101" pitchFamily="2" charset="-122"/>
              </a:rPr>
              <a:t>提出的最短路径算法</a:t>
            </a:r>
            <a:r>
              <a:rPr lang="en-US" altLang="zh-CN" dirty="0">
                <a:ea typeface="宋体" panose="02010600030101010101" pitchFamily="2" charset="-122"/>
              </a:rPr>
              <a:t>SPF</a:t>
            </a:r>
          </a:p>
          <a:p>
            <a:pPr eaLnBrk="1" hangingPunct="1">
              <a:lnSpc>
                <a:spcPct val="90000"/>
              </a:lnSpc>
            </a:pPr>
            <a:r>
              <a:rPr lang="en-US" altLang="zh-CN" dirty="0">
                <a:ea typeface="宋体" panose="02010600030101010101" pitchFamily="2" charset="-122"/>
              </a:rPr>
              <a:t>OSPF </a:t>
            </a:r>
            <a:r>
              <a:rPr lang="zh-CN" altLang="en-US" dirty="0">
                <a:ea typeface="宋体" panose="02010600030101010101" pitchFamily="2" charset="-122"/>
              </a:rPr>
              <a:t>只是一个协议的名字，它并不表示其他的路由选择协议不是“最短路径优先”。</a:t>
            </a:r>
          </a:p>
          <a:p>
            <a:pPr eaLnBrk="1" hangingPunct="1">
              <a:lnSpc>
                <a:spcPct val="90000"/>
              </a:lnSpc>
            </a:pPr>
            <a:r>
              <a:rPr lang="zh-CN" altLang="en-US" dirty="0">
                <a:ea typeface="宋体" panose="02010600030101010101" pitchFamily="2" charset="-122"/>
              </a:rPr>
              <a:t>是分布式的</a:t>
            </a:r>
            <a:r>
              <a:rPr lang="zh-CN" altLang="en-US" dirty="0">
                <a:solidFill>
                  <a:schemeClr val="hlink"/>
                </a:solidFill>
                <a:ea typeface="宋体" panose="02010600030101010101" pitchFamily="2" charset="-122"/>
              </a:rPr>
              <a:t>链路状态协议</a:t>
            </a:r>
            <a:r>
              <a:rPr lang="zh-CN" altLang="en-US" dirty="0">
                <a:ea typeface="宋体" panose="02010600030101010101" pitchFamily="2" charset="-122"/>
              </a:rPr>
              <a:t>。</a:t>
            </a:r>
            <a:r>
              <a:rPr lang="zh-CN" altLang="en-US" sz="2000" dirty="0">
                <a:ea typeface="宋体" panose="02010600030101010101" pitchFamily="2" charset="-122"/>
              </a:rPr>
              <a:t> </a:t>
            </a:r>
          </a:p>
        </p:txBody>
      </p:sp>
      <p:sp>
        <p:nvSpPr>
          <p:cNvPr id="373763" name="幻灯片编号占位符 1">
            <a:extLst>
              <a:ext uri="{FF2B5EF4-FFF2-40B4-BE49-F238E27FC236}">
                <a16:creationId xmlns:a16="http://schemas.microsoft.com/office/drawing/2014/main" id="{DE054CFC-F300-B046-83BB-F1BE752B937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D2AB10B-C89F-F744-8750-D430F7334738}"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167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42650439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061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80611">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80611">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80611">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0611" grpId="0" build="p"/>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809" name="Rectangle 2">
            <a:extLst>
              <a:ext uri="{FF2B5EF4-FFF2-40B4-BE49-F238E27FC236}">
                <a16:creationId xmlns:a16="http://schemas.microsoft.com/office/drawing/2014/main" id="{18E38C62-1248-1D4A-9F8D-5C597E4FD12F}"/>
              </a:ext>
            </a:extLst>
          </p:cNvPr>
          <p:cNvSpPr>
            <a:spLocks noGrp="1" noChangeArrowheads="1"/>
          </p:cNvSpPr>
          <p:nvPr>
            <p:ph type="title"/>
          </p:nvPr>
        </p:nvSpPr>
        <p:spPr>
          <a:xfrm>
            <a:off x="160020" y="195263"/>
            <a:ext cx="7377827" cy="683419"/>
          </a:xfrm>
        </p:spPr>
        <p:txBody>
          <a:bodyPr/>
          <a:lstStyle/>
          <a:p>
            <a:pPr eaLnBrk="1" hangingPunct="1"/>
            <a:r>
              <a:rPr lang="en-US" altLang="zh-CN" dirty="0">
                <a:ea typeface="宋体" panose="02010600030101010101" pitchFamily="2" charset="-122"/>
              </a:rPr>
              <a:t>OSPF </a:t>
            </a:r>
            <a:r>
              <a:rPr lang="zh-CN" altLang="en-US" dirty="0">
                <a:ea typeface="宋体" panose="02010600030101010101" pitchFamily="2" charset="-122"/>
              </a:rPr>
              <a:t>协议的</a:t>
            </a:r>
            <a:r>
              <a:rPr lang="zh-CN" altLang="en-US" dirty="0">
                <a:latin typeface="Times New Roman" panose="02020603050405020304" pitchFamily="18" charset="0"/>
                <a:ea typeface="宋体" panose="02010600030101010101" pitchFamily="2" charset="-122"/>
              </a:rPr>
              <a:t>三个要点 </a:t>
            </a:r>
          </a:p>
        </p:txBody>
      </p:sp>
      <p:sp>
        <p:nvSpPr>
          <p:cNvPr id="581635" name="Rectangle 3">
            <a:extLst>
              <a:ext uri="{FF2B5EF4-FFF2-40B4-BE49-F238E27FC236}">
                <a16:creationId xmlns:a16="http://schemas.microsoft.com/office/drawing/2014/main" id="{E9D31AAB-924C-7741-B00A-5E77535A7219}"/>
              </a:ext>
            </a:extLst>
          </p:cNvPr>
          <p:cNvSpPr>
            <a:spLocks noGrp="1" noChangeArrowheads="1"/>
          </p:cNvSpPr>
          <p:nvPr>
            <p:ph type="body" idx="1"/>
          </p:nvPr>
        </p:nvSpPr>
        <p:spPr>
          <a:xfrm>
            <a:off x="160020" y="1113235"/>
            <a:ext cx="8721089" cy="3680222"/>
          </a:xfrm>
        </p:spPr>
        <p:txBody>
          <a:bodyPr/>
          <a:lstStyle/>
          <a:p>
            <a:pPr eaLnBrk="1" hangingPunct="1">
              <a:lnSpc>
                <a:spcPct val="90000"/>
              </a:lnSpc>
            </a:pPr>
            <a:r>
              <a:rPr lang="zh-CN" altLang="en-US" dirty="0">
                <a:solidFill>
                  <a:schemeClr val="hlink"/>
                </a:solidFill>
                <a:latin typeface="微软雅黑" panose="020B0503020204020204" pitchFamily="34" charset="-122"/>
                <a:ea typeface="宋体" panose="02010600030101010101" pitchFamily="2" charset="-122"/>
              </a:rPr>
              <a:t>向本自治系统中所有路由器发送信息</a:t>
            </a:r>
            <a:r>
              <a:rPr lang="zh-CN" altLang="en-US" dirty="0">
                <a:latin typeface="微软雅黑" panose="020B0503020204020204" pitchFamily="34" charset="-122"/>
                <a:ea typeface="宋体" panose="02010600030101010101" pitchFamily="2" charset="-122"/>
              </a:rPr>
              <a:t>，这里使用的方法是洪泛法。</a:t>
            </a:r>
          </a:p>
          <a:p>
            <a:pPr eaLnBrk="1" hangingPunct="1">
              <a:lnSpc>
                <a:spcPct val="90000"/>
              </a:lnSpc>
            </a:pPr>
            <a:r>
              <a:rPr lang="zh-CN" altLang="en-US" dirty="0">
                <a:latin typeface="微软雅黑" panose="020B0503020204020204" pitchFamily="34" charset="-122"/>
                <a:ea typeface="宋体" panose="02010600030101010101" pitchFamily="2" charset="-122"/>
              </a:rPr>
              <a:t>发送的信息就是与本路由器</a:t>
            </a:r>
            <a:r>
              <a:rPr lang="zh-CN" altLang="en-US" dirty="0">
                <a:solidFill>
                  <a:schemeClr val="hlink"/>
                </a:solidFill>
                <a:latin typeface="微软雅黑" panose="020B0503020204020204" pitchFamily="34" charset="-122"/>
                <a:ea typeface="宋体" panose="02010600030101010101" pitchFamily="2" charset="-122"/>
              </a:rPr>
              <a:t>相邻</a:t>
            </a:r>
            <a:r>
              <a:rPr lang="zh-CN" altLang="en-US" dirty="0">
                <a:latin typeface="微软雅黑" panose="020B0503020204020204" pitchFamily="34" charset="-122"/>
                <a:ea typeface="宋体" panose="02010600030101010101" pitchFamily="2" charset="-122"/>
              </a:rPr>
              <a:t>的所有路由器的链路状态，但这只是路由器所知道的</a:t>
            </a:r>
            <a:r>
              <a:rPr lang="zh-CN" altLang="en-US" dirty="0">
                <a:solidFill>
                  <a:schemeClr val="hlink"/>
                </a:solidFill>
                <a:latin typeface="微软雅黑" panose="020B0503020204020204" pitchFamily="34" charset="-122"/>
                <a:ea typeface="宋体" panose="02010600030101010101" pitchFamily="2" charset="-122"/>
              </a:rPr>
              <a:t>部分信息</a:t>
            </a:r>
            <a:r>
              <a:rPr lang="zh-CN" altLang="en-US" dirty="0">
                <a:latin typeface="微软雅黑" panose="020B0503020204020204" pitchFamily="34" charset="-122"/>
                <a:ea typeface="宋体" panose="02010600030101010101" pitchFamily="2" charset="-122"/>
              </a:rPr>
              <a:t>。</a:t>
            </a:r>
          </a:p>
          <a:p>
            <a:pPr lvl="1" eaLnBrk="1" hangingPunct="1">
              <a:lnSpc>
                <a:spcPct val="90000"/>
              </a:lnSpc>
            </a:pPr>
            <a:r>
              <a:rPr lang="zh-CN" altLang="en-US" dirty="0">
                <a:solidFill>
                  <a:srgbClr val="333399"/>
                </a:solidFill>
                <a:latin typeface="Arial" panose="020B0604020202020204" pitchFamily="34" charset="0"/>
                <a:ea typeface="宋体" panose="02010600030101010101" pitchFamily="2" charset="-122"/>
              </a:rPr>
              <a:t>“</a:t>
            </a:r>
            <a:r>
              <a:rPr lang="zh-CN" altLang="en-US" dirty="0">
                <a:solidFill>
                  <a:srgbClr val="333399"/>
                </a:solidFill>
                <a:latin typeface="微软雅黑" panose="020B0503020204020204" pitchFamily="34" charset="-122"/>
                <a:ea typeface="宋体" panose="02010600030101010101" pitchFamily="2" charset="-122"/>
              </a:rPr>
              <a:t>链路状态</a:t>
            </a:r>
            <a:r>
              <a:rPr lang="zh-CN" altLang="en-US" dirty="0">
                <a:solidFill>
                  <a:srgbClr val="333399"/>
                </a:solidFill>
                <a:latin typeface="Arial" panose="020B0604020202020204" pitchFamily="34" charset="0"/>
                <a:ea typeface="宋体" panose="02010600030101010101" pitchFamily="2" charset="-122"/>
              </a:rPr>
              <a:t>”</a:t>
            </a:r>
            <a:r>
              <a:rPr lang="zh-CN" altLang="en-US" dirty="0">
                <a:solidFill>
                  <a:srgbClr val="333399"/>
                </a:solidFill>
                <a:latin typeface="微软雅黑" panose="020B0503020204020204" pitchFamily="34" charset="-122"/>
                <a:ea typeface="宋体" panose="02010600030101010101" pitchFamily="2" charset="-122"/>
              </a:rPr>
              <a:t>就是说明本路由器都和哪些路由器相邻，以及该链路的</a:t>
            </a:r>
            <a:r>
              <a:rPr lang="zh-CN" altLang="en-US" dirty="0">
                <a:solidFill>
                  <a:srgbClr val="333399"/>
                </a:solidFill>
                <a:latin typeface="Arial" panose="020B0604020202020204" pitchFamily="34" charset="0"/>
                <a:ea typeface="宋体" panose="02010600030101010101" pitchFamily="2" charset="-122"/>
              </a:rPr>
              <a:t>“</a:t>
            </a:r>
            <a:r>
              <a:rPr lang="zh-CN" altLang="en-US" dirty="0">
                <a:solidFill>
                  <a:schemeClr val="hlink"/>
                </a:solidFill>
                <a:latin typeface="微软雅黑" panose="020B0503020204020204" pitchFamily="34" charset="-122"/>
                <a:ea typeface="宋体" panose="02010600030101010101" pitchFamily="2" charset="-122"/>
              </a:rPr>
              <a:t>度量</a:t>
            </a:r>
            <a:r>
              <a:rPr lang="zh-CN" altLang="en-US" dirty="0">
                <a:solidFill>
                  <a:srgbClr val="333399"/>
                </a:solidFill>
                <a:latin typeface="Arial" panose="020B0604020202020204" pitchFamily="34" charset="0"/>
                <a:ea typeface="宋体" panose="02010600030101010101" pitchFamily="2" charset="-122"/>
              </a:rPr>
              <a:t>”</a:t>
            </a:r>
            <a:r>
              <a:rPr lang="en-US" altLang="zh-CN" dirty="0">
                <a:solidFill>
                  <a:srgbClr val="333399"/>
                </a:solidFill>
                <a:latin typeface="微软雅黑" panose="020B0503020204020204" pitchFamily="34" charset="-122"/>
                <a:ea typeface="宋体" panose="02010600030101010101" pitchFamily="2" charset="-122"/>
              </a:rPr>
              <a:t>(metric)</a:t>
            </a:r>
            <a:r>
              <a:rPr lang="zh-CN" altLang="en-US" dirty="0">
                <a:solidFill>
                  <a:srgbClr val="333399"/>
                </a:solidFill>
                <a:latin typeface="微软雅黑" panose="020B0503020204020204" pitchFamily="34" charset="-122"/>
                <a:ea typeface="宋体" panose="02010600030101010101" pitchFamily="2" charset="-122"/>
              </a:rPr>
              <a:t>。</a:t>
            </a:r>
            <a:r>
              <a:rPr lang="zh-CN" altLang="en-US" sz="1600" dirty="0">
                <a:latin typeface="微软雅黑" panose="020B0503020204020204" pitchFamily="34" charset="-122"/>
                <a:ea typeface="宋体" panose="02010600030101010101" pitchFamily="2" charset="-122"/>
              </a:rPr>
              <a:t> </a:t>
            </a:r>
            <a:endParaRPr lang="zh-CN" altLang="en-US" sz="2400" dirty="0">
              <a:latin typeface="微软雅黑" panose="020B0503020204020204" pitchFamily="34" charset="-122"/>
              <a:ea typeface="宋体" panose="02010600030101010101" pitchFamily="2" charset="-122"/>
            </a:endParaRPr>
          </a:p>
          <a:p>
            <a:pPr eaLnBrk="1" hangingPunct="1">
              <a:lnSpc>
                <a:spcPct val="90000"/>
              </a:lnSpc>
            </a:pPr>
            <a:r>
              <a:rPr lang="zh-CN" altLang="en-US" dirty="0">
                <a:latin typeface="微软雅黑" panose="020B0503020204020204" pitchFamily="34" charset="-122"/>
                <a:ea typeface="宋体" panose="02010600030101010101" pitchFamily="2" charset="-122"/>
              </a:rPr>
              <a:t>只有当链路状态</a:t>
            </a:r>
            <a:r>
              <a:rPr lang="zh-CN" altLang="en-US" dirty="0">
                <a:solidFill>
                  <a:schemeClr val="hlink"/>
                </a:solidFill>
                <a:latin typeface="微软雅黑" panose="020B0503020204020204" pitchFamily="34" charset="-122"/>
                <a:ea typeface="宋体" panose="02010600030101010101" pitchFamily="2" charset="-122"/>
              </a:rPr>
              <a:t>发生变化</a:t>
            </a:r>
            <a:r>
              <a:rPr lang="zh-CN" altLang="en-US" dirty="0">
                <a:latin typeface="微软雅黑" panose="020B0503020204020204" pitchFamily="34" charset="-122"/>
                <a:ea typeface="宋体" panose="02010600030101010101" pitchFamily="2" charset="-122"/>
              </a:rPr>
              <a:t>时，路由器才用洪泛法向所有路由器发送此信息。 </a:t>
            </a:r>
            <a:r>
              <a:rPr lang="zh-CN" altLang="en-US" sz="2800" dirty="0">
                <a:latin typeface="微软雅黑" panose="020B0503020204020204" pitchFamily="34" charset="-122"/>
                <a:ea typeface="宋体" panose="02010600030101010101" pitchFamily="2" charset="-122"/>
              </a:rPr>
              <a:t> </a:t>
            </a:r>
          </a:p>
        </p:txBody>
      </p:sp>
      <p:sp>
        <p:nvSpPr>
          <p:cNvPr id="375811" name="幻灯片编号占位符 1">
            <a:extLst>
              <a:ext uri="{FF2B5EF4-FFF2-40B4-BE49-F238E27FC236}">
                <a16:creationId xmlns:a16="http://schemas.microsoft.com/office/drawing/2014/main" id="{2FAD843D-2ED1-4A4A-AA30-6739023D2E0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B72611A-02C7-394D-BA58-D75A125CFBE1}"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168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64056198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1635">
                                            <p:txEl>
                                              <p:pRg st="1" end="1"/>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81635">
                                            <p:txEl>
                                              <p:pRg st="2" end="2"/>
                                            </p:txEl>
                                          </p:spTgt>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58163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1635" grpId="0" build="p"/>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7857" name="Rectangle 2">
            <a:extLst>
              <a:ext uri="{FF2B5EF4-FFF2-40B4-BE49-F238E27FC236}">
                <a16:creationId xmlns:a16="http://schemas.microsoft.com/office/drawing/2014/main" id="{B326D08E-B3D3-C245-BC93-C91D433835F7}"/>
              </a:ext>
            </a:extLst>
          </p:cNvPr>
          <p:cNvSpPr>
            <a:spLocks noGrp="1" noChangeArrowheads="1"/>
          </p:cNvSpPr>
          <p:nvPr>
            <p:ph type="title"/>
          </p:nvPr>
        </p:nvSpPr>
        <p:spPr>
          <a:xfrm>
            <a:off x="160021" y="250031"/>
            <a:ext cx="7367112" cy="647700"/>
          </a:xfrm>
        </p:spPr>
        <p:txBody>
          <a:bodyPr/>
          <a:lstStyle/>
          <a:p>
            <a:pPr eaLnBrk="1" hangingPunct="1"/>
            <a:r>
              <a:rPr lang="zh-CN" altLang="en-US" dirty="0">
                <a:latin typeface="Times New Roman" panose="02020603050405020304" pitchFamily="18" charset="0"/>
                <a:ea typeface="宋体" panose="02010600030101010101" pitchFamily="2" charset="-122"/>
              </a:rPr>
              <a:t>链路状态数据库</a:t>
            </a:r>
            <a:r>
              <a:rPr lang="en-US" altLang="zh-CN" sz="2700" dirty="0">
                <a:ea typeface="宋体" panose="02010600030101010101" pitchFamily="2" charset="-122"/>
              </a:rPr>
              <a:t>(link-state database)</a:t>
            </a:r>
            <a:r>
              <a:rPr lang="en-US" altLang="zh-CN" dirty="0">
                <a:latin typeface="Times New Roman" panose="02020603050405020304" pitchFamily="18" charset="0"/>
                <a:ea typeface="宋体" panose="02010600030101010101" pitchFamily="2" charset="-122"/>
              </a:rPr>
              <a:t> </a:t>
            </a:r>
          </a:p>
        </p:txBody>
      </p:sp>
      <p:sp>
        <p:nvSpPr>
          <p:cNvPr id="582659" name="Rectangle 3">
            <a:extLst>
              <a:ext uri="{FF2B5EF4-FFF2-40B4-BE49-F238E27FC236}">
                <a16:creationId xmlns:a16="http://schemas.microsoft.com/office/drawing/2014/main" id="{9ADEAF7B-71E4-5347-9549-89FA9771875E}"/>
              </a:ext>
            </a:extLst>
          </p:cNvPr>
          <p:cNvSpPr>
            <a:spLocks noGrp="1" noChangeArrowheads="1"/>
          </p:cNvSpPr>
          <p:nvPr>
            <p:ph type="body" idx="1"/>
          </p:nvPr>
        </p:nvSpPr>
        <p:spPr>
          <a:xfrm>
            <a:off x="160021" y="1040606"/>
            <a:ext cx="8709659" cy="3752850"/>
          </a:xfrm>
        </p:spPr>
        <p:txBody>
          <a:bodyPr/>
          <a:lstStyle/>
          <a:p>
            <a:pPr eaLnBrk="1" hangingPunct="1">
              <a:lnSpc>
                <a:spcPct val="90000"/>
              </a:lnSpc>
            </a:pPr>
            <a:r>
              <a:rPr lang="zh-CN" altLang="en-US" dirty="0">
                <a:ea typeface="宋体" panose="02010600030101010101" pitchFamily="2" charset="-122"/>
              </a:rPr>
              <a:t>由于各路由器之间频繁地交换链路状态信息，因此所有的路由器最终都能建立一个链路状态数据库。</a:t>
            </a:r>
          </a:p>
          <a:p>
            <a:pPr eaLnBrk="1" hangingPunct="1">
              <a:lnSpc>
                <a:spcPct val="90000"/>
              </a:lnSpc>
            </a:pPr>
            <a:r>
              <a:rPr lang="zh-CN" altLang="en-US" dirty="0">
                <a:ea typeface="宋体" panose="02010600030101010101" pitchFamily="2" charset="-122"/>
              </a:rPr>
              <a:t>这个数据库实际上就是</a:t>
            </a:r>
            <a:r>
              <a:rPr lang="zh-CN" altLang="en-US" dirty="0">
                <a:solidFill>
                  <a:schemeClr val="hlink"/>
                </a:solidFill>
                <a:ea typeface="宋体" panose="02010600030101010101" pitchFamily="2" charset="-122"/>
              </a:rPr>
              <a:t>全网的拓扑结构图</a:t>
            </a:r>
            <a:r>
              <a:rPr lang="zh-CN" altLang="en-US" dirty="0">
                <a:ea typeface="宋体" panose="02010600030101010101" pitchFamily="2" charset="-122"/>
              </a:rPr>
              <a:t>，它在全网范围内是一致的（这称为链路状态数据库的同步）。</a:t>
            </a:r>
          </a:p>
          <a:p>
            <a:pPr eaLnBrk="1" hangingPunct="1">
              <a:lnSpc>
                <a:spcPct val="90000"/>
              </a:lnSpc>
            </a:pPr>
            <a:r>
              <a:rPr lang="en-US" altLang="zh-CN" dirty="0">
                <a:ea typeface="宋体" panose="02010600030101010101" pitchFamily="2" charset="-122"/>
              </a:rPr>
              <a:t>OSPF </a:t>
            </a:r>
            <a:r>
              <a:rPr lang="zh-CN" altLang="en-US" dirty="0">
                <a:ea typeface="宋体" panose="02010600030101010101" pitchFamily="2" charset="-122"/>
              </a:rPr>
              <a:t>的链路状态数据库能较快地进行更新，使各个路由器能及时更新其路由表。</a:t>
            </a:r>
            <a:r>
              <a:rPr lang="en-US" altLang="zh-CN" dirty="0">
                <a:ea typeface="宋体" panose="02010600030101010101" pitchFamily="2" charset="-122"/>
              </a:rPr>
              <a:t>OSPF </a:t>
            </a:r>
            <a:r>
              <a:rPr lang="zh-CN" altLang="en-US" dirty="0">
                <a:ea typeface="宋体" panose="02010600030101010101" pitchFamily="2" charset="-122"/>
              </a:rPr>
              <a:t>的更新过程收敛得快是其重要优点。  </a:t>
            </a:r>
          </a:p>
        </p:txBody>
      </p:sp>
      <p:sp>
        <p:nvSpPr>
          <p:cNvPr id="377859" name="幻灯片编号占位符 1">
            <a:extLst>
              <a:ext uri="{FF2B5EF4-FFF2-40B4-BE49-F238E27FC236}">
                <a16:creationId xmlns:a16="http://schemas.microsoft.com/office/drawing/2014/main" id="{86E4218A-A43C-934A-9A29-AD6C3CFE6D46}"/>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49701ED-4EAA-454E-86A5-66F3E642895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169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83150470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265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8265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2659" grpId="0" build="p"/>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05" name="Rectangle 2">
            <a:extLst>
              <a:ext uri="{FF2B5EF4-FFF2-40B4-BE49-F238E27FC236}">
                <a16:creationId xmlns:a16="http://schemas.microsoft.com/office/drawing/2014/main" id="{480CC4FC-8843-F64F-BFE1-713C10E14D4D}"/>
              </a:ext>
            </a:extLst>
          </p:cNvPr>
          <p:cNvSpPr>
            <a:spLocks noGrp="1" noChangeArrowheads="1"/>
          </p:cNvSpPr>
          <p:nvPr>
            <p:ph type="title"/>
          </p:nvPr>
        </p:nvSpPr>
        <p:spPr>
          <a:xfrm>
            <a:off x="182880" y="226219"/>
            <a:ext cx="6923961" cy="671513"/>
          </a:xfrm>
        </p:spPr>
        <p:txBody>
          <a:bodyPr/>
          <a:lstStyle/>
          <a:p>
            <a:r>
              <a:rPr lang="zh-CN" altLang="en-US" dirty="0">
                <a:ea typeface="宋体" panose="02010600030101010101" pitchFamily="2" charset="-122"/>
              </a:rPr>
              <a:t>链路状态路由</a:t>
            </a:r>
          </a:p>
        </p:txBody>
      </p:sp>
      <p:sp>
        <p:nvSpPr>
          <p:cNvPr id="379906" name="Rectangle 3">
            <a:extLst>
              <a:ext uri="{FF2B5EF4-FFF2-40B4-BE49-F238E27FC236}">
                <a16:creationId xmlns:a16="http://schemas.microsoft.com/office/drawing/2014/main" id="{98673F40-262B-D047-8834-B6EA02288130}"/>
              </a:ext>
            </a:extLst>
          </p:cNvPr>
          <p:cNvSpPr>
            <a:spLocks noGrp="1" noChangeArrowheads="1"/>
          </p:cNvSpPr>
          <p:nvPr>
            <p:ph type="body" idx="1"/>
          </p:nvPr>
        </p:nvSpPr>
        <p:spPr>
          <a:xfrm>
            <a:off x="182880" y="1060847"/>
            <a:ext cx="8698230" cy="3913584"/>
          </a:xfrm>
        </p:spPr>
        <p:txBody>
          <a:bodyPr/>
          <a:lstStyle/>
          <a:p>
            <a:r>
              <a:rPr lang="zh-CN" altLang="en-US" dirty="0">
                <a:ea typeface="宋体" panose="02010600030101010101" pitchFamily="2" charset="-122"/>
              </a:rPr>
              <a:t>距离向量路由算法的主要问题</a:t>
            </a:r>
          </a:p>
          <a:p>
            <a:pPr lvl="1"/>
            <a:r>
              <a:rPr lang="zh-CN" altLang="en-US" dirty="0">
                <a:ea typeface="宋体" panose="02010600030101010101" pitchFamily="2" charset="-122"/>
              </a:rPr>
              <a:t>选择路由时，没有考虑线路带宽；</a:t>
            </a:r>
          </a:p>
          <a:p>
            <a:pPr lvl="1"/>
            <a:r>
              <a:rPr lang="zh-CN" altLang="en-US" dirty="0">
                <a:ea typeface="宋体" panose="02010600030101010101" pitchFamily="2" charset="-122"/>
              </a:rPr>
              <a:t>路由收敛速度慢。</a:t>
            </a:r>
            <a:endParaRPr lang="en-US" altLang="zh-CN" sz="2400" dirty="0">
              <a:latin typeface="Times New Roman" panose="02020603050405020304" pitchFamily="18" charset="0"/>
              <a:ea typeface="宋体" panose="02010600030101010101" pitchFamily="2" charset="-122"/>
            </a:endParaRPr>
          </a:p>
          <a:p>
            <a:r>
              <a:rPr lang="zh-CN" altLang="en-US" dirty="0">
                <a:ea typeface="宋体" panose="02010600030101010101" pitchFamily="2" charset="-122"/>
              </a:rPr>
              <a:t>链路状态路由：</a:t>
            </a:r>
            <a:r>
              <a:rPr lang="en-US" altLang="zh-CN" dirty="0">
                <a:ea typeface="宋体" panose="02010600030101010101" pitchFamily="2" charset="-122"/>
              </a:rPr>
              <a:t>OSPF</a:t>
            </a:r>
            <a:r>
              <a:rPr lang="zh-CN" altLang="en-US" dirty="0">
                <a:ea typeface="宋体" panose="02010600030101010101" pitchFamily="2" charset="-122"/>
              </a:rPr>
              <a:t>、</a:t>
            </a:r>
            <a:r>
              <a:rPr lang="en-US" altLang="zh-CN" dirty="0">
                <a:ea typeface="宋体" panose="02010600030101010101" pitchFamily="2" charset="-122"/>
              </a:rPr>
              <a:t>IS-IS</a:t>
            </a:r>
          </a:p>
          <a:p>
            <a:pPr lvl="1">
              <a:buSzPct val="100000"/>
              <a:buFont typeface="Arial Black" panose="020B0604020202020204" pitchFamily="34" charset="0"/>
              <a:buAutoNum type="arabicPeriod"/>
            </a:pPr>
            <a:r>
              <a:rPr lang="zh-CN" altLang="en-US" dirty="0">
                <a:ea typeface="宋体" panose="02010600030101010101" pitchFamily="2" charset="-122"/>
              </a:rPr>
              <a:t>发现邻居节点，了解其网络地址</a:t>
            </a:r>
          </a:p>
          <a:p>
            <a:pPr lvl="1">
              <a:buSzPct val="100000"/>
              <a:buFont typeface="Arial Black" panose="020B0604020202020204" pitchFamily="34" charset="0"/>
              <a:buAutoNum type="arabicPeriod"/>
            </a:pPr>
            <a:r>
              <a:rPr lang="zh-CN" altLang="en-US" dirty="0">
                <a:ea typeface="宋体" panose="02010600030101010101" pitchFamily="2" charset="-122"/>
              </a:rPr>
              <a:t>测量线路开销，到邻居节点的距离或成本度量值</a:t>
            </a:r>
          </a:p>
          <a:p>
            <a:pPr lvl="1">
              <a:buSzPct val="100000"/>
              <a:buFont typeface="Arial Black" panose="020B0604020202020204" pitchFamily="34" charset="0"/>
              <a:buAutoNum type="arabicPeriod"/>
            </a:pPr>
            <a:r>
              <a:rPr lang="zh-CN" altLang="en-US" dirty="0">
                <a:ea typeface="宋体" panose="02010600030101010101" pitchFamily="2" charset="-122"/>
              </a:rPr>
              <a:t>组装链路状态分组</a:t>
            </a:r>
          </a:p>
          <a:p>
            <a:pPr lvl="1">
              <a:buSzPct val="100000"/>
              <a:buFont typeface="Arial Black" panose="020B0604020202020204" pitchFamily="34" charset="0"/>
              <a:buAutoNum type="arabicPeriod"/>
            </a:pPr>
            <a:r>
              <a:rPr lang="zh-CN" altLang="en-US" dirty="0">
                <a:ea typeface="宋体" panose="02010600030101010101" pitchFamily="2" charset="-122"/>
              </a:rPr>
              <a:t>发送链路状态分组，接收其他所有链路状态分组</a:t>
            </a:r>
          </a:p>
          <a:p>
            <a:pPr lvl="1">
              <a:buSzPct val="100000"/>
              <a:buFont typeface="Arial Black" panose="020B0604020202020204" pitchFamily="34" charset="0"/>
              <a:buAutoNum type="arabicPeriod"/>
            </a:pPr>
            <a:r>
              <a:rPr lang="zh-CN" altLang="en-US" dirty="0">
                <a:ea typeface="宋体" panose="02010600030101010101" pitchFamily="2" charset="-122"/>
              </a:rPr>
              <a:t>计算最短路径</a:t>
            </a:r>
            <a:endParaRPr lang="en-US" altLang="zh-CN" dirty="0">
              <a:ea typeface="宋体" panose="02010600030101010101" pitchFamily="2" charset="-122"/>
            </a:endParaRPr>
          </a:p>
          <a:p>
            <a:pPr lvl="1">
              <a:buSzPct val="100000"/>
              <a:buFont typeface="Arial Black" panose="020B0604020202020204" pitchFamily="34" charset="0"/>
              <a:buAutoNum type="arabicPeriod"/>
            </a:pPr>
            <a:r>
              <a:rPr lang="zh-CN" altLang="en-US" dirty="0">
                <a:ea typeface="宋体" panose="02010600030101010101" pitchFamily="2" charset="-122"/>
              </a:rPr>
              <a:t>完整的拓扑结构和所有的延时都被测量并被测量到各个路由器中，各个路由器可以用</a:t>
            </a:r>
            <a:r>
              <a:rPr lang="en-US" altLang="zh-CN" dirty="0">
                <a:ea typeface="宋体" panose="02010600030101010101" pitchFamily="2" charset="-122"/>
              </a:rPr>
              <a:t>Dijkstra</a:t>
            </a:r>
            <a:r>
              <a:rPr lang="zh-CN" altLang="en-US" dirty="0">
                <a:ea typeface="宋体" panose="02010600030101010101" pitchFamily="2" charset="-122"/>
              </a:rPr>
              <a:t>算法来找出最短路径。</a:t>
            </a:r>
          </a:p>
        </p:txBody>
      </p:sp>
      <p:sp>
        <p:nvSpPr>
          <p:cNvPr id="379907" name="灯片编号占位符 1">
            <a:extLst>
              <a:ext uri="{FF2B5EF4-FFF2-40B4-BE49-F238E27FC236}">
                <a16:creationId xmlns:a16="http://schemas.microsoft.com/office/drawing/2014/main" id="{A6D62DF3-7E19-3340-ADDB-BBB084828A6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5D6A386-66F6-9849-850C-6E84C1C9E463}"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170</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2351542313"/>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953" name="Rectangle 2">
            <a:extLst>
              <a:ext uri="{FF2B5EF4-FFF2-40B4-BE49-F238E27FC236}">
                <a16:creationId xmlns:a16="http://schemas.microsoft.com/office/drawing/2014/main" id="{68BC1B02-7C7F-0048-A33F-39CB85C8B903}"/>
              </a:ext>
            </a:extLst>
          </p:cNvPr>
          <p:cNvSpPr>
            <a:spLocks noGrp="1" noChangeArrowheads="1"/>
          </p:cNvSpPr>
          <p:nvPr>
            <p:ph type="title"/>
          </p:nvPr>
        </p:nvSpPr>
        <p:spPr/>
        <p:txBody>
          <a:bodyPr/>
          <a:lstStyle/>
          <a:p>
            <a:r>
              <a:rPr lang="en-US" altLang="zh-CN" sz="3000">
                <a:latin typeface="微软雅黑" panose="020B0503020204020204" pitchFamily="34" charset="-122"/>
                <a:ea typeface="宋体" panose="02010600030101010101" pitchFamily="2" charset="-122"/>
              </a:rPr>
              <a:t>1.</a:t>
            </a:r>
            <a:r>
              <a:rPr lang="zh-CN" altLang="en-US" sz="3000">
                <a:latin typeface="微软雅黑" panose="020B0503020204020204" pitchFamily="34" charset="-122"/>
                <a:ea typeface="宋体" panose="02010600030101010101" pitchFamily="2" charset="-122"/>
              </a:rPr>
              <a:t> </a:t>
            </a:r>
            <a:r>
              <a:rPr lang="zh-CN" altLang="en-US" sz="3000">
                <a:latin typeface="Arial Black" panose="020B0604020202020204" pitchFamily="34" charset="0"/>
                <a:ea typeface="宋体" panose="02010600030101010101" pitchFamily="2" charset="-122"/>
              </a:rPr>
              <a:t>发现邻居节点</a:t>
            </a:r>
          </a:p>
        </p:txBody>
      </p:sp>
      <p:sp>
        <p:nvSpPr>
          <p:cNvPr id="381954" name="内容占位符 1">
            <a:extLst>
              <a:ext uri="{FF2B5EF4-FFF2-40B4-BE49-F238E27FC236}">
                <a16:creationId xmlns:a16="http://schemas.microsoft.com/office/drawing/2014/main" id="{6B22D585-1E6C-664B-BE3D-18C9C9350B00}"/>
              </a:ext>
            </a:extLst>
          </p:cNvPr>
          <p:cNvSpPr>
            <a:spLocks noGrp="1" noChangeArrowheads="1"/>
          </p:cNvSpPr>
          <p:nvPr>
            <p:ph idx="1"/>
          </p:nvPr>
        </p:nvSpPr>
        <p:spPr>
          <a:xfrm>
            <a:off x="251460" y="1059656"/>
            <a:ext cx="8687055" cy="1133475"/>
          </a:xfrm>
        </p:spPr>
        <p:txBody>
          <a:bodyPr/>
          <a:lstStyle/>
          <a:p>
            <a:r>
              <a:rPr lang="zh-CN" altLang="en-US" dirty="0">
                <a:latin typeface="微软雅黑" panose="020B0503020204020204" pitchFamily="34" charset="-122"/>
                <a:ea typeface="宋体" panose="02010600030101010101" pitchFamily="2" charset="-122"/>
              </a:rPr>
              <a:t>路由器启动后，通过发送</a:t>
            </a:r>
            <a:r>
              <a:rPr lang="en-US" altLang="zh-CN" dirty="0">
                <a:latin typeface="微软雅黑" panose="020B0503020204020204" pitchFamily="34" charset="-122"/>
                <a:ea typeface="宋体" panose="02010600030101010101" pitchFamily="2" charset="-122"/>
              </a:rPr>
              <a:t>HELLO</a:t>
            </a:r>
            <a:r>
              <a:rPr lang="zh-CN" altLang="en-US" dirty="0">
                <a:latin typeface="微软雅黑" panose="020B0503020204020204" pitchFamily="34" charset="-122"/>
                <a:ea typeface="宋体" panose="02010600030101010101" pitchFamily="2" charset="-122"/>
              </a:rPr>
              <a:t>分组发现邻居结点；</a:t>
            </a:r>
          </a:p>
          <a:p>
            <a:r>
              <a:rPr lang="zh-CN" altLang="en-US" dirty="0">
                <a:latin typeface="微软雅黑" panose="020B0503020204020204" pitchFamily="34" charset="-122"/>
                <a:ea typeface="宋体" panose="02010600030101010101" pitchFamily="2" charset="-122"/>
              </a:rPr>
              <a:t>两个或多个路由器连在一个</a:t>
            </a:r>
            <a:r>
              <a:rPr lang="en-US" altLang="zh-CN" dirty="0">
                <a:latin typeface="微软雅黑" panose="020B0503020204020204" pitchFamily="34" charset="-122"/>
                <a:ea typeface="宋体" panose="02010600030101010101" pitchFamily="2" charset="-122"/>
              </a:rPr>
              <a:t>LAN</a:t>
            </a:r>
            <a:r>
              <a:rPr lang="zh-CN" altLang="en-US" dirty="0">
                <a:latin typeface="微软雅黑" panose="020B0503020204020204" pitchFamily="34" charset="-122"/>
                <a:ea typeface="宋体" panose="02010600030101010101" pitchFamily="2" charset="-122"/>
              </a:rPr>
              <a:t>时，引入人工结点；</a:t>
            </a:r>
          </a:p>
        </p:txBody>
      </p:sp>
      <p:pic>
        <p:nvPicPr>
          <p:cNvPr id="381955" name="Picture 4" descr="5-11">
            <a:extLst>
              <a:ext uri="{FF2B5EF4-FFF2-40B4-BE49-F238E27FC236}">
                <a16:creationId xmlns:a16="http://schemas.microsoft.com/office/drawing/2014/main" id="{093706C2-B46E-C14E-A31D-66E4F33D50B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41935" y="2333625"/>
            <a:ext cx="4754165" cy="21419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1956" name="灯片编号占位符 1">
            <a:extLst>
              <a:ext uri="{FF2B5EF4-FFF2-40B4-BE49-F238E27FC236}">
                <a16:creationId xmlns:a16="http://schemas.microsoft.com/office/drawing/2014/main" id="{E6F0C64D-AD9D-1C4F-95CC-F2ABB750CB02}"/>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6C5C4B0-05EA-924E-8ACE-674D6009DBE0}"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171</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3621287763"/>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01" name="Rectangle 2">
            <a:extLst>
              <a:ext uri="{FF2B5EF4-FFF2-40B4-BE49-F238E27FC236}">
                <a16:creationId xmlns:a16="http://schemas.microsoft.com/office/drawing/2014/main" id="{D099D43F-8B67-C943-B472-88DA34A5FC85}"/>
              </a:ext>
            </a:extLst>
          </p:cNvPr>
          <p:cNvSpPr>
            <a:spLocks noGrp="1" noChangeArrowheads="1"/>
          </p:cNvSpPr>
          <p:nvPr>
            <p:ph type="title"/>
          </p:nvPr>
        </p:nvSpPr>
        <p:spPr/>
        <p:txBody>
          <a:bodyPr/>
          <a:lstStyle/>
          <a:p>
            <a:r>
              <a:rPr lang="en-US" altLang="zh-CN" sz="3000">
                <a:ea typeface="宋体" panose="02010600030101010101" pitchFamily="2" charset="-122"/>
              </a:rPr>
              <a:t>2.</a:t>
            </a:r>
            <a:r>
              <a:rPr lang="zh-CN" altLang="en-US" sz="3000">
                <a:ea typeface="宋体" panose="02010600030101010101" pitchFamily="2" charset="-122"/>
              </a:rPr>
              <a:t> 设置链路成本</a:t>
            </a:r>
          </a:p>
        </p:txBody>
      </p:sp>
      <p:sp>
        <p:nvSpPr>
          <p:cNvPr id="384002" name="内容占位符 2">
            <a:extLst>
              <a:ext uri="{FF2B5EF4-FFF2-40B4-BE49-F238E27FC236}">
                <a16:creationId xmlns:a16="http://schemas.microsoft.com/office/drawing/2014/main" id="{292C6E22-6EFC-8A43-A0BE-62D45E1FDB74}"/>
              </a:ext>
            </a:extLst>
          </p:cNvPr>
          <p:cNvSpPr>
            <a:spLocks noGrp="1" noChangeArrowheads="1"/>
          </p:cNvSpPr>
          <p:nvPr>
            <p:ph idx="1"/>
          </p:nvPr>
        </p:nvSpPr>
        <p:spPr>
          <a:xfrm>
            <a:off x="249382" y="1080655"/>
            <a:ext cx="8689134" cy="3812814"/>
          </a:xfrm>
        </p:spPr>
        <p:txBody>
          <a:bodyPr/>
          <a:lstStyle/>
          <a:p>
            <a:r>
              <a:rPr lang="zh-CN" altLang="en-US" dirty="0">
                <a:ea typeface="宋体" panose="02010600030101010101" pitchFamily="2" charset="-122"/>
              </a:rPr>
              <a:t>为寻找最短路径，需要每条链路的距离或成本</a:t>
            </a:r>
            <a:endParaRPr lang="en-US" altLang="zh-CN" dirty="0">
              <a:ea typeface="宋体" panose="02010600030101010101" pitchFamily="2" charset="-122"/>
            </a:endParaRPr>
          </a:p>
          <a:p>
            <a:r>
              <a:rPr lang="zh-CN" altLang="en-US" dirty="0">
                <a:ea typeface="宋体" panose="02010600030101010101" pitchFamily="2" charset="-122"/>
              </a:rPr>
              <a:t>与链路带宽成反比：</a:t>
            </a:r>
            <a:r>
              <a:rPr lang="en-US" altLang="zh-CN" dirty="0">
                <a:solidFill>
                  <a:srgbClr val="C00000"/>
                </a:solidFill>
                <a:ea typeface="宋体" panose="02010600030101010101" pitchFamily="2" charset="-122"/>
              </a:rPr>
              <a:t>1G</a:t>
            </a:r>
            <a:r>
              <a:rPr lang="zh-CN" altLang="en-US" dirty="0">
                <a:solidFill>
                  <a:srgbClr val="C00000"/>
                </a:solidFill>
                <a:ea typeface="宋体" panose="02010600030101010101" pitchFamily="2" charset="-122"/>
              </a:rPr>
              <a:t>的成本：</a:t>
            </a:r>
            <a:r>
              <a:rPr lang="en-US" altLang="zh-CN" dirty="0">
                <a:solidFill>
                  <a:srgbClr val="C00000"/>
                </a:solidFill>
                <a:ea typeface="宋体" panose="02010600030101010101" pitchFamily="2" charset="-122"/>
              </a:rPr>
              <a:t>1</a:t>
            </a:r>
            <a:r>
              <a:rPr lang="zh-CN" altLang="en-US" dirty="0">
                <a:ea typeface="宋体" panose="02010600030101010101" pitchFamily="2" charset="-122"/>
              </a:rPr>
              <a:t>，</a:t>
            </a:r>
            <a:r>
              <a:rPr lang="en-US" altLang="zh-CN" dirty="0">
                <a:solidFill>
                  <a:srgbClr val="C00000"/>
                </a:solidFill>
                <a:ea typeface="宋体" panose="02010600030101010101" pitchFamily="2" charset="-122"/>
              </a:rPr>
              <a:t>100M</a:t>
            </a:r>
            <a:r>
              <a:rPr lang="zh-CN" altLang="en-US" dirty="0">
                <a:solidFill>
                  <a:srgbClr val="C00000"/>
                </a:solidFill>
                <a:ea typeface="宋体" panose="02010600030101010101" pitchFamily="2" charset="-122"/>
              </a:rPr>
              <a:t>的成本：</a:t>
            </a:r>
            <a:r>
              <a:rPr lang="en-US" altLang="zh-CN" dirty="0">
                <a:solidFill>
                  <a:srgbClr val="C00000"/>
                </a:solidFill>
                <a:ea typeface="宋体" panose="02010600030101010101" pitchFamily="2" charset="-122"/>
              </a:rPr>
              <a:t>10</a:t>
            </a:r>
          </a:p>
          <a:p>
            <a:r>
              <a:rPr lang="zh-CN" altLang="en-US" dirty="0">
                <a:ea typeface="宋体" panose="02010600030101010101" pitchFamily="2" charset="-122"/>
              </a:rPr>
              <a:t>地理上分散的线路延迟估算：</a:t>
            </a:r>
            <a:r>
              <a:rPr lang="zh-CN" altLang="en-US" dirty="0">
                <a:solidFill>
                  <a:srgbClr val="C00000"/>
                </a:solidFill>
                <a:ea typeface="宋体" panose="02010600030101010101" pitchFamily="2" charset="-122"/>
              </a:rPr>
              <a:t>往返时间除</a:t>
            </a:r>
            <a:r>
              <a:rPr lang="en-US" altLang="zh-CN" dirty="0">
                <a:solidFill>
                  <a:srgbClr val="C00000"/>
                </a:solidFill>
                <a:ea typeface="宋体" panose="02010600030101010101" pitchFamily="2" charset="-122"/>
              </a:rPr>
              <a:t>2</a:t>
            </a:r>
          </a:p>
          <a:p>
            <a:pPr lvl="1"/>
            <a:r>
              <a:rPr lang="zh-CN" altLang="en-US" dirty="0">
                <a:ea typeface="宋体" panose="02010600030101010101" pitchFamily="2" charset="-122"/>
              </a:rPr>
              <a:t>一种直接的方法是：发送一个要对方立即响应的</a:t>
            </a:r>
            <a:r>
              <a:rPr lang="en-US" altLang="zh-CN" dirty="0">
                <a:ea typeface="宋体" panose="02010600030101010101" pitchFamily="2" charset="-122"/>
              </a:rPr>
              <a:t>ECHO</a:t>
            </a:r>
            <a:r>
              <a:rPr lang="zh-CN" altLang="en-US" dirty="0">
                <a:ea typeface="宋体" panose="02010600030101010101" pitchFamily="2" charset="-122"/>
              </a:rPr>
              <a:t>分组，来回时间除以</a:t>
            </a:r>
            <a:r>
              <a:rPr lang="en-US" altLang="zh-CN" dirty="0">
                <a:ea typeface="宋体" panose="02010600030101010101" pitchFamily="2" charset="-122"/>
              </a:rPr>
              <a:t>2</a:t>
            </a:r>
            <a:r>
              <a:rPr lang="zh-CN" altLang="en-US" dirty="0">
                <a:ea typeface="宋体" panose="02010600030101010101" pitchFamily="2" charset="-122"/>
              </a:rPr>
              <a:t>即为延迟。</a:t>
            </a:r>
          </a:p>
        </p:txBody>
      </p:sp>
      <p:sp>
        <p:nvSpPr>
          <p:cNvPr id="384003" name="灯片编号占位符 1">
            <a:extLst>
              <a:ext uri="{FF2B5EF4-FFF2-40B4-BE49-F238E27FC236}">
                <a16:creationId xmlns:a16="http://schemas.microsoft.com/office/drawing/2014/main" id="{65796C07-4916-7F4D-B1B8-0364016491A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09CC149-3FDF-A045-BC7F-E170D9861341}"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172</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2819870322"/>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6049" name="Rectangle 2">
            <a:extLst>
              <a:ext uri="{FF2B5EF4-FFF2-40B4-BE49-F238E27FC236}">
                <a16:creationId xmlns:a16="http://schemas.microsoft.com/office/drawing/2014/main" id="{57A4646B-1AEF-2B45-B377-83F6D9C49A92}"/>
              </a:ext>
            </a:extLst>
          </p:cNvPr>
          <p:cNvSpPr>
            <a:spLocks noGrp="1" noChangeArrowheads="1"/>
          </p:cNvSpPr>
          <p:nvPr>
            <p:ph type="title"/>
          </p:nvPr>
        </p:nvSpPr>
        <p:spPr>
          <a:xfrm>
            <a:off x="160020" y="290514"/>
            <a:ext cx="7598093" cy="588165"/>
          </a:xfrm>
        </p:spPr>
        <p:txBody>
          <a:bodyPr/>
          <a:lstStyle/>
          <a:p>
            <a:r>
              <a:rPr lang="en-US" altLang="zh-CN" sz="3000">
                <a:ea typeface="宋体" panose="02010600030101010101" pitchFamily="2" charset="-122"/>
              </a:rPr>
              <a:t>3.</a:t>
            </a:r>
            <a:r>
              <a:rPr lang="zh-CN" altLang="en-US" sz="3000">
                <a:ea typeface="宋体" panose="02010600030101010101" pitchFamily="2" charset="-122"/>
              </a:rPr>
              <a:t> 构造链路状态分组</a:t>
            </a:r>
            <a:endParaRPr lang="en-US" altLang="zh-CN" sz="3000">
              <a:ea typeface="宋体" panose="02010600030101010101" pitchFamily="2" charset="-122"/>
            </a:endParaRPr>
          </a:p>
        </p:txBody>
      </p:sp>
      <p:sp>
        <p:nvSpPr>
          <p:cNvPr id="386050" name="内容占位符 1">
            <a:extLst>
              <a:ext uri="{FF2B5EF4-FFF2-40B4-BE49-F238E27FC236}">
                <a16:creationId xmlns:a16="http://schemas.microsoft.com/office/drawing/2014/main" id="{45D0854E-89FD-104E-AC19-C505B1E9AA5B}"/>
              </a:ext>
            </a:extLst>
          </p:cNvPr>
          <p:cNvSpPr>
            <a:spLocks noGrp="1" noChangeArrowheads="1"/>
          </p:cNvSpPr>
          <p:nvPr>
            <p:ph idx="1"/>
          </p:nvPr>
        </p:nvSpPr>
        <p:spPr>
          <a:xfrm>
            <a:off x="237054" y="945828"/>
            <a:ext cx="8669891" cy="1341834"/>
          </a:xfrm>
        </p:spPr>
        <p:txBody>
          <a:bodyPr/>
          <a:lstStyle/>
          <a:p>
            <a:pPr>
              <a:spcBef>
                <a:spcPts val="0"/>
              </a:spcBef>
            </a:pPr>
            <a:r>
              <a:rPr lang="zh-CN" altLang="en-US" sz="1800" dirty="0">
                <a:ea typeface="宋体" panose="02010600030101010101" pitchFamily="2" charset="-122"/>
              </a:rPr>
              <a:t>分组以发送方的标识符开头，后面是序号、年龄和一个邻居结点列表；</a:t>
            </a:r>
          </a:p>
          <a:p>
            <a:pPr>
              <a:spcBef>
                <a:spcPts val="0"/>
              </a:spcBef>
            </a:pPr>
            <a:r>
              <a:rPr lang="zh-CN" altLang="en-US" sz="1800" dirty="0">
                <a:ea typeface="宋体" panose="02010600030101010101" pitchFamily="2" charset="-122"/>
              </a:rPr>
              <a:t>列表中对应每个邻居结点，都有发送方到它们的延迟或开销；</a:t>
            </a:r>
          </a:p>
          <a:p>
            <a:pPr>
              <a:spcBef>
                <a:spcPts val="0"/>
              </a:spcBef>
            </a:pPr>
            <a:r>
              <a:rPr lang="zh-CN" altLang="en-US" sz="1800" dirty="0">
                <a:ea typeface="宋体" panose="02010600030101010101" pitchFamily="2" charset="-122"/>
              </a:rPr>
              <a:t>链路状态分组定期创建或发生重大事件时创建。</a:t>
            </a:r>
          </a:p>
          <a:p>
            <a:pPr lvl="1">
              <a:spcBef>
                <a:spcPts val="0"/>
              </a:spcBef>
            </a:pPr>
            <a:r>
              <a:rPr lang="zh-CN" altLang="en-US" sz="1600" dirty="0">
                <a:ea typeface="宋体" panose="02010600030101010101" pitchFamily="2" charset="-122"/>
              </a:rPr>
              <a:t>周期性创建</a:t>
            </a:r>
            <a:endParaRPr lang="en-US" altLang="zh-CN" sz="1600" dirty="0">
              <a:ea typeface="宋体" panose="02010600030101010101" pitchFamily="2" charset="-122"/>
            </a:endParaRPr>
          </a:p>
          <a:p>
            <a:pPr lvl="1">
              <a:spcBef>
                <a:spcPts val="0"/>
              </a:spcBef>
            </a:pPr>
            <a:r>
              <a:rPr lang="zh-CN" altLang="en-US" sz="1600" dirty="0">
                <a:ea typeface="宋体" panose="02010600030101010101" pitchFamily="2" charset="-122"/>
              </a:rPr>
              <a:t>事件驱动：线路断掉、邻居结点</a:t>
            </a:r>
            <a:r>
              <a:rPr lang="en-US" altLang="zh-CN" sz="1600" dirty="0">
                <a:ea typeface="宋体" panose="02010600030101010101" pitchFamily="2" charset="-122"/>
              </a:rPr>
              <a:t>down</a:t>
            </a:r>
            <a:r>
              <a:rPr lang="zh-CN" altLang="en-US" sz="1600" dirty="0">
                <a:ea typeface="宋体" panose="02010600030101010101" pitchFamily="2" charset="-122"/>
              </a:rPr>
              <a:t>机、重新恢复运行</a:t>
            </a:r>
            <a:endParaRPr lang="en-US" altLang="zh-CN" sz="1600" dirty="0">
              <a:ea typeface="宋体" panose="02010600030101010101" pitchFamily="2" charset="-122"/>
            </a:endParaRPr>
          </a:p>
        </p:txBody>
      </p:sp>
      <p:grpSp>
        <p:nvGrpSpPr>
          <p:cNvPr id="386051" name="Group 23">
            <a:extLst>
              <a:ext uri="{FF2B5EF4-FFF2-40B4-BE49-F238E27FC236}">
                <a16:creationId xmlns:a16="http://schemas.microsoft.com/office/drawing/2014/main" id="{00BDD64F-872B-2346-A947-5058065C686F}"/>
              </a:ext>
            </a:extLst>
          </p:cNvPr>
          <p:cNvGrpSpPr>
            <a:grpSpLocks/>
          </p:cNvGrpSpPr>
          <p:nvPr/>
        </p:nvGrpSpPr>
        <p:grpSpPr bwMode="auto">
          <a:xfrm>
            <a:off x="1416183" y="2787255"/>
            <a:ext cx="2170642" cy="1534716"/>
            <a:chOff x="781" y="1728"/>
            <a:chExt cx="2051" cy="1289"/>
          </a:xfrm>
        </p:grpSpPr>
        <p:sp>
          <p:nvSpPr>
            <p:cNvPr id="386198" name="AutoShape 6">
              <a:extLst>
                <a:ext uri="{FF2B5EF4-FFF2-40B4-BE49-F238E27FC236}">
                  <a16:creationId xmlns:a16="http://schemas.microsoft.com/office/drawing/2014/main" id="{60973941-1593-FF4F-B17A-9F6FFE05DFE8}"/>
                </a:ext>
              </a:extLst>
            </p:cNvPr>
            <p:cNvSpPr>
              <a:spLocks noChangeArrowheads="1"/>
            </p:cNvSpPr>
            <p:nvPr/>
          </p:nvSpPr>
          <p:spPr bwMode="auto">
            <a:xfrm>
              <a:off x="1056" y="1968"/>
              <a:ext cx="1488" cy="768"/>
            </a:xfrm>
            <a:prstGeom prst="hexagon">
              <a:avLst>
                <a:gd name="adj" fmla="val 48438"/>
                <a:gd name="vf" fmla="val 115470"/>
              </a:avLst>
            </a:prstGeom>
            <a:noFill/>
            <a:ln w="12700">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86199" name="Line 7">
              <a:extLst>
                <a:ext uri="{FF2B5EF4-FFF2-40B4-BE49-F238E27FC236}">
                  <a16:creationId xmlns:a16="http://schemas.microsoft.com/office/drawing/2014/main" id="{42CD0006-9820-C24C-A2E2-BEA41FF51779}"/>
                </a:ext>
              </a:extLst>
            </p:cNvPr>
            <p:cNvSpPr>
              <a:spLocks noChangeShapeType="1"/>
            </p:cNvSpPr>
            <p:nvPr/>
          </p:nvSpPr>
          <p:spPr bwMode="auto">
            <a:xfrm flipH="1">
              <a:off x="1440" y="1968"/>
              <a:ext cx="720" cy="76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86200" name="Line 8">
              <a:extLst>
                <a:ext uri="{FF2B5EF4-FFF2-40B4-BE49-F238E27FC236}">
                  <a16:creationId xmlns:a16="http://schemas.microsoft.com/office/drawing/2014/main" id="{60CFCE0E-3BFE-8B4E-8F90-DFA5B7028AB5}"/>
                </a:ext>
              </a:extLst>
            </p:cNvPr>
            <p:cNvSpPr>
              <a:spLocks noChangeShapeType="1"/>
            </p:cNvSpPr>
            <p:nvPr/>
          </p:nvSpPr>
          <p:spPr bwMode="auto">
            <a:xfrm>
              <a:off x="1440" y="1968"/>
              <a:ext cx="720" cy="76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86201" name="Text Box 9">
              <a:extLst>
                <a:ext uri="{FF2B5EF4-FFF2-40B4-BE49-F238E27FC236}">
                  <a16:creationId xmlns:a16="http://schemas.microsoft.com/office/drawing/2014/main" id="{D5250114-911E-224C-92E8-B42704639E6B}"/>
                </a:ext>
              </a:extLst>
            </p:cNvPr>
            <p:cNvSpPr txBox="1">
              <a:spLocks noChangeArrowheads="1"/>
            </p:cNvSpPr>
            <p:nvPr/>
          </p:nvSpPr>
          <p:spPr bwMode="auto">
            <a:xfrm>
              <a:off x="781" y="2256"/>
              <a:ext cx="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rgbClr val="C00000"/>
                  </a:solidFill>
                  <a:latin typeface="Arial" panose="020B0604020202020204" pitchFamily="34" charset="0"/>
                  <a:ea typeface="宋体" panose="02010600030101010101" pitchFamily="2" charset="-122"/>
                </a:rPr>
                <a:t>A</a:t>
              </a:r>
            </a:p>
          </p:txBody>
        </p:sp>
        <p:sp>
          <p:nvSpPr>
            <p:cNvPr id="386202" name="Text Box 10">
              <a:extLst>
                <a:ext uri="{FF2B5EF4-FFF2-40B4-BE49-F238E27FC236}">
                  <a16:creationId xmlns:a16="http://schemas.microsoft.com/office/drawing/2014/main" id="{F8DAC00E-7614-D84E-8301-614C740DA667}"/>
                </a:ext>
              </a:extLst>
            </p:cNvPr>
            <p:cNvSpPr txBox="1">
              <a:spLocks noChangeArrowheads="1"/>
            </p:cNvSpPr>
            <p:nvPr/>
          </p:nvSpPr>
          <p:spPr bwMode="auto">
            <a:xfrm>
              <a:off x="1309" y="1728"/>
              <a:ext cx="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rgbClr val="C00000"/>
                  </a:solidFill>
                  <a:latin typeface="Arial" panose="020B0604020202020204" pitchFamily="34" charset="0"/>
                  <a:ea typeface="宋体" panose="02010600030101010101" pitchFamily="2" charset="-122"/>
                </a:rPr>
                <a:t>B</a:t>
              </a:r>
            </a:p>
          </p:txBody>
        </p:sp>
        <p:sp>
          <p:nvSpPr>
            <p:cNvPr id="386203" name="Text Box 11">
              <a:extLst>
                <a:ext uri="{FF2B5EF4-FFF2-40B4-BE49-F238E27FC236}">
                  <a16:creationId xmlns:a16="http://schemas.microsoft.com/office/drawing/2014/main" id="{10C9C046-A080-1D46-ABBA-CE5A0D204772}"/>
                </a:ext>
              </a:extLst>
            </p:cNvPr>
            <p:cNvSpPr txBox="1">
              <a:spLocks noChangeArrowheads="1"/>
            </p:cNvSpPr>
            <p:nvPr/>
          </p:nvSpPr>
          <p:spPr bwMode="auto">
            <a:xfrm>
              <a:off x="2072" y="1728"/>
              <a:ext cx="27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C</a:t>
              </a:r>
            </a:p>
          </p:txBody>
        </p:sp>
        <p:sp>
          <p:nvSpPr>
            <p:cNvPr id="386204" name="Text Box 12">
              <a:extLst>
                <a:ext uri="{FF2B5EF4-FFF2-40B4-BE49-F238E27FC236}">
                  <a16:creationId xmlns:a16="http://schemas.microsoft.com/office/drawing/2014/main" id="{26C67198-A34D-0E46-B1BB-88FF0D6E80C6}"/>
                </a:ext>
              </a:extLst>
            </p:cNvPr>
            <p:cNvSpPr txBox="1">
              <a:spLocks noChangeArrowheads="1"/>
            </p:cNvSpPr>
            <p:nvPr/>
          </p:nvSpPr>
          <p:spPr bwMode="auto">
            <a:xfrm>
              <a:off x="2553" y="2256"/>
              <a:ext cx="27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D</a:t>
              </a:r>
            </a:p>
          </p:txBody>
        </p:sp>
        <p:sp>
          <p:nvSpPr>
            <p:cNvPr id="386205" name="Text Box 13">
              <a:extLst>
                <a:ext uri="{FF2B5EF4-FFF2-40B4-BE49-F238E27FC236}">
                  <a16:creationId xmlns:a16="http://schemas.microsoft.com/office/drawing/2014/main" id="{040F22EC-FEE8-554A-83AE-A4C25005AF9E}"/>
                </a:ext>
              </a:extLst>
            </p:cNvPr>
            <p:cNvSpPr txBox="1">
              <a:spLocks noChangeArrowheads="1"/>
            </p:cNvSpPr>
            <p:nvPr/>
          </p:nvSpPr>
          <p:spPr bwMode="auto">
            <a:xfrm>
              <a:off x="2032" y="2784"/>
              <a:ext cx="26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F</a:t>
              </a:r>
            </a:p>
          </p:txBody>
        </p:sp>
        <p:sp>
          <p:nvSpPr>
            <p:cNvPr id="386206" name="Text Box 14">
              <a:extLst>
                <a:ext uri="{FF2B5EF4-FFF2-40B4-BE49-F238E27FC236}">
                  <a16:creationId xmlns:a16="http://schemas.microsoft.com/office/drawing/2014/main" id="{14D5FB2F-67DF-CE46-86F6-40C775946A8F}"/>
                </a:ext>
              </a:extLst>
            </p:cNvPr>
            <p:cNvSpPr txBox="1">
              <a:spLocks noChangeArrowheads="1"/>
            </p:cNvSpPr>
            <p:nvPr/>
          </p:nvSpPr>
          <p:spPr bwMode="auto">
            <a:xfrm>
              <a:off x="1260" y="2784"/>
              <a:ext cx="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rgbClr val="C00000"/>
                  </a:solidFill>
                  <a:latin typeface="Arial" panose="020B0604020202020204" pitchFamily="34" charset="0"/>
                  <a:ea typeface="宋体" panose="02010600030101010101" pitchFamily="2" charset="-122"/>
                </a:rPr>
                <a:t>E</a:t>
              </a:r>
            </a:p>
          </p:txBody>
        </p:sp>
        <p:sp>
          <p:nvSpPr>
            <p:cNvPr id="386207" name="Text Box 15">
              <a:extLst>
                <a:ext uri="{FF2B5EF4-FFF2-40B4-BE49-F238E27FC236}">
                  <a16:creationId xmlns:a16="http://schemas.microsoft.com/office/drawing/2014/main" id="{7DB4A311-4C04-694D-BD9F-6E69A801C75F}"/>
                </a:ext>
              </a:extLst>
            </p:cNvPr>
            <p:cNvSpPr txBox="1">
              <a:spLocks noChangeArrowheads="1"/>
            </p:cNvSpPr>
            <p:nvPr/>
          </p:nvSpPr>
          <p:spPr bwMode="auto">
            <a:xfrm>
              <a:off x="1058" y="201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4</a:t>
              </a:r>
            </a:p>
          </p:txBody>
        </p:sp>
        <p:sp>
          <p:nvSpPr>
            <p:cNvPr id="386208" name="Text Box 16">
              <a:extLst>
                <a:ext uri="{FF2B5EF4-FFF2-40B4-BE49-F238E27FC236}">
                  <a16:creationId xmlns:a16="http://schemas.microsoft.com/office/drawing/2014/main" id="{4929E66B-C449-6147-B060-A5CCC5F74593}"/>
                </a:ext>
              </a:extLst>
            </p:cNvPr>
            <p:cNvSpPr txBox="1">
              <a:spLocks noChangeArrowheads="1"/>
            </p:cNvSpPr>
            <p:nvPr/>
          </p:nvSpPr>
          <p:spPr bwMode="auto">
            <a:xfrm>
              <a:off x="1681" y="177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2</a:t>
              </a:r>
            </a:p>
          </p:txBody>
        </p:sp>
        <p:sp>
          <p:nvSpPr>
            <p:cNvPr id="386209" name="Text Box 17">
              <a:extLst>
                <a:ext uri="{FF2B5EF4-FFF2-40B4-BE49-F238E27FC236}">
                  <a16:creationId xmlns:a16="http://schemas.microsoft.com/office/drawing/2014/main" id="{43A59FF7-0638-7548-9729-85907CBF7180}"/>
                </a:ext>
              </a:extLst>
            </p:cNvPr>
            <p:cNvSpPr txBox="1">
              <a:spLocks noChangeArrowheads="1"/>
            </p:cNvSpPr>
            <p:nvPr/>
          </p:nvSpPr>
          <p:spPr bwMode="auto">
            <a:xfrm>
              <a:off x="2354" y="1968"/>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3</a:t>
              </a:r>
            </a:p>
          </p:txBody>
        </p:sp>
        <p:sp>
          <p:nvSpPr>
            <p:cNvPr id="386210" name="Text Box 18">
              <a:extLst>
                <a:ext uri="{FF2B5EF4-FFF2-40B4-BE49-F238E27FC236}">
                  <a16:creationId xmlns:a16="http://schemas.microsoft.com/office/drawing/2014/main" id="{428AD12F-FDCF-F540-AAD4-18F0DAB2CCA1}"/>
                </a:ext>
              </a:extLst>
            </p:cNvPr>
            <p:cNvSpPr txBox="1">
              <a:spLocks noChangeArrowheads="1"/>
            </p:cNvSpPr>
            <p:nvPr/>
          </p:nvSpPr>
          <p:spPr bwMode="auto">
            <a:xfrm>
              <a:off x="2354" y="249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7</a:t>
              </a:r>
            </a:p>
          </p:txBody>
        </p:sp>
        <p:sp>
          <p:nvSpPr>
            <p:cNvPr id="386211" name="Text Box 19">
              <a:extLst>
                <a:ext uri="{FF2B5EF4-FFF2-40B4-BE49-F238E27FC236}">
                  <a16:creationId xmlns:a16="http://schemas.microsoft.com/office/drawing/2014/main" id="{AC8C930A-012A-D440-B965-9252C6FDCFB4}"/>
                </a:ext>
              </a:extLst>
            </p:cNvPr>
            <p:cNvSpPr txBox="1">
              <a:spLocks noChangeArrowheads="1"/>
            </p:cNvSpPr>
            <p:nvPr/>
          </p:nvSpPr>
          <p:spPr bwMode="auto">
            <a:xfrm>
              <a:off x="1681" y="273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8</a:t>
              </a:r>
            </a:p>
          </p:txBody>
        </p:sp>
        <p:sp>
          <p:nvSpPr>
            <p:cNvPr id="386212" name="Text Box 20">
              <a:extLst>
                <a:ext uri="{FF2B5EF4-FFF2-40B4-BE49-F238E27FC236}">
                  <a16:creationId xmlns:a16="http://schemas.microsoft.com/office/drawing/2014/main" id="{925E33C7-7433-AE40-B5C7-2EDDA99D249B}"/>
                </a:ext>
              </a:extLst>
            </p:cNvPr>
            <p:cNvSpPr txBox="1">
              <a:spLocks noChangeArrowheads="1"/>
            </p:cNvSpPr>
            <p:nvPr/>
          </p:nvSpPr>
          <p:spPr bwMode="auto">
            <a:xfrm>
              <a:off x="1009" y="2448"/>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5</a:t>
              </a:r>
            </a:p>
          </p:txBody>
        </p:sp>
        <p:sp>
          <p:nvSpPr>
            <p:cNvPr id="386213" name="Text Box 21">
              <a:extLst>
                <a:ext uri="{FF2B5EF4-FFF2-40B4-BE49-F238E27FC236}">
                  <a16:creationId xmlns:a16="http://schemas.microsoft.com/office/drawing/2014/main" id="{DD594919-DD61-EA44-86DA-2E7A78522B95}"/>
                </a:ext>
              </a:extLst>
            </p:cNvPr>
            <p:cNvSpPr txBox="1">
              <a:spLocks noChangeArrowheads="1"/>
            </p:cNvSpPr>
            <p:nvPr/>
          </p:nvSpPr>
          <p:spPr bwMode="auto">
            <a:xfrm>
              <a:off x="1441" y="2352"/>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1</a:t>
              </a:r>
            </a:p>
          </p:txBody>
        </p:sp>
        <p:sp>
          <p:nvSpPr>
            <p:cNvPr id="386214" name="Text Box 22">
              <a:extLst>
                <a:ext uri="{FF2B5EF4-FFF2-40B4-BE49-F238E27FC236}">
                  <a16:creationId xmlns:a16="http://schemas.microsoft.com/office/drawing/2014/main" id="{C74A5B18-9437-2E44-B99E-5BF6148EB499}"/>
                </a:ext>
              </a:extLst>
            </p:cNvPr>
            <p:cNvSpPr txBox="1">
              <a:spLocks noChangeArrowheads="1"/>
            </p:cNvSpPr>
            <p:nvPr/>
          </p:nvSpPr>
          <p:spPr bwMode="auto">
            <a:xfrm>
              <a:off x="1922" y="2400"/>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6</a:t>
              </a:r>
            </a:p>
          </p:txBody>
        </p:sp>
      </p:grpSp>
      <p:graphicFrame>
        <p:nvGraphicFramePr>
          <p:cNvPr id="416309" name="Group 565">
            <a:extLst>
              <a:ext uri="{FF2B5EF4-FFF2-40B4-BE49-F238E27FC236}">
                <a16:creationId xmlns:a16="http://schemas.microsoft.com/office/drawing/2014/main" id="{C52DC6AC-D557-3947-925F-EE41EDE50452}"/>
              </a:ext>
            </a:extLst>
          </p:cNvPr>
          <p:cNvGraphicFramePr>
            <a:graphicFrameLocks noGrp="1"/>
          </p:cNvGraphicFramePr>
          <p:nvPr/>
        </p:nvGraphicFramePr>
        <p:xfrm>
          <a:off x="3814763" y="2284810"/>
          <a:ext cx="3875485" cy="2262191"/>
        </p:xfrm>
        <a:graphic>
          <a:graphicData uri="http://schemas.openxmlformats.org/drawingml/2006/table">
            <a:tbl>
              <a:tblPr/>
              <a:tblGrid>
                <a:gridCol w="208360">
                  <a:extLst>
                    <a:ext uri="{9D8B030D-6E8A-4147-A177-3AD203B41FA5}">
                      <a16:colId xmlns:a16="http://schemas.microsoft.com/office/drawing/2014/main" val="4278543894"/>
                    </a:ext>
                  </a:extLst>
                </a:gridCol>
                <a:gridCol w="229790">
                  <a:extLst>
                    <a:ext uri="{9D8B030D-6E8A-4147-A177-3AD203B41FA5}">
                      <a16:colId xmlns:a16="http://schemas.microsoft.com/office/drawing/2014/main" val="3683508235"/>
                    </a:ext>
                  </a:extLst>
                </a:gridCol>
                <a:gridCol w="228600">
                  <a:extLst>
                    <a:ext uri="{9D8B030D-6E8A-4147-A177-3AD203B41FA5}">
                      <a16:colId xmlns:a16="http://schemas.microsoft.com/office/drawing/2014/main" val="1230385362"/>
                    </a:ext>
                  </a:extLst>
                </a:gridCol>
                <a:gridCol w="228600">
                  <a:extLst>
                    <a:ext uri="{9D8B030D-6E8A-4147-A177-3AD203B41FA5}">
                      <a16:colId xmlns:a16="http://schemas.microsoft.com/office/drawing/2014/main" val="1446283425"/>
                    </a:ext>
                  </a:extLst>
                </a:gridCol>
                <a:gridCol w="230981">
                  <a:extLst>
                    <a:ext uri="{9D8B030D-6E8A-4147-A177-3AD203B41FA5}">
                      <a16:colId xmlns:a16="http://schemas.microsoft.com/office/drawing/2014/main" val="2393847455"/>
                    </a:ext>
                  </a:extLst>
                </a:gridCol>
                <a:gridCol w="228600">
                  <a:extLst>
                    <a:ext uri="{9D8B030D-6E8A-4147-A177-3AD203B41FA5}">
                      <a16:colId xmlns:a16="http://schemas.microsoft.com/office/drawing/2014/main" val="2630882321"/>
                    </a:ext>
                  </a:extLst>
                </a:gridCol>
                <a:gridCol w="228600">
                  <a:extLst>
                    <a:ext uri="{9D8B030D-6E8A-4147-A177-3AD203B41FA5}">
                      <a16:colId xmlns:a16="http://schemas.microsoft.com/office/drawing/2014/main" val="3032537854"/>
                    </a:ext>
                  </a:extLst>
                </a:gridCol>
                <a:gridCol w="229791">
                  <a:extLst>
                    <a:ext uri="{9D8B030D-6E8A-4147-A177-3AD203B41FA5}">
                      <a16:colId xmlns:a16="http://schemas.microsoft.com/office/drawing/2014/main" val="2346123106"/>
                    </a:ext>
                  </a:extLst>
                </a:gridCol>
                <a:gridCol w="228600">
                  <a:extLst>
                    <a:ext uri="{9D8B030D-6E8A-4147-A177-3AD203B41FA5}">
                      <a16:colId xmlns:a16="http://schemas.microsoft.com/office/drawing/2014/main" val="3250598581"/>
                    </a:ext>
                  </a:extLst>
                </a:gridCol>
                <a:gridCol w="230981">
                  <a:extLst>
                    <a:ext uri="{9D8B030D-6E8A-4147-A177-3AD203B41FA5}">
                      <a16:colId xmlns:a16="http://schemas.microsoft.com/office/drawing/2014/main" val="378999163"/>
                    </a:ext>
                  </a:extLst>
                </a:gridCol>
                <a:gridCol w="227409">
                  <a:extLst>
                    <a:ext uri="{9D8B030D-6E8A-4147-A177-3AD203B41FA5}">
                      <a16:colId xmlns:a16="http://schemas.microsoft.com/office/drawing/2014/main" val="1176873267"/>
                    </a:ext>
                  </a:extLst>
                </a:gridCol>
                <a:gridCol w="229791">
                  <a:extLst>
                    <a:ext uri="{9D8B030D-6E8A-4147-A177-3AD203B41FA5}">
                      <a16:colId xmlns:a16="http://schemas.microsoft.com/office/drawing/2014/main" val="3905271715"/>
                    </a:ext>
                  </a:extLst>
                </a:gridCol>
                <a:gridCol w="254794">
                  <a:extLst>
                    <a:ext uri="{9D8B030D-6E8A-4147-A177-3AD203B41FA5}">
                      <a16:colId xmlns:a16="http://schemas.microsoft.com/office/drawing/2014/main" val="1508423064"/>
                    </a:ext>
                  </a:extLst>
                </a:gridCol>
                <a:gridCol w="203597">
                  <a:extLst>
                    <a:ext uri="{9D8B030D-6E8A-4147-A177-3AD203B41FA5}">
                      <a16:colId xmlns:a16="http://schemas.microsoft.com/office/drawing/2014/main" val="3879336619"/>
                    </a:ext>
                  </a:extLst>
                </a:gridCol>
                <a:gridCol w="230981">
                  <a:extLst>
                    <a:ext uri="{9D8B030D-6E8A-4147-A177-3AD203B41FA5}">
                      <a16:colId xmlns:a16="http://schemas.microsoft.com/office/drawing/2014/main" val="3023316780"/>
                    </a:ext>
                  </a:extLst>
                </a:gridCol>
                <a:gridCol w="228600">
                  <a:extLst>
                    <a:ext uri="{9D8B030D-6E8A-4147-A177-3AD203B41FA5}">
                      <a16:colId xmlns:a16="http://schemas.microsoft.com/office/drawing/2014/main" val="1204378095"/>
                    </a:ext>
                  </a:extLst>
                </a:gridCol>
                <a:gridCol w="227410">
                  <a:extLst>
                    <a:ext uri="{9D8B030D-6E8A-4147-A177-3AD203B41FA5}">
                      <a16:colId xmlns:a16="http://schemas.microsoft.com/office/drawing/2014/main" val="4009916905"/>
                    </a:ext>
                  </a:extLst>
                </a:gridCol>
              </a:tblGrid>
              <a:tr h="289322">
                <a:tc gridSpan="1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链  路  状  态  分  组</a:t>
                      </a:r>
                    </a:p>
                  </a:txBody>
                  <a:tcPr marL="60968" marR="60968" marT="34298" marB="34298"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715372343"/>
                  </a:ext>
                </a:extLst>
              </a:tr>
              <a:tr h="289322">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A</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B</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C</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D</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E</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F</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extLst>
                  <a:ext uri="{0D108BD9-81ED-4DB2-BD59-A6C34878D82A}">
                    <a16:rowId xmlns:a16="http://schemas.microsoft.com/office/drawing/2014/main" val="4118394314"/>
                  </a:ext>
                </a:extLst>
              </a:tr>
              <a:tr h="434579">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序号</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序号</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序号</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序号</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序号</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序号</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extLst>
                  <a:ext uri="{0D108BD9-81ED-4DB2-BD59-A6C34878D82A}">
                    <a16:rowId xmlns:a16="http://schemas.microsoft.com/office/drawing/2014/main" val="35031072"/>
                  </a:ext>
                </a:extLst>
              </a:tr>
              <a:tr h="434579">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年龄</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年龄</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年龄</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年龄</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年龄</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年龄</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extLst>
                  <a:ext uri="{0D108BD9-81ED-4DB2-BD59-A6C34878D82A}">
                    <a16:rowId xmlns:a16="http://schemas.microsoft.com/office/drawing/2014/main" val="4188071963"/>
                  </a:ext>
                </a:extLst>
              </a:tr>
              <a:tr h="271463">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B</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C00000"/>
                          </a:solidFill>
                          <a:effectLst/>
                          <a:latin typeface="Times New Roman" panose="02020603050405020304" pitchFamily="18" charset="0"/>
                          <a:ea typeface="黑体" panose="02010609060101010101" pitchFamily="49" charset="-122"/>
                          <a:cs typeface="黑体" panose="02010609060101010101" pitchFamily="49" charset="-122"/>
                        </a:rPr>
                        <a:t>4</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A</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4</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B</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2</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C</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3</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A</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5</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B</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6</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2640032014"/>
                  </a:ext>
                </a:extLst>
              </a:tr>
              <a:tr h="271463">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E</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C00000"/>
                          </a:solidFill>
                          <a:effectLst/>
                          <a:latin typeface="Times New Roman" panose="02020603050405020304" pitchFamily="18" charset="0"/>
                          <a:ea typeface="黑体" panose="02010609060101010101" pitchFamily="49" charset="-122"/>
                          <a:cs typeface="黑体" panose="02010609060101010101" pitchFamily="49" charset="-122"/>
                        </a:rPr>
                        <a:t>5</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C</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2</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D</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3</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F</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7</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C</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1</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D</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7</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491122974"/>
                  </a:ext>
                </a:extLst>
              </a:tr>
              <a:tr h="271463">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F</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6</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E</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1</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F</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8</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E</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8</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2641123560"/>
                  </a:ext>
                </a:extLst>
              </a:tr>
            </a:tbl>
          </a:graphicData>
        </a:graphic>
      </p:graphicFrame>
      <p:sp>
        <p:nvSpPr>
          <p:cNvPr id="386196" name="灯片编号占位符 1">
            <a:extLst>
              <a:ext uri="{FF2B5EF4-FFF2-40B4-BE49-F238E27FC236}">
                <a16:creationId xmlns:a16="http://schemas.microsoft.com/office/drawing/2014/main" id="{7255E7AB-0293-894D-A55E-FA8EDB6EAC3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3A8ED1F-DFD6-8C4A-B783-E581A435DF83}"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173</a:t>
            </a:fld>
            <a:endParaRPr lang="en-US" altLang="zh-CN" sz="1050">
              <a:solidFill>
                <a:schemeClr val="bg2"/>
              </a:solidFill>
              <a:latin typeface="Tahoma" panose="020B0604030504040204" pitchFamily="34" charset="0"/>
              <a:ea typeface="宋体" panose="02010600030101010101" pitchFamily="2" charset="-122"/>
            </a:endParaRPr>
          </a:p>
        </p:txBody>
      </p:sp>
      <p:sp>
        <p:nvSpPr>
          <p:cNvPr id="386197" name="Text Box 109">
            <a:extLst>
              <a:ext uri="{FF2B5EF4-FFF2-40B4-BE49-F238E27FC236}">
                <a16:creationId xmlns:a16="http://schemas.microsoft.com/office/drawing/2014/main" id="{52C3EE6D-2BAC-5945-862F-976C906A5BE3}"/>
              </a:ext>
            </a:extLst>
          </p:cNvPr>
          <p:cNvSpPr txBox="1">
            <a:spLocks noChangeArrowheads="1"/>
          </p:cNvSpPr>
          <p:nvPr/>
        </p:nvSpPr>
        <p:spPr bwMode="auto">
          <a:xfrm>
            <a:off x="2488316" y="4452939"/>
            <a:ext cx="1845469" cy="720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80000"/>
              </a:lnSpc>
              <a:spcBef>
                <a:spcPct val="50000"/>
              </a:spcBef>
              <a:buClrTx/>
              <a:buSzTx/>
              <a:buFontTx/>
              <a:buNone/>
            </a:pPr>
            <a:r>
              <a:rPr kumimoji="1" lang="zh-CN" altLang="en-US" sz="1200">
                <a:solidFill>
                  <a:schemeClr val="tx1"/>
                </a:solidFill>
                <a:latin typeface="微软雅黑" panose="020B0503020204020204" pitchFamily="34" charset="-122"/>
                <a:ea typeface="宋体" panose="02010600030101010101" pitchFamily="2" charset="-122"/>
              </a:rPr>
              <a:t>节点</a:t>
            </a:r>
            <a:r>
              <a:rPr kumimoji="1" lang="en-US" altLang="zh-CN" sz="1200">
                <a:solidFill>
                  <a:schemeClr val="tx1"/>
                </a:solidFill>
                <a:latin typeface="微软雅黑" panose="020B0503020204020204" pitchFamily="34" charset="-122"/>
                <a:ea typeface="宋体" panose="02010600030101010101" pitchFamily="2" charset="-122"/>
              </a:rPr>
              <a:t>A</a:t>
            </a:r>
            <a:r>
              <a:rPr kumimoji="1" lang="zh-CN" altLang="en-US" sz="1200">
                <a:solidFill>
                  <a:schemeClr val="tx1"/>
                </a:solidFill>
                <a:latin typeface="微软雅黑" panose="020B0503020204020204" pitchFamily="34" charset="-122"/>
                <a:ea typeface="宋体" panose="02010600030101010101" pitchFamily="2" charset="-122"/>
              </a:rPr>
              <a:t>仅与节点</a:t>
            </a:r>
            <a:r>
              <a:rPr kumimoji="1" lang="en-US" altLang="zh-CN" sz="1200">
                <a:solidFill>
                  <a:schemeClr val="tx1"/>
                </a:solidFill>
                <a:latin typeface="微软雅黑" panose="020B0503020204020204" pitchFamily="34" charset="-122"/>
                <a:ea typeface="宋体" panose="02010600030101010101" pitchFamily="2" charset="-122"/>
              </a:rPr>
              <a:t>B</a:t>
            </a:r>
            <a:r>
              <a:rPr kumimoji="1" lang="zh-CN" altLang="en-US" sz="1200">
                <a:solidFill>
                  <a:schemeClr val="tx1"/>
                </a:solidFill>
                <a:latin typeface="微软雅黑" panose="020B0503020204020204" pitchFamily="34" charset="-122"/>
                <a:ea typeface="宋体" panose="02010600030101010101" pitchFamily="2" charset="-122"/>
              </a:rPr>
              <a:t>和</a:t>
            </a:r>
            <a:r>
              <a:rPr kumimoji="1" lang="en-US" altLang="zh-CN" sz="1200">
                <a:solidFill>
                  <a:schemeClr val="tx1"/>
                </a:solidFill>
                <a:latin typeface="微软雅黑" panose="020B0503020204020204" pitchFamily="34" charset="-122"/>
                <a:ea typeface="宋体" panose="02010600030101010101" pitchFamily="2" charset="-122"/>
              </a:rPr>
              <a:t>E</a:t>
            </a:r>
            <a:r>
              <a:rPr kumimoji="1" lang="zh-CN" altLang="en-US" sz="1200">
                <a:solidFill>
                  <a:schemeClr val="tx1"/>
                </a:solidFill>
                <a:latin typeface="微软雅黑" panose="020B0503020204020204" pitchFamily="34" charset="-122"/>
                <a:ea typeface="宋体" panose="02010600030101010101" pitchFamily="2" charset="-122"/>
              </a:rPr>
              <a:t>相邻</a:t>
            </a:r>
          </a:p>
          <a:p>
            <a:pPr eaLnBrk="1" hangingPunct="1">
              <a:lnSpc>
                <a:spcPct val="80000"/>
              </a:lnSpc>
              <a:spcBef>
                <a:spcPct val="50000"/>
              </a:spcBef>
              <a:buClrTx/>
              <a:buSzTx/>
              <a:buFontTx/>
              <a:buNone/>
            </a:pPr>
            <a:r>
              <a:rPr kumimoji="1" lang="en-US" altLang="zh-CN" sz="1200">
                <a:solidFill>
                  <a:schemeClr val="tx1"/>
                </a:solidFill>
                <a:latin typeface="微软雅黑" panose="020B0503020204020204" pitchFamily="34" charset="-122"/>
                <a:ea typeface="宋体" panose="02010600030101010101" pitchFamily="2" charset="-122"/>
              </a:rPr>
              <a:t>A </a:t>
            </a:r>
            <a:r>
              <a:rPr kumimoji="1" lang="en-US" altLang="zh-CN" sz="1200">
                <a:solidFill>
                  <a:schemeClr val="tx1"/>
                </a:solidFill>
                <a:latin typeface="微软雅黑" panose="020B0503020204020204" pitchFamily="34" charset="-122"/>
                <a:ea typeface="宋体" panose="02010600030101010101" pitchFamily="2" charset="-122"/>
                <a:sym typeface="Symbol" pitchFamily="2" charset="2"/>
              </a:rPr>
              <a:t></a:t>
            </a:r>
            <a:r>
              <a:rPr kumimoji="1" lang="en-US" altLang="zh-CN" sz="1200">
                <a:solidFill>
                  <a:schemeClr val="tx1"/>
                </a:solidFill>
                <a:latin typeface="微软雅黑" panose="020B0503020204020204" pitchFamily="34" charset="-122"/>
                <a:ea typeface="宋体" panose="02010600030101010101" pitchFamily="2" charset="-122"/>
              </a:rPr>
              <a:t> B</a:t>
            </a:r>
            <a:r>
              <a:rPr kumimoji="1" lang="zh-CN" altLang="en-US" sz="1200">
                <a:solidFill>
                  <a:schemeClr val="tx1"/>
                </a:solidFill>
                <a:latin typeface="微软雅黑" panose="020B0503020204020204" pitchFamily="34" charset="-122"/>
                <a:ea typeface="宋体" panose="02010600030101010101" pitchFamily="2" charset="-122"/>
              </a:rPr>
              <a:t>的时延为</a:t>
            </a:r>
            <a:r>
              <a:rPr kumimoji="1" lang="en-US" altLang="zh-CN" sz="1200">
                <a:solidFill>
                  <a:schemeClr val="tx1"/>
                </a:solidFill>
                <a:latin typeface="微软雅黑" panose="020B0503020204020204" pitchFamily="34" charset="-122"/>
                <a:ea typeface="宋体" panose="02010600030101010101" pitchFamily="2" charset="-122"/>
              </a:rPr>
              <a:t>4ms</a:t>
            </a:r>
          </a:p>
          <a:p>
            <a:pPr eaLnBrk="1" hangingPunct="1">
              <a:lnSpc>
                <a:spcPct val="80000"/>
              </a:lnSpc>
              <a:spcBef>
                <a:spcPct val="50000"/>
              </a:spcBef>
              <a:buClrTx/>
              <a:buSzTx/>
              <a:buFontTx/>
              <a:buNone/>
            </a:pPr>
            <a:r>
              <a:rPr kumimoji="1" lang="en-US" altLang="zh-CN" sz="1200">
                <a:solidFill>
                  <a:schemeClr val="tx1"/>
                </a:solidFill>
                <a:latin typeface="微软雅黑" panose="020B0503020204020204" pitchFamily="34" charset="-122"/>
                <a:ea typeface="宋体" panose="02010600030101010101" pitchFamily="2" charset="-122"/>
              </a:rPr>
              <a:t>A </a:t>
            </a:r>
            <a:r>
              <a:rPr kumimoji="1" lang="en-US" altLang="zh-CN" sz="1200">
                <a:solidFill>
                  <a:schemeClr val="tx1"/>
                </a:solidFill>
                <a:latin typeface="微软雅黑" panose="020B0503020204020204" pitchFamily="34" charset="-122"/>
                <a:ea typeface="宋体" panose="02010600030101010101" pitchFamily="2" charset="-122"/>
                <a:sym typeface="Symbol" pitchFamily="2" charset="2"/>
              </a:rPr>
              <a:t></a:t>
            </a:r>
            <a:r>
              <a:rPr kumimoji="1" lang="en-US" altLang="zh-CN" sz="1200">
                <a:solidFill>
                  <a:schemeClr val="tx1"/>
                </a:solidFill>
                <a:latin typeface="微软雅黑" panose="020B0503020204020204" pitchFamily="34" charset="-122"/>
                <a:ea typeface="宋体" panose="02010600030101010101" pitchFamily="2" charset="-122"/>
              </a:rPr>
              <a:t> E</a:t>
            </a:r>
            <a:r>
              <a:rPr kumimoji="1" lang="zh-CN" altLang="en-US" sz="1200">
                <a:solidFill>
                  <a:schemeClr val="tx1"/>
                </a:solidFill>
                <a:latin typeface="微软雅黑" panose="020B0503020204020204" pitchFamily="34" charset="-122"/>
                <a:ea typeface="宋体" panose="02010600030101010101" pitchFamily="2" charset="-122"/>
              </a:rPr>
              <a:t>的时延为</a:t>
            </a:r>
            <a:r>
              <a:rPr kumimoji="1" lang="en-US" altLang="zh-CN" sz="1200">
                <a:solidFill>
                  <a:schemeClr val="tx1"/>
                </a:solidFill>
                <a:latin typeface="微软雅黑" panose="020B0503020204020204" pitchFamily="34" charset="-122"/>
                <a:ea typeface="宋体" panose="02010600030101010101" pitchFamily="2" charset="-122"/>
              </a:rPr>
              <a:t>5ms </a:t>
            </a:r>
          </a:p>
        </p:txBody>
      </p:sp>
    </p:spTree>
    <p:extLst>
      <p:ext uri="{BB962C8B-B14F-4D97-AF65-F5344CB8AC3E}">
        <p14:creationId xmlns:p14="http://schemas.microsoft.com/office/powerpoint/2010/main" val="557288118"/>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097" name="Rectangle 2">
            <a:extLst>
              <a:ext uri="{FF2B5EF4-FFF2-40B4-BE49-F238E27FC236}">
                <a16:creationId xmlns:a16="http://schemas.microsoft.com/office/drawing/2014/main" id="{33AF7951-FC58-A345-A99D-12C89B71409F}"/>
              </a:ext>
            </a:extLst>
          </p:cNvPr>
          <p:cNvSpPr>
            <a:spLocks noGrp="1" noChangeArrowheads="1"/>
          </p:cNvSpPr>
          <p:nvPr>
            <p:ph type="title"/>
          </p:nvPr>
        </p:nvSpPr>
        <p:spPr>
          <a:xfrm>
            <a:off x="160020" y="226219"/>
            <a:ext cx="7326630" cy="725091"/>
          </a:xfrm>
        </p:spPr>
        <p:txBody>
          <a:bodyPr/>
          <a:lstStyle/>
          <a:p>
            <a:r>
              <a:rPr lang="en-US" altLang="zh-CN" sz="3000" dirty="0">
                <a:latin typeface="微软雅黑" panose="020B0503020204020204" pitchFamily="34" charset="-122"/>
                <a:ea typeface="宋体" panose="02010600030101010101" pitchFamily="2" charset="-122"/>
              </a:rPr>
              <a:t>4.</a:t>
            </a:r>
            <a:r>
              <a:rPr lang="zh-CN" altLang="en-US" sz="3000" dirty="0">
                <a:latin typeface="微软雅黑" panose="020B0503020204020204" pitchFamily="34" charset="-122"/>
                <a:ea typeface="宋体" panose="02010600030101010101" pitchFamily="2" charset="-122"/>
              </a:rPr>
              <a:t> </a:t>
            </a:r>
            <a:r>
              <a:rPr lang="zh-CN" altLang="en-US" sz="3000" dirty="0">
                <a:latin typeface="Arial Black" panose="020B0604020202020204" pitchFamily="34" charset="0"/>
                <a:ea typeface="宋体" panose="02010600030101010101" pitchFamily="2" charset="-122"/>
              </a:rPr>
              <a:t>分发链路状态分组</a:t>
            </a:r>
            <a:endParaRPr lang="en-US" altLang="zh-CN" sz="3000" dirty="0">
              <a:latin typeface="Arial Black" panose="020B0604020202020204" pitchFamily="34" charset="0"/>
              <a:ea typeface="宋体" panose="02010600030101010101" pitchFamily="2" charset="-122"/>
            </a:endParaRPr>
          </a:p>
        </p:txBody>
      </p:sp>
      <p:sp>
        <p:nvSpPr>
          <p:cNvPr id="388098" name="内容占位符 1">
            <a:extLst>
              <a:ext uri="{FF2B5EF4-FFF2-40B4-BE49-F238E27FC236}">
                <a16:creationId xmlns:a16="http://schemas.microsoft.com/office/drawing/2014/main" id="{3789E1F7-C76A-B841-BDBB-ED58852C7E4A}"/>
              </a:ext>
            </a:extLst>
          </p:cNvPr>
          <p:cNvSpPr>
            <a:spLocks noGrp="1" noChangeArrowheads="1"/>
          </p:cNvSpPr>
          <p:nvPr>
            <p:ph idx="1"/>
          </p:nvPr>
        </p:nvSpPr>
        <p:spPr>
          <a:xfrm>
            <a:off x="160020" y="1113235"/>
            <a:ext cx="8709659" cy="3726656"/>
          </a:xfrm>
        </p:spPr>
        <p:txBody>
          <a:bodyPr/>
          <a:lstStyle/>
          <a:p>
            <a:r>
              <a:rPr lang="zh-CN" altLang="en-US" dirty="0">
                <a:latin typeface="Arial Black" panose="020B0604020202020204" pitchFamily="34" charset="0"/>
                <a:ea typeface="宋体" panose="02010600030101010101" pitchFamily="2" charset="-122"/>
              </a:rPr>
              <a:t>泛洪法发布</a:t>
            </a:r>
            <a:endParaRPr lang="en-US" altLang="zh-CN" dirty="0">
              <a:latin typeface="Arial Black" panose="020B0604020202020204" pitchFamily="34" charset="0"/>
              <a:ea typeface="宋体" panose="02010600030101010101" pitchFamily="2" charset="-122"/>
            </a:endParaRPr>
          </a:p>
          <a:p>
            <a:pPr lvl="1"/>
            <a:r>
              <a:rPr lang="zh-CN" altLang="en-US" dirty="0">
                <a:latin typeface="Times New Roman" panose="02020603050405020304" pitchFamily="18" charset="0"/>
                <a:ea typeface="宋体" panose="02010600030101010101" pitchFamily="2" charset="-122"/>
              </a:rPr>
              <a:t>基本思想</a:t>
            </a:r>
            <a:endParaRPr lang="en-US" altLang="zh-CN" dirty="0">
              <a:latin typeface="Times New Roman" panose="02020603050405020304" pitchFamily="18" charset="0"/>
              <a:ea typeface="宋体" panose="02010600030101010101" pitchFamily="2" charset="-122"/>
            </a:endParaRPr>
          </a:p>
          <a:p>
            <a:pPr lvl="2"/>
            <a:r>
              <a:rPr lang="zh-CN" altLang="en-US" dirty="0">
                <a:latin typeface="Times New Roman" panose="02020603050405020304" pitchFamily="18" charset="0"/>
                <a:ea typeface="宋体" panose="02010600030101010101" pitchFamily="2" charset="-122"/>
              </a:rPr>
              <a:t>洪泛链路状态分组，为控制洪泛，每个分组包含一个序号，每次发送新分组时加</a:t>
            </a:r>
            <a:r>
              <a:rPr lang="en-US" altLang="zh-CN" dirty="0">
                <a:latin typeface="Times New Roman" panose="02020603050405020304" pitchFamily="18" charset="0"/>
                <a:ea typeface="宋体" panose="02010600030101010101" pitchFamily="2" charset="-122"/>
              </a:rPr>
              <a:t>1</a:t>
            </a:r>
            <a:r>
              <a:rPr lang="zh-CN" altLang="en-US" dirty="0">
                <a:latin typeface="Times New Roman" panose="02020603050405020304" pitchFamily="18" charset="0"/>
                <a:ea typeface="宋体" panose="02010600030101010101" pitchFamily="2" charset="-122"/>
              </a:rPr>
              <a:t>。</a:t>
            </a:r>
            <a:endParaRPr lang="en-US" altLang="zh-CN" dirty="0">
              <a:latin typeface="Times New Roman" panose="02020603050405020304" pitchFamily="18" charset="0"/>
              <a:ea typeface="宋体" panose="02010600030101010101" pitchFamily="2" charset="-122"/>
            </a:endParaRPr>
          </a:p>
          <a:p>
            <a:pPr lvl="2"/>
            <a:r>
              <a:rPr lang="zh-CN" altLang="en-US" dirty="0">
                <a:latin typeface="Times New Roman" panose="02020603050405020304" pitchFamily="18" charset="0"/>
                <a:ea typeface="宋体" panose="02010600030101010101" pitchFamily="2" charset="-122"/>
              </a:rPr>
              <a:t>路由器记录信息对：</a:t>
            </a:r>
            <a:r>
              <a:rPr lang="en-US" altLang="zh-CN" dirty="0">
                <a:latin typeface="Times New Roman" panose="02020603050405020304" pitchFamily="18" charset="0"/>
                <a:ea typeface="宋体" panose="02010600030101010101" pitchFamily="2" charset="-122"/>
              </a:rPr>
              <a:t>&lt;</a:t>
            </a:r>
            <a:r>
              <a:rPr lang="zh-CN" altLang="en-US" dirty="0">
                <a:latin typeface="Times New Roman" panose="02020603050405020304" pitchFamily="18" charset="0"/>
                <a:ea typeface="宋体" panose="02010600030101010101" pitchFamily="2" charset="-122"/>
              </a:rPr>
              <a:t>源路由器，序号</a:t>
            </a:r>
            <a:r>
              <a:rPr lang="en-US" altLang="zh-CN" dirty="0">
                <a:latin typeface="Times New Roman" panose="02020603050405020304" pitchFamily="18" charset="0"/>
                <a:ea typeface="宋体" panose="02010600030101010101" pitchFamily="2" charset="-122"/>
              </a:rPr>
              <a:t>&gt;</a:t>
            </a:r>
            <a:r>
              <a:rPr lang="zh-CN" altLang="en-US" dirty="0">
                <a:latin typeface="Times New Roman" panose="02020603050405020304" pitchFamily="18" charset="0"/>
                <a:ea typeface="宋体" panose="02010600030101010101" pitchFamily="2" charset="-122"/>
              </a:rPr>
              <a:t>，当一个链路状态分组到达时，若是新的，则分发；若是重复的，则丢弃；若序号比路由器记录中的最大序号小，则认为过时而丢弃；</a:t>
            </a:r>
          </a:p>
        </p:txBody>
      </p:sp>
      <p:sp>
        <p:nvSpPr>
          <p:cNvPr id="388099" name="灯片编号占位符 1">
            <a:extLst>
              <a:ext uri="{FF2B5EF4-FFF2-40B4-BE49-F238E27FC236}">
                <a16:creationId xmlns:a16="http://schemas.microsoft.com/office/drawing/2014/main" id="{47932652-09E3-D04E-951E-A943E57C93D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F1FAAAB-7832-0546-B397-18F31570B64E}"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174</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2640249244"/>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145" name="标题 1">
            <a:extLst>
              <a:ext uri="{FF2B5EF4-FFF2-40B4-BE49-F238E27FC236}">
                <a16:creationId xmlns:a16="http://schemas.microsoft.com/office/drawing/2014/main" id="{03281E34-E3BF-954B-8C61-FE1A6581D101}"/>
              </a:ext>
            </a:extLst>
          </p:cNvPr>
          <p:cNvSpPr>
            <a:spLocks noGrp="1" noChangeArrowheads="1"/>
          </p:cNvSpPr>
          <p:nvPr>
            <p:ph type="title"/>
          </p:nvPr>
        </p:nvSpPr>
        <p:spPr/>
        <p:txBody>
          <a:bodyPr/>
          <a:lstStyle/>
          <a:p>
            <a:pPr marL="257175" indent="-257175"/>
            <a:r>
              <a:rPr lang="zh-CN" altLang="en-US">
                <a:latin typeface="Times New Roman" panose="02020603050405020304" pitchFamily="18" charset="0"/>
                <a:ea typeface="宋体" panose="02010600030101010101" pitchFamily="2" charset="-122"/>
              </a:rPr>
              <a:t>存在问题及解决方案</a:t>
            </a:r>
          </a:p>
        </p:txBody>
      </p:sp>
      <p:sp>
        <p:nvSpPr>
          <p:cNvPr id="390146" name="内容占位符 2">
            <a:extLst>
              <a:ext uri="{FF2B5EF4-FFF2-40B4-BE49-F238E27FC236}">
                <a16:creationId xmlns:a16="http://schemas.microsoft.com/office/drawing/2014/main" id="{A7E2CFC8-120E-6E48-9A75-B7F6239AFF7D}"/>
              </a:ext>
            </a:extLst>
          </p:cNvPr>
          <p:cNvSpPr>
            <a:spLocks noGrp="1" noChangeArrowheads="1"/>
          </p:cNvSpPr>
          <p:nvPr>
            <p:ph idx="1"/>
          </p:nvPr>
        </p:nvSpPr>
        <p:spPr>
          <a:xfrm>
            <a:off x="133563" y="1059656"/>
            <a:ext cx="8804953" cy="3833813"/>
          </a:xfrm>
        </p:spPr>
        <p:txBody>
          <a:bodyPr/>
          <a:lstStyle/>
          <a:p>
            <a:r>
              <a:rPr lang="zh-CN" altLang="en-US" sz="2100" dirty="0">
                <a:ea typeface="宋体" panose="02010600030101010101" pitchFamily="2" charset="-122"/>
              </a:rPr>
              <a:t>存在问题</a:t>
            </a:r>
          </a:p>
          <a:p>
            <a:pPr lvl="1"/>
            <a:r>
              <a:rPr lang="zh-CN" altLang="en-US" sz="1800" dirty="0">
                <a:ea typeface="宋体" panose="02010600030101010101" pitchFamily="2" charset="-122"/>
              </a:rPr>
              <a:t>序号绕回</a:t>
            </a:r>
            <a:endParaRPr lang="en-US" altLang="zh-CN" sz="1800" dirty="0">
              <a:ea typeface="宋体" panose="02010600030101010101" pitchFamily="2" charset="-122"/>
            </a:endParaRPr>
          </a:p>
          <a:p>
            <a:pPr lvl="1"/>
            <a:r>
              <a:rPr lang="zh-CN" altLang="en-US" sz="1800" dirty="0">
                <a:ea typeface="宋体" panose="02010600030101010101" pitchFamily="2" charset="-122"/>
              </a:rPr>
              <a:t>路由器崩溃，序号重新开始，</a:t>
            </a:r>
            <a:r>
              <a:rPr lang="zh-CN" altLang="en-US" sz="1800" dirty="0">
                <a:latin typeface="微软雅黑" panose="020B0503020204020204" pitchFamily="34" charset="-122"/>
                <a:ea typeface="宋体" panose="02010600030101010101" pitchFamily="2" charset="-122"/>
              </a:rPr>
              <a:t>后面的分组会被当作重复分组被拒绝</a:t>
            </a:r>
            <a:endParaRPr lang="en-US" altLang="zh-CN" sz="1800" dirty="0">
              <a:latin typeface="微软雅黑" panose="020B0503020204020204" pitchFamily="34" charset="-122"/>
              <a:ea typeface="宋体" panose="02010600030101010101" pitchFamily="2" charset="-122"/>
            </a:endParaRPr>
          </a:p>
          <a:p>
            <a:pPr lvl="1"/>
            <a:r>
              <a:rPr lang="zh-CN" altLang="en-US" sz="1800" dirty="0">
                <a:ea typeface="宋体" panose="02010600030101010101" pitchFamily="2" charset="-122"/>
              </a:rPr>
              <a:t>序号传送出错</a:t>
            </a:r>
            <a:endParaRPr lang="en-US" altLang="zh-CN" sz="1800" dirty="0">
              <a:ea typeface="宋体" panose="02010600030101010101" pitchFamily="2" charset="-122"/>
            </a:endParaRPr>
          </a:p>
          <a:p>
            <a:pPr lvl="2"/>
            <a:r>
              <a:rPr lang="en-US" altLang="zh-CN" dirty="0">
                <a:latin typeface="Times New Roman" panose="02020603050405020304" pitchFamily="18" charset="0"/>
                <a:ea typeface="宋体" panose="02010600030101010101" pitchFamily="2" charset="-122"/>
              </a:rPr>
              <a:t>0000 0000 0000 000</a:t>
            </a:r>
            <a:r>
              <a:rPr lang="en-US" altLang="zh-CN" dirty="0">
                <a:solidFill>
                  <a:srgbClr val="C00000"/>
                </a:solidFill>
                <a:latin typeface="Times New Roman" panose="02020603050405020304" pitchFamily="18" charset="0"/>
                <a:ea typeface="宋体" panose="02010600030101010101" pitchFamily="2" charset="-122"/>
              </a:rPr>
              <a:t>0</a:t>
            </a:r>
            <a:r>
              <a:rPr lang="en-US" altLang="zh-CN" dirty="0">
                <a:latin typeface="Times New Roman" panose="02020603050405020304" pitchFamily="18" charset="0"/>
                <a:ea typeface="宋体" panose="02010600030101010101" pitchFamily="2" charset="-122"/>
              </a:rPr>
              <a:t> 0000 0000 0000 0100=4</a:t>
            </a:r>
            <a:r>
              <a:rPr lang="en-US" altLang="zh-CN" baseline="-25000" dirty="0">
                <a:latin typeface="Times New Roman" panose="02020603050405020304" pitchFamily="18" charset="0"/>
                <a:ea typeface="宋体" panose="02010600030101010101" pitchFamily="2" charset="-122"/>
              </a:rPr>
              <a:t>10</a:t>
            </a:r>
          </a:p>
          <a:p>
            <a:pPr lvl="2"/>
            <a:r>
              <a:rPr lang="en-US" altLang="zh-CN" dirty="0">
                <a:latin typeface="Times New Roman" panose="02020603050405020304" pitchFamily="18" charset="0"/>
                <a:ea typeface="宋体" panose="02010600030101010101" pitchFamily="2" charset="-122"/>
              </a:rPr>
              <a:t>0000 0000 0000 000</a:t>
            </a:r>
            <a:r>
              <a:rPr lang="en-US" altLang="zh-CN" dirty="0">
                <a:solidFill>
                  <a:srgbClr val="C00000"/>
                </a:solidFill>
                <a:latin typeface="Times New Roman" panose="02020603050405020304" pitchFamily="18" charset="0"/>
                <a:ea typeface="宋体" panose="02010600030101010101" pitchFamily="2" charset="-122"/>
              </a:rPr>
              <a:t>1</a:t>
            </a:r>
            <a:r>
              <a:rPr lang="en-US" altLang="zh-CN" dirty="0">
                <a:latin typeface="Times New Roman" panose="02020603050405020304" pitchFamily="18" charset="0"/>
                <a:ea typeface="宋体" panose="02010600030101010101" pitchFamily="2" charset="-122"/>
              </a:rPr>
              <a:t> 0000 0000 0000 0100=65540</a:t>
            </a:r>
            <a:r>
              <a:rPr lang="en-US" altLang="zh-CN" baseline="-25000" dirty="0">
                <a:latin typeface="Times New Roman" panose="02020603050405020304" pitchFamily="18" charset="0"/>
                <a:ea typeface="宋体" panose="02010600030101010101" pitchFamily="2" charset="-122"/>
              </a:rPr>
              <a:t>10</a:t>
            </a:r>
            <a:endParaRPr lang="en-US" altLang="zh-CN" dirty="0">
              <a:latin typeface="Times New Roman" panose="02020603050405020304" pitchFamily="18" charset="0"/>
              <a:ea typeface="宋体" panose="02010600030101010101" pitchFamily="2" charset="-122"/>
            </a:endParaRPr>
          </a:p>
          <a:p>
            <a:r>
              <a:rPr lang="zh-CN" altLang="en-US" sz="2100" dirty="0">
                <a:solidFill>
                  <a:srgbClr val="C00000"/>
                </a:solidFill>
                <a:ea typeface="宋体" panose="02010600030101010101" pitchFamily="2" charset="-122"/>
              </a:rPr>
              <a:t>解决方法：</a:t>
            </a:r>
            <a:endParaRPr lang="en-US" altLang="zh-CN" sz="2100" dirty="0">
              <a:solidFill>
                <a:srgbClr val="C00000"/>
              </a:solidFill>
              <a:ea typeface="宋体" panose="02010600030101010101" pitchFamily="2" charset="-122"/>
            </a:endParaRPr>
          </a:p>
          <a:p>
            <a:pPr lvl="1"/>
            <a:r>
              <a:rPr lang="zh-CN" altLang="en-US" sz="1800" dirty="0">
                <a:ea typeface="宋体" panose="02010600030101010101" pitchFamily="2" charset="-122"/>
              </a:rPr>
              <a:t>使用</a:t>
            </a:r>
            <a:r>
              <a:rPr lang="en-US" altLang="zh-CN" sz="1800" dirty="0">
                <a:ea typeface="宋体" panose="02010600030101010101" pitchFamily="2" charset="-122"/>
              </a:rPr>
              <a:t>32</a:t>
            </a:r>
            <a:r>
              <a:rPr lang="zh-CN" altLang="en-US" sz="1800" dirty="0">
                <a:ea typeface="宋体" panose="02010600030101010101" pitchFamily="2" charset="-122"/>
              </a:rPr>
              <a:t>位序号；</a:t>
            </a:r>
            <a:r>
              <a:rPr lang="en-US" altLang="zh-CN" sz="1800" dirty="0">
                <a:ea typeface="宋体" panose="02010600030101010101" pitchFamily="2" charset="-122"/>
              </a:rPr>
              <a:t>2</a:t>
            </a:r>
            <a:r>
              <a:rPr lang="en-US" altLang="zh-CN" sz="1800" baseline="30000" dirty="0">
                <a:ea typeface="宋体" panose="02010600030101010101" pitchFamily="2" charset="-122"/>
              </a:rPr>
              <a:t>32</a:t>
            </a:r>
            <a:r>
              <a:rPr lang="en-US" altLang="zh-CN" sz="1800" dirty="0">
                <a:ea typeface="宋体" panose="02010600030101010101" pitchFamily="2" charset="-122"/>
              </a:rPr>
              <a:t> &lt; 137</a:t>
            </a:r>
            <a:r>
              <a:rPr lang="en-US" altLang="zh-CN" sz="1800" dirty="0">
                <a:ea typeface="宋体" panose="02010600030101010101" pitchFamily="2" charset="-122"/>
                <a:sym typeface="Symbol" pitchFamily="2" charset="2"/>
              </a:rPr>
              <a:t></a:t>
            </a:r>
            <a:r>
              <a:rPr lang="en-US" altLang="zh-CN" sz="1800" dirty="0">
                <a:ea typeface="宋体" panose="02010600030101010101" pitchFamily="2" charset="-122"/>
              </a:rPr>
              <a:t>365</a:t>
            </a:r>
            <a:r>
              <a:rPr lang="en-US" altLang="zh-CN" sz="1800" dirty="0">
                <a:ea typeface="宋体" panose="02010600030101010101" pitchFamily="2" charset="-122"/>
                <a:sym typeface="Symbol" pitchFamily="2" charset="2"/>
              </a:rPr>
              <a:t></a:t>
            </a:r>
            <a:r>
              <a:rPr lang="en-US" altLang="zh-CN" sz="1800" dirty="0">
                <a:ea typeface="宋体" panose="02010600030101010101" pitchFamily="2" charset="-122"/>
              </a:rPr>
              <a:t>24</a:t>
            </a:r>
            <a:r>
              <a:rPr lang="en-US" altLang="zh-CN" sz="1800" dirty="0">
                <a:ea typeface="宋体" panose="02010600030101010101" pitchFamily="2" charset="-122"/>
                <a:sym typeface="Symbol" pitchFamily="2" charset="2"/>
              </a:rPr>
              <a:t></a:t>
            </a:r>
            <a:r>
              <a:rPr lang="en-US" altLang="zh-CN" sz="1800" dirty="0">
                <a:ea typeface="宋体" panose="02010600030101010101" pitchFamily="2" charset="-122"/>
              </a:rPr>
              <a:t>60</a:t>
            </a:r>
            <a:r>
              <a:rPr lang="en-US" altLang="zh-CN" sz="1800" dirty="0">
                <a:ea typeface="宋体" panose="02010600030101010101" pitchFamily="2" charset="-122"/>
                <a:sym typeface="Symbol" pitchFamily="2" charset="2"/>
              </a:rPr>
              <a:t></a:t>
            </a:r>
            <a:r>
              <a:rPr lang="en-US" altLang="zh-CN" sz="1800" dirty="0">
                <a:ea typeface="宋体" panose="02010600030101010101" pitchFamily="2" charset="-122"/>
              </a:rPr>
              <a:t>60</a:t>
            </a:r>
            <a:r>
              <a:rPr lang="zh-CN" altLang="en-US" sz="1800" dirty="0">
                <a:ea typeface="宋体" panose="02010600030101010101" pitchFamily="2" charset="-122"/>
              </a:rPr>
              <a:t>，</a:t>
            </a:r>
            <a:r>
              <a:rPr lang="en-US" altLang="zh-CN" sz="1800" dirty="0">
                <a:ea typeface="宋体" panose="02010600030101010101" pitchFamily="2" charset="-122"/>
              </a:rPr>
              <a:t> 137</a:t>
            </a:r>
            <a:r>
              <a:rPr lang="zh-CN" altLang="en-US" sz="1800" dirty="0">
                <a:ea typeface="宋体" panose="02010600030101010101" pitchFamily="2" charset="-122"/>
              </a:rPr>
              <a:t>年才循环一次 </a:t>
            </a:r>
            <a:endParaRPr lang="en-US" altLang="zh-CN" sz="1800" dirty="0">
              <a:ea typeface="宋体" panose="02010600030101010101" pitchFamily="2" charset="-122"/>
            </a:endParaRPr>
          </a:p>
          <a:p>
            <a:pPr lvl="1"/>
            <a:r>
              <a:rPr lang="zh-CN" altLang="en-US" sz="1800" dirty="0">
                <a:ea typeface="宋体" panose="02010600030101010101" pitchFamily="2" charset="-122"/>
              </a:rPr>
              <a:t>在每个分组中增加一年龄字段（如初值为</a:t>
            </a:r>
            <a:r>
              <a:rPr lang="en-US" altLang="zh-CN" sz="1800" dirty="0">
                <a:ea typeface="宋体" panose="02010600030101010101" pitchFamily="2" charset="-122"/>
              </a:rPr>
              <a:t>60</a:t>
            </a:r>
            <a:r>
              <a:rPr lang="zh-CN" altLang="en-US" sz="1800" dirty="0">
                <a:ea typeface="宋体" panose="02010600030101010101" pitchFamily="2" charset="-122"/>
              </a:rPr>
              <a:t>）</a:t>
            </a:r>
            <a:endParaRPr lang="en-US" altLang="zh-CN" sz="1800" dirty="0">
              <a:ea typeface="宋体" panose="02010600030101010101" pitchFamily="2" charset="-122"/>
            </a:endParaRPr>
          </a:p>
          <a:p>
            <a:pPr lvl="2"/>
            <a:r>
              <a:rPr lang="zh-CN" altLang="en-US" sz="1500" dirty="0">
                <a:ea typeface="宋体" panose="02010600030101010101" pitchFamily="2" charset="-122"/>
              </a:rPr>
              <a:t>每秒减</a:t>
            </a:r>
            <a:r>
              <a:rPr lang="en-US" altLang="zh-CN" sz="1500" dirty="0">
                <a:ea typeface="宋体" panose="02010600030101010101" pitchFamily="2" charset="-122"/>
              </a:rPr>
              <a:t>1</a:t>
            </a:r>
            <a:r>
              <a:rPr lang="zh-CN" altLang="en-US" sz="1500" dirty="0">
                <a:ea typeface="宋体" panose="02010600030101010101" pitchFamily="2" charset="-122"/>
              </a:rPr>
              <a:t>，路由器减</a:t>
            </a:r>
            <a:r>
              <a:rPr lang="en-US" altLang="zh-CN" sz="1500" dirty="0">
                <a:ea typeface="宋体" panose="02010600030101010101" pitchFamily="2" charset="-122"/>
              </a:rPr>
              <a:t>1</a:t>
            </a:r>
          </a:p>
          <a:p>
            <a:pPr lvl="2"/>
            <a:r>
              <a:rPr lang="zh-CN" altLang="en-US" sz="1500" dirty="0">
                <a:ea typeface="宋体" panose="02010600030101010101" pitchFamily="2" charset="-122"/>
              </a:rPr>
              <a:t>为</a:t>
            </a:r>
            <a:r>
              <a:rPr lang="en-US" altLang="zh-CN" sz="1500" dirty="0">
                <a:ea typeface="宋体" panose="02010600030101010101" pitchFamily="2" charset="-122"/>
              </a:rPr>
              <a:t>0</a:t>
            </a:r>
            <a:r>
              <a:rPr lang="zh-CN" altLang="en-US" sz="1500" dirty="0">
                <a:ea typeface="宋体" panose="02010600030101010101" pitchFamily="2" charset="-122"/>
              </a:rPr>
              <a:t>后该分组将被丢弃 ，否则不会被认为是过时分组</a:t>
            </a:r>
          </a:p>
          <a:p>
            <a:pPr lvl="2"/>
            <a:endParaRPr lang="zh-CN" altLang="en-US" sz="1500" dirty="0">
              <a:ea typeface="宋体" panose="02010600030101010101" pitchFamily="2" charset="-122"/>
            </a:endParaRPr>
          </a:p>
          <a:p>
            <a:endParaRPr lang="zh-CN" altLang="en-US" sz="2100" dirty="0">
              <a:ea typeface="宋体" panose="02010600030101010101" pitchFamily="2" charset="-122"/>
            </a:endParaRPr>
          </a:p>
        </p:txBody>
      </p:sp>
      <p:sp>
        <p:nvSpPr>
          <p:cNvPr id="390147" name="幻灯片编号占位符 3">
            <a:extLst>
              <a:ext uri="{FF2B5EF4-FFF2-40B4-BE49-F238E27FC236}">
                <a16:creationId xmlns:a16="http://schemas.microsoft.com/office/drawing/2014/main" id="{F6C796C9-83A0-C44E-BAAB-5C01A8AEC18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CE2E813-4E7F-0A47-9035-F7B122C37007}"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175</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1542297280"/>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2193" name="Rectangle 2">
            <a:extLst>
              <a:ext uri="{FF2B5EF4-FFF2-40B4-BE49-F238E27FC236}">
                <a16:creationId xmlns:a16="http://schemas.microsoft.com/office/drawing/2014/main" id="{42C30741-8A0D-104E-8C79-E280A473E89B}"/>
              </a:ext>
            </a:extLst>
          </p:cNvPr>
          <p:cNvSpPr>
            <a:spLocks noGrp="1" noChangeArrowheads="1"/>
          </p:cNvSpPr>
          <p:nvPr>
            <p:ph type="title"/>
          </p:nvPr>
        </p:nvSpPr>
        <p:spPr>
          <a:xfrm>
            <a:off x="171450" y="122635"/>
            <a:ext cx="7611666" cy="726281"/>
          </a:xfrm>
        </p:spPr>
        <p:txBody>
          <a:bodyPr/>
          <a:lstStyle/>
          <a:p>
            <a:r>
              <a:rPr lang="en-US" altLang="zh-CN" sz="3000" dirty="0">
                <a:ea typeface="宋体" panose="02010600030101010101" pitchFamily="2" charset="-122"/>
              </a:rPr>
              <a:t>4.</a:t>
            </a:r>
            <a:r>
              <a:rPr lang="zh-CN" altLang="en-US" sz="3000" dirty="0">
                <a:ea typeface="宋体" panose="02010600030101010101" pitchFamily="2" charset="-122"/>
              </a:rPr>
              <a:t> 分发链路状态分组</a:t>
            </a:r>
            <a:r>
              <a:rPr lang="en-US" altLang="zh-CN" sz="3000" dirty="0">
                <a:ea typeface="宋体" panose="02010600030101010101" pitchFamily="2" charset="-122"/>
              </a:rPr>
              <a:t>(2)</a:t>
            </a:r>
          </a:p>
        </p:txBody>
      </p:sp>
      <p:sp>
        <p:nvSpPr>
          <p:cNvPr id="392194" name="内容占位符 1">
            <a:extLst>
              <a:ext uri="{FF2B5EF4-FFF2-40B4-BE49-F238E27FC236}">
                <a16:creationId xmlns:a16="http://schemas.microsoft.com/office/drawing/2014/main" id="{88789493-C3AD-1047-9EE8-8C68241E7B9A}"/>
              </a:ext>
            </a:extLst>
          </p:cNvPr>
          <p:cNvSpPr>
            <a:spLocks noGrp="1" noChangeArrowheads="1"/>
          </p:cNvSpPr>
          <p:nvPr>
            <p:ph idx="1"/>
          </p:nvPr>
        </p:nvSpPr>
        <p:spPr>
          <a:xfrm>
            <a:off x="195739" y="1148358"/>
            <a:ext cx="8839967" cy="3704034"/>
          </a:xfrm>
        </p:spPr>
        <p:txBody>
          <a:bodyPr/>
          <a:lstStyle/>
          <a:p>
            <a:r>
              <a:rPr lang="zh-CN" altLang="en-US" dirty="0">
                <a:latin typeface="Times New Roman" panose="02020603050405020304" pitchFamily="18" charset="0"/>
                <a:ea typeface="宋体" panose="02010600030101010101" pitchFamily="2" charset="-122"/>
              </a:rPr>
              <a:t>算法的改进</a:t>
            </a:r>
            <a:endParaRPr lang="en-US" altLang="zh-CN" dirty="0">
              <a:latin typeface="Times New Roman" panose="02020603050405020304" pitchFamily="18" charset="0"/>
              <a:ea typeface="宋体" panose="02010600030101010101" pitchFamily="2" charset="-122"/>
            </a:endParaRPr>
          </a:p>
          <a:p>
            <a:pPr lvl="1"/>
            <a:r>
              <a:rPr lang="zh-CN" altLang="en-US" dirty="0">
                <a:latin typeface="Times New Roman" panose="02020603050405020304" pitchFamily="18" charset="0"/>
                <a:ea typeface="宋体" panose="02010600030101010101" pitchFamily="2" charset="-122"/>
              </a:rPr>
              <a:t>收到分组后保留一段时间</a:t>
            </a:r>
            <a:endParaRPr lang="en-US" altLang="zh-CN" dirty="0">
              <a:latin typeface="Times New Roman" panose="02020603050405020304" pitchFamily="18" charset="0"/>
              <a:ea typeface="宋体" panose="02010600030101010101" pitchFamily="2" charset="-122"/>
            </a:endParaRPr>
          </a:p>
          <a:p>
            <a:pPr lvl="1"/>
            <a:r>
              <a:rPr lang="zh-CN" altLang="en-US" dirty="0">
                <a:latin typeface="Times New Roman" panose="02020603050405020304" pitchFamily="18" charset="0"/>
                <a:ea typeface="宋体" panose="02010600030101010101" pitchFamily="2" charset="-122"/>
              </a:rPr>
              <a:t>所有链路状态分组都确认</a:t>
            </a:r>
            <a:endParaRPr lang="en-US" altLang="zh-CN" dirty="0">
              <a:latin typeface="Times New Roman" panose="02020603050405020304" pitchFamily="18" charset="0"/>
              <a:ea typeface="宋体" panose="02010600030101010101" pitchFamily="2" charset="-122"/>
            </a:endParaRPr>
          </a:p>
          <a:p>
            <a:pPr lvl="1">
              <a:buFont typeface="Wingdings" pitchFamily="2" charset="2"/>
              <a:buNone/>
            </a:pPr>
            <a:r>
              <a:rPr lang="zh-CN" altLang="en-US" sz="1800" dirty="0">
                <a:ea typeface="宋体" panose="02010600030101010101" pitchFamily="2" charset="-122"/>
              </a:rPr>
              <a:t>例如，源是直连结点比较简单，非直连结点复杂。</a:t>
            </a:r>
            <a:endParaRPr lang="en-US" altLang="zh-CN" sz="1800" dirty="0">
              <a:ea typeface="宋体" panose="02010600030101010101" pitchFamily="2" charset="-122"/>
            </a:endParaRPr>
          </a:p>
          <a:p>
            <a:pPr lvl="1">
              <a:buFont typeface="Wingdings" pitchFamily="2" charset="2"/>
              <a:buNone/>
            </a:pPr>
            <a:r>
              <a:rPr lang="zh-CN" altLang="en-US" sz="1800" dirty="0">
                <a:ea typeface="宋体" panose="02010600030101010101" pitchFamily="2" charset="-122"/>
              </a:rPr>
              <a:t>考虑结点</a:t>
            </a:r>
            <a:r>
              <a:rPr lang="en-US" altLang="zh-CN" sz="1800" dirty="0">
                <a:ea typeface="宋体" panose="02010600030101010101" pitchFamily="2" charset="-122"/>
              </a:rPr>
              <a:t>B</a:t>
            </a:r>
            <a:r>
              <a:rPr lang="zh-CN" altLang="en-US" sz="1800" dirty="0">
                <a:ea typeface="宋体" panose="02010600030101010101" pitchFamily="2" charset="-122"/>
              </a:rPr>
              <a:t>，如接收来自</a:t>
            </a:r>
            <a:r>
              <a:rPr lang="en-US" altLang="zh-CN" sz="1800" dirty="0">
                <a:ea typeface="宋体" panose="02010600030101010101" pitchFamily="2" charset="-122"/>
              </a:rPr>
              <a:t>A/F/C</a:t>
            </a:r>
            <a:r>
              <a:rPr lang="zh-CN" altLang="en-US" sz="1800" dirty="0">
                <a:ea typeface="宋体" panose="02010600030101010101" pitchFamily="2" charset="-122"/>
              </a:rPr>
              <a:t>结点的状态分组时，从其他相邻结点转发出去即可；但如果是接收来自</a:t>
            </a:r>
            <a:r>
              <a:rPr lang="en-US" altLang="zh-CN" sz="1800" dirty="0">
                <a:ea typeface="宋体" panose="02010600030101010101" pitchFamily="2" charset="-122"/>
              </a:rPr>
              <a:t>E</a:t>
            </a:r>
            <a:r>
              <a:rPr lang="zh-CN" altLang="en-US" sz="1800" dirty="0">
                <a:ea typeface="宋体" panose="02010600030101010101" pitchFamily="2" charset="-122"/>
              </a:rPr>
              <a:t>、</a:t>
            </a:r>
            <a:r>
              <a:rPr lang="en-US" altLang="zh-CN" sz="1800" dirty="0">
                <a:ea typeface="宋体" panose="02010600030101010101" pitchFamily="2" charset="-122"/>
              </a:rPr>
              <a:t>D</a:t>
            </a:r>
            <a:r>
              <a:rPr lang="zh-CN" altLang="en-US" sz="1800" dirty="0">
                <a:ea typeface="宋体" panose="02010600030101010101" pitchFamily="2" charset="-122"/>
              </a:rPr>
              <a:t>的链路状态分组情况，需要分别考虑如下：</a:t>
            </a:r>
            <a:endParaRPr lang="en-US" altLang="zh-CN" sz="1800" dirty="0">
              <a:ea typeface="宋体" panose="02010600030101010101" pitchFamily="2" charset="-122"/>
            </a:endParaRPr>
          </a:p>
          <a:p>
            <a:pPr lvl="1"/>
            <a:r>
              <a:rPr lang="zh-CN" altLang="en-US" sz="1800" dirty="0">
                <a:solidFill>
                  <a:srgbClr val="00B050"/>
                </a:solidFill>
                <a:ea typeface="宋体" panose="02010600030101010101" pitchFamily="2" charset="-122"/>
              </a:rPr>
              <a:t>从</a:t>
            </a:r>
            <a:r>
              <a:rPr lang="en-US" altLang="zh-CN" sz="1800" dirty="0">
                <a:solidFill>
                  <a:srgbClr val="00B050"/>
                </a:solidFill>
                <a:ea typeface="宋体" panose="02010600030101010101" pitchFamily="2" charset="-122"/>
              </a:rPr>
              <a:t>E</a:t>
            </a:r>
            <a:r>
              <a:rPr lang="zh-CN" altLang="en-US" sz="1800" dirty="0">
                <a:solidFill>
                  <a:srgbClr val="00B050"/>
                </a:solidFill>
                <a:ea typeface="宋体" panose="02010600030101010101" pitchFamily="2" charset="-122"/>
              </a:rPr>
              <a:t>发来的链路状态分组有两个，一个经过</a:t>
            </a:r>
            <a:r>
              <a:rPr lang="en-US" altLang="zh-CN" sz="1800" dirty="0">
                <a:solidFill>
                  <a:srgbClr val="00B050"/>
                </a:solidFill>
                <a:ea typeface="宋体" panose="02010600030101010101" pitchFamily="2" charset="-122"/>
              </a:rPr>
              <a:t>EAB</a:t>
            </a:r>
            <a:r>
              <a:rPr lang="zh-CN" altLang="en-US" sz="1800" dirty="0">
                <a:solidFill>
                  <a:srgbClr val="00B050"/>
                </a:solidFill>
                <a:ea typeface="宋体" panose="02010600030101010101" pitchFamily="2" charset="-122"/>
              </a:rPr>
              <a:t>，另一个经过</a:t>
            </a:r>
            <a:r>
              <a:rPr lang="en-US" altLang="zh-CN" sz="1800" dirty="0">
                <a:solidFill>
                  <a:srgbClr val="00B050"/>
                </a:solidFill>
                <a:ea typeface="宋体" panose="02010600030101010101" pitchFamily="2" charset="-122"/>
              </a:rPr>
              <a:t>EFB</a:t>
            </a:r>
          </a:p>
          <a:p>
            <a:pPr lvl="1"/>
            <a:r>
              <a:rPr lang="zh-CN" altLang="en-US" sz="1800" dirty="0">
                <a:solidFill>
                  <a:srgbClr val="7030A0"/>
                </a:solidFill>
                <a:ea typeface="宋体" panose="02010600030101010101" pitchFamily="2" charset="-122"/>
              </a:rPr>
              <a:t>从</a:t>
            </a:r>
            <a:r>
              <a:rPr lang="en-US" altLang="zh-CN" sz="1800" dirty="0">
                <a:solidFill>
                  <a:srgbClr val="7030A0"/>
                </a:solidFill>
                <a:ea typeface="宋体" panose="02010600030101010101" pitchFamily="2" charset="-122"/>
              </a:rPr>
              <a:t>D</a:t>
            </a:r>
            <a:r>
              <a:rPr lang="zh-CN" altLang="en-US" sz="1800" dirty="0">
                <a:solidFill>
                  <a:srgbClr val="7030A0"/>
                </a:solidFill>
                <a:ea typeface="宋体" panose="02010600030101010101" pitchFamily="2" charset="-122"/>
              </a:rPr>
              <a:t>发来的链路状态分组有两个，一个经过</a:t>
            </a:r>
            <a:r>
              <a:rPr lang="en-US" altLang="zh-CN" sz="1800" dirty="0">
                <a:solidFill>
                  <a:srgbClr val="7030A0"/>
                </a:solidFill>
                <a:ea typeface="宋体" panose="02010600030101010101" pitchFamily="2" charset="-122"/>
              </a:rPr>
              <a:t>DCB</a:t>
            </a:r>
            <a:r>
              <a:rPr lang="zh-CN" altLang="en-US" sz="1800" dirty="0">
                <a:solidFill>
                  <a:srgbClr val="7030A0"/>
                </a:solidFill>
                <a:ea typeface="宋体" panose="02010600030101010101" pitchFamily="2" charset="-122"/>
              </a:rPr>
              <a:t>，另一个经过</a:t>
            </a:r>
            <a:r>
              <a:rPr lang="en-US" altLang="zh-CN" sz="1800" dirty="0">
                <a:solidFill>
                  <a:srgbClr val="7030A0"/>
                </a:solidFill>
                <a:ea typeface="宋体" panose="02010600030101010101" pitchFamily="2" charset="-122"/>
              </a:rPr>
              <a:t>DFB</a:t>
            </a:r>
          </a:p>
          <a:p>
            <a:pPr lvl="1"/>
            <a:endParaRPr lang="en-US" altLang="zh-CN" dirty="0">
              <a:latin typeface="Times New Roman" panose="02020603050405020304" pitchFamily="18" charset="0"/>
              <a:ea typeface="宋体" panose="02010600030101010101" pitchFamily="2" charset="-122"/>
            </a:endParaRPr>
          </a:p>
        </p:txBody>
      </p:sp>
      <p:grpSp>
        <p:nvGrpSpPr>
          <p:cNvPr id="392195" name="Group 23">
            <a:extLst>
              <a:ext uri="{FF2B5EF4-FFF2-40B4-BE49-F238E27FC236}">
                <a16:creationId xmlns:a16="http://schemas.microsoft.com/office/drawing/2014/main" id="{DFD14C88-98E4-194D-ACE5-4B509BE0C93D}"/>
              </a:ext>
            </a:extLst>
          </p:cNvPr>
          <p:cNvGrpSpPr>
            <a:grpSpLocks/>
          </p:cNvGrpSpPr>
          <p:nvPr/>
        </p:nvGrpSpPr>
        <p:grpSpPr bwMode="auto">
          <a:xfrm>
            <a:off x="5827449" y="952500"/>
            <a:ext cx="2170642" cy="1534716"/>
            <a:chOff x="781" y="1728"/>
            <a:chExt cx="2051" cy="1289"/>
          </a:xfrm>
        </p:grpSpPr>
        <p:sp>
          <p:nvSpPr>
            <p:cNvPr id="392201" name="AutoShape 6">
              <a:extLst>
                <a:ext uri="{FF2B5EF4-FFF2-40B4-BE49-F238E27FC236}">
                  <a16:creationId xmlns:a16="http://schemas.microsoft.com/office/drawing/2014/main" id="{E8FD1026-A84F-D449-9DDD-B0909F851721}"/>
                </a:ext>
              </a:extLst>
            </p:cNvPr>
            <p:cNvSpPr>
              <a:spLocks noChangeArrowheads="1"/>
            </p:cNvSpPr>
            <p:nvPr/>
          </p:nvSpPr>
          <p:spPr bwMode="auto">
            <a:xfrm>
              <a:off x="1056" y="1968"/>
              <a:ext cx="1488" cy="768"/>
            </a:xfrm>
            <a:prstGeom prst="hexagon">
              <a:avLst>
                <a:gd name="adj" fmla="val 48438"/>
                <a:gd name="vf" fmla="val 115470"/>
              </a:avLst>
            </a:prstGeom>
            <a:noFill/>
            <a:ln w="12700">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92202" name="Line 7">
              <a:extLst>
                <a:ext uri="{FF2B5EF4-FFF2-40B4-BE49-F238E27FC236}">
                  <a16:creationId xmlns:a16="http://schemas.microsoft.com/office/drawing/2014/main" id="{1B2EBA1F-D30F-C847-9EFF-6E734ED6F5BE}"/>
                </a:ext>
              </a:extLst>
            </p:cNvPr>
            <p:cNvSpPr>
              <a:spLocks noChangeShapeType="1"/>
            </p:cNvSpPr>
            <p:nvPr/>
          </p:nvSpPr>
          <p:spPr bwMode="auto">
            <a:xfrm flipH="1">
              <a:off x="1440" y="1968"/>
              <a:ext cx="720" cy="76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92203" name="Line 8">
              <a:extLst>
                <a:ext uri="{FF2B5EF4-FFF2-40B4-BE49-F238E27FC236}">
                  <a16:creationId xmlns:a16="http://schemas.microsoft.com/office/drawing/2014/main" id="{3DADE13B-4A08-D546-89A7-80E09A62B933}"/>
                </a:ext>
              </a:extLst>
            </p:cNvPr>
            <p:cNvSpPr>
              <a:spLocks noChangeShapeType="1"/>
            </p:cNvSpPr>
            <p:nvPr/>
          </p:nvSpPr>
          <p:spPr bwMode="auto">
            <a:xfrm>
              <a:off x="1440" y="1968"/>
              <a:ext cx="720" cy="76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92204" name="Text Box 9">
              <a:extLst>
                <a:ext uri="{FF2B5EF4-FFF2-40B4-BE49-F238E27FC236}">
                  <a16:creationId xmlns:a16="http://schemas.microsoft.com/office/drawing/2014/main" id="{0A7417DE-5BD5-1649-997B-33DCA7453C28}"/>
                </a:ext>
              </a:extLst>
            </p:cNvPr>
            <p:cNvSpPr txBox="1">
              <a:spLocks noChangeArrowheads="1"/>
            </p:cNvSpPr>
            <p:nvPr/>
          </p:nvSpPr>
          <p:spPr bwMode="auto">
            <a:xfrm>
              <a:off x="781" y="2256"/>
              <a:ext cx="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A</a:t>
              </a:r>
            </a:p>
          </p:txBody>
        </p:sp>
        <p:sp>
          <p:nvSpPr>
            <p:cNvPr id="392205" name="Text Box 10">
              <a:extLst>
                <a:ext uri="{FF2B5EF4-FFF2-40B4-BE49-F238E27FC236}">
                  <a16:creationId xmlns:a16="http://schemas.microsoft.com/office/drawing/2014/main" id="{6F363482-4BFD-4D4D-935B-57A59DD42717}"/>
                </a:ext>
              </a:extLst>
            </p:cNvPr>
            <p:cNvSpPr txBox="1">
              <a:spLocks noChangeArrowheads="1"/>
            </p:cNvSpPr>
            <p:nvPr/>
          </p:nvSpPr>
          <p:spPr bwMode="auto">
            <a:xfrm>
              <a:off x="1309" y="1728"/>
              <a:ext cx="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B</a:t>
              </a:r>
            </a:p>
          </p:txBody>
        </p:sp>
        <p:sp>
          <p:nvSpPr>
            <p:cNvPr id="392206" name="Text Box 11">
              <a:extLst>
                <a:ext uri="{FF2B5EF4-FFF2-40B4-BE49-F238E27FC236}">
                  <a16:creationId xmlns:a16="http://schemas.microsoft.com/office/drawing/2014/main" id="{C14E181F-2EE0-3C42-8325-7D091EA9D2A9}"/>
                </a:ext>
              </a:extLst>
            </p:cNvPr>
            <p:cNvSpPr txBox="1">
              <a:spLocks noChangeArrowheads="1"/>
            </p:cNvSpPr>
            <p:nvPr/>
          </p:nvSpPr>
          <p:spPr bwMode="auto">
            <a:xfrm>
              <a:off x="2072" y="1728"/>
              <a:ext cx="27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C</a:t>
              </a:r>
            </a:p>
          </p:txBody>
        </p:sp>
        <p:sp>
          <p:nvSpPr>
            <p:cNvPr id="392207" name="Text Box 12">
              <a:extLst>
                <a:ext uri="{FF2B5EF4-FFF2-40B4-BE49-F238E27FC236}">
                  <a16:creationId xmlns:a16="http://schemas.microsoft.com/office/drawing/2014/main" id="{BF3A317C-E5CA-7444-AC6F-0D4A9244ADD0}"/>
                </a:ext>
              </a:extLst>
            </p:cNvPr>
            <p:cNvSpPr txBox="1">
              <a:spLocks noChangeArrowheads="1"/>
            </p:cNvSpPr>
            <p:nvPr/>
          </p:nvSpPr>
          <p:spPr bwMode="auto">
            <a:xfrm>
              <a:off x="2553" y="2256"/>
              <a:ext cx="27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D</a:t>
              </a:r>
            </a:p>
          </p:txBody>
        </p:sp>
        <p:sp>
          <p:nvSpPr>
            <p:cNvPr id="392208" name="Text Box 13">
              <a:extLst>
                <a:ext uri="{FF2B5EF4-FFF2-40B4-BE49-F238E27FC236}">
                  <a16:creationId xmlns:a16="http://schemas.microsoft.com/office/drawing/2014/main" id="{9F39F25C-7F79-594C-AC91-7E6381830196}"/>
                </a:ext>
              </a:extLst>
            </p:cNvPr>
            <p:cNvSpPr txBox="1">
              <a:spLocks noChangeArrowheads="1"/>
            </p:cNvSpPr>
            <p:nvPr/>
          </p:nvSpPr>
          <p:spPr bwMode="auto">
            <a:xfrm>
              <a:off x="2054" y="2784"/>
              <a:ext cx="27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F</a:t>
              </a:r>
            </a:p>
          </p:txBody>
        </p:sp>
        <p:sp>
          <p:nvSpPr>
            <p:cNvPr id="392209" name="Text Box 14">
              <a:extLst>
                <a:ext uri="{FF2B5EF4-FFF2-40B4-BE49-F238E27FC236}">
                  <a16:creationId xmlns:a16="http://schemas.microsoft.com/office/drawing/2014/main" id="{09CCC94E-5986-5A4A-AE19-6CE8120725D6}"/>
                </a:ext>
              </a:extLst>
            </p:cNvPr>
            <p:cNvSpPr txBox="1">
              <a:spLocks noChangeArrowheads="1"/>
            </p:cNvSpPr>
            <p:nvPr/>
          </p:nvSpPr>
          <p:spPr bwMode="auto">
            <a:xfrm>
              <a:off x="1260" y="2784"/>
              <a:ext cx="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E</a:t>
              </a:r>
            </a:p>
          </p:txBody>
        </p:sp>
        <p:sp>
          <p:nvSpPr>
            <p:cNvPr id="392210" name="Text Box 15">
              <a:extLst>
                <a:ext uri="{FF2B5EF4-FFF2-40B4-BE49-F238E27FC236}">
                  <a16:creationId xmlns:a16="http://schemas.microsoft.com/office/drawing/2014/main" id="{80D090C0-487C-824A-AE71-91C2EF0D63AA}"/>
                </a:ext>
              </a:extLst>
            </p:cNvPr>
            <p:cNvSpPr txBox="1">
              <a:spLocks noChangeArrowheads="1"/>
            </p:cNvSpPr>
            <p:nvPr/>
          </p:nvSpPr>
          <p:spPr bwMode="auto">
            <a:xfrm>
              <a:off x="1058" y="201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4</a:t>
              </a:r>
            </a:p>
          </p:txBody>
        </p:sp>
        <p:sp>
          <p:nvSpPr>
            <p:cNvPr id="392211" name="Text Box 16">
              <a:extLst>
                <a:ext uri="{FF2B5EF4-FFF2-40B4-BE49-F238E27FC236}">
                  <a16:creationId xmlns:a16="http://schemas.microsoft.com/office/drawing/2014/main" id="{E4F58921-018B-2445-B670-3E7952D632E3}"/>
                </a:ext>
              </a:extLst>
            </p:cNvPr>
            <p:cNvSpPr txBox="1">
              <a:spLocks noChangeArrowheads="1"/>
            </p:cNvSpPr>
            <p:nvPr/>
          </p:nvSpPr>
          <p:spPr bwMode="auto">
            <a:xfrm>
              <a:off x="1681" y="177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2</a:t>
              </a:r>
            </a:p>
          </p:txBody>
        </p:sp>
        <p:sp>
          <p:nvSpPr>
            <p:cNvPr id="392212" name="Text Box 17">
              <a:extLst>
                <a:ext uri="{FF2B5EF4-FFF2-40B4-BE49-F238E27FC236}">
                  <a16:creationId xmlns:a16="http://schemas.microsoft.com/office/drawing/2014/main" id="{6C50A5E3-9656-134A-A77A-B9D868B9368E}"/>
                </a:ext>
              </a:extLst>
            </p:cNvPr>
            <p:cNvSpPr txBox="1">
              <a:spLocks noChangeArrowheads="1"/>
            </p:cNvSpPr>
            <p:nvPr/>
          </p:nvSpPr>
          <p:spPr bwMode="auto">
            <a:xfrm>
              <a:off x="2354" y="1968"/>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3</a:t>
              </a:r>
            </a:p>
          </p:txBody>
        </p:sp>
        <p:sp>
          <p:nvSpPr>
            <p:cNvPr id="392213" name="Text Box 18">
              <a:extLst>
                <a:ext uri="{FF2B5EF4-FFF2-40B4-BE49-F238E27FC236}">
                  <a16:creationId xmlns:a16="http://schemas.microsoft.com/office/drawing/2014/main" id="{2F0D5155-1A13-084E-8503-61295BB852BC}"/>
                </a:ext>
              </a:extLst>
            </p:cNvPr>
            <p:cNvSpPr txBox="1">
              <a:spLocks noChangeArrowheads="1"/>
            </p:cNvSpPr>
            <p:nvPr/>
          </p:nvSpPr>
          <p:spPr bwMode="auto">
            <a:xfrm>
              <a:off x="2354" y="249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7</a:t>
              </a:r>
            </a:p>
          </p:txBody>
        </p:sp>
        <p:sp>
          <p:nvSpPr>
            <p:cNvPr id="392214" name="Text Box 19">
              <a:extLst>
                <a:ext uri="{FF2B5EF4-FFF2-40B4-BE49-F238E27FC236}">
                  <a16:creationId xmlns:a16="http://schemas.microsoft.com/office/drawing/2014/main" id="{5531295E-8CDC-D94F-B00A-F1A9A191C5BC}"/>
                </a:ext>
              </a:extLst>
            </p:cNvPr>
            <p:cNvSpPr txBox="1">
              <a:spLocks noChangeArrowheads="1"/>
            </p:cNvSpPr>
            <p:nvPr/>
          </p:nvSpPr>
          <p:spPr bwMode="auto">
            <a:xfrm>
              <a:off x="1681" y="273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8</a:t>
              </a:r>
            </a:p>
          </p:txBody>
        </p:sp>
        <p:sp>
          <p:nvSpPr>
            <p:cNvPr id="392215" name="Text Box 20">
              <a:extLst>
                <a:ext uri="{FF2B5EF4-FFF2-40B4-BE49-F238E27FC236}">
                  <a16:creationId xmlns:a16="http://schemas.microsoft.com/office/drawing/2014/main" id="{1F82BB56-91B8-9248-895D-C2596C3D1DBE}"/>
                </a:ext>
              </a:extLst>
            </p:cNvPr>
            <p:cNvSpPr txBox="1">
              <a:spLocks noChangeArrowheads="1"/>
            </p:cNvSpPr>
            <p:nvPr/>
          </p:nvSpPr>
          <p:spPr bwMode="auto">
            <a:xfrm>
              <a:off x="1009" y="2448"/>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5</a:t>
              </a:r>
            </a:p>
          </p:txBody>
        </p:sp>
        <p:sp>
          <p:nvSpPr>
            <p:cNvPr id="392216" name="Text Box 21">
              <a:extLst>
                <a:ext uri="{FF2B5EF4-FFF2-40B4-BE49-F238E27FC236}">
                  <a16:creationId xmlns:a16="http://schemas.microsoft.com/office/drawing/2014/main" id="{96D4E13F-6D33-E14C-9480-3A4D9288CD7E}"/>
                </a:ext>
              </a:extLst>
            </p:cNvPr>
            <p:cNvSpPr txBox="1">
              <a:spLocks noChangeArrowheads="1"/>
            </p:cNvSpPr>
            <p:nvPr/>
          </p:nvSpPr>
          <p:spPr bwMode="auto">
            <a:xfrm>
              <a:off x="1441" y="2352"/>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1</a:t>
              </a:r>
            </a:p>
          </p:txBody>
        </p:sp>
        <p:sp>
          <p:nvSpPr>
            <p:cNvPr id="392217" name="Text Box 22">
              <a:extLst>
                <a:ext uri="{FF2B5EF4-FFF2-40B4-BE49-F238E27FC236}">
                  <a16:creationId xmlns:a16="http://schemas.microsoft.com/office/drawing/2014/main" id="{3ECA5E75-53D9-314B-8EC9-F2E5F31FBF77}"/>
                </a:ext>
              </a:extLst>
            </p:cNvPr>
            <p:cNvSpPr txBox="1">
              <a:spLocks noChangeArrowheads="1"/>
            </p:cNvSpPr>
            <p:nvPr/>
          </p:nvSpPr>
          <p:spPr bwMode="auto">
            <a:xfrm>
              <a:off x="1922" y="2400"/>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6</a:t>
              </a:r>
            </a:p>
          </p:txBody>
        </p:sp>
      </p:grpSp>
      <p:sp>
        <p:nvSpPr>
          <p:cNvPr id="7" name="任意多边形 6">
            <a:extLst>
              <a:ext uri="{FF2B5EF4-FFF2-40B4-BE49-F238E27FC236}">
                <a16:creationId xmlns:a16="http://schemas.microsoft.com/office/drawing/2014/main" id="{6432CF7E-F943-764D-88C8-3B4CE7BF04B2}"/>
              </a:ext>
            </a:extLst>
          </p:cNvPr>
          <p:cNvSpPr/>
          <p:nvPr/>
        </p:nvSpPr>
        <p:spPr>
          <a:xfrm>
            <a:off x="6300787" y="1362076"/>
            <a:ext cx="234554" cy="659606"/>
          </a:xfrm>
          <a:custGeom>
            <a:avLst/>
            <a:gdLst>
              <a:gd name="connsiteX0" fmla="*/ 312821 w 312821"/>
              <a:gd name="connsiteY0" fmla="*/ 878306 h 878306"/>
              <a:gd name="connsiteX1" fmla="*/ 216569 w 312821"/>
              <a:gd name="connsiteY1" fmla="*/ 794085 h 878306"/>
              <a:gd name="connsiteX2" fmla="*/ 156411 w 312821"/>
              <a:gd name="connsiteY2" fmla="*/ 733927 h 878306"/>
              <a:gd name="connsiteX3" fmla="*/ 120316 w 312821"/>
              <a:gd name="connsiteY3" fmla="*/ 661737 h 878306"/>
              <a:gd name="connsiteX4" fmla="*/ 48126 w 312821"/>
              <a:gd name="connsiteY4" fmla="*/ 529390 h 878306"/>
              <a:gd name="connsiteX5" fmla="*/ 36095 w 312821"/>
              <a:gd name="connsiteY5" fmla="*/ 493295 h 878306"/>
              <a:gd name="connsiteX6" fmla="*/ 0 w 312821"/>
              <a:gd name="connsiteY6" fmla="*/ 421106 h 878306"/>
              <a:gd name="connsiteX7" fmla="*/ 12032 w 312821"/>
              <a:gd name="connsiteY7" fmla="*/ 312822 h 878306"/>
              <a:gd name="connsiteX8" fmla="*/ 96253 w 312821"/>
              <a:gd name="connsiteY8" fmla="*/ 204537 h 878306"/>
              <a:gd name="connsiteX9" fmla="*/ 120316 w 312821"/>
              <a:gd name="connsiteY9" fmla="*/ 168443 h 878306"/>
              <a:gd name="connsiteX10" fmla="*/ 180474 w 312821"/>
              <a:gd name="connsiteY10" fmla="*/ 120316 h 878306"/>
              <a:gd name="connsiteX11" fmla="*/ 228600 w 312821"/>
              <a:gd name="connsiteY11" fmla="*/ 60158 h 878306"/>
              <a:gd name="connsiteX12" fmla="*/ 264695 w 312821"/>
              <a:gd name="connsiteY12" fmla="*/ 0 h 87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2821" h="878306">
                <a:moveTo>
                  <a:pt x="312821" y="878306"/>
                </a:moveTo>
                <a:cubicBezTo>
                  <a:pt x="280318" y="852303"/>
                  <a:pt x="243695" y="826636"/>
                  <a:pt x="216569" y="794085"/>
                </a:cubicBezTo>
                <a:cubicBezTo>
                  <a:pt x="166437" y="733927"/>
                  <a:pt x="222583" y="778042"/>
                  <a:pt x="156411" y="733927"/>
                </a:cubicBezTo>
                <a:cubicBezTo>
                  <a:pt x="87447" y="630479"/>
                  <a:pt x="170132" y="761367"/>
                  <a:pt x="120316" y="661737"/>
                </a:cubicBezTo>
                <a:cubicBezTo>
                  <a:pt x="76386" y="573878"/>
                  <a:pt x="102643" y="692951"/>
                  <a:pt x="48126" y="529390"/>
                </a:cubicBezTo>
                <a:cubicBezTo>
                  <a:pt x="44116" y="517358"/>
                  <a:pt x="41767" y="504639"/>
                  <a:pt x="36095" y="493295"/>
                </a:cubicBezTo>
                <a:cubicBezTo>
                  <a:pt x="-10556" y="399990"/>
                  <a:pt x="30246" y="511839"/>
                  <a:pt x="0" y="421106"/>
                </a:cubicBezTo>
                <a:cubicBezTo>
                  <a:pt x="4011" y="385011"/>
                  <a:pt x="548" y="347275"/>
                  <a:pt x="12032" y="312822"/>
                </a:cubicBezTo>
                <a:cubicBezTo>
                  <a:pt x="32305" y="252003"/>
                  <a:pt x="61649" y="246062"/>
                  <a:pt x="96253" y="204537"/>
                </a:cubicBezTo>
                <a:cubicBezTo>
                  <a:pt x="105510" y="193429"/>
                  <a:pt x="111283" y="179734"/>
                  <a:pt x="120316" y="168443"/>
                </a:cubicBezTo>
                <a:cubicBezTo>
                  <a:pt x="139911" y="143949"/>
                  <a:pt x="153669" y="138185"/>
                  <a:pt x="180474" y="120316"/>
                </a:cubicBezTo>
                <a:cubicBezTo>
                  <a:pt x="254536" y="9224"/>
                  <a:pt x="160025" y="145877"/>
                  <a:pt x="228600" y="60158"/>
                </a:cubicBezTo>
                <a:cubicBezTo>
                  <a:pt x="247960" y="35958"/>
                  <a:pt x="252199" y="24992"/>
                  <a:pt x="264695" y="0"/>
                </a:cubicBezTo>
              </a:path>
            </a:pathLst>
          </a:custGeom>
          <a:noFill/>
          <a:ln w="38100">
            <a:solidFill>
              <a:srgbClr val="00B05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9" name="任意多边形 8">
            <a:extLst>
              <a:ext uri="{FF2B5EF4-FFF2-40B4-BE49-F238E27FC236}">
                <a16:creationId xmlns:a16="http://schemas.microsoft.com/office/drawing/2014/main" id="{E6ECB7EE-B962-F049-B200-3ED682A2D46C}"/>
              </a:ext>
            </a:extLst>
          </p:cNvPr>
          <p:cNvSpPr/>
          <p:nvPr/>
        </p:nvSpPr>
        <p:spPr>
          <a:xfrm>
            <a:off x="6562726" y="1426369"/>
            <a:ext cx="460772" cy="640556"/>
          </a:xfrm>
          <a:custGeom>
            <a:avLst/>
            <a:gdLst>
              <a:gd name="connsiteX0" fmla="*/ 132347 w 613750"/>
              <a:gd name="connsiteY0" fmla="*/ 854242 h 854242"/>
              <a:gd name="connsiteX1" fmla="*/ 228600 w 613750"/>
              <a:gd name="connsiteY1" fmla="*/ 842210 h 854242"/>
              <a:gd name="connsiteX2" fmla="*/ 601579 w 613750"/>
              <a:gd name="connsiteY2" fmla="*/ 818147 h 854242"/>
              <a:gd name="connsiteX3" fmla="*/ 613610 w 613750"/>
              <a:gd name="connsiteY3" fmla="*/ 782052 h 854242"/>
              <a:gd name="connsiteX4" fmla="*/ 565484 w 613750"/>
              <a:gd name="connsiteY4" fmla="*/ 673768 h 854242"/>
              <a:gd name="connsiteX5" fmla="*/ 529389 w 613750"/>
              <a:gd name="connsiteY5" fmla="*/ 637673 h 854242"/>
              <a:gd name="connsiteX6" fmla="*/ 505326 w 613750"/>
              <a:gd name="connsiteY6" fmla="*/ 601578 h 854242"/>
              <a:gd name="connsiteX7" fmla="*/ 409074 w 613750"/>
              <a:gd name="connsiteY7" fmla="*/ 517357 h 854242"/>
              <a:gd name="connsiteX8" fmla="*/ 360947 w 613750"/>
              <a:gd name="connsiteY8" fmla="*/ 457200 h 854242"/>
              <a:gd name="connsiteX9" fmla="*/ 324853 w 613750"/>
              <a:gd name="connsiteY9" fmla="*/ 433136 h 854242"/>
              <a:gd name="connsiteX10" fmla="*/ 276726 w 613750"/>
              <a:gd name="connsiteY10" fmla="*/ 372978 h 854242"/>
              <a:gd name="connsiteX11" fmla="*/ 240632 w 613750"/>
              <a:gd name="connsiteY11" fmla="*/ 348915 h 854242"/>
              <a:gd name="connsiteX12" fmla="*/ 228600 w 613750"/>
              <a:gd name="connsiteY12" fmla="*/ 312821 h 854242"/>
              <a:gd name="connsiteX13" fmla="*/ 204537 w 613750"/>
              <a:gd name="connsiteY13" fmla="*/ 288757 h 854242"/>
              <a:gd name="connsiteX14" fmla="*/ 156410 w 613750"/>
              <a:gd name="connsiteY14" fmla="*/ 228600 h 854242"/>
              <a:gd name="connsiteX15" fmla="*/ 108284 w 613750"/>
              <a:gd name="connsiteY15" fmla="*/ 168442 h 854242"/>
              <a:gd name="connsiteX16" fmla="*/ 96253 w 613750"/>
              <a:gd name="connsiteY16" fmla="*/ 132347 h 854242"/>
              <a:gd name="connsiteX17" fmla="*/ 72189 w 613750"/>
              <a:gd name="connsiteY17" fmla="*/ 108284 h 854242"/>
              <a:gd name="connsiteX18" fmla="*/ 24063 w 613750"/>
              <a:gd name="connsiteY18" fmla="*/ 36094 h 854242"/>
              <a:gd name="connsiteX19" fmla="*/ 0 w 613750"/>
              <a:gd name="connsiteY19" fmla="*/ 0 h 854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13750" h="854242">
                <a:moveTo>
                  <a:pt x="132347" y="854242"/>
                </a:moveTo>
                <a:cubicBezTo>
                  <a:pt x="164431" y="850231"/>
                  <a:pt x="196325" y="844166"/>
                  <a:pt x="228600" y="842210"/>
                </a:cubicBezTo>
                <a:cubicBezTo>
                  <a:pt x="616948" y="818673"/>
                  <a:pt x="415050" y="849233"/>
                  <a:pt x="601579" y="818147"/>
                </a:cubicBezTo>
                <a:cubicBezTo>
                  <a:pt x="605589" y="806115"/>
                  <a:pt x="615011" y="794657"/>
                  <a:pt x="613610" y="782052"/>
                </a:cubicBezTo>
                <a:cubicBezTo>
                  <a:pt x="609574" y="745733"/>
                  <a:pt x="589592" y="702698"/>
                  <a:pt x="565484" y="673768"/>
                </a:cubicBezTo>
                <a:cubicBezTo>
                  <a:pt x="554591" y="660696"/>
                  <a:pt x="540282" y="650745"/>
                  <a:pt x="529389" y="637673"/>
                </a:cubicBezTo>
                <a:cubicBezTo>
                  <a:pt x="520132" y="626564"/>
                  <a:pt x="514848" y="612460"/>
                  <a:pt x="505326" y="601578"/>
                </a:cubicBezTo>
                <a:cubicBezTo>
                  <a:pt x="418756" y="502642"/>
                  <a:pt x="477017" y="571712"/>
                  <a:pt x="409074" y="517357"/>
                </a:cubicBezTo>
                <a:cubicBezTo>
                  <a:pt x="349537" y="469727"/>
                  <a:pt x="423487" y="519741"/>
                  <a:pt x="360947" y="457200"/>
                </a:cubicBezTo>
                <a:cubicBezTo>
                  <a:pt x="350722" y="446975"/>
                  <a:pt x="336144" y="442169"/>
                  <a:pt x="324853" y="433136"/>
                </a:cubicBezTo>
                <a:cubicBezTo>
                  <a:pt x="265312" y="385503"/>
                  <a:pt x="339271" y="435524"/>
                  <a:pt x="276726" y="372978"/>
                </a:cubicBezTo>
                <a:cubicBezTo>
                  <a:pt x="266501" y="362753"/>
                  <a:pt x="252663" y="356936"/>
                  <a:pt x="240632" y="348915"/>
                </a:cubicBezTo>
                <a:cubicBezTo>
                  <a:pt x="236621" y="336884"/>
                  <a:pt x="235125" y="323696"/>
                  <a:pt x="228600" y="312821"/>
                </a:cubicBezTo>
                <a:cubicBezTo>
                  <a:pt x="222764" y="303094"/>
                  <a:pt x="211623" y="297615"/>
                  <a:pt x="204537" y="288757"/>
                </a:cubicBezTo>
                <a:cubicBezTo>
                  <a:pt x="143836" y="212881"/>
                  <a:pt x="214504" y="286692"/>
                  <a:pt x="156410" y="228600"/>
                </a:cubicBezTo>
                <a:cubicBezTo>
                  <a:pt x="126170" y="137874"/>
                  <a:pt x="170480" y="246187"/>
                  <a:pt x="108284" y="168442"/>
                </a:cubicBezTo>
                <a:cubicBezTo>
                  <a:pt x="100361" y="158539"/>
                  <a:pt x="102778" y="143222"/>
                  <a:pt x="96253" y="132347"/>
                </a:cubicBezTo>
                <a:cubicBezTo>
                  <a:pt x="90417" y="122620"/>
                  <a:pt x="78995" y="117359"/>
                  <a:pt x="72189" y="108284"/>
                </a:cubicBezTo>
                <a:cubicBezTo>
                  <a:pt x="54837" y="85148"/>
                  <a:pt x="40105" y="60157"/>
                  <a:pt x="24063" y="36094"/>
                </a:cubicBezTo>
                <a:lnTo>
                  <a:pt x="0" y="0"/>
                </a:lnTo>
              </a:path>
            </a:pathLst>
          </a:custGeom>
          <a:noFill/>
          <a:ln w="38100">
            <a:solidFill>
              <a:srgbClr val="00B05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392198" name="灯片编号占位符 1">
            <a:extLst>
              <a:ext uri="{FF2B5EF4-FFF2-40B4-BE49-F238E27FC236}">
                <a16:creationId xmlns:a16="http://schemas.microsoft.com/office/drawing/2014/main" id="{9C104E86-5BF1-8349-AAD2-9FAFDA0733E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F9AA1FF-A06E-434F-9AD5-1A1F286327B4}"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176</a:t>
            </a:fld>
            <a:endParaRPr lang="en-US" altLang="zh-CN" sz="1050">
              <a:solidFill>
                <a:schemeClr val="bg2"/>
              </a:solidFill>
              <a:latin typeface="Tahoma" panose="020B0604030504040204" pitchFamily="34" charset="0"/>
              <a:ea typeface="宋体" panose="02010600030101010101" pitchFamily="2" charset="-122"/>
            </a:endParaRPr>
          </a:p>
        </p:txBody>
      </p:sp>
      <p:sp>
        <p:nvSpPr>
          <p:cNvPr id="2" name="任意形状 1">
            <a:extLst>
              <a:ext uri="{FF2B5EF4-FFF2-40B4-BE49-F238E27FC236}">
                <a16:creationId xmlns:a16="http://schemas.microsoft.com/office/drawing/2014/main" id="{05E2D836-1B3D-5047-B392-3E8F2342D1C1}"/>
              </a:ext>
            </a:extLst>
          </p:cNvPr>
          <p:cNvSpPr/>
          <p:nvPr/>
        </p:nvSpPr>
        <p:spPr>
          <a:xfrm>
            <a:off x="6668691" y="1318022"/>
            <a:ext cx="932259" cy="385763"/>
          </a:xfrm>
          <a:custGeom>
            <a:avLst/>
            <a:gdLst>
              <a:gd name="connsiteX0" fmla="*/ 1243013 w 1243013"/>
              <a:gd name="connsiteY0" fmla="*/ 514350 h 514350"/>
              <a:gd name="connsiteX1" fmla="*/ 742950 w 1243013"/>
              <a:gd name="connsiteY1" fmla="*/ 28575 h 514350"/>
              <a:gd name="connsiteX2" fmla="*/ 742950 w 1243013"/>
              <a:gd name="connsiteY2" fmla="*/ 28575 h 514350"/>
              <a:gd name="connsiteX3" fmla="*/ 0 w 1243013"/>
              <a:gd name="connsiteY3" fmla="*/ 0 h 514350"/>
            </a:gdLst>
            <a:ahLst/>
            <a:cxnLst>
              <a:cxn ang="0">
                <a:pos x="connsiteX0" y="connsiteY0"/>
              </a:cxn>
              <a:cxn ang="0">
                <a:pos x="connsiteX1" y="connsiteY1"/>
              </a:cxn>
              <a:cxn ang="0">
                <a:pos x="connsiteX2" y="connsiteY2"/>
              </a:cxn>
              <a:cxn ang="0">
                <a:pos x="connsiteX3" y="connsiteY3"/>
              </a:cxn>
            </a:cxnLst>
            <a:rect l="l" t="t" r="r" b="b"/>
            <a:pathLst>
              <a:path w="1243013" h="514350">
                <a:moveTo>
                  <a:pt x="1243013" y="514350"/>
                </a:moveTo>
                <a:lnTo>
                  <a:pt x="742950" y="28575"/>
                </a:lnTo>
                <a:lnTo>
                  <a:pt x="742950" y="28575"/>
                </a:lnTo>
                <a:lnTo>
                  <a:pt x="0" y="0"/>
                </a:lnTo>
              </a:path>
            </a:pathLst>
          </a:custGeom>
          <a:noFill/>
          <a:ln w="44450">
            <a:solidFill>
              <a:srgbClr val="7030A0"/>
            </a:solidFill>
            <a:tailEnd type="stealt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kumimoji="1" lang="zh-CN" altLang="en-US"/>
          </a:p>
        </p:txBody>
      </p:sp>
      <p:sp>
        <p:nvSpPr>
          <p:cNvPr id="4" name="任意形状 3">
            <a:extLst>
              <a:ext uri="{FF2B5EF4-FFF2-40B4-BE49-F238E27FC236}">
                <a16:creationId xmlns:a16="http://schemas.microsoft.com/office/drawing/2014/main" id="{2C4853B6-BE6D-0147-93DE-42C00A0DD1F7}"/>
              </a:ext>
            </a:extLst>
          </p:cNvPr>
          <p:cNvSpPr/>
          <p:nvPr/>
        </p:nvSpPr>
        <p:spPr>
          <a:xfrm>
            <a:off x="6722269" y="1379935"/>
            <a:ext cx="788194" cy="582215"/>
          </a:xfrm>
          <a:custGeom>
            <a:avLst/>
            <a:gdLst>
              <a:gd name="connsiteX0" fmla="*/ 1000125 w 1000125"/>
              <a:gd name="connsiteY0" fmla="*/ 471488 h 776010"/>
              <a:gd name="connsiteX1" fmla="*/ 685800 w 1000125"/>
              <a:gd name="connsiteY1" fmla="*/ 757238 h 776010"/>
              <a:gd name="connsiteX2" fmla="*/ 0 w 1000125"/>
              <a:gd name="connsiteY2" fmla="*/ 0 h 776010"/>
            </a:gdLst>
            <a:ahLst/>
            <a:cxnLst>
              <a:cxn ang="0">
                <a:pos x="connsiteX0" y="connsiteY0"/>
              </a:cxn>
              <a:cxn ang="0">
                <a:pos x="connsiteX1" y="connsiteY1"/>
              </a:cxn>
              <a:cxn ang="0">
                <a:pos x="connsiteX2" y="connsiteY2"/>
              </a:cxn>
            </a:cxnLst>
            <a:rect l="l" t="t" r="r" b="b"/>
            <a:pathLst>
              <a:path w="1000125" h="776010">
                <a:moveTo>
                  <a:pt x="1000125" y="471488"/>
                </a:moveTo>
                <a:cubicBezTo>
                  <a:pt x="926306" y="653653"/>
                  <a:pt x="852487" y="835819"/>
                  <a:pt x="685800" y="757238"/>
                </a:cubicBezTo>
                <a:cubicBezTo>
                  <a:pt x="519112" y="678657"/>
                  <a:pt x="0" y="0"/>
                  <a:pt x="0" y="0"/>
                </a:cubicBezTo>
              </a:path>
            </a:pathLst>
          </a:custGeom>
          <a:noFill/>
          <a:ln w="44450">
            <a:solidFill>
              <a:srgbClr val="7030A0"/>
            </a:solidFill>
            <a:tailEnd type="stealth" w="med" len="me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kumimoji="1" lang="zh-CN" altLang="en-US"/>
          </a:p>
        </p:txBody>
      </p:sp>
    </p:spTree>
    <p:extLst>
      <p:ext uri="{BB962C8B-B14F-4D97-AF65-F5344CB8AC3E}">
        <p14:creationId xmlns:p14="http://schemas.microsoft.com/office/powerpoint/2010/main" val="151131436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4241" name="标题 1">
            <a:extLst>
              <a:ext uri="{FF2B5EF4-FFF2-40B4-BE49-F238E27FC236}">
                <a16:creationId xmlns:a16="http://schemas.microsoft.com/office/drawing/2014/main" id="{45FD7572-259D-504F-8150-96C24645ABEA}"/>
              </a:ext>
            </a:extLst>
          </p:cNvPr>
          <p:cNvSpPr>
            <a:spLocks noGrp="1" noChangeArrowheads="1"/>
          </p:cNvSpPr>
          <p:nvPr>
            <p:ph type="title"/>
          </p:nvPr>
        </p:nvSpPr>
        <p:spPr/>
        <p:txBody>
          <a:bodyPr/>
          <a:lstStyle/>
          <a:p>
            <a:r>
              <a:rPr lang="zh-CN" altLang="en-US">
                <a:latin typeface="微软雅黑" panose="020B0503020204020204" pitchFamily="34" charset="-122"/>
                <a:ea typeface="宋体" panose="02010600030101010101" pitchFamily="2" charset="-122"/>
              </a:rPr>
              <a:t>链路状态分组的转发和确认</a:t>
            </a:r>
          </a:p>
        </p:txBody>
      </p:sp>
      <p:sp>
        <p:nvSpPr>
          <p:cNvPr id="394242" name="内容占位符 2">
            <a:extLst>
              <a:ext uri="{FF2B5EF4-FFF2-40B4-BE49-F238E27FC236}">
                <a16:creationId xmlns:a16="http://schemas.microsoft.com/office/drawing/2014/main" id="{2567BC1B-EFE0-364A-BCA2-9F9AC6469464}"/>
              </a:ext>
            </a:extLst>
          </p:cNvPr>
          <p:cNvSpPr>
            <a:spLocks noGrp="1" noChangeArrowheads="1"/>
          </p:cNvSpPr>
          <p:nvPr>
            <p:ph idx="1"/>
          </p:nvPr>
        </p:nvSpPr>
        <p:spPr>
          <a:xfrm>
            <a:off x="133564" y="1059657"/>
            <a:ext cx="5735028" cy="1234086"/>
          </a:xfrm>
        </p:spPr>
        <p:txBody>
          <a:bodyPr/>
          <a:lstStyle/>
          <a:p>
            <a:r>
              <a:rPr lang="zh-CN" altLang="en-US" sz="2000" dirty="0">
                <a:latin typeface="微软雅黑" panose="020B0503020204020204" pitchFamily="34" charset="-122"/>
                <a:ea typeface="宋体" panose="02010600030101010101" pitchFamily="2" charset="-122"/>
              </a:rPr>
              <a:t>用</a:t>
            </a:r>
            <a:r>
              <a:rPr lang="zh-CN" altLang="en-US" sz="2000" dirty="0">
                <a:solidFill>
                  <a:srgbClr val="FF0000"/>
                </a:solidFill>
                <a:latin typeface="微软雅黑" panose="020B0503020204020204" pitchFamily="34" charset="-122"/>
                <a:ea typeface="宋体" panose="02010600030101010101" pitchFamily="2" charset="-122"/>
              </a:rPr>
              <a:t>扩散法</a:t>
            </a:r>
            <a:r>
              <a:rPr lang="zh-CN" altLang="en-US" sz="2000" dirty="0">
                <a:latin typeface="微软雅黑" panose="020B0503020204020204" pitchFamily="34" charset="-122"/>
                <a:ea typeface="宋体" panose="02010600030101010101" pitchFamily="2" charset="-122"/>
              </a:rPr>
              <a:t>（向邻接的节点）发布链路状态分组 （以</a:t>
            </a:r>
            <a:r>
              <a:rPr lang="en-US" altLang="zh-CN" sz="2000" dirty="0">
                <a:latin typeface="微软雅黑" panose="020B0503020204020204" pitchFamily="34" charset="-122"/>
                <a:ea typeface="宋体" panose="02010600030101010101" pitchFamily="2" charset="-122"/>
              </a:rPr>
              <a:t>B</a:t>
            </a:r>
            <a:r>
              <a:rPr lang="zh-CN" altLang="en-US" sz="2000" dirty="0">
                <a:latin typeface="微软雅黑" panose="020B0503020204020204" pitchFamily="34" charset="-122"/>
                <a:ea typeface="宋体" panose="02010600030101010101" pitchFamily="2" charset="-122"/>
              </a:rPr>
              <a:t>为例，</a:t>
            </a:r>
            <a:r>
              <a:rPr lang="en-US" altLang="zh-CN" sz="2000" dirty="0">
                <a:latin typeface="微软雅黑" panose="020B0503020204020204" pitchFamily="34" charset="-122"/>
                <a:ea typeface="宋体" panose="02010600030101010101" pitchFamily="2" charset="-122"/>
              </a:rPr>
              <a:t>B</a:t>
            </a:r>
            <a:r>
              <a:rPr lang="zh-CN" altLang="en-US" sz="2000" dirty="0">
                <a:latin typeface="微软雅黑" panose="020B0503020204020204" pitchFamily="34" charset="-122"/>
                <a:ea typeface="宋体" panose="02010600030101010101" pitchFamily="2" charset="-122"/>
              </a:rPr>
              <a:t>的邻接点有</a:t>
            </a:r>
            <a:r>
              <a:rPr lang="en-US" altLang="zh-CN" sz="2000" dirty="0">
                <a:latin typeface="微软雅黑" panose="020B0503020204020204" pitchFamily="34" charset="-122"/>
                <a:ea typeface="宋体" panose="02010600030101010101" pitchFamily="2" charset="-122"/>
              </a:rPr>
              <a:t>A</a:t>
            </a:r>
            <a:r>
              <a:rPr lang="zh-CN" altLang="en-US" sz="2000" dirty="0">
                <a:latin typeface="微软雅黑" panose="020B0503020204020204" pitchFamily="34" charset="-122"/>
                <a:ea typeface="宋体" panose="02010600030101010101" pitchFamily="2" charset="-122"/>
              </a:rPr>
              <a:t>、</a:t>
            </a:r>
            <a:r>
              <a:rPr lang="en-US" altLang="zh-CN" sz="2000" dirty="0">
                <a:latin typeface="微软雅黑" panose="020B0503020204020204" pitchFamily="34" charset="-122"/>
                <a:ea typeface="宋体" panose="02010600030101010101" pitchFamily="2" charset="-122"/>
              </a:rPr>
              <a:t>C</a:t>
            </a:r>
            <a:r>
              <a:rPr lang="zh-CN" altLang="en-US" sz="2000" dirty="0">
                <a:latin typeface="微软雅黑" panose="020B0503020204020204" pitchFamily="34" charset="-122"/>
                <a:ea typeface="宋体" panose="02010600030101010101" pitchFamily="2" charset="-122"/>
              </a:rPr>
              <a:t>、</a:t>
            </a:r>
            <a:r>
              <a:rPr lang="en-US" altLang="zh-CN" sz="2000" dirty="0">
                <a:latin typeface="微软雅黑" panose="020B0503020204020204" pitchFamily="34" charset="-122"/>
                <a:ea typeface="宋体" panose="02010600030101010101" pitchFamily="2" charset="-122"/>
              </a:rPr>
              <a:t>F</a:t>
            </a:r>
            <a:r>
              <a:rPr lang="zh-CN" altLang="en-US" sz="2000" dirty="0">
                <a:latin typeface="微软雅黑" panose="020B0503020204020204" pitchFamily="34" charset="-122"/>
                <a:ea typeface="宋体" panose="02010600030101010101" pitchFamily="2" charset="-122"/>
              </a:rPr>
              <a:t>） </a:t>
            </a:r>
            <a:endParaRPr lang="en-US" altLang="zh-CN" sz="2000" dirty="0">
              <a:latin typeface="微软雅黑" panose="020B0503020204020204" pitchFamily="34" charset="-122"/>
              <a:ea typeface="宋体" panose="02010600030101010101" pitchFamily="2" charset="-122"/>
            </a:endParaRPr>
          </a:p>
          <a:p>
            <a:pPr lvl="1"/>
            <a:r>
              <a:rPr lang="zh-CN" altLang="en-US" sz="1600" dirty="0">
                <a:latin typeface="微软雅黑" panose="020B0503020204020204" pitchFamily="34" charset="-122"/>
                <a:ea typeface="宋体" panose="02010600030101010101" pitchFamily="2" charset="-122"/>
              </a:rPr>
              <a:t>源节点</a:t>
            </a:r>
            <a:r>
              <a:rPr lang="en-US" altLang="zh-CN" sz="1600" dirty="0">
                <a:latin typeface="微软雅黑" panose="020B0503020204020204" pitchFamily="34" charset="-122"/>
                <a:ea typeface="宋体" panose="02010600030101010101" pitchFamily="2" charset="-122"/>
              </a:rPr>
              <a:t>E</a:t>
            </a:r>
            <a:r>
              <a:rPr lang="zh-CN" altLang="en-US" sz="1600" dirty="0">
                <a:latin typeface="微软雅黑" panose="020B0503020204020204" pitchFamily="34" charset="-122"/>
                <a:ea typeface="宋体" panose="02010600030101010101" pitchFamily="2" charset="-122"/>
              </a:rPr>
              <a:t>的链路状态分组经</a:t>
            </a:r>
            <a:r>
              <a:rPr lang="en-US" altLang="zh-CN" sz="1600" dirty="0">
                <a:latin typeface="微软雅黑" panose="020B0503020204020204" pitchFamily="34" charset="-122"/>
                <a:ea typeface="宋体" panose="02010600030101010101" pitchFamily="2" charset="-122"/>
              </a:rPr>
              <a:t>A</a:t>
            </a:r>
            <a:r>
              <a:rPr lang="zh-CN" altLang="en-US" sz="1600" dirty="0">
                <a:latin typeface="微软雅黑" panose="020B0503020204020204" pitchFamily="34" charset="-122"/>
                <a:ea typeface="宋体" panose="02010600030101010101" pitchFamily="2" charset="-122"/>
              </a:rPr>
              <a:t>和</a:t>
            </a:r>
            <a:r>
              <a:rPr lang="en-US" altLang="zh-CN" sz="1600" dirty="0">
                <a:latin typeface="微软雅黑" panose="020B0503020204020204" pitchFamily="34" charset="-122"/>
                <a:ea typeface="宋体" panose="02010600030101010101" pitchFamily="2" charset="-122"/>
              </a:rPr>
              <a:t>F</a:t>
            </a:r>
            <a:r>
              <a:rPr lang="zh-CN" altLang="en-US" sz="1600" dirty="0">
                <a:latin typeface="微软雅黑" panose="020B0503020204020204" pitchFamily="34" charset="-122"/>
                <a:ea typeface="宋体" panose="02010600030101010101" pitchFamily="2" charset="-122"/>
              </a:rPr>
              <a:t>到节点</a:t>
            </a:r>
            <a:r>
              <a:rPr lang="en-US" altLang="zh-CN" sz="1600" dirty="0">
                <a:latin typeface="微软雅黑" panose="020B0503020204020204" pitchFamily="34" charset="-122"/>
                <a:ea typeface="宋体" panose="02010600030101010101" pitchFamily="2" charset="-122"/>
              </a:rPr>
              <a:t>B</a:t>
            </a:r>
            <a:r>
              <a:rPr lang="zh-CN" altLang="en-US" sz="1600" dirty="0">
                <a:latin typeface="微软雅黑" panose="020B0503020204020204" pitchFamily="34" charset="-122"/>
                <a:ea typeface="宋体" panose="02010600030101010101" pitchFamily="2" charset="-122"/>
              </a:rPr>
              <a:t>，节点</a:t>
            </a:r>
            <a:r>
              <a:rPr lang="en-US" altLang="zh-CN" sz="1600" dirty="0">
                <a:latin typeface="微软雅黑" panose="020B0503020204020204" pitchFamily="34" charset="-122"/>
                <a:ea typeface="宋体" panose="02010600030101010101" pitchFamily="2" charset="-122"/>
              </a:rPr>
              <a:t>B</a:t>
            </a:r>
            <a:r>
              <a:rPr lang="zh-CN" altLang="en-US" sz="1600" dirty="0">
                <a:latin typeface="微软雅黑" panose="020B0503020204020204" pitchFamily="34" charset="-122"/>
                <a:ea typeface="宋体" panose="02010600030101010101" pitchFamily="2" charset="-122"/>
              </a:rPr>
              <a:t>必须再将</a:t>
            </a:r>
            <a:r>
              <a:rPr lang="en-US" altLang="zh-CN" sz="1600" dirty="0">
                <a:latin typeface="微软雅黑" panose="020B0503020204020204" pitchFamily="34" charset="-122"/>
                <a:ea typeface="宋体" panose="02010600030101010101" pitchFamily="2" charset="-122"/>
              </a:rPr>
              <a:t>E</a:t>
            </a:r>
            <a:r>
              <a:rPr lang="zh-CN" altLang="en-US" sz="1600" dirty="0">
                <a:latin typeface="微软雅黑" panose="020B0503020204020204" pitchFamily="34" charset="-122"/>
                <a:ea typeface="宋体" panose="02010600030101010101" pitchFamily="2" charset="-122"/>
              </a:rPr>
              <a:t>的状态分组转送到</a:t>
            </a:r>
            <a:r>
              <a:rPr lang="en-US" altLang="zh-CN" sz="1600" dirty="0">
                <a:latin typeface="微软雅黑" panose="020B0503020204020204" pitchFamily="34" charset="-122"/>
                <a:ea typeface="宋体" panose="02010600030101010101" pitchFamily="2" charset="-122"/>
              </a:rPr>
              <a:t>C</a:t>
            </a:r>
            <a:r>
              <a:rPr lang="zh-CN" altLang="en-US" sz="1600" dirty="0">
                <a:latin typeface="微软雅黑" panose="020B0503020204020204" pitchFamily="34" charset="-122"/>
                <a:ea typeface="宋体" panose="02010600030101010101" pitchFamily="2" charset="-122"/>
              </a:rPr>
              <a:t>，并向</a:t>
            </a:r>
            <a:r>
              <a:rPr lang="en-US" altLang="zh-CN" sz="1600" dirty="0">
                <a:latin typeface="微软雅黑" panose="020B0503020204020204" pitchFamily="34" charset="-122"/>
                <a:ea typeface="宋体" panose="02010600030101010101" pitchFamily="2" charset="-122"/>
              </a:rPr>
              <a:t>A</a:t>
            </a:r>
            <a:r>
              <a:rPr lang="zh-CN" altLang="en-US" sz="1600" dirty="0">
                <a:latin typeface="微软雅黑" panose="020B0503020204020204" pitchFamily="34" charset="-122"/>
                <a:ea typeface="宋体" panose="02010600030101010101" pitchFamily="2" charset="-122"/>
              </a:rPr>
              <a:t>和</a:t>
            </a:r>
            <a:r>
              <a:rPr lang="en-US" altLang="zh-CN" sz="1600" dirty="0">
                <a:latin typeface="微软雅黑" panose="020B0503020204020204" pitchFamily="34" charset="-122"/>
                <a:ea typeface="宋体" panose="02010600030101010101" pitchFamily="2" charset="-122"/>
              </a:rPr>
              <a:t>F</a:t>
            </a:r>
            <a:r>
              <a:rPr lang="zh-CN" altLang="en-US" sz="1600" dirty="0">
                <a:latin typeface="微软雅黑" panose="020B0503020204020204" pitchFamily="34" charset="-122"/>
                <a:ea typeface="宋体" panose="02010600030101010101" pitchFamily="2" charset="-122"/>
              </a:rPr>
              <a:t>发</a:t>
            </a:r>
            <a:r>
              <a:rPr lang="en-US" altLang="zh-CN" sz="1600" dirty="0">
                <a:latin typeface="微软雅黑" panose="020B0503020204020204" pitchFamily="34" charset="-122"/>
                <a:ea typeface="宋体" panose="02010600030101010101" pitchFamily="2" charset="-122"/>
              </a:rPr>
              <a:t>ACK </a:t>
            </a:r>
          </a:p>
          <a:p>
            <a:endParaRPr lang="zh-CN" altLang="en-US" sz="2000" dirty="0">
              <a:latin typeface="微软雅黑" panose="020B0503020204020204" pitchFamily="34" charset="-122"/>
              <a:ea typeface="宋体" panose="02010600030101010101" pitchFamily="2" charset="-122"/>
            </a:endParaRPr>
          </a:p>
          <a:p>
            <a:endParaRPr lang="zh-CN" altLang="en-US" sz="2000" dirty="0">
              <a:latin typeface="微软雅黑" panose="020B0503020204020204" pitchFamily="34" charset="-122"/>
              <a:ea typeface="宋体" panose="02010600030101010101" pitchFamily="2" charset="-122"/>
            </a:endParaRPr>
          </a:p>
        </p:txBody>
      </p:sp>
      <p:sp>
        <p:nvSpPr>
          <p:cNvPr id="394243" name="幻灯片编号占位符 3">
            <a:extLst>
              <a:ext uri="{FF2B5EF4-FFF2-40B4-BE49-F238E27FC236}">
                <a16:creationId xmlns:a16="http://schemas.microsoft.com/office/drawing/2014/main" id="{3B502710-6692-FF44-9955-C647C6156454}"/>
              </a:ext>
            </a:extLst>
          </p:cNvPr>
          <p:cNvSpPr>
            <a:spLocks noGrp="1" noChangeArrowheads="1"/>
          </p:cNvSpPr>
          <p:nvPr>
            <p:ph type="sldNum" sz="quarter" idx="10"/>
          </p:nvPr>
        </p:nvSpPr>
        <p:spPr>
          <a:xfrm>
            <a:off x="7272337" y="5049441"/>
            <a:ext cx="728663" cy="169069"/>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A79FF8F-6035-E541-87FA-9AC90DCB7B18}"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177</a:t>
            </a:fld>
            <a:endParaRPr lang="en-US" altLang="zh-CN" sz="1050">
              <a:solidFill>
                <a:schemeClr val="bg2"/>
              </a:solidFill>
              <a:latin typeface="Tahoma" panose="020B0604030504040204" pitchFamily="34" charset="0"/>
              <a:ea typeface="宋体" panose="02010600030101010101" pitchFamily="2" charset="-122"/>
            </a:endParaRPr>
          </a:p>
        </p:txBody>
      </p:sp>
      <p:graphicFrame>
        <p:nvGraphicFramePr>
          <p:cNvPr id="8" name="Group 4">
            <a:extLst>
              <a:ext uri="{FF2B5EF4-FFF2-40B4-BE49-F238E27FC236}">
                <a16:creationId xmlns:a16="http://schemas.microsoft.com/office/drawing/2014/main" id="{8A13C07F-CE93-2F4E-ADB0-CC2689AE4BB0}"/>
              </a:ext>
            </a:extLst>
          </p:cNvPr>
          <p:cNvGraphicFramePr>
            <a:graphicFrameLocks noGrp="1"/>
          </p:cNvGraphicFramePr>
          <p:nvPr/>
        </p:nvGraphicFramePr>
        <p:xfrm>
          <a:off x="1899048" y="2957512"/>
          <a:ext cx="5587606" cy="1634732"/>
        </p:xfrm>
        <a:graphic>
          <a:graphicData uri="http://schemas.openxmlformats.org/drawingml/2006/table">
            <a:tbl>
              <a:tblPr/>
              <a:tblGrid>
                <a:gridCol w="558403">
                  <a:extLst>
                    <a:ext uri="{9D8B030D-6E8A-4147-A177-3AD203B41FA5}">
                      <a16:colId xmlns:a16="http://schemas.microsoft.com/office/drawing/2014/main" val="20000"/>
                    </a:ext>
                  </a:extLst>
                </a:gridCol>
                <a:gridCol w="559594">
                  <a:extLst>
                    <a:ext uri="{9D8B030D-6E8A-4147-A177-3AD203B41FA5}">
                      <a16:colId xmlns:a16="http://schemas.microsoft.com/office/drawing/2014/main" val="20001"/>
                    </a:ext>
                  </a:extLst>
                </a:gridCol>
                <a:gridCol w="558404">
                  <a:extLst>
                    <a:ext uri="{9D8B030D-6E8A-4147-A177-3AD203B41FA5}">
                      <a16:colId xmlns:a16="http://schemas.microsoft.com/office/drawing/2014/main" val="20002"/>
                    </a:ext>
                  </a:extLst>
                </a:gridCol>
                <a:gridCol w="559594">
                  <a:extLst>
                    <a:ext uri="{9D8B030D-6E8A-4147-A177-3AD203B41FA5}">
                      <a16:colId xmlns:a16="http://schemas.microsoft.com/office/drawing/2014/main" val="20003"/>
                    </a:ext>
                  </a:extLst>
                </a:gridCol>
                <a:gridCol w="558403">
                  <a:extLst>
                    <a:ext uri="{9D8B030D-6E8A-4147-A177-3AD203B41FA5}">
                      <a16:colId xmlns:a16="http://schemas.microsoft.com/office/drawing/2014/main" val="20004"/>
                    </a:ext>
                  </a:extLst>
                </a:gridCol>
                <a:gridCol w="557213">
                  <a:extLst>
                    <a:ext uri="{9D8B030D-6E8A-4147-A177-3AD203B41FA5}">
                      <a16:colId xmlns:a16="http://schemas.microsoft.com/office/drawing/2014/main" val="20005"/>
                    </a:ext>
                  </a:extLst>
                </a:gridCol>
                <a:gridCol w="559594">
                  <a:extLst>
                    <a:ext uri="{9D8B030D-6E8A-4147-A177-3AD203B41FA5}">
                      <a16:colId xmlns:a16="http://schemas.microsoft.com/office/drawing/2014/main" val="20006"/>
                    </a:ext>
                  </a:extLst>
                </a:gridCol>
                <a:gridCol w="558404">
                  <a:extLst>
                    <a:ext uri="{9D8B030D-6E8A-4147-A177-3AD203B41FA5}">
                      <a16:colId xmlns:a16="http://schemas.microsoft.com/office/drawing/2014/main" val="20007"/>
                    </a:ext>
                  </a:extLst>
                </a:gridCol>
                <a:gridCol w="559594">
                  <a:extLst>
                    <a:ext uri="{9D8B030D-6E8A-4147-A177-3AD203B41FA5}">
                      <a16:colId xmlns:a16="http://schemas.microsoft.com/office/drawing/2014/main" val="20008"/>
                    </a:ext>
                  </a:extLst>
                </a:gridCol>
                <a:gridCol w="558403">
                  <a:extLst>
                    <a:ext uri="{9D8B030D-6E8A-4147-A177-3AD203B41FA5}">
                      <a16:colId xmlns:a16="http://schemas.microsoft.com/office/drawing/2014/main" val="20009"/>
                    </a:ext>
                  </a:extLst>
                </a:gridCol>
              </a:tblGrid>
              <a:tr h="272654">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zh-CN" altLang="en-US" sz="1500" b="1" i="0" u="none" strike="noStrike" cap="none" normalizeH="0" baseline="0">
                          <a:ln>
                            <a:noFill/>
                          </a:ln>
                          <a:solidFill>
                            <a:schemeClr val="tx1"/>
                          </a:solidFill>
                          <a:effectLst/>
                          <a:latin typeface="Arial" charset="0"/>
                          <a:ea typeface="楷体_GB2312" charset="0"/>
                        </a:rPr>
                        <a:t>源</a:t>
                      </a:r>
                    </a:p>
                  </a:txBody>
                  <a:tcPr marL="68580" marR="68580" marT="14288" marB="1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zh-CN" altLang="en-US" sz="1500" b="1" i="0" u="none" strike="noStrike" cap="none" normalizeH="0" baseline="0">
                          <a:ln>
                            <a:noFill/>
                          </a:ln>
                          <a:solidFill>
                            <a:schemeClr val="tx1"/>
                          </a:solidFill>
                          <a:effectLst/>
                          <a:latin typeface="Arial" charset="0"/>
                          <a:ea typeface="楷体_GB2312" charset="0"/>
                        </a:rPr>
                        <a:t>序号</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zh-CN" altLang="en-US" sz="1500" b="1" i="0" u="none" strike="noStrike" cap="none" normalizeH="0" baseline="0">
                          <a:ln>
                            <a:noFill/>
                          </a:ln>
                          <a:solidFill>
                            <a:schemeClr val="tx1"/>
                          </a:solidFill>
                          <a:effectLst/>
                          <a:latin typeface="Arial" charset="0"/>
                          <a:ea typeface="楷体_GB2312" charset="0"/>
                        </a:rPr>
                        <a:t>年龄</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A</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C</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F</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A</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C</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F</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zh-CN" altLang="en-US" sz="1500" b="1" i="0" u="none" strike="noStrike" cap="none" normalizeH="0" baseline="0">
                          <a:ln>
                            <a:noFill/>
                          </a:ln>
                          <a:solidFill>
                            <a:schemeClr val="tx1"/>
                          </a:solidFill>
                          <a:effectLst/>
                          <a:latin typeface="Arial" charset="0"/>
                          <a:ea typeface="楷体_GB2312" charset="0"/>
                        </a:rPr>
                        <a:t>数据</a:t>
                      </a:r>
                    </a:p>
                  </a:txBody>
                  <a:tcPr marL="68580" marR="68580" marT="14288" marB="1428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71463">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A</a:t>
                      </a:r>
                    </a:p>
                  </a:txBody>
                  <a:tcPr marL="68580" marR="68580" marT="14288" marB="1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21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60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 </a:t>
                      </a:r>
                    </a:p>
                  </a:txBody>
                  <a:tcPr marL="68580" marR="68580" marT="14288" marB="1428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73844">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F</a:t>
                      </a:r>
                    </a:p>
                  </a:txBody>
                  <a:tcPr marL="68580" marR="68580" marT="14288" marB="1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21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60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 </a:t>
                      </a:r>
                    </a:p>
                  </a:txBody>
                  <a:tcPr marL="68580" marR="68580" marT="14288" marB="1428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272654">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E</a:t>
                      </a:r>
                    </a:p>
                  </a:txBody>
                  <a:tcPr marL="68580" marR="68580" marT="14288" marB="1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21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59</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 </a:t>
                      </a:r>
                    </a:p>
                  </a:txBody>
                  <a:tcPr marL="68580" marR="68580" marT="14288" marB="1428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271463">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C</a:t>
                      </a:r>
                    </a:p>
                  </a:txBody>
                  <a:tcPr marL="68580" marR="68580" marT="14288" marB="1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20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60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 </a:t>
                      </a:r>
                    </a:p>
                  </a:txBody>
                  <a:tcPr marL="68580" marR="68580" marT="14288" marB="1428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272654">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D</a:t>
                      </a:r>
                    </a:p>
                  </a:txBody>
                  <a:tcPr marL="68580" marR="68580" marT="14288" marB="1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21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59</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 </a:t>
                      </a:r>
                    </a:p>
                  </a:txBody>
                  <a:tcPr marL="68580" marR="68580" marT="14288" marB="1428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394323" name="AutoShape 84">
            <a:extLst>
              <a:ext uri="{FF2B5EF4-FFF2-40B4-BE49-F238E27FC236}">
                <a16:creationId xmlns:a16="http://schemas.microsoft.com/office/drawing/2014/main" id="{DD884399-A6D4-9B40-A9B7-D2B9B10B7BB7}"/>
              </a:ext>
            </a:extLst>
          </p:cNvPr>
          <p:cNvSpPr>
            <a:spLocks/>
          </p:cNvSpPr>
          <p:nvPr/>
        </p:nvSpPr>
        <p:spPr bwMode="auto">
          <a:xfrm rot="5400000" flipV="1">
            <a:off x="4322564" y="2029421"/>
            <a:ext cx="180975" cy="1675209"/>
          </a:xfrm>
          <a:prstGeom prst="leftBrace">
            <a:avLst>
              <a:gd name="adj1" fmla="val 77138"/>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kumimoji="1" lang="zh-CN" altLang="en-US" sz="2100" b="1">
              <a:solidFill>
                <a:schemeClr val="tx1"/>
              </a:solidFill>
              <a:latin typeface="Arial" panose="020B0604020202020204" pitchFamily="34" charset="0"/>
              <a:ea typeface="宋体" panose="02010600030101010101" pitchFamily="2" charset="-122"/>
            </a:endParaRPr>
          </a:p>
        </p:txBody>
      </p:sp>
      <p:sp>
        <p:nvSpPr>
          <p:cNvPr id="394324" name="AutoShape 85">
            <a:extLst>
              <a:ext uri="{FF2B5EF4-FFF2-40B4-BE49-F238E27FC236}">
                <a16:creationId xmlns:a16="http://schemas.microsoft.com/office/drawing/2014/main" id="{F2895581-4498-0E46-951D-DE3752B57C34}"/>
              </a:ext>
            </a:extLst>
          </p:cNvPr>
          <p:cNvSpPr>
            <a:spLocks/>
          </p:cNvSpPr>
          <p:nvPr/>
        </p:nvSpPr>
        <p:spPr bwMode="auto">
          <a:xfrm rot="5400000" flipV="1">
            <a:off x="5997774" y="2029420"/>
            <a:ext cx="180975" cy="1675210"/>
          </a:xfrm>
          <a:prstGeom prst="leftBrace">
            <a:avLst>
              <a:gd name="adj1" fmla="val 77138"/>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kumimoji="1" lang="zh-CN" altLang="en-US" sz="2100" b="1">
              <a:solidFill>
                <a:schemeClr val="tx1"/>
              </a:solidFill>
              <a:latin typeface="Arial" panose="020B0604020202020204" pitchFamily="34" charset="0"/>
              <a:ea typeface="宋体" panose="02010600030101010101" pitchFamily="2" charset="-122"/>
            </a:endParaRPr>
          </a:p>
        </p:txBody>
      </p:sp>
      <p:sp>
        <p:nvSpPr>
          <p:cNvPr id="394325" name="Text Box 86">
            <a:extLst>
              <a:ext uri="{FF2B5EF4-FFF2-40B4-BE49-F238E27FC236}">
                <a16:creationId xmlns:a16="http://schemas.microsoft.com/office/drawing/2014/main" id="{E30281F4-EBA4-A249-9D1F-1AEB5A14284A}"/>
              </a:ext>
            </a:extLst>
          </p:cNvPr>
          <p:cNvSpPr txBox="1">
            <a:spLocks noChangeArrowheads="1"/>
          </p:cNvSpPr>
          <p:nvPr/>
        </p:nvSpPr>
        <p:spPr bwMode="auto">
          <a:xfrm>
            <a:off x="3900488" y="2541985"/>
            <a:ext cx="103227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50000"/>
              </a:spcBef>
              <a:buClrTx/>
              <a:buSzTx/>
              <a:buFontTx/>
              <a:buNone/>
            </a:pPr>
            <a:r>
              <a:rPr kumimoji="1" lang="zh-CN" altLang="en-US" sz="1500" b="1">
                <a:solidFill>
                  <a:schemeClr val="tx1"/>
                </a:solidFill>
                <a:ea typeface="楷体_GB2312" pitchFamily="49" charset="-122"/>
              </a:rPr>
              <a:t>发送标志</a:t>
            </a:r>
          </a:p>
        </p:txBody>
      </p:sp>
      <p:sp>
        <p:nvSpPr>
          <p:cNvPr id="394326" name="Text Box 87">
            <a:extLst>
              <a:ext uri="{FF2B5EF4-FFF2-40B4-BE49-F238E27FC236}">
                <a16:creationId xmlns:a16="http://schemas.microsoft.com/office/drawing/2014/main" id="{19495263-AB6E-764B-BF5A-D56F0520B803}"/>
              </a:ext>
            </a:extLst>
          </p:cNvPr>
          <p:cNvSpPr txBox="1">
            <a:spLocks noChangeArrowheads="1"/>
          </p:cNvSpPr>
          <p:nvPr/>
        </p:nvSpPr>
        <p:spPr bwMode="auto">
          <a:xfrm>
            <a:off x="5581651" y="2541985"/>
            <a:ext cx="103227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50000"/>
              </a:spcBef>
              <a:buClrTx/>
              <a:buSzTx/>
              <a:buFontTx/>
              <a:buNone/>
            </a:pPr>
            <a:r>
              <a:rPr kumimoji="1" lang="en-US" altLang="zh-CN" sz="1500" b="1">
                <a:solidFill>
                  <a:schemeClr val="tx1"/>
                </a:solidFill>
                <a:latin typeface="Arial" panose="020B0604020202020204" pitchFamily="34" charset="0"/>
                <a:ea typeface="楷体_GB2312" pitchFamily="49" charset="-122"/>
              </a:rPr>
              <a:t>ACK</a:t>
            </a:r>
            <a:r>
              <a:rPr kumimoji="1" lang="zh-CN" altLang="en-US" sz="1500" b="1">
                <a:solidFill>
                  <a:schemeClr val="tx1"/>
                </a:solidFill>
                <a:latin typeface="Arial" panose="020B0604020202020204" pitchFamily="34" charset="0"/>
                <a:ea typeface="楷体_GB2312" pitchFamily="49" charset="-122"/>
              </a:rPr>
              <a:t>标志</a:t>
            </a:r>
          </a:p>
        </p:txBody>
      </p:sp>
      <p:sp>
        <p:nvSpPr>
          <p:cNvPr id="394327" name="Oval 88">
            <a:extLst>
              <a:ext uri="{FF2B5EF4-FFF2-40B4-BE49-F238E27FC236}">
                <a16:creationId xmlns:a16="http://schemas.microsoft.com/office/drawing/2014/main" id="{97B6490F-7611-8040-90F7-FCE0C2B3E4A4}"/>
              </a:ext>
            </a:extLst>
          </p:cNvPr>
          <p:cNvSpPr>
            <a:spLocks noChangeArrowheads="1"/>
          </p:cNvSpPr>
          <p:nvPr/>
        </p:nvSpPr>
        <p:spPr bwMode="auto">
          <a:xfrm>
            <a:off x="4220767" y="3775472"/>
            <a:ext cx="383381" cy="270272"/>
          </a:xfrm>
          <a:prstGeom prst="ellipse">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kumimoji="1" lang="zh-CN" altLang="en-US" sz="2100" b="1">
              <a:solidFill>
                <a:schemeClr val="tx1"/>
              </a:solidFill>
              <a:latin typeface="Arial" panose="020B0604020202020204" pitchFamily="34" charset="0"/>
              <a:ea typeface="宋体" panose="02010600030101010101" pitchFamily="2" charset="-122"/>
            </a:endParaRPr>
          </a:p>
        </p:txBody>
      </p:sp>
      <p:sp>
        <p:nvSpPr>
          <p:cNvPr id="394328" name="Oval 89">
            <a:extLst>
              <a:ext uri="{FF2B5EF4-FFF2-40B4-BE49-F238E27FC236}">
                <a16:creationId xmlns:a16="http://schemas.microsoft.com/office/drawing/2014/main" id="{08EFBC66-0018-E246-A98C-9EBE7D2EF629}"/>
              </a:ext>
            </a:extLst>
          </p:cNvPr>
          <p:cNvSpPr>
            <a:spLocks noChangeArrowheads="1"/>
          </p:cNvSpPr>
          <p:nvPr/>
        </p:nvSpPr>
        <p:spPr bwMode="auto">
          <a:xfrm>
            <a:off x="5336382" y="3775473"/>
            <a:ext cx="383381" cy="272653"/>
          </a:xfrm>
          <a:prstGeom prst="ellipse">
            <a:avLst/>
          </a:prstGeom>
          <a:noFill/>
          <a:ln w="38100">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kumimoji="1" lang="zh-CN" altLang="en-US" sz="2100" b="1">
              <a:solidFill>
                <a:schemeClr val="tx1"/>
              </a:solidFill>
              <a:latin typeface="Arial" panose="020B0604020202020204" pitchFamily="34" charset="0"/>
              <a:ea typeface="宋体" panose="02010600030101010101" pitchFamily="2" charset="-122"/>
            </a:endParaRPr>
          </a:p>
        </p:txBody>
      </p:sp>
      <p:sp>
        <p:nvSpPr>
          <p:cNvPr id="394329" name="Oval 90">
            <a:extLst>
              <a:ext uri="{FF2B5EF4-FFF2-40B4-BE49-F238E27FC236}">
                <a16:creationId xmlns:a16="http://schemas.microsoft.com/office/drawing/2014/main" id="{1227E43B-5FBD-A743-860E-D228CC194D06}"/>
              </a:ext>
            </a:extLst>
          </p:cNvPr>
          <p:cNvSpPr>
            <a:spLocks noChangeArrowheads="1"/>
          </p:cNvSpPr>
          <p:nvPr/>
        </p:nvSpPr>
        <p:spPr bwMode="auto">
          <a:xfrm>
            <a:off x="6465094" y="3775473"/>
            <a:ext cx="383381" cy="272653"/>
          </a:xfrm>
          <a:prstGeom prst="ellipse">
            <a:avLst/>
          </a:prstGeom>
          <a:noFill/>
          <a:ln w="38100">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kumimoji="1" lang="zh-CN" altLang="en-US" sz="2100" b="1">
              <a:solidFill>
                <a:schemeClr val="tx1"/>
              </a:solidFill>
              <a:latin typeface="Arial" panose="020B0604020202020204" pitchFamily="34" charset="0"/>
              <a:ea typeface="宋体" panose="02010600030101010101" pitchFamily="2" charset="-122"/>
            </a:endParaRPr>
          </a:p>
        </p:txBody>
      </p:sp>
      <p:sp>
        <p:nvSpPr>
          <p:cNvPr id="394330" name="Text Box 91">
            <a:extLst>
              <a:ext uri="{FF2B5EF4-FFF2-40B4-BE49-F238E27FC236}">
                <a16:creationId xmlns:a16="http://schemas.microsoft.com/office/drawing/2014/main" id="{430C6904-A73B-5C49-93CA-16C0142B0FC7}"/>
              </a:ext>
            </a:extLst>
          </p:cNvPr>
          <p:cNvSpPr txBox="1">
            <a:spLocks noChangeArrowheads="1"/>
          </p:cNvSpPr>
          <p:nvPr/>
        </p:nvSpPr>
        <p:spPr bwMode="auto">
          <a:xfrm>
            <a:off x="3200401" y="4647010"/>
            <a:ext cx="35266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1200" b="1">
                <a:solidFill>
                  <a:schemeClr val="tx1"/>
                </a:solidFill>
                <a:latin typeface="Arial" panose="020B0604020202020204" pitchFamily="34" charset="0"/>
                <a:ea typeface="楷体_GB2312" pitchFamily="49" charset="-122"/>
              </a:rPr>
              <a:t> </a:t>
            </a:r>
            <a:r>
              <a:rPr lang="zh-CN" altLang="en-US" sz="1200" b="1">
                <a:solidFill>
                  <a:schemeClr val="tx1"/>
                </a:solidFill>
                <a:latin typeface="Arial" panose="020B0604020202020204" pitchFamily="34" charset="0"/>
                <a:ea typeface="楷体_GB2312" pitchFamily="49" charset="-122"/>
              </a:rPr>
              <a:t>链路状态分组的转发和确认</a:t>
            </a:r>
          </a:p>
        </p:txBody>
      </p:sp>
      <p:grpSp>
        <p:nvGrpSpPr>
          <p:cNvPr id="394331" name="Group 23">
            <a:extLst>
              <a:ext uri="{FF2B5EF4-FFF2-40B4-BE49-F238E27FC236}">
                <a16:creationId xmlns:a16="http://schemas.microsoft.com/office/drawing/2014/main" id="{4C242558-6608-EF4A-818C-9492EA09D5A0}"/>
              </a:ext>
            </a:extLst>
          </p:cNvPr>
          <p:cNvGrpSpPr>
            <a:grpSpLocks/>
          </p:cNvGrpSpPr>
          <p:nvPr/>
        </p:nvGrpSpPr>
        <p:grpSpPr bwMode="auto">
          <a:xfrm>
            <a:off x="5763155" y="952500"/>
            <a:ext cx="2170642" cy="1534716"/>
            <a:chOff x="781" y="1728"/>
            <a:chExt cx="2051" cy="1289"/>
          </a:xfrm>
        </p:grpSpPr>
        <p:sp>
          <p:nvSpPr>
            <p:cNvPr id="394336" name="AutoShape 6">
              <a:extLst>
                <a:ext uri="{FF2B5EF4-FFF2-40B4-BE49-F238E27FC236}">
                  <a16:creationId xmlns:a16="http://schemas.microsoft.com/office/drawing/2014/main" id="{7F2FDA29-1F06-D542-8F8B-0A07F7ADE897}"/>
                </a:ext>
              </a:extLst>
            </p:cNvPr>
            <p:cNvSpPr>
              <a:spLocks noChangeArrowheads="1"/>
            </p:cNvSpPr>
            <p:nvPr/>
          </p:nvSpPr>
          <p:spPr bwMode="auto">
            <a:xfrm>
              <a:off x="1056" y="1968"/>
              <a:ext cx="1488" cy="768"/>
            </a:xfrm>
            <a:prstGeom prst="hexagon">
              <a:avLst>
                <a:gd name="adj" fmla="val 48438"/>
                <a:gd name="vf" fmla="val 115470"/>
              </a:avLst>
            </a:prstGeom>
            <a:noFill/>
            <a:ln w="12700">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94337" name="Line 7">
              <a:extLst>
                <a:ext uri="{FF2B5EF4-FFF2-40B4-BE49-F238E27FC236}">
                  <a16:creationId xmlns:a16="http://schemas.microsoft.com/office/drawing/2014/main" id="{559FF9EF-B47F-ED49-8FF1-72FFC6E3CC36}"/>
                </a:ext>
              </a:extLst>
            </p:cNvPr>
            <p:cNvSpPr>
              <a:spLocks noChangeShapeType="1"/>
            </p:cNvSpPr>
            <p:nvPr/>
          </p:nvSpPr>
          <p:spPr bwMode="auto">
            <a:xfrm flipH="1">
              <a:off x="1440" y="1968"/>
              <a:ext cx="720" cy="76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94338" name="Line 8">
              <a:extLst>
                <a:ext uri="{FF2B5EF4-FFF2-40B4-BE49-F238E27FC236}">
                  <a16:creationId xmlns:a16="http://schemas.microsoft.com/office/drawing/2014/main" id="{5E0C681F-8D95-8B4C-8362-7EDAD0EE7318}"/>
                </a:ext>
              </a:extLst>
            </p:cNvPr>
            <p:cNvSpPr>
              <a:spLocks noChangeShapeType="1"/>
            </p:cNvSpPr>
            <p:nvPr/>
          </p:nvSpPr>
          <p:spPr bwMode="auto">
            <a:xfrm>
              <a:off x="1440" y="1968"/>
              <a:ext cx="720" cy="76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94339" name="Text Box 9">
              <a:extLst>
                <a:ext uri="{FF2B5EF4-FFF2-40B4-BE49-F238E27FC236}">
                  <a16:creationId xmlns:a16="http://schemas.microsoft.com/office/drawing/2014/main" id="{3922F448-785D-0148-9D9B-AE2931B035C3}"/>
                </a:ext>
              </a:extLst>
            </p:cNvPr>
            <p:cNvSpPr txBox="1">
              <a:spLocks noChangeArrowheads="1"/>
            </p:cNvSpPr>
            <p:nvPr/>
          </p:nvSpPr>
          <p:spPr bwMode="auto">
            <a:xfrm>
              <a:off x="781" y="2256"/>
              <a:ext cx="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A</a:t>
              </a:r>
            </a:p>
          </p:txBody>
        </p:sp>
        <p:sp>
          <p:nvSpPr>
            <p:cNvPr id="394340" name="Text Box 10">
              <a:extLst>
                <a:ext uri="{FF2B5EF4-FFF2-40B4-BE49-F238E27FC236}">
                  <a16:creationId xmlns:a16="http://schemas.microsoft.com/office/drawing/2014/main" id="{46A6FB36-9C35-5A40-95DE-A3049CCD1640}"/>
                </a:ext>
              </a:extLst>
            </p:cNvPr>
            <p:cNvSpPr txBox="1">
              <a:spLocks noChangeArrowheads="1"/>
            </p:cNvSpPr>
            <p:nvPr/>
          </p:nvSpPr>
          <p:spPr bwMode="auto">
            <a:xfrm>
              <a:off x="1309" y="1728"/>
              <a:ext cx="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B</a:t>
              </a:r>
            </a:p>
          </p:txBody>
        </p:sp>
        <p:sp>
          <p:nvSpPr>
            <p:cNvPr id="394341" name="Text Box 11">
              <a:extLst>
                <a:ext uri="{FF2B5EF4-FFF2-40B4-BE49-F238E27FC236}">
                  <a16:creationId xmlns:a16="http://schemas.microsoft.com/office/drawing/2014/main" id="{1F295BA6-E3A4-8A4D-923D-0AF13386708C}"/>
                </a:ext>
              </a:extLst>
            </p:cNvPr>
            <p:cNvSpPr txBox="1">
              <a:spLocks noChangeArrowheads="1"/>
            </p:cNvSpPr>
            <p:nvPr/>
          </p:nvSpPr>
          <p:spPr bwMode="auto">
            <a:xfrm>
              <a:off x="2072" y="1728"/>
              <a:ext cx="27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C</a:t>
              </a:r>
            </a:p>
          </p:txBody>
        </p:sp>
        <p:sp>
          <p:nvSpPr>
            <p:cNvPr id="394342" name="Text Box 12">
              <a:extLst>
                <a:ext uri="{FF2B5EF4-FFF2-40B4-BE49-F238E27FC236}">
                  <a16:creationId xmlns:a16="http://schemas.microsoft.com/office/drawing/2014/main" id="{A5EAF698-4DF1-734E-B04C-96E8B74D1B66}"/>
                </a:ext>
              </a:extLst>
            </p:cNvPr>
            <p:cNvSpPr txBox="1">
              <a:spLocks noChangeArrowheads="1"/>
            </p:cNvSpPr>
            <p:nvPr/>
          </p:nvSpPr>
          <p:spPr bwMode="auto">
            <a:xfrm>
              <a:off x="2553" y="2256"/>
              <a:ext cx="27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D</a:t>
              </a:r>
            </a:p>
          </p:txBody>
        </p:sp>
        <p:sp>
          <p:nvSpPr>
            <p:cNvPr id="394343" name="Text Box 13">
              <a:extLst>
                <a:ext uri="{FF2B5EF4-FFF2-40B4-BE49-F238E27FC236}">
                  <a16:creationId xmlns:a16="http://schemas.microsoft.com/office/drawing/2014/main" id="{F3DD8E30-F833-324F-8F56-01E1FF3A808A}"/>
                </a:ext>
              </a:extLst>
            </p:cNvPr>
            <p:cNvSpPr txBox="1">
              <a:spLocks noChangeArrowheads="1"/>
            </p:cNvSpPr>
            <p:nvPr/>
          </p:nvSpPr>
          <p:spPr bwMode="auto">
            <a:xfrm>
              <a:off x="2032" y="2784"/>
              <a:ext cx="26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F</a:t>
              </a:r>
            </a:p>
          </p:txBody>
        </p:sp>
        <p:sp>
          <p:nvSpPr>
            <p:cNvPr id="394344" name="Text Box 14">
              <a:extLst>
                <a:ext uri="{FF2B5EF4-FFF2-40B4-BE49-F238E27FC236}">
                  <a16:creationId xmlns:a16="http://schemas.microsoft.com/office/drawing/2014/main" id="{51D6F22A-A8FE-1C4C-8F5E-039B35504574}"/>
                </a:ext>
              </a:extLst>
            </p:cNvPr>
            <p:cNvSpPr txBox="1">
              <a:spLocks noChangeArrowheads="1"/>
            </p:cNvSpPr>
            <p:nvPr/>
          </p:nvSpPr>
          <p:spPr bwMode="auto">
            <a:xfrm>
              <a:off x="1260" y="2784"/>
              <a:ext cx="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E</a:t>
              </a:r>
            </a:p>
          </p:txBody>
        </p:sp>
        <p:sp>
          <p:nvSpPr>
            <p:cNvPr id="394345" name="Text Box 15">
              <a:extLst>
                <a:ext uri="{FF2B5EF4-FFF2-40B4-BE49-F238E27FC236}">
                  <a16:creationId xmlns:a16="http://schemas.microsoft.com/office/drawing/2014/main" id="{16964090-5A59-9942-85CD-E60B02E3DD48}"/>
                </a:ext>
              </a:extLst>
            </p:cNvPr>
            <p:cNvSpPr txBox="1">
              <a:spLocks noChangeArrowheads="1"/>
            </p:cNvSpPr>
            <p:nvPr/>
          </p:nvSpPr>
          <p:spPr bwMode="auto">
            <a:xfrm>
              <a:off x="1058" y="201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4</a:t>
              </a:r>
            </a:p>
          </p:txBody>
        </p:sp>
        <p:sp>
          <p:nvSpPr>
            <p:cNvPr id="394346" name="Text Box 16">
              <a:extLst>
                <a:ext uri="{FF2B5EF4-FFF2-40B4-BE49-F238E27FC236}">
                  <a16:creationId xmlns:a16="http://schemas.microsoft.com/office/drawing/2014/main" id="{16744487-EF38-C241-A279-D5FA61F32FA5}"/>
                </a:ext>
              </a:extLst>
            </p:cNvPr>
            <p:cNvSpPr txBox="1">
              <a:spLocks noChangeArrowheads="1"/>
            </p:cNvSpPr>
            <p:nvPr/>
          </p:nvSpPr>
          <p:spPr bwMode="auto">
            <a:xfrm>
              <a:off x="1681" y="177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2</a:t>
              </a:r>
            </a:p>
          </p:txBody>
        </p:sp>
        <p:sp>
          <p:nvSpPr>
            <p:cNvPr id="394347" name="Text Box 17">
              <a:extLst>
                <a:ext uri="{FF2B5EF4-FFF2-40B4-BE49-F238E27FC236}">
                  <a16:creationId xmlns:a16="http://schemas.microsoft.com/office/drawing/2014/main" id="{64B6D700-61B4-504B-8CEE-5201D0FB0D53}"/>
                </a:ext>
              </a:extLst>
            </p:cNvPr>
            <p:cNvSpPr txBox="1">
              <a:spLocks noChangeArrowheads="1"/>
            </p:cNvSpPr>
            <p:nvPr/>
          </p:nvSpPr>
          <p:spPr bwMode="auto">
            <a:xfrm>
              <a:off x="2354" y="1968"/>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3</a:t>
              </a:r>
            </a:p>
          </p:txBody>
        </p:sp>
        <p:sp>
          <p:nvSpPr>
            <p:cNvPr id="394348" name="Text Box 18">
              <a:extLst>
                <a:ext uri="{FF2B5EF4-FFF2-40B4-BE49-F238E27FC236}">
                  <a16:creationId xmlns:a16="http://schemas.microsoft.com/office/drawing/2014/main" id="{4F58C445-2EF0-1C42-82C2-23C59138F834}"/>
                </a:ext>
              </a:extLst>
            </p:cNvPr>
            <p:cNvSpPr txBox="1">
              <a:spLocks noChangeArrowheads="1"/>
            </p:cNvSpPr>
            <p:nvPr/>
          </p:nvSpPr>
          <p:spPr bwMode="auto">
            <a:xfrm>
              <a:off x="2354" y="249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7</a:t>
              </a:r>
            </a:p>
          </p:txBody>
        </p:sp>
        <p:sp>
          <p:nvSpPr>
            <p:cNvPr id="394349" name="Text Box 19">
              <a:extLst>
                <a:ext uri="{FF2B5EF4-FFF2-40B4-BE49-F238E27FC236}">
                  <a16:creationId xmlns:a16="http://schemas.microsoft.com/office/drawing/2014/main" id="{EAC8899A-C5C8-2F46-8CD0-24A5C935AA68}"/>
                </a:ext>
              </a:extLst>
            </p:cNvPr>
            <p:cNvSpPr txBox="1">
              <a:spLocks noChangeArrowheads="1"/>
            </p:cNvSpPr>
            <p:nvPr/>
          </p:nvSpPr>
          <p:spPr bwMode="auto">
            <a:xfrm>
              <a:off x="1681" y="273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8</a:t>
              </a:r>
            </a:p>
          </p:txBody>
        </p:sp>
        <p:sp>
          <p:nvSpPr>
            <p:cNvPr id="394350" name="Text Box 20">
              <a:extLst>
                <a:ext uri="{FF2B5EF4-FFF2-40B4-BE49-F238E27FC236}">
                  <a16:creationId xmlns:a16="http://schemas.microsoft.com/office/drawing/2014/main" id="{B05928AB-070D-F641-BB0B-A481BF51739F}"/>
                </a:ext>
              </a:extLst>
            </p:cNvPr>
            <p:cNvSpPr txBox="1">
              <a:spLocks noChangeArrowheads="1"/>
            </p:cNvSpPr>
            <p:nvPr/>
          </p:nvSpPr>
          <p:spPr bwMode="auto">
            <a:xfrm>
              <a:off x="1009" y="2448"/>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5</a:t>
              </a:r>
            </a:p>
          </p:txBody>
        </p:sp>
        <p:sp>
          <p:nvSpPr>
            <p:cNvPr id="394351" name="Text Box 21">
              <a:extLst>
                <a:ext uri="{FF2B5EF4-FFF2-40B4-BE49-F238E27FC236}">
                  <a16:creationId xmlns:a16="http://schemas.microsoft.com/office/drawing/2014/main" id="{9C9C874B-7543-8A45-B6D1-485113187B94}"/>
                </a:ext>
              </a:extLst>
            </p:cNvPr>
            <p:cNvSpPr txBox="1">
              <a:spLocks noChangeArrowheads="1"/>
            </p:cNvSpPr>
            <p:nvPr/>
          </p:nvSpPr>
          <p:spPr bwMode="auto">
            <a:xfrm>
              <a:off x="1441" y="2352"/>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1</a:t>
              </a:r>
            </a:p>
          </p:txBody>
        </p:sp>
        <p:sp>
          <p:nvSpPr>
            <p:cNvPr id="394352" name="Text Box 22">
              <a:extLst>
                <a:ext uri="{FF2B5EF4-FFF2-40B4-BE49-F238E27FC236}">
                  <a16:creationId xmlns:a16="http://schemas.microsoft.com/office/drawing/2014/main" id="{E4BD33E7-400F-CB4F-8F22-DB27D71B52AB}"/>
                </a:ext>
              </a:extLst>
            </p:cNvPr>
            <p:cNvSpPr txBox="1">
              <a:spLocks noChangeArrowheads="1"/>
            </p:cNvSpPr>
            <p:nvPr/>
          </p:nvSpPr>
          <p:spPr bwMode="auto">
            <a:xfrm>
              <a:off x="1922" y="2400"/>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6</a:t>
              </a:r>
            </a:p>
          </p:txBody>
        </p:sp>
      </p:grpSp>
      <p:cxnSp>
        <p:nvCxnSpPr>
          <p:cNvPr id="32" name="直接箭头连接符 2">
            <a:extLst>
              <a:ext uri="{FF2B5EF4-FFF2-40B4-BE49-F238E27FC236}">
                <a16:creationId xmlns:a16="http://schemas.microsoft.com/office/drawing/2014/main" id="{84FFABA4-6B8E-C848-BBCD-0765A1BE64CA}"/>
              </a:ext>
            </a:extLst>
          </p:cNvPr>
          <p:cNvCxnSpPr/>
          <p:nvPr/>
        </p:nvCxnSpPr>
        <p:spPr>
          <a:xfrm flipV="1">
            <a:off x="6494860" y="1145382"/>
            <a:ext cx="683419" cy="22622"/>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3" name="任意多边形 6">
            <a:extLst>
              <a:ext uri="{FF2B5EF4-FFF2-40B4-BE49-F238E27FC236}">
                <a16:creationId xmlns:a16="http://schemas.microsoft.com/office/drawing/2014/main" id="{D7E2F242-13E1-A44D-87AE-14AB583C8955}"/>
              </a:ext>
            </a:extLst>
          </p:cNvPr>
          <p:cNvSpPr/>
          <p:nvPr/>
        </p:nvSpPr>
        <p:spPr>
          <a:xfrm>
            <a:off x="6236494" y="1362076"/>
            <a:ext cx="234554" cy="659606"/>
          </a:xfrm>
          <a:custGeom>
            <a:avLst/>
            <a:gdLst>
              <a:gd name="connsiteX0" fmla="*/ 312821 w 312821"/>
              <a:gd name="connsiteY0" fmla="*/ 878306 h 878306"/>
              <a:gd name="connsiteX1" fmla="*/ 216569 w 312821"/>
              <a:gd name="connsiteY1" fmla="*/ 794085 h 878306"/>
              <a:gd name="connsiteX2" fmla="*/ 156411 w 312821"/>
              <a:gd name="connsiteY2" fmla="*/ 733927 h 878306"/>
              <a:gd name="connsiteX3" fmla="*/ 120316 w 312821"/>
              <a:gd name="connsiteY3" fmla="*/ 661737 h 878306"/>
              <a:gd name="connsiteX4" fmla="*/ 48126 w 312821"/>
              <a:gd name="connsiteY4" fmla="*/ 529390 h 878306"/>
              <a:gd name="connsiteX5" fmla="*/ 36095 w 312821"/>
              <a:gd name="connsiteY5" fmla="*/ 493295 h 878306"/>
              <a:gd name="connsiteX6" fmla="*/ 0 w 312821"/>
              <a:gd name="connsiteY6" fmla="*/ 421106 h 878306"/>
              <a:gd name="connsiteX7" fmla="*/ 12032 w 312821"/>
              <a:gd name="connsiteY7" fmla="*/ 312822 h 878306"/>
              <a:gd name="connsiteX8" fmla="*/ 96253 w 312821"/>
              <a:gd name="connsiteY8" fmla="*/ 204537 h 878306"/>
              <a:gd name="connsiteX9" fmla="*/ 120316 w 312821"/>
              <a:gd name="connsiteY9" fmla="*/ 168443 h 878306"/>
              <a:gd name="connsiteX10" fmla="*/ 180474 w 312821"/>
              <a:gd name="connsiteY10" fmla="*/ 120316 h 878306"/>
              <a:gd name="connsiteX11" fmla="*/ 228600 w 312821"/>
              <a:gd name="connsiteY11" fmla="*/ 60158 h 878306"/>
              <a:gd name="connsiteX12" fmla="*/ 264695 w 312821"/>
              <a:gd name="connsiteY12" fmla="*/ 0 h 87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2821" h="878306">
                <a:moveTo>
                  <a:pt x="312821" y="878306"/>
                </a:moveTo>
                <a:cubicBezTo>
                  <a:pt x="280318" y="852303"/>
                  <a:pt x="243695" y="826636"/>
                  <a:pt x="216569" y="794085"/>
                </a:cubicBezTo>
                <a:cubicBezTo>
                  <a:pt x="166437" y="733927"/>
                  <a:pt x="222583" y="778042"/>
                  <a:pt x="156411" y="733927"/>
                </a:cubicBezTo>
                <a:cubicBezTo>
                  <a:pt x="87447" y="630479"/>
                  <a:pt x="170132" y="761367"/>
                  <a:pt x="120316" y="661737"/>
                </a:cubicBezTo>
                <a:cubicBezTo>
                  <a:pt x="76386" y="573878"/>
                  <a:pt x="102643" y="692951"/>
                  <a:pt x="48126" y="529390"/>
                </a:cubicBezTo>
                <a:cubicBezTo>
                  <a:pt x="44116" y="517358"/>
                  <a:pt x="41767" y="504639"/>
                  <a:pt x="36095" y="493295"/>
                </a:cubicBezTo>
                <a:cubicBezTo>
                  <a:pt x="-10556" y="399990"/>
                  <a:pt x="30246" y="511839"/>
                  <a:pt x="0" y="421106"/>
                </a:cubicBezTo>
                <a:cubicBezTo>
                  <a:pt x="4011" y="385011"/>
                  <a:pt x="548" y="347275"/>
                  <a:pt x="12032" y="312822"/>
                </a:cubicBezTo>
                <a:cubicBezTo>
                  <a:pt x="32305" y="252003"/>
                  <a:pt x="61649" y="246062"/>
                  <a:pt x="96253" y="204537"/>
                </a:cubicBezTo>
                <a:cubicBezTo>
                  <a:pt x="105510" y="193429"/>
                  <a:pt x="111283" y="179734"/>
                  <a:pt x="120316" y="168443"/>
                </a:cubicBezTo>
                <a:cubicBezTo>
                  <a:pt x="139911" y="143949"/>
                  <a:pt x="153669" y="138185"/>
                  <a:pt x="180474" y="120316"/>
                </a:cubicBezTo>
                <a:cubicBezTo>
                  <a:pt x="254536" y="9224"/>
                  <a:pt x="160025" y="145877"/>
                  <a:pt x="228600" y="60158"/>
                </a:cubicBezTo>
                <a:cubicBezTo>
                  <a:pt x="247960" y="35958"/>
                  <a:pt x="252199" y="24992"/>
                  <a:pt x="264695" y="0"/>
                </a:cubicBezTo>
              </a:path>
            </a:pathLst>
          </a:custGeom>
          <a:noFill/>
          <a:ln w="38100">
            <a:solidFill>
              <a:srgbClr val="00B05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34" name="任意多边形 8">
            <a:extLst>
              <a:ext uri="{FF2B5EF4-FFF2-40B4-BE49-F238E27FC236}">
                <a16:creationId xmlns:a16="http://schemas.microsoft.com/office/drawing/2014/main" id="{41BB5B3D-0F7E-884D-9F47-946A3D619A7B}"/>
              </a:ext>
            </a:extLst>
          </p:cNvPr>
          <p:cNvSpPr/>
          <p:nvPr/>
        </p:nvSpPr>
        <p:spPr>
          <a:xfrm>
            <a:off x="6498432" y="1426369"/>
            <a:ext cx="460772" cy="640556"/>
          </a:xfrm>
          <a:custGeom>
            <a:avLst/>
            <a:gdLst>
              <a:gd name="connsiteX0" fmla="*/ 132347 w 613750"/>
              <a:gd name="connsiteY0" fmla="*/ 854242 h 854242"/>
              <a:gd name="connsiteX1" fmla="*/ 228600 w 613750"/>
              <a:gd name="connsiteY1" fmla="*/ 842210 h 854242"/>
              <a:gd name="connsiteX2" fmla="*/ 601579 w 613750"/>
              <a:gd name="connsiteY2" fmla="*/ 818147 h 854242"/>
              <a:gd name="connsiteX3" fmla="*/ 613610 w 613750"/>
              <a:gd name="connsiteY3" fmla="*/ 782052 h 854242"/>
              <a:gd name="connsiteX4" fmla="*/ 565484 w 613750"/>
              <a:gd name="connsiteY4" fmla="*/ 673768 h 854242"/>
              <a:gd name="connsiteX5" fmla="*/ 529389 w 613750"/>
              <a:gd name="connsiteY5" fmla="*/ 637673 h 854242"/>
              <a:gd name="connsiteX6" fmla="*/ 505326 w 613750"/>
              <a:gd name="connsiteY6" fmla="*/ 601578 h 854242"/>
              <a:gd name="connsiteX7" fmla="*/ 409074 w 613750"/>
              <a:gd name="connsiteY7" fmla="*/ 517357 h 854242"/>
              <a:gd name="connsiteX8" fmla="*/ 360947 w 613750"/>
              <a:gd name="connsiteY8" fmla="*/ 457200 h 854242"/>
              <a:gd name="connsiteX9" fmla="*/ 324853 w 613750"/>
              <a:gd name="connsiteY9" fmla="*/ 433136 h 854242"/>
              <a:gd name="connsiteX10" fmla="*/ 276726 w 613750"/>
              <a:gd name="connsiteY10" fmla="*/ 372978 h 854242"/>
              <a:gd name="connsiteX11" fmla="*/ 240632 w 613750"/>
              <a:gd name="connsiteY11" fmla="*/ 348915 h 854242"/>
              <a:gd name="connsiteX12" fmla="*/ 228600 w 613750"/>
              <a:gd name="connsiteY12" fmla="*/ 312821 h 854242"/>
              <a:gd name="connsiteX13" fmla="*/ 204537 w 613750"/>
              <a:gd name="connsiteY13" fmla="*/ 288757 h 854242"/>
              <a:gd name="connsiteX14" fmla="*/ 156410 w 613750"/>
              <a:gd name="connsiteY14" fmla="*/ 228600 h 854242"/>
              <a:gd name="connsiteX15" fmla="*/ 108284 w 613750"/>
              <a:gd name="connsiteY15" fmla="*/ 168442 h 854242"/>
              <a:gd name="connsiteX16" fmla="*/ 96253 w 613750"/>
              <a:gd name="connsiteY16" fmla="*/ 132347 h 854242"/>
              <a:gd name="connsiteX17" fmla="*/ 72189 w 613750"/>
              <a:gd name="connsiteY17" fmla="*/ 108284 h 854242"/>
              <a:gd name="connsiteX18" fmla="*/ 24063 w 613750"/>
              <a:gd name="connsiteY18" fmla="*/ 36094 h 854242"/>
              <a:gd name="connsiteX19" fmla="*/ 0 w 613750"/>
              <a:gd name="connsiteY19" fmla="*/ 0 h 854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13750" h="854242">
                <a:moveTo>
                  <a:pt x="132347" y="854242"/>
                </a:moveTo>
                <a:cubicBezTo>
                  <a:pt x="164431" y="850231"/>
                  <a:pt x="196325" y="844166"/>
                  <a:pt x="228600" y="842210"/>
                </a:cubicBezTo>
                <a:cubicBezTo>
                  <a:pt x="616948" y="818673"/>
                  <a:pt x="415050" y="849233"/>
                  <a:pt x="601579" y="818147"/>
                </a:cubicBezTo>
                <a:cubicBezTo>
                  <a:pt x="605589" y="806115"/>
                  <a:pt x="615011" y="794657"/>
                  <a:pt x="613610" y="782052"/>
                </a:cubicBezTo>
                <a:cubicBezTo>
                  <a:pt x="609574" y="745733"/>
                  <a:pt x="589592" y="702698"/>
                  <a:pt x="565484" y="673768"/>
                </a:cubicBezTo>
                <a:cubicBezTo>
                  <a:pt x="554591" y="660696"/>
                  <a:pt x="540282" y="650745"/>
                  <a:pt x="529389" y="637673"/>
                </a:cubicBezTo>
                <a:cubicBezTo>
                  <a:pt x="520132" y="626564"/>
                  <a:pt x="514848" y="612460"/>
                  <a:pt x="505326" y="601578"/>
                </a:cubicBezTo>
                <a:cubicBezTo>
                  <a:pt x="418756" y="502642"/>
                  <a:pt x="477017" y="571712"/>
                  <a:pt x="409074" y="517357"/>
                </a:cubicBezTo>
                <a:cubicBezTo>
                  <a:pt x="349537" y="469727"/>
                  <a:pt x="423487" y="519741"/>
                  <a:pt x="360947" y="457200"/>
                </a:cubicBezTo>
                <a:cubicBezTo>
                  <a:pt x="350722" y="446975"/>
                  <a:pt x="336144" y="442169"/>
                  <a:pt x="324853" y="433136"/>
                </a:cubicBezTo>
                <a:cubicBezTo>
                  <a:pt x="265312" y="385503"/>
                  <a:pt x="339271" y="435524"/>
                  <a:pt x="276726" y="372978"/>
                </a:cubicBezTo>
                <a:cubicBezTo>
                  <a:pt x="266501" y="362753"/>
                  <a:pt x="252663" y="356936"/>
                  <a:pt x="240632" y="348915"/>
                </a:cubicBezTo>
                <a:cubicBezTo>
                  <a:pt x="236621" y="336884"/>
                  <a:pt x="235125" y="323696"/>
                  <a:pt x="228600" y="312821"/>
                </a:cubicBezTo>
                <a:cubicBezTo>
                  <a:pt x="222764" y="303094"/>
                  <a:pt x="211623" y="297615"/>
                  <a:pt x="204537" y="288757"/>
                </a:cubicBezTo>
                <a:cubicBezTo>
                  <a:pt x="143836" y="212881"/>
                  <a:pt x="214504" y="286692"/>
                  <a:pt x="156410" y="228600"/>
                </a:cubicBezTo>
                <a:cubicBezTo>
                  <a:pt x="126170" y="137874"/>
                  <a:pt x="170480" y="246187"/>
                  <a:pt x="108284" y="168442"/>
                </a:cubicBezTo>
                <a:cubicBezTo>
                  <a:pt x="100361" y="158539"/>
                  <a:pt x="102778" y="143222"/>
                  <a:pt x="96253" y="132347"/>
                </a:cubicBezTo>
                <a:cubicBezTo>
                  <a:pt x="90417" y="122620"/>
                  <a:pt x="78995" y="117359"/>
                  <a:pt x="72189" y="108284"/>
                </a:cubicBezTo>
                <a:cubicBezTo>
                  <a:pt x="54837" y="85148"/>
                  <a:pt x="40105" y="60157"/>
                  <a:pt x="24063" y="36094"/>
                </a:cubicBezTo>
                <a:lnTo>
                  <a:pt x="0" y="0"/>
                </a:lnTo>
              </a:path>
            </a:pathLst>
          </a:custGeom>
          <a:noFill/>
          <a:ln w="38100">
            <a:solidFill>
              <a:srgbClr val="00B05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cxnSp>
        <p:nvCxnSpPr>
          <p:cNvPr id="3" name="曲线连接符 2">
            <a:extLst>
              <a:ext uri="{FF2B5EF4-FFF2-40B4-BE49-F238E27FC236}">
                <a16:creationId xmlns:a16="http://schemas.microsoft.com/office/drawing/2014/main" id="{90D81E41-0375-F449-B611-D100C338B1E1}"/>
              </a:ext>
            </a:extLst>
          </p:cNvPr>
          <p:cNvCxnSpPr>
            <a:endCxn id="394344" idx="1"/>
          </p:cNvCxnSpPr>
          <p:nvPr/>
        </p:nvCxnSpPr>
        <p:spPr>
          <a:xfrm flipV="1">
            <a:off x="2033588" y="2348508"/>
            <a:ext cx="4236509" cy="1562697"/>
          </a:xfrm>
          <a:prstGeom prst="curvedConnector3">
            <a:avLst>
              <a:gd name="adj1" fmla="val 50000"/>
            </a:avLst>
          </a:prstGeom>
          <a:ln w="12700">
            <a:solidFill>
              <a:srgbClr val="C00000"/>
            </a:solidFill>
            <a:headEnd type="none" w="lg" len="lg"/>
            <a:tailEnd type="stealth"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4483759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0"/>
                                  </p:stCondLst>
                                  <p:childTnLst>
                                    <p:set>
                                      <p:cBhvr>
                                        <p:cTn id="6" dur="1" fill="hold">
                                          <p:stCondLst>
                                            <p:cond delay="0"/>
                                          </p:stCondLst>
                                        </p:cTn>
                                        <p:tgtEl>
                                          <p:spTgt spid="3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3"/>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6289" name="Rectangle 2">
            <a:extLst>
              <a:ext uri="{FF2B5EF4-FFF2-40B4-BE49-F238E27FC236}">
                <a16:creationId xmlns:a16="http://schemas.microsoft.com/office/drawing/2014/main" id="{ADE9400A-CED2-444E-ACEA-A2623F8654FF}"/>
              </a:ext>
            </a:extLst>
          </p:cNvPr>
          <p:cNvSpPr>
            <a:spLocks noGrp="1" noChangeArrowheads="1"/>
          </p:cNvSpPr>
          <p:nvPr>
            <p:ph type="title"/>
          </p:nvPr>
        </p:nvSpPr>
        <p:spPr>
          <a:xfrm>
            <a:off x="171450" y="226219"/>
            <a:ext cx="6881813" cy="725091"/>
          </a:xfrm>
        </p:spPr>
        <p:txBody>
          <a:bodyPr/>
          <a:lstStyle/>
          <a:p>
            <a:r>
              <a:rPr lang="en-US" altLang="zh-CN" sz="3000" dirty="0">
                <a:ea typeface="宋体" panose="02010600030101010101" pitchFamily="2" charset="-122"/>
              </a:rPr>
              <a:t>5-6.</a:t>
            </a:r>
            <a:r>
              <a:rPr lang="zh-CN" altLang="en-US" sz="3000" dirty="0">
                <a:ea typeface="宋体" panose="02010600030101010101" pitchFamily="2" charset="-122"/>
              </a:rPr>
              <a:t> 计算新路由</a:t>
            </a:r>
          </a:p>
        </p:txBody>
      </p:sp>
      <p:sp>
        <p:nvSpPr>
          <p:cNvPr id="396290" name="内容占位符 1">
            <a:extLst>
              <a:ext uri="{FF2B5EF4-FFF2-40B4-BE49-F238E27FC236}">
                <a16:creationId xmlns:a16="http://schemas.microsoft.com/office/drawing/2014/main" id="{B734742F-842A-1343-BCFA-7FAEF4E56326}"/>
              </a:ext>
            </a:extLst>
          </p:cNvPr>
          <p:cNvSpPr>
            <a:spLocks noGrp="1" noChangeArrowheads="1"/>
          </p:cNvSpPr>
          <p:nvPr>
            <p:ph idx="1"/>
          </p:nvPr>
        </p:nvSpPr>
        <p:spPr>
          <a:xfrm>
            <a:off x="274320" y="1059656"/>
            <a:ext cx="8606790" cy="3671888"/>
          </a:xfrm>
        </p:spPr>
        <p:txBody>
          <a:bodyPr/>
          <a:lstStyle/>
          <a:p>
            <a:r>
              <a:rPr lang="zh-CN" altLang="en-US">
                <a:latin typeface="Times New Roman" panose="02020603050405020304" pitchFamily="18" charset="0"/>
                <a:ea typeface="宋体" panose="02010600030101010101" pitchFamily="2" charset="-122"/>
              </a:rPr>
              <a:t>路由器积累全部链路状态分组</a:t>
            </a:r>
            <a:endParaRPr lang="en-US" altLang="zh-CN">
              <a:latin typeface="Times New Roman" panose="02020603050405020304" pitchFamily="18" charset="0"/>
              <a:ea typeface="宋体" panose="02010600030101010101" pitchFamily="2" charset="-122"/>
            </a:endParaRPr>
          </a:p>
          <a:p>
            <a:r>
              <a:rPr lang="zh-CN" altLang="en-US">
                <a:latin typeface="Times New Roman" panose="02020603050405020304" pitchFamily="18" charset="0"/>
                <a:ea typeface="宋体" panose="02010600030101010101" pitchFamily="2" charset="-122"/>
              </a:rPr>
              <a:t>可构造完整网络拓扑图</a:t>
            </a:r>
            <a:endParaRPr lang="en-US" altLang="zh-CN">
              <a:latin typeface="Times New Roman" panose="02020603050405020304" pitchFamily="18" charset="0"/>
              <a:ea typeface="宋体" panose="02010600030101010101" pitchFamily="2" charset="-122"/>
            </a:endParaRPr>
          </a:p>
          <a:p>
            <a:r>
              <a:rPr lang="zh-CN" altLang="en-US">
                <a:latin typeface="Times New Roman" panose="02020603050405020304" pitchFamily="18" charset="0"/>
                <a:ea typeface="宋体" panose="02010600030101010101" pitchFamily="2" charset="-122"/>
              </a:rPr>
              <a:t>运行</a:t>
            </a:r>
            <a:r>
              <a:rPr lang="en-US" altLang="zh-CN">
                <a:latin typeface="Times New Roman" panose="02020603050405020304" pitchFamily="18" charset="0"/>
                <a:ea typeface="宋体" panose="02010600030101010101" pitchFamily="2" charset="-122"/>
              </a:rPr>
              <a:t>Dijkstra</a:t>
            </a:r>
            <a:r>
              <a:rPr lang="zh-CN" altLang="en-US">
                <a:latin typeface="Times New Roman" panose="02020603050405020304" pitchFamily="18" charset="0"/>
                <a:ea typeface="宋体" panose="02010600030101010101" pitchFamily="2" charset="-122"/>
              </a:rPr>
              <a:t>算法，计算新路由</a:t>
            </a:r>
            <a:endParaRPr lang="en-US" altLang="zh-CN">
              <a:latin typeface="Times New Roman" panose="02020603050405020304" pitchFamily="18" charset="0"/>
              <a:ea typeface="宋体" panose="02010600030101010101" pitchFamily="2" charset="-122"/>
            </a:endParaRPr>
          </a:p>
          <a:p>
            <a:pPr lvl="1"/>
            <a:r>
              <a:rPr lang="en-US" altLang="zh-CN" i="1">
                <a:latin typeface="Times New Roman" panose="02020603050405020304" pitchFamily="18" charset="0"/>
                <a:ea typeface="宋体" panose="02010600030101010101" pitchFamily="2" charset="-122"/>
              </a:rPr>
              <a:t>n</a:t>
            </a:r>
            <a:r>
              <a:rPr lang="zh-CN" altLang="en-US">
                <a:latin typeface="Times New Roman" panose="02020603050405020304" pitchFamily="18" charset="0"/>
                <a:ea typeface="宋体" panose="02010600030101010101" pitchFamily="2" charset="-122"/>
              </a:rPr>
              <a:t>个路由器，</a:t>
            </a:r>
            <a:r>
              <a:rPr lang="en-US" altLang="zh-CN" i="1">
                <a:latin typeface="Times New Roman" panose="02020603050405020304" pitchFamily="18" charset="0"/>
                <a:ea typeface="宋体" panose="02010600030101010101" pitchFamily="2" charset="-122"/>
              </a:rPr>
              <a:t>k</a:t>
            </a:r>
            <a:r>
              <a:rPr lang="zh-CN" altLang="en-US">
                <a:latin typeface="Times New Roman" panose="02020603050405020304" pitchFamily="18" charset="0"/>
                <a:ea typeface="宋体" panose="02010600030101010101" pitchFamily="2" charset="-122"/>
              </a:rPr>
              <a:t>个邻居：</a:t>
            </a:r>
            <a:r>
              <a:rPr lang="en-US" altLang="zh-CN" i="1">
                <a:latin typeface="Times New Roman" panose="02020603050405020304" pitchFamily="18" charset="0"/>
                <a:ea typeface="宋体" panose="02010600030101010101" pitchFamily="2" charset="-122"/>
              </a:rPr>
              <a:t>kn</a:t>
            </a:r>
          </a:p>
          <a:p>
            <a:pPr lvl="1"/>
            <a:r>
              <a:rPr lang="zh-CN" altLang="en-US">
                <a:latin typeface="Times New Roman" panose="02020603050405020304" pitchFamily="18" charset="0"/>
                <a:ea typeface="宋体" panose="02010600030101010101" pitchFamily="2" charset="-122"/>
              </a:rPr>
              <a:t>消除个别路由器失败的影响</a:t>
            </a:r>
            <a:endParaRPr lang="en-US" altLang="zh-CN">
              <a:latin typeface="Times New Roman" panose="02020603050405020304" pitchFamily="18" charset="0"/>
              <a:ea typeface="宋体" panose="02010600030101010101" pitchFamily="2" charset="-122"/>
            </a:endParaRPr>
          </a:p>
          <a:p>
            <a:pPr lvl="1"/>
            <a:endParaRPr lang="en-US" altLang="zh-CN">
              <a:latin typeface="Times New Roman" panose="02020603050405020304" pitchFamily="18" charset="0"/>
              <a:ea typeface="宋体" panose="02010600030101010101" pitchFamily="2" charset="-122"/>
            </a:endParaRPr>
          </a:p>
          <a:p>
            <a:r>
              <a:rPr lang="zh-CN" altLang="en-US">
                <a:latin typeface="Times New Roman" panose="02020603050405020304" pitchFamily="18" charset="0"/>
                <a:ea typeface="宋体" panose="02010600030101010101" pitchFamily="2" charset="-122"/>
              </a:rPr>
              <a:t>被广泛应用于实际网络中的链路状态路由协议</a:t>
            </a:r>
            <a:endParaRPr lang="en-US" altLang="zh-CN">
              <a:latin typeface="Times New Roman" panose="02020603050405020304" pitchFamily="18" charset="0"/>
              <a:ea typeface="宋体" panose="02010600030101010101" pitchFamily="2" charset="-122"/>
            </a:endParaRPr>
          </a:p>
          <a:p>
            <a:pPr lvl="1"/>
            <a:r>
              <a:rPr lang="en-US" altLang="zh-CN">
                <a:latin typeface="Times New Roman" panose="02020603050405020304" pitchFamily="18" charset="0"/>
                <a:ea typeface="宋体" panose="02010600030101010101" pitchFamily="2" charset="-122"/>
              </a:rPr>
              <a:t>IS-IS</a:t>
            </a:r>
            <a:r>
              <a:rPr lang="zh-CN" altLang="en-US">
                <a:latin typeface="Times New Roman" panose="02020603050405020304" pitchFamily="18" charset="0"/>
                <a:ea typeface="宋体" panose="02010600030101010101" pitchFamily="2" charset="-122"/>
              </a:rPr>
              <a:t>（</a:t>
            </a:r>
            <a:r>
              <a:rPr lang="en-US" altLang="zh-CN">
                <a:latin typeface="Times New Roman" panose="02020603050405020304" pitchFamily="18" charset="0"/>
                <a:ea typeface="宋体" panose="02010600030101010101" pitchFamily="2" charset="-122"/>
              </a:rPr>
              <a:t>DECnet</a:t>
            </a:r>
            <a:r>
              <a:rPr lang="zh-CN" altLang="en-US">
                <a:latin typeface="Times New Roman" panose="02020603050405020304" pitchFamily="18" charset="0"/>
                <a:ea typeface="宋体" panose="02010600030101010101" pitchFamily="2" charset="-122"/>
              </a:rPr>
              <a:t>），</a:t>
            </a:r>
            <a:r>
              <a:rPr lang="en-US" altLang="zh-CN">
                <a:latin typeface="Times New Roman" panose="02020603050405020304" pitchFamily="18" charset="0"/>
                <a:ea typeface="宋体" panose="02010600030101010101" pitchFamily="2" charset="-122"/>
              </a:rPr>
              <a:t>OSPF</a:t>
            </a:r>
            <a:r>
              <a:rPr lang="zh-CN" altLang="en-US">
                <a:latin typeface="Times New Roman" panose="02020603050405020304" pitchFamily="18" charset="0"/>
                <a:ea typeface="宋体" panose="02010600030101010101" pitchFamily="2" charset="-122"/>
              </a:rPr>
              <a:t>（</a:t>
            </a:r>
            <a:r>
              <a:rPr lang="en-US" altLang="zh-CN">
                <a:latin typeface="Times New Roman" panose="02020603050405020304" pitchFamily="18" charset="0"/>
                <a:ea typeface="宋体" panose="02010600030101010101" pitchFamily="2" charset="-122"/>
              </a:rPr>
              <a:t>IETF</a:t>
            </a:r>
            <a:r>
              <a:rPr lang="zh-CN" altLang="en-US">
                <a:latin typeface="Times New Roman" panose="02020603050405020304" pitchFamily="18" charset="0"/>
                <a:ea typeface="宋体" panose="02010600030101010101" pitchFamily="2" charset="-122"/>
              </a:rPr>
              <a:t>）</a:t>
            </a:r>
          </a:p>
        </p:txBody>
      </p:sp>
      <p:sp>
        <p:nvSpPr>
          <p:cNvPr id="396291" name="灯片编号占位符 1">
            <a:extLst>
              <a:ext uri="{FF2B5EF4-FFF2-40B4-BE49-F238E27FC236}">
                <a16:creationId xmlns:a16="http://schemas.microsoft.com/office/drawing/2014/main" id="{7286BF62-2E82-7846-AD50-193BB790CA82}"/>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4C5D3E9-563C-B948-B38B-0610CF0EA4F8}"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178</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2284316220"/>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61" name="Rectangle 2">
            <a:extLst>
              <a:ext uri="{FF2B5EF4-FFF2-40B4-BE49-F238E27FC236}">
                <a16:creationId xmlns:a16="http://schemas.microsoft.com/office/drawing/2014/main" id="{829B7EAB-DDDE-C149-9EA2-1A778BD37FA9}"/>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OSPF </a:t>
            </a:r>
            <a:r>
              <a:rPr lang="zh-CN" altLang="en-US" dirty="0">
                <a:latin typeface="Times New Roman" panose="02020603050405020304" pitchFamily="18" charset="0"/>
                <a:ea typeface="宋体" panose="02010600030101010101" pitchFamily="2" charset="-122"/>
              </a:rPr>
              <a:t>的区域</a:t>
            </a:r>
            <a:r>
              <a:rPr lang="en-US" altLang="zh-CN" dirty="0">
                <a:latin typeface="Times New Roman" panose="02020603050405020304" pitchFamily="18" charset="0"/>
                <a:ea typeface="宋体" panose="02010600030101010101" pitchFamily="2" charset="-122"/>
              </a:rPr>
              <a:t>(area) </a:t>
            </a:r>
          </a:p>
        </p:txBody>
      </p:sp>
      <p:sp>
        <p:nvSpPr>
          <p:cNvPr id="583683" name="Rectangle 3">
            <a:extLst>
              <a:ext uri="{FF2B5EF4-FFF2-40B4-BE49-F238E27FC236}">
                <a16:creationId xmlns:a16="http://schemas.microsoft.com/office/drawing/2014/main" id="{E4477F2B-35C3-A34D-9441-875CDD7843B9}"/>
              </a:ext>
            </a:extLst>
          </p:cNvPr>
          <p:cNvSpPr>
            <a:spLocks noGrp="1" noChangeArrowheads="1"/>
          </p:cNvSpPr>
          <p:nvPr>
            <p:ph type="body" idx="1"/>
          </p:nvPr>
        </p:nvSpPr>
        <p:spPr>
          <a:xfrm>
            <a:off x="251460" y="1113235"/>
            <a:ext cx="8687056" cy="3402806"/>
          </a:xfrm>
        </p:spPr>
        <p:txBody>
          <a:bodyPr/>
          <a:lstStyle/>
          <a:p>
            <a:pPr eaLnBrk="1" hangingPunct="1"/>
            <a:r>
              <a:rPr lang="zh-CN" altLang="en-US" sz="2100" dirty="0">
                <a:ea typeface="宋体" panose="02010600030101010101" pitchFamily="2" charset="-122"/>
              </a:rPr>
              <a:t>为了使 </a:t>
            </a:r>
            <a:r>
              <a:rPr lang="en-US" altLang="zh-CN" sz="2100" dirty="0">
                <a:ea typeface="宋体" panose="02010600030101010101" pitchFamily="2" charset="-122"/>
              </a:rPr>
              <a:t>OSPF </a:t>
            </a:r>
            <a:r>
              <a:rPr lang="zh-CN" altLang="en-US" sz="2100" dirty="0">
                <a:ea typeface="宋体" panose="02010600030101010101" pitchFamily="2" charset="-122"/>
              </a:rPr>
              <a:t>能够用于规模很大的网络，</a:t>
            </a:r>
            <a:r>
              <a:rPr lang="en-US" altLang="zh-CN" sz="2100" dirty="0">
                <a:ea typeface="宋体" panose="02010600030101010101" pitchFamily="2" charset="-122"/>
              </a:rPr>
              <a:t>OSPF </a:t>
            </a:r>
            <a:r>
              <a:rPr lang="zh-CN" altLang="en-US" sz="2100" dirty="0">
                <a:ea typeface="宋体" panose="02010600030101010101" pitchFamily="2" charset="-122"/>
              </a:rPr>
              <a:t>将一个自治系统再划分为若干个更小的范围，叫作</a:t>
            </a:r>
            <a:r>
              <a:rPr lang="zh-CN" altLang="en-US" sz="2100" dirty="0">
                <a:solidFill>
                  <a:schemeClr val="hlink"/>
                </a:solidFill>
                <a:ea typeface="宋体" panose="02010600030101010101" pitchFamily="2" charset="-122"/>
              </a:rPr>
              <a:t>区域</a:t>
            </a:r>
            <a:r>
              <a:rPr lang="zh-CN" altLang="en-US" sz="2100" dirty="0">
                <a:ea typeface="宋体" panose="02010600030101010101" pitchFamily="2" charset="-122"/>
              </a:rPr>
              <a:t>。</a:t>
            </a:r>
          </a:p>
          <a:p>
            <a:pPr eaLnBrk="1" hangingPunct="1"/>
            <a:r>
              <a:rPr lang="zh-CN" altLang="en-US" sz="2100" dirty="0">
                <a:ea typeface="宋体" panose="02010600030101010101" pitchFamily="2" charset="-122"/>
              </a:rPr>
              <a:t>每一个区域都有一个 </a:t>
            </a:r>
            <a:r>
              <a:rPr lang="en-US" altLang="zh-CN" sz="2100" dirty="0">
                <a:ea typeface="宋体" panose="02010600030101010101" pitchFamily="2" charset="-122"/>
              </a:rPr>
              <a:t>32 </a:t>
            </a:r>
            <a:r>
              <a:rPr lang="zh-CN" altLang="en-US" sz="2100" dirty="0">
                <a:ea typeface="宋体" panose="02010600030101010101" pitchFamily="2" charset="-122"/>
              </a:rPr>
              <a:t>位的区域标识符（用点分十进制表示）。</a:t>
            </a:r>
          </a:p>
          <a:p>
            <a:pPr eaLnBrk="1" hangingPunct="1"/>
            <a:r>
              <a:rPr lang="zh-CN" altLang="en-US" sz="2100" dirty="0">
                <a:ea typeface="宋体" panose="02010600030101010101" pitchFamily="2" charset="-122"/>
              </a:rPr>
              <a:t>区域也不能太大，在一个区域内的路由器最好不超过 </a:t>
            </a:r>
            <a:r>
              <a:rPr lang="en-US" altLang="zh-CN" sz="2100" dirty="0">
                <a:ea typeface="宋体" panose="02010600030101010101" pitchFamily="2" charset="-122"/>
              </a:rPr>
              <a:t>200 </a:t>
            </a:r>
            <a:r>
              <a:rPr lang="zh-CN" altLang="en-US" sz="2100" dirty="0">
                <a:ea typeface="宋体" panose="02010600030101010101" pitchFamily="2" charset="-122"/>
              </a:rPr>
              <a:t>个。  </a:t>
            </a:r>
          </a:p>
        </p:txBody>
      </p:sp>
      <p:sp>
        <p:nvSpPr>
          <p:cNvPr id="399363" name="幻灯片编号占位符 1">
            <a:extLst>
              <a:ext uri="{FF2B5EF4-FFF2-40B4-BE49-F238E27FC236}">
                <a16:creationId xmlns:a16="http://schemas.microsoft.com/office/drawing/2014/main" id="{C31B0166-88EB-7444-A5EE-D0D564695C8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F75B7AB-D0BC-E34A-BD1A-CE4CB9F39231}"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179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41742870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8368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8368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3937" name="Rectangle 2">
            <a:extLst>
              <a:ext uri="{FF2B5EF4-FFF2-40B4-BE49-F238E27FC236}">
                <a16:creationId xmlns:a16="http://schemas.microsoft.com/office/drawing/2014/main" id="{5C3992D4-5244-3A42-84FD-7B39FF973CE2}"/>
              </a:ext>
            </a:extLst>
          </p:cNvPr>
          <p:cNvSpPr>
            <a:spLocks noGrp="1" noChangeArrowheads="1"/>
          </p:cNvSpPr>
          <p:nvPr>
            <p:ph type="title"/>
          </p:nvPr>
        </p:nvSpPr>
        <p:spPr>
          <a:xfrm>
            <a:off x="160021" y="160735"/>
            <a:ext cx="7760018" cy="790575"/>
          </a:xfrm>
        </p:spPr>
        <p:txBody>
          <a:bodyPr/>
          <a:lstStyle/>
          <a:p>
            <a:pPr eaLnBrk="1" hangingPunct="1"/>
            <a:r>
              <a:rPr lang="en-US" altLang="zh-CN" dirty="0">
                <a:latin typeface="Times New Roman" panose="02020603050405020304" pitchFamily="18" charset="0"/>
                <a:ea typeface="宋体" panose="02010600030101010101" pitchFamily="2" charset="-122"/>
              </a:rPr>
              <a:t>4.5.4  </a:t>
            </a:r>
            <a:r>
              <a:rPr lang="zh-CN" altLang="en-US" dirty="0">
                <a:latin typeface="Times New Roman" panose="02020603050405020304" pitchFamily="18" charset="0"/>
                <a:ea typeface="宋体" panose="02010600030101010101" pitchFamily="2" charset="-122"/>
              </a:rPr>
              <a:t>外部网关协议 </a:t>
            </a:r>
            <a:r>
              <a:rPr lang="en-US" altLang="zh-CN" dirty="0">
                <a:latin typeface="Times New Roman" panose="02020603050405020304" pitchFamily="18" charset="0"/>
                <a:ea typeface="宋体" panose="02010600030101010101" pitchFamily="2" charset="-122"/>
              </a:rPr>
              <a:t>BGP</a:t>
            </a:r>
          </a:p>
        </p:txBody>
      </p:sp>
      <p:sp>
        <p:nvSpPr>
          <p:cNvPr id="600067" name="Rectangle 3">
            <a:extLst>
              <a:ext uri="{FF2B5EF4-FFF2-40B4-BE49-F238E27FC236}">
                <a16:creationId xmlns:a16="http://schemas.microsoft.com/office/drawing/2014/main" id="{BE5E88DB-BE88-5A4E-9184-FE418F826D8D}"/>
              </a:ext>
            </a:extLst>
          </p:cNvPr>
          <p:cNvSpPr>
            <a:spLocks noGrp="1" noChangeArrowheads="1"/>
          </p:cNvSpPr>
          <p:nvPr>
            <p:ph type="body" idx="1"/>
          </p:nvPr>
        </p:nvSpPr>
        <p:spPr>
          <a:xfrm>
            <a:off x="186214" y="1059657"/>
            <a:ext cx="8752046" cy="3240881"/>
          </a:xfrm>
        </p:spPr>
        <p:txBody>
          <a:bodyPr/>
          <a:lstStyle/>
          <a:p>
            <a:pPr eaLnBrk="1" hangingPunct="1"/>
            <a:r>
              <a:rPr lang="en-US" altLang="zh-CN" sz="2250" dirty="0">
                <a:ea typeface="宋体" panose="02010600030101010101" pitchFamily="2" charset="-122"/>
              </a:rPr>
              <a:t>BGP </a:t>
            </a:r>
            <a:r>
              <a:rPr lang="zh-CN" altLang="en-US" sz="2250" dirty="0">
                <a:ea typeface="宋体" panose="02010600030101010101" pitchFamily="2" charset="-122"/>
              </a:rPr>
              <a:t>是不同自治系统的路由器之间交换路由信息的协议。 </a:t>
            </a:r>
          </a:p>
          <a:p>
            <a:pPr eaLnBrk="1" hangingPunct="1"/>
            <a:r>
              <a:rPr lang="en-US" altLang="zh-CN" sz="2250" dirty="0">
                <a:ea typeface="宋体" panose="02010600030101010101" pitchFamily="2" charset="-122"/>
              </a:rPr>
              <a:t>BGP </a:t>
            </a:r>
            <a:r>
              <a:rPr lang="zh-CN" altLang="en-US" sz="2250" dirty="0">
                <a:ea typeface="宋体" panose="02010600030101010101" pitchFamily="2" charset="-122"/>
              </a:rPr>
              <a:t>较新版本是 </a:t>
            </a:r>
            <a:r>
              <a:rPr lang="en-US" altLang="zh-CN" sz="2250" dirty="0">
                <a:ea typeface="宋体" panose="02010600030101010101" pitchFamily="2" charset="-122"/>
              </a:rPr>
              <a:t>2006 </a:t>
            </a:r>
            <a:r>
              <a:rPr lang="zh-CN" altLang="en-US" sz="2250" dirty="0">
                <a:ea typeface="宋体" panose="02010600030101010101" pitchFamily="2" charset="-122"/>
              </a:rPr>
              <a:t>年 </a:t>
            </a:r>
            <a:r>
              <a:rPr lang="en-US" altLang="zh-CN" sz="2250" dirty="0">
                <a:ea typeface="宋体" panose="02010600030101010101" pitchFamily="2" charset="-122"/>
              </a:rPr>
              <a:t>1 </a:t>
            </a:r>
            <a:r>
              <a:rPr lang="zh-CN" altLang="en-US" sz="2250" dirty="0">
                <a:ea typeface="宋体" panose="02010600030101010101" pitchFamily="2" charset="-122"/>
              </a:rPr>
              <a:t>月发表的 </a:t>
            </a:r>
            <a:r>
              <a:rPr lang="en-US" altLang="zh-CN" sz="2250" dirty="0">
                <a:ea typeface="宋体" panose="02010600030101010101" pitchFamily="2" charset="-122"/>
              </a:rPr>
              <a:t>BGP-4</a:t>
            </a:r>
            <a:r>
              <a:rPr lang="zh-CN" altLang="en-US" sz="2250" dirty="0">
                <a:ea typeface="宋体" panose="02010600030101010101" pitchFamily="2" charset="-122"/>
              </a:rPr>
              <a:t>（</a:t>
            </a:r>
            <a:r>
              <a:rPr lang="en-US" altLang="zh-CN" sz="2250" dirty="0">
                <a:ea typeface="宋体" panose="02010600030101010101" pitchFamily="2" charset="-122"/>
              </a:rPr>
              <a:t>BGP </a:t>
            </a:r>
            <a:r>
              <a:rPr lang="zh-CN" altLang="en-US" sz="2250" dirty="0">
                <a:ea typeface="宋体" panose="02010600030101010101" pitchFamily="2" charset="-122"/>
              </a:rPr>
              <a:t>第 </a:t>
            </a:r>
            <a:r>
              <a:rPr lang="en-US" altLang="zh-CN" sz="2250" dirty="0">
                <a:ea typeface="宋体" panose="02010600030101010101" pitchFamily="2" charset="-122"/>
              </a:rPr>
              <a:t>4 </a:t>
            </a:r>
            <a:r>
              <a:rPr lang="zh-CN" altLang="en-US" sz="2250" dirty="0">
                <a:ea typeface="宋体" panose="02010600030101010101" pitchFamily="2" charset="-122"/>
              </a:rPr>
              <a:t>个版本），即 </a:t>
            </a:r>
            <a:r>
              <a:rPr lang="en-US" altLang="zh-CN" sz="2250" dirty="0">
                <a:ea typeface="宋体" panose="02010600030101010101" pitchFamily="2" charset="-122"/>
              </a:rPr>
              <a:t>RFC 4271 ~ 4278</a:t>
            </a:r>
            <a:r>
              <a:rPr lang="zh-CN" altLang="en-US" sz="2250" dirty="0">
                <a:ea typeface="宋体" panose="02010600030101010101" pitchFamily="2" charset="-122"/>
              </a:rPr>
              <a:t>。 </a:t>
            </a:r>
          </a:p>
          <a:p>
            <a:pPr eaLnBrk="1" hangingPunct="1"/>
            <a:r>
              <a:rPr lang="zh-CN" altLang="en-US" sz="2250" dirty="0">
                <a:ea typeface="宋体" panose="02010600030101010101" pitchFamily="2" charset="-122"/>
              </a:rPr>
              <a:t>可以将 </a:t>
            </a:r>
            <a:r>
              <a:rPr lang="en-US" altLang="zh-CN" sz="2250" dirty="0">
                <a:ea typeface="宋体" panose="02010600030101010101" pitchFamily="2" charset="-122"/>
              </a:rPr>
              <a:t>BGP-4 </a:t>
            </a:r>
            <a:r>
              <a:rPr lang="zh-CN" altLang="en-US" sz="2250" dirty="0">
                <a:ea typeface="宋体" panose="02010600030101010101" pitchFamily="2" charset="-122"/>
              </a:rPr>
              <a:t>简写为 </a:t>
            </a:r>
            <a:r>
              <a:rPr lang="en-US" altLang="zh-CN" sz="2250" dirty="0">
                <a:ea typeface="宋体" panose="02010600030101010101" pitchFamily="2" charset="-122"/>
              </a:rPr>
              <a:t>BGP</a:t>
            </a:r>
            <a:r>
              <a:rPr lang="zh-CN" altLang="en-US" sz="2250" dirty="0">
                <a:ea typeface="宋体" panose="02010600030101010101" pitchFamily="2" charset="-122"/>
              </a:rPr>
              <a:t>。 </a:t>
            </a:r>
          </a:p>
        </p:txBody>
      </p:sp>
      <p:sp>
        <p:nvSpPr>
          <p:cNvPr id="423939" name="幻灯片编号占位符 1">
            <a:extLst>
              <a:ext uri="{FF2B5EF4-FFF2-40B4-BE49-F238E27FC236}">
                <a16:creationId xmlns:a16="http://schemas.microsoft.com/office/drawing/2014/main" id="{130CE98F-4AF9-474A-8488-BDE73D19A3E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00B5307-679A-BF42-8BF0-035224631A6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70593355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00067">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00067">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0067" grpId="0" build="p"/>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5985" name="Rectangle 2">
            <a:extLst>
              <a:ext uri="{FF2B5EF4-FFF2-40B4-BE49-F238E27FC236}">
                <a16:creationId xmlns:a16="http://schemas.microsoft.com/office/drawing/2014/main" id="{F78AB1FF-2C31-8949-8C3D-06629334F48E}"/>
              </a:ext>
            </a:extLst>
          </p:cNvPr>
          <p:cNvSpPr>
            <a:spLocks noGrp="1" noChangeArrowheads="1"/>
          </p:cNvSpPr>
          <p:nvPr>
            <p:ph type="title"/>
          </p:nvPr>
        </p:nvSpPr>
        <p:spPr>
          <a:xfrm>
            <a:off x="171451" y="160735"/>
            <a:ext cx="7748588" cy="790575"/>
          </a:xfrm>
        </p:spPr>
        <p:txBody>
          <a:bodyPr/>
          <a:lstStyle/>
          <a:p>
            <a:pPr eaLnBrk="1" hangingPunct="1"/>
            <a:r>
              <a:rPr lang="en-US" altLang="zh-CN" dirty="0">
                <a:latin typeface="Times New Roman" panose="02020603050405020304" pitchFamily="18" charset="0"/>
                <a:ea typeface="宋体" panose="02010600030101010101" pitchFamily="2" charset="-122"/>
              </a:rPr>
              <a:t>BGP </a:t>
            </a:r>
            <a:r>
              <a:rPr lang="zh-CN" altLang="en-US" dirty="0">
                <a:latin typeface="Times New Roman" panose="02020603050405020304" pitchFamily="18" charset="0"/>
                <a:ea typeface="宋体" panose="02010600030101010101" pitchFamily="2" charset="-122"/>
              </a:rPr>
              <a:t>使用的环境却不同 </a:t>
            </a:r>
          </a:p>
        </p:txBody>
      </p:sp>
      <p:sp>
        <p:nvSpPr>
          <p:cNvPr id="601091" name="Rectangle 3">
            <a:extLst>
              <a:ext uri="{FF2B5EF4-FFF2-40B4-BE49-F238E27FC236}">
                <a16:creationId xmlns:a16="http://schemas.microsoft.com/office/drawing/2014/main" id="{D4400745-DF5B-114A-86EA-1D44E97D989E}"/>
              </a:ext>
            </a:extLst>
          </p:cNvPr>
          <p:cNvSpPr>
            <a:spLocks noGrp="1" noChangeArrowheads="1"/>
          </p:cNvSpPr>
          <p:nvPr>
            <p:ph type="body" idx="1"/>
          </p:nvPr>
        </p:nvSpPr>
        <p:spPr>
          <a:xfrm>
            <a:off x="197644" y="1059656"/>
            <a:ext cx="8717755" cy="4030266"/>
          </a:xfrm>
        </p:spPr>
        <p:txBody>
          <a:bodyPr/>
          <a:lstStyle/>
          <a:p>
            <a:pPr eaLnBrk="1" hangingPunct="1">
              <a:lnSpc>
                <a:spcPct val="90000"/>
              </a:lnSpc>
            </a:pPr>
            <a:r>
              <a:rPr lang="zh-CN" altLang="en-US" dirty="0">
                <a:latin typeface="Times New Roman" panose="02020603050405020304" pitchFamily="18" charset="0"/>
                <a:ea typeface="宋体" panose="02010600030101010101" pitchFamily="2" charset="-122"/>
              </a:rPr>
              <a:t>因特网的规模太大，使得自治系统之间路由选择非常困难。对于自治系统之间的路由选择，要寻找最佳路由是很不现实的。</a:t>
            </a:r>
          </a:p>
          <a:p>
            <a:pPr lvl="1" eaLnBrk="1" hangingPunct="1">
              <a:lnSpc>
                <a:spcPct val="90000"/>
              </a:lnSpc>
            </a:pPr>
            <a:r>
              <a:rPr lang="zh-CN" altLang="en-US" dirty="0">
                <a:solidFill>
                  <a:schemeClr val="folHlink"/>
                </a:solidFill>
                <a:latin typeface="Arial" panose="020B0604020202020204" pitchFamily="34" charset="0"/>
                <a:ea typeface="宋体" panose="02010600030101010101" pitchFamily="2" charset="-122"/>
              </a:rPr>
              <a:t>当一条路径通过几个不同 </a:t>
            </a:r>
            <a:r>
              <a:rPr lang="en-US" altLang="zh-CN" dirty="0">
                <a:solidFill>
                  <a:schemeClr val="folHlink"/>
                </a:solidFill>
                <a:latin typeface="Arial" panose="020B0604020202020204" pitchFamily="34" charset="0"/>
                <a:ea typeface="宋体" panose="02010600030101010101" pitchFamily="2" charset="-122"/>
              </a:rPr>
              <a:t>AS </a:t>
            </a:r>
            <a:r>
              <a:rPr lang="zh-CN" altLang="en-US" dirty="0">
                <a:solidFill>
                  <a:schemeClr val="folHlink"/>
                </a:solidFill>
                <a:latin typeface="Arial" panose="020B0604020202020204" pitchFamily="34" charset="0"/>
                <a:ea typeface="宋体" panose="02010600030101010101" pitchFamily="2" charset="-122"/>
              </a:rPr>
              <a:t>时，要想对这样的路径计算出有意义的代价是不太可能的。</a:t>
            </a:r>
          </a:p>
          <a:p>
            <a:pPr lvl="1" eaLnBrk="1" hangingPunct="1">
              <a:lnSpc>
                <a:spcPct val="90000"/>
              </a:lnSpc>
            </a:pPr>
            <a:r>
              <a:rPr lang="zh-CN" altLang="en-US" dirty="0">
                <a:solidFill>
                  <a:schemeClr val="folHlink"/>
                </a:solidFill>
                <a:latin typeface="Arial" panose="020B0604020202020204" pitchFamily="34" charset="0"/>
                <a:ea typeface="宋体" panose="02010600030101010101" pitchFamily="2" charset="-122"/>
              </a:rPr>
              <a:t>比较合理的做法是在 </a:t>
            </a:r>
            <a:r>
              <a:rPr lang="en-US" altLang="zh-CN" dirty="0">
                <a:solidFill>
                  <a:schemeClr val="folHlink"/>
                </a:solidFill>
                <a:latin typeface="Arial" panose="020B0604020202020204" pitchFamily="34" charset="0"/>
                <a:ea typeface="宋体" panose="02010600030101010101" pitchFamily="2" charset="-122"/>
              </a:rPr>
              <a:t>AS </a:t>
            </a:r>
            <a:r>
              <a:rPr lang="zh-CN" altLang="en-US" dirty="0">
                <a:solidFill>
                  <a:schemeClr val="folHlink"/>
                </a:solidFill>
                <a:latin typeface="Arial" panose="020B0604020202020204" pitchFamily="34" charset="0"/>
                <a:ea typeface="宋体" panose="02010600030101010101" pitchFamily="2" charset="-122"/>
              </a:rPr>
              <a:t>之间交换“可达性”信息。</a:t>
            </a:r>
            <a:r>
              <a:rPr lang="zh-CN" altLang="en-US" dirty="0">
                <a:latin typeface="Times New Roman" panose="02020603050405020304" pitchFamily="18" charset="0"/>
                <a:ea typeface="宋体" panose="02010600030101010101" pitchFamily="2" charset="-122"/>
              </a:rPr>
              <a:t>   </a:t>
            </a:r>
          </a:p>
          <a:p>
            <a:pPr eaLnBrk="1" hangingPunct="1">
              <a:lnSpc>
                <a:spcPct val="90000"/>
              </a:lnSpc>
            </a:pPr>
            <a:r>
              <a:rPr lang="zh-CN" altLang="en-US" dirty="0">
                <a:latin typeface="Times New Roman" panose="02020603050405020304" pitchFamily="18" charset="0"/>
                <a:ea typeface="宋体" panose="02010600030101010101" pitchFamily="2" charset="-122"/>
              </a:rPr>
              <a:t>自治系统之间的路由选择必须考虑有关策略。</a:t>
            </a:r>
          </a:p>
          <a:p>
            <a:pPr eaLnBrk="1" hangingPunct="1">
              <a:lnSpc>
                <a:spcPct val="90000"/>
              </a:lnSpc>
            </a:pPr>
            <a:r>
              <a:rPr lang="zh-CN" altLang="en-US" dirty="0">
                <a:latin typeface="Times New Roman" panose="02020603050405020304" pitchFamily="18" charset="0"/>
                <a:ea typeface="宋体" panose="02010600030101010101" pitchFamily="2" charset="-122"/>
              </a:rPr>
              <a:t>因此，边界网关协议 </a:t>
            </a:r>
            <a:r>
              <a:rPr lang="en-US" altLang="zh-CN" dirty="0">
                <a:latin typeface="Times New Roman" panose="02020603050405020304" pitchFamily="18" charset="0"/>
                <a:ea typeface="宋体" panose="02010600030101010101" pitchFamily="2" charset="-122"/>
              </a:rPr>
              <a:t>BGP </a:t>
            </a:r>
            <a:r>
              <a:rPr lang="zh-CN" altLang="en-US" dirty="0">
                <a:latin typeface="Times New Roman" panose="02020603050405020304" pitchFamily="18" charset="0"/>
                <a:ea typeface="宋体" panose="02010600030101010101" pitchFamily="2" charset="-122"/>
              </a:rPr>
              <a:t>只能是力求寻找一条能够到达目的网络且</a:t>
            </a:r>
            <a:r>
              <a:rPr lang="zh-CN" altLang="en-US" dirty="0">
                <a:solidFill>
                  <a:srgbClr val="FF0000"/>
                </a:solidFill>
                <a:latin typeface="Times New Roman" panose="02020603050405020304" pitchFamily="18" charset="0"/>
                <a:ea typeface="宋体" panose="02010600030101010101" pitchFamily="2" charset="-122"/>
              </a:rPr>
              <a:t>比较好的路由</a:t>
            </a:r>
            <a:r>
              <a:rPr lang="zh-CN" altLang="en-US" dirty="0">
                <a:latin typeface="Times New Roman" panose="02020603050405020304" pitchFamily="18" charset="0"/>
                <a:ea typeface="宋体" panose="02010600030101010101" pitchFamily="2" charset="-122"/>
              </a:rPr>
              <a:t>（不能兜圈子），而</a:t>
            </a:r>
            <a:r>
              <a:rPr lang="zh-CN" altLang="en-US" dirty="0">
                <a:solidFill>
                  <a:srgbClr val="FF0000"/>
                </a:solidFill>
                <a:latin typeface="Times New Roman" panose="02020603050405020304" pitchFamily="18" charset="0"/>
                <a:ea typeface="宋体" panose="02010600030101010101" pitchFamily="2" charset="-122"/>
              </a:rPr>
              <a:t>并非要寻找一条最佳路由</a:t>
            </a:r>
            <a:r>
              <a:rPr lang="zh-CN" altLang="en-US" dirty="0">
                <a:latin typeface="Times New Roman" panose="02020603050405020304" pitchFamily="18" charset="0"/>
                <a:ea typeface="宋体" panose="02010600030101010101" pitchFamily="2" charset="-122"/>
              </a:rPr>
              <a:t>。  </a:t>
            </a:r>
          </a:p>
        </p:txBody>
      </p:sp>
      <p:sp>
        <p:nvSpPr>
          <p:cNvPr id="425987" name="幻灯片编号占位符 1">
            <a:extLst>
              <a:ext uri="{FF2B5EF4-FFF2-40B4-BE49-F238E27FC236}">
                <a16:creationId xmlns:a16="http://schemas.microsoft.com/office/drawing/2014/main" id="{0CA17565-3AAD-0548-9927-76EF2324B328}"/>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742EF3B-083B-3749-A29B-7A65B5E2DFD2}"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73782062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01091">
                                            <p:txEl>
                                              <p:pRg st="3" end="3"/>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01091">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1091" grpId="0" build="p"/>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8033" name="Rectangle 2">
            <a:extLst>
              <a:ext uri="{FF2B5EF4-FFF2-40B4-BE49-F238E27FC236}">
                <a16:creationId xmlns:a16="http://schemas.microsoft.com/office/drawing/2014/main" id="{A01220AD-CBAF-EC44-8517-37975F25BD67}"/>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BGP</a:t>
            </a:r>
            <a:r>
              <a:rPr lang="en-US" altLang="zh-CN" b="1" dirty="0">
                <a:latin typeface="Times New Roman" panose="02020603050405020304" pitchFamily="18" charset="0"/>
                <a:ea typeface="宋体" panose="02010600030101010101" pitchFamily="2" charset="-122"/>
              </a:rPr>
              <a:t> </a:t>
            </a:r>
            <a:r>
              <a:rPr lang="zh-CN" altLang="en-US" dirty="0">
                <a:latin typeface="Times New Roman" panose="02020603050405020304" pitchFamily="18" charset="0"/>
                <a:ea typeface="宋体" panose="02010600030101010101" pitchFamily="2" charset="-122"/>
              </a:rPr>
              <a:t>发言人</a:t>
            </a:r>
            <a:r>
              <a:rPr lang="en-US" altLang="zh-CN" sz="3000" dirty="0">
                <a:ea typeface="宋体" panose="02010600030101010101" pitchFamily="2" charset="-122"/>
              </a:rPr>
              <a:t>(BGP speaker)</a:t>
            </a:r>
            <a:r>
              <a:rPr lang="en-US" altLang="zh-CN" dirty="0">
                <a:latin typeface="Times New Roman" panose="02020603050405020304" pitchFamily="18" charset="0"/>
                <a:ea typeface="宋体" panose="02010600030101010101" pitchFamily="2" charset="-122"/>
              </a:rPr>
              <a:t> </a:t>
            </a:r>
          </a:p>
        </p:txBody>
      </p:sp>
      <p:sp>
        <p:nvSpPr>
          <p:cNvPr id="602115" name="Rectangle 3">
            <a:extLst>
              <a:ext uri="{FF2B5EF4-FFF2-40B4-BE49-F238E27FC236}">
                <a16:creationId xmlns:a16="http://schemas.microsoft.com/office/drawing/2014/main" id="{D568114E-0EA2-EA4F-B3E9-C9D026392F1A}"/>
              </a:ext>
            </a:extLst>
          </p:cNvPr>
          <p:cNvSpPr>
            <a:spLocks noGrp="1" noChangeArrowheads="1"/>
          </p:cNvSpPr>
          <p:nvPr>
            <p:ph type="body" idx="1"/>
          </p:nvPr>
        </p:nvSpPr>
        <p:spPr/>
        <p:txBody>
          <a:bodyPr/>
          <a:lstStyle/>
          <a:p>
            <a:pPr eaLnBrk="1" hangingPunct="1"/>
            <a:r>
              <a:rPr lang="zh-CN" altLang="en-US">
                <a:latin typeface="Times New Roman" panose="02020603050405020304" pitchFamily="18" charset="0"/>
                <a:ea typeface="宋体" panose="02010600030101010101" pitchFamily="2" charset="-122"/>
              </a:rPr>
              <a:t>每一个自治系统的管理员要选择至少一个路由器作为该自治系统的“ </a:t>
            </a:r>
            <a:r>
              <a:rPr lang="en-US" altLang="zh-CN">
                <a:solidFill>
                  <a:schemeClr val="hlink"/>
                </a:solidFill>
                <a:latin typeface="Times New Roman" panose="02020603050405020304" pitchFamily="18" charset="0"/>
                <a:ea typeface="宋体" panose="02010600030101010101" pitchFamily="2" charset="-122"/>
              </a:rPr>
              <a:t>BGP </a:t>
            </a:r>
            <a:r>
              <a:rPr lang="zh-CN" altLang="en-US">
                <a:solidFill>
                  <a:schemeClr val="hlink"/>
                </a:solidFill>
                <a:latin typeface="Times New Roman" panose="02020603050405020304" pitchFamily="18" charset="0"/>
                <a:ea typeface="宋体" panose="02010600030101010101" pitchFamily="2" charset="-122"/>
              </a:rPr>
              <a:t>发言人</a:t>
            </a:r>
            <a:r>
              <a:rPr lang="zh-CN" altLang="en-US">
                <a:latin typeface="Times New Roman" panose="02020603050405020304" pitchFamily="18" charset="0"/>
                <a:ea typeface="宋体" panose="02010600030101010101" pitchFamily="2" charset="-122"/>
              </a:rPr>
              <a:t>” 。</a:t>
            </a:r>
          </a:p>
          <a:p>
            <a:pPr eaLnBrk="1" hangingPunct="1"/>
            <a:r>
              <a:rPr lang="zh-CN" altLang="en-US">
                <a:latin typeface="Times New Roman" panose="02020603050405020304" pitchFamily="18" charset="0"/>
                <a:ea typeface="宋体" panose="02010600030101010101" pitchFamily="2" charset="-122"/>
              </a:rPr>
              <a:t>一般说来，两个 </a:t>
            </a:r>
            <a:r>
              <a:rPr lang="en-US" altLang="zh-CN">
                <a:latin typeface="Times New Roman" panose="02020603050405020304" pitchFamily="18" charset="0"/>
                <a:ea typeface="宋体" panose="02010600030101010101" pitchFamily="2" charset="-122"/>
              </a:rPr>
              <a:t>BGP </a:t>
            </a:r>
            <a:r>
              <a:rPr lang="zh-CN" altLang="en-US">
                <a:latin typeface="Times New Roman" panose="02020603050405020304" pitchFamily="18" charset="0"/>
                <a:ea typeface="宋体" panose="02010600030101010101" pitchFamily="2" charset="-122"/>
              </a:rPr>
              <a:t>发言人都是通过一个共享网络连接在一起的，而 </a:t>
            </a:r>
            <a:r>
              <a:rPr lang="en-US" altLang="zh-CN">
                <a:latin typeface="Times New Roman" panose="02020603050405020304" pitchFamily="18" charset="0"/>
                <a:ea typeface="宋体" panose="02010600030101010101" pitchFamily="2" charset="-122"/>
              </a:rPr>
              <a:t>BGP </a:t>
            </a:r>
            <a:r>
              <a:rPr lang="zh-CN" altLang="en-US">
                <a:latin typeface="Times New Roman" panose="02020603050405020304" pitchFamily="18" charset="0"/>
                <a:ea typeface="宋体" panose="02010600030101010101" pitchFamily="2" charset="-122"/>
              </a:rPr>
              <a:t>发言人往往就是 </a:t>
            </a:r>
            <a:r>
              <a:rPr lang="en-US" altLang="zh-CN">
                <a:latin typeface="Times New Roman" panose="02020603050405020304" pitchFamily="18" charset="0"/>
                <a:ea typeface="宋体" panose="02010600030101010101" pitchFamily="2" charset="-122"/>
              </a:rPr>
              <a:t>BGP </a:t>
            </a:r>
            <a:r>
              <a:rPr lang="zh-CN" altLang="en-US">
                <a:latin typeface="Times New Roman" panose="02020603050405020304" pitchFamily="18" charset="0"/>
                <a:ea typeface="宋体" panose="02010600030101010101" pitchFamily="2" charset="-122"/>
              </a:rPr>
              <a:t>边界路由器，但也可以不是 </a:t>
            </a:r>
            <a:r>
              <a:rPr lang="en-US" altLang="zh-CN">
                <a:latin typeface="Times New Roman" panose="02020603050405020304" pitchFamily="18" charset="0"/>
                <a:ea typeface="宋体" panose="02010600030101010101" pitchFamily="2" charset="-122"/>
              </a:rPr>
              <a:t>BGP </a:t>
            </a:r>
            <a:r>
              <a:rPr lang="zh-CN" altLang="en-US">
                <a:latin typeface="Times New Roman" panose="02020603050405020304" pitchFamily="18" charset="0"/>
                <a:ea typeface="宋体" panose="02010600030101010101" pitchFamily="2" charset="-122"/>
              </a:rPr>
              <a:t>边界路由器。 </a:t>
            </a:r>
          </a:p>
        </p:txBody>
      </p:sp>
      <p:sp>
        <p:nvSpPr>
          <p:cNvPr id="428035" name="幻灯片编号占位符 1">
            <a:extLst>
              <a:ext uri="{FF2B5EF4-FFF2-40B4-BE49-F238E27FC236}">
                <a16:creationId xmlns:a16="http://schemas.microsoft.com/office/drawing/2014/main" id="{9148619F-FB13-8142-92AF-E4FDAE57164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8335554-749D-7C44-ABB1-A8168495707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7884218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0211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81" name="Rectangle 2">
            <a:extLst>
              <a:ext uri="{FF2B5EF4-FFF2-40B4-BE49-F238E27FC236}">
                <a16:creationId xmlns:a16="http://schemas.microsoft.com/office/drawing/2014/main" id="{2599824F-BB2E-8446-BCB8-F375FA663EB4}"/>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BGP </a:t>
            </a:r>
            <a:r>
              <a:rPr lang="zh-CN" altLang="en-US" dirty="0">
                <a:latin typeface="Times New Roman" panose="02020603050405020304" pitchFamily="18" charset="0"/>
                <a:ea typeface="宋体" panose="02010600030101010101" pitchFamily="2" charset="-122"/>
              </a:rPr>
              <a:t>交换路由信息</a:t>
            </a:r>
          </a:p>
        </p:txBody>
      </p:sp>
      <p:sp>
        <p:nvSpPr>
          <p:cNvPr id="603139" name="Rectangle 3">
            <a:extLst>
              <a:ext uri="{FF2B5EF4-FFF2-40B4-BE49-F238E27FC236}">
                <a16:creationId xmlns:a16="http://schemas.microsoft.com/office/drawing/2014/main" id="{1151CE5F-ADA5-E144-B2FC-6CE924F96D1D}"/>
              </a:ext>
            </a:extLst>
          </p:cNvPr>
          <p:cNvSpPr>
            <a:spLocks noGrp="1" noChangeArrowheads="1"/>
          </p:cNvSpPr>
          <p:nvPr>
            <p:ph type="body" idx="1"/>
          </p:nvPr>
        </p:nvSpPr>
        <p:spPr>
          <a:xfrm>
            <a:off x="240030" y="1059657"/>
            <a:ext cx="8698486" cy="3456385"/>
          </a:xfrm>
        </p:spPr>
        <p:txBody>
          <a:bodyPr/>
          <a:lstStyle/>
          <a:p>
            <a:pPr eaLnBrk="1" hangingPunct="1"/>
            <a:r>
              <a:rPr lang="zh-CN" altLang="en-US" sz="2100" dirty="0">
                <a:ea typeface="宋体" panose="02010600030101010101" pitchFamily="2" charset="-122"/>
              </a:rPr>
              <a:t>一个 </a:t>
            </a:r>
            <a:r>
              <a:rPr lang="en-US" altLang="zh-CN" sz="2100" dirty="0">
                <a:ea typeface="宋体" panose="02010600030101010101" pitchFamily="2" charset="-122"/>
              </a:rPr>
              <a:t>BGP </a:t>
            </a:r>
            <a:r>
              <a:rPr lang="zh-CN" altLang="en-US" sz="2100" dirty="0">
                <a:ea typeface="宋体" panose="02010600030101010101" pitchFamily="2" charset="-122"/>
              </a:rPr>
              <a:t>发言人与其他自治系统中的 </a:t>
            </a:r>
            <a:r>
              <a:rPr lang="en-US" altLang="zh-CN" sz="2100" dirty="0">
                <a:ea typeface="宋体" panose="02010600030101010101" pitchFamily="2" charset="-122"/>
              </a:rPr>
              <a:t>BGP </a:t>
            </a:r>
            <a:r>
              <a:rPr lang="zh-CN" altLang="en-US" sz="2100" dirty="0">
                <a:ea typeface="宋体" panose="02010600030101010101" pitchFamily="2" charset="-122"/>
              </a:rPr>
              <a:t>发言人要交换路由信息，就要先建立 </a:t>
            </a:r>
            <a:r>
              <a:rPr lang="en-US" altLang="zh-CN" sz="2100" dirty="0">
                <a:ea typeface="宋体" panose="02010600030101010101" pitchFamily="2" charset="-122"/>
              </a:rPr>
              <a:t>TCP </a:t>
            </a:r>
            <a:r>
              <a:rPr lang="zh-CN" altLang="en-US" sz="2100" dirty="0">
                <a:ea typeface="宋体" panose="02010600030101010101" pitchFamily="2" charset="-122"/>
              </a:rPr>
              <a:t>连接，然后在此连接上交换 </a:t>
            </a:r>
            <a:r>
              <a:rPr lang="en-US" altLang="zh-CN" sz="2100" dirty="0">
                <a:ea typeface="宋体" panose="02010600030101010101" pitchFamily="2" charset="-122"/>
              </a:rPr>
              <a:t>BGP </a:t>
            </a:r>
            <a:r>
              <a:rPr lang="zh-CN" altLang="en-US" sz="2100" dirty="0">
                <a:ea typeface="宋体" panose="02010600030101010101" pitchFamily="2" charset="-122"/>
              </a:rPr>
              <a:t>报文以建立 </a:t>
            </a:r>
            <a:r>
              <a:rPr lang="en-US" altLang="zh-CN" sz="2100" dirty="0">
                <a:ea typeface="宋体" panose="02010600030101010101" pitchFamily="2" charset="-122"/>
              </a:rPr>
              <a:t>BGP </a:t>
            </a:r>
            <a:r>
              <a:rPr lang="zh-CN" altLang="en-US" sz="2100" dirty="0">
                <a:solidFill>
                  <a:schemeClr val="hlink"/>
                </a:solidFill>
                <a:ea typeface="宋体" panose="02010600030101010101" pitchFamily="2" charset="-122"/>
              </a:rPr>
              <a:t>会话</a:t>
            </a:r>
            <a:r>
              <a:rPr lang="en-US" altLang="zh-CN" sz="2100" dirty="0">
                <a:ea typeface="宋体" panose="02010600030101010101" pitchFamily="2" charset="-122"/>
              </a:rPr>
              <a:t>(session)</a:t>
            </a:r>
            <a:r>
              <a:rPr lang="zh-CN" altLang="en-US" sz="2100" dirty="0">
                <a:ea typeface="宋体" panose="02010600030101010101" pitchFamily="2" charset="-122"/>
              </a:rPr>
              <a:t>，利用 </a:t>
            </a:r>
            <a:r>
              <a:rPr lang="en-US" altLang="zh-CN" sz="2100" dirty="0">
                <a:ea typeface="宋体" panose="02010600030101010101" pitchFamily="2" charset="-122"/>
              </a:rPr>
              <a:t>BGP </a:t>
            </a:r>
            <a:r>
              <a:rPr lang="zh-CN" altLang="en-US" sz="2100" dirty="0">
                <a:ea typeface="宋体" panose="02010600030101010101" pitchFamily="2" charset="-122"/>
              </a:rPr>
              <a:t>会话交换路由信息。</a:t>
            </a:r>
          </a:p>
          <a:p>
            <a:pPr eaLnBrk="1" hangingPunct="1"/>
            <a:r>
              <a:rPr lang="zh-CN" altLang="en-US" sz="2100" dirty="0">
                <a:ea typeface="宋体" panose="02010600030101010101" pitchFamily="2" charset="-122"/>
              </a:rPr>
              <a:t>使用 </a:t>
            </a:r>
            <a:r>
              <a:rPr lang="en-US" altLang="zh-CN" sz="2100" dirty="0">
                <a:ea typeface="宋体" panose="02010600030101010101" pitchFamily="2" charset="-122"/>
              </a:rPr>
              <a:t>TCP </a:t>
            </a:r>
            <a:r>
              <a:rPr lang="zh-CN" altLang="en-US" sz="2100" dirty="0">
                <a:ea typeface="宋体" panose="02010600030101010101" pitchFamily="2" charset="-122"/>
              </a:rPr>
              <a:t>连接能提供可靠的服务，也简化了路由选择协议。</a:t>
            </a:r>
          </a:p>
          <a:p>
            <a:pPr eaLnBrk="1" hangingPunct="1"/>
            <a:r>
              <a:rPr lang="zh-CN" altLang="en-US" sz="2100" dirty="0">
                <a:ea typeface="宋体" panose="02010600030101010101" pitchFamily="2" charset="-122"/>
              </a:rPr>
              <a:t>使用 </a:t>
            </a:r>
            <a:r>
              <a:rPr lang="en-US" altLang="zh-CN" sz="2100" dirty="0">
                <a:ea typeface="宋体" panose="02010600030101010101" pitchFamily="2" charset="-122"/>
              </a:rPr>
              <a:t>TCP </a:t>
            </a:r>
            <a:r>
              <a:rPr lang="zh-CN" altLang="en-US" sz="2100" dirty="0">
                <a:ea typeface="宋体" panose="02010600030101010101" pitchFamily="2" charset="-122"/>
              </a:rPr>
              <a:t>连接交换路由信息的两个 </a:t>
            </a:r>
            <a:r>
              <a:rPr lang="en-US" altLang="zh-CN" sz="2100" dirty="0">
                <a:ea typeface="宋体" panose="02010600030101010101" pitchFamily="2" charset="-122"/>
              </a:rPr>
              <a:t>BGP </a:t>
            </a:r>
            <a:r>
              <a:rPr lang="zh-CN" altLang="en-US" sz="2100" dirty="0">
                <a:ea typeface="宋体" panose="02010600030101010101" pitchFamily="2" charset="-122"/>
              </a:rPr>
              <a:t>发言人，彼此成为对方的邻站或对等站。</a:t>
            </a:r>
          </a:p>
        </p:txBody>
      </p:sp>
      <p:sp>
        <p:nvSpPr>
          <p:cNvPr id="430083" name="幻灯片编号占位符 1">
            <a:extLst>
              <a:ext uri="{FF2B5EF4-FFF2-40B4-BE49-F238E27FC236}">
                <a16:creationId xmlns:a16="http://schemas.microsoft.com/office/drawing/2014/main" id="{3CDB7C1A-A246-0541-BAA7-D0C2BEED237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1C813B3-371B-9449-BE3F-94DA34F54A8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82630317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0313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0313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2203" name="幻灯片编号占位符 1">
            <a:extLst>
              <a:ext uri="{FF2B5EF4-FFF2-40B4-BE49-F238E27FC236}">
                <a16:creationId xmlns:a16="http://schemas.microsoft.com/office/drawing/2014/main" id="{F49E5196-0661-9849-9815-8417FADF4E2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29C490E-2204-1D4D-9A9A-1E4CD2726F1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184</a:t>
            </a:fld>
            <a:endParaRPr lang="en-US" altLang="zh-CN" sz="1050" dirty="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129" name="Rectangle 2">
            <a:extLst>
              <a:ext uri="{FF2B5EF4-FFF2-40B4-BE49-F238E27FC236}">
                <a16:creationId xmlns:a16="http://schemas.microsoft.com/office/drawing/2014/main" id="{D0A8D7C5-EEF5-5C4E-8CB9-F533693CFF3B}"/>
              </a:ext>
            </a:extLst>
          </p:cNvPr>
          <p:cNvSpPr>
            <a:spLocks noGrp="1" noChangeArrowheads="1"/>
          </p:cNvSpPr>
          <p:nvPr>
            <p:ph type="title"/>
          </p:nvPr>
        </p:nvSpPr>
        <p:spPr/>
        <p:txBody>
          <a:bodyPr/>
          <a:lstStyle/>
          <a:p>
            <a:pPr eaLnBrk="1" hangingPunct="1"/>
            <a:r>
              <a:rPr lang="en-US" altLang="zh-CN" sz="3000" dirty="0">
                <a:latin typeface="Times New Roman" panose="02020603050405020304" pitchFamily="18" charset="0"/>
                <a:ea typeface="宋体" panose="02010600030101010101" pitchFamily="2" charset="-122"/>
              </a:rPr>
              <a:t>BGP </a:t>
            </a:r>
            <a:r>
              <a:rPr lang="zh-CN" altLang="en-US" sz="3000" dirty="0">
                <a:latin typeface="Times New Roman" panose="02020603050405020304" pitchFamily="18" charset="0"/>
                <a:ea typeface="宋体" panose="02010600030101010101" pitchFamily="2" charset="-122"/>
              </a:rPr>
              <a:t>发言人和自治系统 </a:t>
            </a:r>
            <a:r>
              <a:rPr lang="en-US" altLang="zh-CN" sz="3000" dirty="0">
                <a:latin typeface="Times New Roman" panose="02020603050405020304" pitchFamily="18" charset="0"/>
                <a:ea typeface="宋体" panose="02010600030101010101" pitchFamily="2" charset="-122"/>
              </a:rPr>
              <a:t>AS </a:t>
            </a:r>
            <a:r>
              <a:rPr lang="zh-CN" altLang="en-US" sz="3000" dirty="0">
                <a:latin typeface="Times New Roman" panose="02020603050405020304" pitchFamily="18" charset="0"/>
                <a:ea typeface="宋体" panose="02010600030101010101" pitchFamily="2" charset="-122"/>
              </a:rPr>
              <a:t>的关系 </a:t>
            </a:r>
          </a:p>
        </p:txBody>
      </p:sp>
      <p:sp>
        <p:nvSpPr>
          <p:cNvPr id="604163" name="Oval 3">
            <a:extLst>
              <a:ext uri="{FF2B5EF4-FFF2-40B4-BE49-F238E27FC236}">
                <a16:creationId xmlns:a16="http://schemas.microsoft.com/office/drawing/2014/main" id="{354B7C1F-9E93-BB4B-943C-1D3802B018F5}"/>
              </a:ext>
            </a:extLst>
          </p:cNvPr>
          <p:cNvSpPr>
            <a:spLocks noChangeArrowheads="1"/>
          </p:cNvSpPr>
          <p:nvPr/>
        </p:nvSpPr>
        <p:spPr bwMode="auto">
          <a:xfrm>
            <a:off x="5008960" y="1545432"/>
            <a:ext cx="2803922" cy="1489472"/>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04164" name="Oval 4">
            <a:extLst>
              <a:ext uri="{FF2B5EF4-FFF2-40B4-BE49-F238E27FC236}">
                <a16:creationId xmlns:a16="http://schemas.microsoft.com/office/drawing/2014/main" id="{6C1097CA-F008-994E-8EEF-5552952DC6A4}"/>
              </a:ext>
            </a:extLst>
          </p:cNvPr>
          <p:cNvSpPr>
            <a:spLocks noChangeArrowheads="1"/>
          </p:cNvSpPr>
          <p:nvPr/>
        </p:nvSpPr>
        <p:spPr bwMode="auto">
          <a:xfrm>
            <a:off x="1331119" y="1545432"/>
            <a:ext cx="2271713" cy="1489472"/>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32132" name="Line 5">
            <a:extLst>
              <a:ext uri="{FF2B5EF4-FFF2-40B4-BE49-F238E27FC236}">
                <a16:creationId xmlns:a16="http://schemas.microsoft.com/office/drawing/2014/main" id="{CA506F4A-6F27-8F49-B29D-07B29A2A4AB1}"/>
              </a:ext>
            </a:extLst>
          </p:cNvPr>
          <p:cNvSpPr>
            <a:spLocks noChangeShapeType="1"/>
          </p:cNvSpPr>
          <p:nvPr/>
        </p:nvSpPr>
        <p:spPr bwMode="auto">
          <a:xfrm flipV="1">
            <a:off x="5107782" y="2071688"/>
            <a:ext cx="251222" cy="35599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166" name="Oval 6">
            <a:extLst>
              <a:ext uri="{FF2B5EF4-FFF2-40B4-BE49-F238E27FC236}">
                <a16:creationId xmlns:a16="http://schemas.microsoft.com/office/drawing/2014/main" id="{F797DBFA-B293-784D-8FC5-81E29ED9D1F7}"/>
              </a:ext>
            </a:extLst>
          </p:cNvPr>
          <p:cNvSpPr>
            <a:spLocks noChangeArrowheads="1"/>
          </p:cNvSpPr>
          <p:nvPr/>
        </p:nvSpPr>
        <p:spPr bwMode="auto">
          <a:xfrm>
            <a:off x="1520429" y="3436144"/>
            <a:ext cx="502444" cy="542925"/>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04167" name="Oval 7">
            <a:extLst>
              <a:ext uri="{FF2B5EF4-FFF2-40B4-BE49-F238E27FC236}">
                <a16:creationId xmlns:a16="http://schemas.microsoft.com/office/drawing/2014/main" id="{BD7823E5-A4B8-A04D-AE43-594B603C0FAF}"/>
              </a:ext>
            </a:extLst>
          </p:cNvPr>
          <p:cNvSpPr>
            <a:spLocks noChangeArrowheads="1"/>
          </p:cNvSpPr>
          <p:nvPr/>
        </p:nvSpPr>
        <p:spPr bwMode="auto">
          <a:xfrm>
            <a:off x="6367463" y="3907631"/>
            <a:ext cx="502444" cy="542925"/>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32135" name="Line 8">
            <a:extLst>
              <a:ext uri="{FF2B5EF4-FFF2-40B4-BE49-F238E27FC236}">
                <a16:creationId xmlns:a16="http://schemas.microsoft.com/office/drawing/2014/main" id="{B4F3DA27-0AD2-314C-A3EB-624C46C62A55}"/>
              </a:ext>
            </a:extLst>
          </p:cNvPr>
          <p:cNvSpPr>
            <a:spLocks noChangeShapeType="1"/>
          </p:cNvSpPr>
          <p:nvPr/>
        </p:nvSpPr>
        <p:spPr bwMode="auto">
          <a:xfrm>
            <a:off x="3602832" y="2533650"/>
            <a:ext cx="502444" cy="501254"/>
          </a:xfrm>
          <a:prstGeom prst="line">
            <a:avLst/>
          </a:prstGeom>
          <a:noFill/>
          <a:ln w="5715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32136" name="Line 9">
            <a:extLst>
              <a:ext uri="{FF2B5EF4-FFF2-40B4-BE49-F238E27FC236}">
                <a16:creationId xmlns:a16="http://schemas.microsoft.com/office/drawing/2014/main" id="{E114F37F-3711-DA48-99D7-70382E16C614}"/>
              </a:ext>
            </a:extLst>
          </p:cNvPr>
          <p:cNvSpPr>
            <a:spLocks noChangeShapeType="1"/>
          </p:cNvSpPr>
          <p:nvPr/>
        </p:nvSpPr>
        <p:spPr bwMode="auto">
          <a:xfrm flipH="1">
            <a:off x="4405313" y="2533650"/>
            <a:ext cx="603647" cy="501254"/>
          </a:xfrm>
          <a:prstGeom prst="line">
            <a:avLst/>
          </a:prstGeom>
          <a:noFill/>
          <a:ln w="5715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32137" name="Line 10">
            <a:extLst>
              <a:ext uri="{FF2B5EF4-FFF2-40B4-BE49-F238E27FC236}">
                <a16:creationId xmlns:a16="http://schemas.microsoft.com/office/drawing/2014/main" id="{8024D7D4-539B-3740-8CA5-8BCDFEFA8826}"/>
              </a:ext>
            </a:extLst>
          </p:cNvPr>
          <p:cNvSpPr>
            <a:spLocks noChangeShapeType="1"/>
          </p:cNvSpPr>
          <p:nvPr/>
        </p:nvSpPr>
        <p:spPr bwMode="auto">
          <a:xfrm flipH="1">
            <a:off x="1897857" y="3120629"/>
            <a:ext cx="440531" cy="358378"/>
          </a:xfrm>
          <a:prstGeom prst="line">
            <a:avLst/>
          </a:prstGeom>
          <a:noFill/>
          <a:ln w="5715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32138" name="Line 11">
            <a:extLst>
              <a:ext uri="{FF2B5EF4-FFF2-40B4-BE49-F238E27FC236}">
                <a16:creationId xmlns:a16="http://schemas.microsoft.com/office/drawing/2014/main" id="{792149E8-0E7D-C941-B3B8-8FFB57CBC9AE}"/>
              </a:ext>
            </a:extLst>
          </p:cNvPr>
          <p:cNvSpPr>
            <a:spLocks noChangeShapeType="1"/>
          </p:cNvSpPr>
          <p:nvPr/>
        </p:nvSpPr>
        <p:spPr bwMode="auto">
          <a:xfrm>
            <a:off x="3679031" y="2451497"/>
            <a:ext cx="1219200" cy="0"/>
          </a:xfrm>
          <a:prstGeom prst="line">
            <a:avLst/>
          </a:prstGeom>
          <a:noFill/>
          <a:ln w="5715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32139" name="Line 12">
            <a:extLst>
              <a:ext uri="{FF2B5EF4-FFF2-40B4-BE49-F238E27FC236}">
                <a16:creationId xmlns:a16="http://schemas.microsoft.com/office/drawing/2014/main" id="{C63150D2-B964-6846-8454-88A3D4520920}"/>
              </a:ext>
            </a:extLst>
          </p:cNvPr>
          <p:cNvSpPr>
            <a:spLocks noChangeShapeType="1"/>
          </p:cNvSpPr>
          <p:nvPr/>
        </p:nvSpPr>
        <p:spPr bwMode="auto">
          <a:xfrm>
            <a:off x="5799535" y="3907631"/>
            <a:ext cx="566738" cy="144066"/>
          </a:xfrm>
          <a:prstGeom prst="line">
            <a:avLst/>
          </a:prstGeom>
          <a:noFill/>
          <a:ln w="5715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32140" name="Line 13">
            <a:extLst>
              <a:ext uri="{FF2B5EF4-FFF2-40B4-BE49-F238E27FC236}">
                <a16:creationId xmlns:a16="http://schemas.microsoft.com/office/drawing/2014/main" id="{A5D977F2-742E-264B-B7BC-CC8DE565336D}"/>
              </a:ext>
            </a:extLst>
          </p:cNvPr>
          <p:cNvSpPr>
            <a:spLocks noChangeShapeType="1"/>
          </p:cNvSpPr>
          <p:nvPr/>
        </p:nvSpPr>
        <p:spPr bwMode="auto">
          <a:xfrm>
            <a:off x="2024063" y="3764756"/>
            <a:ext cx="565547" cy="501254"/>
          </a:xfrm>
          <a:prstGeom prst="line">
            <a:avLst/>
          </a:prstGeom>
          <a:noFill/>
          <a:ln w="5715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32141" name="Line 14">
            <a:extLst>
              <a:ext uri="{FF2B5EF4-FFF2-40B4-BE49-F238E27FC236}">
                <a16:creationId xmlns:a16="http://schemas.microsoft.com/office/drawing/2014/main" id="{FF00CE95-9BE2-1A46-A1CB-00867D843972}"/>
              </a:ext>
            </a:extLst>
          </p:cNvPr>
          <p:cNvSpPr>
            <a:spLocks noChangeShapeType="1"/>
          </p:cNvSpPr>
          <p:nvPr/>
        </p:nvSpPr>
        <p:spPr bwMode="auto">
          <a:xfrm flipH="1">
            <a:off x="1143000" y="3868341"/>
            <a:ext cx="458391" cy="539353"/>
          </a:xfrm>
          <a:prstGeom prst="line">
            <a:avLst/>
          </a:prstGeom>
          <a:noFill/>
          <a:ln w="5715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32142" name="Line 15">
            <a:extLst>
              <a:ext uri="{FF2B5EF4-FFF2-40B4-BE49-F238E27FC236}">
                <a16:creationId xmlns:a16="http://schemas.microsoft.com/office/drawing/2014/main" id="{17C80B91-8603-5244-B87C-1B84E93FAF5D}"/>
              </a:ext>
            </a:extLst>
          </p:cNvPr>
          <p:cNvSpPr>
            <a:spLocks noChangeShapeType="1"/>
          </p:cNvSpPr>
          <p:nvPr/>
        </p:nvSpPr>
        <p:spPr bwMode="auto">
          <a:xfrm flipV="1">
            <a:off x="5924550" y="4337447"/>
            <a:ext cx="490538" cy="285750"/>
          </a:xfrm>
          <a:prstGeom prst="line">
            <a:avLst/>
          </a:prstGeom>
          <a:noFill/>
          <a:ln w="5715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32143" name="Line 16">
            <a:extLst>
              <a:ext uri="{FF2B5EF4-FFF2-40B4-BE49-F238E27FC236}">
                <a16:creationId xmlns:a16="http://schemas.microsoft.com/office/drawing/2014/main" id="{26358596-CC82-3E4F-96ED-B328F6C39940}"/>
              </a:ext>
            </a:extLst>
          </p:cNvPr>
          <p:cNvSpPr>
            <a:spLocks noChangeShapeType="1"/>
          </p:cNvSpPr>
          <p:nvPr/>
        </p:nvSpPr>
        <p:spPr bwMode="auto">
          <a:xfrm>
            <a:off x="6869907" y="4193381"/>
            <a:ext cx="565547" cy="144066"/>
          </a:xfrm>
          <a:prstGeom prst="line">
            <a:avLst/>
          </a:prstGeom>
          <a:noFill/>
          <a:ln w="5715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32144" name="Text Box 17">
            <a:extLst>
              <a:ext uri="{FF2B5EF4-FFF2-40B4-BE49-F238E27FC236}">
                <a16:creationId xmlns:a16="http://schemas.microsoft.com/office/drawing/2014/main" id="{D605A91A-E73B-C141-8AF7-D8EFFDB00100}"/>
              </a:ext>
            </a:extLst>
          </p:cNvPr>
          <p:cNvSpPr txBox="1">
            <a:spLocks noChangeArrowheads="1"/>
          </p:cNvSpPr>
          <p:nvPr/>
        </p:nvSpPr>
        <p:spPr bwMode="auto">
          <a:xfrm>
            <a:off x="2303860" y="3112294"/>
            <a:ext cx="121674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BGP </a:t>
            </a:r>
            <a:r>
              <a:rPr kumimoji="1" lang="zh-CN" altLang="en-US" sz="1500">
                <a:latin typeface="Arial" panose="020B0604020202020204" pitchFamily="34" charset="0"/>
                <a:ea typeface="宋体" panose="02010600030101010101" pitchFamily="2" charset="-122"/>
                <a:cs typeface="黑体" panose="02010609060101010101" pitchFamily="49" charset="-122"/>
              </a:rPr>
              <a:t>发言人</a:t>
            </a:r>
          </a:p>
        </p:txBody>
      </p:sp>
      <p:sp>
        <p:nvSpPr>
          <p:cNvPr id="432145" name="Text Box 18">
            <a:extLst>
              <a:ext uri="{FF2B5EF4-FFF2-40B4-BE49-F238E27FC236}">
                <a16:creationId xmlns:a16="http://schemas.microsoft.com/office/drawing/2014/main" id="{F6157E36-7DD1-9042-89E5-4C490DE3EC31}"/>
              </a:ext>
            </a:extLst>
          </p:cNvPr>
          <p:cNvSpPr txBox="1">
            <a:spLocks noChangeArrowheads="1"/>
          </p:cNvSpPr>
          <p:nvPr/>
        </p:nvSpPr>
        <p:spPr bwMode="auto">
          <a:xfrm>
            <a:off x="3620223" y="1928813"/>
            <a:ext cx="761747"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BGP</a:t>
            </a:r>
          </a:p>
          <a:p>
            <a:pPr algn="ctr" eaLnBrk="1" hangingPunct="1">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发言人</a:t>
            </a:r>
          </a:p>
        </p:txBody>
      </p:sp>
      <p:sp>
        <p:nvSpPr>
          <p:cNvPr id="432146" name="Text Box 19">
            <a:extLst>
              <a:ext uri="{FF2B5EF4-FFF2-40B4-BE49-F238E27FC236}">
                <a16:creationId xmlns:a16="http://schemas.microsoft.com/office/drawing/2014/main" id="{D880F61E-0B48-2747-9DEE-611E49E05046}"/>
              </a:ext>
            </a:extLst>
          </p:cNvPr>
          <p:cNvSpPr txBox="1">
            <a:spLocks noChangeArrowheads="1"/>
          </p:cNvSpPr>
          <p:nvPr/>
        </p:nvSpPr>
        <p:spPr bwMode="auto">
          <a:xfrm>
            <a:off x="4539854" y="2842023"/>
            <a:ext cx="1216743" cy="323165"/>
          </a:xfrm>
          <a:prstGeom prst="rect">
            <a:avLst/>
          </a:prstGeom>
          <a:solidFill>
            <a:schemeClr val="bg1">
              <a:alpha val="50195"/>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BGP </a:t>
            </a:r>
            <a:r>
              <a:rPr kumimoji="1" lang="zh-CN" altLang="en-US" sz="1500">
                <a:latin typeface="Arial" panose="020B0604020202020204" pitchFamily="34" charset="0"/>
                <a:ea typeface="宋体" panose="02010600030101010101" pitchFamily="2" charset="-122"/>
                <a:cs typeface="黑体" panose="02010609060101010101" pitchFamily="49" charset="-122"/>
              </a:rPr>
              <a:t>发言人</a:t>
            </a:r>
          </a:p>
        </p:txBody>
      </p:sp>
      <p:sp>
        <p:nvSpPr>
          <p:cNvPr id="432147" name="Text Box 20">
            <a:extLst>
              <a:ext uri="{FF2B5EF4-FFF2-40B4-BE49-F238E27FC236}">
                <a16:creationId xmlns:a16="http://schemas.microsoft.com/office/drawing/2014/main" id="{7F4DC472-B409-3A43-A222-2A17C62C2C4D}"/>
              </a:ext>
            </a:extLst>
          </p:cNvPr>
          <p:cNvSpPr txBox="1">
            <a:spLocks noChangeArrowheads="1"/>
          </p:cNvSpPr>
          <p:nvPr/>
        </p:nvSpPr>
        <p:spPr bwMode="auto">
          <a:xfrm>
            <a:off x="5651898" y="3436144"/>
            <a:ext cx="121674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BGP </a:t>
            </a:r>
            <a:r>
              <a:rPr kumimoji="1" lang="zh-CN" altLang="en-US" sz="1500">
                <a:latin typeface="Arial" panose="020B0604020202020204" pitchFamily="34" charset="0"/>
                <a:ea typeface="宋体" panose="02010600030101010101" pitchFamily="2" charset="-122"/>
                <a:cs typeface="黑体" panose="02010609060101010101" pitchFamily="49" charset="-122"/>
              </a:rPr>
              <a:t>发言人</a:t>
            </a:r>
          </a:p>
        </p:txBody>
      </p:sp>
      <p:sp>
        <p:nvSpPr>
          <p:cNvPr id="432148" name="Text Box 21">
            <a:extLst>
              <a:ext uri="{FF2B5EF4-FFF2-40B4-BE49-F238E27FC236}">
                <a16:creationId xmlns:a16="http://schemas.microsoft.com/office/drawing/2014/main" id="{E7EC7F56-A00B-804F-8B68-8B0FBDBE5F0A}"/>
              </a:ext>
            </a:extLst>
          </p:cNvPr>
          <p:cNvSpPr txBox="1">
            <a:spLocks noChangeArrowheads="1"/>
          </p:cNvSpPr>
          <p:nvPr/>
        </p:nvSpPr>
        <p:spPr bwMode="auto">
          <a:xfrm>
            <a:off x="4311381" y="1821657"/>
            <a:ext cx="761747"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BGP</a:t>
            </a:r>
          </a:p>
          <a:p>
            <a:pPr algn="ctr" eaLnBrk="1" hangingPunct="1">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发言人</a:t>
            </a:r>
          </a:p>
        </p:txBody>
      </p:sp>
      <p:sp>
        <p:nvSpPr>
          <p:cNvPr id="432149" name="Line 22">
            <a:extLst>
              <a:ext uri="{FF2B5EF4-FFF2-40B4-BE49-F238E27FC236}">
                <a16:creationId xmlns:a16="http://schemas.microsoft.com/office/drawing/2014/main" id="{D19F9EC9-D1F7-514D-9DBD-2025A75994D3}"/>
              </a:ext>
            </a:extLst>
          </p:cNvPr>
          <p:cNvSpPr>
            <a:spLocks noChangeShapeType="1"/>
          </p:cNvSpPr>
          <p:nvPr/>
        </p:nvSpPr>
        <p:spPr bwMode="auto">
          <a:xfrm>
            <a:off x="5160169" y="2445544"/>
            <a:ext cx="702469" cy="2690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50" name="Line 23">
            <a:extLst>
              <a:ext uri="{FF2B5EF4-FFF2-40B4-BE49-F238E27FC236}">
                <a16:creationId xmlns:a16="http://schemas.microsoft.com/office/drawing/2014/main" id="{8DF45425-FDD6-824A-B327-797C026CF712}"/>
              </a:ext>
            </a:extLst>
          </p:cNvPr>
          <p:cNvSpPr>
            <a:spLocks noChangeShapeType="1"/>
          </p:cNvSpPr>
          <p:nvPr/>
        </p:nvSpPr>
        <p:spPr bwMode="auto">
          <a:xfrm>
            <a:off x="4306491" y="3146823"/>
            <a:ext cx="300038" cy="5024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184" name="Oval 24">
            <a:extLst>
              <a:ext uri="{FF2B5EF4-FFF2-40B4-BE49-F238E27FC236}">
                <a16:creationId xmlns:a16="http://schemas.microsoft.com/office/drawing/2014/main" id="{6E9B90C0-CC84-4C4B-A8CB-A4D1947D8FD9}"/>
              </a:ext>
            </a:extLst>
          </p:cNvPr>
          <p:cNvSpPr>
            <a:spLocks noChangeArrowheads="1"/>
          </p:cNvSpPr>
          <p:nvPr/>
        </p:nvSpPr>
        <p:spPr bwMode="auto">
          <a:xfrm>
            <a:off x="3093244" y="3092054"/>
            <a:ext cx="2580085" cy="1532334"/>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32152" name="Line 25">
            <a:extLst>
              <a:ext uri="{FF2B5EF4-FFF2-40B4-BE49-F238E27FC236}">
                <a16:creationId xmlns:a16="http://schemas.microsoft.com/office/drawing/2014/main" id="{F06A04A2-8C32-D04A-8210-BFD0178A1C74}"/>
              </a:ext>
            </a:extLst>
          </p:cNvPr>
          <p:cNvSpPr>
            <a:spLocks noChangeShapeType="1"/>
          </p:cNvSpPr>
          <p:nvPr/>
        </p:nvSpPr>
        <p:spPr bwMode="auto">
          <a:xfrm>
            <a:off x="4981575" y="3479006"/>
            <a:ext cx="628650" cy="28575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53" name="Line 26">
            <a:extLst>
              <a:ext uri="{FF2B5EF4-FFF2-40B4-BE49-F238E27FC236}">
                <a16:creationId xmlns:a16="http://schemas.microsoft.com/office/drawing/2014/main" id="{8EEBFAEC-99FA-984D-A232-9C5BE15E6F39}"/>
              </a:ext>
            </a:extLst>
          </p:cNvPr>
          <p:cNvSpPr>
            <a:spLocks noChangeShapeType="1"/>
          </p:cNvSpPr>
          <p:nvPr/>
        </p:nvSpPr>
        <p:spPr bwMode="auto">
          <a:xfrm flipH="1">
            <a:off x="4981576" y="3764756"/>
            <a:ext cx="754856" cy="57269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54" name="Line 27">
            <a:extLst>
              <a:ext uri="{FF2B5EF4-FFF2-40B4-BE49-F238E27FC236}">
                <a16:creationId xmlns:a16="http://schemas.microsoft.com/office/drawing/2014/main" id="{7B328224-2629-D246-AD87-233ADCCB5AA4}"/>
              </a:ext>
            </a:extLst>
          </p:cNvPr>
          <p:cNvSpPr>
            <a:spLocks noChangeShapeType="1"/>
          </p:cNvSpPr>
          <p:nvPr/>
        </p:nvSpPr>
        <p:spPr bwMode="auto">
          <a:xfrm>
            <a:off x="4351735" y="3693319"/>
            <a:ext cx="503634" cy="500063"/>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55" name="Line 28">
            <a:extLst>
              <a:ext uri="{FF2B5EF4-FFF2-40B4-BE49-F238E27FC236}">
                <a16:creationId xmlns:a16="http://schemas.microsoft.com/office/drawing/2014/main" id="{AF678AA5-6BCC-F44F-863F-A0072C8A8D4A}"/>
              </a:ext>
            </a:extLst>
          </p:cNvPr>
          <p:cNvSpPr>
            <a:spLocks noChangeShapeType="1"/>
          </p:cNvSpPr>
          <p:nvPr/>
        </p:nvSpPr>
        <p:spPr bwMode="auto">
          <a:xfrm flipV="1">
            <a:off x="4416029" y="3549254"/>
            <a:ext cx="501253" cy="14406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56" name="Line 29">
            <a:extLst>
              <a:ext uri="{FF2B5EF4-FFF2-40B4-BE49-F238E27FC236}">
                <a16:creationId xmlns:a16="http://schemas.microsoft.com/office/drawing/2014/main" id="{6D7117D0-6293-054D-9818-E22B95E497C8}"/>
              </a:ext>
            </a:extLst>
          </p:cNvPr>
          <p:cNvSpPr>
            <a:spLocks noChangeShapeType="1"/>
          </p:cNvSpPr>
          <p:nvPr/>
        </p:nvSpPr>
        <p:spPr bwMode="auto">
          <a:xfrm flipH="1">
            <a:off x="3534966" y="3693319"/>
            <a:ext cx="816769" cy="11191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57" name="Line 30">
            <a:extLst>
              <a:ext uri="{FF2B5EF4-FFF2-40B4-BE49-F238E27FC236}">
                <a16:creationId xmlns:a16="http://schemas.microsoft.com/office/drawing/2014/main" id="{2DFBEE7D-23FD-BE4F-B095-E9706D0896E4}"/>
              </a:ext>
            </a:extLst>
          </p:cNvPr>
          <p:cNvSpPr>
            <a:spLocks noChangeShapeType="1"/>
          </p:cNvSpPr>
          <p:nvPr/>
        </p:nvSpPr>
        <p:spPr bwMode="auto">
          <a:xfrm>
            <a:off x="3534966" y="3837385"/>
            <a:ext cx="501253" cy="5726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58" name="Line 31">
            <a:extLst>
              <a:ext uri="{FF2B5EF4-FFF2-40B4-BE49-F238E27FC236}">
                <a16:creationId xmlns:a16="http://schemas.microsoft.com/office/drawing/2014/main" id="{7C623EA6-8934-FE4C-8C6E-166BABB8207B}"/>
              </a:ext>
            </a:extLst>
          </p:cNvPr>
          <p:cNvSpPr>
            <a:spLocks noChangeShapeType="1"/>
          </p:cNvSpPr>
          <p:nvPr/>
        </p:nvSpPr>
        <p:spPr bwMode="auto">
          <a:xfrm flipV="1">
            <a:off x="4100513" y="4337448"/>
            <a:ext cx="754856" cy="72628"/>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59" name="Line 32">
            <a:extLst>
              <a:ext uri="{FF2B5EF4-FFF2-40B4-BE49-F238E27FC236}">
                <a16:creationId xmlns:a16="http://schemas.microsoft.com/office/drawing/2014/main" id="{92460C56-4531-5D43-BD76-1FEEF3F4E720}"/>
              </a:ext>
            </a:extLst>
          </p:cNvPr>
          <p:cNvSpPr>
            <a:spLocks noChangeShapeType="1"/>
          </p:cNvSpPr>
          <p:nvPr/>
        </p:nvSpPr>
        <p:spPr bwMode="auto">
          <a:xfrm>
            <a:off x="6366273" y="1927623"/>
            <a:ext cx="286940" cy="907256"/>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0" name="Line 33">
            <a:extLst>
              <a:ext uri="{FF2B5EF4-FFF2-40B4-BE49-F238E27FC236}">
                <a16:creationId xmlns:a16="http://schemas.microsoft.com/office/drawing/2014/main" id="{E5ECF7C3-B3ED-CE49-8667-8B3C23F8FDF6}"/>
              </a:ext>
            </a:extLst>
          </p:cNvPr>
          <p:cNvSpPr>
            <a:spLocks noChangeShapeType="1"/>
          </p:cNvSpPr>
          <p:nvPr/>
        </p:nvSpPr>
        <p:spPr bwMode="auto">
          <a:xfrm>
            <a:off x="5924550" y="2714625"/>
            <a:ext cx="692944" cy="144066"/>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1" name="Line 34">
            <a:extLst>
              <a:ext uri="{FF2B5EF4-FFF2-40B4-BE49-F238E27FC236}">
                <a16:creationId xmlns:a16="http://schemas.microsoft.com/office/drawing/2014/main" id="{A2260832-6D94-F24D-8097-6EE395944222}"/>
              </a:ext>
            </a:extLst>
          </p:cNvPr>
          <p:cNvSpPr>
            <a:spLocks noChangeShapeType="1"/>
          </p:cNvSpPr>
          <p:nvPr/>
        </p:nvSpPr>
        <p:spPr bwMode="auto">
          <a:xfrm>
            <a:off x="6428185" y="1759744"/>
            <a:ext cx="566738" cy="7262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2" name="Line 35">
            <a:extLst>
              <a:ext uri="{FF2B5EF4-FFF2-40B4-BE49-F238E27FC236}">
                <a16:creationId xmlns:a16="http://schemas.microsoft.com/office/drawing/2014/main" id="{57E35A77-CD48-AE4F-943C-3A80D8B84663}"/>
              </a:ext>
            </a:extLst>
          </p:cNvPr>
          <p:cNvSpPr>
            <a:spLocks noChangeShapeType="1"/>
          </p:cNvSpPr>
          <p:nvPr/>
        </p:nvSpPr>
        <p:spPr bwMode="auto">
          <a:xfrm>
            <a:off x="3156347" y="1975248"/>
            <a:ext cx="295275" cy="33456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3" name="Line 36">
            <a:extLst>
              <a:ext uri="{FF2B5EF4-FFF2-40B4-BE49-F238E27FC236}">
                <a16:creationId xmlns:a16="http://schemas.microsoft.com/office/drawing/2014/main" id="{5FDB52F0-D89C-614C-9A76-09D9C9CB313D}"/>
              </a:ext>
            </a:extLst>
          </p:cNvPr>
          <p:cNvSpPr>
            <a:spLocks noChangeShapeType="1"/>
          </p:cNvSpPr>
          <p:nvPr/>
        </p:nvSpPr>
        <p:spPr bwMode="auto">
          <a:xfrm flipV="1">
            <a:off x="2715817" y="2421732"/>
            <a:ext cx="735806" cy="2690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4" name="Line 37">
            <a:extLst>
              <a:ext uri="{FF2B5EF4-FFF2-40B4-BE49-F238E27FC236}">
                <a16:creationId xmlns:a16="http://schemas.microsoft.com/office/drawing/2014/main" id="{B984529A-8E98-7244-9D22-A70F28F08DCC}"/>
              </a:ext>
            </a:extLst>
          </p:cNvPr>
          <p:cNvSpPr>
            <a:spLocks noChangeShapeType="1"/>
          </p:cNvSpPr>
          <p:nvPr/>
        </p:nvSpPr>
        <p:spPr bwMode="auto">
          <a:xfrm flipH="1">
            <a:off x="2464594" y="2690812"/>
            <a:ext cx="251222" cy="35837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5" name="Line 38">
            <a:extLst>
              <a:ext uri="{FF2B5EF4-FFF2-40B4-BE49-F238E27FC236}">
                <a16:creationId xmlns:a16="http://schemas.microsoft.com/office/drawing/2014/main" id="{4674A1A5-CE5C-0540-8FE1-146E200A30BA}"/>
              </a:ext>
            </a:extLst>
          </p:cNvPr>
          <p:cNvSpPr>
            <a:spLocks noChangeShapeType="1"/>
          </p:cNvSpPr>
          <p:nvPr/>
        </p:nvSpPr>
        <p:spPr bwMode="auto">
          <a:xfrm flipV="1">
            <a:off x="1834754" y="2690813"/>
            <a:ext cx="819150"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6" name="Line 39">
            <a:extLst>
              <a:ext uri="{FF2B5EF4-FFF2-40B4-BE49-F238E27FC236}">
                <a16:creationId xmlns:a16="http://schemas.microsoft.com/office/drawing/2014/main" id="{B5977F6F-3122-CD40-8978-5E08299F2A17}"/>
              </a:ext>
            </a:extLst>
          </p:cNvPr>
          <p:cNvSpPr>
            <a:spLocks noChangeShapeType="1"/>
          </p:cNvSpPr>
          <p:nvPr/>
        </p:nvSpPr>
        <p:spPr bwMode="auto">
          <a:xfrm>
            <a:off x="1708547" y="2189560"/>
            <a:ext cx="100013" cy="44648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7" name="Line 40">
            <a:extLst>
              <a:ext uri="{FF2B5EF4-FFF2-40B4-BE49-F238E27FC236}">
                <a16:creationId xmlns:a16="http://schemas.microsoft.com/office/drawing/2014/main" id="{B010773C-36AF-6744-A5D0-DAEC22E4A538}"/>
              </a:ext>
            </a:extLst>
          </p:cNvPr>
          <p:cNvSpPr>
            <a:spLocks noChangeShapeType="1"/>
          </p:cNvSpPr>
          <p:nvPr/>
        </p:nvSpPr>
        <p:spPr bwMode="auto">
          <a:xfrm flipV="1">
            <a:off x="1708548" y="1759744"/>
            <a:ext cx="692944" cy="35837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8" name="Line 41">
            <a:extLst>
              <a:ext uri="{FF2B5EF4-FFF2-40B4-BE49-F238E27FC236}">
                <a16:creationId xmlns:a16="http://schemas.microsoft.com/office/drawing/2014/main" id="{9F5BA059-8F83-6C44-A079-D1927F36D4FA}"/>
              </a:ext>
            </a:extLst>
          </p:cNvPr>
          <p:cNvSpPr>
            <a:spLocks noChangeShapeType="1"/>
          </p:cNvSpPr>
          <p:nvPr/>
        </p:nvSpPr>
        <p:spPr bwMode="auto">
          <a:xfrm>
            <a:off x="2401492" y="1759744"/>
            <a:ext cx="629840" cy="21550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9" name="Line 42">
            <a:extLst>
              <a:ext uri="{FF2B5EF4-FFF2-40B4-BE49-F238E27FC236}">
                <a16:creationId xmlns:a16="http://schemas.microsoft.com/office/drawing/2014/main" id="{9DF1C48B-1AB7-6043-8178-6D9F92E86CA3}"/>
              </a:ext>
            </a:extLst>
          </p:cNvPr>
          <p:cNvSpPr>
            <a:spLocks noChangeShapeType="1"/>
          </p:cNvSpPr>
          <p:nvPr/>
        </p:nvSpPr>
        <p:spPr bwMode="auto">
          <a:xfrm flipV="1">
            <a:off x="5736432" y="1783556"/>
            <a:ext cx="565547" cy="144066"/>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70" name="Line 43">
            <a:extLst>
              <a:ext uri="{FF2B5EF4-FFF2-40B4-BE49-F238E27FC236}">
                <a16:creationId xmlns:a16="http://schemas.microsoft.com/office/drawing/2014/main" id="{52532F6F-5B31-654F-982E-8C66F0BBAD77}"/>
              </a:ext>
            </a:extLst>
          </p:cNvPr>
          <p:cNvSpPr>
            <a:spLocks noChangeShapeType="1"/>
          </p:cNvSpPr>
          <p:nvPr/>
        </p:nvSpPr>
        <p:spPr bwMode="auto">
          <a:xfrm>
            <a:off x="5736431" y="1999060"/>
            <a:ext cx="252413" cy="64531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432171" name="Picture 44">
            <a:extLst>
              <a:ext uri="{FF2B5EF4-FFF2-40B4-BE49-F238E27FC236}">
                <a16:creationId xmlns:a16="http://schemas.microsoft.com/office/drawing/2014/main" id="{B3563666-AA1E-C148-952F-7D84E2FDFB1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75285" y="2906316"/>
            <a:ext cx="344090" cy="2547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2172" name="Picture 45">
            <a:extLst>
              <a:ext uri="{FF2B5EF4-FFF2-40B4-BE49-F238E27FC236}">
                <a16:creationId xmlns:a16="http://schemas.microsoft.com/office/drawing/2014/main" id="{FA2F29BA-615F-B146-96A1-5D19264CB8C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08947" y="2309813"/>
            <a:ext cx="342900" cy="257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2173" name="Picture 46">
            <a:extLst>
              <a:ext uri="{FF2B5EF4-FFF2-40B4-BE49-F238E27FC236}">
                <a16:creationId xmlns:a16="http://schemas.microsoft.com/office/drawing/2014/main" id="{E413F259-63DD-844E-B2B7-615B317D652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51610" y="2309813"/>
            <a:ext cx="342900" cy="257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2174" name="Picture 47">
            <a:extLst>
              <a:ext uri="{FF2B5EF4-FFF2-40B4-BE49-F238E27FC236}">
                <a16:creationId xmlns:a16="http://schemas.microsoft.com/office/drawing/2014/main" id="{4A1A356E-EE9A-7F48-8398-22BC6FC6CC2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12394" y="4337448"/>
            <a:ext cx="259556" cy="164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2175" name="Picture 48">
            <a:extLst>
              <a:ext uri="{FF2B5EF4-FFF2-40B4-BE49-F238E27FC236}">
                <a16:creationId xmlns:a16="http://schemas.microsoft.com/office/drawing/2014/main" id="{D6CB3EE0-D3BF-5043-A4EE-5BA6D8F9AA6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08548" y="2620567"/>
            <a:ext cx="259556" cy="163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2176" name="Group 49">
            <a:extLst>
              <a:ext uri="{FF2B5EF4-FFF2-40B4-BE49-F238E27FC236}">
                <a16:creationId xmlns:a16="http://schemas.microsoft.com/office/drawing/2014/main" id="{B1C5D4F2-F872-7749-BAA7-00CEB36190F0}"/>
              </a:ext>
            </a:extLst>
          </p:cNvPr>
          <p:cNvGrpSpPr>
            <a:grpSpLocks/>
          </p:cNvGrpSpPr>
          <p:nvPr/>
        </p:nvGrpSpPr>
        <p:grpSpPr bwMode="auto">
          <a:xfrm>
            <a:off x="2842022" y="1759744"/>
            <a:ext cx="452438" cy="391716"/>
            <a:chOff x="2949" y="196"/>
            <a:chExt cx="941" cy="598"/>
          </a:xfrm>
        </p:grpSpPr>
        <p:sp>
          <p:nvSpPr>
            <p:cNvPr id="432303" name="Oval 50">
              <a:extLst>
                <a:ext uri="{FF2B5EF4-FFF2-40B4-BE49-F238E27FC236}">
                  <a16:creationId xmlns:a16="http://schemas.microsoft.com/office/drawing/2014/main" id="{17B66535-2226-304F-A13F-2176549B6254}"/>
                </a:ext>
              </a:extLst>
            </p:cNvPr>
            <p:cNvSpPr>
              <a:spLocks noChangeArrowheads="1"/>
            </p:cNvSpPr>
            <p:nvPr/>
          </p:nvSpPr>
          <p:spPr bwMode="auto">
            <a:xfrm>
              <a:off x="3167" y="196"/>
              <a:ext cx="409"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304" name="Oval 51">
              <a:extLst>
                <a:ext uri="{FF2B5EF4-FFF2-40B4-BE49-F238E27FC236}">
                  <a16:creationId xmlns:a16="http://schemas.microsoft.com/office/drawing/2014/main" id="{5AF8CFF7-6EFF-7944-9A57-B2C4BC67D19B}"/>
                </a:ext>
              </a:extLst>
            </p:cNvPr>
            <p:cNvSpPr>
              <a:spLocks noChangeArrowheads="1"/>
            </p:cNvSpPr>
            <p:nvPr/>
          </p:nvSpPr>
          <p:spPr bwMode="auto">
            <a:xfrm rot="900000">
              <a:off x="3511" y="252"/>
              <a:ext cx="275"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305" name="Oval 52">
              <a:extLst>
                <a:ext uri="{FF2B5EF4-FFF2-40B4-BE49-F238E27FC236}">
                  <a16:creationId xmlns:a16="http://schemas.microsoft.com/office/drawing/2014/main" id="{8B9BDDAB-24AD-6F41-AD6F-E7CBDBF6634A}"/>
                </a:ext>
              </a:extLst>
            </p:cNvPr>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306" name="Oval 53">
              <a:extLst>
                <a:ext uri="{FF2B5EF4-FFF2-40B4-BE49-F238E27FC236}">
                  <a16:creationId xmlns:a16="http://schemas.microsoft.com/office/drawing/2014/main" id="{201CCC8D-6EA7-B54C-B361-AFAFB245D9C5}"/>
                </a:ext>
              </a:extLst>
            </p:cNvPr>
            <p:cNvSpPr>
              <a:spLocks noChangeArrowheads="1"/>
            </p:cNvSpPr>
            <p:nvPr/>
          </p:nvSpPr>
          <p:spPr bwMode="auto">
            <a:xfrm rot="-1560000">
              <a:off x="3573" y="538"/>
              <a:ext cx="292" cy="18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307" name="Oval 54">
              <a:extLst>
                <a:ext uri="{FF2B5EF4-FFF2-40B4-BE49-F238E27FC236}">
                  <a16:creationId xmlns:a16="http://schemas.microsoft.com/office/drawing/2014/main" id="{52A78DF5-5CBC-1F4B-BF93-3F1AEAC09351}"/>
                </a:ext>
              </a:extLst>
            </p:cNvPr>
            <p:cNvSpPr>
              <a:spLocks noChangeArrowheads="1"/>
            </p:cNvSpPr>
            <p:nvPr/>
          </p:nvSpPr>
          <p:spPr bwMode="auto">
            <a:xfrm>
              <a:off x="3216" y="556"/>
              <a:ext cx="471"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308" name="Oval 55">
              <a:extLst>
                <a:ext uri="{FF2B5EF4-FFF2-40B4-BE49-F238E27FC236}">
                  <a16:creationId xmlns:a16="http://schemas.microsoft.com/office/drawing/2014/main" id="{C4EE8371-F84E-174D-ADD9-F8CEED880E6A}"/>
                </a:ext>
              </a:extLst>
            </p:cNvPr>
            <p:cNvSpPr>
              <a:spLocks noChangeArrowheads="1"/>
            </p:cNvSpPr>
            <p:nvPr/>
          </p:nvSpPr>
          <p:spPr bwMode="auto">
            <a:xfrm rot="1080000">
              <a:off x="3023" y="556"/>
              <a:ext cx="265" cy="154"/>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309" name="Oval 56">
              <a:extLst>
                <a:ext uri="{FF2B5EF4-FFF2-40B4-BE49-F238E27FC236}">
                  <a16:creationId xmlns:a16="http://schemas.microsoft.com/office/drawing/2014/main" id="{C508E3D5-AD58-DA47-B3B6-5559BDE25BC2}"/>
                </a:ext>
              </a:extLst>
            </p:cNvPr>
            <p:cNvSpPr>
              <a:spLocks noChangeArrowheads="1"/>
            </p:cNvSpPr>
            <p:nvPr/>
          </p:nvSpPr>
          <p:spPr bwMode="auto">
            <a:xfrm>
              <a:off x="2949" y="432"/>
              <a:ext cx="218"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310" name="Oval 57">
              <a:extLst>
                <a:ext uri="{FF2B5EF4-FFF2-40B4-BE49-F238E27FC236}">
                  <a16:creationId xmlns:a16="http://schemas.microsoft.com/office/drawing/2014/main" id="{926E2FD2-83F8-8341-9517-91B2CA402E90}"/>
                </a:ext>
              </a:extLst>
            </p:cNvPr>
            <p:cNvSpPr>
              <a:spLocks noChangeArrowheads="1"/>
            </p:cNvSpPr>
            <p:nvPr/>
          </p:nvSpPr>
          <p:spPr bwMode="auto">
            <a:xfrm rot="-1860000">
              <a:off x="2984" y="311"/>
              <a:ext cx="29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311" name="Freeform 58">
              <a:extLst>
                <a:ext uri="{FF2B5EF4-FFF2-40B4-BE49-F238E27FC236}">
                  <a16:creationId xmlns:a16="http://schemas.microsoft.com/office/drawing/2014/main" id="{88F77CD0-3F8D-3443-A2B4-F65BF6D951E1}"/>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312" name="Freeform 59">
              <a:extLst>
                <a:ext uri="{FF2B5EF4-FFF2-40B4-BE49-F238E27FC236}">
                  <a16:creationId xmlns:a16="http://schemas.microsoft.com/office/drawing/2014/main" id="{C3DDA455-962D-B545-B2DE-3EB3E07340D8}"/>
                </a:ext>
              </a:extLst>
            </p:cNvPr>
            <p:cNvSpPr>
              <a:spLocks/>
            </p:cNvSpPr>
            <p:nvPr/>
          </p:nvSpPr>
          <p:spPr bwMode="auto">
            <a:xfrm>
              <a:off x="3194" y="271"/>
              <a:ext cx="116"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61 h 118"/>
                <a:gd name="T24" fmla="*/ 113 w 117"/>
                <a:gd name="T25" fmla="*/ 76 h 118"/>
                <a:gd name="T26" fmla="*/ 113 w 117"/>
                <a:gd name="T27" fmla="*/ 92 h 118"/>
                <a:gd name="T28" fmla="*/ 113 w 117"/>
                <a:gd name="T29" fmla="*/ 107 h 118"/>
                <a:gd name="T30" fmla="*/ 97 w 117"/>
                <a:gd name="T31" fmla="*/ 117 h 118"/>
                <a:gd name="T32" fmla="*/ 81 w 117"/>
                <a:gd name="T33" fmla="*/ 117 h 118"/>
                <a:gd name="T34" fmla="*/ 66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313" name="Freeform 60">
              <a:extLst>
                <a:ext uri="{FF2B5EF4-FFF2-40B4-BE49-F238E27FC236}">
                  <a16:creationId xmlns:a16="http://schemas.microsoft.com/office/drawing/2014/main" id="{B32BF96C-55D5-8D4F-A2FD-F4833A0D60B3}"/>
                </a:ext>
              </a:extLst>
            </p:cNvPr>
            <p:cNvSpPr>
              <a:spLocks/>
            </p:cNvSpPr>
            <p:nvPr/>
          </p:nvSpPr>
          <p:spPr bwMode="auto">
            <a:xfrm>
              <a:off x="3469" y="240"/>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432177" name="Group 61">
            <a:extLst>
              <a:ext uri="{FF2B5EF4-FFF2-40B4-BE49-F238E27FC236}">
                <a16:creationId xmlns:a16="http://schemas.microsoft.com/office/drawing/2014/main" id="{36651F1B-CF61-7F41-9980-7ABD77F1E586}"/>
              </a:ext>
            </a:extLst>
          </p:cNvPr>
          <p:cNvGrpSpPr>
            <a:grpSpLocks/>
          </p:cNvGrpSpPr>
          <p:nvPr/>
        </p:nvGrpSpPr>
        <p:grpSpPr bwMode="auto">
          <a:xfrm>
            <a:off x="1457325" y="1975247"/>
            <a:ext cx="452438" cy="390525"/>
            <a:chOff x="2949" y="196"/>
            <a:chExt cx="941" cy="598"/>
          </a:xfrm>
        </p:grpSpPr>
        <p:sp>
          <p:nvSpPr>
            <p:cNvPr id="432292" name="Oval 62">
              <a:extLst>
                <a:ext uri="{FF2B5EF4-FFF2-40B4-BE49-F238E27FC236}">
                  <a16:creationId xmlns:a16="http://schemas.microsoft.com/office/drawing/2014/main" id="{93555F53-0EB8-BB48-8603-3B2E068C363A}"/>
                </a:ext>
              </a:extLst>
            </p:cNvPr>
            <p:cNvSpPr>
              <a:spLocks noChangeArrowheads="1"/>
            </p:cNvSpPr>
            <p:nvPr/>
          </p:nvSpPr>
          <p:spPr bwMode="auto">
            <a:xfrm>
              <a:off x="3167" y="196"/>
              <a:ext cx="409"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93" name="Oval 63">
              <a:extLst>
                <a:ext uri="{FF2B5EF4-FFF2-40B4-BE49-F238E27FC236}">
                  <a16:creationId xmlns:a16="http://schemas.microsoft.com/office/drawing/2014/main" id="{6CA6EF05-2623-0246-8E5A-5BD9563A78A7}"/>
                </a:ext>
              </a:extLst>
            </p:cNvPr>
            <p:cNvSpPr>
              <a:spLocks noChangeArrowheads="1"/>
            </p:cNvSpPr>
            <p:nvPr/>
          </p:nvSpPr>
          <p:spPr bwMode="auto">
            <a:xfrm rot="900000">
              <a:off x="3511" y="253"/>
              <a:ext cx="275"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94" name="Oval 64">
              <a:extLst>
                <a:ext uri="{FF2B5EF4-FFF2-40B4-BE49-F238E27FC236}">
                  <a16:creationId xmlns:a16="http://schemas.microsoft.com/office/drawing/2014/main" id="{572FE4A9-C53F-554F-80A3-5C842D6B2B94}"/>
                </a:ext>
              </a:extLst>
            </p:cNvPr>
            <p:cNvSpPr>
              <a:spLocks noChangeArrowheads="1"/>
            </p:cNvSpPr>
            <p:nvPr/>
          </p:nvSpPr>
          <p:spPr bwMode="auto">
            <a:xfrm rot="1500000">
              <a:off x="3650" y="386"/>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95" name="Oval 65">
              <a:extLst>
                <a:ext uri="{FF2B5EF4-FFF2-40B4-BE49-F238E27FC236}">
                  <a16:creationId xmlns:a16="http://schemas.microsoft.com/office/drawing/2014/main" id="{169336E8-9893-064E-AEBD-4FED05465179}"/>
                </a:ext>
              </a:extLst>
            </p:cNvPr>
            <p:cNvSpPr>
              <a:spLocks noChangeArrowheads="1"/>
            </p:cNvSpPr>
            <p:nvPr/>
          </p:nvSpPr>
          <p:spPr bwMode="auto">
            <a:xfrm rot="-1560000">
              <a:off x="3573" y="537"/>
              <a:ext cx="292"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96" name="Oval 66">
              <a:extLst>
                <a:ext uri="{FF2B5EF4-FFF2-40B4-BE49-F238E27FC236}">
                  <a16:creationId xmlns:a16="http://schemas.microsoft.com/office/drawing/2014/main" id="{C7AB30F5-F75C-8E47-99E1-0C2613D46C29}"/>
                </a:ext>
              </a:extLst>
            </p:cNvPr>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97" name="Oval 67">
              <a:extLst>
                <a:ext uri="{FF2B5EF4-FFF2-40B4-BE49-F238E27FC236}">
                  <a16:creationId xmlns:a16="http://schemas.microsoft.com/office/drawing/2014/main" id="{24C8BE72-6F4A-FF47-9984-DDC030ABCB8B}"/>
                </a:ext>
              </a:extLst>
            </p:cNvPr>
            <p:cNvSpPr>
              <a:spLocks noChangeArrowheads="1"/>
            </p:cNvSpPr>
            <p:nvPr/>
          </p:nvSpPr>
          <p:spPr bwMode="auto">
            <a:xfrm rot="1080000">
              <a:off x="3023" y="555"/>
              <a:ext cx="265"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98" name="Oval 68">
              <a:extLst>
                <a:ext uri="{FF2B5EF4-FFF2-40B4-BE49-F238E27FC236}">
                  <a16:creationId xmlns:a16="http://schemas.microsoft.com/office/drawing/2014/main" id="{1391456B-87CC-0242-8A4B-8C4828106461}"/>
                </a:ext>
              </a:extLst>
            </p:cNvPr>
            <p:cNvSpPr>
              <a:spLocks noChangeArrowheads="1"/>
            </p:cNvSpPr>
            <p:nvPr/>
          </p:nvSpPr>
          <p:spPr bwMode="auto">
            <a:xfrm>
              <a:off x="2949" y="431"/>
              <a:ext cx="218"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99" name="Oval 69">
              <a:extLst>
                <a:ext uri="{FF2B5EF4-FFF2-40B4-BE49-F238E27FC236}">
                  <a16:creationId xmlns:a16="http://schemas.microsoft.com/office/drawing/2014/main" id="{8DD4B448-D979-7944-8A81-7D08DE923A86}"/>
                </a:ext>
              </a:extLst>
            </p:cNvPr>
            <p:cNvSpPr>
              <a:spLocks noChangeArrowheads="1"/>
            </p:cNvSpPr>
            <p:nvPr/>
          </p:nvSpPr>
          <p:spPr bwMode="auto">
            <a:xfrm rot="-1860000">
              <a:off x="2984" y="311"/>
              <a:ext cx="295"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300" name="Freeform 70">
              <a:extLst>
                <a:ext uri="{FF2B5EF4-FFF2-40B4-BE49-F238E27FC236}">
                  <a16:creationId xmlns:a16="http://schemas.microsoft.com/office/drawing/2014/main" id="{0B050ED5-9DC8-1B43-B0C5-906BF61FD2DC}"/>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301" name="Freeform 71">
              <a:extLst>
                <a:ext uri="{FF2B5EF4-FFF2-40B4-BE49-F238E27FC236}">
                  <a16:creationId xmlns:a16="http://schemas.microsoft.com/office/drawing/2014/main" id="{F87388DD-D9D7-614E-826D-E38EC693F677}"/>
                </a:ext>
              </a:extLst>
            </p:cNvPr>
            <p:cNvSpPr>
              <a:spLocks/>
            </p:cNvSpPr>
            <p:nvPr/>
          </p:nvSpPr>
          <p:spPr bwMode="auto">
            <a:xfrm>
              <a:off x="3194" y="271"/>
              <a:ext cx="116" cy="117"/>
            </a:xfrm>
            <a:custGeom>
              <a:avLst/>
              <a:gdLst>
                <a:gd name="T0" fmla="*/ 5 w 117"/>
                <a:gd name="T1" fmla="*/ 63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59 h 118"/>
                <a:gd name="T24" fmla="*/ 113 w 117"/>
                <a:gd name="T25" fmla="*/ 73 h 118"/>
                <a:gd name="T26" fmla="*/ 113 w 117"/>
                <a:gd name="T27" fmla="*/ 89 h 118"/>
                <a:gd name="T28" fmla="*/ 113 w 117"/>
                <a:gd name="T29" fmla="*/ 104 h 118"/>
                <a:gd name="T30" fmla="*/ 97 w 117"/>
                <a:gd name="T31" fmla="*/ 114 h 118"/>
                <a:gd name="T32" fmla="*/ 81 w 117"/>
                <a:gd name="T33" fmla="*/ 114 h 118"/>
                <a:gd name="T34" fmla="*/ 66 w 117"/>
                <a:gd name="T35" fmla="*/ 114 h 118"/>
                <a:gd name="T36" fmla="*/ 53 w 117"/>
                <a:gd name="T37" fmla="*/ 114 h 118"/>
                <a:gd name="T38" fmla="*/ 37 w 117"/>
                <a:gd name="T39" fmla="*/ 109 h 118"/>
                <a:gd name="T40" fmla="*/ 21 w 117"/>
                <a:gd name="T41" fmla="*/ 99 h 118"/>
                <a:gd name="T42" fmla="*/ 11 w 117"/>
                <a:gd name="T43" fmla="*/ 83 h 118"/>
                <a:gd name="T44" fmla="*/ 5 w 117"/>
                <a:gd name="T45" fmla="*/ 68 h 118"/>
                <a:gd name="T46" fmla="*/ 5 w 117"/>
                <a:gd name="T47" fmla="*/ 63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302" name="Freeform 72">
              <a:extLst>
                <a:ext uri="{FF2B5EF4-FFF2-40B4-BE49-F238E27FC236}">
                  <a16:creationId xmlns:a16="http://schemas.microsoft.com/office/drawing/2014/main" id="{6E76DC06-3979-6C44-8ED2-90A9C42C0775}"/>
                </a:ext>
              </a:extLst>
            </p:cNvPr>
            <p:cNvSpPr>
              <a:spLocks/>
            </p:cNvSpPr>
            <p:nvPr/>
          </p:nvSpPr>
          <p:spPr bwMode="auto">
            <a:xfrm>
              <a:off x="3469" y="240"/>
              <a:ext cx="82" cy="86"/>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3 h 87"/>
                <a:gd name="T12" fmla="*/ 81 w 82"/>
                <a:gd name="T13" fmla="*/ 58 h 87"/>
                <a:gd name="T14" fmla="*/ 81 w 82"/>
                <a:gd name="T15" fmla="*/ 73 h 87"/>
                <a:gd name="T16" fmla="*/ 65 w 82"/>
                <a:gd name="T17" fmla="*/ 83 h 87"/>
                <a:gd name="T18" fmla="*/ 49 w 82"/>
                <a:gd name="T19" fmla="*/ 83 h 87"/>
                <a:gd name="T20" fmla="*/ 27 w 82"/>
                <a:gd name="T21" fmla="*/ 78 h 87"/>
                <a:gd name="T22" fmla="*/ 11 w 82"/>
                <a:gd name="T23" fmla="*/ 68 h 87"/>
                <a:gd name="T24" fmla="*/ 5 w 82"/>
                <a:gd name="T25" fmla="*/ 53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432178" name="Group 73">
            <a:extLst>
              <a:ext uri="{FF2B5EF4-FFF2-40B4-BE49-F238E27FC236}">
                <a16:creationId xmlns:a16="http://schemas.microsoft.com/office/drawing/2014/main" id="{397F1198-C02D-3543-AADB-F3F476E9D323}"/>
              </a:ext>
            </a:extLst>
          </p:cNvPr>
          <p:cNvGrpSpPr>
            <a:grpSpLocks/>
          </p:cNvGrpSpPr>
          <p:nvPr/>
        </p:nvGrpSpPr>
        <p:grpSpPr bwMode="auto">
          <a:xfrm>
            <a:off x="4666060" y="4121944"/>
            <a:ext cx="453628" cy="391716"/>
            <a:chOff x="2949" y="196"/>
            <a:chExt cx="941" cy="598"/>
          </a:xfrm>
        </p:grpSpPr>
        <p:sp>
          <p:nvSpPr>
            <p:cNvPr id="432281" name="Oval 74">
              <a:extLst>
                <a:ext uri="{FF2B5EF4-FFF2-40B4-BE49-F238E27FC236}">
                  <a16:creationId xmlns:a16="http://schemas.microsoft.com/office/drawing/2014/main" id="{BD5DD3DE-7A4A-D847-B918-B2D8CF8E52E5}"/>
                </a:ext>
              </a:extLst>
            </p:cNvPr>
            <p:cNvSpPr>
              <a:spLocks noChangeArrowheads="1"/>
            </p:cNvSpPr>
            <p:nvPr/>
          </p:nvSpPr>
          <p:spPr bwMode="auto">
            <a:xfrm>
              <a:off x="3169" y="196"/>
              <a:ext cx="405"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82" name="Oval 75">
              <a:extLst>
                <a:ext uri="{FF2B5EF4-FFF2-40B4-BE49-F238E27FC236}">
                  <a16:creationId xmlns:a16="http://schemas.microsoft.com/office/drawing/2014/main" id="{60ED9BBC-E6A2-AB45-A699-E159ABBE3EF0}"/>
                </a:ext>
              </a:extLst>
            </p:cNvPr>
            <p:cNvSpPr>
              <a:spLocks noChangeArrowheads="1"/>
            </p:cNvSpPr>
            <p:nvPr/>
          </p:nvSpPr>
          <p:spPr bwMode="auto">
            <a:xfrm rot="900000">
              <a:off x="3512" y="252"/>
              <a:ext cx="274"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83" name="Oval 76">
              <a:extLst>
                <a:ext uri="{FF2B5EF4-FFF2-40B4-BE49-F238E27FC236}">
                  <a16:creationId xmlns:a16="http://schemas.microsoft.com/office/drawing/2014/main" id="{C108C5FE-3E44-0340-A357-060623CB458F}"/>
                </a:ext>
              </a:extLst>
            </p:cNvPr>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84" name="Oval 77">
              <a:extLst>
                <a:ext uri="{FF2B5EF4-FFF2-40B4-BE49-F238E27FC236}">
                  <a16:creationId xmlns:a16="http://schemas.microsoft.com/office/drawing/2014/main" id="{4500A3F5-A9F5-6147-B54E-304DD7F0F8E3}"/>
                </a:ext>
              </a:extLst>
            </p:cNvPr>
            <p:cNvSpPr>
              <a:spLocks noChangeArrowheads="1"/>
            </p:cNvSpPr>
            <p:nvPr/>
          </p:nvSpPr>
          <p:spPr bwMode="auto">
            <a:xfrm rot="-1560000">
              <a:off x="3574" y="538"/>
              <a:ext cx="289" cy="18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85" name="Oval 78">
              <a:extLst>
                <a:ext uri="{FF2B5EF4-FFF2-40B4-BE49-F238E27FC236}">
                  <a16:creationId xmlns:a16="http://schemas.microsoft.com/office/drawing/2014/main" id="{60E212A2-6B8E-4F44-8CAA-3A29BE196112}"/>
                </a:ext>
              </a:extLst>
            </p:cNvPr>
            <p:cNvSpPr>
              <a:spLocks noChangeArrowheads="1"/>
            </p:cNvSpPr>
            <p:nvPr/>
          </p:nvSpPr>
          <p:spPr bwMode="auto">
            <a:xfrm>
              <a:off x="3216" y="556"/>
              <a:ext cx="472"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86" name="Oval 79">
              <a:extLst>
                <a:ext uri="{FF2B5EF4-FFF2-40B4-BE49-F238E27FC236}">
                  <a16:creationId xmlns:a16="http://schemas.microsoft.com/office/drawing/2014/main" id="{5D0BF8EE-247A-A141-A53A-1097B8673BFB}"/>
                </a:ext>
              </a:extLst>
            </p:cNvPr>
            <p:cNvSpPr>
              <a:spLocks noChangeArrowheads="1"/>
            </p:cNvSpPr>
            <p:nvPr/>
          </p:nvSpPr>
          <p:spPr bwMode="auto">
            <a:xfrm rot="1080000">
              <a:off x="3023" y="556"/>
              <a:ext cx="264" cy="154"/>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87" name="Oval 80">
              <a:extLst>
                <a:ext uri="{FF2B5EF4-FFF2-40B4-BE49-F238E27FC236}">
                  <a16:creationId xmlns:a16="http://schemas.microsoft.com/office/drawing/2014/main" id="{24840A8A-A43C-6642-ADD8-CADE4934CDC2}"/>
                </a:ext>
              </a:extLst>
            </p:cNvPr>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88" name="Oval 81">
              <a:extLst>
                <a:ext uri="{FF2B5EF4-FFF2-40B4-BE49-F238E27FC236}">
                  <a16:creationId xmlns:a16="http://schemas.microsoft.com/office/drawing/2014/main" id="{1B72AA36-3C67-934D-AA82-4DE7124D4019}"/>
                </a:ext>
              </a:extLst>
            </p:cNvPr>
            <p:cNvSpPr>
              <a:spLocks noChangeArrowheads="1"/>
            </p:cNvSpPr>
            <p:nvPr/>
          </p:nvSpPr>
          <p:spPr bwMode="auto">
            <a:xfrm rot="-1860000">
              <a:off x="2984" y="311"/>
              <a:ext cx="296"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89" name="Freeform 82">
              <a:extLst>
                <a:ext uri="{FF2B5EF4-FFF2-40B4-BE49-F238E27FC236}">
                  <a16:creationId xmlns:a16="http://schemas.microsoft.com/office/drawing/2014/main" id="{3D221CE7-D04B-C449-896B-E17A1B308028}"/>
                </a:ext>
              </a:extLst>
            </p:cNvPr>
            <p:cNvSpPr>
              <a:spLocks/>
            </p:cNvSpPr>
            <p:nvPr/>
          </p:nvSpPr>
          <p:spPr bwMode="auto">
            <a:xfrm>
              <a:off x="3050"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90" name="Freeform 83">
              <a:extLst>
                <a:ext uri="{FF2B5EF4-FFF2-40B4-BE49-F238E27FC236}">
                  <a16:creationId xmlns:a16="http://schemas.microsoft.com/office/drawing/2014/main" id="{4232A5D2-E8A0-4346-BE95-230A6011A5FD}"/>
                </a:ext>
              </a:extLst>
            </p:cNvPr>
            <p:cNvSpPr>
              <a:spLocks/>
            </p:cNvSpPr>
            <p:nvPr/>
          </p:nvSpPr>
          <p:spPr bwMode="auto">
            <a:xfrm>
              <a:off x="3194" y="271"/>
              <a:ext cx="116"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61 h 118"/>
                <a:gd name="T24" fmla="*/ 113 w 117"/>
                <a:gd name="T25" fmla="*/ 76 h 118"/>
                <a:gd name="T26" fmla="*/ 113 w 117"/>
                <a:gd name="T27" fmla="*/ 92 h 118"/>
                <a:gd name="T28" fmla="*/ 113 w 117"/>
                <a:gd name="T29" fmla="*/ 107 h 118"/>
                <a:gd name="T30" fmla="*/ 97 w 117"/>
                <a:gd name="T31" fmla="*/ 117 h 118"/>
                <a:gd name="T32" fmla="*/ 81 w 117"/>
                <a:gd name="T33" fmla="*/ 117 h 118"/>
                <a:gd name="T34" fmla="*/ 66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91" name="Freeform 84">
              <a:extLst>
                <a:ext uri="{FF2B5EF4-FFF2-40B4-BE49-F238E27FC236}">
                  <a16:creationId xmlns:a16="http://schemas.microsoft.com/office/drawing/2014/main" id="{83451E3A-38B5-934F-BAAB-DFA176EB0C0E}"/>
                </a:ext>
              </a:extLst>
            </p:cNvPr>
            <p:cNvSpPr>
              <a:spLocks/>
            </p:cNvSpPr>
            <p:nvPr/>
          </p:nvSpPr>
          <p:spPr bwMode="auto">
            <a:xfrm>
              <a:off x="3470" y="240"/>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432179" name="Group 85">
            <a:extLst>
              <a:ext uri="{FF2B5EF4-FFF2-40B4-BE49-F238E27FC236}">
                <a16:creationId xmlns:a16="http://schemas.microsoft.com/office/drawing/2014/main" id="{05ED648F-6EA8-3E44-AEAD-4B990CF3FEEE}"/>
              </a:ext>
            </a:extLst>
          </p:cNvPr>
          <p:cNvGrpSpPr>
            <a:grpSpLocks/>
          </p:cNvGrpSpPr>
          <p:nvPr/>
        </p:nvGrpSpPr>
        <p:grpSpPr bwMode="auto">
          <a:xfrm>
            <a:off x="6113860" y="1618060"/>
            <a:ext cx="452438" cy="391715"/>
            <a:chOff x="2949" y="196"/>
            <a:chExt cx="941" cy="598"/>
          </a:xfrm>
        </p:grpSpPr>
        <p:sp>
          <p:nvSpPr>
            <p:cNvPr id="432270" name="Oval 86">
              <a:extLst>
                <a:ext uri="{FF2B5EF4-FFF2-40B4-BE49-F238E27FC236}">
                  <a16:creationId xmlns:a16="http://schemas.microsoft.com/office/drawing/2014/main" id="{B27A50E5-4D2F-1A41-B2F4-29C2227645CB}"/>
                </a:ext>
              </a:extLst>
            </p:cNvPr>
            <p:cNvSpPr>
              <a:spLocks noChangeArrowheads="1"/>
            </p:cNvSpPr>
            <p:nvPr/>
          </p:nvSpPr>
          <p:spPr bwMode="auto">
            <a:xfrm>
              <a:off x="3167" y="196"/>
              <a:ext cx="409"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71" name="Oval 87">
              <a:extLst>
                <a:ext uri="{FF2B5EF4-FFF2-40B4-BE49-F238E27FC236}">
                  <a16:creationId xmlns:a16="http://schemas.microsoft.com/office/drawing/2014/main" id="{40A23E9B-721B-984F-B9D5-007A5FD228F0}"/>
                </a:ext>
              </a:extLst>
            </p:cNvPr>
            <p:cNvSpPr>
              <a:spLocks noChangeArrowheads="1"/>
            </p:cNvSpPr>
            <p:nvPr/>
          </p:nvSpPr>
          <p:spPr bwMode="auto">
            <a:xfrm rot="900000">
              <a:off x="3511" y="252"/>
              <a:ext cx="275"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72" name="Oval 88">
              <a:extLst>
                <a:ext uri="{FF2B5EF4-FFF2-40B4-BE49-F238E27FC236}">
                  <a16:creationId xmlns:a16="http://schemas.microsoft.com/office/drawing/2014/main" id="{5521E620-5BD6-414B-84E7-1C281CF10CE1}"/>
                </a:ext>
              </a:extLst>
            </p:cNvPr>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73" name="Oval 89">
              <a:extLst>
                <a:ext uri="{FF2B5EF4-FFF2-40B4-BE49-F238E27FC236}">
                  <a16:creationId xmlns:a16="http://schemas.microsoft.com/office/drawing/2014/main" id="{3BD60F76-E5CC-5446-96CE-F35AD6DCA4DF}"/>
                </a:ext>
              </a:extLst>
            </p:cNvPr>
            <p:cNvSpPr>
              <a:spLocks noChangeArrowheads="1"/>
            </p:cNvSpPr>
            <p:nvPr/>
          </p:nvSpPr>
          <p:spPr bwMode="auto">
            <a:xfrm rot="-1560000">
              <a:off x="3573" y="538"/>
              <a:ext cx="292" cy="18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74" name="Oval 90">
              <a:extLst>
                <a:ext uri="{FF2B5EF4-FFF2-40B4-BE49-F238E27FC236}">
                  <a16:creationId xmlns:a16="http://schemas.microsoft.com/office/drawing/2014/main" id="{7DF8DA6F-AFB9-684E-9BDA-D3CB2911379C}"/>
                </a:ext>
              </a:extLst>
            </p:cNvPr>
            <p:cNvSpPr>
              <a:spLocks noChangeArrowheads="1"/>
            </p:cNvSpPr>
            <p:nvPr/>
          </p:nvSpPr>
          <p:spPr bwMode="auto">
            <a:xfrm>
              <a:off x="3216" y="556"/>
              <a:ext cx="471"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75" name="Oval 91">
              <a:extLst>
                <a:ext uri="{FF2B5EF4-FFF2-40B4-BE49-F238E27FC236}">
                  <a16:creationId xmlns:a16="http://schemas.microsoft.com/office/drawing/2014/main" id="{C09AB2F1-6A75-644B-97AF-C36C49AC7BD1}"/>
                </a:ext>
              </a:extLst>
            </p:cNvPr>
            <p:cNvSpPr>
              <a:spLocks noChangeArrowheads="1"/>
            </p:cNvSpPr>
            <p:nvPr/>
          </p:nvSpPr>
          <p:spPr bwMode="auto">
            <a:xfrm rot="1080000">
              <a:off x="3023" y="556"/>
              <a:ext cx="265" cy="154"/>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76" name="Oval 92">
              <a:extLst>
                <a:ext uri="{FF2B5EF4-FFF2-40B4-BE49-F238E27FC236}">
                  <a16:creationId xmlns:a16="http://schemas.microsoft.com/office/drawing/2014/main" id="{D384F1FA-5B34-CB4A-8559-D3540907A2D0}"/>
                </a:ext>
              </a:extLst>
            </p:cNvPr>
            <p:cNvSpPr>
              <a:spLocks noChangeArrowheads="1"/>
            </p:cNvSpPr>
            <p:nvPr/>
          </p:nvSpPr>
          <p:spPr bwMode="auto">
            <a:xfrm>
              <a:off x="2949" y="432"/>
              <a:ext cx="218"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77" name="Oval 93">
              <a:extLst>
                <a:ext uri="{FF2B5EF4-FFF2-40B4-BE49-F238E27FC236}">
                  <a16:creationId xmlns:a16="http://schemas.microsoft.com/office/drawing/2014/main" id="{4A9DDE6D-4462-4249-826A-709798DC6768}"/>
                </a:ext>
              </a:extLst>
            </p:cNvPr>
            <p:cNvSpPr>
              <a:spLocks noChangeArrowheads="1"/>
            </p:cNvSpPr>
            <p:nvPr/>
          </p:nvSpPr>
          <p:spPr bwMode="auto">
            <a:xfrm rot="-1860000">
              <a:off x="2984" y="311"/>
              <a:ext cx="29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78" name="Freeform 94">
              <a:extLst>
                <a:ext uri="{FF2B5EF4-FFF2-40B4-BE49-F238E27FC236}">
                  <a16:creationId xmlns:a16="http://schemas.microsoft.com/office/drawing/2014/main" id="{DB53A53C-7317-B949-9E8B-2E028B15AF0E}"/>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79" name="Freeform 95">
              <a:extLst>
                <a:ext uri="{FF2B5EF4-FFF2-40B4-BE49-F238E27FC236}">
                  <a16:creationId xmlns:a16="http://schemas.microsoft.com/office/drawing/2014/main" id="{461DDD9E-DA57-A64F-A2C1-7BCEB356CAD7}"/>
                </a:ext>
              </a:extLst>
            </p:cNvPr>
            <p:cNvSpPr>
              <a:spLocks/>
            </p:cNvSpPr>
            <p:nvPr/>
          </p:nvSpPr>
          <p:spPr bwMode="auto">
            <a:xfrm>
              <a:off x="3194" y="271"/>
              <a:ext cx="116"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61 h 118"/>
                <a:gd name="T24" fmla="*/ 113 w 117"/>
                <a:gd name="T25" fmla="*/ 76 h 118"/>
                <a:gd name="T26" fmla="*/ 113 w 117"/>
                <a:gd name="T27" fmla="*/ 92 h 118"/>
                <a:gd name="T28" fmla="*/ 113 w 117"/>
                <a:gd name="T29" fmla="*/ 107 h 118"/>
                <a:gd name="T30" fmla="*/ 97 w 117"/>
                <a:gd name="T31" fmla="*/ 117 h 118"/>
                <a:gd name="T32" fmla="*/ 81 w 117"/>
                <a:gd name="T33" fmla="*/ 117 h 118"/>
                <a:gd name="T34" fmla="*/ 66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80" name="Freeform 96">
              <a:extLst>
                <a:ext uri="{FF2B5EF4-FFF2-40B4-BE49-F238E27FC236}">
                  <a16:creationId xmlns:a16="http://schemas.microsoft.com/office/drawing/2014/main" id="{FA36E707-20EB-004B-B10C-0AB2DCBF3947}"/>
                </a:ext>
              </a:extLst>
            </p:cNvPr>
            <p:cNvSpPr>
              <a:spLocks/>
            </p:cNvSpPr>
            <p:nvPr/>
          </p:nvSpPr>
          <p:spPr bwMode="auto">
            <a:xfrm>
              <a:off x="3469" y="240"/>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432180" name="Group 97">
            <a:extLst>
              <a:ext uri="{FF2B5EF4-FFF2-40B4-BE49-F238E27FC236}">
                <a16:creationId xmlns:a16="http://schemas.microsoft.com/office/drawing/2014/main" id="{1668F956-B928-234E-B7F0-EB25355FA444}"/>
              </a:ext>
            </a:extLst>
          </p:cNvPr>
          <p:cNvGrpSpPr>
            <a:grpSpLocks/>
          </p:cNvGrpSpPr>
          <p:nvPr/>
        </p:nvGrpSpPr>
        <p:grpSpPr bwMode="auto">
          <a:xfrm>
            <a:off x="5736431" y="2476500"/>
            <a:ext cx="452438" cy="391716"/>
            <a:chOff x="2949" y="196"/>
            <a:chExt cx="941" cy="598"/>
          </a:xfrm>
        </p:grpSpPr>
        <p:sp>
          <p:nvSpPr>
            <p:cNvPr id="432259" name="Oval 98">
              <a:extLst>
                <a:ext uri="{FF2B5EF4-FFF2-40B4-BE49-F238E27FC236}">
                  <a16:creationId xmlns:a16="http://schemas.microsoft.com/office/drawing/2014/main" id="{14D1C8F1-050C-1747-977E-73B788DEE48A}"/>
                </a:ext>
              </a:extLst>
            </p:cNvPr>
            <p:cNvSpPr>
              <a:spLocks noChangeArrowheads="1"/>
            </p:cNvSpPr>
            <p:nvPr/>
          </p:nvSpPr>
          <p:spPr bwMode="auto">
            <a:xfrm>
              <a:off x="3167" y="196"/>
              <a:ext cx="409"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60" name="Oval 99">
              <a:extLst>
                <a:ext uri="{FF2B5EF4-FFF2-40B4-BE49-F238E27FC236}">
                  <a16:creationId xmlns:a16="http://schemas.microsoft.com/office/drawing/2014/main" id="{AB77B16C-5351-8E49-9518-B50F581EFA9A}"/>
                </a:ext>
              </a:extLst>
            </p:cNvPr>
            <p:cNvSpPr>
              <a:spLocks noChangeArrowheads="1"/>
            </p:cNvSpPr>
            <p:nvPr/>
          </p:nvSpPr>
          <p:spPr bwMode="auto">
            <a:xfrm rot="900000">
              <a:off x="3511" y="252"/>
              <a:ext cx="275"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61" name="Oval 100">
              <a:extLst>
                <a:ext uri="{FF2B5EF4-FFF2-40B4-BE49-F238E27FC236}">
                  <a16:creationId xmlns:a16="http://schemas.microsoft.com/office/drawing/2014/main" id="{B57120CB-6F64-9D43-B7EC-F1E854EC05BF}"/>
                </a:ext>
              </a:extLst>
            </p:cNvPr>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62" name="Oval 101">
              <a:extLst>
                <a:ext uri="{FF2B5EF4-FFF2-40B4-BE49-F238E27FC236}">
                  <a16:creationId xmlns:a16="http://schemas.microsoft.com/office/drawing/2014/main" id="{8BA545AB-E84C-F34F-829B-3754448346C2}"/>
                </a:ext>
              </a:extLst>
            </p:cNvPr>
            <p:cNvSpPr>
              <a:spLocks noChangeArrowheads="1"/>
            </p:cNvSpPr>
            <p:nvPr/>
          </p:nvSpPr>
          <p:spPr bwMode="auto">
            <a:xfrm rot="-1560000">
              <a:off x="3573" y="538"/>
              <a:ext cx="292" cy="18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63" name="Oval 102">
              <a:extLst>
                <a:ext uri="{FF2B5EF4-FFF2-40B4-BE49-F238E27FC236}">
                  <a16:creationId xmlns:a16="http://schemas.microsoft.com/office/drawing/2014/main" id="{FD339371-FA9F-3746-8C05-8C69FB8F6710}"/>
                </a:ext>
              </a:extLst>
            </p:cNvPr>
            <p:cNvSpPr>
              <a:spLocks noChangeArrowheads="1"/>
            </p:cNvSpPr>
            <p:nvPr/>
          </p:nvSpPr>
          <p:spPr bwMode="auto">
            <a:xfrm>
              <a:off x="3216" y="556"/>
              <a:ext cx="471"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64" name="Oval 103">
              <a:extLst>
                <a:ext uri="{FF2B5EF4-FFF2-40B4-BE49-F238E27FC236}">
                  <a16:creationId xmlns:a16="http://schemas.microsoft.com/office/drawing/2014/main" id="{89BC7C41-3133-404C-BAD5-BDB15B6806EF}"/>
                </a:ext>
              </a:extLst>
            </p:cNvPr>
            <p:cNvSpPr>
              <a:spLocks noChangeArrowheads="1"/>
            </p:cNvSpPr>
            <p:nvPr/>
          </p:nvSpPr>
          <p:spPr bwMode="auto">
            <a:xfrm rot="1080000">
              <a:off x="3023" y="556"/>
              <a:ext cx="265" cy="154"/>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65" name="Oval 104">
              <a:extLst>
                <a:ext uri="{FF2B5EF4-FFF2-40B4-BE49-F238E27FC236}">
                  <a16:creationId xmlns:a16="http://schemas.microsoft.com/office/drawing/2014/main" id="{DFB4C0F3-2E1E-F240-B711-DF8925905B5F}"/>
                </a:ext>
              </a:extLst>
            </p:cNvPr>
            <p:cNvSpPr>
              <a:spLocks noChangeArrowheads="1"/>
            </p:cNvSpPr>
            <p:nvPr/>
          </p:nvSpPr>
          <p:spPr bwMode="auto">
            <a:xfrm>
              <a:off x="2949" y="432"/>
              <a:ext cx="218"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66" name="Oval 105">
              <a:extLst>
                <a:ext uri="{FF2B5EF4-FFF2-40B4-BE49-F238E27FC236}">
                  <a16:creationId xmlns:a16="http://schemas.microsoft.com/office/drawing/2014/main" id="{07D42A19-6A84-D148-A4FC-3B2B9344B6B1}"/>
                </a:ext>
              </a:extLst>
            </p:cNvPr>
            <p:cNvSpPr>
              <a:spLocks noChangeArrowheads="1"/>
            </p:cNvSpPr>
            <p:nvPr/>
          </p:nvSpPr>
          <p:spPr bwMode="auto">
            <a:xfrm rot="-1860000">
              <a:off x="2984" y="311"/>
              <a:ext cx="29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67" name="Freeform 106">
              <a:extLst>
                <a:ext uri="{FF2B5EF4-FFF2-40B4-BE49-F238E27FC236}">
                  <a16:creationId xmlns:a16="http://schemas.microsoft.com/office/drawing/2014/main" id="{17F51F80-E0E2-704E-8558-910D7D117DC4}"/>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68" name="Freeform 107">
              <a:extLst>
                <a:ext uri="{FF2B5EF4-FFF2-40B4-BE49-F238E27FC236}">
                  <a16:creationId xmlns:a16="http://schemas.microsoft.com/office/drawing/2014/main" id="{BB40DC25-9207-7540-AEFF-DD6A88CA3F9C}"/>
                </a:ext>
              </a:extLst>
            </p:cNvPr>
            <p:cNvSpPr>
              <a:spLocks/>
            </p:cNvSpPr>
            <p:nvPr/>
          </p:nvSpPr>
          <p:spPr bwMode="auto">
            <a:xfrm>
              <a:off x="3194" y="271"/>
              <a:ext cx="116"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61 h 118"/>
                <a:gd name="T24" fmla="*/ 113 w 117"/>
                <a:gd name="T25" fmla="*/ 76 h 118"/>
                <a:gd name="T26" fmla="*/ 113 w 117"/>
                <a:gd name="T27" fmla="*/ 92 h 118"/>
                <a:gd name="T28" fmla="*/ 113 w 117"/>
                <a:gd name="T29" fmla="*/ 107 h 118"/>
                <a:gd name="T30" fmla="*/ 97 w 117"/>
                <a:gd name="T31" fmla="*/ 117 h 118"/>
                <a:gd name="T32" fmla="*/ 81 w 117"/>
                <a:gd name="T33" fmla="*/ 117 h 118"/>
                <a:gd name="T34" fmla="*/ 66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69" name="Freeform 108">
              <a:extLst>
                <a:ext uri="{FF2B5EF4-FFF2-40B4-BE49-F238E27FC236}">
                  <a16:creationId xmlns:a16="http://schemas.microsoft.com/office/drawing/2014/main" id="{285BFF05-9821-B34F-8D19-2C374B52B28F}"/>
                </a:ext>
              </a:extLst>
            </p:cNvPr>
            <p:cNvSpPr>
              <a:spLocks/>
            </p:cNvSpPr>
            <p:nvPr/>
          </p:nvSpPr>
          <p:spPr bwMode="auto">
            <a:xfrm>
              <a:off x="3469" y="240"/>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432181" name="Text Box 109">
            <a:extLst>
              <a:ext uri="{FF2B5EF4-FFF2-40B4-BE49-F238E27FC236}">
                <a16:creationId xmlns:a16="http://schemas.microsoft.com/office/drawing/2014/main" id="{51AB02BE-5060-2F43-9595-650D222EB714}"/>
              </a:ext>
            </a:extLst>
          </p:cNvPr>
          <p:cNvSpPr txBox="1">
            <a:spLocks noChangeArrowheads="1"/>
          </p:cNvSpPr>
          <p:nvPr/>
        </p:nvSpPr>
        <p:spPr bwMode="auto">
          <a:xfrm>
            <a:off x="2024063" y="1960960"/>
            <a:ext cx="51167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AS</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p>
        </p:txBody>
      </p:sp>
      <p:sp>
        <p:nvSpPr>
          <p:cNvPr id="432182" name="Text Box 110">
            <a:extLst>
              <a:ext uri="{FF2B5EF4-FFF2-40B4-BE49-F238E27FC236}">
                <a16:creationId xmlns:a16="http://schemas.microsoft.com/office/drawing/2014/main" id="{0E054524-C3DF-AC4C-9B0B-420D49D0036A}"/>
              </a:ext>
            </a:extLst>
          </p:cNvPr>
          <p:cNvSpPr txBox="1">
            <a:spLocks noChangeArrowheads="1"/>
          </p:cNvSpPr>
          <p:nvPr/>
        </p:nvSpPr>
        <p:spPr bwMode="auto">
          <a:xfrm>
            <a:off x="3840957" y="3320654"/>
            <a:ext cx="51167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AS</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3</a:t>
            </a:r>
          </a:p>
        </p:txBody>
      </p:sp>
      <p:sp>
        <p:nvSpPr>
          <p:cNvPr id="432183" name="Text Box 111">
            <a:extLst>
              <a:ext uri="{FF2B5EF4-FFF2-40B4-BE49-F238E27FC236}">
                <a16:creationId xmlns:a16="http://schemas.microsoft.com/office/drawing/2014/main" id="{11DFDD95-0669-9844-9DB0-9BFF78F8A7A4}"/>
              </a:ext>
            </a:extLst>
          </p:cNvPr>
          <p:cNvSpPr txBox="1">
            <a:spLocks noChangeArrowheads="1"/>
          </p:cNvSpPr>
          <p:nvPr/>
        </p:nvSpPr>
        <p:spPr bwMode="auto">
          <a:xfrm>
            <a:off x="6554392" y="2009775"/>
            <a:ext cx="51167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AS</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2</a:t>
            </a:r>
          </a:p>
        </p:txBody>
      </p:sp>
      <p:sp>
        <p:nvSpPr>
          <p:cNvPr id="432184" name="Text Box 112">
            <a:extLst>
              <a:ext uri="{FF2B5EF4-FFF2-40B4-BE49-F238E27FC236}">
                <a16:creationId xmlns:a16="http://schemas.microsoft.com/office/drawing/2014/main" id="{BD2FBE48-A48E-8C43-979D-B609010888A1}"/>
              </a:ext>
            </a:extLst>
          </p:cNvPr>
          <p:cNvSpPr txBox="1">
            <a:spLocks noChangeArrowheads="1"/>
          </p:cNvSpPr>
          <p:nvPr/>
        </p:nvSpPr>
        <p:spPr bwMode="auto">
          <a:xfrm>
            <a:off x="6431757" y="4030266"/>
            <a:ext cx="51167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AS</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5</a:t>
            </a:r>
          </a:p>
        </p:txBody>
      </p:sp>
      <p:sp>
        <p:nvSpPr>
          <p:cNvPr id="432185" name="Text Box 113">
            <a:extLst>
              <a:ext uri="{FF2B5EF4-FFF2-40B4-BE49-F238E27FC236}">
                <a16:creationId xmlns:a16="http://schemas.microsoft.com/office/drawing/2014/main" id="{9B2527D6-CC70-1D49-92E0-5421F71BE622}"/>
              </a:ext>
            </a:extLst>
          </p:cNvPr>
          <p:cNvSpPr txBox="1">
            <a:spLocks noChangeArrowheads="1"/>
          </p:cNvSpPr>
          <p:nvPr/>
        </p:nvSpPr>
        <p:spPr bwMode="auto">
          <a:xfrm>
            <a:off x="1570435" y="3571875"/>
            <a:ext cx="51167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AS</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4</a:t>
            </a:r>
          </a:p>
        </p:txBody>
      </p:sp>
      <p:pic>
        <p:nvPicPr>
          <p:cNvPr id="432186" name="Picture 114">
            <a:extLst>
              <a:ext uri="{FF2B5EF4-FFF2-40B4-BE49-F238E27FC236}">
                <a16:creationId xmlns:a16="http://schemas.microsoft.com/office/drawing/2014/main" id="{F2E99F98-E3DE-5647-9316-FD3DEEC8933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85210" y="3693319"/>
            <a:ext cx="344090" cy="2559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2187" name="Line 115">
            <a:extLst>
              <a:ext uri="{FF2B5EF4-FFF2-40B4-BE49-F238E27FC236}">
                <a16:creationId xmlns:a16="http://schemas.microsoft.com/office/drawing/2014/main" id="{3A56051F-192B-6746-AE24-F74BF09C4B3F}"/>
              </a:ext>
            </a:extLst>
          </p:cNvPr>
          <p:cNvSpPr>
            <a:spLocks noChangeShapeType="1"/>
          </p:cNvSpPr>
          <p:nvPr/>
        </p:nvSpPr>
        <p:spPr bwMode="auto">
          <a:xfrm>
            <a:off x="4306491" y="3146823"/>
            <a:ext cx="613172" cy="259556"/>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32188" name="Group 116">
            <a:extLst>
              <a:ext uri="{FF2B5EF4-FFF2-40B4-BE49-F238E27FC236}">
                <a16:creationId xmlns:a16="http://schemas.microsoft.com/office/drawing/2014/main" id="{B90F756D-A164-A347-95D6-388FC081228B}"/>
              </a:ext>
            </a:extLst>
          </p:cNvPr>
          <p:cNvGrpSpPr>
            <a:grpSpLocks/>
          </p:cNvGrpSpPr>
          <p:nvPr/>
        </p:nvGrpSpPr>
        <p:grpSpPr bwMode="auto">
          <a:xfrm>
            <a:off x="4729162" y="3263504"/>
            <a:ext cx="452438" cy="390525"/>
            <a:chOff x="2949" y="196"/>
            <a:chExt cx="941" cy="598"/>
          </a:xfrm>
        </p:grpSpPr>
        <p:sp>
          <p:nvSpPr>
            <p:cNvPr id="432248" name="Oval 117">
              <a:extLst>
                <a:ext uri="{FF2B5EF4-FFF2-40B4-BE49-F238E27FC236}">
                  <a16:creationId xmlns:a16="http://schemas.microsoft.com/office/drawing/2014/main" id="{A361562D-35AD-BD45-897E-3555A92A5F94}"/>
                </a:ext>
              </a:extLst>
            </p:cNvPr>
            <p:cNvSpPr>
              <a:spLocks noChangeArrowheads="1"/>
            </p:cNvSpPr>
            <p:nvPr/>
          </p:nvSpPr>
          <p:spPr bwMode="auto">
            <a:xfrm>
              <a:off x="3167" y="196"/>
              <a:ext cx="409"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49" name="Oval 118">
              <a:extLst>
                <a:ext uri="{FF2B5EF4-FFF2-40B4-BE49-F238E27FC236}">
                  <a16:creationId xmlns:a16="http://schemas.microsoft.com/office/drawing/2014/main" id="{455910FE-44E2-BC42-8B74-92143D4F5BA1}"/>
                </a:ext>
              </a:extLst>
            </p:cNvPr>
            <p:cNvSpPr>
              <a:spLocks noChangeArrowheads="1"/>
            </p:cNvSpPr>
            <p:nvPr/>
          </p:nvSpPr>
          <p:spPr bwMode="auto">
            <a:xfrm rot="900000">
              <a:off x="3511" y="253"/>
              <a:ext cx="275"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50" name="Oval 119">
              <a:extLst>
                <a:ext uri="{FF2B5EF4-FFF2-40B4-BE49-F238E27FC236}">
                  <a16:creationId xmlns:a16="http://schemas.microsoft.com/office/drawing/2014/main" id="{4ADA7D08-E823-6242-A0F7-401D7B2FC248}"/>
                </a:ext>
              </a:extLst>
            </p:cNvPr>
            <p:cNvSpPr>
              <a:spLocks noChangeArrowheads="1"/>
            </p:cNvSpPr>
            <p:nvPr/>
          </p:nvSpPr>
          <p:spPr bwMode="auto">
            <a:xfrm rot="1500000">
              <a:off x="3650" y="386"/>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51" name="Oval 120">
              <a:extLst>
                <a:ext uri="{FF2B5EF4-FFF2-40B4-BE49-F238E27FC236}">
                  <a16:creationId xmlns:a16="http://schemas.microsoft.com/office/drawing/2014/main" id="{AD7299FD-14EE-0443-A6C4-855D639662E0}"/>
                </a:ext>
              </a:extLst>
            </p:cNvPr>
            <p:cNvSpPr>
              <a:spLocks noChangeArrowheads="1"/>
            </p:cNvSpPr>
            <p:nvPr/>
          </p:nvSpPr>
          <p:spPr bwMode="auto">
            <a:xfrm rot="-1560000">
              <a:off x="3573" y="537"/>
              <a:ext cx="292"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52" name="Oval 121">
              <a:extLst>
                <a:ext uri="{FF2B5EF4-FFF2-40B4-BE49-F238E27FC236}">
                  <a16:creationId xmlns:a16="http://schemas.microsoft.com/office/drawing/2014/main" id="{711894C0-4AAA-8B48-BD59-05D6C15E1928}"/>
                </a:ext>
              </a:extLst>
            </p:cNvPr>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53" name="Oval 122">
              <a:extLst>
                <a:ext uri="{FF2B5EF4-FFF2-40B4-BE49-F238E27FC236}">
                  <a16:creationId xmlns:a16="http://schemas.microsoft.com/office/drawing/2014/main" id="{086E4741-D17A-0047-AFF7-2254B032AD50}"/>
                </a:ext>
              </a:extLst>
            </p:cNvPr>
            <p:cNvSpPr>
              <a:spLocks noChangeArrowheads="1"/>
            </p:cNvSpPr>
            <p:nvPr/>
          </p:nvSpPr>
          <p:spPr bwMode="auto">
            <a:xfrm rot="1080000">
              <a:off x="3023" y="555"/>
              <a:ext cx="265"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54" name="Oval 123">
              <a:extLst>
                <a:ext uri="{FF2B5EF4-FFF2-40B4-BE49-F238E27FC236}">
                  <a16:creationId xmlns:a16="http://schemas.microsoft.com/office/drawing/2014/main" id="{0CB133DB-E61A-3E4C-A538-CC1EE9930383}"/>
                </a:ext>
              </a:extLst>
            </p:cNvPr>
            <p:cNvSpPr>
              <a:spLocks noChangeArrowheads="1"/>
            </p:cNvSpPr>
            <p:nvPr/>
          </p:nvSpPr>
          <p:spPr bwMode="auto">
            <a:xfrm>
              <a:off x="2949" y="431"/>
              <a:ext cx="218"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55" name="Oval 124">
              <a:extLst>
                <a:ext uri="{FF2B5EF4-FFF2-40B4-BE49-F238E27FC236}">
                  <a16:creationId xmlns:a16="http://schemas.microsoft.com/office/drawing/2014/main" id="{ADDBE569-8681-FA4F-B8B7-B07D1B58DA69}"/>
                </a:ext>
              </a:extLst>
            </p:cNvPr>
            <p:cNvSpPr>
              <a:spLocks noChangeArrowheads="1"/>
            </p:cNvSpPr>
            <p:nvPr/>
          </p:nvSpPr>
          <p:spPr bwMode="auto">
            <a:xfrm rot="-1860000">
              <a:off x="2984" y="311"/>
              <a:ext cx="295"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56" name="Freeform 125">
              <a:extLst>
                <a:ext uri="{FF2B5EF4-FFF2-40B4-BE49-F238E27FC236}">
                  <a16:creationId xmlns:a16="http://schemas.microsoft.com/office/drawing/2014/main" id="{5E4B2987-73C9-334D-9DA2-F79AAA3AFEB2}"/>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57" name="Freeform 126">
              <a:extLst>
                <a:ext uri="{FF2B5EF4-FFF2-40B4-BE49-F238E27FC236}">
                  <a16:creationId xmlns:a16="http://schemas.microsoft.com/office/drawing/2014/main" id="{BC2D5578-FDC6-514C-81C5-BDA080EFF1C8}"/>
                </a:ext>
              </a:extLst>
            </p:cNvPr>
            <p:cNvSpPr>
              <a:spLocks/>
            </p:cNvSpPr>
            <p:nvPr/>
          </p:nvSpPr>
          <p:spPr bwMode="auto">
            <a:xfrm>
              <a:off x="3194" y="271"/>
              <a:ext cx="116" cy="117"/>
            </a:xfrm>
            <a:custGeom>
              <a:avLst/>
              <a:gdLst>
                <a:gd name="T0" fmla="*/ 5 w 117"/>
                <a:gd name="T1" fmla="*/ 63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59 h 118"/>
                <a:gd name="T24" fmla="*/ 113 w 117"/>
                <a:gd name="T25" fmla="*/ 73 h 118"/>
                <a:gd name="T26" fmla="*/ 113 w 117"/>
                <a:gd name="T27" fmla="*/ 89 h 118"/>
                <a:gd name="T28" fmla="*/ 113 w 117"/>
                <a:gd name="T29" fmla="*/ 104 h 118"/>
                <a:gd name="T30" fmla="*/ 97 w 117"/>
                <a:gd name="T31" fmla="*/ 114 h 118"/>
                <a:gd name="T32" fmla="*/ 81 w 117"/>
                <a:gd name="T33" fmla="*/ 114 h 118"/>
                <a:gd name="T34" fmla="*/ 66 w 117"/>
                <a:gd name="T35" fmla="*/ 114 h 118"/>
                <a:gd name="T36" fmla="*/ 53 w 117"/>
                <a:gd name="T37" fmla="*/ 114 h 118"/>
                <a:gd name="T38" fmla="*/ 37 w 117"/>
                <a:gd name="T39" fmla="*/ 109 h 118"/>
                <a:gd name="T40" fmla="*/ 21 w 117"/>
                <a:gd name="T41" fmla="*/ 99 h 118"/>
                <a:gd name="T42" fmla="*/ 11 w 117"/>
                <a:gd name="T43" fmla="*/ 83 h 118"/>
                <a:gd name="T44" fmla="*/ 5 w 117"/>
                <a:gd name="T45" fmla="*/ 68 h 118"/>
                <a:gd name="T46" fmla="*/ 5 w 117"/>
                <a:gd name="T47" fmla="*/ 63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58" name="Freeform 127">
              <a:extLst>
                <a:ext uri="{FF2B5EF4-FFF2-40B4-BE49-F238E27FC236}">
                  <a16:creationId xmlns:a16="http://schemas.microsoft.com/office/drawing/2014/main" id="{5A119772-14E0-254F-85A1-642E51A47CBA}"/>
                </a:ext>
              </a:extLst>
            </p:cNvPr>
            <p:cNvSpPr>
              <a:spLocks/>
            </p:cNvSpPr>
            <p:nvPr/>
          </p:nvSpPr>
          <p:spPr bwMode="auto">
            <a:xfrm>
              <a:off x="3469" y="240"/>
              <a:ext cx="82" cy="86"/>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3 h 87"/>
                <a:gd name="T12" fmla="*/ 81 w 82"/>
                <a:gd name="T13" fmla="*/ 58 h 87"/>
                <a:gd name="T14" fmla="*/ 81 w 82"/>
                <a:gd name="T15" fmla="*/ 73 h 87"/>
                <a:gd name="T16" fmla="*/ 65 w 82"/>
                <a:gd name="T17" fmla="*/ 83 h 87"/>
                <a:gd name="T18" fmla="*/ 49 w 82"/>
                <a:gd name="T19" fmla="*/ 83 h 87"/>
                <a:gd name="T20" fmla="*/ 27 w 82"/>
                <a:gd name="T21" fmla="*/ 78 h 87"/>
                <a:gd name="T22" fmla="*/ 11 w 82"/>
                <a:gd name="T23" fmla="*/ 68 h 87"/>
                <a:gd name="T24" fmla="*/ 5 w 82"/>
                <a:gd name="T25" fmla="*/ 53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pic>
        <p:nvPicPr>
          <p:cNvPr id="432189" name="Picture 128">
            <a:extLst>
              <a:ext uri="{FF2B5EF4-FFF2-40B4-BE49-F238E27FC236}">
                <a16:creationId xmlns:a16="http://schemas.microsoft.com/office/drawing/2014/main" id="{8CC6726B-C95B-B14B-8B07-95CFA21D59A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05275" y="2980135"/>
            <a:ext cx="344091" cy="255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2190" name="Picture 129">
            <a:extLst>
              <a:ext uri="{FF2B5EF4-FFF2-40B4-BE49-F238E27FC236}">
                <a16:creationId xmlns:a16="http://schemas.microsoft.com/office/drawing/2014/main" id="{B946DFF3-7F49-9942-85F4-CF3C9C3A1F8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26719" y="3621881"/>
            <a:ext cx="259556" cy="163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2191" name="Group 130">
            <a:extLst>
              <a:ext uri="{FF2B5EF4-FFF2-40B4-BE49-F238E27FC236}">
                <a16:creationId xmlns:a16="http://schemas.microsoft.com/office/drawing/2014/main" id="{138EB80A-811D-F741-AEDD-E7920E659F54}"/>
              </a:ext>
            </a:extLst>
          </p:cNvPr>
          <p:cNvGrpSpPr>
            <a:grpSpLocks/>
          </p:cNvGrpSpPr>
          <p:nvPr/>
        </p:nvGrpSpPr>
        <p:grpSpPr bwMode="auto">
          <a:xfrm>
            <a:off x="3219450" y="3621881"/>
            <a:ext cx="452438" cy="391716"/>
            <a:chOff x="2949" y="196"/>
            <a:chExt cx="941" cy="598"/>
          </a:xfrm>
        </p:grpSpPr>
        <p:sp>
          <p:nvSpPr>
            <p:cNvPr id="432237" name="Oval 131">
              <a:extLst>
                <a:ext uri="{FF2B5EF4-FFF2-40B4-BE49-F238E27FC236}">
                  <a16:creationId xmlns:a16="http://schemas.microsoft.com/office/drawing/2014/main" id="{950341CE-14B2-9744-8D2C-9755563EA03F}"/>
                </a:ext>
              </a:extLst>
            </p:cNvPr>
            <p:cNvSpPr>
              <a:spLocks noChangeArrowheads="1"/>
            </p:cNvSpPr>
            <p:nvPr/>
          </p:nvSpPr>
          <p:spPr bwMode="auto">
            <a:xfrm>
              <a:off x="3167" y="196"/>
              <a:ext cx="409"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38" name="Oval 132">
              <a:extLst>
                <a:ext uri="{FF2B5EF4-FFF2-40B4-BE49-F238E27FC236}">
                  <a16:creationId xmlns:a16="http://schemas.microsoft.com/office/drawing/2014/main" id="{006205B5-75A3-B845-8DED-DBD2F77DF3D8}"/>
                </a:ext>
              </a:extLst>
            </p:cNvPr>
            <p:cNvSpPr>
              <a:spLocks noChangeArrowheads="1"/>
            </p:cNvSpPr>
            <p:nvPr/>
          </p:nvSpPr>
          <p:spPr bwMode="auto">
            <a:xfrm rot="900000">
              <a:off x="3511" y="252"/>
              <a:ext cx="275"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39" name="Oval 133">
              <a:extLst>
                <a:ext uri="{FF2B5EF4-FFF2-40B4-BE49-F238E27FC236}">
                  <a16:creationId xmlns:a16="http://schemas.microsoft.com/office/drawing/2014/main" id="{A8CA3601-C76C-824F-91B6-77A902248487}"/>
                </a:ext>
              </a:extLst>
            </p:cNvPr>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40" name="Oval 134">
              <a:extLst>
                <a:ext uri="{FF2B5EF4-FFF2-40B4-BE49-F238E27FC236}">
                  <a16:creationId xmlns:a16="http://schemas.microsoft.com/office/drawing/2014/main" id="{4CFCCF07-D46C-734F-824E-39C1AF4F70A4}"/>
                </a:ext>
              </a:extLst>
            </p:cNvPr>
            <p:cNvSpPr>
              <a:spLocks noChangeArrowheads="1"/>
            </p:cNvSpPr>
            <p:nvPr/>
          </p:nvSpPr>
          <p:spPr bwMode="auto">
            <a:xfrm rot="-1560000">
              <a:off x="3573" y="538"/>
              <a:ext cx="292" cy="18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41" name="Oval 135">
              <a:extLst>
                <a:ext uri="{FF2B5EF4-FFF2-40B4-BE49-F238E27FC236}">
                  <a16:creationId xmlns:a16="http://schemas.microsoft.com/office/drawing/2014/main" id="{11C32EAD-956B-7A43-856A-A04CF5D7D785}"/>
                </a:ext>
              </a:extLst>
            </p:cNvPr>
            <p:cNvSpPr>
              <a:spLocks noChangeArrowheads="1"/>
            </p:cNvSpPr>
            <p:nvPr/>
          </p:nvSpPr>
          <p:spPr bwMode="auto">
            <a:xfrm>
              <a:off x="3216" y="556"/>
              <a:ext cx="471"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42" name="Oval 136">
              <a:extLst>
                <a:ext uri="{FF2B5EF4-FFF2-40B4-BE49-F238E27FC236}">
                  <a16:creationId xmlns:a16="http://schemas.microsoft.com/office/drawing/2014/main" id="{536C3BFD-2E8D-D845-9688-43EED5B8EC95}"/>
                </a:ext>
              </a:extLst>
            </p:cNvPr>
            <p:cNvSpPr>
              <a:spLocks noChangeArrowheads="1"/>
            </p:cNvSpPr>
            <p:nvPr/>
          </p:nvSpPr>
          <p:spPr bwMode="auto">
            <a:xfrm rot="1080000">
              <a:off x="3023" y="556"/>
              <a:ext cx="265" cy="154"/>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43" name="Oval 137">
              <a:extLst>
                <a:ext uri="{FF2B5EF4-FFF2-40B4-BE49-F238E27FC236}">
                  <a16:creationId xmlns:a16="http://schemas.microsoft.com/office/drawing/2014/main" id="{AE295852-24DE-C04A-BA27-FB1E7C34BCA1}"/>
                </a:ext>
              </a:extLst>
            </p:cNvPr>
            <p:cNvSpPr>
              <a:spLocks noChangeArrowheads="1"/>
            </p:cNvSpPr>
            <p:nvPr/>
          </p:nvSpPr>
          <p:spPr bwMode="auto">
            <a:xfrm>
              <a:off x="2949" y="432"/>
              <a:ext cx="218"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44" name="Oval 138">
              <a:extLst>
                <a:ext uri="{FF2B5EF4-FFF2-40B4-BE49-F238E27FC236}">
                  <a16:creationId xmlns:a16="http://schemas.microsoft.com/office/drawing/2014/main" id="{C8EEE075-8CC0-1841-A91C-6F43A679EAFB}"/>
                </a:ext>
              </a:extLst>
            </p:cNvPr>
            <p:cNvSpPr>
              <a:spLocks noChangeArrowheads="1"/>
            </p:cNvSpPr>
            <p:nvPr/>
          </p:nvSpPr>
          <p:spPr bwMode="auto">
            <a:xfrm rot="-1860000">
              <a:off x="2984" y="311"/>
              <a:ext cx="29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45" name="Freeform 139">
              <a:extLst>
                <a:ext uri="{FF2B5EF4-FFF2-40B4-BE49-F238E27FC236}">
                  <a16:creationId xmlns:a16="http://schemas.microsoft.com/office/drawing/2014/main" id="{CA59902B-9721-4C44-BC24-09FD8D06A2DF}"/>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46" name="Freeform 140">
              <a:extLst>
                <a:ext uri="{FF2B5EF4-FFF2-40B4-BE49-F238E27FC236}">
                  <a16:creationId xmlns:a16="http://schemas.microsoft.com/office/drawing/2014/main" id="{7AB1276C-8078-7F40-A184-D1BA5EFD4F4B}"/>
                </a:ext>
              </a:extLst>
            </p:cNvPr>
            <p:cNvSpPr>
              <a:spLocks/>
            </p:cNvSpPr>
            <p:nvPr/>
          </p:nvSpPr>
          <p:spPr bwMode="auto">
            <a:xfrm>
              <a:off x="3194" y="271"/>
              <a:ext cx="116"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61 h 118"/>
                <a:gd name="T24" fmla="*/ 113 w 117"/>
                <a:gd name="T25" fmla="*/ 76 h 118"/>
                <a:gd name="T26" fmla="*/ 113 w 117"/>
                <a:gd name="T27" fmla="*/ 92 h 118"/>
                <a:gd name="T28" fmla="*/ 113 w 117"/>
                <a:gd name="T29" fmla="*/ 107 h 118"/>
                <a:gd name="T30" fmla="*/ 97 w 117"/>
                <a:gd name="T31" fmla="*/ 117 h 118"/>
                <a:gd name="T32" fmla="*/ 81 w 117"/>
                <a:gd name="T33" fmla="*/ 117 h 118"/>
                <a:gd name="T34" fmla="*/ 66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47" name="Freeform 141">
              <a:extLst>
                <a:ext uri="{FF2B5EF4-FFF2-40B4-BE49-F238E27FC236}">
                  <a16:creationId xmlns:a16="http://schemas.microsoft.com/office/drawing/2014/main" id="{924A0694-7D27-794C-B607-151B6799D230}"/>
                </a:ext>
              </a:extLst>
            </p:cNvPr>
            <p:cNvSpPr>
              <a:spLocks/>
            </p:cNvSpPr>
            <p:nvPr/>
          </p:nvSpPr>
          <p:spPr bwMode="auto">
            <a:xfrm>
              <a:off x="3469" y="240"/>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432192" name="Line 142">
            <a:extLst>
              <a:ext uri="{FF2B5EF4-FFF2-40B4-BE49-F238E27FC236}">
                <a16:creationId xmlns:a16="http://schemas.microsoft.com/office/drawing/2014/main" id="{4CCC180C-50FF-B344-96B5-5D43435A45B4}"/>
              </a:ext>
            </a:extLst>
          </p:cNvPr>
          <p:cNvSpPr>
            <a:spLocks noChangeShapeType="1"/>
          </p:cNvSpPr>
          <p:nvPr/>
        </p:nvSpPr>
        <p:spPr bwMode="auto">
          <a:xfrm>
            <a:off x="2401491" y="1759744"/>
            <a:ext cx="377428" cy="860822"/>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432193" name="Picture 143">
            <a:extLst>
              <a:ext uri="{FF2B5EF4-FFF2-40B4-BE49-F238E27FC236}">
                <a16:creationId xmlns:a16="http://schemas.microsoft.com/office/drawing/2014/main" id="{02BC9CEF-0D7B-1D47-A646-1EEFA30766C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75285" y="1689498"/>
            <a:ext cx="259556" cy="163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2194" name="Group 144">
            <a:extLst>
              <a:ext uri="{FF2B5EF4-FFF2-40B4-BE49-F238E27FC236}">
                <a16:creationId xmlns:a16="http://schemas.microsoft.com/office/drawing/2014/main" id="{DEB441CC-A470-9943-9382-B62AD04C3C59}"/>
              </a:ext>
            </a:extLst>
          </p:cNvPr>
          <p:cNvGrpSpPr>
            <a:grpSpLocks/>
          </p:cNvGrpSpPr>
          <p:nvPr/>
        </p:nvGrpSpPr>
        <p:grpSpPr bwMode="auto">
          <a:xfrm>
            <a:off x="2527697" y="2476500"/>
            <a:ext cx="452438" cy="389335"/>
            <a:chOff x="2949" y="196"/>
            <a:chExt cx="941" cy="598"/>
          </a:xfrm>
        </p:grpSpPr>
        <p:sp>
          <p:nvSpPr>
            <p:cNvPr id="432226" name="Oval 145">
              <a:extLst>
                <a:ext uri="{FF2B5EF4-FFF2-40B4-BE49-F238E27FC236}">
                  <a16:creationId xmlns:a16="http://schemas.microsoft.com/office/drawing/2014/main" id="{36F45B4F-A734-D646-B377-5233ABEBE699}"/>
                </a:ext>
              </a:extLst>
            </p:cNvPr>
            <p:cNvSpPr>
              <a:spLocks noChangeArrowheads="1"/>
            </p:cNvSpPr>
            <p:nvPr/>
          </p:nvSpPr>
          <p:spPr bwMode="auto">
            <a:xfrm>
              <a:off x="3167" y="196"/>
              <a:ext cx="409" cy="16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27" name="Oval 146">
              <a:extLst>
                <a:ext uri="{FF2B5EF4-FFF2-40B4-BE49-F238E27FC236}">
                  <a16:creationId xmlns:a16="http://schemas.microsoft.com/office/drawing/2014/main" id="{69ABCE2E-3AC1-7540-946C-A2EC89033AD3}"/>
                </a:ext>
              </a:extLst>
            </p:cNvPr>
            <p:cNvSpPr>
              <a:spLocks noChangeArrowheads="1"/>
            </p:cNvSpPr>
            <p:nvPr/>
          </p:nvSpPr>
          <p:spPr bwMode="auto">
            <a:xfrm rot="900000">
              <a:off x="3511" y="253"/>
              <a:ext cx="275" cy="13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28" name="Oval 147">
              <a:extLst>
                <a:ext uri="{FF2B5EF4-FFF2-40B4-BE49-F238E27FC236}">
                  <a16:creationId xmlns:a16="http://schemas.microsoft.com/office/drawing/2014/main" id="{199E1C87-9AA3-6F44-A462-491CA57CAD9E}"/>
                </a:ext>
              </a:extLst>
            </p:cNvPr>
            <p:cNvSpPr>
              <a:spLocks noChangeArrowheads="1"/>
            </p:cNvSpPr>
            <p:nvPr/>
          </p:nvSpPr>
          <p:spPr bwMode="auto">
            <a:xfrm rot="1500000">
              <a:off x="3650" y="384"/>
              <a:ext cx="240" cy="154"/>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29" name="Oval 148">
              <a:extLst>
                <a:ext uri="{FF2B5EF4-FFF2-40B4-BE49-F238E27FC236}">
                  <a16:creationId xmlns:a16="http://schemas.microsoft.com/office/drawing/2014/main" id="{2A81BBAC-A5FE-2F44-84C3-EB9C9899E7B7}"/>
                </a:ext>
              </a:extLst>
            </p:cNvPr>
            <p:cNvSpPr>
              <a:spLocks noChangeArrowheads="1"/>
            </p:cNvSpPr>
            <p:nvPr/>
          </p:nvSpPr>
          <p:spPr bwMode="auto">
            <a:xfrm rot="-1560000">
              <a:off x="3573" y="536"/>
              <a:ext cx="292"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30" name="Oval 149">
              <a:extLst>
                <a:ext uri="{FF2B5EF4-FFF2-40B4-BE49-F238E27FC236}">
                  <a16:creationId xmlns:a16="http://schemas.microsoft.com/office/drawing/2014/main" id="{B3BE3E20-DD1E-224C-B485-A4DA6DC05B2C}"/>
                </a:ext>
              </a:extLst>
            </p:cNvPr>
            <p:cNvSpPr>
              <a:spLocks noChangeArrowheads="1"/>
            </p:cNvSpPr>
            <p:nvPr/>
          </p:nvSpPr>
          <p:spPr bwMode="auto">
            <a:xfrm>
              <a:off x="3216" y="554"/>
              <a:ext cx="471" cy="24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31" name="Oval 150">
              <a:extLst>
                <a:ext uri="{FF2B5EF4-FFF2-40B4-BE49-F238E27FC236}">
                  <a16:creationId xmlns:a16="http://schemas.microsoft.com/office/drawing/2014/main" id="{ED70D56D-BB0E-5142-AE00-A830D9114948}"/>
                </a:ext>
              </a:extLst>
            </p:cNvPr>
            <p:cNvSpPr>
              <a:spLocks noChangeArrowheads="1"/>
            </p:cNvSpPr>
            <p:nvPr/>
          </p:nvSpPr>
          <p:spPr bwMode="auto">
            <a:xfrm rot="1080000">
              <a:off x="3023" y="554"/>
              <a:ext cx="265"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32" name="Oval 151">
              <a:extLst>
                <a:ext uri="{FF2B5EF4-FFF2-40B4-BE49-F238E27FC236}">
                  <a16:creationId xmlns:a16="http://schemas.microsoft.com/office/drawing/2014/main" id="{891AF1E2-9B0C-0640-AC81-2C1A8745D4CC}"/>
                </a:ext>
              </a:extLst>
            </p:cNvPr>
            <p:cNvSpPr>
              <a:spLocks noChangeArrowheads="1"/>
            </p:cNvSpPr>
            <p:nvPr/>
          </p:nvSpPr>
          <p:spPr bwMode="auto">
            <a:xfrm>
              <a:off x="2949" y="432"/>
              <a:ext cx="218"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33" name="Oval 152">
              <a:extLst>
                <a:ext uri="{FF2B5EF4-FFF2-40B4-BE49-F238E27FC236}">
                  <a16:creationId xmlns:a16="http://schemas.microsoft.com/office/drawing/2014/main" id="{CC601C15-8577-224A-B889-FEDDF9D31C3B}"/>
                </a:ext>
              </a:extLst>
            </p:cNvPr>
            <p:cNvSpPr>
              <a:spLocks noChangeArrowheads="1"/>
            </p:cNvSpPr>
            <p:nvPr/>
          </p:nvSpPr>
          <p:spPr bwMode="auto">
            <a:xfrm rot="-1860000">
              <a:off x="2984" y="309"/>
              <a:ext cx="295"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34" name="Freeform 153">
              <a:extLst>
                <a:ext uri="{FF2B5EF4-FFF2-40B4-BE49-F238E27FC236}">
                  <a16:creationId xmlns:a16="http://schemas.microsoft.com/office/drawing/2014/main" id="{A7718BB9-84AF-6340-AC39-D94F2849F06E}"/>
                </a:ext>
              </a:extLst>
            </p:cNvPr>
            <p:cNvSpPr>
              <a:spLocks/>
            </p:cNvSpPr>
            <p:nvPr/>
          </p:nvSpPr>
          <p:spPr bwMode="auto">
            <a:xfrm>
              <a:off x="3051" y="300"/>
              <a:ext cx="738" cy="406"/>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3 h 407"/>
                <a:gd name="T54" fmla="*/ 726 w 738"/>
                <a:gd name="T55" fmla="*/ 254 h 407"/>
                <a:gd name="T56" fmla="*/ 737 w 738"/>
                <a:gd name="T57" fmla="*/ 285 h 407"/>
                <a:gd name="T58" fmla="*/ 737 w 738"/>
                <a:gd name="T59" fmla="*/ 316 h 407"/>
                <a:gd name="T60" fmla="*/ 715 w 738"/>
                <a:gd name="T61" fmla="*/ 346 h 407"/>
                <a:gd name="T62" fmla="*/ 678 w 738"/>
                <a:gd name="T63" fmla="*/ 362 h 407"/>
                <a:gd name="T64" fmla="*/ 646 w 738"/>
                <a:gd name="T65" fmla="*/ 377 h 407"/>
                <a:gd name="T66" fmla="*/ 613 w 738"/>
                <a:gd name="T67" fmla="*/ 393 h 407"/>
                <a:gd name="T68" fmla="*/ 581 w 738"/>
                <a:gd name="T69" fmla="*/ 398 h 407"/>
                <a:gd name="T70" fmla="*/ 538 w 738"/>
                <a:gd name="T71" fmla="*/ 403 h 407"/>
                <a:gd name="T72" fmla="*/ 500 w 738"/>
                <a:gd name="T73" fmla="*/ 403 h 407"/>
                <a:gd name="T74" fmla="*/ 468 w 738"/>
                <a:gd name="T75" fmla="*/ 403 h 407"/>
                <a:gd name="T76" fmla="*/ 436 w 738"/>
                <a:gd name="T77" fmla="*/ 403 h 407"/>
                <a:gd name="T78" fmla="*/ 403 w 738"/>
                <a:gd name="T79" fmla="*/ 403 h 407"/>
                <a:gd name="T80" fmla="*/ 371 w 738"/>
                <a:gd name="T81" fmla="*/ 403 h 407"/>
                <a:gd name="T82" fmla="*/ 339 w 738"/>
                <a:gd name="T83" fmla="*/ 403 h 407"/>
                <a:gd name="T84" fmla="*/ 307 w 738"/>
                <a:gd name="T85" fmla="*/ 403 h 407"/>
                <a:gd name="T86" fmla="*/ 269 w 738"/>
                <a:gd name="T87" fmla="*/ 403 h 407"/>
                <a:gd name="T88" fmla="*/ 237 w 738"/>
                <a:gd name="T89" fmla="*/ 403 h 407"/>
                <a:gd name="T90" fmla="*/ 204 w 738"/>
                <a:gd name="T91" fmla="*/ 403 h 407"/>
                <a:gd name="T92" fmla="*/ 172 w 738"/>
                <a:gd name="T93" fmla="*/ 388 h 407"/>
                <a:gd name="T94" fmla="*/ 140 w 738"/>
                <a:gd name="T95" fmla="*/ 377 h 407"/>
                <a:gd name="T96" fmla="*/ 108 w 738"/>
                <a:gd name="T97" fmla="*/ 362 h 407"/>
                <a:gd name="T98" fmla="*/ 81 w 738"/>
                <a:gd name="T99" fmla="*/ 336 h 407"/>
                <a:gd name="T100" fmla="*/ 59 w 738"/>
                <a:gd name="T101" fmla="*/ 316 h 407"/>
                <a:gd name="T102" fmla="*/ 38 w 738"/>
                <a:gd name="T103" fmla="*/ 285 h 407"/>
                <a:gd name="T104" fmla="*/ 16 w 738"/>
                <a:gd name="T105" fmla="*/ 249 h 407"/>
                <a:gd name="T106" fmla="*/ 0 w 738"/>
                <a:gd name="T107" fmla="*/ 213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35" name="Freeform 154">
              <a:extLst>
                <a:ext uri="{FF2B5EF4-FFF2-40B4-BE49-F238E27FC236}">
                  <a16:creationId xmlns:a16="http://schemas.microsoft.com/office/drawing/2014/main" id="{798FA571-1624-D942-B4E8-41AF7EF31539}"/>
                </a:ext>
              </a:extLst>
            </p:cNvPr>
            <p:cNvSpPr>
              <a:spLocks/>
            </p:cNvSpPr>
            <p:nvPr/>
          </p:nvSpPr>
          <p:spPr bwMode="auto">
            <a:xfrm>
              <a:off x="3194" y="269"/>
              <a:ext cx="116" cy="119"/>
            </a:xfrm>
            <a:custGeom>
              <a:avLst/>
              <a:gdLst>
                <a:gd name="T0" fmla="*/ 5 w 117"/>
                <a:gd name="T1" fmla="*/ 69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64 h 118"/>
                <a:gd name="T24" fmla="*/ 113 w 117"/>
                <a:gd name="T25" fmla="*/ 79 h 118"/>
                <a:gd name="T26" fmla="*/ 113 w 117"/>
                <a:gd name="T27" fmla="*/ 95 h 118"/>
                <a:gd name="T28" fmla="*/ 113 w 117"/>
                <a:gd name="T29" fmla="*/ 110 h 118"/>
                <a:gd name="T30" fmla="*/ 97 w 117"/>
                <a:gd name="T31" fmla="*/ 120 h 118"/>
                <a:gd name="T32" fmla="*/ 81 w 117"/>
                <a:gd name="T33" fmla="*/ 120 h 118"/>
                <a:gd name="T34" fmla="*/ 66 w 117"/>
                <a:gd name="T35" fmla="*/ 120 h 118"/>
                <a:gd name="T36" fmla="*/ 53 w 117"/>
                <a:gd name="T37" fmla="*/ 120 h 118"/>
                <a:gd name="T38" fmla="*/ 37 w 117"/>
                <a:gd name="T39" fmla="*/ 115 h 118"/>
                <a:gd name="T40" fmla="*/ 21 w 117"/>
                <a:gd name="T41" fmla="*/ 105 h 118"/>
                <a:gd name="T42" fmla="*/ 11 w 117"/>
                <a:gd name="T43" fmla="*/ 89 h 118"/>
                <a:gd name="T44" fmla="*/ 5 w 117"/>
                <a:gd name="T45" fmla="*/ 74 h 118"/>
                <a:gd name="T46" fmla="*/ 5 w 117"/>
                <a:gd name="T47" fmla="*/ 69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36" name="Freeform 155">
              <a:extLst>
                <a:ext uri="{FF2B5EF4-FFF2-40B4-BE49-F238E27FC236}">
                  <a16:creationId xmlns:a16="http://schemas.microsoft.com/office/drawing/2014/main" id="{B13643A7-087A-B24C-BFEF-3DEBCFC3D8F6}"/>
                </a:ext>
              </a:extLst>
            </p:cNvPr>
            <p:cNvSpPr>
              <a:spLocks/>
            </p:cNvSpPr>
            <p:nvPr/>
          </p:nvSpPr>
          <p:spPr bwMode="auto">
            <a:xfrm>
              <a:off x="3469" y="240"/>
              <a:ext cx="82" cy="86"/>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3 h 87"/>
                <a:gd name="T12" fmla="*/ 81 w 82"/>
                <a:gd name="T13" fmla="*/ 58 h 87"/>
                <a:gd name="T14" fmla="*/ 81 w 82"/>
                <a:gd name="T15" fmla="*/ 73 h 87"/>
                <a:gd name="T16" fmla="*/ 65 w 82"/>
                <a:gd name="T17" fmla="*/ 83 h 87"/>
                <a:gd name="T18" fmla="*/ 49 w 82"/>
                <a:gd name="T19" fmla="*/ 83 h 87"/>
                <a:gd name="T20" fmla="*/ 27 w 82"/>
                <a:gd name="T21" fmla="*/ 78 h 87"/>
                <a:gd name="T22" fmla="*/ 11 w 82"/>
                <a:gd name="T23" fmla="*/ 68 h 87"/>
                <a:gd name="T24" fmla="*/ 5 w 82"/>
                <a:gd name="T25" fmla="*/ 53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432195" name="Line 156">
            <a:extLst>
              <a:ext uri="{FF2B5EF4-FFF2-40B4-BE49-F238E27FC236}">
                <a16:creationId xmlns:a16="http://schemas.microsoft.com/office/drawing/2014/main" id="{EE3DB5D0-D049-1C4B-A8F5-F386037412C0}"/>
              </a:ext>
            </a:extLst>
          </p:cNvPr>
          <p:cNvSpPr>
            <a:spLocks noChangeShapeType="1"/>
          </p:cNvSpPr>
          <p:nvPr/>
        </p:nvSpPr>
        <p:spPr bwMode="auto">
          <a:xfrm>
            <a:off x="7058026" y="1903810"/>
            <a:ext cx="440531" cy="42862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96" name="Line 157">
            <a:extLst>
              <a:ext uri="{FF2B5EF4-FFF2-40B4-BE49-F238E27FC236}">
                <a16:creationId xmlns:a16="http://schemas.microsoft.com/office/drawing/2014/main" id="{E99713AA-78FB-D149-81AF-3540D93AB104}"/>
              </a:ext>
            </a:extLst>
          </p:cNvPr>
          <p:cNvSpPr>
            <a:spLocks noChangeShapeType="1"/>
          </p:cNvSpPr>
          <p:nvPr/>
        </p:nvSpPr>
        <p:spPr bwMode="auto">
          <a:xfrm flipH="1">
            <a:off x="6678217" y="2356248"/>
            <a:ext cx="754856" cy="50244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97" name="Line 158">
            <a:extLst>
              <a:ext uri="{FF2B5EF4-FFF2-40B4-BE49-F238E27FC236}">
                <a16:creationId xmlns:a16="http://schemas.microsoft.com/office/drawing/2014/main" id="{D4ADB242-5FC6-894B-A24D-7B86D4A99551}"/>
              </a:ext>
            </a:extLst>
          </p:cNvPr>
          <p:cNvSpPr>
            <a:spLocks noChangeShapeType="1"/>
          </p:cNvSpPr>
          <p:nvPr/>
        </p:nvSpPr>
        <p:spPr bwMode="auto">
          <a:xfrm flipV="1">
            <a:off x="5420917" y="1927623"/>
            <a:ext cx="315515" cy="14406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432198" name="Picture 159">
            <a:extLst>
              <a:ext uri="{FF2B5EF4-FFF2-40B4-BE49-F238E27FC236}">
                <a16:creationId xmlns:a16="http://schemas.microsoft.com/office/drawing/2014/main" id="{05C5F455-D0E3-7444-B978-551E82D69FD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84144" y="2762251"/>
            <a:ext cx="259556" cy="164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2199" name="Picture 160">
            <a:extLst>
              <a:ext uri="{FF2B5EF4-FFF2-40B4-BE49-F238E27FC236}">
                <a16:creationId xmlns:a16="http://schemas.microsoft.com/office/drawing/2014/main" id="{07C144A7-09A6-174C-B967-6828AC4CDEE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69907" y="1759744"/>
            <a:ext cx="260747" cy="164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2200" name="Group 161">
            <a:extLst>
              <a:ext uri="{FF2B5EF4-FFF2-40B4-BE49-F238E27FC236}">
                <a16:creationId xmlns:a16="http://schemas.microsoft.com/office/drawing/2014/main" id="{F1B9F8E9-0795-A843-BE15-FFDAE48877F8}"/>
              </a:ext>
            </a:extLst>
          </p:cNvPr>
          <p:cNvGrpSpPr>
            <a:grpSpLocks/>
          </p:cNvGrpSpPr>
          <p:nvPr/>
        </p:nvGrpSpPr>
        <p:grpSpPr bwMode="auto">
          <a:xfrm>
            <a:off x="7247335" y="2118122"/>
            <a:ext cx="451247" cy="390525"/>
            <a:chOff x="2949" y="196"/>
            <a:chExt cx="941" cy="598"/>
          </a:xfrm>
        </p:grpSpPr>
        <p:sp>
          <p:nvSpPr>
            <p:cNvPr id="432215" name="Oval 162">
              <a:extLst>
                <a:ext uri="{FF2B5EF4-FFF2-40B4-BE49-F238E27FC236}">
                  <a16:creationId xmlns:a16="http://schemas.microsoft.com/office/drawing/2014/main" id="{2190F75F-9DDD-0341-B6FA-E2BE86BD4B33}"/>
                </a:ext>
              </a:extLst>
            </p:cNvPr>
            <p:cNvSpPr>
              <a:spLocks noChangeArrowheads="1"/>
            </p:cNvSpPr>
            <p:nvPr/>
          </p:nvSpPr>
          <p:spPr bwMode="auto">
            <a:xfrm>
              <a:off x="3167" y="196"/>
              <a:ext cx="407"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16" name="Oval 163">
              <a:extLst>
                <a:ext uri="{FF2B5EF4-FFF2-40B4-BE49-F238E27FC236}">
                  <a16:creationId xmlns:a16="http://schemas.microsoft.com/office/drawing/2014/main" id="{B0FD8E42-6E41-364D-8439-680F5C25348B}"/>
                </a:ext>
              </a:extLst>
            </p:cNvPr>
            <p:cNvSpPr>
              <a:spLocks noChangeArrowheads="1"/>
            </p:cNvSpPr>
            <p:nvPr/>
          </p:nvSpPr>
          <p:spPr bwMode="auto">
            <a:xfrm rot="900000">
              <a:off x="3513" y="253"/>
              <a:ext cx="276"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17" name="Oval 164">
              <a:extLst>
                <a:ext uri="{FF2B5EF4-FFF2-40B4-BE49-F238E27FC236}">
                  <a16:creationId xmlns:a16="http://schemas.microsoft.com/office/drawing/2014/main" id="{B18BA104-F049-1E48-9C7A-CFED3726FA3D}"/>
                </a:ext>
              </a:extLst>
            </p:cNvPr>
            <p:cNvSpPr>
              <a:spLocks noChangeArrowheads="1"/>
            </p:cNvSpPr>
            <p:nvPr/>
          </p:nvSpPr>
          <p:spPr bwMode="auto">
            <a:xfrm rot="1500000">
              <a:off x="3649" y="386"/>
              <a:ext cx="241"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18" name="Oval 165">
              <a:extLst>
                <a:ext uri="{FF2B5EF4-FFF2-40B4-BE49-F238E27FC236}">
                  <a16:creationId xmlns:a16="http://schemas.microsoft.com/office/drawing/2014/main" id="{FBAC6C13-F300-7F49-8BAD-2DDD3B9423B2}"/>
                </a:ext>
              </a:extLst>
            </p:cNvPr>
            <p:cNvSpPr>
              <a:spLocks noChangeArrowheads="1"/>
            </p:cNvSpPr>
            <p:nvPr/>
          </p:nvSpPr>
          <p:spPr bwMode="auto">
            <a:xfrm rot="-1560000">
              <a:off x="3572" y="537"/>
              <a:ext cx="293"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19" name="Oval 166">
              <a:extLst>
                <a:ext uri="{FF2B5EF4-FFF2-40B4-BE49-F238E27FC236}">
                  <a16:creationId xmlns:a16="http://schemas.microsoft.com/office/drawing/2014/main" id="{EEF398E6-4D02-CB44-BC22-710E02A3E3AF}"/>
                </a:ext>
              </a:extLst>
            </p:cNvPr>
            <p:cNvSpPr>
              <a:spLocks noChangeArrowheads="1"/>
            </p:cNvSpPr>
            <p:nvPr/>
          </p:nvSpPr>
          <p:spPr bwMode="auto">
            <a:xfrm>
              <a:off x="3217" y="555"/>
              <a:ext cx="469" cy="23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20" name="Oval 167">
              <a:extLst>
                <a:ext uri="{FF2B5EF4-FFF2-40B4-BE49-F238E27FC236}">
                  <a16:creationId xmlns:a16="http://schemas.microsoft.com/office/drawing/2014/main" id="{D036E488-2959-A246-AC4A-FF18E6FE6F73}"/>
                </a:ext>
              </a:extLst>
            </p:cNvPr>
            <p:cNvSpPr>
              <a:spLocks noChangeArrowheads="1"/>
            </p:cNvSpPr>
            <p:nvPr/>
          </p:nvSpPr>
          <p:spPr bwMode="auto">
            <a:xfrm rot="1080000">
              <a:off x="3023" y="555"/>
              <a:ext cx="266"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21" name="Oval 168">
              <a:extLst>
                <a:ext uri="{FF2B5EF4-FFF2-40B4-BE49-F238E27FC236}">
                  <a16:creationId xmlns:a16="http://schemas.microsoft.com/office/drawing/2014/main" id="{3325D4F6-8443-CE44-B1A1-00350E839EAA}"/>
                </a:ext>
              </a:extLst>
            </p:cNvPr>
            <p:cNvSpPr>
              <a:spLocks noChangeArrowheads="1"/>
            </p:cNvSpPr>
            <p:nvPr/>
          </p:nvSpPr>
          <p:spPr bwMode="auto">
            <a:xfrm>
              <a:off x="2949" y="431"/>
              <a:ext cx="216"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22" name="Oval 169">
              <a:extLst>
                <a:ext uri="{FF2B5EF4-FFF2-40B4-BE49-F238E27FC236}">
                  <a16:creationId xmlns:a16="http://schemas.microsoft.com/office/drawing/2014/main" id="{753857F3-42AA-E840-8A37-906B8A3382CE}"/>
                </a:ext>
              </a:extLst>
            </p:cNvPr>
            <p:cNvSpPr>
              <a:spLocks noChangeArrowheads="1"/>
            </p:cNvSpPr>
            <p:nvPr/>
          </p:nvSpPr>
          <p:spPr bwMode="auto">
            <a:xfrm rot="-1860000">
              <a:off x="2984" y="311"/>
              <a:ext cx="295"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23" name="Freeform 170">
              <a:extLst>
                <a:ext uri="{FF2B5EF4-FFF2-40B4-BE49-F238E27FC236}">
                  <a16:creationId xmlns:a16="http://schemas.microsoft.com/office/drawing/2014/main" id="{21D3ABE8-DBBD-FB49-85EB-479E335B10DB}"/>
                </a:ext>
              </a:extLst>
            </p:cNvPr>
            <p:cNvSpPr>
              <a:spLocks/>
            </p:cNvSpPr>
            <p:nvPr/>
          </p:nvSpPr>
          <p:spPr bwMode="auto">
            <a:xfrm>
              <a:off x="3051" y="300"/>
              <a:ext cx="737"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4 w 738"/>
                <a:gd name="T29" fmla="*/ 0 h 407"/>
                <a:gd name="T30" fmla="*/ 460 w 738"/>
                <a:gd name="T31" fmla="*/ 0 h 407"/>
                <a:gd name="T32" fmla="*/ 503 w 738"/>
                <a:gd name="T33" fmla="*/ 0 h 407"/>
                <a:gd name="T34" fmla="*/ 540 w 738"/>
                <a:gd name="T35" fmla="*/ 15 h 407"/>
                <a:gd name="T36" fmla="*/ 567 w 738"/>
                <a:gd name="T37" fmla="*/ 36 h 407"/>
                <a:gd name="T38" fmla="*/ 600 w 738"/>
                <a:gd name="T39" fmla="*/ 51 h 407"/>
                <a:gd name="T40" fmla="*/ 632 w 738"/>
                <a:gd name="T41" fmla="*/ 57 h 407"/>
                <a:gd name="T42" fmla="*/ 664 w 738"/>
                <a:gd name="T43" fmla="*/ 77 h 407"/>
                <a:gd name="T44" fmla="*/ 691 w 738"/>
                <a:gd name="T45" fmla="*/ 98 h 407"/>
                <a:gd name="T46" fmla="*/ 712 w 738"/>
                <a:gd name="T47" fmla="*/ 128 h 407"/>
                <a:gd name="T48" fmla="*/ 718 w 738"/>
                <a:gd name="T49" fmla="*/ 164 h 407"/>
                <a:gd name="T50" fmla="*/ 723 w 738"/>
                <a:gd name="T51" fmla="*/ 195 h 407"/>
                <a:gd name="T52" fmla="*/ 723 w 738"/>
                <a:gd name="T53" fmla="*/ 226 h 407"/>
                <a:gd name="T54" fmla="*/ 723 w 738"/>
                <a:gd name="T55" fmla="*/ 257 h 407"/>
                <a:gd name="T56" fmla="*/ 734 w 738"/>
                <a:gd name="T57" fmla="*/ 288 h 407"/>
                <a:gd name="T58" fmla="*/ 734 w 738"/>
                <a:gd name="T59" fmla="*/ 319 h 407"/>
                <a:gd name="T60" fmla="*/ 712 w 738"/>
                <a:gd name="T61" fmla="*/ 349 h 407"/>
                <a:gd name="T62" fmla="*/ 675 w 738"/>
                <a:gd name="T63" fmla="*/ 365 h 407"/>
                <a:gd name="T64" fmla="*/ 643 w 738"/>
                <a:gd name="T65" fmla="*/ 380 h 407"/>
                <a:gd name="T66" fmla="*/ 610 w 738"/>
                <a:gd name="T67" fmla="*/ 396 h 407"/>
                <a:gd name="T68" fmla="*/ 578 w 738"/>
                <a:gd name="T69" fmla="*/ 401 h 407"/>
                <a:gd name="T70" fmla="*/ 535 w 738"/>
                <a:gd name="T71" fmla="*/ 406 h 407"/>
                <a:gd name="T72" fmla="*/ 497 w 738"/>
                <a:gd name="T73" fmla="*/ 406 h 407"/>
                <a:gd name="T74" fmla="*/ 465 w 738"/>
                <a:gd name="T75" fmla="*/ 406 h 407"/>
                <a:gd name="T76" fmla="*/ 433 w 738"/>
                <a:gd name="T77" fmla="*/ 406 h 407"/>
                <a:gd name="T78" fmla="*/ 400 w 738"/>
                <a:gd name="T79" fmla="*/ 406 h 407"/>
                <a:gd name="T80" fmla="*/ 369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24" name="Freeform 171">
              <a:extLst>
                <a:ext uri="{FF2B5EF4-FFF2-40B4-BE49-F238E27FC236}">
                  <a16:creationId xmlns:a16="http://schemas.microsoft.com/office/drawing/2014/main" id="{23AFBA38-C379-1E47-844D-1DD9CE7E5067}"/>
                </a:ext>
              </a:extLst>
            </p:cNvPr>
            <p:cNvSpPr>
              <a:spLocks/>
            </p:cNvSpPr>
            <p:nvPr/>
          </p:nvSpPr>
          <p:spPr bwMode="auto">
            <a:xfrm>
              <a:off x="3192" y="271"/>
              <a:ext cx="117" cy="117"/>
            </a:xfrm>
            <a:custGeom>
              <a:avLst/>
              <a:gdLst>
                <a:gd name="T0" fmla="*/ 5 w 117"/>
                <a:gd name="T1" fmla="*/ 63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59 h 118"/>
                <a:gd name="T24" fmla="*/ 116 w 117"/>
                <a:gd name="T25" fmla="*/ 73 h 118"/>
                <a:gd name="T26" fmla="*/ 116 w 117"/>
                <a:gd name="T27" fmla="*/ 89 h 118"/>
                <a:gd name="T28" fmla="*/ 116 w 117"/>
                <a:gd name="T29" fmla="*/ 104 h 118"/>
                <a:gd name="T30" fmla="*/ 100 w 117"/>
                <a:gd name="T31" fmla="*/ 114 h 118"/>
                <a:gd name="T32" fmla="*/ 84 w 117"/>
                <a:gd name="T33" fmla="*/ 114 h 118"/>
                <a:gd name="T34" fmla="*/ 69 w 117"/>
                <a:gd name="T35" fmla="*/ 114 h 118"/>
                <a:gd name="T36" fmla="*/ 53 w 117"/>
                <a:gd name="T37" fmla="*/ 114 h 118"/>
                <a:gd name="T38" fmla="*/ 37 w 117"/>
                <a:gd name="T39" fmla="*/ 109 h 118"/>
                <a:gd name="T40" fmla="*/ 21 w 117"/>
                <a:gd name="T41" fmla="*/ 99 h 118"/>
                <a:gd name="T42" fmla="*/ 11 w 117"/>
                <a:gd name="T43" fmla="*/ 83 h 118"/>
                <a:gd name="T44" fmla="*/ 5 w 117"/>
                <a:gd name="T45" fmla="*/ 68 h 118"/>
                <a:gd name="T46" fmla="*/ 5 w 117"/>
                <a:gd name="T47" fmla="*/ 63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25" name="Freeform 172">
              <a:extLst>
                <a:ext uri="{FF2B5EF4-FFF2-40B4-BE49-F238E27FC236}">
                  <a16:creationId xmlns:a16="http://schemas.microsoft.com/office/drawing/2014/main" id="{3F52E70B-5B52-494E-86B3-D87F1F6B9191}"/>
                </a:ext>
              </a:extLst>
            </p:cNvPr>
            <p:cNvSpPr>
              <a:spLocks/>
            </p:cNvSpPr>
            <p:nvPr/>
          </p:nvSpPr>
          <p:spPr bwMode="auto">
            <a:xfrm>
              <a:off x="3468" y="240"/>
              <a:ext cx="82" cy="86"/>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3 h 87"/>
                <a:gd name="T12" fmla="*/ 81 w 82"/>
                <a:gd name="T13" fmla="*/ 58 h 87"/>
                <a:gd name="T14" fmla="*/ 81 w 82"/>
                <a:gd name="T15" fmla="*/ 73 h 87"/>
                <a:gd name="T16" fmla="*/ 65 w 82"/>
                <a:gd name="T17" fmla="*/ 83 h 87"/>
                <a:gd name="T18" fmla="*/ 49 w 82"/>
                <a:gd name="T19" fmla="*/ 83 h 87"/>
                <a:gd name="T20" fmla="*/ 27 w 82"/>
                <a:gd name="T21" fmla="*/ 78 h 87"/>
                <a:gd name="T22" fmla="*/ 11 w 82"/>
                <a:gd name="T23" fmla="*/ 68 h 87"/>
                <a:gd name="T24" fmla="*/ 5 w 82"/>
                <a:gd name="T25" fmla="*/ 53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432201" name="Group 173">
            <a:extLst>
              <a:ext uri="{FF2B5EF4-FFF2-40B4-BE49-F238E27FC236}">
                <a16:creationId xmlns:a16="http://schemas.microsoft.com/office/drawing/2014/main" id="{EECDEDD9-2CD0-2143-9D7A-36EAD030C5AC}"/>
              </a:ext>
            </a:extLst>
          </p:cNvPr>
          <p:cNvGrpSpPr>
            <a:grpSpLocks/>
          </p:cNvGrpSpPr>
          <p:nvPr/>
        </p:nvGrpSpPr>
        <p:grpSpPr bwMode="auto">
          <a:xfrm>
            <a:off x="5107781" y="1832373"/>
            <a:ext cx="452438" cy="391715"/>
            <a:chOff x="2949" y="196"/>
            <a:chExt cx="941" cy="598"/>
          </a:xfrm>
        </p:grpSpPr>
        <p:sp>
          <p:nvSpPr>
            <p:cNvPr id="432204" name="Oval 174">
              <a:extLst>
                <a:ext uri="{FF2B5EF4-FFF2-40B4-BE49-F238E27FC236}">
                  <a16:creationId xmlns:a16="http://schemas.microsoft.com/office/drawing/2014/main" id="{FB25AA88-A0FD-FB4C-A84F-0E412948B036}"/>
                </a:ext>
              </a:extLst>
            </p:cNvPr>
            <p:cNvSpPr>
              <a:spLocks noChangeArrowheads="1"/>
            </p:cNvSpPr>
            <p:nvPr/>
          </p:nvSpPr>
          <p:spPr bwMode="auto">
            <a:xfrm>
              <a:off x="3167" y="196"/>
              <a:ext cx="409"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05" name="Oval 175">
              <a:extLst>
                <a:ext uri="{FF2B5EF4-FFF2-40B4-BE49-F238E27FC236}">
                  <a16:creationId xmlns:a16="http://schemas.microsoft.com/office/drawing/2014/main" id="{16286F16-9C2A-094F-A432-E83A7C18AC80}"/>
                </a:ext>
              </a:extLst>
            </p:cNvPr>
            <p:cNvSpPr>
              <a:spLocks noChangeArrowheads="1"/>
            </p:cNvSpPr>
            <p:nvPr/>
          </p:nvSpPr>
          <p:spPr bwMode="auto">
            <a:xfrm rot="900000">
              <a:off x="3511" y="252"/>
              <a:ext cx="275"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06" name="Oval 176">
              <a:extLst>
                <a:ext uri="{FF2B5EF4-FFF2-40B4-BE49-F238E27FC236}">
                  <a16:creationId xmlns:a16="http://schemas.microsoft.com/office/drawing/2014/main" id="{2924CEAE-6F4F-1F43-A4B3-D6B609E6C090}"/>
                </a:ext>
              </a:extLst>
            </p:cNvPr>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07" name="Oval 177">
              <a:extLst>
                <a:ext uri="{FF2B5EF4-FFF2-40B4-BE49-F238E27FC236}">
                  <a16:creationId xmlns:a16="http://schemas.microsoft.com/office/drawing/2014/main" id="{DC840870-CA51-6A4F-8E44-F1A7F7EB73B2}"/>
                </a:ext>
              </a:extLst>
            </p:cNvPr>
            <p:cNvSpPr>
              <a:spLocks noChangeArrowheads="1"/>
            </p:cNvSpPr>
            <p:nvPr/>
          </p:nvSpPr>
          <p:spPr bwMode="auto">
            <a:xfrm rot="-1560000">
              <a:off x="3573" y="538"/>
              <a:ext cx="292" cy="18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08" name="Oval 178">
              <a:extLst>
                <a:ext uri="{FF2B5EF4-FFF2-40B4-BE49-F238E27FC236}">
                  <a16:creationId xmlns:a16="http://schemas.microsoft.com/office/drawing/2014/main" id="{FE88AEE8-BAD8-FB47-81A2-0ED88930DA7D}"/>
                </a:ext>
              </a:extLst>
            </p:cNvPr>
            <p:cNvSpPr>
              <a:spLocks noChangeArrowheads="1"/>
            </p:cNvSpPr>
            <p:nvPr/>
          </p:nvSpPr>
          <p:spPr bwMode="auto">
            <a:xfrm>
              <a:off x="3216" y="556"/>
              <a:ext cx="471"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09" name="Oval 179">
              <a:extLst>
                <a:ext uri="{FF2B5EF4-FFF2-40B4-BE49-F238E27FC236}">
                  <a16:creationId xmlns:a16="http://schemas.microsoft.com/office/drawing/2014/main" id="{4DE5ECA5-E539-1344-942D-6BAB0E1DB690}"/>
                </a:ext>
              </a:extLst>
            </p:cNvPr>
            <p:cNvSpPr>
              <a:spLocks noChangeArrowheads="1"/>
            </p:cNvSpPr>
            <p:nvPr/>
          </p:nvSpPr>
          <p:spPr bwMode="auto">
            <a:xfrm rot="1080000">
              <a:off x="3023" y="556"/>
              <a:ext cx="265" cy="154"/>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10" name="Oval 180">
              <a:extLst>
                <a:ext uri="{FF2B5EF4-FFF2-40B4-BE49-F238E27FC236}">
                  <a16:creationId xmlns:a16="http://schemas.microsoft.com/office/drawing/2014/main" id="{4AE9A7DA-19FC-1D49-BC14-8B30408FE9CF}"/>
                </a:ext>
              </a:extLst>
            </p:cNvPr>
            <p:cNvSpPr>
              <a:spLocks noChangeArrowheads="1"/>
            </p:cNvSpPr>
            <p:nvPr/>
          </p:nvSpPr>
          <p:spPr bwMode="auto">
            <a:xfrm>
              <a:off x="2949" y="432"/>
              <a:ext cx="218"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11" name="Oval 181">
              <a:extLst>
                <a:ext uri="{FF2B5EF4-FFF2-40B4-BE49-F238E27FC236}">
                  <a16:creationId xmlns:a16="http://schemas.microsoft.com/office/drawing/2014/main" id="{0EA9B4DC-0722-5642-A0BF-E3BFFC9ADCA8}"/>
                </a:ext>
              </a:extLst>
            </p:cNvPr>
            <p:cNvSpPr>
              <a:spLocks noChangeArrowheads="1"/>
            </p:cNvSpPr>
            <p:nvPr/>
          </p:nvSpPr>
          <p:spPr bwMode="auto">
            <a:xfrm rot="-1860000">
              <a:off x="2984" y="311"/>
              <a:ext cx="29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12" name="Freeform 182">
              <a:extLst>
                <a:ext uri="{FF2B5EF4-FFF2-40B4-BE49-F238E27FC236}">
                  <a16:creationId xmlns:a16="http://schemas.microsoft.com/office/drawing/2014/main" id="{DF09956A-2134-2F48-9284-A728DFA7CC4F}"/>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13" name="Freeform 183">
              <a:extLst>
                <a:ext uri="{FF2B5EF4-FFF2-40B4-BE49-F238E27FC236}">
                  <a16:creationId xmlns:a16="http://schemas.microsoft.com/office/drawing/2014/main" id="{52CE0A76-F80D-4549-8889-4937AEDB8996}"/>
                </a:ext>
              </a:extLst>
            </p:cNvPr>
            <p:cNvSpPr>
              <a:spLocks/>
            </p:cNvSpPr>
            <p:nvPr/>
          </p:nvSpPr>
          <p:spPr bwMode="auto">
            <a:xfrm>
              <a:off x="3194" y="271"/>
              <a:ext cx="116"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61 h 118"/>
                <a:gd name="T24" fmla="*/ 113 w 117"/>
                <a:gd name="T25" fmla="*/ 76 h 118"/>
                <a:gd name="T26" fmla="*/ 113 w 117"/>
                <a:gd name="T27" fmla="*/ 92 h 118"/>
                <a:gd name="T28" fmla="*/ 113 w 117"/>
                <a:gd name="T29" fmla="*/ 107 h 118"/>
                <a:gd name="T30" fmla="*/ 97 w 117"/>
                <a:gd name="T31" fmla="*/ 117 h 118"/>
                <a:gd name="T32" fmla="*/ 81 w 117"/>
                <a:gd name="T33" fmla="*/ 117 h 118"/>
                <a:gd name="T34" fmla="*/ 66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14" name="Freeform 184">
              <a:extLst>
                <a:ext uri="{FF2B5EF4-FFF2-40B4-BE49-F238E27FC236}">
                  <a16:creationId xmlns:a16="http://schemas.microsoft.com/office/drawing/2014/main" id="{CCF901EE-D0A6-1F4F-8234-757273D49A49}"/>
                </a:ext>
              </a:extLst>
            </p:cNvPr>
            <p:cNvSpPr>
              <a:spLocks/>
            </p:cNvSpPr>
            <p:nvPr/>
          </p:nvSpPr>
          <p:spPr bwMode="auto">
            <a:xfrm>
              <a:off x="3469" y="240"/>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pic>
        <p:nvPicPr>
          <p:cNvPr id="432202" name="Picture 185">
            <a:extLst>
              <a:ext uri="{FF2B5EF4-FFF2-40B4-BE49-F238E27FC236}">
                <a16:creationId xmlns:a16="http://schemas.microsoft.com/office/drawing/2014/main" id="{644307C1-D6DB-154E-B02C-60608E8E83A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0226" y="1832373"/>
            <a:ext cx="259556" cy="164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303335687"/>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2369" name="Rectangle 2">
            <a:extLst>
              <a:ext uri="{FF2B5EF4-FFF2-40B4-BE49-F238E27FC236}">
                <a16:creationId xmlns:a16="http://schemas.microsoft.com/office/drawing/2014/main" id="{C76A70C1-BCFC-9248-830D-BF09ED80B78E}"/>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网际组管理协议 </a:t>
            </a:r>
            <a:r>
              <a:rPr lang="en-US" altLang="zh-CN" dirty="0">
                <a:latin typeface="Times New Roman" panose="02020603050405020304" pitchFamily="18" charset="0"/>
                <a:ea typeface="宋体" panose="02010600030101010101" pitchFamily="2" charset="-122"/>
              </a:rPr>
              <a:t>IGMP </a:t>
            </a:r>
          </a:p>
        </p:txBody>
      </p:sp>
      <p:sp>
        <p:nvSpPr>
          <p:cNvPr id="442370" name="Rectangle 3">
            <a:extLst>
              <a:ext uri="{FF2B5EF4-FFF2-40B4-BE49-F238E27FC236}">
                <a16:creationId xmlns:a16="http://schemas.microsoft.com/office/drawing/2014/main" id="{81EDC3A6-084D-7F4F-A71B-B8DD1B794F57}"/>
              </a:ext>
            </a:extLst>
          </p:cNvPr>
          <p:cNvSpPr>
            <a:spLocks noGrp="1" noChangeArrowheads="1"/>
          </p:cNvSpPr>
          <p:nvPr>
            <p:ph type="body" idx="1"/>
          </p:nvPr>
        </p:nvSpPr>
        <p:spPr>
          <a:xfrm>
            <a:off x="251460" y="1059657"/>
            <a:ext cx="8687056" cy="3456385"/>
          </a:xfrm>
        </p:spPr>
        <p:txBody>
          <a:bodyPr/>
          <a:lstStyle/>
          <a:p>
            <a:pPr eaLnBrk="1" hangingPunct="1"/>
            <a:r>
              <a:rPr lang="en-US" altLang="zh-CN" dirty="0">
                <a:latin typeface="Times New Roman" panose="02020603050405020304" pitchFamily="18" charset="0"/>
                <a:ea typeface="宋体" panose="02010600030101010101" pitchFamily="2" charset="-122"/>
              </a:rPr>
              <a:t>1989 </a:t>
            </a:r>
            <a:r>
              <a:rPr lang="zh-CN" altLang="en-US" dirty="0">
                <a:latin typeface="Times New Roman" panose="02020603050405020304" pitchFamily="18" charset="0"/>
                <a:ea typeface="宋体" panose="02010600030101010101" pitchFamily="2" charset="-122"/>
              </a:rPr>
              <a:t>年公布的 </a:t>
            </a:r>
            <a:r>
              <a:rPr lang="en-US" altLang="zh-CN" dirty="0">
                <a:latin typeface="Times New Roman" panose="02020603050405020304" pitchFamily="18" charset="0"/>
                <a:ea typeface="宋体" panose="02010600030101010101" pitchFamily="2" charset="-122"/>
              </a:rPr>
              <a:t>RFC 1112</a:t>
            </a:r>
            <a:r>
              <a:rPr lang="zh-CN" altLang="en-US" dirty="0">
                <a:latin typeface="Times New Roman" panose="02020603050405020304" pitchFamily="18" charset="0"/>
                <a:ea typeface="宋体" panose="02010600030101010101" pitchFamily="2" charset="-122"/>
              </a:rPr>
              <a:t>（</a:t>
            </a:r>
            <a:r>
              <a:rPr lang="en-US" altLang="zh-CN" dirty="0">
                <a:latin typeface="Times New Roman" panose="02020603050405020304" pitchFamily="18" charset="0"/>
                <a:ea typeface="宋体" panose="02010600030101010101" pitchFamily="2" charset="-122"/>
              </a:rPr>
              <a:t>IGMPv1</a:t>
            </a:r>
            <a:r>
              <a:rPr lang="zh-CN" altLang="en-US" dirty="0">
                <a:latin typeface="Times New Roman" panose="02020603050405020304" pitchFamily="18" charset="0"/>
                <a:ea typeface="宋体" panose="02010600030101010101" pitchFamily="2" charset="-122"/>
              </a:rPr>
              <a:t>）早已成为了因特网的标准协议。</a:t>
            </a:r>
          </a:p>
          <a:p>
            <a:pPr eaLnBrk="1" hangingPunct="1"/>
            <a:r>
              <a:rPr lang="en-US" altLang="zh-CN" dirty="0">
                <a:latin typeface="Times New Roman" panose="02020603050405020304" pitchFamily="18" charset="0"/>
                <a:ea typeface="宋体" panose="02010600030101010101" pitchFamily="2" charset="-122"/>
              </a:rPr>
              <a:t>1997 </a:t>
            </a:r>
            <a:r>
              <a:rPr lang="zh-CN" altLang="en-US" dirty="0">
                <a:latin typeface="Times New Roman" panose="02020603050405020304" pitchFamily="18" charset="0"/>
                <a:ea typeface="宋体" panose="02010600030101010101" pitchFamily="2" charset="-122"/>
              </a:rPr>
              <a:t>年公布的 </a:t>
            </a:r>
            <a:r>
              <a:rPr lang="en-US" altLang="zh-CN" dirty="0">
                <a:latin typeface="Times New Roman" panose="02020603050405020304" pitchFamily="18" charset="0"/>
                <a:ea typeface="宋体" panose="02010600030101010101" pitchFamily="2" charset="-122"/>
              </a:rPr>
              <a:t>RFC 2236</a:t>
            </a:r>
            <a:r>
              <a:rPr lang="zh-CN" altLang="en-US" dirty="0">
                <a:latin typeface="Times New Roman" panose="02020603050405020304" pitchFamily="18" charset="0"/>
                <a:ea typeface="宋体" panose="02010600030101010101" pitchFamily="2" charset="-122"/>
              </a:rPr>
              <a:t>（</a:t>
            </a:r>
            <a:r>
              <a:rPr lang="en-US" altLang="zh-CN" dirty="0">
                <a:latin typeface="Times New Roman" panose="02020603050405020304" pitchFamily="18" charset="0"/>
                <a:ea typeface="宋体" panose="02010600030101010101" pitchFamily="2" charset="-122"/>
              </a:rPr>
              <a:t>IGMPv2</a:t>
            </a:r>
            <a:r>
              <a:rPr lang="zh-CN" altLang="en-US" dirty="0">
                <a:latin typeface="Times New Roman" panose="02020603050405020304" pitchFamily="18" charset="0"/>
                <a:ea typeface="宋体" panose="02010600030101010101" pitchFamily="2" charset="-122"/>
              </a:rPr>
              <a:t>，建议标准）对 </a:t>
            </a:r>
            <a:r>
              <a:rPr lang="en-US" altLang="zh-CN" dirty="0">
                <a:latin typeface="Times New Roman" panose="02020603050405020304" pitchFamily="18" charset="0"/>
                <a:ea typeface="宋体" panose="02010600030101010101" pitchFamily="2" charset="-122"/>
              </a:rPr>
              <a:t>IGMPv1 </a:t>
            </a:r>
            <a:r>
              <a:rPr lang="zh-CN" altLang="en-US" dirty="0">
                <a:latin typeface="Times New Roman" panose="02020603050405020304" pitchFamily="18" charset="0"/>
                <a:ea typeface="宋体" panose="02010600030101010101" pitchFamily="2" charset="-122"/>
              </a:rPr>
              <a:t>进行了更新。</a:t>
            </a:r>
          </a:p>
          <a:p>
            <a:pPr eaLnBrk="1" hangingPunct="1"/>
            <a:r>
              <a:rPr lang="en-US" altLang="zh-CN" dirty="0">
                <a:latin typeface="Times New Roman" panose="02020603050405020304" pitchFamily="18" charset="0"/>
                <a:ea typeface="宋体" panose="02010600030101010101" pitchFamily="2" charset="-122"/>
              </a:rPr>
              <a:t>2002 </a:t>
            </a:r>
            <a:r>
              <a:rPr lang="zh-CN" altLang="en-US" dirty="0">
                <a:latin typeface="Times New Roman" panose="02020603050405020304" pitchFamily="18" charset="0"/>
                <a:ea typeface="宋体" panose="02010600030101010101" pitchFamily="2" charset="-122"/>
              </a:rPr>
              <a:t>年 </a:t>
            </a:r>
            <a:r>
              <a:rPr lang="en-US" altLang="zh-CN" dirty="0">
                <a:latin typeface="Times New Roman" panose="02020603050405020304" pitchFamily="18" charset="0"/>
                <a:ea typeface="宋体" panose="02010600030101010101" pitchFamily="2" charset="-122"/>
              </a:rPr>
              <a:t>10 </a:t>
            </a:r>
            <a:r>
              <a:rPr lang="zh-CN" altLang="en-US" dirty="0">
                <a:latin typeface="Times New Roman" panose="02020603050405020304" pitchFamily="18" charset="0"/>
                <a:ea typeface="宋体" panose="02010600030101010101" pitchFamily="2" charset="-122"/>
              </a:rPr>
              <a:t>月公布了 </a:t>
            </a:r>
            <a:r>
              <a:rPr lang="en-US" altLang="zh-CN" dirty="0">
                <a:latin typeface="Times New Roman" panose="02020603050405020304" pitchFamily="18" charset="0"/>
                <a:ea typeface="宋体" panose="02010600030101010101" pitchFamily="2" charset="-122"/>
              </a:rPr>
              <a:t>RFC 3376</a:t>
            </a:r>
            <a:r>
              <a:rPr lang="zh-CN" altLang="en-US" dirty="0">
                <a:latin typeface="Times New Roman" panose="02020603050405020304" pitchFamily="18" charset="0"/>
                <a:ea typeface="宋体" panose="02010600030101010101" pitchFamily="2" charset="-122"/>
              </a:rPr>
              <a:t>（</a:t>
            </a:r>
            <a:r>
              <a:rPr lang="en-US" altLang="zh-CN" dirty="0">
                <a:latin typeface="Times New Roman" panose="02020603050405020304" pitchFamily="18" charset="0"/>
                <a:ea typeface="宋体" panose="02010600030101010101" pitchFamily="2" charset="-122"/>
              </a:rPr>
              <a:t>IGMPv3</a:t>
            </a:r>
            <a:r>
              <a:rPr lang="zh-CN" altLang="en-US" dirty="0">
                <a:latin typeface="Times New Roman" panose="02020603050405020304" pitchFamily="18" charset="0"/>
                <a:ea typeface="宋体" panose="02010600030101010101" pitchFamily="2" charset="-122"/>
              </a:rPr>
              <a:t>，建议标准），宣布 </a:t>
            </a:r>
            <a:r>
              <a:rPr lang="en-US" altLang="zh-CN" dirty="0">
                <a:latin typeface="Times New Roman" panose="02020603050405020304" pitchFamily="18" charset="0"/>
                <a:ea typeface="宋体" panose="02010600030101010101" pitchFamily="2" charset="-122"/>
              </a:rPr>
              <a:t>RFC 2236</a:t>
            </a:r>
            <a:r>
              <a:rPr lang="zh-CN" altLang="en-US" dirty="0">
                <a:latin typeface="Times New Roman" panose="02020603050405020304" pitchFamily="18" charset="0"/>
                <a:ea typeface="宋体" panose="02010600030101010101" pitchFamily="2" charset="-122"/>
              </a:rPr>
              <a:t>（</a:t>
            </a:r>
            <a:r>
              <a:rPr lang="en-US" altLang="zh-CN" dirty="0">
                <a:latin typeface="Times New Roman" panose="02020603050405020304" pitchFamily="18" charset="0"/>
                <a:ea typeface="宋体" panose="02010600030101010101" pitchFamily="2" charset="-122"/>
              </a:rPr>
              <a:t>IGMPv2</a:t>
            </a:r>
            <a:r>
              <a:rPr lang="zh-CN" altLang="en-US" dirty="0">
                <a:latin typeface="Times New Roman" panose="02020603050405020304" pitchFamily="18" charset="0"/>
                <a:ea typeface="宋体" panose="02010600030101010101" pitchFamily="2" charset="-122"/>
              </a:rPr>
              <a:t>）是陈旧的。</a:t>
            </a:r>
          </a:p>
        </p:txBody>
      </p:sp>
      <p:sp>
        <p:nvSpPr>
          <p:cNvPr id="442371" name="幻灯片编号占位符 1">
            <a:extLst>
              <a:ext uri="{FF2B5EF4-FFF2-40B4-BE49-F238E27FC236}">
                <a16:creationId xmlns:a16="http://schemas.microsoft.com/office/drawing/2014/main" id="{D930E273-98B8-2441-915E-46EDABC29F3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63429DB-1AF3-6245-B365-80AFEE5378A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899977022"/>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4417" name="Rectangle 2">
            <a:extLst>
              <a:ext uri="{FF2B5EF4-FFF2-40B4-BE49-F238E27FC236}">
                <a16:creationId xmlns:a16="http://schemas.microsoft.com/office/drawing/2014/main" id="{B4410FB2-FF89-0644-91DC-78DAE5677A95}"/>
              </a:ext>
            </a:extLst>
          </p:cNvPr>
          <p:cNvSpPr>
            <a:spLocks noGrp="1" noChangeArrowheads="1"/>
          </p:cNvSpPr>
          <p:nvPr>
            <p:ph type="title"/>
          </p:nvPr>
        </p:nvSpPr>
        <p:spPr>
          <a:xfrm>
            <a:off x="148590" y="160735"/>
            <a:ext cx="7796451" cy="790575"/>
          </a:xfrm>
        </p:spPr>
        <p:txBody>
          <a:bodyPr/>
          <a:lstStyle/>
          <a:p>
            <a:pPr eaLnBrk="1" hangingPunct="1"/>
            <a:r>
              <a:rPr lang="en-US" altLang="zh-CN" dirty="0">
                <a:ea typeface="宋体" panose="02010600030101010101" pitchFamily="2" charset="-122"/>
              </a:rPr>
              <a:t>IGMP </a:t>
            </a:r>
            <a:r>
              <a:rPr lang="zh-CN" altLang="en-US" dirty="0">
                <a:ea typeface="宋体" panose="02010600030101010101" pitchFamily="2" charset="-122"/>
              </a:rPr>
              <a:t>是整个网际协议 </a:t>
            </a:r>
            <a:r>
              <a:rPr lang="en-US" altLang="zh-CN" dirty="0">
                <a:ea typeface="宋体" panose="02010600030101010101" pitchFamily="2" charset="-122"/>
              </a:rPr>
              <a:t>IP </a:t>
            </a:r>
            <a:r>
              <a:rPr lang="zh-CN" altLang="en-US" dirty="0">
                <a:ea typeface="宋体" panose="02010600030101010101" pitchFamily="2" charset="-122"/>
              </a:rPr>
              <a:t>的一个组成部分</a:t>
            </a:r>
          </a:p>
        </p:txBody>
      </p:sp>
      <p:sp>
        <p:nvSpPr>
          <p:cNvPr id="444418" name="Rectangle 3">
            <a:extLst>
              <a:ext uri="{FF2B5EF4-FFF2-40B4-BE49-F238E27FC236}">
                <a16:creationId xmlns:a16="http://schemas.microsoft.com/office/drawing/2014/main" id="{6E7D12BA-374F-1B4A-850B-4AF90ADF6BFA}"/>
              </a:ext>
            </a:extLst>
          </p:cNvPr>
          <p:cNvSpPr>
            <a:spLocks noGrp="1" noChangeArrowheads="1"/>
          </p:cNvSpPr>
          <p:nvPr>
            <p:ph type="body" idx="1"/>
          </p:nvPr>
        </p:nvSpPr>
        <p:spPr>
          <a:xfrm>
            <a:off x="240030" y="1059656"/>
            <a:ext cx="8663940" cy="3509963"/>
          </a:xfrm>
        </p:spPr>
        <p:txBody>
          <a:bodyPr/>
          <a:lstStyle/>
          <a:p>
            <a:pPr eaLnBrk="1" hangingPunct="1"/>
            <a:r>
              <a:rPr lang="zh-CN" altLang="en-US" dirty="0">
                <a:latin typeface="Times New Roman" panose="02020603050405020304" pitchFamily="18" charset="0"/>
                <a:ea typeface="宋体" panose="02010600030101010101" pitchFamily="2" charset="-122"/>
              </a:rPr>
              <a:t>和 </a:t>
            </a:r>
            <a:r>
              <a:rPr lang="en-US" altLang="zh-CN" dirty="0">
                <a:latin typeface="Times New Roman" panose="02020603050405020304" pitchFamily="18" charset="0"/>
                <a:ea typeface="宋体" panose="02010600030101010101" pitchFamily="2" charset="-122"/>
              </a:rPr>
              <a:t>ICMP </a:t>
            </a:r>
            <a:r>
              <a:rPr lang="zh-CN" altLang="en-US" dirty="0">
                <a:latin typeface="Times New Roman" panose="02020603050405020304" pitchFamily="18" charset="0"/>
                <a:ea typeface="宋体" panose="02010600030101010101" pitchFamily="2" charset="-122"/>
              </a:rPr>
              <a:t>相似，</a:t>
            </a:r>
            <a:r>
              <a:rPr lang="en-US" altLang="zh-CN" dirty="0">
                <a:latin typeface="Times New Roman" panose="02020603050405020304" pitchFamily="18" charset="0"/>
                <a:ea typeface="宋体" panose="02010600030101010101" pitchFamily="2" charset="-122"/>
              </a:rPr>
              <a:t>IGMP </a:t>
            </a:r>
            <a:r>
              <a:rPr lang="zh-CN" altLang="en-US" dirty="0">
                <a:latin typeface="Times New Roman" panose="02020603050405020304" pitchFamily="18" charset="0"/>
                <a:ea typeface="宋体" panose="02010600030101010101" pitchFamily="2" charset="-122"/>
              </a:rPr>
              <a:t>使用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数据报传递其报文（即 </a:t>
            </a:r>
            <a:r>
              <a:rPr lang="en-US" altLang="zh-CN" dirty="0">
                <a:latin typeface="Times New Roman" panose="02020603050405020304" pitchFamily="18" charset="0"/>
                <a:ea typeface="宋体" panose="02010600030101010101" pitchFamily="2" charset="-122"/>
              </a:rPr>
              <a:t>IGMP </a:t>
            </a:r>
            <a:r>
              <a:rPr lang="zh-CN" altLang="en-US" dirty="0">
                <a:latin typeface="Times New Roman" panose="02020603050405020304" pitchFamily="18" charset="0"/>
                <a:ea typeface="宋体" panose="02010600030101010101" pitchFamily="2" charset="-122"/>
              </a:rPr>
              <a:t>报文加上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首部构成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数据报），但它也向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提供服务。</a:t>
            </a:r>
          </a:p>
          <a:p>
            <a:pPr eaLnBrk="1" hangingPunct="1"/>
            <a:r>
              <a:rPr lang="zh-CN" altLang="en-US" dirty="0">
                <a:latin typeface="Times New Roman" panose="02020603050405020304" pitchFamily="18" charset="0"/>
                <a:ea typeface="宋体" panose="02010600030101010101" pitchFamily="2" charset="-122"/>
              </a:rPr>
              <a:t>因此，我们不把 </a:t>
            </a:r>
            <a:r>
              <a:rPr lang="en-US" altLang="zh-CN" dirty="0">
                <a:latin typeface="Times New Roman" panose="02020603050405020304" pitchFamily="18" charset="0"/>
                <a:ea typeface="宋体" panose="02010600030101010101" pitchFamily="2" charset="-122"/>
              </a:rPr>
              <a:t>IGMP </a:t>
            </a:r>
            <a:r>
              <a:rPr lang="zh-CN" altLang="en-US" dirty="0">
                <a:latin typeface="Times New Roman" panose="02020603050405020304" pitchFamily="18" charset="0"/>
                <a:ea typeface="宋体" panose="02010600030101010101" pitchFamily="2" charset="-122"/>
              </a:rPr>
              <a:t>看成是一个单独的协议，而是属于整个网际协议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的一个组成部分。 </a:t>
            </a:r>
          </a:p>
          <a:p>
            <a:pPr eaLnBrk="1" hangingPunct="1"/>
            <a:endParaRPr lang="zh-CN" altLang="en-US" dirty="0">
              <a:latin typeface="Times New Roman" panose="02020603050405020304" pitchFamily="18" charset="0"/>
              <a:ea typeface="宋体" panose="02010600030101010101" pitchFamily="2" charset="-122"/>
            </a:endParaRPr>
          </a:p>
        </p:txBody>
      </p:sp>
      <p:sp>
        <p:nvSpPr>
          <p:cNvPr id="444419" name="幻灯片编号占位符 1">
            <a:extLst>
              <a:ext uri="{FF2B5EF4-FFF2-40B4-BE49-F238E27FC236}">
                <a16:creationId xmlns:a16="http://schemas.microsoft.com/office/drawing/2014/main" id="{10A132EC-7800-864D-987C-D722F1FF3E5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2A67AFE-B242-3844-9043-A5964F2A9E48}"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113474305"/>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2609" name="Rectangle 2">
            <a:extLst>
              <a:ext uri="{FF2B5EF4-FFF2-40B4-BE49-F238E27FC236}">
                <a16:creationId xmlns:a16="http://schemas.microsoft.com/office/drawing/2014/main" id="{C4A9D4F1-3BDE-F24D-B95E-63C2E279C19F}"/>
              </a:ext>
            </a:extLst>
          </p:cNvPr>
          <p:cNvSpPr>
            <a:spLocks noGrp="1" noChangeArrowheads="1"/>
          </p:cNvSpPr>
          <p:nvPr>
            <p:ph type="title"/>
          </p:nvPr>
        </p:nvSpPr>
        <p:spPr>
          <a:xfrm>
            <a:off x="148590" y="141685"/>
            <a:ext cx="8789669" cy="738425"/>
          </a:xfrm>
        </p:spPr>
        <p:txBody>
          <a:bodyPr/>
          <a:lstStyle/>
          <a:p>
            <a:pPr eaLnBrk="1" hangingPunct="1"/>
            <a:r>
              <a:rPr lang="en-US" altLang="zh-CN" sz="2700" dirty="0">
                <a:ea typeface="宋体" panose="02010600030101010101" pitchFamily="2" charset="-122"/>
              </a:rPr>
              <a:t>4.7  </a:t>
            </a:r>
            <a:r>
              <a:rPr lang="zh-CN" altLang="en-US" sz="2700" dirty="0">
                <a:ea typeface="宋体" panose="02010600030101010101" pitchFamily="2" charset="-122"/>
              </a:rPr>
              <a:t>虚拟专用网 </a:t>
            </a:r>
            <a:r>
              <a:rPr lang="en-US" altLang="zh-CN" sz="2700" dirty="0">
                <a:ea typeface="宋体" panose="02010600030101010101" pitchFamily="2" charset="-122"/>
              </a:rPr>
              <a:t>VPN </a:t>
            </a:r>
            <a:r>
              <a:rPr lang="zh-CN" altLang="en-US" sz="2700" dirty="0">
                <a:ea typeface="宋体" panose="02010600030101010101" pitchFamily="2" charset="-122"/>
              </a:rPr>
              <a:t>和网络地址转换 </a:t>
            </a:r>
            <a:r>
              <a:rPr lang="en-US" altLang="zh-CN" sz="2700" dirty="0">
                <a:ea typeface="宋体" panose="02010600030101010101" pitchFamily="2" charset="-122"/>
              </a:rPr>
              <a:t>NAT</a:t>
            </a:r>
            <a:endParaRPr lang="en-US" altLang="zh-CN" sz="2400" dirty="0">
              <a:ea typeface="宋体" panose="02010600030101010101" pitchFamily="2" charset="-122"/>
            </a:endParaRPr>
          </a:p>
        </p:txBody>
      </p:sp>
      <p:sp>
        <p:nvSpPr>
          <p:cNvPr id="452610" name="Rectangle 3">
            <a:extLst>
              <a:ext uri="{FF2B5EF4-FFF2-40B4-BE49-F238E27FC236}">
                <a16:creationId xmlns:a16="http://schemas.microsoft.com/office/drawing/2014/main" id="{C7FD513A-7436-6B4A-8498-A393254D1DDC}"/>
              </a:ext>
            </a:extLst>
          </p:cNvPr>
          <p:cNvSpPr>
            <a:spLocks noGrp="1" noChangeArrowheads="1"/>
          </p:cNvSpPr>
          <p:nvPr>
            <p:ph type="body" idx="1"/>
          </p:nvPr>
        </p:nvSpPr>
        <p:spPr>
          <a:xfrm>
            <a:off x="148590" y="1657350"/>
            <a:ext cx="8789669" cy="2858692"/>
          </a:xfrm>
        </p:spPr>
        <p:txBody>
          <a:bodyPr/>
          <a:lstStyle/>
          <a:p>
            <a:pPr eaLnBrk="1" hangingPunct="1"/>
            <a:r>
              <a:rPr lang="zh-CN" altLang="en-US" dirty="0">
                <a:solidFill>
                  <a:srgbClr val="FF0000"/>
                </a:solidFill>
                <a:latin typeface="Times New Roman" panose="02020603050405020304" pitchFamily="18" charset="0"/>
                <a:ea typeface="宋体" panose="02010600030101010101" pitchFamily="2" charset="-122"/>
              </a:rPr>
              <a:t>本地地址</a:t>
            </a:r>
            <a:r>
              <a:rPr lang="en-US" altLang="zh-CN" dirty="0">
                <a:latin typeface="Times New Roman" panose="02020603050405020304" pitchFamily="18" charset="0"/>
                <a:ea typeface="宋体" panose="02010600030101010101" pitchFamily="2" charset="-122"/>
              </a:rPr>
              <a:t>——</a:t>
            </a:r>
            <a:r>
              <a:rPr lang="zh-CN" altLang="en-US" dirty="0">
                <a:latin typeface="Times New Roman" panose="02020603050405020304" pitchFamily="18" charset="0"/>
                <a:ea typeface="宋体" panose="02010600030101010101" pitchFamily="2" charset="-122"/>
              </a:rPr>
              <a:t>仅在机构内部使用的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地址，可以由本机构自行分配，而不需要向因特网的管理机构申请。</a:t>
            </a:r>
          </a:p>
          <a:p>
            <a:pPr eaLnBrk="1" hangingPunct="1"/>
            <a:r>
              <a:rPr lang="zh-CN" altLang="en-US" dirty="0">
                <a:solidFill>
                  <a:srgbClr val="FF0000"/>
                </a:solidFill>
                <a:latin typeface="Times New Roman" panose="02020603050405020304" pitchFamily="18" charset="0"/>
                <a:ea typeface="宋体" panose="02010600030101010101" pitchFamily="2" charset="-122"/>
              </a:rPr>
              <a:t>全球地址</a:t>
            </a:r>
            <a:r>
              <a:rPr lang="en-US" altLang="zh-CN" dirty="0">
                <a:latin typeface="Times New Roman" panose="02020603050405020304" pitchFamily="18" charset="0"/>
                <a:ea typeface="宋体" panose="02010600030101010101" pitchFamily="2" charset="-122"/>
              </a:rPr>
              <a:t>——</a:t>
            </a:r>
            <a:r>
              <a:rPr lang="zh-CN" altLang="en-US" dirty="0">
                <a:latin typeface="Times New Roman" panose="02020603050405020304" pitchFamily="18" charset="0"/>
                <a:ea typeface="宋体" panose="02010600030101010101" pitchFamily="2" charset="-122"/>
              </a:rPr>
              <a:t>全球唯一的</a:t>
            </a:r>
            <a:r>
              <a:rPr lang="en-US" altLang="zh-CN" dirty="0">
                <a:latin typeface="Times New Roman" panose="02020603050405020304" pitchFamily="18" charset="0"/>
                <a:ea typeface="宋体" panose="02010600030101010101" pitchFamily="2" charset="-122"/>
              </a:rPr>
              <a:t>IP</a:t>
            </a:r>
            <a:r>
              <a:rPr lang="zh-CN" altLang="en-US" dirty="0">
                <a:latin typeface="Times New Roman" panose="02020603050405020304" pitchFamily="18" charset="0"/>
                <a:ea typeface="宋体" panose="02010600030101010101" pitchFamily="2" charset="-122"/>
              </a:rPr>
              <a:t>地址，必须向因特网的管理机构申请。 </a:t>
            </a:r>
          </a:p>
        </p:txBody>
      </p:sp>
      <p:sp>
        <p:nvSpPr>
          <p:cNvPr id="452611" name="幻灯片编号占位符 1">
            <a:extLst>
              <a:ext uri="{FF2B5EF4-FFF2-40B4-BE49-F238E27FC236}">
                <a16:creationId xmlns:a16="http://schemas.microsoft.com/office/drawing/2014/main" id="{15492319-22BB-9B4E-9122-4D01C5C04F1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6BA2408-B6B4-644A-B954-AD27FBF5201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 name="矩形 1">
            <a:extLst>
              <a:ext uri="{FF2B5EF4-FFF2-40B4-BE49-F238E27FC236}">
                <a16:creationId xmlns:a16="http://schemas.microsoft.com/office/drawing/2014/main" id="{C3AA54B0-127A-1D4E-8DC5-DD169039741E}"/>
              </a:ext>
            </a:extLst>
          </p:cNvPr>
          <p:cNvSpPr/>
          <p:nvPr/>
        </p:nvSpPr>
        <p:spPr>
          <a:xfrm>
            <a:off x="251460" y="1037897"/>
            <a:ext cx="4572000" cy="461665"/>
          </a:xfrm>
          <a:prstGeom prst="rect">
            <a:avLst/>
          </a:prstGeom>
        </p:spPr>
        <p:txBody>
          <a:bodyPr>
            <a:spAutoFit/>
          </a:bodyPr>
          <a:lstStyle/>
          <a:p>
            <a:r>
              <a:rPr lang="en-US" altLang="zh-CN" sz="2400" dirty="0"/>
              <a:t>4.7.1 </a:t>
            </a:r>
            <a:r>
              <a:rPr lang="zh-CN" altLang="en-US" sz="2400" dirty="0"/>
              <a:t>虚拟专用网 </a:t>
            </a:r>
            <a:r>
              <a:rPr lang="en-US" altLang="zh-CN" sz="2400" dirty="0"/>
              <a:t>VPN</a:t>
            </a:r>
            <a:endParaRPr lang="zh-CN" altLang="en-US" sz="2400" dirty="0"/>
          </a:p>
        </p:txBody>
      </p:sp>
    </p:spTree>
    <p:extLst>
      <p:ext uri="{BB962C8B-B14F-4D97-AF65-F5344CB8AC3E}">
        <p14:creationId xmlns:p14="http://schemas.microsoft.com/office/powerpoint/2010/main" val="1583592754"/>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4657" name="Rectangle 2">
            <a:extLst>
              <a:ext uri="{FF2B5EF4-FFF2-40B4-BE49-F238E27FC236}">
                <a16:creationId xmlns:a16="http://schemas.microsoft.com/office/drawing/2014/main" id="{495D68A8-2E7A-1A4E-9171-C9CA057E3FDB}"/>
              </a:ext>
            </a:extLst>
          </p:cNvPr>
          <p:cNvSpPr>
            <a:spLocks noGrp="1" noChangeArrowheads="1"/>
          </p:cNvSpPr>
          <p:nvPr>
            <p:ph type="title"/>
          </p:nvPr>
        </p:nvSpPr>
        <p:spPr>
          <a:xfrm>
            <a:off x="160020" y="250031"/>
            <a:ext cx="7785021" cy="701279"/>
          </a:xfrm>
        </p:spPr>
        <p:txBody>
          <a:bodyPr/>
          <a:lstStyle/>
          <a:p>
            <a:pPr eaLnBrk="1" hangingPunct="1"/>
            <a:r>
              <a:rPr lang="en-US" altLang="zh-CN" sz="3000" dirty="0">
                <a:ea typeface="宋体" panose="02010600030101010101" pitchFamily="2" charset="-122"/>
              </a:rPr>
              <a:t>RFC 1918 </a:t>
            </a:r>
            <a:r>
              <a:rPr lang="zh-CN" altLang="en-US" sz="3000" dirty="0">
                <a:ea typeface="宋体" panose="02010600030101010101" pitchFamily="2" charset="-122"/>
              </a:rPr>
              <a:t>指明的专用地址</a:t>
            </a:r>
            <a:r>
              <a:rPr lang="en-US" altLang="zh-CN" sz="2700" dirty="0">
                <a:ea typeface="宋体" panose="02010600030101010101" pitchFamily="2" charset="-122"/>
              </a:rPr>
              <a:t>(private address)</a:t>
            </a:r>
            <a:r>
              <a:rPr lang="en-US" altLang="zh-CN" dirty="0">
                <a:latin typeface="Times New Roman" panose="02020603050405020304" pitchFamily="18" charset="0"/>
                <a:ea typeface="宋体" panose="02010600030101010101" pitchFamily="2" charset="-122"/>
              </a:rPr>
              <a:t> </a:t>
            </a:r>
          </a:p>
        </p:txBody>
      </p:sp>
      <p:sp>
        <p:nvSpPr>
          <p:cNvPr id="454658" name="Rectangle 3">
            <a:extLst>
              <a:ext uri="{FF2B5EF4-FFF2-40B4-BE49-F238E27FC236}">
                <a16:creationId xmlns:a16="http://schemas.microsoft.com/office/drawing/2014/main" id="{15A298BB-ECFC-E74B-9094-7650E04CFFF3}"/>
              </a:ext>
            </a:extLst>
          </p:cNvPr>
          <p:cNvSpPr>
            <a:spLocks noGrp="1" noChangeArrowheads="1"/>
          </p:cNvSpPr>
          <p:nvPr>
            <p:ph type="body" idx="1"/>
          </p:nvPr>
        </p:nvSpPr>
        <p:spPr>
          <a:xfrm>
            <a:off x="160020" y="1059656"/>
            <a:ext cx="8778240" cy="3671888"/>
          </a:xfrm>
        </p:spPr>
        <p:txBody>
          <a:bodyPr/>
          <a:lstStyle/>
          <a:p>
            <a:pPr eaLnBrk="1" hangingPunct="1"/>
            <a:r>
              <a:rPr lang="en-US" altLang="zh-CN" sz="2100" dirty="0">
                <a:ea typeface="宋体" panose="02010600030101010101" pitchFamily="2" charset="-122"/>
              </a:rPr>
              <a:t>10.0.0.0 </a:t>
            </a:r>
            <a:r>
              <a:rPr lang="zh-CN" altLang="en-US" sz="2100" dirty="0">
                <a:ea typeface="宋体" panose="02010600030101010101" pitchFamily="2" charset="-122"/>
              </a:rPr>
              <a:t>到 </a:t>
            </a:r>
            <a:r>
              <a:rPr lang="en-US" altLang="zh-CN" sz="2100" dirty="0">
                <a:ea typeface="宋体" panose="02010600030101010101" pitchFamily="2" charset="-122"/>
              </a:rPr>
              <a:t>10.255.255.255</a:t>
            </a:r>
          </a:p>
          <a:p>
            <a:pPr eaLnBrk="1" hangingPunct="1"/>
            <a:r>
              <a:rPr lang="en-US" altLang="zh-CN" sz="2100" dirty="0">
                <a:ea typeface="宋体" panose="02010600030101010101" pitchFamily="2" charset="-122"/>
              </a:rPr>
              <a:t>172.16.0.0 </a:t>
            </a:r>
            <a:r>
              <a:rPr lang="zh-CN" altLang="en-US" sz="2100" dirty="0">
                <a:ea typeface="宋体" panose="02010600030101010101" pitchFamily="2" charset="-122"/>
              </a:rPr>
              <a:t>到 </a:t>
            </a:r>
            <a:r>
              <a:rPr lang="en-US" altLang="zh-CN" sz="2100" dirty="0">
                <a:ea typeface="宋体" panose="02010600030101010101" pitchFamily="2" charset="-122"/>
              </a:rPr>
              <a:t>172.31.255.255</a:t>
            </a:r>
          </a:p>
          <a:p>
            <a:pPr eaLnBrk="1" hangingPunct="1"/>
            <a:r>
              <a:rPr lang="en-US" altLang="zh-CN" sz="2100" dirty="0">
                <a:ea typeface="宋体" panose="02010600030101010101" pitchFamily="2" charset="-122"/>
              </a:rPr>
              <a:t>192.168.0.0 </a:t>
            </a:r>
            <a:r>
              <a:rPr lang="zh-CN" altLang="en-US" sz="2100" dirty="0">
                <a:ea typeface="宋体" panose="02010600030101010101" pitchFamily="2" charset="-122"/>
              </a:rPr>
              <a:t>到 </a:t>
            </a:r>
            <a:r>
              <a:rPr lang="en-US" altLang="zh-CN" sz="2100" dirty="0">
                <a:ea typeface="宋体" panose="02010600030101010101" pitchFamily="2" charset="-122"/>
              </a:rPr>
              <a:t>192.168.255.255</a:t>
            </a:r>
          </a:p>
          <a:p>
            <a:pPr eaLnBrk="1" hangingPunct="1"/>
            <a:r>
              <a:rPr lang="zh-CN" altLang="en-US" sz="2100" dirty="0">
                <a:ea typeface="宋体" panose="02010600030101010101" pitchFamily="2" charset="-122"/>
              </a:rPr>
              <a:t>这些地址只能用于一个机构的内部通信，而不能用于和因特网上的主机通信。</a:t>
            </a:r>
          </a:p>
          <a:p>
            <a:pPr eaLnBrk="1" hangingPunct="1"/>
            <a:r>
              <a:rPr lang="zh-CN" altLang="en-US" sz="2100" dirty="0">
                <a:ea typeface="宋体" panose="02010600030101010101" pitchFamily="2" charset="-122"/>
              </a:rPr>
              <a:t>专用地址只能用作本地地址而不能用作全球地址。在因特网中的所有路由器对目的地址是专用地址的数据报一律不进行转发。 </a:t>
            </a:r>
          </a:p>
        </p:txBody>
      </p:sp>
      <p:sp>
        <p:nvSpPr>
          <p:cNvPr id="454659" name="幻灯片编号占位符 1">
            <a:extLst>
              <a:ext uri="{FF2B5EF4-FFF2-40B4-BE49-F238E27FC236}">
                <a16:creationId xmlns:a16="http://schemas.microsoft.com/office/drawing/2014/main" id="{97ECFEBA-7E29-6F4C-8509-9F96AA5CAB1D}"/>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8D5491A-5573-7D4E-97EC-AAB9A25693B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688949459"/>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5666" name="Group 2">
            <a:extLst>
              <a:ext uri="{FF2B5EF4-FFF2-40B4-BE49-F238E27FC236}">
                <a16:creationId xmlns:a16="http://schemas.microsoft.com/office/drawing/2014/main" id="{6916B20C-32BE-EC49-916B-C52C46502038}"/>
              </a:ext>
            </a:extLst>
          </p:cNvPr>
          <p:cNvGrpSpPr>
            <a:grpSpLocks/>
          </p:cNvGrpSpPr>
          <p:nvPr/>
        </p:nvGrpSpPr>
        <p:grpSpPr bwMode="auto">
          <a:xfrm>
            <a:off x="1327785" y="2510551"/>
            <a:ext cx="1209675" cy="1341835"/>
            <a:chOff x="40" y="1384"/>
            <a:chExt cx="1016" cy="1127"/>
          </a:xfrm>
        </p:grpSpPr>
        <p:sp>
          <p:nvSpPr>
            <p:cNvPr id="456778" name="Line 3">
              <a:extLst>
                <a:ext uri="{FF2B5EF4-FFF2-40B4-BE49-F238E27FC236}">
                  <a16:creationId xmlns:a16="http://schemas.microsoft.com/office/drawing/2014/main" id="{66D77158-A9F5-C941-84CF-D9EBCFC9C38E}"/>
                </a:ext>
              </a:extLst>
            </p:cNvPr>
            <p:cNvSpPr>
              <a:spLocks noChangeShapeType="1"/>
            </p:cNvSpPr>
            <p:nvPr/>
          </p:nvSpPr>
          <p:spPr bwMode="auto">
            <a:xfrm flipV="1">
              <a:off x="816" y="2248"/>
              <a:ext cx="240" cy="192"/>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6779" name="Line 4">
              <a:extLst>
                <a:ext uri="{FF2B5EF4-FFF2-40B4-BE49-F238E27FC236}">
                  <a16:creationId xmlns:a16="http://schemas.microsoft.com/office/drawing/2014/main" id="{DC98CE7E-67EF-6D4E-89BF-8DE954B36B23}"/>
                </a:ext>
              </a:extLst>
            </p:cNvPr>
            <p:cNvSpPr>
              <a:spLocks noChangeShapeType="1"/>
            </p:cNvSpPr>
            <p:nvPr/>
          </p:nvSpPr>
          <p:spPr bwMode="auto">
            <a:xfrm>
              <a:off x="624" y="1576"/>
              <a:ext cx="240" cy="144"/>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6780" name="Line 5">
              <a:extLst>
                <a:ext uri="{FF2B5EF4-FFF2-40B4-BE49-F238E27FC236}">
                  <a16:creationId xmlns:a16="http://schemas.microsoft.com/office/drawing/2014/main" id="{0E7603BD-7618-9C43-9322-C0779ADD864D}"/>
                </a:ext>
              </a:extLst>
            </p:cNvPr>
            <p:cNvSpPr>
              <a:spLocks noChangeShapeType="1"/>
            </p:cNvSpPr>
            <p:nvPr/>
          </p:nvSpPr>
          <p:spPr bwMode="auto">
            <a:xfrm flipV="1">
              <a:off x="432" y="1967"/>
              <a:ext cx="288" cy="0"/>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456781" name="Picture 6">
              <a:extLst>
                <a:ext uri="{FF2B5EF4-FFF2-40B4-BE49-F238E27FC236}">
                  <a16:creationId xmlns:a16="http://schemas.microsoft.com/office/drawing/2014/main" id="{13155685-AD6D-8040-89E0-3C6D21FB307C}"/>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6" y="1823"/>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6782" name="Text Box 7">
              <a:extLst>
                <a:ext uri="{FF2B5EF4-FFF2-40B4-BE49-F238E27FC236}">
                  <a16:creationId xmlns:a16="http://schemas.microsoft.com/office/drawing/2014/main" id="{77C62A55-A7AB-C842-B2F2-314C00AB2AE3}"/>
                </a:ext>
              </a:extLst>
            </p:cNvPr>
            <p:cNvSpPr txBox="1">
              <a:spLocks noChangeArrowheads="1"/>
            </p:cNvSpPr>
            <p:nvPr/>
          </p:nvSpPr>
          <p:spPr bwMode="auto">
            <a:xfrm>
              <a:off x="113" y="1797"/>
              <a:ext cx="263"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X</a:t>
              </a:r>
            </a:p>
          </p:txBody>
        </p:sp>
        <p:sp>
          <p:nvSpPr>
            <p:cNvPr id="456783" name="Text Box 8">
              <a:extLst>
                <a:ext uri="{FF2B5EF4-FFF2-40B4-BE49-F238E27FC236}">
                  <a16:creationId xmlns:a16="http://schemas.microsoft.com/office/drawing/2014/main" id="{BFD35750-291C-E34A-B894-A9A04ACB5E9A}"/>
                </a:ext>
              </a:extLst>
            </p:cNvPr>
            <p:cNvSpPr txBox="1">
              <a:spLocks noChangeArrowheads="1"/>
            </p:cNvSpPr>
            <p:nvPr/>
          </p:nvSpPr>
          <p:spPr bwMode="auto">
            <a:xfrm>
              <a:off x="40" y="2031"/>
              <a:ext cx="739"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10.1.0.1</a:t>
              </a:r>
            </a:p>
          </p:txBody>
        </p:sp>
        <p:pic>
          <p:nvPicPr>
            <p:cNvPr id="456784" name="Picture 9">
              <a:extLst>
                <a:ext uri="{FF2B5EF4-FFF2-40B4-BE49-F238E27FC236}">
                  <a16:creationId xmlns:a16="http://schemas.microsoft.com/office/drawing/2014/main" id="{766692D1-85C6-8A4E-86CF-A392C6975BE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 y="1384"/>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6785" name="Picture 10">
              <a:extLst>
                <a:ext uri="{FF2B5EF4-FFF2-40B4-BE49-F238E27FC236}">
                  <a16:creationId xmlns:a16="http://schemas.microsoft.com/office/drawing/2014/main" id="{A127DBAC-04D0-CE46-83A3-52CE3DC7141E}"/>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2" y="2296"/>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 name="内容占位符 1">
            <a:extLst>
              <a:ext uri="{FF2B5EF4-FFF2-40B4-BE49-F238E27FC236}">
                <a16:creationId xmlns:a16="http://schemas.microsoft.com/office/drawing/2014/main" id="{9E0D9F02-98E4-0A43-A968-570C4B3F9C21}"/>
              </a:ext>
            </a:extLst>
          </p:cNvPr>
          <p:cNvSpPr>
            <a:spLocks noGrp="1"/>
          </p:cNvSpPr>
          <p:nvPr>
            <p:ph idx="1"/>
          </p:nvPr>
        </p:nvSpPr>
        <p:spPr/>
        <p:txBody>
          <a:bodyPr/>
          <a:lstStyle/>
          <a:p>
            <a:endParaRPr kumimoji="1" lang="zh-CN" altLang="en-US"/>
          </a:p>
        </p:txBody>
      </p:sp>
      <p:sp>
        <p:nvSpPr>
          <p:cNvPr id="456731" name="幻灯片编号占位符 1">
            <a:extLst>
              <a:ext uri="{FF2B5EF4-FFF2-40B4-BE49-F238E27FC236}">
                <a16:creationId xmlns:a16="http://schemas.microsoft.com/office/drawing/2014/main" id="{32C7E9A9-46A3-E54B-83FE-46F002364125}"/>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48A9EA76-5154-9049-B7E4-FD951BE5A2F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56706" name="Rectangle 11">
            <a:extLst>
              <a:ext uri="{FF2B5EF4-FFF2-40B4-BE49-F238E27FC236}">
                <a16:creationId xmlns:a16="http://schemas.microsoft.com/office/drawing/2014/main" id="{7ECF02E7-2E33-FE46-9B79-0A8D57AD81E9}"/>
              </a:ext>
            </a:extLst>
          </p:cNvPr>
          <p:cNvSpPr>
            <a:spLocks noGrp="1" noChangeArrowheads="1"/>
          </p:cNvSpPr>
          <p:nvPr>
            <p:ph type="title"/>
          </p:nvPr>
        </p:nvSpPr>
        <p:spPr/>
        <p:txBody>
          <a:bodyPr/>
          <a:lstStyle/>
          <a:p>
            <a:pPr eaLnBrk="1" hangingPunct="1"/>
            <a:r>
              <a:rPr lang="zh-CN" altLang="en-US" sz="2700" dirty="0">
                <a:latin typeface="Times New Roman" panose="02020603050405020304" pitchFamily="18" charset="0"/>
                <a:ea typeface="宋体" panose="02010600030101010101" pitchFamily="2" charset="-122"/>
              </a:rPr>
              <a:t>用隧道技术实现虚拟专用网 </a:t>
            </a:r>
          </a:p>
        </p:txBody>
      </p:sp>
      <p:grpSp>
        <p:nvGrpSpPr>
          <p:cNvPr id="456707" name="Group 12">
            <a:extLst>
              <a:ext uri="{FF2B5EF4-FFF2-40B4-BE49-F238E27FC236}">
                <a16:creationId xmlns:a16="http://schemas.microsoft.com/office/drawing/2014/main" id="{F3DCA5E4-85FB-F84F-B1CF-F614FF6F232A}"/>
              </a:ext>
            </a:extLst>
          </p:cNvPr>
          <p:cNvGrpSpPr>
            <a:grpSpLocks/>
          </p:cNvGrpSpPr>
          <p:nvPr/>
        </p:nvGrpSpPr>
        <p:grpSpPr bwMode="auto">
          <a:xfrm>
            <a:off x="2010014" y="2651045"/>
            <a:ext cx="1133475" cy="919163"/>
            <a:chOff x="385" y="2795"/>
            <a:chExt cx="1769" cy="816"/>
          </a:xfrm>
        </p:grpSpPr>
        <p:sp>
          <p:nvSpPr>
            <p:cNvPr id="625677" name="Oval 13">
              <a:extLst>
                <a:ext uri="{FF2B5EF4-FFF2-40B4-BE49-F238E27FC236}">
                  <a16:creationId xmlns:a16="http://schemas.microsoft.com/office/drawing/2014/main" id="{E7A65E80-3717-3341-B1CD-517EB0F833BD}"/>
                </a:ext>
              </a:extLst>
            </p:cNvPr>
            <p:cNvSpPr>
              <a:spLocks noChangeArrowheads="1"/>
            </p:cNvSpPr>
            <p:nvPr/>
          </p:nvSpPr>
          <p:spPr bwMode="auto">
            <a:xfrm>
              <a:off x="1589" y="3060"/>
              <a:ext cx="554" cy="24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78" name="Oval 14">
              <a:extLst>
                <a:ext uri="{FF2B5EF4-FFF2-40B4-BE49-F238E27FC236}">
                  <a16:creationId xmlns:a16="http://schemas.microsoft.com/office/drawing/2014/main" id="{509BC826-56CA-8444-88E7-7C113463DAB2}"/>
                </a:ext>
              </a:extLst>
            </p:cNvPr>
            <p:cNvSpPr>
              <a:spLocks noChangeArrowheads="1"/>
            </p:cNvSpPr>
            <p:nvPr/>
          </p:nvSpPr>
          <p:spPr bwMode="auto">
            <a:xfrm>
              <a:off x="928" y="3274"/>
              <a:ext cx="885" cy="337"/>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79" name="Oval 15">
              <a:extLst>
                <a:ext uri="{FF2B5EF4-FFF2-40B4-BE49-F238E27FC236}">
                  <a16:creationId xmlns:a16="http://schemas.microsoft.com/office/drawing/2014/main" id="{B09BC6DA-10B8-764E-A768-7FA6A6AEF49F}"/>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0" name="Oval 16">
              <a:extLst>
                <a:ext uri="{FF2B5EF4-FFF2-40B4-BE49-F238E27FC236}">
                  <a16:creationId xmlns:a16="http://schemas.microsoft.com/office/drawing/2014/main" id="{F1558C89-C616-5D42-9FDF-A58728A19701}"/>
                </a:ext>
              </a:extLst>
            </p:cNvPr>
            <p:cNvSpPr>
              <a:spLocks noChangeArrowheads="1"/>
            </p:cNvSpPr>
            <p:nvPr/>
          </p:nvSpPr>
          <p:spPr bwMode="auto">
            <a:xfrm>
              <a:off x="385" y="3084"/>
              <a:ext cx="385" cy="25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1" name="Oval 17">
              <a:extLst>
                <a:ext uri="{FF2B5EF4-FFF2-40B4-BE49-F238E27FC236}">
                  <a16:creationId xmlns:a16="http://schemas.microsoft.com/office/drawing/2014/main" id="{29CC32E8-7835-E34D-81AF-C791C4FBD70A}"/>
                </a:ext>
              </a:extLst>
            </p:cNvPr>
            <p:cNvSpPr>
              <a:spLocks noChangeArrowheads="1"/>
            </p:cNvSpPr>
            <p:nvPr/>
          </p:nvSpPr>
          <p:spPr bwMode="auto">
            <a:xfrm>
              <a:off x="565" y="2883"/>
              <a:ext cx="57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2" name="Oval 18">
              <a:extLst>
                <a:ext uri="{FF2B5EF4-FFF2-40B4-BE49-F238E27FC236}">
                  <a16:creationId xmlns:a16="http://schemas.microsoft.com/office/drawing/2014/main" id="{5CC8D6CE-78FF-EF43-A25A-1FCF7671D3C6}"/>
                </a:ext>
              </a:extLst>
            </p:cNvPr>
            <p:cNvSpPr>
              <a:spLocks noChangeArrowheads="1"/>
            </p:cNvSpPr>
            <p:nvPr/>
          </p:nvSpPr>
          <p:spPr bwMode="auto">
            <a:xfrm>
              <a:off x="993" y="2795"/>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3" name="Oval 19">
              <a:extLst>
                <a:ext uri="{FF2B5EF4-FFF2-40B4-BE49-F238E27FC236}">
                  <a16:creationId xmlns:a16="http://schemas.microsoft.com/office/drawing/2014/main" id="{0DE219CA-D436-764F-899B-01430AB01F56}"/>
                </a:ext>
              </a:extLst>
            </p:cNvPr>
            <p:cNvSpPr>
              <a:spLocks noChangeArrowheads="1"/>
            </p:cNvSpPr>
            <p:nvPr/>
          </p:nvSpPr>
          <p:spPr bwMode="auto">
            <a:xfrm>
              <a:off x="1504"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4" name="Oval 20">
              <a:extLst>
                <a:ext uri="{FF2B5EF4-FFF2-40B4-BE49-F238E27FC236}">
                  <a16:creationId xmlns:a16="http://schemas.microsoft.com/office/drawing/2014/main" id="{44A1942E-D80F-724E-B134-C57DD1960F9E}"/>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5" name="Oval 21">
              <a:extLst>
                <a:ext uri="{FF2B5EF4-FFF2-40B4-BE49-F238E27FC236}">
                  <a16:creationId xmlns:a16="http://schemas.microsoft.com/office/drawing/2014/main" id="{E3979A1A-6FD1-614E-8E4D-FD6DCBBDB873}"/>
                </a:ext>
              </a:extLst>
            </p:cNvPr>
            <p:cNvSpPr>
              <a:spLocks noChangeArrowheads="1"/>
            </p:cNvSpPr>
            <p:nvPr/>
          </p:nvSpPr>
          <p:spPr bwMode="auto">
            <a:xfrm rot="1336630">
              <a:off x="1474" y="3067"/>
              <a:ext cx="556" cy="421"/>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6" name="Oval 22">
              <a:extLst>
                <a:ext uri="{FF2B5EF4-FFF2-40B4-BE49-F238E27FC236}">
                  <a16:creationId xmlns:a16="http://schemas.microsoft.com/office/drawing/2014/main" id="{F61E146A-D61A-6846-9ED5-458B0083C6C0}"/>
                </a:ext>
              </a:extLst>
            </p:cNvPr>
            <p:cNvSpPr>
              <a:spLocks noChangeArrowheads="1"/>
            </p:cNvSpPr>
            <p:nvPr/>
          </p:nvSpPr>
          <p:spPr bwMode="auto">
            <a:xfrm>
              <a:off x="1004" y="2811"/>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7" name="Oval 23">
              <a:extLst>
                <a:ext uri="{FF2B5EF4-FFF2-40B4-BE49-F238E27FC236}">
                  <a16:creationId xmlns:a16="http://schemas.microsoft.com/office/drawing/2014/main" id="{B661CF58-1BF6-774A-A1B1-D4DBF0460952}"/>
                </a:ext>
              </a:extLst>
            </p:cNvPr>
            <p:cNvSpPr>
              <a:spLocks noChangeArrowheads="1"/>
            </p:cNvSpPr>
            <p:nvPr/>
          </p:nvSpPr>
          <p:spPr bwMode="auto">
            <a:xfrm>
              <a:off x="576" y="2899"/>
              <a:ext cx="576" cy="320"/>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8" name="Oval 24">
              <a:extLst>
                <a:ext uri="{FF2B5EF4-FFF2-40B4-BE49-F238E27FC236}">
                  <a16:creationId xmlns:a16="http://schemas.microsoft.com/office/drawing/2014/main" id="{B5A08773-AB1B-5940-8149-863096DDC1CF}"/>
                </a:ext>
              </a:extLst>
            </p:cNvPr>
            <p:cNvSpPr>
              <a:spLocks noChangeArrowheads="1"/>
            </p:cNvSpPr>
            <p:nvPr/>
          </p:nvSpPr>
          <p:spPr bwMode="auto">
            <a:xfrm>
              <a:off x="396" y="3100"/>
              <a:ext cx="383" cy="256"/>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9" name="Oval 25">
              <a:extLst>
                <a:ext uri="{FF2B5EF4-FFF2-40B4-BE49-F238E27FC236}">
                  <a16:creationId xmlns:a16="http://schemas.microsoft.com/office/drawing/2014/main" id="{F1C8B0A7-7343-A049-93FD-4925858616C5}"/>
                </a:ext>
              </a:extLst>
            </p:cNvPr>
            <p:cNvSpPr>
              <a:spLocks noChangeArrowheads="1"/>
            </p:cNvSpPr>
            <p:nvPr/>
          </p:nvSpPr>
          <p:spPr bwMode="auto">
            <a:xfrm>
              <a:off x="1515" y="2908"/>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90" name="Oval 26">
              <a:extLst>
                <a:ext uri="{FF2B5EF4-FFF2-40B4-BE49-F238E27FC236}">
                  <a16:creationId xmlns:a16="http://schemas.microsoft.com/office/drawing/2014/main" id="{D181D297-A4D4-0B43-AD6D-46B95094F136}"/>
                </a:ext>
              </a:extLst>
            </p:cNvPr>
            <p:cNvSpPr>
              <a:spLocks noChangeArrowheads="1"/>
            </p:cNvSpPr>
            <p:nvPr/>
          </p:nvSpPr>
          <p:spPr bwMode="auto">
            <a:xfrm>
              <a:off x="1598" y="3075"/>
              <a:ext cx="556" cy="24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91" name="Oval 27">
              <a:extLst>
                <a:ext uri="{FF2B5EF4-FFF2-40B4-BE49-F238E27FC236}">
                  <a16:creationId xmlns:a16="http://schemas.microsoft.com/office/drawing/2014/main" id="{853C6F59-5C05-A948-9FA5-BEF5C621BB85}"/>
                </a:ext>
              </a:extLst>
            </p:cNvPr>
            <p:cNvSpPr>
              <a:spLocks noChangeArrowheads="1"/>
            </p:cNvSpPr>
            <p:nvPr/>
          </p:nvSpPr>
          <p:spPr bwMode="auto">
            <a:xfrm>
              <a:off x="716" y="3003"/>
              <a:ext cx="1141" cy="413"/>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92" name="Oval 28">
              <a:extLst>
                <a:ext uri="{FF2B5EF4-FFF2-40B4-BE49-F238E27FC236}">
                  <a16:creationId xmlns:a16="http://schemas.microsoft.com/office/drawing/2014/main" id="{AD8356DB-1E73-5144-853B-A72A82490FAC}"/>
                </a:ext>
              </a:extLst>
            </p:cNvPr>
            <p:cNvSpPr>
              <a:spLocks noChangeArrowheads="1"/>
            </p:cNvSpPr>
            <p:nvPr/>
          </p:nvSpPr>
          <p:spPr bwMode="auto">
            <a:xfrm>
              <a:off x="513"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56777" name="Freeform 29">
              <a:extLst>
                <a:ext uri="{FF2B5EF4-FFF2-40B4-BE49-F238E27FC236}">
                  <a16:creationId xmlns:a16="http://schemas.microsoft.com/office/drawing/2014/main" id="{242F6A4D-BE18-FA4F-B476-DF6F8D9CFFC6}"/>
                </a:ext>
              </a:extLst>
            </p:cNvPr>
            <p:cNvSpPr>
              <a:spLocks/>
            </p:cNvSpPr>
            <p:nvPr/>
          </p:nvSpPr>
          <p:spPr bwMode="auto">
            <a:xfrm>
              <a:off x="567"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456708" name="Group 30">
            <a:extLst>
              <a:ext uri="{FF2B5EF4-FFF2-40B4-BE49-F238E27FC236}">
                <a16:creationId xmlns:a16="http://schemas.microsoft.com/office/drawing/2014/main" id="{E02DCF25-890F-5D45-B2CD-ED88516D9ACC}"/>
              </a:ext>
            </a:extLst>
          </p:cNvPr>
          <p:cNvGrpSpPr>
            <a:grpSpLocks/>
          </p:cNvGrpSpPr>
          <p:nvPr/>
        </p:nvGrpSpPr>
        <p:grpSpPr bwMode="auto">
          <a:xfrm>
            <a:off x="5950982" y="2598657"/>
            <a:ext cx="1133475" cy="919163"/>
            <a:chOff x="385" y="2795"/>
            <a:chExt cx="1769" cy="816"/>
          </a:xfrm>
        </p:grpSpPr>
        <p:sp>
          <p:nvSpPr>
            <p:cNvPr id="625695" name="Oval 31">
              <a:extLst>
                <a:ext uri="{FF2B5EF4-FFF2-40B4-BE49-F238E27FC236}">
                  <a16:creationId xmlns:a16="http://schemas.microsoft.com/office/drawing/2014/main" id="{5C173EB8-77F1-2A4B-8D49-A29B236A4E85}"/>
                </a:ext>
              </a:extLst>
            </p:cNvPr>
            <p:cNvSpPr>
              <a:spLocks noChangeArrowheads="1"/>
            </p:cNvSpPr>
            <p:nvPr/>
          </p:nvSpPr>
          <p:spPr bwMode="auto">
            <a:xfrm>
              <a:off x="1589" y="3060"/>
              <a:ext cx="554" cy="24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96" name="Oval 32">
              <a:extLst>
                <a:ext uri="{FF2B5EF4-FFF2-40B4-BE49-F238E27FC236}">
                  <a16:creationId xmlns:a16="http://schemas.microsoft.com/office/drawing/2014/main" id="{79A00527-91A1-6B41-88C1-58F7A49391CB}"/>
                </a:ext>
              </a:extLst>
            </p:cNvPr>
            <p:cNvSpPr>
              <a:spLocks noChangeArrowheads="1"/>
            </p:cNvSpPr>
            <p:nvPr/>
          </p:nvSpPr>
          <p:spPr bwMode="auto">
            <a:xfrm>
              <a:off x="928" y="3274"/>
              <a:ext cx="885" cy="337"/>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97" name="Oval 33">
              <a:extLst>
                <a:ext uri="{FF2B5EF4-FFF2-40B4-BE49-F238E27FC236}">
                  <a16:creationId xmlns:a16="http://schemas.microsoft.com/office/drawing/2014/main" id="{F1FA62A8-2F62-C145-85D6-276190C77BE6}"/>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98" name="Oval 34">
              <a:extLst>
                <a:ext uri="{FF2B5EF4-FFF2-40B4-BE49-F238E27FC236}">
                  <a16:creationId xmlns:a16="http://schemas.microsoft.com/office/drawing/2014/main" id="{62C87BA9-8DC2-8249-9CD7-D9275ED2482F}"/>
                </a:ext>
              </a:extLst>
            </p:cNvPr>
            <p:cNvSpPr>
              <a:spLocks noChangeArrowheads="1"/>
            </p:cNvSpPr>
            <p:nvPr/>
          </p:nvSpPr>
          <p:spPr bwMode="auto">
            <a:xfrm>
              <a:off x="385" y="3084"/>
              <a:ext cx="385" cy="25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99" name="Oval 35">
              <a:extLst>
                <a:ext uri="{FF2B5EF4-FFF2-40B4-BE49-F238E27FC236}">
                  <a16:creationId xmlns:a16="http://schemas.microsoft.com/office/drawing/2014/main" id="{A3F00CDB-5732-3744-9E1F-8F46F8D4ED17}"/>
                </a:ext>
              </a:extLst>
            </p:cNvPr>
            <p:cNvSpPr>
              <a:spLocks noChangeArrowheads="1"/>
            </p:cNvSpPr>
            <p:nvPr/>
          </p:nvSpPr>
          <p:spPr bwMode="auto">
            <a:xfrm>
              <a:off x="565" y="2883"/>
              <a:ext cx="57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0" name="Oval 36">
              <a:extLst>
                <a:ext uri="{FF2B5EF4-FFF2-40B4-BE49-F238E27FC236}">
                  <a16:creationId xmlns:a16="http://schemas.microsoft.com/office/drawing/2014/main" id="{783080E5-0992-C243-B7F3-56BB7D2C50FD}"/>
                </a:ext>
              </a:extLst>
            </p:cNvPr>
            <p:cNvSpPr>
              <a:spLocks noChangeArrowheads="1"/>
            </p:cNvSpPr>
            <p:nvPr/>
          </p:nvSpPr>
          <p:spPr bwMode="auto">
            <a:xfrm>
              <a:off x="993" y="2795"/>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1" name="Oval 37">
              <a:extLst>
                <a:ext uri="{FF2B5EF4-FFF2-40B4-BE49-F238E27FC236}">
                  <a16:creationId xmlns:a16="http://schemas.microsoft.com/office/drawing/2014/main" id="{77EA34D0-4619-CC4C-92B5-080E1FAF3182}"/>
                </a:ext>
              </a:extLst>
            </p:cNvPr>
            <p:cNvSpPr>
              <a:spLocks noChangeArrowheads="1"/>
            </p:cNvSpPr>
            <p:nvPr/>
          </p:nvSpPr>
          <p:spPr bwMode="auto">
            <a:xfrm>
              <a:off x="1504"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2" name="Oval 38">
              <a:extLst>
                <a:ext uri="{FF2B5EF4-FFF2-40B4-BE49-F238E27FC236}">
                  <a16:creationId xmlns:a16="http://schemas.microsoft.com/office/drawing/2014/main" id="{F0BEBF76-929C-CD43-94EA-8B88F254980C}"/>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3" name="Oval 39">
              <a:extLst>
                <a:ext uri="{FF2B5EF4-FFF2-40B4-BE49-F238E27FC236}">
                  <a16:creationId xmlns:a16="http://schemas.microsoft.com/office/drawing/2014/main" id="{31FEB4E6-55F0-F948-A956-D37E2BB7F6AA}"/>
                </a:ext>
              </a:extLst>
            </p:cNvPr>
            <p:cNvSpPr>
              <a:spLocks noChangeArrowheads="1"/>
            </p:cNvSpPr>
            <p:nvPr/>
          </p:nvSpPr>
          <p:spPr bwMode="auto">
            <a:xfrm rot="1336630">
              <a:off x="1474" y="3067"/>
              <a:ext cx="556" cy="421"/>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4" name="Oval 40">
              <a:extLst>
                <a:ext uri="{FF2B5EF4-FFF2-40B4-BE49-F238E27FC236}">
                  <a16:creationId xmlns:a16="http://schemas.microsoft.com/office/drawing/2014/main" id="{6EDF71AB-CB11-2249-A6A5-7F154517366C}"/>
                </a:ext>
              </a:extLst>
            </p:cNvPr>
            <p:cNvSpPr>
              <a:spLocks noChangeArrowheads="1"/>
            </p:cNvSpPr>
            <p:nvPr/>
          </p:nvSpPr>
          <p:spPr bwMode="auto">
            <a:xfrm>
              <a:off x="1004" y="2811"/>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5" name="Oval 41">
              <a:extLst>
                <a:ext uri="{FF2B5EF4-FFF2-40B4-BE49-F238E27FC236}">
                  <a16:creationId xmlns:a16="http://schemas.microsoft.com/office/drawing/2014/main" id="{EDE644FF-6904-EF43-8F75-0D17851070E8}"/>
                </a:ext>
              </a:extLst>
            </p:cNvPr>
            <p:cNvSpPr>
              <a:spLocks noChangeArrowheads="1"/>
            </p:cNvSpPr>
            <p:nvPr/>
          </p:nvSpPr>
          <p:spPr bwMode="auto">
            <a:xfrm>
              <a:off x="576" y="2899"/>
              <a:ext cx="576" cy="320"/>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6" name="Oval 42">
              <a:extLst>
                <a:ext uri="{FF2B5EF4-FFF2-40B4-BE49-F238E27FC236}">
                  <a16:creationId xmlns:a16="http://schemas.microsoft.com/office/drawing/2014/main" id="{39526959-D825-6545-8779-2737E3699413}"/>
                </a:ext>
              </a:extLst>
            </p:cNvPr>
            <p:cNvSpPr>
              <a:spLocks noChangeArrowheads="1"/>
            </p:cNvSpPr>
            <p:nvPr/>
          </p:nvSpPr>
          <p:spPr bwMode="auto">
            <a:xfrm>
              <a:off x="396" y="3100"/>
              <a:ext cx="383" cy="256"/>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7" name="Oval 43">
              <a:extLst>
                <a:ext uri="{FF2B5EF4-FFF2-40B4-BE49-F238E27FC236}">
                  <a16:creationId xmlns:a16="http://schemas.microsoft.com/office/drawing/2014/main" id="{F4E18BD1-1479-614F-A77F-E5316F24F26E}"/>
                </a:ext>
              </a:extLst>
            </p:cNvPr>
            <p:cNvSpPr>
              <a:spLocks noChangeArrowheads="1"/>
            </p:cNvSpPr>
            <p:nvPr/>
          </p:nvSpPr>
          <p:spPr bwMode="auto">
            <a:xfrm>
              <a:off x="1515" y="2908"/>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8" name="Oval 44">
              <a:extLst>
                <a:ext uri="{FF2B5EF4-FFF2-40B4-BE49-F238E27FC236}">
                  <a16:creationId xmlns:a16="http://schemas.microsoft.com/office/drawing/2014/main" id="{B037C5EC-11D6-DF46-9A7B-9036E8291601}"/>
                </a:ext>
              </a:extLst>
            </p:cNvPr>
            <p:cNvSpPr>
              <a:spLocks noChangeArrowheads="1"/>
            </p:cNvSpPr>
            <p:nvPr/>
          </p:nvSpPr>
          <p:spPr bwMode="auto">
            <a:xfrm>
              <a:off x="1598" y="3075"/>
              <a:ext cx="556" cy="24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9" name="Oval 45">
              <a:extLst>
                <a:ext uri="{FF2B5EF4-FFF2-40B4-BE49-F238E27FC236}">
                  <a16:creationId xmlns:a16="http://schemas.microsoft.com/office/drawing/2014/main" id="{13C06CF5-8347-4245-AA39-4473E9C10305}"/>
                </a:ext>
              </a:extLst>
            </p:cNvPr>
            <p:cNvSpPr>
              <a:spLocks noChangeArrowheads="1"/>
            </p:cNvSpPr>
            <p:nvPr/>
          </p:nvSpPr>
          <p:spPr bwMode="auto">
            <a:xfrm>
              <a:off x="716" y="3003"/>
              <a:ext cx="1141" cy="413"/>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10" name="Oval 46">
              <a:extLst>
                <a:ext uri="{FF2B5EF4-FFF2-40B4-BE49-F238E27FC236}">
                  <a16:creationId xmlns:a16="http://schemas.microsoft.com/office/drawing/2014/main" id="{4678014F-66B8-9844-AF69-6759E51BE3DA}"/>
                </a:ext>
              </a:extLst>
            </p:cNvPr>
            <p:cNvSpPr>
              <a:spLocks noChangeArrowheads="1"/>
            </p:cNvSpPr>
            <p:nvPr/>
          </p:nvSpPr>
          <p:spPr bwMode="auto">
            <a:xfrm>
              <a:off x="513"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56760" name="Freeform 47">
              <a:extLst>
                <a:ext uri="{FF2B5EF4-FFF2-40B4-BE49-F238E27FC236}">
                  <a16:creationId xmlns:a16="http://schemas.microsoft.com/office/drawing/2014/main" id="{58096530-10CF-744E-8C7D-A1999F1C145C}"/>
                </a:ext>
              </a:extLst>
            </p:cNvPr>
            <p:cNvSpPr>
              <a:spLocks/>
            </p:cNvSpPr>
            <p:nvPr/>
          </p:nvSpPr>
          <p:spPr bwMode="auto">
            <a:xfrm>
              <a:off x="567"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aphicFrame>
        <p:nvGraphicFramePr>
          <p:cNvPr id="456709" name="Object 48">
            <a:extLst>
              <a:ext uri="{FF2B5EF4-FFF2-40B4-BE49-F238E27FC236}">
                <a16:creationId xmlns:a16="http://schemas.microsoft.com/office/drawing/2014/main" id="{E8A09339-F798-E54F-AB81-70EE7AED020A}"/>
              </a:ext>
            </a:extLst>
          </p:cNvPr>
          <p:cNvGraphicFramePr>
            <a:graphicFrameLocks noChangeAspect="1"/>
          </p:cNvGraphicFramePr>
          <p:nvPr>
            <p:extLst>
              <p:ext uri="{D42A27DB-BD31-4B8C-83A1-F6EECF244321}">
                <p14:modId xmlns:p14="http://schemas.microsoft.com/office/powerpoint/2010/main" val="2350289241"/>
              </p:ext>
            </p:extLst>
          </p:nvPr>
        </p:nvGraphicFramePr>
        <p:xfrm>
          <a:off x="3623310" y="2529601"/>
          <a:ext cx="2057400" cy="1277541"/>
        </p:xfrm>
        <a:graphic>
          <a:graphicData uri="http://schemas.openxmlformats.org/presentationml/2006/ole">
            <mc:AlternateContent xmlns:mc="http://schemas.openxmlformats.org/markup-compatibility/2006">
              <mc:Choice xmlns:v="urn:schemas-microsoft-com:vml" Requires="v">
                <p:oleObj spid="_x0000_s443408" name="VISIO" r:id="rId5" imgW="3378200" imgH="1930400" progId="Visio.Drawing.6">
                  <p:embed/>
                </p:oleObj>
              </mc:Choice>
              <mc:Fallback>
                <p:oleObj name="VISIO" r:id="rId5" imgW="3378200" imgH="1930400" progId="Visio.Drawing.6">
                  <p:embed/>
                  <p:pic>
                    <p:nvPicPr>
                      <p:cNvPr id="456709" name="Object 48">
                        <a:extLst>
                          <a:ext uri="{FF2B5EF4-FFF2-40B4-BE49-F238E27FC236}">
                            <a16:creationId xmlns:a16="http://schemas.microsoft.com/office/drawing/2014/main" id="{E8A09339-F798-E54F-AB81-70EE7AED020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23310" y="2529601"/>
                        <a:ext cx="2057400" cy="12775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74997"/>
                                </a:schemeClr>
                              </a:outerShdw>
                            </a:effectLst>
                          </a14:hiddenEffects>
                        </a:ext>
                      </a:extLst>
                    </p:spPr>
                  </p:pic>
                </p:oleObj>
              </mc:Fallback>
            </mc:AlternateContent>
          </a:graphicData>
        </a:graphic>
      </p:graphicFrame>
      <p:pic>
        <p:nvPicPr>
          <p:cNvPr id="456710" name="Picture 49">
            <a:extLst>
              <a:ext uri="{FF2B5EF4-FFF2-40B4-BE49-F238E27FC236}">
                <a16:creationId xmlns:a16="http://schemas.microsoft.com/office/drawing/2014/main" id="{E55C5BAF-236A-D143-99A6-A51608713D61}"/>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742623" y="2930842"/>
            <a:ext cx="390525" cy="188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6711" name="Picture 50">
            <a:extLst>
              <a:ext uri="{FF2B5EF4-FFF2-40B4-BE49-F238E27FC236}">
                <a16:creationId xmlns:a16="http://schemas.microsoft.com/office/drawing/2014/main" id="{0AEB3FC1-D41E-4244-98BF-8EE0D0158BD4}"/>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29189" y="2932033"/>
            <a:ext cx="390525" cy="188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6712" name="Text Box 51">
            <a:extLst>
              <a:ext uri="{FF2B5EF4-FFF2-40B4-BE49-F238E27FC236}">
                <a16:creationId xmlns:a16="http://schemas.microsoft.com/office/drawing/2014/main" id="{5C015D15-57D7-EF44-9DE2-247DBDE6644D}"/>
              </a:ext>
            </a:extLst>
          </p:cNvPr>
          <p:cNvSpPr txBox="1">
            <a:spLocks noChangeArrowheads="1"/>
          </p:cNvSpPr>
          <p:nvPr/>
        </p:nvSpPr>
        <p:spPr bwMode="auto">
          <a:xfrm>
            <a:off x="2170748" y="2986801"/>
            <a:ext cx="73988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部门 </a:t>
            </a:r>
            <a:r>
              <a:rPr kumimoji="1" lang="en-US" altLang="zh-CN" sz="1500">
                <a:latin typeface="Arial" panose="020B0604020202020204" pitchFamily="34" charset="0"/>
                <a:ea typeface="宋体" panose="02010600030101010101" pitchFamily="2" charset="-122"/>
                <a:cs typeface="黑体" panose="02010609060101010101" pitchFamily="49" charset="-122"/>
              </a:rPr>
              <a:t>A</a:t>
            </a:r>
          </a:p>
        </p:txBody>
      </p:sp>
      <p:sp>
        <p:nvSpPr>
          <p:cNvPr id="456713" name="AutoShape 52">
            <a:extLst>
              <a:ext uri="{FF2B5EF4-FFF2-40B4-BE49-F238E27FC236}">
                <a16:creationId xmlns:a16="http://schemas.microsoft.com/office/drawing/2014/main" id="{B9A59035-2157-D14F-B5D6-78F36D32B1E0}"/>
              </a:ext>
            </a:extLst>
          </p:cNvPr>
          <p:cNvSpPr>
            <a:spLocks noChangeArrowheads="1"/>
          </p:cNvSpPr>
          <p:nvPr/>
        </p:nvSpPr>
        <p:spPr bwMode="auto">
          <a:xfrm rot="16200000">
            <a:off x="4416862" y="2086094"/>
            <a:ext cx="270272" cy="1885950"/>
          </a:xfrm>
          <a:prstGeom prst="can">
            <a:avLst>
              <a:gd name="adj" fmla="val 25521"/>
            </a:avLst>
          </a:prstGeom>
          <a:gradFill rotWithShape="1">
            <a:gsLst>
              <a:gs pos="0">
                <a:srgbClr val="185E76"/>
              </a:gs>
              <a:gs pos="50000">
                <a:srgbClr val="33CCFF"/>
              </a:gs>
              <a:gs pos="100000">
                <a:srgbClr val="185E76"/>
              </a:gs>
            </a:gsLst>
            <a:lin ang="0" scaled="1"/>
          </a:gradFill>
          <a:ln w="9525">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56714" name="Text Box 53">
            <a:extLst>
              <a:ext uri="{FF2B5EF4-FFF2-40B4-BE49-F238E27FC236}">
                <a16:creationId xmlns:a16="http://schemas.microsoft.com/office/drawing/2014/main" id="{0D444016-BED4-F642-89FD-7C7BB321F185}"/>
              </a:ext>
            </a:extLst>
          </p:cNvPr>
          <p:cNvSpPr txBox="1">
            <a:spLocks noChangeArrowheads="1"/>
          </p:cNvSpPr>
          <p:nvPr/>
        </p:nvSpPr>
        <p:spPr bwMode="auto">
          <a:xfrm>
            <a:off x="4351973" y="3271361"/>
            <a:ext cx="76174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因特网</a:t>
            </a:r>
          </a:p>
        </p:txBody>
      </p:sp>
      <p:sp>
        <p:nvSpPr>
          <p:cNvPr id="456715" name="Text Box 54">
            <a:extLst>
              <a:ext uri="{FF2B5EF4-FFF2-40B4-BE49-F238E27FC236}">
                <a16:creationId xmlns:a16="http://schemas.microsoft.com/office/drawing/2014/main" id="{E78A1D1C-F6C2-1040-8783-89ABFAFD9F92}"/>
              </a:ext>
            </a:extLst>
          </p:cNvPr>
          <p:cNvSpPr txBox="1">
            <a:spLocks noChangeArrowheads="1"/>
          </p:cNvSpPr>
          <p:nvPr/>
        </p:nvSpPr>
        <p:spPr bwMode="auto">
          <a:xfrm>
            <a:off x="6112907" y="2872501"/>
            <a:ext cx="7505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部门 </a:t>
            </a:r>
            <a:r>
              <a:rPr kumimoji="1" lang="en-US" altLang="zh-CN" sz="1500">
                <a:latin typeface="Arial" panose="020B0604020202020204" pitchFamily="34" charset="0"/>
                <a:ea typeface="宋体" panose="02010600030101010101" pitchFamily="2" charset="-122"/>
                <a:cs typeface="黑体" panose="02010609060101010101" pitchFamily="49" charset="-122"/>
              </a:rPr>
              <a:t>B</a:t>
            </a:r>
          </a:p>
        </p:txBody>
      </p:sp>
      <p:sp>
        <p:nvSpPr>
          <p:cNvPr id="456716" name="Text Box 55">
            <a:extLst>
              <a:ext uri="{FF2B5EF4-FFF2-40B4-BE49-F238E27FC236}">
                <a16:creationId xmlns:a16="http://schemas.microsoft.com/office/drawing/2014/main" id="{45749335-2649-5F4E-AC73-49550B5DBAD0}"/>
              </a:ext>
            </a:extLst>
          </p:cNvPr>
          <p:cNvSpPr txBox="1">
            <a:spLocks noChangeArrowheads="1"/>
          </p:cNvSpPr>
          <p:nvPr/>
        </p:nvSpPr>
        <p:spPr bwMode="auto">
          <a:xfrm>
            <a:off x="3097368" y="3159442"/>
            <a:ext cx="39466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456717" name="Text Box 56">
            <a:extLst>
              <a:ext uri="{FF2B5EF4-FFF2-40B4-BE49-F238E27FC236}">
                <a16:creationId xmlns:a16="http://schemas.microsoft.com/office/drawing/2014/main" id="{12429533-2767-9B46-8CE4-542680FC7C52}"/>
              </a:ext>
            </a:extLst>
          </p:cNvPr>
          <p:cNvSpPr txBox="1">
            <a:spLocks noChangeArrowheads="1"/>
          </p:cNvSpPr>
          <p:nvPr/>
        </p:nvSpPr>
        <p:spPr bwMode="auto">
          <a:xfrm>
            <a:off x="5710790" y="3105863"/>
            <a:ext cx="39466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456718" name="Text Box 57">
            <a:extLst>
              <a:ext uri="{FF2B5EF4-FFF2-40B4-BE49-F238E27FC236}">
                <a16:creationId xmlns:a16="http://schemas.microsoft.com/office/drawing/2014/main" id="{9C16C328-3E3C-F34C-9BAA-7F0704E10DCA}"/>
              </a:ext>
            </a:extLst>
          </p:cNvPr>
          <p:cNvSpPr txBox="1">
            <a:spLocks noChangeArrowheads="1"/>
          </p:cNvSpPr>
          <p:nvPr/>
        </p:nvSpPr>
        <p:spPr bwMode="auto">
          <a:xfrm>
            <a:off x="4409123" y="2570083"/>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隧道</a:t>
            </a:r>
          </a:p>
        </p:txBody>
      </p:sp>
      <p:sp>
        <p:nvSpPr>
          <p:cNvPr id="456719" name="Line 58">
            <a:extLst>
              <a:ext uri="{FF2B5EF4-FFF2-40B4-BE49-F238E27FC236}">
                <a16:creationId xmlns:a16="http://schemas.microsoft.com/office/drawing/2014/main" id="{720A6BE9-FA1E-8E42-9B8B-4FC8701E3498}"/>
              </a:ext>
            </a:extLst>
          </p:cNvPr>
          <p:cNvSpPr>
            <a:spLocks noChangeShapeType="1"/>
          </p:cNvSpPr>
          <p:nvPr/>
        </p:nvSpPr>
        <p:spPr bwMode="auto">
          <a:xfrm>
            <a:off x="3380423" y="3024901"/>
            <a:ext cx="285750"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6720" name="Line 59">
            <a:extLst>
              <a:ext uri="{FF2B5EF4-FFF2-40B4-BE49-F238E27FC236}">
                <a16:creationId xmlns:a16="http://schemas.microsoft.com/office/drawing/2014/main" id="{858653CC-09A1-C147-B63D-D6769E6459CA}"/>
              </a:ext>
            </a:extLst>
          </p:cNvPr>
          <p:cNvSpPr>
            <a:spLocks noChangeShapeType="1"/>
          </p:cNvSpPr>
          <p:nvPr/>
        </p:nvSpPr>
        <p:spPr bwMode="auto">
          <a:xfrm>
            <a:off x="5494973" y="3024901"/>
            <a:ext cx="285750"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625724" name="Group 60">
            <a:extLst>
              <a:ext uri="{FF2B5EF4-FFF2-40B4-BE49-F238E27FC236}">
                <a16:creationId xmlns:a16="http://schemas.microsoft.com/office/drawing/2014/main" id="{D26F1E20-2DC0-5346-83BF-3A0C6CEF75D2}"/>
              </a:ext>
            </a:extLst>
          </p:cNvPr>
          <p:cNvGrpSpPr>
            <a:grpSpLocks/>
          </p:cNvGrpSpPr>
          <p:nvPr/>
        </p:nvGrpSpPr>
        <p:grpSpPr bwMode="auto">
          <a:xfrm>
            <a:off x="2898220" y="2542699"/>
            <a:ext cx="3298031" cy="482203"/>
            <a:chOff x="1359" y="1411"/>
            <a:chExt cx="2770" cy="405"/>
          </a:xfrm>
        </p:grpSpPr>
        <p:sp>
          <p:nvSpPr>
            <p:cNvPr id="456740" name="Text Box 61">
              <a:extLst>
                <a:ext uri="{FF2B5EF4-FFF2-40B4-BE49-F238E27FC236}">
                  <a16:creationId xmlns:a16="http://schemas.microsoft.com/office/drawing/2014/main" id="{8A0CF9F7-B545-FD40-B25D-56EC2A3A8E68}"/>
                </a:ext>
              </a:extLst>
            </p:cNvPr>
            <p:cNvSpPr txBox="1">
              <a:spLocks noChangeArrowheads="1"/>
            </p:cNvSpPr>
            <p:nvPr/>
          </p:nvSpPr>
          <p:spPr bwMode="auto">
            <a:xfrm>
              <a:off x="1359" y="1411"/>
              <a:ext cx="83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125.1.2.3</a:t>
              </a:r>
            </a:p>
          </p:txBody>
        </p:sp>
        <p:sp>
          <p:nvSpPr>
            <p:cNvPr id="456741" name="Line 62">
              <a:extLst>
                <a:ext uri="{FF2B5EF4-FFF2-40B4-BE49-F238E27FC236}">
                  <a16:creationId xmlns:a16="http://schemas.microsoft.com/office/drawing/2014/main" id="{99B47385-19BE-A541-AAE5-C10D792AF28B}"/>
                </a:ext>
              </a:extLst>
            </p:cNvPr>
            <p:cNvSpPr>
              <a:spLocks noChangeShapeType="1"/>
            </p:cNvSpPr>
            <p:nvPr/>
          </p:nvSpPr>
          <p:spPr bwMode="auto">
            <a:xfrm>
              <a:off x="1837" y="1616"/>
              <a:ext cx="23" cy="200"/>
            </a:xfrm>
            <a:prstGeom prst="line">
              <a:avLst/>
            </a:prstGeom>
            <a:noFill/>
            <a:ln w="381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456742" name="Text Box 63">
              <a:extLst>
                <a:ext uri="{FF2B5EF4-FFF2-40B4-BE49-F238E27FC236}">
                  <a16:creationId xmlns:a16="http://schemas.microsoft.com/office/drawing/2014/main" id="{B22F0989-7698-404F-8C63-50A269753647}"/>
                </a:ext>
              </a:extLst>
            </p:cNvPr>
            <p:cNvSpPr txBox="1">
              <a:spLocks noChangeArrowheads="1"/>
            </p:cNvSpPr>
            <p:nvPr/>
          </p:nvSpPr>
          <p:spPr bwMode="auto">
            <a:xfrm>
              <a:off x="3299" y="1430"/>
              <a:ext cx="83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194.4.5.6</a:t>
              </a:r>
            </a:p>
          </p:txBody>
        </p:sp>
        <p:sp>
          <p:nvSpPr>
            <p:cNvPr id="456743" name="Line 64">
              <a:extLst>
                <a:ext uri="{FF2B5EF4-FFF2-40B4-BE49-F238E27FC236}">
                  <a16:creationId xmlns:a16="http://schemas.microsoft.com/office/drawing/2014/main" id="{07A157CD-8D55-E84A-A741-3C3966C573E5}"/>
                </a:ext>
              </a:extLst>
            </p:cNvPr>
            <p:cNvSpPr>
              <a:spLocks noChangeShapeType="1"/>
            </p:cNvSpPr>
            <p:nvPr/>
          </p:nvSpPr>
          <p:spPr bwMode="auto">
            <a:xfrm flipH="1">
              <a:off x="3636" y="1616"/>
              <a:ext cx="60" cy="200"/>
            </a:xfrm>
            <a:prstGeom prst="line">
              <a:avLst/>
            </a:prstGeom>
            <a:noFill/>
            <a:ln w="381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625729" name="Group 65">
            <a:extLst>
              <a:ext uri="{FF2B5EF4-FFF2-40B4-BE49-F238E27FC236}">
                <a16:creationId xmlns:a16="http://schemas.microsoft.com/office/drawing/2014/main" id="{0551818D-F5A7-684B-8B01-57EF0C7A75B0}"/>
              </a:ext>
            </a:extLst>
          </p:cNvPr>
          <p:cNvGrpSpPr>
            <a:grpSpLocks/>
          </p:cNvGrpSpPr>
          <p:nvPr/>
        </p:nvGrpSpPr>
        <p:grpSpPr bwMode="auto">
          <a:xfrm>
            <a:off x="6823715" y="2453401"/>
            <a:ext cx="1098948" cy="1284685"/>
            <a:chOff x="4656" y="1336"/>
            <a:chExt cx="923" cy="1079"/>
          </a:xfrm>
        </p:grpSpPr>
        <p:sp>
          <p:nvSpPr>
            <p:cNvPr id="456732" name="Line 66">
              <a:extLst>
                <a:ext uri="{FF2B5EF4-FFF2-40B4-BE49-F238E27FC236}">
                  <a16:creationId xmlns:a16="http://schemas.microsoft.com/office/drawing/2014/main" id="{3AD0CA8D-219E-ED40-852D-AF1E1149A08C}"/>
                </a:ext>
              </a:extLst>
            </p:cNvPr>
            <p:cNvSpPr>
              <a:spLocks noChangeShapeType="1"/>
            </p:cNvSpPr>
            <p:nvPr/>
          </p:nvSpPr>
          <p:spPr bwMode="auto">
            <a:xfrm flipH="1" flipV="1">
              <a:off x="4800" y="1912"/>
              <a:ext cx="348" cy="0"/>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6733" name="Line 67">
              <a:extLst>
                <a:ext uri="{FF2B5EF4-FFF2-40B4-BE49-F238E27FC236}">
                  <a16:creationId xmlns:a16="http://schemas.microsoft.com/office/drawing/2014/main" id="{BE232CC1-41B9-2C41-88FE-D7CB356467C8}"/>
                </a:ext>
              </a:extLst>
            </p:cNvPr>
            <p:cNvSpPr>
              <a:spLocks noChangeShapeType="1"/>
            </p:cNvSpPr>
            <p:nvPr/>
          </p:nvSpPr>
          <p:spPr bwMode="auto">
            <a:xfrm flipH="1" flipV="1">
              <a:off x="4656" y="2152"/>
              <a:ext cx="336" cy="192"/>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6734" name="Line 68">
              <a:extLst>
                <a:ext uri="{FF2B5EF4-FFF2-40B4-BE49-F238E27FC236}">
                  <a16:creationId xmlns:a16="http://schemas.microsoft.com/office/drawing/2014/main" id="{D57B76DE-9163-B54E-8BB7-1183B81DEFEF}"/>
                </a:ext>
              </a:extLst>
            </p:cNvPr>
            <p:cNvSpPr>
              <a:spLocks noChangeShapeType="1"/>
            </p:cNvSpPr>
            <p:nvPr/>
          </p:nvSpPr>
          <p:spPr bwMode="auto">
            <a:xfrm flipH="1">
              <a:off x="4800" y="1528"/>
              <a:ext cx="240" cy="96"/>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456735" name="Picture 69">
              <a:extLst>
                <a:ext uri="{FF2B5EF4-FFF2-40B4-BE49-F238E27FC236}">
                  <a16:creationId xmlns:a16="http://schemas.microsoft.com/office/drawing/2014/main" id="{510B1F9D-EB91-024D-9404-D35C3AD26E7D}"/>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88" y="1768"/>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6736" name="Text Box 70">
              <a:extLst>
                <a:ext uri="{FF2B5EF4-FFF2-40B4-BE49-F238E27FC236}">
                  <a16:creationId xmlns:a16="http://schemas.microsoft.com/office/drawing/2014/main" id="{A69D339F-30B0-804A-8775-471CA266C5F6}"/>
                </a:ext>
              </a:extLst>
            </p:cNvPr>
            <p:cNvSpPr txBox="1">
              <a:spLocks noChangeArrowheads="1"/>
            </p:cNvSpPr>
            <p:nvPr/>
          </p:nvSpPr>
          <p:spPr bwMode="auto">
            <a:xfrm>
              <a:off x="5284" y="1729"/>
              <a:ext cx="263"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Y</a:t>
              </a:r>
            </a:p>
          </p:txBody>
        </p:sp>
        <p:sp>
          <p:nvSpPr>
            <p:cNvPr id="456737" name="Text Box 71">
              <a:extLst>
                <a:ext uri="{FF2B5EF4-FFF2-40B4-BE49-F238E27FC236}">
                  <a16:creationId xmlns:a16="http://schemas.microsoft.com/office/drawing/2014/main" id="{1DE3B2BD-6AB7-0442-8188-F5FE02D016E9}"/>
                </a:ext>
              </a:extLst>
            </p:cNvPr>
            <p:cNvSpPr txBox="1">
              <a:spLocks noChangeArrowheads="1"/>
            </p:cNvSpPr>
            <p:nvPr/>
          </p:nvSpPr>
          <p:spPr bwMode="auto">
            <a:xfrm>
              <a:off x="4840" y="1955"/>
              <a:ext cx="739"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10.2.0.3</a:t>
              </a:r>
            </a:p>
          </p:txBody>
        </p:sp>
        <p:pic>
          <p:nvPicPr>
            <p:cNvPr id="456738" name="Picture 72">
              <a:extLst>
                <a:ext uri="{FF2B5EF4-FFF2-40B4-BE49-F238E27FC236}">
                  <a16:creationId xmlns:a16="http://schemas.microsoft.com/office/drawing/2014/main" id="{27720120-8AE9-C045-B7DF-3274ACE51C67}"/>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92" y="1336"/>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6739" name="Picture 73">
              <a:extLst>
                <a:ext uri="{FF2B5EF4-FFF2-40B4-BE49-F238E27FC236}">
                  <a16:creationId xmlns:a16="http://schemas.microsoft.com/office/drawing/2014/main" id="{3C7040A1-086F-5B44-A220-567DA3F67578}"/>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44" y="2200"/>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56723" name="Text Box 74">
            <a:extLst>
              <a:ext uri="{FF2B5EF4-FFF2-40B4-BE49-F238E27FC236}">
                <a16:creationId xmlns:a16="http://schemas.microsoft.com/office/drawing/2014/main" id="{C4FEF153-3399-3948-953F-770F3144EDD4}"/>
              </a:ext>
            </a:extLst>
          </p:cNvPr>
          <p:cNvSpPr txBox="1">
            <a:spLocks noChangeArrowheads="1"/>
          </p:cNvSpPr>
          <p:nvPr/>
        </p:nvSpPr>
        <p:spPr bwMode="auto">
          <a:xfrm>
            <a:off x="4046889" y="3747611"/>
            <a:ext cx="133882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使用隧道技术</a:t>
            </a:r>
          </a:p>
        </p:txBody>
      </p:sp>
      <p:sp>
        <p:nvSpPr>
          <p:cNvPr id="625739" name="Text Box 75">
            <a:extLst>
              <a:ext uri="{FF2B5EF4-FFF2-40B4-BE49-F238E27FC236}">
                <a16:creationId xmlns:a16="http://schemas.microsoft.com/office/drawing/2014/main" id="{DCCF31B9-6CEE-E746-85E4-1C6007F8525B}"/>
              </a:ext>
            </a:extLst>
          </p:cNvPr>
          <p:cNvSpPr txBox="1">
            <a:spLocks noChangeArrowheads="1"/>
          </p:cNvSpPr>
          <p:nvPr/>
        </p:nvSpPr>
        <p:spPr bwMode="auto">
          <a:xfrm>
            <a:off x="2059663" y="1580673"/>
            <a:ext cx="1107996" cy="369332"/>
          </a:xfrm>
          <a:prstGeom prst="rect">
            <a:avLst/>
          </a:prstGeom>
          <a:solidFill>
            <a:srgbClr val="FFFF99"/>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800">
                <a:latin typeface="Arial" panose="020B0604020202020204" pitchFamily="34" charset="0"/>
                <a:ea typeface="宋体" panose="02010600030101010101" pitchFamily="2" charset="-122"/>
                <a:cs typeface="黑体" panose="02010609060101010101" pitchFamily="49" charset="-122"/>
              </a:rPr>
              <a:t>本地地址</a:t>
            </a:r>
          </a:p>
        </p:txBody>
      </p:sp>
      <p:sp>
        <p:nvSpPr>
          <p:cNvPr id="625740" name="Text Box 76">
            <a:extLst>
              <a:ext uri="{FF2B5EF4-FFF2-40B4-BE49-F238E27FC236}">
                <a16:creationId xmlns:a16="http://schemas.microsoft.com/office/drawing/2014/main" id="{8A9BEA0B-A0E7-6D47-87FA-FEDAFBB92217}"/>
              </a:ext>
            </a:extLst>
          </p:cNvPr>
          <p:cNvSpPr txBox="1">
            <a:spLocks noChangeArrowheads="1"/>
          </p:cNvSpPr>
          <p:nvPr/>
        </p:nvSpPr>
        <p:spPr bwMode="auto">
          <a:xfrm>
            <a:off x="6155413" y="1572339"/>
            <a:ext cx="1107996" cy="369332"/>
          </a:xfrm>
          <a:prstGeom prst="rect">
            <a:avLst/>
          </a:prstGeom>
          <a:solidFill>
            <a:srgbClr val="CCFF99"/>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800">
                <a:latin typeface="Arial" panose="020B0604020202020204" pitchFamily="34" charset="0"/>
                <a:ea typeface="宋体" panose="02010600030101010101" pitchFamily="2" charset="-122"/>
              </a:rPr>
              <a:t>本地地址</a:t>
            </a:r>
          </a:p>
        </p:txBody>
      </p:sp>
      <p:sp>
        <p:nvSpPr>
          <p:cNvPr id="625741" name="Text Box 77">
            <a:extLst>
              <a:ext uri="{FF2B5EF4-FFF2-40B4-BE49-F238E27FC236}">
                <a16:creationId xmlns:a16="http://schemas.microsoft.com/office/drawing/2014/main" id="{D63EFAFC-286E-914C-8965-161FD94E96CC}"/>
              </a:ext>
            </a:extLst>
          </p:cNvPr>
          <p:cNvSpPr txBox="1">
            <a:spLocks noChangeArrowheads="1"/>
          </p:cNvSpPr>
          <p:nvPr/>
        </p:nvSpPr>
        <p:spPr bwMode="auto">
          <a:xfrm>
            <a:off x="4088488" y="1585436"/>
            <a:ext cx="1107996" cy="369332"/>
          </a:xfrm>
          <a:prstGeom prst="rect">
            <a:avLst/>
          </a:prstGeom>
          <a:solidFill>
            <a:srgbClr val="FFC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800">
                <a:latin typeface="Arial" panose="020B0604020202020204" pitchFamily="34" charset="0"/>
                <a:ea typeface="宋体" panose="02010600030101010101" pitchFamily="2" charset="-122"/>
                <a:cs typeface="黑体" panose="02010609060101010101" pitchFamily="49" charset="-122"/>
              </a:rPr>
              <a:t>全球地址</a:t>
            </a:r>
          </a:p>
        </p:txBody>
      </p:sp>
      <p:sp>
        <p:nvSpPr>
          <p:cNvPr id="456727" name="AutoShape 78">
            <a:extLst>
              <a:ext uri="{FF2B5EF4-FFF2-40B4-BE49-F238E27FC236}">
                <a16:creationId xmlns:a16="http://schemas.microsoft.com/office/drawing/2014/main" id="{063966A8-B0FA-BF43-87B7-F09C23E3E84F}"/>
              </a:ext>
            </a:extLst>
          </p:cNvPr>
          <p:cNvSpPr>
            <a:spLocks noChangeArrowheads="1"/>
          </p:cNvSpPr>
          <p:nvPr/>
        </p:nvSpPr>
        <p:spPr bwMode="auto">
          <a:xfrm>
            <a:off x="1955245" y="4298870"/>
            <a:ext cx="2645569" cy="756047"/>
          </a:xfrm>
          <a:prstGeom prst="wedgeRoundRectCallout">
            <a:avLst>
              <a:gd name="adj1" fmla="val -24394"/>
              <a:gd name="adj2" fmla="val -166065"/>
              <a:gd name="adj3" fmla="val 16667"/>
            </a:avLst>
          </a:prstGeom>
          <a:solidFill>
            <a:srgbClr val="FF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lang="zh-CN" altLang="zh-CN" sz="2100">
              <a:solidFill>
                <a:schemeClr val="tx1"/>
              </a:solidFill>
              <a:latin typeface="Tahoma" panose="020B0604030504040204" pitchFamily="34" charset="0"/>
              <a:ea typeface="黑体" panose="02010609060101010101" pitchFamily="49" charset="-122"/>
              <a:cs typeface="黑体" panose="02010609060101010101" pitchFamily="49" charset="-122"/>
            </a:endParaRPr>
          </a:p>
        </p:txBody>
      </p:sp>
      <p:sp>
        <p:nvSpPr>
          <p:cNvPr id="456728" name="Text Box 81">
            <a:extLst>
              <a:ext uri="{FF2B5EF4-FFF2-40B4-BE49-F238E27FC236}">
                <a16:creationId xmlns:a16="http://schemas.microsoft.com/office/drawing/2014/main" id="{D6AFF525-FCDF-5C4A-96CB-1E7C07169D33}"/>
              </a:ext>
            </a:extLst>
          </p:cNvPr>
          <p:cNvSpPr txBox="1">
            <a:spLocks noChangeArrowheads="1"/>
          </p:cNvSpPr>
          <p:nvPr/>
        </p:nvSpPr>
        <p:spPr bwMode="auto">
          <a:xfrm>
            <a:off x="2000345" y="4317920"/>
            <a:ext cx="2541080"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a:solidFill>
                  <a:schemeClr val="folHlink"/>
                </a:solidFill>
                <a:latin typeface="Arial" panose="020B0604020202020204" pitchFamily="34" charset="0"/>
                <a:ea typeface="宋体" panose="02010600030101010101" pitchFamily="2" charset="-122"/>
              </a:rPr>
              <a:t>网络地址 </a:t>
            </a:r>
            <a:r>
              <a:rPr lang="en-US" altLang="zh-CN" sz="2100">
                <a:solidFill>
                  <a:schemeClr val="folHlink"/>
                </a:solidFill>
                <a:latin typeface="Arial" panose="020B0604020202020204" pitchFamily="34" charset="0"/>
                <a:ea typeface="宋体" panose="02010600030101010101" pitchFamily="2" charset="-122"/>
              </a:rPr>
              <a:t>= 10.1.0.0</a:t>
            </a:r>
          </a:p>
          <a:p>
            <a:pPr algn="ctr" eaLnBrk="1" hangingPunct="1">
              <a:spcBef>
                <a:spcPct val="0"/>
              </a:spcBef>
              <a:buClrTx/>
              <a:buSzTx/>
              <a:buFontTx/>
              <a:buNone/>
            </a:pPr>
            <a:r>
              <a:rPr lang="zh-CN" altLang="en-US" sz="2100">
                <a:solidFill>
                  <a:schemeClr val="folHlink"/>
                </a:solidFill>
                <a:latin typeface="Arial" panose="020B0604020202020204" pitchFamily="34" charset="0"/>
                <a:ea typeface="宋体" panose="02010600030101010101" pitchFamily="2" charset="-122"/>
              </a:rPr>
              <a:t>（本地地址）</a:t>
            </a:r>
          </a:p>
        </p:txBody>
      </p:sp>
      <p:sp>
        <p:nvSpPr>
          <p:cNvPr id="456729" name="AutoShape 83">
            <a:extLst>
              <a:ext uri="{FF2B5EF4-FFF2-40B4-BE49-F238E27FC236}">
                <a16:creationId xmlns:a16="http://schemas.microsoft.com/office/drawing/2014/main" id="{797257D6-C6ED-7B4C-8903-3A131E51E379}"/>
              </a:ext>
            </a:extLst>
          </p:cNvPr>
          <p:cNvSpPr>
            <a:spLocks noChangeArrowheads="1"/>
          </p:cNvSpPr>
          <p:nvPr/>
        </p:nvSpPr>
        <p:spPr bwMode="auto">
          <a:xfrm>
            <a:off x="5141358" y="4298870"/>
            <a:ext cx="2645569" cy="756047"/>
          </a:xfrm>
          <a:prstGeom prst="wedgeRoundRectCallout">
            <a:avLst>
              <a:gd name="adj1" fmla="val -2116"/>
              <a:gd name="adj2" fmla="val -191574"/>
              <a:gd name="adj3" fmla="val 16667"/>
            </a:avLst>
          </a:prstGeom>
          <a:solidFill>
            <a:srgbClr val="CC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lang="zh-CN" altLang="zh-CN" sz="2100">
              <a:solidFill>
                <a:schemeClr val="tx1"/>
              </a:solidFill>
              <a:latin typeface="Tahoma" panose="020B0604030504040204" pitchFamily="34" charset="0"/>
              <a:ea typeface="黑体" panose="02010609060101010101" pitchFamily="49" charset="-122"/>
              <a:cs typeface="黑体" panose="02010609060101010101" pitchFamily="49" charset="-122"/>
            </a:endParaRPr>
          </a:p>
        </p:txBody>
      </p:sp>
      <p:sp>
        <p:nvSpPr>
          <p:cNvPr id="456730" name="Text Box 82">
            <a:extLst>
              <a:ext uri="{FF2B5EF4-FFF2-40B4-BE49-F238E27FC236}">
                <a16:creationId xmlns:a16="http://schemas.microsoft.com/office/drawing/2014/main" id="{85EA7B12-B305-F542-B943-58DE57B479D1}"/>
              </a:ext>
            </a:extLst>
          </p:cNvPr>
          <p:cNvSpPr txBox="1">
            <a:spLocks noChangeArrowheads="1"/>
          </p:cNvSpPr>
          <p:nvPr/>
        </p:nvSpPr>
        <p:spPr bwMode="auto">
          <a:xfrm>
            <a:off x="5186458" y="4314348"/>
            <a:ext cx="2541080"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a:solidFill>
                  <a:schemeClr val="folHlink"/>
                </a:solidFill>
                <a:latin typeface="Arial" panose="020B0604020202020204" pitchFamily="34" charset="0"/>
                <a:ea typeface="宋体" panose="02010600030101010101" pitchFamily="2" charset="-122"/>
              </a:rPr>
              <a:t>网络地址 </a:t>
            </a:r>
            <a:r>
              <a:rPr lang="en-US" altLang="zh-CN" sz="2100">
                <a:solidFill>
                  <a:schemeClr val="folHlink"/>
                </a:solidFill>
                <a:latin typeface="Arial" panose="020B0604020202020204" pitchFamily="34" charset="0"/>
                <a:ea typeface="宋体" panose="02010600030101010101" pitchFamily="2" charset="-122"/>
              </a:rPr>
              <a:t>= 10.2.0.0</a:t>
            </a:r>
          </a:p>
          <a:p>
            <a:pPr algn="ctr" eaLnBrk="1" hangingPunct="1">
              <a:spcBef>
                <a:spcPct val="0"/>
              </a:spcBef>
              <a:buClrTx/>
              <a:buSzTx/>
              <a:buFontTx/>
              <a:buNone/>
            </a:pPr>
            <a:r>
              <a:rPr lang="zh-CN" altLang="en-US" sz="2100">
                <a:solidFill>
                  <a:schemeClr val="folHlink"/>
                </a:solidFill>
                <a:latin typeface="Arial" panose="020B0604020202020204" pitchFamily="34" charset="0"/>
                <a:ea typeface="宋体" panose="02010600030101010101" pitchFamily="2" charset="-122"/>
              </a:rPr>
              <a:t>（本地地址）</a:t>
            </a:r>
          </a:p>
        </p:txBody>
      </p:sp>
    </p:spTree>
    <p:extLst>
      <p:ext uri="{BB962C8B-B14F-4D97-AF65-F5344CB8AC3E}">
        <p14:creationId xmlns:p14="http://schemas.microsoft.com/office/powerpoint/2010/main" val="409047616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25739"/>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nodeType="afterEffect">
                                  <p:stCondLst>
                                    <p:cond delay="500"/>
                                  </p:stCondLst>
                                  <p:childTnLst>
                                    <p:anim calcmode="discrete" valueType="str">
                                      <p:cBhvr>
                                        <p:cTn id="9" dur="1000" fill="hold"/>
                                        <p:tgtEl>
                                          <p:spTgt spid="625666"/>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3500"/>
                            </p:stCondLst>
                            <p:childTnLst>
                              <p:par>
                                <p:cTn id="11" presetID="1" presetClass="entr" presetSubtype="0" fill="hold" grpId="0" nodeType="afterEffect">
                                  <p:stCondLst>
                                    <p:cond delay="500"/>
                                  </p:stCondLst>
                                  <p:childTnLst>
                                    <p:set>
                                      <p:cBhvr>
                                        <p:cTn id="12" dur="1" fill="hold">
                                          <p:stCondLst>
                                            <p:cond delay="0"/>
                                          </p:stCondLst>
                                        </p:cTn>
                                        <p:tgtEl>
                                          <p:spTgt spid="625740"/>
                                        </p:tgtEl>
                                        <p:attrNameLst>
                                          <p:attrName>style.visibility</p:attrName>
                                        </p:attrNameLst>
                                      </p:cBhvr>
                                      <p:to>
                                        <p:strVal val="visible"/>
                                      </p:to>
                                    </p:set>
                                  </p:childTnLst>
                                </p:cTn>
                              </p:par>
                            </p:childTnLst>
                          </p:cTn>
                        </p:par>
                        <p:par>
                          <p:cTn id="13" fill="hold" nodeType="afterGroup">
                            <p:stCondLst>
                              <p:cond delay="4000"/>
                            </p:stCondLst>
                            <p:childTnLst>
                              <p:par>
                                <p:cTn id="14" presetID="35" presetClass="emph" presetSubtype="0" repeatCount="3000" fill="hold" nodeType="afterEffect">
                                  <p:stCondLst>
                                    <p:cond delay="500"/>
                                  </p:stCondLst>
                                  <p:childTnLst>
                                    <p:anim calcmode="discrete" valueType="str">
                                      <p:cBhvr>
                                        <p:cTn id="15" dur="1000" fill="hold"/>
                                        <p:tgtEl>
                                          <p:spTgt spid="625729"/>
                                        </p:tgtEl>
                                        <p:attrNameLst>
                                          <p:attrName>style.visibility</p:attrName>
                                        </p:attrNameLst>
                                      </p:cBhvr>
                                      <p:tavLst>
                                        <p:tav tm="0">
                                          <p:val>
                                            <p:strVal val="hidden"/>
                                          </p:val>
                                        </p:tav>
                                        <p:tav tm="50000">
                                          <p:val>
                                            <p:strVal val="visible"/>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625741"/>
                                        </p:tgtEl>
                                        <p:attrNameLst>
                                          <p:attrName>style.visibility</p:attrName>
                                        </p:attrNameLst>
                                      </p:cBhvr>
                                      <p:to>
                                        <p:strVal val="visible"/>
                                      </p:to>
                                    </p:set>
                                  </p:childTnLst>
                                </p:cTn>
                              </p:par>
                            </p:childTnLst>
                          </p:cTn>
                        </p:par>
                        <p:par>
                          <p:cTn id="20" fill="hold" nodeType="afterGroup">
                            <p:stCondLst>
                              <p:cond delay="0"/>
                            </p:stCondLst>
                            <p:childTnLst>
                              <p:par>
                                <p:cTn id="21" presetID="35" presetClass="emph" presetSubtype="0" repeatCount="3000" fill="hold" nodeType="afterEffect">
                                  <p:stCondLst>
                                    <p:cond delay="500"/>
                                  </p:stCondLst>
                                  <p:childTnLst>
                                    <p:anim calcmode="discrete" valueType="str">
                                      <p:cBhvr>
                                        <p:cTn id="22" dur="1000" fill="hold"/>
                                        <p:tgtEl>
                                          <p:spTgt spid="62572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5739" grpId="0" animBg="1"/>
      <p:bldP spid="625740" grpId="0" animBg="1"/>
      <p:bldP spid="625741" grpId="0" animBg="1"/>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6690" name="Group 2">
            <a:extLst>
              <a:ext uri="{FF2B5EF4-FFF2-40B4-BE49-F238E27FC236}">
                <a16:creationId xmlns:a16="http://schemas.microsoft.com/office/drawing/2014/main" id="{54B898F7-F0E4-1A44-BC1C-22294FC02919}"/>
              </a:ext>
            </a:extLst>
          </p:cNvPr>
          <p:cNvGrpSpPr>
            <a:grpSpLocks/>
          </p:cNvGrpSpPr>
          <p:nvPr/>
        </p:nvGrpSpPr>
        <p:grpSpPr bwMode="auto">
          <a:xfrm>
            <a:off x="1173000" y="1889205"/>
            <a:ext cx="1209675" cy="1341835"/>
            <a:chOff x="40" y="1384"/>
            <a:chExt cx="1016" cy="1127"/>
          </a:xfrm>
        </p:grpSpPr>
        <p:sp>
          <p:nvSpPr>
            <p:cNvPr id="458894" name="Line 3">
              <a:extLst>
                <a:ext uri="{FF2B5EF4-FFF2-40B4-BE49-F238E27FC236}">
                  <a16:creationId xmlns:a16="http://schemas.microsoft.com/office/drawing/2014/main" id="{360E3C83-9E39-4A45-86E5-CA6224057A4C}"/>
                </a:ext>
              </a:extLst>
            </p:cNvPr>
            <p:cNvSpPr>
              <a:spLocks noChangeShapeType="1"/>
            </p:cNvSpPr>
            <p:nvPr/>
          </p:nvSpPr>
          <p:spPr bwMode="auto">
            <a:xfrm flipV="1">
              <a:off x="816" y="2248"/>
              <a:ext cx="240" cy="192"/>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895" name="Line 4">
              <a:extLst>
                <a:ext uri="{FF2B5EF4-FFF2-40B4-BE49-F238E27FC236}">
                  <a16:creationId xmlns:a16="http://schemas.microsoft.com/office/drawing/2014/main" id="{14FAA73C-C2D2-2547-9D3C-17C7451771CB}"/>
                </a:ext>
              </a:extLst>
            </p:cNvPr>
            <p:cNvSpPr>
              <a:spLocks noChangeShapeType="1"/>
            </p:cNvSpPr>
            <p:nvPr/>
          </p:nvSpPr>
          <p:spPr bwMode="auto">
            <a:xfrm>
              <a:off x="624" y="1576"/>
              <a:ext cx="240" cy="144"/>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896" name="Line 5">
              <a:extLst>
                <a:ext uri="{FF2B5EF4-FFF2-40B4-BE49-F238E27FC236}">
                  <a16:creationId xmlns:a16="http://schemas.microsoft.com/office/drawing/2014/main" id="{95C75E7D-5D8B-614B-9FAD-2BFE885E7366}"/>
                </a:ext>
              </a:extLst>
            </p:cNvPr>
            <p:cNvSpPr>
              <a:spLocks noChangeShapeType="1"/>
            </p:cNvSpPr>
            <p:nvPr/>
          </p:nvSpPr>
          <p:spPr bwMode="auto">
            <a:xfrm flipV="1">
              <a:off x="432" y="1967"/>
              <a:ext cx="288" cy="0"/>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458897" name="Picture 6">
              <a:extLst>
                <a:ext uri="{FF2B5EF4-FFF2-40B4-BE49-F238E27FC236}">
                  <a16:creationId xmlns:a16="http://schemas.microsoft.com/office/drawing/2014/main" id="{3F38070A-54C9-0F47-A55A-022493D6184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6" y="1823"/>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8898" name="Text Box 7">
              <a:extLst>
                <a:ext uri="{FF2B5EF4-FFF2-40B4-BE49-F238E27FC236}">
                  <a16:creationId xmlns:a16="http://schemas.microsoft.com/office/drawing/2014/main" id="{A2E9BA1D-E56D-C842-969C-4C2E4BE7DEEB}"/>
                </a:ext>
              </a:extLst>
            </p:cNvPr>
            <p:cNvSpPr txBox="1">
              <a:spLocks noChangeArrowheads="1"/>
            </p:cNvSpPr>
            <p:nvPr/>
          </p:nvSpPr>
          <p:spPr bwMode="auto">
            <a:xfrm>
              <a:off x="113" y="1797"/>
              <a:ext cx="263"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X</a:t>
              </a:r>
            </a:p>
          </p:txBody>
        </p:sp>
        <p:sp>
          <p:nvSpPr>
            <p:cNvPr id="458899" name="Text Box 8">
              <a:extLst>
                <a:ext uri="{FF2B5EF4-FFF2-40B4-BE49-F238E27FC236}">
                  <a16:creationId xmlns:a16="http://schemas.microsoft.com/office/drawing/2014/main" id="{29BDE414-39B5-DC4D-A76B-4E5B5CD3AE0E}"/>
                </a:ext>
              </a:extLst>
            </p:cNvPr>
            <p:cNvSpPr txBox="1">
              <a:spLocks noChangeArrowheads="1"/>
            </p:cNvSpPr>
            <p:nvPr/>
          </p:nvSpPr>
          <p:spPr bwMode="auto">
            <a:xfrm>
              <a:off x="40" y="2031"/>
              <a:ext cx="739"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10.1.0.1</a:t>
              </a:r>
            </a:p>
          </p:txBody>
        </p:sp>
        <p:pic>
          <p:nvPicPr>
            <p:cNvPr id="458900" name="Picture 9">
              <a:extLst>
                <a:ext uri="{FF2B5EF4-FFF2-40B4-BE49-F238E27FC236}">
                  <a16:creationId xmlns:a16="http://schemas.microsoft.com/office/drawing/2014/main" id="{83F04041-3F23-B240-8777-7BBCA52851DC}"/>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 y="1384"/>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901" name="Picture 10">
              <a:extLst>
                <a:ext uri="{FF2B5EF4-FFF2-40B4-BE49-F238E27FC236}">
                  <a16:creationId xmlns:a16="http://schemas.microsoft.com/office/drawing/2014/main" id="{0BF2F4F6-931D-1B42-95F9-F46DCE641DF5}"/>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2" y="2296"/>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58782" name="幻灯片编号占位符 1">
            <a:extLst>
              <a:ext uri="{FF2B5EF4-FFF2-40B4-BE49-F238E27FC236}">
                <a16:creationId xmlns:a16="http://schemas.microsoft.com/office/drawing/2014/main" id="{C508145A-3674-BB49-A1E8-170717E9BD15}"/>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75A5452-A51E-8E44-A247-121616A0412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190</a:t>
            </a:fld>
            <a:endParaRPr lang="en-US" altLang="zh-CN" sz="1050" dirty="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58754" name="Rectangle 11">
            <a:extLst>
              <a:ext uri="{FF2B5EF4-FFF2-40B4-BE49-F238E27FC236}">
                <a16:creationId xmlns:a16="http://schemas.microsoft.com/office/drawing/2014/main" id="{E5C6A73F-C1EE-1C43-937A-25D36B92A08C}"/>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用隧道技术实现虚拟专用网 </a:t>
            </a:r>
          </a:p>
        </p:txBody>
      </p:sp>
      <p:grpSp>
        <p:nvGrpSpPr>
          <p:cNvPr id="458755" name="Group 12">
            <a:extLst>
              <a:ext uri="{FF2B5EF4-FFF2-40B4-BE49-F238E27FC236}">
                <a16:creationId xmlns:a16="http://schemas.microsoft.com/office/drawing/2014/main" id="{436EFF43-390A-5F4A-A4B9-D48CD6D159DE}"/>
              </a:ext>
            </a:extLst>
          </p:cNvPr>
          <p:cNvGrpSpPr>
            <a:grpSpLocks/>
          </p:cNvGrpSpPr>
          <p:nvPr/>
        </p:nvGrpSpPr>
        <p:grpSpPr bwMode="auto">
          <a:xfrm>
            <a:off x="1855229" y="2029699"/>
            <a:ext cx="1133475" cy="919163"/>
            <a:chOff x="385" y="2795"/>
            <a:chExt cx="1769" cy="816"/>
          </a:xfrm>
        </p:grpSpPr>
        <p:sp>
          <p:nvSpPr>
            <p:cNvPr id="626701" name="Oval 13">
              <a:extLst>
                <a:ext uri="{FF2B5EF4-FFF2-40B4-BE49-F238E27FC236}">
                  <a16:creationId xmlns:a16="http://schemas.microsoft.com/office/drawing/2014/main" id="{BDA327F5-5DE2-1344-A4A7-235E39EFB8E3}"/>
                </a:ext>
              </a:extLst>
            </p:cNvPr>
            <p:cNvSpPr>
              <a:spLocks noChangeArrowheads="1"/>
            </p:cNvSpPr>
            <p:nvPr/>
          </p:nvSpPr>
          <p:spPr bwMode="auto">
            <a:xfrm>
              <a:off x="1589" y="3060"/>
              <a:ext cx="554" cy="24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02" name="Oval 14">
              <a:extLst>
                <a:ext uri="{FF2B5EF4-FFF2-40B4-BE49-F238E27FC236}">
                  <a16:creationId xmlns:a16="http://schemas.microsoft.com/office/drawing/2014/main" id="{FEEF856F-AB3F-D04C-BABC-8DF9EE2786B1}"/>
                </a:ext>
              </a:extLst>
            </p:cNvPr>
            <p:cNvSpPr>
              <a:spLocks noChangeArrowheads="1"/>
            </p:cNvSpPr>
            <p:nvPr/>
          </p:nvSpPr>
          <p:spPr bwMode="auto">
            <a:xfrm>
              <a:off x="928" y="3274"/>
              <a:ext cx="885" cy="337"/>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03" name="Oval 15">
              <a:extLst>
                <a:ext uri="{FF2B5EF4-FFF2-40B4-BE49-F238E27FC236}">
                  <a16:creationId xmlns:a16="http://schemas.microsoft.com/office/drawing/2014/main" id="{30A3754D-16AD-5440-9A25-50A48857A8A3}"/>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04" name="Oval 16">
              <a:extLst>
                <a:ext uri="{FF2B5EF4-FFF2-40B4-BE49-F238E27FC236}">
                  <a16:creationId xmlns:a16="http://schemas.microsoft.com/office/drawing/2014/main" id="{D1B54493-F328-3044-B185-AAFB79D57966}"/>
                </a:ext>
              </a:extLst>
            </p:cNvPr>
            <p:cNvSpPr>
              <a:spLocks noChangeArrowheads="1"/>
            </p:cNvSpPr>
            <p:nvPr/>
          </p:nvSpPr>
          <p:spPr bwMode="auto">
            <a:xfrm>
              <a:off x="385" y="3084"/>
              <a:ext cx="385" cy="25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05" name="Oval 17">
              <a:extLst>
                <a:ext uri="{FF2B5EF4-FFF2-40B4-BE49-F238E27FC236}">
                  <a16:creationId xmlns:a16="http://schemas.microsoft.com/office/drawing/2014/main" id="{31DCE71C-DF89-9D43-B010-C27178284566}"/>
                </a:ext>
              </a:extLst>
            </p:cNvPr>
            <p:cNvSpPr>
              <a:spLocks noChangeArrowheads="1"/>
            </p:cNvSpPr>
            <p:nvPr/>
          </p:nvSpPr>
          <p:spPr bwMode="auto">
            <a:xfrm>
              <a:off x="565" y="2883"/>
              <a:ext cx="57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06" name="Oval 18">
              <a:extLst>
                <a:ext uri="{FF2B5EF4-FFF2-40B4-BE49-F238E27FC236}">
                  <a16:creationId xmlns:a16="http://schemas.microsoft.com/office/drawing/2014/main" id="{F56D4D20-46A5-624D-A8B0-EC7DE56AEDA0}"/>
                </a:ext>
              </a:extLst>
            </p:cNvPr>
            <p:cNvSpPr>
              <a:spLocks noChangeArrowheads="1"/>
            </p:cNvSpPr>
            <p:nvPr/>
          </p:nvSpPr>
          <p:spPr bwMode="auto">
            <a:xfrm>
              <a:off x="993" y="2795"/>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07" name="Oval 19">
              <a:extLst>
                <a:ext uri="{FF2B5EF4-FFF2-40B4-BE49-F238E27FC236}">
                  <a16:creationId xmlns:a16="http://schemas.microsoft.com/office/drawing/2014/main" id="{F1DDF134-5EA7-F04D-8C37-D7385AF5BFF0}"/>
                </a:ext>
              </a:extLst>
            </p:cNvPr>
            <p:cNvSpPr>
              <a:spLocks noChangeArrowheads="1"/>
            </p:cNvSpPr>
            <p:nvPr/>
          </p:nvSpPr>
          <p:spPr bwMode="auto">
            <a:xfrm>
              <a:off x="1504"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08" name="Oval 20">
              <a:extLst>
                <a:ext uri="{FF2B5EF4-FFF2-40B4-BE49-F238E27FC236}">
                  <a16:creationId xmlns:a16="http://schemas.microsoft.com/office/drawing/2014/main" id="{799624EC-F820-744C-98B0-6F459C0F1367}"/>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09" name="Oval 21">
              <a:extLst>
                <a:ext uri="{FF2B5EF4-FFF2-40B4-BE49-F238E27FC236}">
                  <a16:creationId xmlns:a16="http://schemas.microsoft.com/office/drawing/2014/main" id="{3B594F6C-A2A4-4148-BC8F-E4341A53566E}"/>
                </a:ext>
              </a:extLst>
            </p:cNvPr>
            <p:cNvSpPr>
              <a:spLocks noChangeArrowheads="1"/>
            </p:cNvSpPr>
            <p:nvPr/>
          </p:nvSpPr>
          <p:spPr bwMode="auto">
            <a:xfrm rot="1336630">
              <a:off x="1474" y="3067"/>
              <a:ext cx="556" cy="421"/>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10" name="Oval 22">
              <a:extLst>
                <a:ext uri="{FF2B5EF4-FFF2-40B4-BE49-F238E27FC236}">
                  <a16:creationId xmlns:a16="http://schemas.microsoft.com/office/drawing/2014/main" id="{8755A164-00BE-0E41-A26D-531A35A078B3}"/>
                </a:ext>
              </a:extLst>
            </p:cNvPr>
            <p:cNvSpPr>
              <a:spLocks noChangeArrowheads="1"/>
            </p:cNvSpPr>
            <p:nvPr/>
          </p:nvSpPr>
          <p:spPr bwMode="auto">
            <a:xfrm>
              <a:off x="1004" y="2811"/>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11" name="Oval 23">
              <a:extLst>
                <a:ext uri="{FF2B5EF4-FFF2-40B4-BE49-F238E27FC236}">
                  <a16:creationId xmlns:a16="http://schemas.microsoft.com/office/drawing/2014/main" id="{08AB4D67-E605-6648-B708-F161E4B3A502}"/>
                </a:ext>
              </a:extLst>
            </p:cNvPr>
            <p:cNvSpPr>
              <a:spLocks noChangeArrowheads="1"/>
            </p:cNvSpPr>
            <p:nvPr/>
          </p:nvSpPr>
          <p:spPr bwMode="auto">
            <a:xfrm>
              <a:off x="576" y="2899"/>
              <a:ext cx="576" cy="320"/>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12" name="Oval 24">
              <a:extLst>
                <a:ext uri="{FF2B5EF4-FFF2-40B4-BE49-F238E27FC236}">
                  <a16:creationId xmlns:a16="http://schemas.microsoft.com/office/drawing/2014/main" id="{95592626-01D7-A24F-8FFB-53AF5FD2B4E3}"/>
                </a:ext>
              </a:extLst>
            </p:cNvPr>
            <p:cNvSpPr>
              <a:spLocks noChangeArrowheads="1"/>
            </p:cNvSpPr>
            <p:nvPr/>
          </p:nvSpPr>
          <p:spPr bwMode="auto">
            <a:xfrm>
              <a:off x="396" y="3100"/>
              <a:ext cx="383" cy="256"/>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13" name="Oval 25">
              <a:extLst>
                <a:ext uri="{FF2B5EF4-FFF2-40B4-BE49-F238E27FC236}">
                  <a16:creationId xmlns:a16="http://schemas.microsoft.com/office/drawing/2014/main" id="{79E994D3-270C-3C40-A1F0-84C5DB616175}"/>
                </a:ext>
              </a:extLst>
            </p:cNvPr>
            <p:cNvSpPr>
              <a:spLocks noChangeArrowheads="1"/>
            </p:cNvSpPr>
            <p:nvPr/>
          </p:nvSpPr>
          <p:spPr bwMode="auto">
            <a:xfrm>
              <a:off x="1515" y="2908"/>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14" name="Oval 26">
              <a:extLst>
                <a:ext uri="{FF2B5EF4-FFF2-40B4-BE49-F238E27FC236}">
                  <a16:creationId xmlns:a16="http://schemas.microsoft.com/office/drawing/2014/main" id="{ED3DF250-68EF-1144-B2D7-1BC325FDA1E4}"/>
                </a:ext>
              </a:extLst>
            </p:cNvPr>
            <p:cNvSpPr>
              <a:spLocks noChangeArrowheads="1"/>
            </p:cNvSpPr>
            <p:nvPr/>
          </p:nvSpPr>
          <p:spPr bwMode="auto">
            <a:xfrm>
              <a:off x="1598" y="3075"/>
              <a:ext cx="556" cy="24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15" name="Oval 27">
              <a:extLst>
                <a:ext uri="{FF2B5EF4-FFF2-40B4-BE49-F238E27FC236}">
                  <a16:creationId xmlns:a16="http://schemas.microsoft.com/office/drawing/2014/main" id="{7F567B03-02DE-E747-9501-7A27F6EB6D79}"/>
                </a:ext>
              </a:extLst>
            </p:cNvPr>
            <p:cNvSpPr>
              <a:spLocks noChangeArrowheads="1"/>
            </p:cNvSpPr>
            <p:nvPr/>
          </p:nvSpPr>
          <p:spPr bwMode="auto">
            <a:xfrm>
              <a:off x="716" y="3003"/>
              <a:ext cx="1141" cy="413"/>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16" name="Oval 28">
              <a:extLst>
                <a:ext uri="{FF2B5EF4-FFF2-40B4-BE49-F238E27FC236}">
                  <a16:creationId xmlns:a16="http://schemas.microsoft.com/office/drawing/2014/main" id="{DF20718E-55FC-834D-9A6F-2086CDC984D4}"/>
                </a:ext>
              </a:extLst>
            </p:cNvPr>
            <p:cNvSpPr>
              <a:spLocks noChangeArrowheads="1"/>
            </p:cNvSpPr>
            <p:nvPr/>
          </p:nvSpPr>
          <p:spPr bwMode="auto">
            <a:xfrm>
              <a:off x="513"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58893" name="Freeform 29">
              <a:extLst>
                <a:ext uri="{FF2B5EF4-FFF2-40B4-BE49-F238E27FC236}">
                  <a16:creationId xmlns:a16="http://schemas.microsoft.com/office/drawing/2014/main" id="{774CD59B-2154-A84A-8AB6-F1BDEFC278BD}"/>
                </a:ext>
              </a:extLst>
            </p:cNvPr>
            <p:cNvSpPr>
              <a:spLocks/>
            </p:cNvSpPr>
            <p:nvPr/>
          </p:nvSpPr>
          <p:spPr bwMode="auto">
            <a:xfrm>
              <a:off x="567"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458756" name="Group 30">
            <a:extLst>
              <a:ext uri="{FF2B5EF4-FFF2-40B4-BE49-F238E27FC236}">
                <a16:creationId xmlns:a16="http://schemas.microsoft.com/office/drawing/2014/main" id="{BDC07B56-D507-EE47-AF34-BBA8561EC4FC}"/>
              </a:ext>
            </a:extLst>
          </p:cNvPr>
          <p:cNvGrpSpPr>
            <a:grpSpLocks/>
          </p:cNvGrpSpPr>
          <p:nvPr/>
        </p:nvGrpSpPr>
        <p:grpSpPr bwMode="auto">
          <a:xfrm>
            <a:off x="5796197" y="1977311"/>
            <a:ext cx="1133475" cy="919163"/>
            <a:chOff x="385" y="2795"/>
            <a:chExt cx="1769" cy="816"/>
          </a:xfrm>
        </p:grpSpPr>
        <p:sp>
          <p:nvSpPr>
            <p:cNvPr id="626719" name="Oval 31">
              <a:extLst>
                <a:ext uri="{FF2B5EF4-FFF2-40B4-BE49-F238E27FC236}">
                  <a16:creationId xmlns:a16="http://schemas.microsoft.com/office/drawing/2014/main" id="{3D6D0CD8-2F8A-C14C-8727-907780DAD93F}"/>
                </a:ext>
              </a:extLst>
            </p:cNvPr>
            <p:cNvSpPr>
              <a:spLocks noChangeArrowheads="1"/>
            </p:cNvSpPr>
            <p:nvPr/>
          </p:nvSpPr>
          <p:spPr bwMode="auto">
            <a:xfrm>
              <a:off x="1589" y="3060"/>
              <a:ext cx="554" cy="24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0" name="Oval 32">
              <a:extLst>
                <a:ext uri="{FF2B5EF4-FFF2-40B4-BE49-F238E27FC236}">
                  <a16:creationId xmlns:a16="http://schemas.microsoft.com/office/drawing/2014/main" id="{76304A5E-46BB-2B40-8A67-55A11CB6EB6E}"/>
                </a:ext>
              </a:extLst>
            </p:cNvPr>
            <p:cNvSpPr>
              <a:spLocks noChangeArrowheads="1"/>
            </p:cNvSpPr>
            <p:nvPr/>
          </p:nvSpPr>
          <p:spPr bwMode="auto">
            <a:xfrm>
              <a:off x="928" y="3274"/>
              <a:ext cx="885" cy="337"/>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1" name="Oval 33">
              <a:extLst>
                <a:ext uri="{FF2B5EF4-FFF2-40B4-BE49-F238E27FC236}">
                  <a16:creationId xmlns:a16="http://schemas.microsoft.com/office/drawing/2014/main" id="{932F97AE-F873-994F-A762-842C84CDEF62}"/>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2" name="Oval 34">
              <a:extLst>
                <a:ext uri="{FF2B5EF4-FFF2-40B4-BE49-F238E27FC236}">
                  <a16:creationId xmlns:a16="http://schemas.microsoft.com/office/drawing/2014/main" id="{4934A9A0-9421-1F4F-AE6B-8A0944BA01B3}"/>
                </a:ext>
              </a:extLst>
            </p:cNvPr>
            <p:cNvSpPr>
              <a:spLocks noChangeArrowheads="1"/>
            </p:cNvSpPr>
            <p:nvPr/>
          </p:nvSpPr>
          <p:spPr bwMode="auto">
            <a:xfrm>
              <a:off x="385" y="3084"/>
              <a:ext cx="385" cy="25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3" name="Oval 35">
              <a:extLst>
                <a:ext uri="{FF2B5EF4-FFF2-40B4-BE49-F238E27FC236}">
                  <a16:creationId xmlns:a16="http://schemas.microsoft.com/office/drawing/2014/main" id="{8F823F60-7883-0248-8401-96D4E191F2FB}"/>
                </a:ext>
              </a:extLst>
            </p:cNvPr>
            <p:cNvSpPr>
              <a:spLocks noChangeArrowheads="1"/>
            </p:cNvSpPr>
            <p:nvPr/>
          </p:nvSpPr>
          <p:spPr bwMode="auto">
            <a:xfrm>
              <a:off x="565" y="2883"/>
              <a:ext cx="57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4" name="Oval 36">
              <a:extLst>
                <a:ext uri="{FF2B5EF4-FFF2-40B4-BE49-F238E27FC236}">
                  <a16:creationId xmlns:a16="http://schemas.microsoft.com/office/drawing/2014/main" id="{DE449D77-949B-6B46-AEB7-9262D36C22EA}"/>
                </a:ext>
              </a:extLst>
            </p:cNvPr>
            <p:cNvSpPr>
              <a:spLocks noChangeArrowheads="1"/>
            </p:cNvSpPr>
            <p:nvPr/>
          </p:nvSpPr>
          <p:spPr bwMode="auto">
            <a:xfrm>
              <a:off x="993" y="2795"/>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5" name="Oval 37">
              <a:extLst>
                <a:ext uri="{FF2B5EF4-FFF2-40B4-BE49-F238E27FC236}">
                  <a16:creationId xmlns:a16="http://schemas.microsoft.com/office/drawing/2014/main" id="{D4ED63BF-B0AD-A341-A99C-3AF1626B805D}"/>
                </a:ext>
              </a:extLst>
            </p:cNvPr>
            <p:cNvSpPr>
              <a:spLocks noChangeArrowheads="1"/>
            </p:cNvSpPr>
            <p:nvPr/>
          </p:nvSpPr>
          <p:spPr bwMode="auto">
            <a:xfrm>
              <a:off x="1504"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6" name="Oval 38">
              <a:extLst>
                <a:ext uri="{FF2B5EF4-FFF2-40B4-BE49-F238E27FC236}">
                  <a16:creationId xmlns:a16="http://schemas.microsoft.com/office/drawing/2014/main" id="{75C8FC51-E7A2-CD4B-BFAF-A900725B0F54}"/>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7" name="Oval 39">
              <a:extLst>
                <a:ext uri="{FF2B5EF4-FFF2-40B4-BE49-F238E27FC236}">
                  <a16:creationId xmlns:a16="http://schemas.microsoft.com/office/drawing/2014/main" id="{B972278E-3D5F-584C-AB7C-80A204517D6B}"/>
                </a:ext>
              </a:extLst>
            </p:cNvPr>
            <p:cNvSpPr>
              <a:spLocks noChangeArrowheads="1"/>
            </p:cNvSpPr>
            <p:nvPr/>
          </p:nvSpPr>
          <p:spPr bwMode="auto">
            <a:xfrm rot="1336630">
              <a:off x="1474" y="3067"/>
              <a:ext cx="556" cy="421"/>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8" name="Oval 40">
              <a:extLst>
                <a:ext uri="{FF2B5EF4-FFF2-40B4-BE49-F238E27FC236}">
                  <a16:creationId xmlns:a16="http://schemas.microsoft.com/office/drawing/2014/main" id="{CD6F7470-B9DE-5946-B010-601750C3D289}"/>
                </a:ext>
              </a:extLst>
            </p:cNvPr>
            <p:cNvSpPr>
              <a:spLocks noChangeArrowheads="1"/>
            </p:cNvSpPr>
            <p:nvPr/>
          </p:nvSpPr>
          <p:spPr bwMode="auto">
            <a:xfrm>
              <a:off x="1004" y="2811"/>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9" name="Oval 41">
              <a:extLst>
                <a:ext uri="{FF2B5EF4-FFF2-40B4-BE49-F238E27FC236}">
                  <a16:creationId xmlns:a16="http://schemas.microsoft.com/office/drawing/2014/main" id="{F0295564-F59B-8B4F-B80B-E5B4828F382A}"/>
                </a:ext>
              </a:extLst>
            </p:cNvPr>
            <p:cNvSpPr>
              <a:spLocks noChangeArrowheads="1"/>
            </p:cNvSpPr>
            <p:nvPr/>
          </p:nvSpPr>
          <p:spPr bwMode="auto">
            <a:xfrm>
              <a:off x="576" y="2899"/>
              <a:ext cx="576" cy="320"/>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30" name="Oval 42">
              <a:extLst>
                <a:ext uri="{FF2B5EF4-FFF2-40B4-BE49-F238E27FC236}">
                  <a16:creationId xmlns:a16="http://schemas.microsoft.com/office/drawing/2014/main" id="{324C0414-87EA-7548-9F2D-CFD987ABD56E}"/>
                </a:ext>
              </a:extLst>
            </p:cNvPr>
            <p:cNvSpPr>
              <a:spLocks noChangeArrowheads="1"/>
            </p:cNvSpPr>
            <p:nvPr/>
          </p:nvSpPr>
          <p:spPr bwMode="auto">
            <a:xfrm>
              <a:off x="396" y="3100"/>
              <a:ext cx="383" cy="256"/>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31" name="Oval 43">
              <a:extLst>
                <a:ext uri="{FF2B5EF4-FFF2-40B4-BE49-F238E27FC236}">
                  <a16:creationId xmlns:a16="http://schemas.microsoft.com/office/drawing/2014/main" id="{00D558E5-5127-4245-BEE0-CFA4C21205F3}"/>
                </a:ext>
              </a:extLst>
            </p:cNvPr>
            <p:cNvSpPr>
              <a:spLocks noChangeArrowheads="1"/>
            </p:cNvSpPr>
            <p:nvPr/>
          </p:nvSpPr>
          <p:spPr bwMode="auto">
            <a:xfrm>
              <a:off x="1515" y="2908"/>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32" name="Oval 44">
              <a:extLst>
                <a:ext uri="{FF2B5EF4-FFF2-40B4-BE49-F238E27FC236}">
                  <a16:creationId xmlns:a16="http://schemas.microsoft.com/office/drawing/2014/main" id="{DD0C5FF2-075A-B042-A749-82FDBA132B74}"/>
                </a:ext>
              </a:extLst>
            </p:cNvPr>
            <p:cNvSpPr>
              <a:spLocks noChangeArrowheads="1"/>
            </p:cNvSpPr>
            <p:nvPr/>
          </p:nvSpPr>
          <p:spPr bwMode="auto">
            <a:xfrm>
              <a:off x="1598" y="3075"/>
              <a:ext cx="556" cy="24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33" name="Oval 45">
              <a:extLst>
                <a:ext uri="{FF2B5EF4-FFF2-40B4-BE49-F238E27FC236}">
                  <a16:creationId xmlns:a16="http://schemas.microsoft.com/office/drawing/2014/main" id="{8828153B-C21D-1440-B1EE-661BE39DCD2E}"/>
                </a:ext>
              </a:extLst>
            </p:cNvPr>
            <p:cNvSpPr>
              <a:spLocks noChangeArrowheads="1"/>
            </p:cNvSpPr>
            <p:nvPr/>
          </p:nvSpPr>
          <p:spPr bwMode="auto">
            <a:xfrm>
              <a:off x="716" y="3003"/>
              <a:ext cx="1141" cy="413"/>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34" name="Oval 46">
              <a:extLst>
                <a:ext uri="{FF2B5EF4-FFF2-40B4-BE49-F238E27FC236}">
                  <a16:creationId xmlns:a16="http://schemas.microsoft.com/office/drawing/2014/main" id="{3D1A1297-51B0-DB4C-AC0F-2C0E617E5B9A}"/>
                </a:ext>
              </a:extLst>
            </p:cNvPr>
            <p:cNvSpPr>
              <a:spLocks noChangeArrowheads="1"/>
            </p:cNvSpPr>
            <p:nvPr/>
          </p:nvSpPr>
          <p:spPr bwMode="auto">
            <a:xfrm>
              <a:off x="513"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58876" name="Freeform 47">
              <a:extLst>
                <a:ext uri="{FF2B5EF4-FFF2-40B4-BE49-F238E27FC236}">
                  <a16:creationId xmlns:a16="http://schemas.microsoft.com/office/drawing/2014/main" id="{B87F6810-5392-194A-A074-E321B1C0C7A8}"/>
                </a:ext>
              </a:extLst>
            </p:cNvPr>
            <p:cNvSpPr>
              <a:spLocks/>
            </p:cNvSpPr>
            <p:nvPr/>
          </p:nvSpPr>
          <p:spPr bwMode="auto">
            <a:xfrm>
              <a:off x="567"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aphicFrame>
        <p:nvGraphicFramePr>
          <p:cNvPr id="458757" name="Object 48">
            <a:extLst>
              <a:ext uri="{FF2B5EF4-FFF2-40B4-BE49-F238E27FC236}">
                <a16:creationId xmlns:a16="http://schemas.microsoft.com/office/drawing/2014/main" id="{44B51DA0-8BB9-A44F-8F77-770322F0F3AF}"/>
              </a:ext>
            </a:extLst>
          </p:cNvPr>
          <p:cNvGraphicFramePr>
            <a:graphicFrameLocks noChangeAspect="1"/>
          </p:cNvGraphicFramePr>
          <p:nvPr>
            <p:extLst>
              <p:ext uri="{D42A27DB-BD31-4B8C-83A1-F6EECF244321}">
                <p14:modId xmlns:p14="http://schemas.microsoft.com/office/powerpoint/2010/main" val="776470773"/>
              </p:ext>
            </p:extLst>
          </p:nvPr>
        </p:nvGraphicFramePr>
        <p:xfrm>
          <a:off x="3468525" y="1908255"/>
          <a:ext cx="2057400" cy="1277541"/>
        </p:xfrm>
        <a:graphic>
          <a:graphicData uri="http://schemas.openxmlformats.org/presentationml/2006/ole">
            <mc:AlternateContent xmlns:mc="http://schemas.openxmlformats.org/markup-compatibility/2006">
              <mc:Choice xmlns:v="urn:schemas-microsoft-com:vml" Requires="v">
                <p:oleObj spid="_x0000_s445456" name="VISIO" r:id="rId5" imgW="3378200" imgH="1930400" progId="Visio.Drawing.6">
                  <p:embed/>
                </p:oleObj>
              </mc:Choice>
              <mc:Fallback>
                <p:oleObj name="VISIO" r:id="rId5" imgW="3378200" imgH="1930400" progId="Visio.Drawing.6">
                  <p:embed/>
                  <p:pic>
                    <p:nvPicPr>
                      <p:cNvPr id="458757" name="Object 48">
                        <a:extLst>
                          <a:ext uri="{FF2B5EF4-FFF2-40B4-BE49-F238E27FC236}">
                            <a16:creationId xmlns:a16="http://schemas.microsoft.com/office/drawing/2014/main" id="{44B51DA0-8BB9-A44F-8F77-770322F0F3A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68525" y="1908255"/>
                        <a:ext cx="2057400" cy="12775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74997"/>
                                </a:schemeClr>
                              </a:outerShdw>
                            </a:effectLst>
                          </a14:hiddenEffects>
                        </a:ext>
                      </a:extLst>
                    </p:spPr>
                  </p:pic>
                </p:oleObj>
              </mc:Fallback>
            </mc:AlternateContent>
          </a:graphicData>
        </a:graphic>
      </p:graphicFrame>
      <p:pic>
        <p:nvPicPr>
          <p:cNvPr id="458758" name="Picture 49">
            <a:extLst>
              <a:ext uri="{FF2B5EF4-FFF2-40B4-BE49-F238E27FC236}">
                <a16:creationId xmlns:a16="http://schemas.microsoft.com/office/drawing/2014/main" id="{4696E197-D240-F240-B6C9-E4D9FA950877}"/>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587838" y="2309496"/>
            <a:ext cx="390525" cy="188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759" name="Picture 50">
            <a:extLst>
              <a:ext uri="{FF2B5EF4-FFF2-40B4-BE49-F238E27FC236}">
                <a16:creationId xmlns:a16="http://schemas.microsoft.com/office/drawing/2014/main" id="{6B6A71B7-010C-3244-A794-A4BAA1640F0F}"/>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74404" y="2310687"/>
            <a:ext cx="390525" cy="188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8760" name="Text Box 51">
            <a:extLst>
              <a:ext uri="{FF2B5EF4-FFF2-40B4-BE49-F238E27FC236}">
                <a16:creationId xmlns:a16="http://schemas.microsoft.com/office/drawing/2014/main" id="{26EDF44D-190C-4F4B-ADCC-CF36F2257E4D}"/>
              </a:ext>
            </a:extLst>
          </p:cNvPr>
          <p:cNvSpPr txBox="1">
            <a:spLocks noChangeArrowheads="1"/>
          </p:cNvSpPr>
          <p:nvPr/>
        </p:nvSpPr>
        <p:spPr bwMode="auto">
          <a:xfrm>
            <a:off x="2015963" y="2365455"/>
            <a:ext cx="73988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部门 </a:t>
            </a:r>
            <a:r>
              <a:rPr kumimoji="1" lang="en-US" altLang="zh-CN" sz="1500">
                <a:latin typeface="Arial" panose="020B0604020202020204" pitchFamily="34" charset="0"/>
                <a:ea typeface="宋体" panose="02010600030101010101" pitchFamily="2" charset="-122"/>
                <a:cs typeface="黑体" panose="02010609060101010101" pitchFamily="49" charset="-122"/>
              </a:rPr>
              <a:t>A</a:t>
            </a:r>
          </a:p>
        </p:txBody>
      </p:sp>
      <p:sp>
        <p:nvSpPr>
          <p:cNvPr id="458761" name="AutoShape 52">
            <a:extLst>
              <a:ext uri="{FF2B5EF4-FFF2-40B4-BE49-F238E27FC236}">
                <a16:creationId xmlns:a16="http://schemas.microsoft.com/office/drawing/2014/main" id="{ADDA0506-DF31-584F-AFDF-AAFD8EB1A17A}"/>
              </a:ext>
            </a:extLst>
          </p:cNvPr>
          <p:cNvSpPr>
            <a:spLocks noChangeArrowheads="1"/>
          </p:cNvSpPr>
          <p:nvPr/>
        </p:nvSpPr>
        <p:spPr bwMode="auto">
          <a:xfrm rot="16200000">
            <a:off x="4262077" y="1464748"/>
            <a:ext cx="270272" cy="1885950"/>
          </a:xfrm>
          <a:prstGeom prst="can">
            <a:avLst>
              <a:gd name="adj" fmla="val 25521"/>
            </a:avLst>
          </a:prstGeom>
          <a:gradFill rotWithShape="1">
            <a:gsLst>
              <a:gs pos="0">
                <a:srgbClr val="185E76"/>
              </a:gs>
              <a:gs pos="50000">
                <a:srgbClr val="33CCFF"/>
              </a:gs>
              <a:gs pos="100000">
                <a:srgbClr val="185E76"/>
              </a:gs>
            </a:gsLst>
            <a:lin ang="0" scaled="1"/>
          </a:gradFill>
          <a:ln w="9525">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58762" name="Text Box 53">
            <a:extLst>
              <a:ext uri="{FF2B5EF4-FFF2-40B4-BE49-F238E27FC236}">
                <a16:creationId xmlns:a16="http://schemas.microsoft.com/office/drawing/2014/main" id="{3119CFD1-0063-FC4D-B366-4D2D189BC982}"/>
              </a:ext>
            </a:extLst>
          </p:cNvPr>
          <p:cNvSpPr txBox="1">
            <a:spLocks noChangeArrowheads="1"/>
          </p:cNvSpPr>
          <p:nvPr/>
        </p:nvSpPr>
        <p:spPr bwMode="auto">
          <a:xfrm>
            <a:off x="4197188" y="2650015"/>
            <a:ext cx="76174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因特网</a:t>
            </a:r>
          </a:p>
        </p:txBody>
      </p:sp>
      <p:sp>
        <p:nvSpPr>
          <p:cNvPr id="458763" name="Text Box 54">
            <a:extLst>
              <a:ext uri="{FF2B5EF4-FFF2-40B4-BE49-F238E27FC236}">
                <a16:creationId xmlns:a16="http://schemas.microsoft.com/office/drawing/2014/main" id="{3C107FED-7F80-6043-B00A-DFBE161DD2AD}"/>
              </a:ext>
            </a:extLst>
          </p:cNvPr>
          <p:cNvSpPr txBox="1">
            <a:spLocks noChangeArrowheads="1"/>
          </p:cNvSpPr>
          <p:nvPr/>
        </p:nvSpPr>
        <p:spPr bwMode="auto">
          <a:xfrm>
            <a:off x="5958122" y="2251155"/>
            <a:ext cx="7505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部门 </a:t>
            </a:r>
            <a:r>
              <a:rPr kumimoji="1" lang="en-US" altLang="zh-CN" sz="1500">
                <a:latin typeface="Arial" panose="020B0604020202020204" pitchFamily="34" charset="0"/>
                <a:ea typeface="宋体" panose="02010600030101010101" pitchFamily="2" charset="-122"/>
                <a:cs typeface="黑体" panose="02010609060101010101" pitchFamily="49" charset="-122"/>
              </a:rPr>
              <a:t>B</a:t>
            </a:r>
          </a:p>
        </p:txBody>
      </p:sp>
      <p:sp>
        <p:nvSpPr>
          <p:cNvPr id="458764" name="Text Box 55">
            <a:extLst>
              <a:ext uri="{FF2B5EF4-FFF2-40B4-BE49-F238E27FC236}">
                <a16:creationId xmlns:a16="http://schemas.microsoft.com/office/drawing/2014/main" id="{3C802E17-D7E1-0F48-8474-9914C5DC2679}"/>
              </a:ext>
            </a:extLst>
          </p:cNvPr>
          <p:cNvSpPr txBox="1">
            <a:spLocks noChangeArrowheads="1"/>
          </p:cNvSpPr>
          <p:nvPr/>
        </p:nvSpPr>
        <p:spPr bwMode="auto">
          <a:xfrm>
            <a:off x="2942583" y="2538096"/>
            <a:ext cx="39466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458765" name="Text Box 56">
            <a:extLst>
              <a:ext uri="{FF2B5EF4-FFF2-40B4-BE49-F238E27FC236}">
                <a16:creationId xmlns:a16="http://schemas.microsoft.com/office/drawing/2014/main" id="{0ADB24BB-230F-6D4C-946B-8307B716E85B}"/>
              </a:ext>
            </a:extLst>
          </p:cNvPr>
          <p:cNvSpPr txBox="1">
            <a:spLocks noChangeArrowheads="1"/>
          </p:cNvSpPr>
          <p:nvPr/>
        </p:nvSpPr>
        <p:spPr bwMode="auto">
          <a:xfrm>
            <a:off x="5556005" y="2484517"/>
            <a:ext cx="39466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458766" name="Text Box 57">
            <a:extLst>
              <a:ext uri="{FF2B5EF4-FFF2-40B4-BE49-F238E27FC236}">
                <a16:creationId xmlns:a16="http://schemas.microsoft.com/office/drawing/2014/main" id="{40DB0A1C-3D9A-8E4D-91C1-E6D3C318D46F}"/>
              </a:ext>
            </a:extLst>
          </p:cNvPr>
          <p:cNvSpPr txBox="1">
            <a:spLocks noChangeArrowheads="1"/>
          </p:cNvSpPr>
          <p:nvPr/>
        </p:nvSpPr>
        <p:spPr bwMode="auto">
          <a:xfrm>
            <a:off x="4254338" y="1948737"/>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隧道</a:t>
            </a:r>
          </a:p>
        </p:txBody>
      </p:sp>
      <p:sp>
        <p:nvSpPr>
          <p:cNvPr id="458767" name="Line 58">
            <a:extLst>
              <a:ext uri="{FF2B5EF4-FFF2-40B4-BE49-F238E27FC236}">
                <a16:creationId xmlns:a16="http://schemas.microsoft.com/office/drawing/2014/main" id="{72FA3016-6B47-AF44-A586-5CD6B4433A38}"/>
              </a:ext>
            </a:extLst>
          </p:cNvPr>
          <p:cNvSpPr>
            <a:spLocks noChangeShapeType="1"/>
          </p:cNvSpPr>
          <p:nvPr/>
        </p:nvSpPr>
        <p:spPr bwMode="auto">
          <a:xfrm>
            <a:off x="3225638" y="2403555"/>
            <a:ext cx="285750"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768" name="Line 59">
            <a:extLst>
              <a:ext uri="{FF2B5EF4-FFF2-40B4-BE49-F238E27FC236}">
                <a16:creationId xmlns:a16="http://schemas.microsoft.com/office/drawing/2014/main" id="{D04F656A-6743-4844-A5AE-C135D65925AD}"/>
              </a:ext>
            </a:extLst>
          </p:cNvPr>
          <p:cNvSpPr>
            <a:spLocks noChangeShapeType="1"/>
          </p:cNvSpPr>
          <p:nvPr/>
        </p:nvSpPr>
        <p:spPr bwMode="auto">
          <a:xfrm>
            <a:off x="5340188" y="2403555"/>
            <a:ext cx="285750"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626748" name="Group 60">
            <a:extLst>
              <a:ext uri="{FF2B5EF4-FFF2-40B4-BE49-F238E27FC236}">
                <a16:creationId xmlns:a16="http://schemas.microsoft.com/office/drawing/2014/main" id="{8DE6CACA-E343-D645-897C-5EE6F4F173A3}"/>
              </a:ext>
            </a:extLst>
          </p:cNvPr>
          <p:cNvGrpSpPr>
            <a:grpSpLocks/>
          </p:cNvGrpSpPr>
          <p:nvPr/>
        </p:nvGrpSpPr>
        <p:grpSpPr bwMode="auto">
          <a:xfrm>
            <a:off x="2743435" y="1921353"/>
            <a:ext cx="3298031" cy="482203"/>
            <a:chOff x="1359" y="1411"/>
            <a:chExt cx="2770" cy="405"/>
          </a:xfrm>
        </p:grpSpPr>
        <p:sp>
          <p:nvSpPr>
            <p:cNvPr id="458856" name="Text Box 61">
              <a:extLst>
                <a:ext uri="{FF2B5EF4-FFF2-40B4-BE49-F238E27FC236}">
                  <a16:creationId xmlns:a16="http://schemas.microsoft.com/office/drawing/2014/main" id="{F6BB3DA4-A8DC-C04B-8F42-37750012AD26}"/>
                </a:ext>
              </a:extLst>
            </p:cNvPr>
            <p:cNvSpPr txBox="1">
              <a:spLocks noChangeArrowheads="1"/>
            </p:cNvSpPr>
            <p:nvPr/>
          </p:nvSpPr>
          <p:spPr bwMode="auto">
            <a:xfrm>
              <a:off x="1359" y="1411"/>
              <a:ext cx="83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125.1.2.3</a:t>
              </a:r>
            </a:p>
          </p:txBody>
        </p:sp>
        <p:sp>
          <p:nvSpPr>
            <p:cNvPr id="458857" name="Line 62">
              <a:extLst>
                <a:ext uri="{FF2B5EF4-FFF2-40B4-BE49-F238E27FC236}">
                  <a16:creationId xmlns:a16="http://schemas.microsoft.com/office/drawing/2014/main" id="{AF6BC966-569B-304C-B50D-8BF9F057E20C}"/>
                </a:ext>
              </a:extLst>
            </p:cNvPr>
            <p:cNvSpPr>
              <a:spLocks noChangeShapeType="1"/>
            </p:cNvSpPr>
            <p:nvPr/>
          </p:nvSpPr>
          <p:spPr bwMode="auto">
            <a:xfrm>
              <a:off x="1837" y="1616"/>
              <a:ext cx="23" cy="200"/>
            </a:xfrm>
            <a:prstGeom prst="line">
              <a:avLst/>
            </a:prstGeom>
            <a:noFill/>
            <a:ln w="381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458858" name="Text Box 63">
              <a:extLst>
                <a:ext uri="{FF2B5EF4-FFF2-40B4-BE49-F238E27FC236}">
                  <a16:creationId xmlns:a16="http://schemas.microsoft.com/office/drawing/2014/main" id="{3819EBAB-56E9-1140-82ED-140C2E64E47F}"/>
                </a:ext>
              </a:extLst>
            </p:cNvPr>
            <p:cNvSpPr txBox="1">
              <a:spLocks noChangeArrowheads="1"/>
            </p:cNvSpPr>
            <p:nvPr/>
          </p:nvSpPr>
          <p:spPr bwMode="auto">
            <a:xfrm>
              <a:off x="3299" y="1430"/>
              <a:ext cx="83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194.4.5.6</a:t>
              </a:r>
            </a:p>
          </p:txBody>
        </p:sp>
        <p:sp>
          <p:nvSpPr>
            <p:cNvPr id="458859" name="Line 64">
              <a:extLst>
                <a:ext uri="{FF2B5EF4-FFF2-40B4-BE49-F238E27FC236}">
                  <a16:creationId xmlns:a16="http://schemas.microsoft.com/office/drawing/2014/main" id="{6072A6A3-0781-F146-B20F-9FF33CA28284}"/>
                </a:ext>
              </a:extLst>
            </p:cNvPr>
            <p:cNvSpPr>
              <a:spLocks noChangeShapeType="1"/>
            </p:cNvSpPr>
            <p:nvPr/>
          </p:nvSpPr>
          <p:spPr bwMode="auto">
            <a:xfrm flipH="1">
              <a:off x="3636" y="1616"/>
              <a:ext cx="60" cy="200"/>
            </a:xfrm>
            <a:prstGeom prst="line">
              <a:avLst/>
            </a:prstGeom>
            <a:noFill/>
            <a:ln w="381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626753" name="Group 65">
            <a:extLst>
              <a:ext uri="{FF2B5EF4-FFF2-40B4-BE49-F238E27FC236}">
                <a16:creationId xmlns:a16="http://schemas.microsoft.com/office/drawing/2014/main" id="{5A02CF5A-A099-844A-A4AB-571D390F1BEB}"/>
              </a:ext>
            </a:extLst>
          </p:cNvPr>
          <p:cNvGrpSpPr>
            <a:grpSpLocks/>
          </p:cNvGrpSpPr>
          <p:nvPr/>
        </p:nvGrpSpPr>
        <p:grpSpPr bwMode="auto">
          <a:xfrm>
            <a:off x="6668930" y="1832055"/>
            <a:ext cx="1098948" cy="1284685"/>
            <a:chOff x="4656" y="1336"/>
            <a:chExt cx="923" cy="1079"/>
          </a:xfrm>
        </p:grpSpPr>
        <p:sp>
          <p:nvSpPr>
            <p:cNvPr id="458848" name="Line 66">
              <a:extLst>
                <a:ext uri="{FF2B5EF4-FFF2-40B4-BE49-F238E27FC236}">
                  <a16:creationId xmlns:a16="http://schemas.microsoft.com/office/drawing/2014/main" id="{B29B354E-C30D-3042-896A-FF0BBCA896C0}"/>
                </a:ext>
              </a:extLst>
            </p:cNvPr>
            <p:cNvSpPr>
              <a:spLocks noChangeShapeType="1"/>
            </p:cNvSpPr>
            <p:nvPr/>
          </p:nvSpPr>
          <p:spPr bwMode="auto">
            <a:xfrm flipH="1" flipV="1">
              <a:off x="4800" y="1912"/>
              <a:ext cx="348" cy="0"/>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849" name="Line 67">
              <a:extLst>
                <a:ext uri="{FF2B5EF4-FFF2-40B4-BE49-F238E27FC236}">
                  <a16:creationId xmlns:a16="http://schemas.microsoft.com/office/drawing/2014/main" id="{13749896-CF4A-614C-8BFA-E21D37CD54FC}"/>
                </a:ext>
              </a:extLst>
            </p:cNvPr>
            <p:cNvSpPr>
              <a:spLocks noChangeShapeType="1"/>
            </p:cNvSpPr>
            <p:nvPr/>
          </p:nvSpPr>
          <p:spPr bwMode="auto">
            <a:xfrm flipH="1" flipV="1">
              <a:off x="4656" y="2152"/>
              <a:ext cx="336" cy="192"/>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850" name="Line 68">
              <a:extLst>
                <a:ext uri="{FF2B5EF4-FFF2-40B4-BE49-F238E27FC236}">
                  <a16:creationId xmlns:a16="http://schemas.microsoft.com/office/drawing/2014/main" id="{5C600192-79C0-EF47-B893-A04231F642AB}"/>
                </a:ext>
              </a:extLst>
            </p:cNvPr>
            <p:cNvSpPr>
              <a:spLocks noChangeShapeType="1"/>
            </p:cNvSpPr>
            <p:nvPr/>
          </p:nvSpPr>
          <p:spPr bwMode="auto">
            <a:xfrm flipH="1">
              <a:off x="4800" y="1528"/>
              <a:ext cx="240" cy="96"/>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458851" name="Picture 69">
              <a:extLst>
                <a:ext uri="{FF2B5EF4-FFF2-40B4-BE49-F238E27FC236}">
                  <a16:creationId xmlns:a16="http://schemas.microsoft.com/office/drawing/2014/main" id="{A73CC947-D789-8947-B776-8D4CD0A9243E}"/>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88" y="1768"/>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8852" name="Text Box 70">
              <a:extLst>
                <a:ext uri="{FF2B5EF4-FFF2-40B4-BE49-F238E27FC236}">
                  <a16:creationId xmlns:a16="http://schemas.microsoft.com/office/drawing/2014/main" id="{9724A1F4-3396-C544-9E58-282B4236A6D4}"/>
                </a:ext>
              </a:extLst>
            </p:cNvPr>
            <p:cNvSpPr txBox="1">
              <a:spLocks noChangeArrowheads="1"/>
            </p:cNvSpPr>
            <p:nvPr/>
          </p:nvSpPr>
          <p:spPr bwMode="auto">
            <a:xfrm>
              <a:off x="5284" y="1729"/>
              <a:ext cx="263"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Y</a:t>
              </a:r>
            </a:p>
          </p:txBody>
        </p:sp>
        <p:sp>
          <p:nvSpPr>
            <p:cNvPr id="458853" name="Text Box 71">
              <a:extLst>
                <a:ext uri="{FF2B5EF4-FFF2-40B4-BE49-F238E27FC236}">
                  <a16:creationId xmlns:a16="http://schemas.microsoft.com/office/drawing/2014/main" id="{7C211B5D-4C59-6145-A091-C297CC7E94F4}"/>
                </a:ext>
              </a:extLst>
            </p:cNvPr>
            <p:cNvSpPr txBox="1">
              <a:spLocks noChangeArrowheads="1"/>
            </p:cNvSpPr>
            <p:nvPr/>
          </p:nvSpPr>
          <p:spPr bwMode="auto">
            <a:xfrm>
              <a:off x="4840" y="1955"/>
              <a:ext cx="739"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10.2.0.3</a:t>
              </a:r>
            </a:p>
          </p:txBody>
        </p:sp>
        <p:pic>
          <p:nvPicPr>
            <p:cNvPr id="458854" name="Picture 72">
              <a:extLst>
                <a:ext uri="{FF2B5EF4-FFF2-40B4-BE49-F238E27FC236}">
                  <a16:creationId xmlns:a16="http://schemas.microsoft.com/office/drawing/2014/main" id="{AA46A090-6F95-974A-8E60-3F8C3B17EB75}"/>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92" y="1336"/>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855" name="Picture 73">
              <a:extLst>
                <a:ext uri="{FF2B5EF4-FFF2-40B4-BE49-F238E27FC236}">
                  <a16:creationId xmlns:a16="http://schemas.microsoft.com/office/drawing/2014/main" id="{8D458A69-5261-9C4D-AB17-3DA278179AA6}"/>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44" y="2200"/>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58771" name="Text Box 74">
            <a:extLst>
              <a:ext uri="{FF2B5EF4-FFF2-40B4-BE49-F238E27FC236}">
                <a16:creationId xmlns:a16="http://schemas.microsoft.com/office/drawing/2014/main" id="{D5EBBBF3-1044-C844-AA89-BB1A3D435A88}"/>
              </a:ext>
            </a:extLst>
          </p:cNvPr>
          <p:cNvSpPr txBox="1">
            <a:spLocks noChangeArrowheads="1"/>
          </p:cNvSpPr>
          <p:nvPr/>
        </p:nvSpPr>
        <p:spPr bwMode="auto">
          <a:xfrm>
            <a:off x="3892104" y="3126265"/>
            <a:ext cx="133882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使用隧道技术</a:t>
            </a:r>
          </a:p>
        </p:txBody>
      </p:sp>
      <p:sp>
        <p:nvSpPr>
          <p:cNvPr id="458772" name="AutoShape 75">
            <a:extLst>
              <a:ext uri="{FF2B5EF4-FFF2-40B4-BE49-F238E27FC236}">
                <a16:creationId xmlns:a16="http://schemas.microsoft.com/office/drawing/2014/main" id="{39DE8A43-186B-3941-859D-B0E69003626B}"/>
              </a:ext>
            </a:extLst>
          </p:cNvPr>
          <p:cNvSpPr>
            <a:spLocks noChangeArrowheads="1"/>
          </p:cNvSpPr>
          <p:nvPr/>
        </p:nvSpPr>
        <p:spPr bwMode="auto">
          <a:xfrm>
            <a:off x="5310422" y="1555830"/>
            <a:ext cx="342900" cy="114300"/>
          </a:xfrm>
          <a:prstGeom prst="rightArrow">
            <a:avLst>
              <a:gd name="adj1" fmla="val 50000"/>
              <a:gd name="adj2" fmla="val 75000"/>
            </a:avLst>
          </a:prstGeom>
          <a:solidFill>
            <a:schemeClr val="hlink"/>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26764" name="Rectangle 76">
            <a:extLst>
              <a:ext uri="{FF2B5EF4-FFF2-40B4-BE49-F238E27FC236}">
                <a16:creationId xmlns:a16="http://schemas.microsoft.com/office/drawing/2014/main" id="{AE7CD6A1-7ED1-3447-8F13-B82F11A1D46C}"/>
              </a:ext>
            </a:extLst>
          </p:cNvPr>
          <p:cNvSpPr>
            <a:spLocks noChangeArrowheads="1"/>
          </p:cNvSpPr>
          <p:nvPr/>
        </p:nvSpPr>
        <p:spPr bwMode="auto">
          <a:xfrm>
            <a:off x="1692112" y="974806"/>
            <a:ext cx="2538413" cy="326231"/>
          </a:xfrm>
          <a:prstGeom prst="rect">
            <a:avLst/>
          </a:prstGeom>
          <a:solidFill>
            <a:srgbClr val="FFFF99"/>
          </a:solidFill>
          <a:ln w="9525">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kumimoji="1" lang="zh-CN" altLang="en-US" sz="1500">
                <a:solidFill>
                  <a:srgbClr val="333399"/>
                </a:solidFill>
                <a:latin typeface="Arial" panose="020B0604020202020204" pitchFamily="34" charset="0"/>
                <a:ea typeface="宋体" panose="02010600030101010101" pitchFamily="2" charset="-122"/>
              </a:rPr>
              <a:t>加密的从</a:t>
            </a:r>
            <a:r>
              <a:rPr kumimoji="1" lang="zh-CN" altLang="en-US" sz="900">
                <a:solidFill>
                  <a:srgbClr val="333399"/>
                </a:solidFill>
                <a:latin typeface="Arial" panose="020B0604020202020204" pitchFamily="34" charset="0"/>
                <a:ea typeface="宋体" panose="02010600030101010101" pitchFamily="2" charset="-122"/>
              </a:rPr>
              <a:t> </a:t>
            </a:r>
            <a:r>
              <a:rPr kumimoji="1" lang="en-US" altLang="zh-CN" sz="1500">
                <a:solidFill>
                  <a:srgbClr val="333399"/>
                </a:solidFill>
                <a:latin typeface="Arial" panose="020B0604020202020204" pitchFamily="34" charset="0"/>
                <a:ea typeface="宋体" panose="02010600030101010101" pitchFamily="2" charset="-122"/>
              </a:rPr>
              <a:t>X</a:t>
            </a:r>
            <a:r>
              <a:rPr kumimoji="1" lang="en-US" altLang="zh-CN" sz="750">
                <a:solidFill>
                  <a:srgbClr val="333399"/>
                </a:solidFill>
                <a:latin typeface="Arial" panose="020B0604020202020204" pitchFamily="34" charset="0"/>
                <a:ea typeface="宋体" panose="02010600030101010101" pitchFamily="2" charset="-122"/>
              </a:rPr>
              <a:t> </a:t>
            </a:r>
            <a:r>
              <a:rPr kumimoji="1" lang="zh-CN" altLang="en-US" sz="1500">
                <a:solidFill>
                  <a:srgbClr val="333399"/>
                </a:solidFill>
                <a:latin typeface="Arial" panose="020B0604020202020204" pitchFamily="34" charset="0"/>
                <a:ea typeface="宋体" panose="02010600030101010101" pitchFamily="2" charset="-122"/>
              </a:rPr>
              <a:t>到</a:t>
            </a:r>
            <a:r>
              <a:rPr kumimoji="1" lang="zh-CN" altLang="en-US" sz="750">
                <a:solidFill>
                  <a:srgbClr val="333399"/>
                </a:solidFill>
                <a:latin typeface="Arial" panose="020B0604020202020204" pitchFamily="34" charset="0"/>
                <a:ea typeface="宋体" panose="02010600030101010101" pitchFamily="2" charset="-122"/>
              </a:rPr>
              <a:t> </a:t>
            </a:r>
            <a:r>
              <a:rPr kumimoji="1" lang="en-US" altLang="zh-CN" sz="1500">
                <a:solidFill>
                  <a:srgbClr val="333399"/>
                </a:solidFill>
                <a:latin typeface="Arial" panose="020B0604020202020204" pitchFamily="34" charset="0"/>
                <a:ea typeface="宋体" panose="02010600030101010101" pitchFamily="2" charset="-122"/>
              </a:rPr>
              <a:t>Y</a:t>
            </a:r>
            <a:r>
              <a:rPr kumimoji="1" lang="en-US" altLang="zh-CN" sz="675">
                <a:solidFill>
                  <a:srgbClr val="333399"/>
                </a:solidFill>
                <a:latin typeface="Arial" panose="020B0604020202020204" pitchFamily="34" charset="0"/>
                <a:ea typeface="宋体" panose="02010600030101010101" pitchFamily="2" charset="-122"/>
              </a:rPr>
              <a:t> </a:t>
            </a:r>
            <a:r>
              <a:rPr kumimoji="1" lang="zh-CN" altLang="en-US" sz="1500">
                <a:solidFill>
                  <a:srgbClr val="333399"/>
                </a:solidFill>
                <a:latin typeface="Arial" panose="020B0604020202020204" pitchFamily="34" charset="0"/>
                <a:ea typeface="宋体" panose="02010600030101010101" pitchFamily="2" charset="-122"/>
              </a:rPr>
              <a:t>的内部数据报</a:t>
            </a:r>
          </a:p>
        </p:txBody>
      </p:sp>
      <p:sp>
        <p:nvSpPr>
          <p:cNvPr id="626765" name="Rectangle 77">
            <a:extLst>
              <a:ext uri="{FF2B5EF4-FFF2-40B4-BE49-F238E27FC236}">
                <a16:creationId xmlns:a16="http://schemas.microsoft.com/office/drawing/2014/main" id="{FF9F5504-60B3-F042-90A4-155F8138E16D}"/>
              </a:ext>
            </a:extLst>
          </p:cNvPr>
          <p:cNvSpPr>
            <a:spLocks noChangeArrowheads="1"/>
          </p:cNvSpPr>
          <p:nvPr/>
        </p:nvSpPr>
        <p:spPr bwMode="auto">
          <a:xfrm>
            <a:off x="1692112" y="1462962"/>
            <a:ext cx="2568179" cy="297656"/>
          </a:xfrm>
          <a:prstGeom prst="rect">
            <a:avLst/>
          </a:prstGeom>
          <a:solidFill>
            <a:srgbClr val="FFFF99"/>
          </a:solidFill>
          <a:ln w="9525">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kumimoji="1" lang="zh-CN" altLang="en-US" sz="1500">
                <a:solidFill>
                  <a:srgbClr val="333399"/>
                </a:solidFill>
                <a:latin typeface="Arial" panose="020B0604020202020204" pitchFamily="34" charset="0"/>
                <a:ea typeface="宋体" panose="02010600030101010101" pitchFamily="2" charset="-122"/>
              </a:rPr>
              <a:t>外部数据报的数据部分</a:t>
            </a:r>
          </a:p>
        </p:txBody>
      </p:sp>
      <p:sp>
        <p:nvSpPr>
          <p:cNvPr id="458775" name="AutoShape 78">
            <a:extLst>
              <a:ext uri="{FF2B5EF4-FFF2-40B4-BE49-F238E27FC236}">
                <a16:creationId xmlns:a16="http://schemas.microsoft.com/office/drawing/2014/main" id="{1283009F-A8F3-404F-9962-1E482C15B95B}"/>
              </a:ext>
            </a:extLst>
          </p:cNvPr>
          <p:cNvSpPr>
            <a:spLocks noChangeArrowheads="1"/>
          </p:cNvSpPr>
          <p:nvPr/>
        </p:nvSpPr>
        <p:spPr bwMode="auto">
          <a:xfrm>
            <a:off x="3582825" y="1203405"/>
            <a:ext cx="114300" cy="342900"/>
          </a:xfrm>
          <a:prstGeom prst="downArrow">
            <a:avLst>
              <a:gd name="adj1" fmla="val 50000"/>
              <a:gd name="adj2" fmla="val 75000"/>
            </a:avLst>
          </a:prstGeom>
          <a:solidFill>
            <a:schemeClr val="bg1"/>
          </a:solidFill>
          <a:ln w="9525">
            <a:solidFill>
              <a:schemeClr val="tx1"/>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58776" name="Text Box 79">
            <a:extLst>
              <a:ext uri="{FF2B5EF4-FFF2-40B4-BE49-F238E27FC236}">
                <a16:creationId xmlns:a16="http://schemas.microsoft.com/office/drawing/2014/main" id="{6B614DCB-46E6-FB43-94D7-6E315AE62072}"/>
              </a:ext>
            </a:extLst>
          </p:cNvPr>
          <p:cNvSpPr txBox="1">
            <a:spLocks noChangeArrowheads="1"/>
          </p:cNvSpPr>
          <p:nvPr/>
        </p:nvSpPr>
        <p:spPr bwMode="auto">
          <a:xfrm>
            <a:off x="5352765" y="977187"/>
            <a:ext cx="1949573" cy="507831"/>
          </a:xfrm>
          <a:prstGeom prst="rect">
            <a:avLst/>
          </a:prstGeom>
          <a:noFill/>
          <a:ln w="9525">
            <a:solidFill>
              <a:srgbClr val="333399"/>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r" eaLnBrk="1" hangingPunct="1">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源地址：</a:t>
            </a:r>
            <a:r>
              <a:rPr kumimoji="1" lang="en-US" altLang="zh-CN" sz="1500">
                <a:latin typeface="Arial" panose="020B0604020202020204" pitchFamily="34" charset="0"/>
                <a:ea typeface="宋体" panose="02010600030101010101" pitchFamily="2" charset="-122"/>
                <a:cs typeface="黑体" panose="02010609060101010101" pitchFamily="49" charset="-122"/>
              </a:rPr>
              <a:t>125.1.2.3</a:t>
            </a:r>
          </a:p>
          <a:p>
            <a:pPr algn="r" eaLnBrk="1" hangingPunct="1">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目的地址：</a:t>
            </a:r>
            <a:r>
              <a:rPr kumimoji="1" lang="en-US" altLang="zh-CN" sz="1500">
                <a:latin typeface="Arial" panose="020B0604020202020204" pitchFamily="34" charset="0"/>
                <a:ea typeface="宋体" panose="02010600030101010101" pitchFamily="2" charset="-122"/>
                <a:cs typeface="黑体" panose="02010609060101010101" pitchFamily="49" charset="-122"/>
              </a:rPr>
              <a:t>194.4.5.6</a:t>
            </a:r>
          </a:p>
        </p:txBody>
      </p:sp>
      <p:sp>
        <p:nvSpPr>
          <p:cNvPr id="458777" name="Freeform 80">
            <a:extLst>
              <a:ext uri="{FF2B5EF4-FFF2-40B4-BE49-F238E27FC236}">
                <a16:creationId xmlns:a16="http://schemas.microsoft.com/office/drawing/2014/main" id="{BA746CD4-08C1-034D-BDD4-912BB659FD89}"/>
              </a:ext>
            </a:extLst>
          </p:cNvPr>
          <p:cNvSpPr>
            <a:spLocks/>
          </p:cNvSpPr>
          <p:nvPr/>
        </p:nvSpPr>
        <p:spPr bwMode="auto">
          <a:xfrm>
            <a:off x="3792375" y="1841580"/>
            <a:ext cx="347663" cy="571500"/>
          </a:xfrm>
          <a:custGeom>
            <a:avLst/>
            <a:gdLst>
              <a:gd name="T0" fmla="*/ 0 w 292"/>
              <a:gd name="T1" fmla="*/ 0 h 584"/>
              <a:gd name="T2" fmla="*/ 2147483646 w 292"/>
              <a:gd name="T3" fmla="*/ 2147483646 h 584"/>
              <a:gd name="T4" fmla="*/ 2147483646 w 292"/>
              <a:gd name="T5" fmla="*/ 2147483646 h 584"/>
              <a:gd name="T6" fmla="*/ 2147483646 w 292"/>
              <a:gd name="T7" fmla="*/ 2147483646 h 584"/>
              <a:gd name="T8" fmla="*/ 2147483646 w 292"/>
              <a:gd name="T9" fmla="*/ 2147483646 h 584"/>
              <a:gd name="T10" fmla="*/ 2147483646 w 292"/>
              <a:gd name="T11" fmla="*/ 2147483646 h 584"/>
              <a:gd name="T12" fmla="*/ 2147483646 w 292"/>
              <a:gd name="T13" fmla="*/ 2147483646 h 58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2" h="584">
                <a:moveTo>
                  <a:pt x="0" y="0"/>
                </a:moveTo>
                <a:cubicBezTo>
                  <a:pt x="1" y="21"/>
                  <a:pt x="0" y="79"/>
                  <a:pt x="4" y="126"/>
                </a:cubicBezTo>
                <a:cubicBezTo>
                  <a:pt x="8" y="173"/>
                  <a:pt x="15" y="238"/>
                  <a:pt x="22" y="282"/>
                </a:cubicBezTo>
                <a:cubicBezTo>
                  <a:pt x="29" y="326"/>
                  <a:pt x="34" y="356"/>
                  <a:pt x="46" y="390"/>
                </a:cubicBezTo>
                <a:cubicBezTo>
                  <a:pt x="58" y="424"/>
                  <a:pt x="73" y="460"/>
                  <a:pt x="96" y="488"/>
                </a:cubicBezTo>
                <a:cubicBezTo>
                  <a:pt x="119" y="516"/>
                  <a:pt x="151" y="544"/>
                  <a:pt x="184" y="560"/>
                </a:cubicBezTo>
                <a:cubicBezTo>
                  <a:pt x="217" y="576"/>
                  <a:pt x="270" y="579"/>
                  <a:pt x="292" y="584"/>
                </a:cubicBezTo>
              </a:path>
            </a:pathLst>
          </a:custGeom>
          <a:noFill/>
          <a:ln w="76200" cmpd="sng">
            <a:solidFill>
              <a:srgbClr val="FF0000"/>
            </a:solidFill>
            <a:round/>
            <a:headEnd type="none" w="med" len="med"/>
            <a:tailEnd type="triangle" w="med" len="lg"/>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6769" name="Rectangle 81">
            <a:extLst>
              <a:ext uri="{FF2B5EF4-FFF2-40B4-BE49-F238E27FC236}">
                <a16:creationId xmlns:a16="http://schemas.microsoft.com/office/drawing/2014/main" id="{A5C1EBE2-3334-4046-B3D6-07912916AE41}"/>
              </a:ext>
            </a:extLst>
          </p:cNvPr>
          <p:cNvSpPr>
            <a:spLocks noChangeArrowheads="1"/>
          </p:cNvSpPr>
          <p:nvPr/>
        </p:nvSpPr>
        <p:spPr bwMode="auto">
          <a:xfrm>
            <a:off x="4230526" y="1462962"/>
            <a:ext cx="1079897" cy="297656"/>
          </a:xfrm>
          <a:prstGeom prst="rect">
            <a:avLst/>
          </a:prstGeom>
          <a:solidFill>
            <a:srgbClr val="FFCCFF"/>
          </a:solidFill>
          <a:ln w="9525">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kumimoji="1" lang="zh-CN" altLang="en-US" sz="1500">
                <a:solidFill>
                  <a:srgbClr val="333399"/>
                </a:solidFill>
                <a:latin typeface="Arial" panose="020B0604020202020204" pitchFamily="34" charset="0"/>
                <a:ea typeface="宋体" panose="02010600030101010101" pitchFamily="2" charset="-122"/>
              </a:rPr>
              <a:t>数据报首部</a:t>
            </a:r>
          </a:p>
        </p:txBody>
      </p:sp>
      <p:sp>
        <p:nvSpPr>
          <p:cNvPr id="458779" name="Line 82">
            <a:extLst>
              <a:ext uri="{FF2B5EF4-FFF2-40B4-BE49-F238E27FC236}">
                <a16:creationId xmlns:a16="http://schemas.microsoft.com/office/drawing/2014/main" id="{D7C8DC08-566A-6C42-9E27-A03BC94FA6B7}"/>
              </a:ext>
            </a:extLst>
          </p:cNvPr>
          <p:cNvSpPr>
            <a:spLocks noChangeShapeType="1"/>
          </p:cNvSpPr>
          <p:nvPr/>
        </p:nvSpPr>
        <p:spPr bwMode="auto">
          <a:xfrm flipH="1">
            <a:off x="5094919" y="1301036"/>
            <a:ext cx="323850" cy="215504"/>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58780" name="Line 83">
            <a:extLst>
              <a:ext uri="{FF2B5EF4-FFF2-40B4-BE49-F238E27FC236}">
                <a16:creationId xmlns:a16="http://schemas.microsoft.com/office/drawing/2014/main" id="{7902CD02-59B4-7E4A-835F-F30959DE3CA7}"/>
              </a:ext>
            </a:extLst>
          </p:cNvPr>
          <p:cNvSpPr>
            <a:spLocks noChangeShapeType="1"/>
          </p:cNvSpPr>
          <p:nvPr/>
        </p:nvSpPr>
        <p:spPr bwMode="auto">
          <a:xfrm>
            <a:off x="1692113" y="1841580"/>
            <a:ext cx="3618310" cy="0"/>
          </a:xfrm>
          <a:prstGeom prst="line">
            <a:avLst/>
          </a:prstGeom>
          <a:noFill/>
          <a:ln w="571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58781" name="Group 84">
            <a:extLst>
              <a:ext uri="{FF2B5EF4-FFF2-40B4-BE49-F238E27FC236}">
                <a16:creationId xmlns:a16="http://schemas.microsoft.com/office/drawing/2014/main" id="{0B09B921-60C2-5C4F-95D8-B0C14B1E90D5}"/>
              </a:ext>
            </a:extLst>
          </p:cNvPr>
          <p:cNvGrpSpPr>
            <a:grpSpLocks/>
          </p:cNvGrpSpPr>
          <p:nvPr/>
        </p:nvGrpSpPr>
        <p:grpSpPr bwMode="auto">
          <a:xfrm>
            <a:off x="1483860" y="3511412"/>
            <a:ext cx="6594872" cy="1543050"/>
            <a:chOff x="40" y="2872"/>
            <a:chExt cx="5539" cy="1296"/>
          </a:xfrm>
        </p:grpSpPr>
        <p:sp>
          <p:nvSpPr>
            <p:cNvPr id="458783" name="AutoShape 85">
              <a:extLst>
                <a:ext uri="{FF2B5EF4-FFF2-40B4-BE49-F238E27FC236}">
                  <a16:creationId xmlns:a16="http://schemas.microsoft.com/office/drawing/2014/main" id="{8EBF2FDC-75F6-6A40-B751-3792491D7E55}"/>
                </a:ext>
              </a:extLst>
            </p:cNvPr>
            <p:cNvSpPr>
              <a:spLocks noChangeArrowheads="1"/>
            </p:cNvSpPr>
            <p:nvPr/>
          </p:nvSpPr>
          <p:spPr bwMode="auto">
            <a:xfrm>
              <a:off x="96" y="2872"/>
              <a:ext cx="5472" cy="1296"/>
            </a:xfrm>
            <a:prstGeom prst="roundRect">
              <a:avLst>
                <a:gd name="adj" fmla="val 16667"/>
              </a:avLst>
            </a:prstGeom>
            <a:solidFill>
              <a:srgbClr val="FFCCFF"/>
            </a:solidFill>
            <a:ln w="9525" cap="rnd">
              <a:solidFill>
                <a:schemeClr val="tx1"/>
              </a:solidFill>
              <a:prstDash val="sysDot"/>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58784" name="Line 86">
              <a:extLst>
                <a:ext uri="{FF2B5EF4-FFF2-40B4-BE49-F238E27FC236}">
                  <a16:creationId xmlns:a16="http://schemas.microsoft.com/office/drawing/2014/main" id="{17F01992-38A9-2642-9C93-B54464DC3BBA}"/>
                </a:ext>
              </a:extLst>
            </p:cNvPr>
            <p:cNvSpPr>
              <a:spLocks noChangeShapeType="1"/>
            </p:cNvSpPr>
            <p:nvPr/>
          </p:nvSpPr>
          <p:spPr bwMode="auto">
            <a:xfrm>
              <a:off x="1764" y="3400"/>
              <a:ext cx="2076" cy="0"/>
            </a:xfrm>
            <a:prstGeom prst="line">
              <a:avLst/>
            </a:prstGeom>
            <a:noFill/>
            <a:ln w="3810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785" name="Line 87">
              <a:extLst>
                <a:ext uri="{FF2B5EF4-FFF2-40B4-BE49-F238E27FC236}">
                  <a16:creationId xmlns:a16="http://schemas.microsoft.com/office/drawing/2014/main" id="{C5F46392-FA37-D848-A9F2-22999807D29D}"/>
                </a:ext>
              </a:extLst>
            </p:cNvPr>
            <p:cNvSpPr>
              <a:spLocks noChangeShapeType="1"/>
            </p:cNvSpPr>
            <p:nvPr/>
          </p:nvSpPr>
          <p:spPr bwMode="auto">
            <a:xfrm flipV="1">
              <a:off x="816" y="3832"/>
              <a:ext cx="240"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786" name="Line 88">
              <a:extLst>
                <a:ext uri="{FF2B5EF4-FFF2-40B4-BE49-F238E27FC236}">
                  <a16:creationId xmlns:a16="http://schemas.microsoft.com/office/drawing/2014/main" id="{DD548F2C-CA51-A842-A262-19E8176FE9EA}"/>
                </a:ext>
              </a:extLst>
            </p:cNvPr>
            <p:cNvSpPr>
              <a:spLocks noChangeShapeType="1"/>
            </p:cNvSpPr>
            <p:nvPr/>
          </p:nvSpPr>
          <p:spPr bwMode="auto">
            <a:xfrm>
              <a:off x="624" y="3160"/>
              <a:ext cx="24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787" name="Line 89">
              <a:extLst>
                <a:ext uri="{FF2B5EF4-FFF2-40B4-BE49-F238E27FC236}">
                  <a16:creationId xmlns:a16="http://schemas.microsoft.com/office/drawing/2014/main" id="{C8133EC2-695A-CE4B-81BD-583979DC5062}"/>
                </a:ext>
              </a:extLst>
            </p:cNvPr>
            <p:cNvSpPr>
              <a:spLocks noChangeShapeType="1"/>
            </p:cNvSpPr>
            <p:nvPr/>
          </p:nvSpPr>
          <p:spPr bwMode="auto">
            <a:xfrm flipV="1">
              <a:off x="432" y="3551"/>
              <a:ext cx="28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58788" name="Group 90">
              <a:extLst>
                <a:ext uri="{FF2B5EF4-FFF2-40B4-BE49-F238E27FC236}">
                  <a16:creationId xmlns:a16="http://schemas.microsoft.com/office/drawing/2014/main" id="{651F0888-7FEB-DC4B-AA3C-10E793D6202D}"/>
                </a:ext>
              </a:extLst>
            </p:cNvPr>
            <p:cNvGrpSpPr>
              <a:grpSpLocks/>
            </p:cNvGrpSpPr>
            <p:nvPr/>
          </p:nvGrpSpPr>
          <p:grpSpPr bwMode="auto">
            <a:xfrm>
              <a:off x="657" y="3091"/>
              <a:ext cx="952" cy="772"/>
              <a:chOff x="385" y="2795"/>
              <a:chExt cx="1769" cy="816"/>
            </a:xfrm>
          </p:grpSpPr>
          <p:sp>
            <p:nvSpPr>
              <p:cNvPr id="626779" name="Oval 91">
                <a:extLst>
                  <a:ext uri="{FF2B5EF4-FFF2-40B4-BE49-F238E27FC236}">
                    <a16:creationId xmlns:a16="http://schemas.microsoft.com/office/drawing/2014/main" id="{A207CEBE-D4CD-1F4B-A197-0067E81145C5}"/>
                  </a:ext>
                </a:extLst>
              </p:cNvPr>
              <p:cNvSpPr>
                <a:spLocks noChangeArrowheads="1"/>
              </p:cNvSpPr>
              <p:nvPr/>
            </p:nvSpPr>
            <p:spPr bwMode="auto">
              <a:xfrm>
                <a:off x="1589" y="3060"/>
                <a:ext cx="554" cy="24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0" name="Oval 92">
                <a:extLst>
                  <a:ext uri="{FF2B5EF4-FFF2-40B4-BE49-F238E27FC236}">
                    <a16:creationId xmlns:a16="http://schemas.microsoft.com/office/drawing/2014/main" id="{8D6248EF-99D2-1D4B-A51C-BC422823DD3D}"/>
                  </a:ext>
                </a:extLst>
              </p:cNvPr>
              <p:cNvSpPr>
                <a:spLocks noChangeArrowheads="1"/>
              </p:cNvSpPr>
              <p:nvPr/>
            </p:nvSpPr>
            <p:spPr bwMode="auto">
              <a:xfrm>
                <a:off x="928" y="3274"/>
                <a:ext cx="885" cy="337"/>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1" name="Oval 93">
                <a:extLst>
                  <a:ext uri="{FF2B5EF4-FFF2-40B4-BE49-F238E27FC236}">
                    <a16:creationId xmlns:a16="http://schemas.microsoft.com/office/drawing/2014/main" id="{344A2755-8367-6E4F-8310-5060ADFF16F4}"/>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2" name="Oval 94">
                <a:extLst>
                  <a:ext uri="{FF2B5EF4-FFF2-40B4-BE49-F238E27FC236}">
                    <a16:creationId xmlns:a16="http://schemas.microsoft.com/office/drawing/2014/main" id="{D890EC0F-2111-1E4F-ACFB-923C4D6EA7F6}"/>
                  </a:ext>
                </a:extLst>
              </p:cNvPr>
              <p:cNvSpPr>
                <a:spLocks noChangeArrowheads="1"/>
              </p:cNvSpPr>
              <p:nvPr/>
            </p:nvSpPr>
            <p:spPr bwMode="auto">
              <a:xfrm>
                <a:off x="385" y="3084"/>
                <a:ext cx="385" cy="25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3" name="Oval 95">
                <a:extLst>
                  <a:ext uri="{FF2B5EF4-FFF2-40B4-BE49-F238E27FC236}">
                    <a16:creationId xmlns:a16="http://schemas.microsoft.com/office/drawing/2014/main" id="{A2E0EB0B-4640-9D4A-94AB-9A9A75B209FC}"/>
                  </a:ext>
                </a:extLst>
              </p:cNvPr>
              <p:cNvSpPr>
                <a:spLocks noChangeArrowheads="1"/>
              </p:cNvSpPr>
              <p:nvPr/>
            </p:nvSpPr>
            <p:spPr bwMode="auto">
              <a:xfrm>
                <a:off x="565" y="2883"/>
                <a:ext cx="57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4" name="Oval 96">
                <a:extLst>
                  <a:ext uri="{FF2B5EF4-FFF2-40B4-BE49-F238E27FC236}">
                    <a16:creationId xmlns:a16="http://schemas.microsoft.com/office/drawing/2014/main" id="{3B01EE15-7FA1-E644-B865-12724DFCC0C5}"/>
                  </a:ext>
                </a:extLst>
              </p:cNvPr>
              <p:cNvSpPr>
                <a:spLocks noChangeArrowheads="1"/>
              </p:cNvSpPr>
              <p:nvPr/>
            </p:nvSpPr>
            <p:spPr bwMode="auto">
              <a:xfrm>
                <a:off x="993" y="2795"/>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5" name="Oval 97">
                <a:extLst>
                  <a:ext uri="{FF2B5EF4-FFF2-40B4-BE49-F238E27FC236}">
                    <a16:creationId xmlns:a16="http://schemas.microsoft.com/office/drawing/2014/main" id="{40AC7B8F-AC23-B140-90B7-0BEC34A5C4C0}"/>
                  </a:ext>
                </a:extLst>
              </p:cNvPr>
              <p:cNvSpPr>
                <a:spLocks noChangeArrowheads="1"/>
              </p:cNvSpPr>
              <p:nvPr/>
            </p:nvSpPr>
            <p:spPr bwMode="auto">
              <a:xfrm>
                <a:off x="1504"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6" name="Oval 98">
                <a:extLst>
                  <a:ext uri="{FF2B5EF4-FFF2-40B4-BE49-F238E27FC236}">
                    <a16:creationId xmlns:a16="http://schemas.microsoft.com/office/drawing/2014/main" id="{45D3F896-F253-8948-8CDA-CA8F96FA5E70}"/>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7" name="Oval 99">
                <a:extLst>
                  <a:ext uri="{FF2B5EF4-FFF2-40B4-BE49-F238E27FC236}">
                    <a16:creationId xmlns:a16="http://schemas.microsoft.com/office/drawing/2014/main" id="{3A52AA27-1E63-FF44-908C-7E53FA12402E}"/>
                  </a:ext>
                </a:extLst>
              </p:cNvPr>
              <p:cNvSpPr>
                <a:spLocks noChangeArrowheads="1"/>
              </p:cNvSpPr>
              <p:nvPr/>
            </p:nvSpPr>
            <p:spPr bwMode="auto">
              <a:xfrm rot="1336630">
                <a:off x="1474" y="3067"/>
                <a:ext cx="556" cy="421"/>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8" name="Oval 100">
                <a:extLst>
                  <a:ext uri="{FF2B5EF4-FFF2-40B4-BE49-F238E27FC236}">
                    <a16:creationId xmlns:a16="http://schemas.microsoft.com/office/drawing/2014/main" id="{4DE5401C-5A00-1747-BACD-1B02A82C4A13}"/>
                  </a:ext>
                </a:extLst>
              </p:cNvPr>
              <p:cNvSpPr>
                <a:spLocks noChangeArrowheads="1"/>
              </p:cNvSpPr>
              <p:nvPr/>
            </p:nvSpPr>
            <p:spPr bwMode="auto">
              <a:xfrm>
                <a:off x="1004" y="2811"/>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9" name="Oval 101">
                <a:extLst>
                  <a:ext uri="{FF2B5EF4-FFF2-40B4-BE49-F238E27FC236}">
                    <a16:creationId xmlns:a16="http://schemas.microsoft.com/office/drawing/2014/main" id="{839767F0-F201-B341-BC90-D1ED67B3386D}"/>
                  </a:ext>
                </a:extLst>
              </p:cNvPr>
              <p:cNvSpPr>
                <a:spLocks noChangeArrowheads="1"/>
              </p:cNvSpPr>
              <p:nvPr/>
            </p:nvSpPr>
            <p:spPr bwMode="auto">
              <a:xfrm>
                <a:off x="576" y="2899"/>
                <a:ext cx="576" cy="320"/>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90" name="Oval 102">
                <a:extLst>
                  <a:ext uri="{FF2B5EF4-FFF2-40B4-BE49-F238E27FC236}">
                    <a16:creationId xmlns:a16="http://schemas.microsoft.com/office/drawing/2014/main" id="{063B2488-0F95-C74E-BA8B-930018B60943}"/>
                  </a:ext>
                </a:extLst>
              </p:cNvPr>
              <p:cNvSpPr>
                <a:spLocks noChangeArrowheads="1"/>
              </p:cNvSpPr>
              <p:nvPr/>
            </p:nvSpPr>
            <p:spPr bwMode="auto">
              <a:xfrm>
                <a:off x="396" y="3100"/>
                <a:ext cx="383" cy="256"/>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91" name="Oval 103">
                <a:extLst>
                  <a:ext uri="{FF2B5EF4-FFF2-40B4-BE49-F238E27FC236}">
                    <a16:creationId xmlns:a16="http://schemas.microsoft.com/office/drawing/2014/main" id="{0CE4614A-EA56-7749-ACF1-EFCB5352096D}"/>
                  </a:ext>
                </a:extLst>
              </p:cNvPr>
              <p:cNvSpPr>
                <a:spLocks noChangeArrowheads="1"/>
              </p:cNvSpPr>
              <p:nvPr/>
            </p:nvSpPr>
            <p:spPr bwMode="auto">
              <a:xfrm>
                <a:off x="1515" y="2908"/>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92" name="Oval 104">
                <a:extLst>
                  <a:ext uri="{FF2B5EF4-FFF2-40B4-BE49-F238E27FC236}">
                    <a16:creationId xmlns:a16="http://schemas.microsoft.com/office/drawing/2014/main" id="{2A5CF8D6-7A6A-F541-8060-DFDC2FE892F4}"/>
                  </a:ext>
                </a:extLst>
              </p:cNvPr>
              <p:cNvSpPr>
                <a:spLocks noChangeArrowheads="1"/>
              </p:cNvSpPr>
              <p:nvPr/>
            </p:nvSpPr>
            <p:spPr bwMode="auto">
              <a:xfrm>
                <a:off x="1598" y="3075"/>
                <a:ext cx="556" cy="24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93" name="Oval 105">
                <a:extLst>
                  <a:ext uri="{FF2B5EF4-FFF2-40B4-BE49-F238E27FC236}">
                    <a16:creationId xmlns:a16="http://schemas.microsoft.com/office/drawing/2014/main" id="{9895CD85-CA6A-DB41-BB48-F06CAD5063E9}"/>
                  </a:ext>
                </a:extLst>
              </p:cNvPr>
              <p:cNvSpPr>
                <a:spLocks noChangeArrowheads="1"/>
              </p:cNvSpPr>
              <p:nvPr/>
            </p:nvSpPr>
            <p:spPr bwMode="auto">
              <a:xfrm>
                <a:off x="716" y="3003"/>
                <a:ext cx="1141" cy="413"/>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94" name="Oval 106">
                <a:extLst>
                  <a:ext uri="{FF2B5EF4-FFF2-40B4-BE49-F238E27FC236}">
                    <a16:creationId xmlns:a16="http://schemas.microsoft.com/office/drawing/2014/main" id="{62B55C9B-7FCB-FC41-8386-E0EA3AE61FB9}"/>
                  </a:ext>
                </a:extLst>
              </p:cNvPr>
              <p:cNvSpPr>
                <a:spLocks noChangeArrowheads="1"/>
              </p:cNvSpPr>
              <p:nvPr/>
            </p:nvSpPr>
            <p:spPr bwMode="auto">
              <a:xfrm>
                <a:off x="513"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58847" name="Freeform 107">
                <a:extLst>
                  <a:ext uri="{FF2B5EF4-FFF2-40B4-BE49-F238E27FC236}">
                    <a16:creationId xmlns:a16="http://schemas.microsoft.com/office/drawing/2014/main" id="{A80F6CD8-B4C3-4845-AF74-915941881181}"/>
                  </a:ext>
                </a:extLst>
              </p:cNvPr>
              <p:cNvSpPr>
                <a:spLocks/>
              </p:cNvSpPr>
              <p:nvPr/>
            </p:nvSpPr>
            <p:spPr bwMode="auto">
              <a:xfrm>
                <a:off x="567"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458789" name="Line 108">
              <a:extLst>
                <a:ext uri="{FF2B5EF4-FFF2-40B4-BE49-F238E27FC236}">
                  <a16:creationId xmlns:a16="http://schemas.microsoft.com/office/drawing/2014/main" id="{4D7EC8EF-C74B-7C42-9CE5-D5D9E30C64F9}"/>
                </a:ext>
              </a:extLst>
            </p:cNvPr>
            <p:cNvSpPr>
              <a:spLocks noChangeShapeType="1"/>
            </p:cNvSpPr>
            <p:nvPr/>
          </p:nvSpPr>
          <p:spPr bwMode="auto">
            <a:xfrm flipH="1">
              <a:off x="4800" y="3112"/>
              <a:ext cx="240" cy="9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790" name="Line 109">
              <a:extLst>
                <a:ext uri="{FF2B5EF4-FFF2-40B4-BE49-F238E27FC236}">
                  <a16:creationId xmlns:a16="http://schemas.microsoft.com/office/drawing/2014/main" id="{86573DB6-7AF1-A145-9302-48CD03FF27E1}"/>
                </a:ext>
              </a:extLst>
            </p:cNvPr>
            <p:cNvSpPr>
              <a:spLocks noChangeShapeType="1"/>
            </p:cNvSpPr>
            <p:nvPr/>
          </p:nvSpPr>
          <p:spPr bwMode="auto">
            <a:xfrm flipH="1" flipV="1">
              <a:off x="4656" y="3736"/>
              <a:ext cx="33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791" name="Line 110">
              <a:extLst>
                <a:ext uri="{FF2B5EF4-FFF2-40B4-BE49-F238E27FC236}">
                  <a16:creationId xmlns:a16="http://schemas.microsoft.com/office/drawing/2014/main" id="{50A12D7C-0B47-9247-91D9-268E3E5F8B36}"/>
                </a:ext>
              </a:extLst>
            </p:cNvPr>
            <p:cNvSpPr>
              <a:spLocks noChangeShapeType="1"/>
            </p:cNvSpPr>
            <p:nvPr/>
          </p:nvSpPr>
          <p:spPr bwMode="auto">
            <a:xfrm flipH="1" flipV="1">
              <a:off x="4800" y="3496"/>
              <a:ext cx="34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58792" name="Group 111">
              <a:extLst>
                <a:ext uri="{FF2B5EF4-FFF2-40B4-BE49-F238E27FC236}">
                  <a16:creationId xmlns:a16="http://schemas.microsoft.com/office/drawing/2014/main" id="{B00BBF4D-7B26-FA49-898D-A65378222530}"/>
                </a:ext>
              </a:extLst>
            </p:cNvPr>
            <p:cNvGrpSpPr>
              <a:grpSpLocks/>
            </p:cNvGrpSpPr>
            <p:nvPr/>
          </p:nvGrpSpPr>
          <p:grpSpPr bwMode="auto">
            <a:xfrm>
              <a:off x="3969" y="3046"/>
              <a:ext cx="952" cy="772"/>
              <a:chOff x="385" y="2795"/>
              <a:chExt cx="1769" cy="816"/>
            </a:xfrm>
          </p:grpSpPr>
          <p:sp>
            <p:nvSpPr>
              <p:cNvPr id="626800" name="Oval 112">
                <a:extLst>
                  <a:ext uri="{FF2B5EF4-FFF2-40B4-BE49-F238E27FC236}">
                    <a16:creationId xmlns:a16="http://schemas.microsoft.com/office/drawing/2014/main" id="{2A0873D5-6242-F541-AF4B-EBE20082D4C5}"/>
                  </a:ext>
                </a:extLst>
              </p:cNvPr>
              <p:cNvSpPr>
                <a:spLocks noChangeArrowheads="1"/>
              </p:cNvSpPr>
              <p:nvPr/>
            </p:nvSpPr>
            <p:spPr bwMode="auto">
              <a:xfrm>
                <a:off x="1589" y="3060"/>
                <a:ext cx="554" cy="24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01" name="Oval 113">
                <a:extLst>
                  <a:ext uri="{FF2B5EF4-FFF2-40B4-BE49-F238E27FC236}">
                    <a16:creationId xmlns:a16="http://schemas.microsoft.com/office/drawing/2014/main" id="{F5E51BD3-6ED1-4843-8BFF-7618AC2B4E49}"/>
                  </a:ext>
                </a:extLst>
              </p:cNvPr>
              <p:cNvSpPr>
                <a:spLocks noChangeArrowheads="1"/>
              </p:cNvSpPr>
              <p:nvPr/>
            </p:nvSpPr>
            <p:spPr bwMode="auto">
              <a:xfrm>
                <a:off x="928" y="3274"/>
                <a:ext cx="885" cy="337"/>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02" name="Oval 114">
                <a:extLst>
                  <a:ext uri="{FF2B5EF4-FFF2-40B4-BE49-F238E27FC236}">
                    <a16:creationId xmlns:a16="http://schemas.microsoft.com/office/drawing/2014/main" id="{0311791B-E806-4241-A313-A2D98589C654}"/>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03" name="Oval 115">
                <a:extLst>
                  <a:ext uri="{FF2B5EF4-FFF2-40B4-BE49-F238E27FC236}">
                    <a16:creationId xmlns:a16="http://schemas.microsoft.com/office/drawing/2014/main" id="{B606C953-E6F5-9046-8C94-CB06ED79ED09}"/>
                  </a:ext>
                </a:extLst>
              </p:cNvPr>
              <p:cNvSpPr>
                <a:spLocks noChangeArrowheads="1"/>
              </p:cNvSpPr>
              <p:nvPr/>
            </p:nvSpPr>
            <p:spPr bwMode="auto">
              <a:xfrm>
                <a:off x="385" y="3084"/>
                <a:ext cx="385" cy="25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04" name="Oval 116">
                <a:extLst>
                  <a:ext uri="{FF2B5EF4-FFF2-40B4-BE49-F238E27FC236}">
                    <a16:creationId xmlns:a16="http://schemas.microsoft.com/office/drawing/2014/main" id="{A4A17267-DF89-BE40-8363-4072454E9A83}"/>
                  </a:ext>
                </a:extLst>
              </p:cNvPr>
              <p:cNvSpPr>
                <a:spLocks noChangeArrowheads="1"/>
              </p:cNvSpPr>
              <p:nvPr/>
            </p:nvSpPr>
            <p:spPr bwMode="auto">
              <a:xfrm>
                <a:off x="565" y="2883"/>
                <a:ext cx="57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05" name="Oval 117">
                <a:extLst>
                  <a:ext uri="{FF2B5EF4-FFF2-40B4-BE49-F238E27FC236}">
                    <a16:creationId xmlns:a16="http://schemas.microsoft.com/office/drawing/2014/main" id="{C063D332-9333-F74A-9931-7192CF414F97}"/>
                  </a:ext>
                </a:extLst>
              </p:cNvPr>
              <p:cNvSpPr>
                <a:spLocks noChangeArrowheads="1"/>
              </p:cNvSpPr>
              <p:nvPr/>
            </p:nvSpPr>
            <p:spPr bwMode="auto">
              <a:xfrm>
                <a:off x="993" y="2795"/>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06" name="Oval 118">
                <a:extLst>
                  <a:ext uri="{FF2B5EF4-FFF2-40B4-BE49-F238E27FC236}">
                    <a16:creationId xmlns:a16="http://schemas.microsoft.com/office/drawing/2014/main" id="{0F1485F6-6E57-EF43-B611-925AFDFD410E}"/>
                  </a:ext>
                </a:extLst>
              </p:cNvPr>
              <p:cNvSpPr>
                <a:spLocks noChangeArrowheads="1"/>
              </p:cNvSpPr>
              <p:nvPr/>
            </p:nvSpPr>
            <p:spPr bwMode="auto">
              <a:xfrm>
                <a:off x="1504"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07" name="Oval 119">
                <a:extLst>
                  <a:ext uri="{FF2B5EF4-FFF2-40B4-BE49-F238E27FC236}">
                    <a16:creationId xmlns:a16="http://schemas.microsoft.com/office/drawing/2014/main" id="{7DCFD4CA-2004-E44E-B48A-57DA1D3C7808}"/>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08" name="Oval 120">
                <a:extLst>
                  <a:ext uri="{FF2B5EF4-FFF2-40B4-BE49-F238E27FC236}">
                    <a16:creationId xmlns:a16="http://schemas.microsoft.com/office/drawing/2014/main" id="{1D941450-244E-994C-8A66-246D6B1DE61E}"/>
                  </a:ext>
                </a:extLst>
              </p:cNvPr>
              <p:cNvSpPr>
                <a:spLocks noChangeArrowheads="1"/>
              </p:cNvSpPr>
              <p:nvPr/>
            </p:nvSpPr>
            <p:spPr bwMode="auto">
              <a:xfrm rot="1336630">
                <a:off x="1474" y="3067"/>
                <a:ext cx="556" cy="421"/>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09" name="Oval 121">
                <a:extLst>
                  <a:ext uri="{FF2B5EF4-FFF2-40B4-BE49-F238E27FC236}">
                    <a16:creationId xmlns:a16="http://schemas.microsoft.com/office/drawing/2014/main" id="{A3E7B6C0-D07E-6345-A276-00B3F747DABA}"/>
                  </a:ext>
                </a:extLst>
              </p:cNvPr>
              <p:cNvSpPr>
                <a:spLocks noChangeArrowheads="1"/>
              </p:cNvSpPr>
              <p:nvPr/>
            </p:nvSpPr>
            <p:spPr bwMode="auto">
              <a:xfrm>
                <a:off x="1004" y="2811"/>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10" name="Oval 122">
                <a:extLst>
                  <a:ext uri="{FF2B5EF4-FFF2-40B4-BE49-F238E27FC236}">
                    <a16:creationId xmlns:a16="http://schemas.microsoft.com/office/drawing/2014/main" id="{FE515FE1-4C83-8A4F-AC83-B7CFA5C9FA15}"/>
                  </a:ext>
                </a:extLst>
              </p:cNvPr>
              <p:cNvSpPr>
                <a:spLocks noChangeArrowheads="1"/>
              </p:cNvSpPr>
              <p:nvPr/>
            </p:nvSpPr>
            <p:spPr bwMode="auto">
              <a:xfrm>
                <a:off x="576" y="2899"/>
                <a:ext cx="576" cy="320"/>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11" name="Oval 123">
                <a:extLst>
                  <a:ext uri="{FF2B5EF4-FFF2-40B4-BE49-F238E27FC236}">
                    <a16:creationId xmlns:a16="http://schemas.microsoft.com/office/drawing/2014/main" id="{A8AC7986-281C-6544-ACD7-FD2DFE1ED209}"/>
                  </a:ext>
                </a:extLst>
              </p:cNvPr>
              <p:cNvSpPr>
                <a:spLocks noChangeArrowheads="1"/>
              </p:cNvSpPr>
              <p:nvPr/>
            </p:nvSpPr>
            <p:spPr bwMode="auto">
              <a:xfrm>
                <a:off x="396" y="3100"/>
                <a:ext cx="383" cy="256"/>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12" name="Oval 124">
                <a:extLst>
                  <a:ext uri="{FF2B5EF4-FFF2-40B4-BE49-F238E27FC236}">
                    <a16:creationId xmlns:a16="http://schemas.microsoft.com/office/drawing/2014/main" id="{0A9064E5-6041-574B-B24D-3699BCE61648}"/>
                  </a:ext>
                </a:extLst>
              </p:cNvPr>
              <p:cNvSpPr>
                <a:spLocks noChangeArrowheads="1"/>
              </p:cNvSpPr>
              <p:nvPr/>
            </p:nvSpPr>
            <p:spPr bwMode="auto">
              <a:xfrm>
                <a:off x="1515" y="2908"/>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13" name="Oval 125">
                <a:extLst>
                  <a:ext uri="{FF2B5EF4-FFF2-40B4-BE49-F238E27FC236}">
                    <a16:creationId xmlns:a16="http://schemas.microsoft.com/office/drawing/2014/main" id="{20281245-172C-8445-9A5A-FF354F1F3A94}"/>
                  </a:ext>
                </a:extLst>
              </p:cNvPr>
              <p:cNvSpPr>
                <a:spLocks noChangeArrowheads="1"/>
              </p:cNvSpPr>
              <p:nvPr/>
            </p:nvSpPr>
            <p:spPr bwMode="auto">
              <a:xfrm>
                <a:off x="1598" y="3075"/>
                <a:ext cx="556" cy="24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14" name="Oval 126">
                <a:extLst>
                  <a:ext uri="{FF2B5EF4-FFF2-40B4-BE49-F238E27FC236}">
                    <a16:creationId xmlns:a16="http://schemas.microsoft.com/office/drawing/2014/main" id="{924B96C9-F66F-9648-BEF6-EC0E3BE22DFC}"/>
                  </a:ext>
                </a:extLst>
              </p:cNvPr>
              <p:cNvSpPr>
                <a:spLocks noChangeArrowheads="1"/>
              </p:cNvSpPr>
              <p:nvPr/>
            </p:nvSpPr>
            <p:spPr bwMode="auto">
              <a:xfrm>
                <a:off x="716" y="3003"/>
                <a:ext cx="1141" cy="413"/>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15" name="Oval 127">
                <a:extLst>
                  <a:ext uri="{FF2B5EF4-FFF2-40B4-BE49-F238E27FC236}">
                    <a16:creationId xmlns:a16="http://schemas.microsoft.com/office/drawing/2014/main" id="{4B4E31E3-DD7E-0143-BAA4-C153C2EF814E}"/>
                  </a:ext>
                </a:extLst>
              </p:cNvPr>
              <p:cNvSpPr>
                <a:spLocks noChangeArrowheads="1"/>
              </p:cNvSpPr>
              <p:nvPr/>
            </p:nvSpPr>
            <p:spPr bwMode="auto">
              <a:xfrm>
                <a:off x="513"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58830" name="Freeform 128">
                <a:extLst>
                  <a:ext uri="{FF2B5EF4-FFF2-40B4-BE49-F238E27FC236}">
                    <a16:creationId xmlns:a16="http://schemas.microsoft.com/office/drawing/2014/main" id="{FB91F3DB-98C6-0F4E-A53F-94594B520B1A}"/>
                  </a:ext>
                </a:extLst>
              </p:cNvPr>
              <p:cNvSpPr>
                <a:spLocks/>
              </p:cNvSpPr>
              <p:nvPr/>
            </p:nvSpPr>
            <p:spPr bwMode="auto">
              <a:xfrm>
                <a:off x="567"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pic>
          <p:nvPicPr>
            <p:cNvPr id="458793" name="Picture 129">
              <a:extLst>
                <a:ext uri="{FF2B5EF4-FFF2-40B4-BE49-F238E27FC236}">
                  <a16:creationId xmlns:a16="http://schemas.microsoft.com/office/drawing/2014/main" id="{C85E1641-142F-0A45-A7D9-D8EE8470E5AC}"/>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748" y="3321"/>
              <a:ext cx="328" cy="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794" name="Picture 130">
              <a:extLst>
                <a:ext uri="{FF2B5EF4-FFF2-40B4-BE49-F238E27FC236}">
                  <a16:creationId xmlns:a16="http://schemas.microsoft.com/office/drawing/2014/main" id="{E64BFCF2-20BD-F84A-BBA9-38B1447852B2}"/>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69" y="3322"/>
              <a:ext cx="328" cy="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795" name="Picture 131">
              <a:extLst>
                <a:ext uri="{FF2B5EF4-FFF2-40B4-BE49-F238E27FC236}">
                  <a16:creationId xmlns:a16="http://schemas.microsoft.com/office/drawing/2014/main" id="{CE3395AC-BB4B-7A43-8FA5-36E6931D3ED7}"/>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6" y="3407"/>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8796" name="Text Box 132">
              <a:extLst>
                <a:ext uri="{FF2B5EF4-FFF2-40B4-BE49-F238E27FC236}">
                  <a16:creationId xmlns:a16="http://schemas.microsoft.com/office/drawing/2014/main" id="{E1DAED5D-ACC6-2A4E-A3E0-92C7CA7307DF}"/>
                </a:ext>
              </a:extLst>
            </p:cNvPr>
            <p:cNvSpPr txBox="1">
              <a:spLocks noChangeArrowheads="1"/>
            </p:cNvSpPr>
            <p:nvPr/>
          </p:nvSpPr>
          <p:spPr bwMode="auto">
            <a:xfrm>
              <a:off x="864" y="3368"/>
              <a:ext cx="62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部门 </a:t>
              </a:r>
              <a:r>
                <a:rPr kumimoji="1" lang="en-US" altLang="zh-CN" sz="1500">
                  <a:latin typeface="Arial" panose="020B0604020202020204" pitchFamily="34" charset="0"/>
                  <a:ea typeface="宋体" panose="02010600030101010101" pitchFamily="2" charset="-122"/>
                  <a:cs typeface="黑体" panose="02010609060101010101" pitchFamily="49" charset="-122"/>
                </a:rPr>
                <a:t>A</a:t>
              </a:r>
            </a:p>
          </p:txBody>
        </p:sp>
        <p:pic>
          <p:nvPicPr>
            <p:cNvPr id="458797" name="Picture 133">
              <a:extLst>
                <a:ext uri="{FF2B5EF4-FFF2-40B4-BE49-F238E27FC236}">
                  <a16:creationId xmlns:a16="http://schemas.microsoft.com/office/drawing/2014/main" id="{ADE281EA-C708-5B4B-A993-3DDB691AD81D}"/>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88" y="3352"/>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8798" name="Text Box 134">
              <a:extLst>
                <a:ext uri="{FF2B5EF4-FFF2-40B4-BE49-F238E27FC236}">
                  <a16:creationId xmlns:a16="http://schemas.microsoft.com/office/drawing/2014/main" id="{009759BA-E9BA-E945-8656-DD7F16E8F76C}"/>
                </a:ext>
              </a:extLst>
            </p:cNvPr>
            <p:cNvSpPr txBox="1">
              <a:spLocks noChangeArrowheads="1"/>
            </p:cNvSpPr>
            <p:nvPr/>
          </p:nvSpPr>
          <p:spPr bwMode="auto">
            <a:xfrm>
              <a:off x="4224" y="3272"/>
              <a:ext cx="63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部门 </a:t>
              </a:r>
              <a:r>
                <a:rPr kumimoji="1" lang="en-US" altLang="zh-CN" sz="1500">
                  <a:latin typeface="Arial" panose="020B0604020202020204" pitchFamily="34" charset="0"/>
                  <a:ea typeface="宋体" panose="02010600030101010101" pitchFamily="2" charset="-122"/>
                  <a:cs typeface="黑体" panose="02010609060101010101" pitchFamily="49" charset="-122"/>
                </a:rPr>
                <a:t>B</a:t>
              </a:r>
            </a:p>
          </p:txBody>
        </p:sp>
        <p:sp>
          <p:nvSpPr>
            <p:cNvPr id="458799" name="Text Box 135">
              <a:extLst>
                <a:ext uri="{FF2B5EF4-FFF2-40B4-BE49-F238E27FC236}">
                  <a16:creationId xmlns:a16="http://schemas.microsoft.com/office/drawing/2014/main" id="{9F3D0E6B-1BBB-464D-879B-6D685ED5C3B4}"/>
                </a:ext>
              </a:extLst>
            </p:cNvPr>
            <p:cNvSpPr txBox="1">
              <a:spLocks noChangeArrowheads="1"/>
            </p:cNvSpPr>
            <p:nvPr/>
          </p:nvSpPr>
          <p:spPr bwMode="auto">
            <a:xfrm>
              <a:off x="309" y="3176"/>
              <a:ext cx="263"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X</a:t>
              </a:r>
            </a:p>
          </p:txBody>
        </p:sp>
        <p:sp>
          <p:nvSpPr>
            <p:cNvPr id="458800" name="Text Box 136">
              <a:extLst>
                <a:ext uri="{FF2B5EF4-FFF2-40B4-BE49-F238E27FC236}">
                  <a16:creationId xmlns:a16="http://schemas.microsoft.com/office/drawing/2014/main" id="{B20BB298-510C-934E-BB77-DB746AD9EEB1}"/>
                </a:ext>
              </a:extLst>
            </p:cNvPr>
            <p:cNvSpPr txBox="1">
              <a:spLocks noChangeArrowheads="1"/>
            </p:cNvSpPr>
            <p:nvPr/>
          </p:nvSpPr>
          <p:spPr bwMode="auto">
            <a:xfrm>
              <a:off x="5072" y="3128"/>
              <a:ext cx="263"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Y</a:t>
              </a:r>
            </a:p>
          </p:txBody>
        </p:sp>
        <p:sp>
          <p:nvSpPr>
            <p:cNvPr id="458801" name="Text Box 137">
              <a:extLst>
                <a:ext uri="{FF2B5EF4-FFF2-40B4-BE49-F238E27FC236}">
                  <a16:creationId xmlns:a16="http://schemas.microsoft.com/office/drawing/2014/main" id="{84EBF1E7-40B4-914A-824A-2F81A7CDDD8B}"/>
                </a:ext>
              </a:extLst>
            </p:cNvPr>
            <p:cNvSpPr txBox="1">
              <a:spLocks noChangeArrowheads="1"/>
            </p:cNvSpPr>
            <p:nvPr/>
          </p:nvSpPr>
          <p:spPr bwMode="auto">
            <a:xfrm>
              <a:off x="1494" y="3132"/>
              <a:ext cx="33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458802" name="Text Box 138">
              <a:extLst>
                <a:ext uri="{FF2B5EF4-FFF2-40B4-BE49-F238E27FC236}">
                  <a16:creationId xmlns:a16="http://schemas.microsoft.com/office/drawing/2014/main" id="{EEC74826-FB22-274A-82E2-C969053E5660}"/>
                </a:ext>
              </a:extLst>
            </p:cNvPr>
            <p:cNvSpPr txBox="1">
              <a:spLocks noChangeArrowheads="1"/>
            </p:cNvSpPr>
            <p:nvPr/>
          </p:nvSpPr>
          <p:spPr bwMode="auto">
            <a:xfrm>
              <a:off x="3786" y="3084"/>
              <a:ext cx="33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458803" name="Text Box 139">
              <a:extLst>
                <a:ext uri="{FF2B5EF4-FFF2-40B4-BE49-F238E27FC236}">
                  <a16:creationId xmlns:a16="http://schemas.microsoft.com/office/drawing/2014/main" id="{B90EACE7-4B28-3C42-AF7C-BF8ABA1C8642}"/>
                </a:ext>
              </a:extLst>
            </p:cNvPr>
            <p:cNvSpPr txBox="1">
              <a:spLocks noChangeArrowheads="1"/>
            </p:cNvSpPr>
            <p:nvPr/>
          </p:nvSpPr>
          <p:spPr bwMode="auto">
            <a:xfrm>
              <a:off x="1359" y="2888"/>
              <a:ext cx="83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125.1.2.3</a:t>
              </a:r>
            </a:p>
          </p:txBody>
        </p:sp>
        <p:sp>
          <p:nvSpPr>
            <p:cNvPr id="458804" name="Line 140">
              <a:extLst>
                <a:ext uri="{FF2B5EF4-FFF2-40B4-BE49-F238E27FC236}">
                  <a16:creationId xmlns:a16="http://schemas.microsoft.com/office/drawing/2014/main" id="{96346F3F-B573-224C-BD8C-66029E5319A7}"/>
                </a:ext>
              </a:extLst>
            </p:cNvPr>
            <p:cNvSpPr>
              <a:spLocks noChangeShapeType="1"/>
            </p:cNvSpPr>
            <p:nvPr/>
          </p:nvSpPr>
          <p:spPr bwMode="auto">
            <a:xfrm>
              <a:off x="1812" y="3112"/>
              <a:ext cx="48" cy="288"/>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58805" name="Text Box 141">
              <a:extLst>
                <a:ext uri="{FF2B5EF4-FFF2-40B4-BE49-F238E27FC236}">
                  <a16:creationId xmlns:a16="http://schemas.microsoft.com/office/drawing/2014/main" id="{18A48BCB-9C88-624D-8DA6-F9761024313C}"/>
                </a:ext>
              </a:extLst>
            </p:cNvPr>
            <p:cNvSpPr txBox="1">
              <a:spLocks noChangeArrowheads="1"/>
            </p:cNvSpPr>
            <p:nvPr/>
          </p:nvSpPr>
          <p:spPr bwMode="auto">
            <a:xfrm>
              <a:off x="3135" y="2892"/>
              <a:ext cx="83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194.4.5.6</a:t>
              </a:r>
            </a:p>
          </p:txBody>
        </p:sp>
        <p:sp>
          <p:nvSpPr>
            <p:cNvPr id="458806" name="Line 142">
              <a:extLst>
                <a:ext uri="{FF2B5EF4-FFF2-40B4-BE49-F238E27FC236}">
                  <a16:creationId xmlns:a16="http://schemas.microsoft.com/office/drawing/2014/main" id="{631EB5A5-295F-C644-ADAB-7082A410B80F}"/>
                </a:ext>
              </a:extLst>
            </p:cNvPr>
            <p:cNvSpPr>
              <a:spLocks noChangeShapeType="1"/>
            </p:cNvSpPr>
            <p:nvPr/>
          </p:nvSpPr>
          <p:spPr bwMode="auto">
            <a:xfrm>
              <a:off x="3588" y="3112"/>
              <a:ext cx="48" cy="288"/>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58807" name="Text Box 143">
              <a:extLst>
                <a:ext uri="{FF2B5EF4-FFF2-40B4-BE49-F238E27FC236}">
                  <a16:creationId xmlns:a16="http://schemas.microsoft.com/office/drawing/2014/main" id="{5034F43E-8B3D-9B40-A5BD-6F0290C7986A}"/>
                </a:ext>
              </a:extLst>
            </p:cNvPr>
            <p:cNvSpPr txBox="1">
              <a:spLocks noChangeArrowheads="1"/>
            </p:cNvSpPr>
            <p:nvPr/>
          </p:nvSpPr>
          <p:spPr bwMode="auto">
            <a:xfrm>
              <a:off x="40" y="3615"/>
              <a:ext cx="739"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10.1.0.1</a:t>
              </a:r>
            </a:p>
          </p:txBody>
        </p:sp>
        <p:sp>
          <p:nvSpPr>
            <p:cNvPr id="458808" name="Text Box 144">
              <a:extLst>
                <a:ext uri="{FF2B5EF4-FFF2-40B4-BE49-F238E27FC236}">
                  <a16:creationId xmlns:a16="http://schemas.microsoft.com/office/drawing/2014/main" id="{D8DF5D33-DF5E-D248-A9A4-15304F0443D3}"/>
                </a:ext>
              </a:extLst>
            </p:cNvPr>
            <p:cNvSpPr txBox="1">
              <a:spLocks noChangeArrowheads="1"/>
            </p:cNvSpPr>
            <p:nvPr/>
          </p:nvSpPr>
          <p:spPr bwMode="auto">
            <a:xfrm>
              <a:off x="4840" y="3512"/>
              <a:ext cx="739"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10.2.0.3</a:t>
              </a:r>
            </a:p>
          </p:txBody>
        </p:sp>
        <p:pic>
          <p:nvPicPr>
            <p:cNvPr id="458809" name="Picture 145">
              <a:extLst>
                <a:ext uri="{FF2B5EF4-FFF2-40B4-BE49-F238E27FC236}">
                  <a16:creationId xmlns:a16="http://schemas.microsoft.com/office/drawing/2014/main" id="{83166764-ABBC-D24A-8D63-537B0BDDE58B}"/>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 y="2968"/>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810" name="Picture 146">
              <a:extLst>
                <a:ext uri="{FF2B5EF4-FFF2-40B4-BE49-F238E27FC236}">
                  <a16:creationId xmlns:a16="http://schemas.microsoft.com/office/drawing/2014/main" id="{ABC478E1-85FD-4945-A3B5-EFAE84223E38}"/>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2" y="3880"/>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811" name="Picture 147">
              <a:extLst>
                <a:ext uri="{FF2B5EF4-FFF2-40B4-BE49-F238E27FC236}">
                  <a16:creationId xmlns:a16="http://schemas.microsoft.com/office/drawing/2014/main" id="{FCDB9FE3-D3B9-4046-A764-7E68E5AF1065}"/>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92" y="2920"/>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812" name="Picture 148">
              <a:extLst>
                <a:ext uri="{FF2B5EF4-FFF2-40B4-BE49-F238E27FC236}">
                  <a16:creationId xmlns:a16="http://schemas.microsoft.com/office/drawing/2014/main" id="{4D63FA4F-42F0-634C-B789-78090064B469}"/>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44" y="3784"/>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8813" name="Text Box 149">
              <a:extLst>
                <a:ext uri="{FF2B5EF4-FFF2-40B4-BE49-F238E27FC236}">
                  <a16:creationId xmlns:a16="http://schemas.microsoft.com/office/drawing/2014/main" id="{F5C2653C-2A6D-B34C-B942-9C5D4953004C}"/>
                </a:ext>
              </a:extLst>
            </p:cNvPr>
            <p:cNvSpPr txBox="1">
              <a:spLocks noChangeArrowheads="1"/>
            </p:cNvSpPr>
            <p:nvPr/>
          </p:nvSpPr>
          <p:spPr bwMode="auto">
            <a:xfrm>
              <a:off x="2156" y="3848"/>
              <a:ext cx="134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虚拟专用网 </a:t>
              </a:r>
              <a:r>
                <a:rPr kumimoji="1" lang="en-US" altLang="zh-CN" sz="1500">
                  <a:latin typeface="Arial" panose="020B0604020202020204" pitchFamily="34" charset="0"/>
                  <a:ea typeface="宋体" panose="02010600030101010101" pitchFamily="2" charset="-122"/>
                  <a:cs typeface="黑体" panose="02010609060101010101" pitchFamily="49" charset="-122"/>
                </a:rPr>
                <a:t>VPN</a:t>
              </a:r>
            </a:p>
          </p:txBody>
        </p:sp>
      </p:grpSp>
    </p:spTree>
    <p:extLst>
      <p:ext uri="{BB962C8B-B14F-4D97-AF65-F5344CB8AC3E}">
        <p14:creationId xmlns:p14="http://schemas.microsoft.com/office/powerpoint/2010/main" val="269221494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nodeType="afterEffect">
                                  <p:stCondLst>
                                    <p:cond delay="500"/>
                                  </p:stCondLst>
                                  <p:childTnLst>
                                    <p:anim calcmode="discrete" valueType="str">
                                      <p:cBhvr>
                                        <p:cTn id="6" dur="1000" fill="hold"/>
                                        <p:tgtEl>
                                          <p:spTgt spid="626690"/>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500"/>
                            </p:stCondLst>
                            <p:childTnLst>
                              <p:par>
                                <p:cTn id="8" presetID="35" presetClass="emph" presetSubtype="0" repeatCount="3000" fill="hold" nodeType="afterEffect">
                                  <p:stCondLst>
                                    <p:cond delay="500"/>
                                  </p:stCondLst>
                                  <p:childTnLst>
                                    <p:anim calcmode="discrete" valueType="str">
                                      <p:cBhvr>
                                        <p:cTn id="9" dur="1000" fill="hold"/>
                                        <p:tgtEl>
                                          <p:spTgt spid="626753"/>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7000"/>
                            </p:stCondLst>
                            <p:childTnLst>
                              <p:par>
                                <p:cTn id="11" presetID="35" presetClass="emph" presetSubtype="0" repeatCount="3000" fill="hold" nodeType="afterEffect">
                                  <p:stCondLst>
                                    <p:cond delay="500"/>
                                  </p:stCondLst>
                                  <p:childTnLst>
                                    <p:anim calcmode="discrete" valueType="str">
                                      <p:cBhvr>
                                        <p:cTn id="12" dur="1000" fill="hold"/>
                                        <p:tgtEl>
                                          <p:spTgt spid="62674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01" name="Rectangle 2">
            <a:extLst>
              <a:ext uri="{FF2B5EF4-FFF2-40B4-BE49-F238E27FC236}">
                <a16:creationId xmlns:a16="http://schemas.microsoft.com/office/drawing/2014/main" id="{BDD3C437-34E6-524F-AF4C-1AFF2FB52E0E}"/>
              </a:ext>
            </a:extLst>
          </p:cNvPr>
          <p:cNvSpPr>
            <a:spLocks noGrp="1" noChangeArrowheads="1"/>
          </p:cNvSpPr>
          <p:nvPr>
            <p:ph type="title"/>
          </p:nvPr>
        </p:nvSpPr>
        <p:spPr>
          <a:xfrm>
            <a:off x="160020" y="290104"/>
            <a:ext cx="8983980" cy="576263"/>
          </a:xfrm>
        </p:spPr>
        <p:txBody>
          <a:bodyPr/>
          <a:lstStyle/>
          <a:p>
            <a:pPr eaLnBrk="1" hangingPunct="1"/>
            <a:r>
              <a:rPr lang="zh-CN" altLang="en-US" sz="2800" dirty="0">
                <a:ea typeface="宋体" panose="02010600030101010101" pitchFamily="2" charset="-122"/>
              </a:rPr>
              <a:t>内联网 </a:t>
            </a:r>
            <a:r>
              <a:rPr lang="en-US" altLang="zh-CN" sz="2800" dirty="0">
                <a:ea typeface="宋体" panose="02010600030101010101" pitchFamily="2" charset="-122"/>
              </a:rPr>
              <a:t>intranet </a:t>
            </a:r>
            <a:r>
              <a:rPr lang="zh-CN" altLang="en-US" sz="2800" dirty="0">
                <a:ea typeface="宋体" panose="02010600030101010101" pitchFamily="2" charset="-122"/>
              </a:rPr>
              <a:t>和外联网 </a:t>
            </a:r>
            <a:r>
              <a:rPr lang="en-US" altLang="zh-CN" sz="2800" dirty="0">
                <a:ea typeface="宋体" panose="02010600030101010101" pitchFamily="2" charset="-122"/>
              </a:rPr>
              <a:t>extranet</a:t>
            </a:r>
            <a:r>
              <a:rPr lang="zh-CN" altLang="en-US" sz="2800" dirty="0">
                <a:ea typeface="宋体" panose="02010600030101010101" pitchFamily="2" charset="-122"/>
              </a:rPr>
              <a:t>（都是基于 </a:t>
            </a:r>
            <a:r>
              <a:rPr lang="en-US" altLang="zh-CN" sz="2800" dirty="0">
                <a:ea typeface="宋体" panose="02010600030101010101" pitchFamily="2" charset="-122"/>
              </a:rPr>
              <a:t>TCP/IP </a:t>
            </a:r>
            <a:r>
              <a:rPr lang="zh-CN" altLang="en-US" sz="2800" dirty="0">
                <a:ea typeface="宋体" panose="02010600030101010101" pitchFamily="2" charset="-122"/>
              </a:rPr>
              <a:t>协议）</a:t>
            </a:r>
            <a:r>
              <a:rPr lang="zh-CN" altLang="en-US" dirty="0">
                <a:ea typeface="宋体" panose="02010600030101010101" pitchFamily="2" charset="-122"/>
              </a:rPr>
              <a:t> </a:t>
            </a:r>
            <a:r>
              <a:rPr lang="zh-CN" altLang="en-US" sz="2800" dirty="0">
                <a:ea typeface="宋体" panose="02010600030101010101" pitchFamily="2" charset="-122"/>
              </a:rPr>
              <a:t> </a:t>
            </a:r>
          </a:p>
        </p:txBody>
      </p:sp>
      <p:sp>
        <p:nvSpPr>
          <p:cNvPr id="460802" name="Rectangle 3">
            <a:extLst>
              <a:ext uri="{FF2B5EF4-FFF2-40B4-BE49-F238E27FC236}">
                <a16:creationId xmlns:a16="http://schemas.microsoft.com/office/drawing/2014/main" id="{847A4716-E72F-F147-92EE-AE96B465011D}"/>
              </a:ext>
            </a:extLst>
          </p:cNvPr>
          <p:cNvSpPr>
            <a:spLocks noGrp="1" noChangeArrowheads="1"/>
          </p:cNvSpPr>
          <p:nvPr>
            <p:ph type="body" idx="1"/>
          </p:nvPr>
        </p:nvSpPr>
        <p:spPr>
          <a:xfrm>
            <a:off x="285750" y="1026319"/>
            <a:ext cx="8652510" cy="2400300"/>
          </a:xfrm>
        </p:spPr>
        <p:txBody>
          <a:bodyPr/>
          <a:lstStyle/>
          <a:p>
            <a:pPr eaLnBrk="1" hangingPunct="1"/>
            <a:r>
              <a:rPr lang="zh-CN" altLang="en-US" dirty="0">
                <a:ea typeface="宋体" panose="02010600030101010101" pitchFamily="2" charset="-122"/>
              </a:rPr>
              <a:t>由部门 </a:t>
            </a:r>
            <a:r>
              <a:rPr lang="en-US" altLang="zh-CN" dirty="0">
                <a:ea typeface="宋体" panose="02010600030101010101" pitchFamily="2" charset="-122"/>
              </a:rPr>
              <a:t>A </a:t>
            </a:r>
            <a:r>
              <a:rPr lang="zh-CN" altLang="en-US" dirty="0">
                <a:ea typeface="宋体" panose="02010600030101010101" pitchFamily="2" charset="-122"/>
              </a:rPr>
              <a:t>和 </a:t>
            </a:r>
            <a:r>
              <a:rPr lang="en-US" altLang="zh-CN" dirty="0">
                <a:ea typeface="宋体" panose="02010600030101010101" pitchFamily="2" charset="-122"/>
              </a:rPr>
              <a:t>B </a:t>
            </a:r>
            <a:r>
              <a:rPr lang="zh-CN" altLang="en-US" dirty="0">
                <a:ea typeface="宋体" panose="02010600030101010101" pitchFamily="2" charset="-122"/>
              </a:rPr>
              <a:t>的内部网络所构成的虚拟专用网 </a:t>
            </a:r>
            <a:r>
              <a:rPr lang="en-US" altLang="zh-CN" dirty="0">
                <a:ea typeface="宋体" panose="02010600030101010101" pitchFamily="2" charset="-122"/>
              </a:rPr>
              <a:t>VPN </a:t>
            </a:r>
            <a:r>
              <a:rPr lang="zh-CN" altLang="en-US" dirty="0">
                <a:ea typeface="宋体" panose="02010600030101010101" pitchFamily="2" charset="-122"/>
              </a:rPr>
              <a:t>又称为</a:t>
            </a:r>
            <a:r>
              <a:rPr lang="zh-CN" altLang="en-US" dirty="0">
                <a:solidFill>
                  <a:srgbClr val="FF0000"/>
                </a:solidFill>
                <a:ea typeface="宋体" panose="02010600030101010101" pitchFamily="2" charset="-122"/>
              </a:rPr>
              <a:t>内联网</a:t>
            </a:r>
            <a:r>
              <a:rPr lang="en-US" altLang="zh-CN" dirty="0">
                <a:ea typeface="宋体" panose="02010600030101010101" pitchFamily="2" charset="-122"/>
              </a:rPr>
              <a:t>(intranet)</a:t>
            </a:r>
            <a:r>
              <a:rPr lang="zh-CN" altLang="en-US" dirty="0">
                <a:ea typeface="宋体" panose="02010600030101010101" pitchFamily="2" charset="-122"/>
              </a:rPr>
              <a:t>，表示部门 </a:t>
            </a:r>
            <a:r>
              <a:rPr lang="en-US" altLang="zh-CN" dirty="0">
                <a:ea typeface="宋体" panose="02010600030101010101" pitchFamily="2" charset="-122"/>
              </a:rPr>
              <a:t>A </a:t>
            </a:r>
            <a:r>
              <a:rPr lang="zh-CN" altLang="en-US" dirty="0">
                <a:ea typeface="宋体" panose="02010600030101010101" pitchFamily="2" charset="-122"/>
              </a:rPr>
              <a:t>和 </a:t>
            </a:r>
            <a:r>
              <a:rPr lang="en-US" altLang="zh-CN" dirty="0">
                <a:ea typeface="宋体" panose="02010600030101010101" pitchFamily="2" charset="-122"/>
              </a:rPr>
              <a:t>B </a:t>
            </a:r>
            <a:r>
              <a:rPr lang="zh-CN" altLang="en-US" dirty="0">
                <a:ea typeface="宋体" panose="02010600030101010101" pitchFamily="2" charset="-122"/>
              </a:rPr>
              <a:t>都是在</a:t>
            </a:r>
            <a:r>
              <a:rPr lang="zh-CN" altLang="en-US" dirty="0">
                <a:solidFill>
                  <a:schemeClr val="hlink"/>
                </a:solidFill>
                <a:ea typeface="宋体" panose="02010600030101010101" pitchFamily="2" charset="-122"/>
              </a:rPr>
              <a:t>同一个</a:t>
            </a:r>
            <a:r>
              <a:rPr lang="zh-CN" altLang="en-US" dirty="0">
                <a:ea typeface="宋体" panose="02010600030101010101" pitchFamily="2" charset="-122"/>
              </a:rPr>
              <a:t>机构的内部。</a:t>
            </a:r>
          </a:p>
          <a:p>
            <a:pPr eaLnBrk="1" hangingPunct="1"/>
            <a:r>
              <a:rPr lang="zh-CN" altLang="en-US" dirty="0">
                <a:ea typeface="宋体" panose="02010600030101010101" pitchFamily="2" charset="-122"/>
              </a:rPr>
              <a:t>一个机构和某些</a:t>
            </a:r>
            <a:r>
              <a:rPr lang="zh-CN" altLang="en-US" dirty="0">
                <a:solidFill>
                  <a:schemeClr val="hlink"/>
                </a:solidFill>
                <a:ea typeface="宋体" panose="02010600030101010101" pitchFamily="2" charset="-122"/>
              </a:rPr>
              <a:t>外部机构</a:t>
            </a:r>
            <a:r>
              <a:rPr lang="zh-CN" altLang="en-US" dirty="0">
                <a:ea typeface="宋体" panose="02010600030101010101" pitchFamily="2" charset="-122"/>
              </a:rPr>
              <a:t>共同建立的虚拟专用网 </a:t>
            </a:r>
            <a:r>
              <a:rPr lang="en-US" altLang="zh-CN" dirty="0">
                <a:ea typeface="宋体" panose="02010600030101010101" pitchFamily="2" charset="-122"/>
              </a:rPr>
              <a:t>VPN </a:t>
            </a:r>
            <a:r>
              <a:rPr lang="zh-CN" altLang="en-US" dirty="0">
                <a:ea typeface="宋体" panose="02010600030101010101" pitchFamily="2" charset="-122"/>
              </a:rPr>
              <a:t>又称为</a:t>
            </a:r>
            <a:r>
              <a:rPr lang="zh-CN" altLang="en-US" dirty="0">
                <a:solidFill>
                  <a:schemeClr val="hlink"/>
                </a:solidFill>
                <a:ea typeface="宋体" panose="02010600030101010101" pitchFamily="2" charset="-122"/>
              </a:rPr>
              <a:t>外联网</a:t>
            </a:r>
            <a:r>
              <a:rPr lang="en-US" altLang="zh-CN" dirty="0">
                <a:ea typeface="宋体" panose="02010600030101010101" pitchFamily="2" charset="-122"/>
              </a:rPr>
              <a:t>(extranet)</a:t>
            </a:r>
            <a:r>
              <a:rPr lang="zh-CN" altLang="en-US" dirty="0">
                <a:ea typeface="宋体" panose="02010600030101010101" pitchFamily="2" charset="-122"/>
              </a:rPr>
              <a:t>。</a:t>
            </a:r>
            <a:r>
              <a:rPr lang="zh-CN" altLang="en-US" sz="2800" dirty="0">
                <a:latin typeface="Times New Roman" panose="02020603050405020304" pitchFamily="18" charset="0"/>
                <a:ea typeface="宋体" panose="02010600030101010101" pitchFamily="2" charset="-122"/>
              </a:rPr>
              <a:t> </a:t>
            </a:r>
            <a:r>
              <a:rPr lang="zh-CN" altLang="en-US" dirty="0">
                <a:ea typeface="宋体" panose="02010600030101010101" pitchFamily="2" charset="-122"/>
              </a:rPr>
              <a:t> </a:t>
            </a:r>
          </a:p>
        </p:txBody>
      </p:sp>
      <p:grpSp>
        <p:nvGrpSpPr>
          <p:cNvPr id="460803" name="Group 4">
            <a:extLst>
              <a:ext uri="{FF2B5EF4-FFF2-40B4-BE49-F238E27FC236}">
                <a16:creationId xmlns:a16="http://schemas.microsoft.com/office/drawing/2014/main" id="{D388C8DE-3479-D347-8D50-A9524C5BDD79}"/>
              </a:ext>
            </a:extLst>
          </p:cNvPr>
          <p:cNvGrpSpPr>
            <a:grpSpLocks/>
          </p:cNvGrpSpPr>
          <p:nvPr/>
        </p:nvGrpSpPr>
        <p:grpSpPr bwMode="auto">
          <a:xfrm>
            <a:off x="1190626" y="3003947"/>
            <a:ext cx="6594872" cy="1543050"/>
            <a:chOff x="40" y="2872"/>
            <a:chExt cx="5539" cy="1296"/>
          </a:xfrm>
        </p:grpSpPr>
        <p:sp>
          <p:nvSpPr>
            <p:cNvPr id="460805" name="AutoShape 5">
              <a:extLst>
                <a:ext uri="{FF2B5EF4-FFF2-40B4-BE49-F238E27FC236}">
                  <a16:creationId xmlns:a16="http://schemas.microsoft.com/office/drawing/2014/main" id="{86A9DC9A-DC9A-A243-84F1-D5AD0C14E5DB}"/>
                </a:ext>
              </a:extLst>
            </p:cNvPr>
            <p:cNvSpPr>
              <a:spLocks noChangeArrowheads="1"/>
            </p:cNvSpPr>
            <p:nvPr/>
          </p:nvSpPr>
          <p:spPr bwMode="auto">
            <a:xfrm>
              <a:off x="96" y="2872"/>
              <a:ext cx="5472" cy="1296"/>
            </a:xfrm>
            <a:prstGeom prst="roundRect">
              <a:avLst>
                <a:gd name="adj" fmla="val 16667"/>
              </a:avLst>
            </a:prstGeom>
            <a:solidFill>
              <a:srgbClr val="FFCCFF"/>
            </a:solidFill>
            <a:ln w="9525" cap="rnd">
              <a:solidFill>
                <a:schemeClr val="tx1"/>
              </a:solidFill>
              <a:prstDash val="sysDot"/>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60806" name="Line 6">
              <a:extLst>
                <a:ext uri="{FF2B5EF4-FFF2-40B4-BE49-F238E27FC236}">
                  <a16:creationId xmlns:a16="http://schemas.microsoft.com/office/drawing/2014/main" id="{9CB83AA5-CF80-4E49-84BB-29E59523A252}"/>
                </a:ext>
              </a:extLst>
            </p:cNvPr>
            <p:cNvSpPr>
              <a:spLocks noChangeShapeType="1"/>
            </p:cNvSpPr>
            <p:nvPr/>
          </p:nvSpPr>
          <p:spPr bwMode="auto">
            <a:xfrm>
              <a:off x="1764" y="3400"/>
              <a:ext cx="2076" cy="0"/>
            </a:xfrm>
            <a:prstGeom prst="line">
              <a:avLst/>
            </a:prstGeom>
            <a:noFill/>
            <a:ln w="3810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0807" name="Line 7">
              <a:extLst>
                <a:ext uri="{FF2B5EF4-FFF2-40B4-BE49-F238E27FC236}">
                  <a16:creationId xmlns:a16="http://schemas.microsoft.com/office/drawing/2014/main" id="{C068D907-6EF6-8A46-B209-63B13F1BA6D0}"/>
                </a:ext>
              </a:extLst>
            </p:cNvPr>
            <p:cNvSpPr>
              <a:spLocks noChangeShapeType="1"/>
            </p:cNvSpPr>
            <p:nvPr/>
          </p:nvSpPr>
          <p:spPr bwMode="auto">
            <a:xfrm flipV="1">
              <a:off x="816" y="3832"/>
              <a:ext cx="240"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0808" name="Line 8">
              <a:extLst>
                <a:ext uri="{FF2B5EF4-FFF2-40B4-BE49-F238E27FC236}">
                  <a16:creationId xmlns:a16="http://schemas.microsoft.com/office/drawing/2014/main" id="{777347D2-378A-DB4E-BDDF-12E982DC756D}"/>
                </a:ext>
              </a:extLst>
            </p:cNvPr>
            <p:cNvSpPr>
              <a:spLocks noChangeShapeType="1"/>
            </p:cNvSpPr>
            <p:nvPr/>
          </p:nvSpPr>
          <p:spPr bwMode="auto">
            <a:xfrm>
              <a:off x="624" y="3160"/>
              <a:ext cx="24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0809" name="Line 9">
              <a:extLst>
                <a:ext uri="{FF2B5EF4-FFF2-40B4-BE49-F238E27FC236}">
                  <a16:creationId xmlns:a16="http://schemas.microsoft.com/office/drawing/2014/main" id="{4E031FAC-09C6-3545-9F8A-E45C552158E6}"/>
                </a:ext>
              </a:extLst>
            </p:cNvPr>
            <p:cNvSpPr>
              <a:spLocks noChangeShapeType="1"/>
            </p:cNvSpPr>
            <p:nvPr/>
          </p:nvSpPr>
          <p:spPr bwMode="auto">
            <a:xfrm flipV="1">
              <a:off x="432" y="3551"/>
              <a:ext cx="28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60810" name="Group 10">
              <a:extLst>
                <a:ext uri="{FF2B5EF4-FFF2-40B4-BE49-F238E27FC236}">
                  <a16:creationId xmlns:a16="http://schemas.microsoft.com/office/drawing/2014/main" id="{6678EEAC-DC63-034B-8BE9-D570ADA21AE4}"/>
                </a:ext>
              </a:extLst>
            </p:cNvPr>
            <p:cNvGrpSpPr>
              <a:grpSpLocks/>
            </p:cNvGrpSpPr>
            <p:nvPr/>
          </p:nvGrpSpPr>
          <p:grpSpPr bwMode="auto">
            <a:xfrm>
              <a:off x="657" y="3091"/>
              <a:ext cx="952" cy="772"/>
              <a:chOff x="385" y="2795"/>
              <a:chExt cx="1769" cy="816"/>
            </a:xfrm>
          </p:grpSpPr>
          <p:sp>
            <p:nvSpPr>
              <p:cNvPr id="627723" name="Oval 11">
                <a:extLst>
                  <a:ext uri="{FF2B5EF4-FFF2-40B4-BE49-F238E27FC236}">
                    <a16:creationId xmlns:a16="http://schemas.microsoft.com/office/drawing/2014/main" id="{C1DAE390-5434-9B41-B28B-16CA40A02AAA}"/>
                  </a:ext>
                </a:extLst>
              </p:cNvPr>
              <p:cNvSpPr>
                <a:spLocks noChangeArrowheads="1"/>
              </p:cNvSpPr>
              <p:nvPr/>
            </p:nvSpPr>
            <p:spPr bwMode="auto">
              <a:xfrm>
                <a:off x="1589" y="3060"/>
                <a:ext cx="554" cy="24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24" name="Oval 12">
                <a:extLst>
                  <a:ext uri="{FF2B5EF4-FFF2-40B4-BE49-F238E27FC236}">
                    <a16:creationId xmlns:a16="http://schemas.microsoft.com/office/drawing/2014/main" id="{49671C51-FFF6-0541-AAD6-42387B6FF62C}"/>
                  </a:ext>
                </a:extLst>
              </p:cNvPr>
              <p:cNvSpPr>
                <a:spLocks noChangeArrowheads="1"/>
              </p:cNvSpPr>
              <p:nvPr/>
            </p:nvSpPr>
            <p:spPr bwMode="auto">
              <a:xfrm>
                <a:off x="928" y="3274"/>
                <a:ext cx="885" cy="337"/>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25" name="Oval 13">
                <a:extLst>
                  <a:ext uri="{FF2B5EF4-FFF2-40B4-BE49-F238E27FC236}">
                    <a16:creationId xmlns:a16="http://schemas.microsoft.com/office/drawing/2014/main" id="{094B26A1-C73B-0147-A9F9-2FDC1D72E48E}"/>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26" name="Oval 14">
                <a:extLst>
                  <a:ext uri="{FF2B5EF4-FFF2-40B4-BE49-F238E27FC236}">
                    <a16:creationId xmlns:a16="http://schemas.microsoft.com/office/drawing/2014/main" id="{BDFE156A-58D8-AD4B-BB77-90D949DDED11}"/>
                  </a:ext>
                </a:extLst>
              </p:cNvPr>
              <p:cNvSpPr>
                <a:spLocks noChangeArrowheads="1"/>
              </p:cNvSpPr>
              <p:nvPr/>
            </p:nvSpPr>
            <p:spPr bwMode="auto">
              <a:xfrm>
                <a:off x="385" y="3084"/>
                <a:ext cx="385" cy="25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27" name="Oval 15">
                <a:extLst>
                  <a:ext uri="{FF2B5EF4-FFF2-40B4-BE49-F238E27FC236}">
                    <a16:creationId xmlns:a16="http://schemas.microsoft.com/office/drawing/2014/main" id="{EC2C8F9C-D3AA-0446-B069-7BF5673A4145}"/>
                  </a:ext>
                </a:extLst>
              </p:cNvPr>
              <p:cNvSpPr>
                <a:spLocks noChangeArrowheads="1"/>
              </p:cNvSpPr>
              <p:nvPr/>
            </p:nvSpPr>
            <p:spPr bwMode="auto">
              <a:xfrm>
                <a:off x="565" y="2883"/>
                <a:ext cx="57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28" name="Oval 16">
                <a:extLst>
                  <a:ext uri="{FF2B5EF4-FFF2-40B4-BE49-F238E27FC236}">
                    <a16:creationId xmlns:a16="http://schemas.microsoft.com/office/drawing/2014/main" id="{EB198CF2-64B8-044E-B099-6D21B7ABB67D}"/>
                  </a:ext>
                </a:extLst>
              </p:cNvPr>
              <p:cNvSpPr>
                <a:spLocks noChangeArrowheads="1"/>
              </p:cNvSpPr>
              <p:nvPr/>
            </p:nvSpPr>
            <p:spPr bwMode="auto">
              <a:xfrm>
                <a:off x="993" y="2795"/>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29" name="Oval 17">
                <a:extLst>
                  <a:ext uri="{FF2B5EF4-FFF2-40B4-BE49-F238E27FC236}">
                    <a16:creationId xmlns:a16="http://schemas.microsoft.com/office/drawing/2014/main" id="{0F3842A5-E821-9041-BEEB-3575C49BBC31}"/>
                  </a:ext>
                </a:extLst>
              </p:cNvPr>
              <p:cNvSpPr>
                <a:spLocks noChangeArrowheads="1"/>
              </p:cNvSpPr>
              <p:nvPr/>
            </p:nvSpPr>
            <p:spPr bwMode="auto">
              <a:xfrm>
                <a:off x="1504"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30" name="Oval 18">
                <a:extLst>
                  <a:ext uri="{FF2B5EF4-FFF2-40B4-BE49-F238E27FC236}">
                    <a16:creationId xmlns:a16="http://schemas.microsoft.com/office/drawing/2014/main" id="{DB032400-B1F8-334C-8219-94E9C65F90C1}"/>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31" name="Oval 19">
                <a:extLst>
                  <a:ext uri="{FF2B5EF4-FFF2-40B4-BE49-F238E27FC236}">
                    <a16:creationId xmlns:a16="http://schemas.microsoft.com/office/drawing/2014/main" id="{C554D2E1-3A1C-D943-BDE3-CED423D7C2D2}"/>
                  </a:ext>
                </a:extLst>
              </p:cNvPr>
              <p:cNvSpPr>
                <a:spLocks noChangeArrowheads="1"/>
              </p:cNvSpPr>
              <p:nvPr/>
            </p:nvSpPr>
            <p:spPr bwMode="auto">
              <a:xfrm rot="1336630">
                <a:off x="1474" y="3067"/>
                <a:ext cx="556" cy="421"/>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32" name="Oval 20">
                <a:extLst>
                  <a:ext uri="{FF2B5EF4-FFF2-40B4-BE49-F238E27FC236}">
                    <a16:creationId xmlns:a16="http://schemas.microsoft.com/office/drawing/2014/main" id="{37D92165-63D2-3542-8548-FD8042548AF5}"/>
                  </a:ext>
                </a:extLst>
              </p:cNvPr>
              <p:cNvSpPr>
                <a:spLocks noChangeArrowheads="1"/>
              </p:cNvSpPr>
              <p:nvPr/>
            </p:nvSpPr>
            <p:spPr bwMode="auto">
              <a:xfrm>
                <a:off x="1004" y="2811"/>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33" name="Oval 21">
                <a:extLst>
                  <a:ext uri="{FF2B5EF4-FFF2-40B4-BE49-F238E27FC236}">
                    <a16:creationId xmlns:a16="http://schemas.microsoft.com/office/drawing/2014/main" id="{83791674-120B-0F4F-8114-337ECFD011AB}"/>
                  </a:ext>
                </a:extLst>
              </p:cNvPr>
              <p:cNvSpPr>
                <a:spLocks noChangeArrowheads="1"/>
              </p:cNvSpPr>
              <p:nvPr/>
            </p:nvSpPr>
            <p:spPr bwMode="auto">
              <a:xfrm>
                <a:off x="576" y="2899"/>
                <a:ext cx="576" cy="320"/>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34" name="Oval 22">
                <a:extLst>
                  <a:ext uri="{FF2B5EF4-FFF2-40B4-BE49-F238E27FC236}">
                    <a16:creationId xmlns:a16="http://schemas.microsoft.com/office/drawing/2014/main" id="{4895A7E4-350D-C346-8650-4B53E441B626}"/>
                  </a:ext>
                </a:extLst>
              </p:cNvPr>
              <p:cNvSpPr>
                <a:spLocks noChangeArrowheads="1"/>
              </p:cNvSpPr>
              <p:nvPr/>
            </p:nvSpPr>
            <p:spPr bwMode="auto">
              <a:xfrm>
                <a:off x="396" y="3100"/>
                <a:ext cx="383" cy="256"/>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35" name="Oval 23">
                <a:extLst>
                  <a:ext uri="{FF2B5EF4-FFF2-40B4-BE49-F238E27FC236}">
                    <a16:creationId xmlns:a16="http://schemas.microsoft.com/office/drawing/2014/main" id="{B437FBCF-BD93-8E4A-A835-C49A69C1D06F}"/>
                  </a:ext>
                </a:extLst>
              </p:cNvPr>
              <p:cNvSpPr>
                <a:spLocks noChangeArrowheads="1"/>
              </p:cNvSpPr>
              <p:nvPr/>
            </p:nvSpPr>
            <p:spPr bwMode="auto">
              <a:xfrm>
                <a:off x="1515" y="2908"/>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36" name="Oval 24">
                <a:extLst>
                  <a:ext uri="{FF2B5EF4-FFF2-40B4-BE49-F238E27FC236}">
                    <a16:creationId xmlns:a16="http://schemas.microsoft.com/office/drawing/2014/main" id="{4F2AA55C-FF8F-0D4D-A4D1-EC307996DCF8}"/>
                  </a:ext>
                </a:extLst>
              </p:cNvPr>
              <p:cNvSpPr>
                <a:spLocks noChangeArrowheads="1"/>
              </p:cNvSpPr>
              <p:nvPr/>
            </p:nvSpPr>
            <p:spPr bwMode="auto">
              <a:xfrm>
                <a:off x="1598" y="3075"/>
                <a:ext cx="556" cy="24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37" name="Oval 25">
                <a:extLst>
                  <a:ext uri="{FF2B5EF4-FFF2-40B4-BE49-F238E27FC236}">
                    <a16:creationId xmlns:a16="http://schemas.microsoft.com/office/drawing/2014/main" id="{480055D9-09DC-9645-B994-4C0DD3142D88}"/>
                  </a:ext>
                </a:extLst>
              </p:cNvPr>
              <p:cNvSpPr>
                <a:spLocks noChangeArrowheads="1"/>
              </p:cNvSpPr>
              <p:nvPr/>
            </p:nvSpPr>
            <p:spPr bwMode="auto">
              <a:xfrm>
                <a:off x="716" y="3003"/>
                <a:ext cx="1141" cy="413"/>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38" name="Oval 26">
                <a:extLst>
                  <a:ext uri="{FF2B5EF4-FFF2-40B4-BE49-F238E27FC236}">
                    <a16:creationId xmlns:a16="http://schemas.microsoft.com/office/drawing/2014/main" id="{7A94F6FF-BF27-2242-8025-3977DCB6B4C4}"/>
                  </a:ext>
                </a:extLst>
              </p:cNvPr>
              <p:cNvSpPr>
                <a:spLocks noChangeArrowheads="1"/>
              </p:cNvSpPr>
              <p:nvPr/>
            </p:nvSpPr>
            <p:spPr bwMode="auto">
              <a:xfrm>
                <a:off x="513"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60869" name="Freeform 27">
                <a:extLst>
                  <a:ext uri="{FF2B5EF4-FFF2-40B4-BE49-F238E27FC236}">
                    <a16:creationId xmlns:a16="http://schemas.microsoft.com/office/drawing/2014/main" id="{5938951A-B3C1-0A4E-B558-FC9DADD009FC}"/>
                  </a:ext>
                </a:extLst>
              </p:cNvPr>
              <p:cNvSpPr>
                <a:spLocks/>
              </p:cNvSpPr>
              <p:nvPr/>
            </p:nvSpPr>
            <p:spPr bwMode="auto">
              <a:xfrm>
                <a:off x="567"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460811" name="Line 28">
              <a:extLst>
                <a:ext uri="{FF2B5EF4-FFF2-40B4-BE49-F238E27FC236}">
                  <a16:creationId xmlns:a16="http://schemas.microsoft.com/office/drawing/2014/main" id="{0256A8AE-9627-3A41-8D43-D301AB5A0A61}"/>
                </a:ext>
              </a:extLst>
            </p:cNvPr>
            <p:cNvSpPr>
              <a:spLocks noChangeShapeType="1"/>
            </p:cNvSpPr>
            <p:nvPr/>
          </p:nvSpPr>
          <p:spPr bwMode="auto">
            <a:xfrm flipH="1">
              <a:off x="4800" y="3112"/>
              <a:ext cx="240" cy="9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0812" name="Line 29">
              <a:extLst>
                <a:ext uri="{FF2B5EF4-FFF2-40B4-BE49-F238E27FC236}">
                  <a16:creationId xmlns:a16="http://schemas.microsoft.com/office/drawing/2014/main" id="{5314A41F-4B3A-614B-BA19-AA04AFB441D6}"/>
                </a:ext>
              </a:extLst>
            </p:cNvPr>
            <p:cNvSpPr>
              <a:spLocks noChangeShapeType="1"/>
            </p:cNvSpPr>
            <p:nvPr/>
          </p:nvSpPr>
          <p:spPr bwMode="auto">
            <a:xfrm flipH="1" flipV="1">
              <a:off x="4656" y="3736"/>
              <a:ext cx="33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0813" name="Line 30">
              <a:extLst>
                <a:ext uri="{FF2B5EF4-FFF2-40B4-BE49-F238E27FC236}">
                  <a16:creationId xmlns:a16="http://schemas.microsoft.com/office/drawing/2014/main" id="{8ECC69DF-9AFF-E54A-8BF8-B3A8BB7BD1F3}"/>
                </a:ext>
              </a:extLst>
            </p:cNvPr>
            <p:cNvSpPr>
              <a:spLocks noChangeShapeType="1"/>
            </p:cNvSpPr>
            <p:nvPr/>
          </p:nvSpPr>
          <p:spPr bwMode="auto">
            <a:xfrm flipH="1" flipV="1">
              <a:off x="4800" y="3496"/>
              <a:ext cx="34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60814" name="Group 31">
              <a:extLst>
                <a:ext uri="{FF2B5EF4-FFF2-40B4-BE49-F238E27FC236}">
                  <a16:creationId xmlns:a16="http://schemas.microsoft.com/office/drawing/2014/main" id="{6C34FDFF-53C4-844B-822A-B50DDFE720EB}"/>
                </a:ext>
              </a:extLst>
            </p:cNvPr>
            <p:cNvGrpSpPr>
              <a:grpSpLocks/>
            </p:cNvGrpSpPr>
            <p:nvPr/>
          </p:nvGrpSpPr>
          <p:grpSpPr bwMode="auto">
            <a:xfrm>
              <a:off x="3969" y="3046"/>
              <a:ext cx="952" cy="772"/>
              <a:chOff x="385" y="2795"/>
              <a:chExt cx="1769" cy="816"/>
            </a:xfrm>
          </p:grpSpPr>
          <p:sp>
            <p:nvSpPr>
              <p:cNvPr id="627744" name="Oval 32">
                <a:extLst>
                  <a:ext uri="{FF2B5EF4-FFF2-40B4-BE49-F238E27FC236}">
                    <a16:creationId xmlns:a16="http://schemas.microsoft.com/office/drawing/2014/main" id="{0FB0DD7F-04B7-A148-B6A7-55E4122761DA}"/>
                  </a:ext>
                </a:extLst>
              </p:cNvPr>
              <p:cNvSpPr>
                <a:spLocks noChangeArrowheads="1"/>
              </p:cNvSpPr>
              <p:nvPr/>
            </p:nvSpPr>
            <p:spPr bwMode="auto">
              <a:xfrm>
                <a:off x="1589" y="3060"/>
                <a:ext cx="554" cy="24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45" name="Oval 33">
                <a:extLst>
                  <a:ext uri="{FF2B5EF4-FFF2-40B4-BE49-F238E27FC236}">
                    <a16:creationId xmlns:a16="http://schemas.microsoft.com/office/drawing/2014/main" id="{B00F7809-FBED-BE41-8398-03736A537EF6}"/>
                  </a:ext>
                </a:extLst>
              </p:cNvPr>
              <p:cNvSpPr>
                <a:spLocks noChangeArrowheads="1"/>
              </p:cNvSpPr>
              <p:nvPr/>
            </p:nvSpPr>
            <p:spPr bwMode="auto">
              <a:xfrm>
                <a:off x="928" y="3274"/>
                <a:ext cx="885" cy="337"/>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46" name="Oval 34">
                <a:extLst>
                  <a:ext uri="{FF2B5EF4-FFF2-40B4-BE49-F238E27FC236}">
                    <a16:creationId xmlns:a16="http://schemas.microsoft.com/office/drawing/2014/main" id="{22DD1585-2490-1547-91FC-DCEB412C7428}"/>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47" name="Oval 35">
                <a:extLst>
                  <a:ext uri="{FF2B5EF4-FFF2-40B4-BE49-F238E27FC236}">
                    <a16:creationId xmlns:a16="http://schemas.microsoft.com/office/drawing/2014/main" id="{26B2ADC7-9B12-8243-83E0-337562C7DCB7}"/>
                  </a:ext>
                </a:extLst>
              </p:cNvPr>
              <p:cNvSpPr>
                <a:spLocks noChangeArrowheads="1"/>
              </p:cNvSpPr>
              <p:nvPr/>
            </p:nvSpPr>
            <p:spPr bwMode="auto">
              <a:xfrm>
                <a:off x="385" y="3084"/>
                <a:ext cx="385" cy="25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48" name="Oval 36">
                <a:extLst>
                  <a:ext uri="{FF2B5EF4-FFF2-40B4-BE49-F238E27FC236}">
                    <a16:creationId xmlns:a16="http://schemas.microsoft.com/office/drawing/2014/main" id="{D52899F3-D15F-6944-8571-D210E86D7672}"/>
                  </a:ext>
                </a:extLst>
              </p:cNvPr>
              <p:cNvSpPr>
                <a:spLocks noChangeArrowheads="1"/>
              </p:cNvSpPr>
              <p:nvPr/>
            </p:nvSpPr>
            <p:spPr bwMode="auto">
              <a:xfrm>
                <a:off x="565" y="2883"/>
                <a:ext cx="57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49" name="Oval 37">
                <a:extLst>
                  <a:ext uri="{FF2B5EF4-FFF2-40B4-BE49-F238E27FC236}">
                    <a16:creationId xmlns:a16="http://schemas.microsoft.com/office/drawing/2014/main" id="{780BD130-6A46-7D41-B61F-4A189430B388}"/>
                  </a:ext>
                </a:extLst>
              </p:cNvPr>
              <p:cNvSpPr>
                <a:spLocks noChangeArrowheads="1"/>
              </p:cNvSpPr>
              <p:nvPr/>
            </p:nvSpPr>
            <p:spPr bwMode="auto">
              <a:xfrm>
                <a:off x="993" y="2795"/>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0" name="Oval 38">
                <a:extLst>
                  <a:ext uri="{FF2B5EF4-FFF2-40B4-BE49-F238E27FC236}">
                    <a16:creationId xmlns:a16="http://schemas.microsoft.com/office/drawing/2014/main" id="{25B4D225-D578-9C43-AB67-1D6C31083CCD}"/>
                  </a:ext>
                </a:extLst>
              </p:cNvPr>
              <p:cNvSpPr>
                <a:spLocks noChangeArrowheads="1"/>
              </p:cNvSpPr>
              <p:nvPr/>
            </p:nvSpPr>
            <p:spPr bwMode="auto">
              <a:xfrm>
                <a:off x="1504"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1" name="Oval 39">
                <a:extLst>
                  <a:ext uri="{FF2B5EF4-FFF2-40B4-BE49-F238E27FC236}">
                    <a16:creationId xmlns:a16="http://schemas.microsoft.com/office/drawing/2014/main" id="{E3EE5004-A7E8-BA4A-B724-C611AC3B632C}"/>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2" name="Oval 40">
                <a:extLst>
                  <a:ext uri="{FF2B5EF4-FFF2-40B4-BE49-F238E27FC236}">
                    <a16:creationId xmlns:a16="http://schemas.microsoft.com/office/drawing/2014/main" id="{B39BC646-64DA-C34B-846D-E833EA08A214}"/>
                  </a:ext>
                </a:extLst>
              </p:cNvPr>
              <p:cNvSpPr>
                <a:spLocks noChangeArrowheads="1"/>
              </p:cNvSpPr>
              <p:nvPr/>
            </p:nvSpPr>
            <p:spPr bwMode="auto">
              <a:xfrm rot="1336630">
                <a:off x="1474" y="3067"/>
                <a:ext cx="556" cy="421"/>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3" name="Oval 41">
                <a:extLst>
                  <a:ext uri="{FF2B5EF4-FFF2-40B4-BE49-F238E27FC236}">
                    <a16:creationId xmlns:a16="http://schemas.microsoft.com/office/drawing/2014/main" id="{98B537F1-2597-3E43-9AAD-4525FE56EBF7}"/>
                  </a:ext>
                </a:extLst>
              </p:cNvPr>
              <p:cNvSpPr>
                <a:spLocks noChangeArrowheads="1"/>
              </p:cNvSpPr>
              <p:nvPr/>
            </p:nvSpPr>
            <p:spPr bwMode="auto">
              <a:xfrm>
                <a:off x="1004" y="2811"/>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4" name="Oval 42">
                <a:extLst>
                  <a:ext uri="{FF2B5EF4-FFF2-40B4-BE49-F238E27FC236}">
                    <a16:creationId xmlns:a16="http://schemas.microsoft.com/office/drawing/2014/main" id="{F728FE44-F7EA-F947-B045-977249CEFF7F}"/>
                  </a:ext>
                </a:extLst>
              </p:cNvPr>
              <p:cNvSpPr>
                <a:spLocks noChangeArrowheads="1"/>
              </p:cNvSpPr>
              <p:nvPr/>
            </p:nvSpPr>
            <p:spPr bwMode="auto">
              <a:xfrm>
                <a:off x="576" y="2899"/>
                <a:ext cx="576" cy="320"/>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5" name="Oval 43">
                <a:extLst>
                  <a:ext uri="{FF2B5EF4-FFF2-40B4-BE49-F238E27FC236}">
                    <a16:creationId xmlns:a16="http://schemas.microsoft.com/office/drawing/2014/main" id="{50DB30ED-2FDA-6B4C-BE2D-8A3F053E0F76}"/>
                  </a:ext>
                </a:extLst>
              </p:cNvPr>
              <p:cNvSpPr>
                <a:spLocks noChangeArrowheads="1"/>
              </p:cNvSpPr>
              <p:nvPr/>
            </p:nvSpPr>
            <p:spPr bwMode="auto">
              <a:xfrm>
                <a:off x="396" y="3100"/>
                <a:ext cx="383" cy="256"/>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6" name="Oval 44">
                <a:extLst>
                  <a:ext uri="{FF2B5EF4-FFF2-40B4-BE49-F238E27FC236}">
                    <a16:creationId xmlns:a16="http://schemas.microsoft.com/office/drawing/2014/main" id="{731E2A9E-B0C3-AE48-8DD3-7808D8F15D84}"/>
                  </a:ext>
                </a:extLst>
              </p:cNvPr>
              <p:cNvSpPr>
                <a:spLocks noChangeArrowheads="1"/>
              </p:cNvSpPr>
              <p:nvPr/>
            </p:nvSpPr>
            <p:spPr bwMode="auto">
              <a:xfrm>
                <a:off x="1515" y="2908"/>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7" name="Oval 45">
                <a:extLst>
                  <a:ext uri="{FF2B5EF4-FFF2-40B4-BE49-F238E27FC236}">
                    <a16:creationId xmlns:a16="http://schemas.microsoft.com/office/drawing/2014/main" id="{F7578B3F-5356-A64E-A6F0-2594BCEFF6A6}"/>
                  </a:ext>
                </a:extLst>
              </p:cNvPr>
              <p:cNvSpPr>
                <a:spLocks noChangeArrowheads="1"/>
              </p:cNvSpPr>
              <p:nvPr/>
            </p:nvSpPr>
            <p:spPr bwMode="auto">
              <a:xfrm>
                <a:off x="1598" y="3075"/>
                <a:ext cx="556" cy="24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8" name="Oval 46">
                <a:extLst>
                  <a:ext uri="{FF2B5EF4-FFF2-40B4-BE49-F238E27FC236}">
                    <a16:creationId xmlns:a16="http://schemas.microsoft.com/office/drawing/2014/main" id="{30F1BA1B-CAB9-E141-B440-92F3AF4F7482}"/>
                  </a:ext>
                </a:extLst>
              </p:cNvPr>
              <p:cNvSpPr>
                <a:spLocks noChangeArrowheads="1"/>
              </p:cNvSpPr>
              <p:nvPr/>
            </p:nvSpPr>
            <p:spPr bwMode="auto">
              <a:xfrm>
                <a:off x="716" y="3003"/>
                <a:ext cx="1141" cy="413"/>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9" name="Oval 47">
                <a:extLst>
                  <a:ext uri="{FF2B5EF4-FFF2-40B4-BE49-F238E27FC236}">
                    <a16:creationId xmlns:a16="http://schemas.microsoft.com/office/drawing/2014/main" id="{6BAC0674-2A15-5449-8850-C7D20BE8F38F}"/>
                  </a:ext>
                </a:extLst>
              </p:cNvPr>
              <p:cNvSpPr>
                <a:spLocks noChangeArrowheads="1"/>
              </p:cNvSpPr>
              <p:nvPr/>
            </p:nvSpPr>
            <p:spPr bwMode="auto">
              <a:xfrm>
                <a:off x="513"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60852" name="Freeform 48">
                <a:extLst>
                  <a:ext uri="{FF2B5EF4-FFF2-40B4-BE49-F238E27FC236}">
                    <a16:creationId xmlns:a16="http://schemas.microsoft.com/office/drawing/2014/main" id="{74E16E29-D05E-554D-A347-989F162045CD}"/>
                  </a:ext>
                </a:extLst>
              </p:cNvPr>
              <p:cNvSpPr>
                <a:spLocks/>
              </p:cNvSpPr>
              <p:nvPr/>
            </p:nvSpPr>
            <p:spPr bwMode="auto">
              <a:xfrm>
                <a:off x="567"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pic>
          <p:nvPicPr>
            <p:cNvPr id="460815" name="Picture 49">
              <a:extLst>
                <a:ext uri="{FF2B5EF4-FFF2-40B4-BE49-F238E27FC236}">
                  <a16:creationId xmlns:a16="http://schemas.microsoft.com/office/drawing/2014/main" id="{1921EC6E-49FD-ED48-B9C0-EBD91FA4F8E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48" y="3321"/>
              <a:ext cx="328" cy="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0816" name="Picture 50">
              <a:extLst>
                <a:ext uri="{FF2B5EF4-FFF2-40B4-BE49-F238E27FC236}">
                  <a16:creationId xmlns:a16="http://schemas.microsoft.com/office/drawing/2014/main" id="{F7452B7D-55AD-D640-BBBC-804407F9477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69" y="3322"/>
              <a:ext cx="328" cy="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0817" name="Picture 51">
              <a:extLst>
                <a:ext uri="{FF2B5EF4-FFF2-40B4-BE49-F238E27FC236}">
                  <a16:creationId xmlns:a16="http://schemas.microsoft.com/office/drawing/2014/main" id="{B9B4410D-6E82-7840-9BE2-7C6AD3DB0C4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6" y="3407"/>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0818" name="Text Box 52">
              <a:extLst>
                <a:ext uri="{FF2B5EF4-FFF2-40B4-BE49-F238E27FC236}">
                  <a16:creationId xmlns:a16="http://schemas.microsoft.com/office/drawing/2014/main" id="{C487F885-8C63-A746-9EFA-8E8B5E602652}"/>
                </a:ext>
              </a:extLst>
            </p:cNvPr>
            <p:cNvSpPr txBox="1">
              <a:spLocks noChangeArrowheads="1"/>
            </p:cNvSpPr>
            <p:nvPr/>
          </p:nvSpPr>
          <p:spPr bwMode="auto">
            <a:xfrm>
              <a:off x="864" y="3368"/>
              <a:ext cx="62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部门 </a:t>
              </a:r>
              <a:r>
                <a:rPr kumimoji="1" lang="en-US" altLang="zh-CN" sz="1500">
                  <a:latin typeface="Arial" panose="020B0604020202020204" pitchFamily="34" charset="0"/>
                  <a:ea typeface="宋体" panose="02010600030101010101" pitchFamily="2" charset="-122"/>
                  <a:cs typeface="黑体" panose="02010609060101010101" pitchFamily="49" charset="-122"/>
                </a:rPr>
                <a:t>A</a:t>
              </a:r>
            </a:p>
          </p:txBody>
        </p:sp>
        <p:pic>
          <p:nvPicPr>
            <p:cNvPr id="460819" name="Picture 53">
              <a:extLst>
                <a:ext uri="{FF2B5EF4-FFF2-40B4-BE49-F238E27FC236}">
                  <a16:creationId xmlns:a16="http://schemas.microsoft.com/office/drawing/2014/main" id="{85A529EB-4AC5-4842-8864-A9592E110E1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88" y="3352"/>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0820" name="Text Box 54">
              <a:extLst>
                <a:ext uri="{FF2B5EF4-FFF2-40B4-BE49-F238E27FC236}">
                  <a16:creationId xmlns:a16="http://schemas.microsoft.com/office/drawing/2014/main" id="{0B097B1C-7FCC-7146-91E2-D532B8507836}"/>
                </a:ext>
              </a:extLst>
            </p:cNvPr>
            <p:cNvSpPr txBox="1">
              <a:spLocks noChangeArrowheads="1"/>
            </p:cNvSpPr>
            <p:nvPr/>
          </p:nvSpPr>
          <p:spPr bwMode="auto">
            <a:xfrm>
              <a:off x="4224" y="3272"/>
              <a:ext cx="63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部门 </a:t>
              </a:r>
              <a:r>
                <a:rPr kumimoji="1" lang="en-US" altLang="zh-CN" sz="1500">
                  <a:latin typeface="Arial" panose="020B0604020202020204" pitchFamily="34" charset="0"/>
                  <a:ea typeface="宋体" panose="02010600030101010101" pitchFamily="2" charset="-122"/>
                  <a:cs typeface="黑体" panose="02010609060101010101" pitchFamily="49" charset="-122"/>
                </a:rPr>
                <a:t>B</a:t>
              </a:r>
            </a:p>
          </p:txBody>
        </p:sp>
        <p:sp>
          <p:nvSpPr>
            <p:cNvPr id="460821" name="Text Box 55">
              <a:extLst>
                <a:ext uri="{FF2B5EF4-FFF2-40B4-BE49-F238E27FC236}">
                  <a16:creationId xmlns:a16="http://schemas.microsoft.com/office/drawing/2014/main" id="{2B247950-B0F5-A047-9E84-ADF67B1D1EDA}"/>
                </a:ext>
              </a:extLst>
            </p:cNvPr>
            <p:cNvSpPr txBox="1">
              <a:spLocks noChangeArrowheads="1"/>
            </p:cNvSpPr>
            <p:nvPr/>
          </p:nvSpPr>
          <p:spPr bwMode="auto">
            <a:xfrm>
              <a:off x="309" y="3176"/>
              <a:ext cx="263"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X</a:t>
              </a:r>
            </a:p>
          </p:txBody>
        </p:sp>
        <p:sp>
          <p:nvSpPr>
            <p:cNvPr id="460822" name="Text Box 56">
              <a:extLst>
                <a:ext uri="{FF2B5EF4-FFF2-40B4-BE49-F238E27FC236}">
                  <a16:creationId xmlns:a16="http://schemas.microsoft.com/office/drawing/2014/main" id="{3678B0E9-AD4F-4244-BA82-C04CF0F2E23F}"/>
                </a:ext>
              </a:extLst>
            </p:cNvPr>
            <p:cNvSpPr txBox="1">
              <a:spLocks noChangeArrowheads="1"/>
            </p:cNvSpPr>
            <p:nvPr/>
          </p:nvSpPr>
          <p:spPr bwMode="auto">
            <a:xfrm>
              <a:off x="5072" y="3128"/>
              <a:ext cx="263"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Y</a:t>
              </a:r>
            </a:p>
          </p:txBody>
        </p:sp>
        <p:sp>
          <p:nvSpPr>
            <p:cNvPr id="460823" name="Text Box 57">
              <a:extLst>
                <a:ext uri="{FF2B5EF4-FFF2-40B4-BE49-F238E27FC236}">
                  <a16:creationId xmlns:a16="http://schemas.microsoft.com/office/drawing/2014/main" id="{B1BD7157-EED0-C44B-A82E-E04881402E8F}"/>
                </a:ext>
              </a:extLst>
            </p:cNvPr>
            <p:cNvSpPr txBox="1">
              <a:spLocks noChangeArrowheads="1"/>
            </p:cNvSpPr>
            <p:nvPr/>
          </p:nvSpPr>
          <p:spPr bwMode="auto">
            <a:xfrm>
              <a:off x="1494" y="3132"/>
              <a:ext cx="33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460824" name="Text Box 58">
              <a:extLst>
                <a:ext uri="{FF2B5EF4-FFF2-40B4-BE49-F238E27FC236}">
                  <a16:creationId xmlns:a16="http://schemas.microsoft.com/office/drawing/2014/main" id="{37D47361-B15E-7F49-B7BF-D7209F896722}"/>
                </a:ext>
              </a:extLst>
            </p:cNvPr>
            <p:cNvSpPr txBox="1">
              <a:spLocks noChangeArrowheads="1"/>
            </p:cNvSpPr>
            <p:nvPr/>
          </p:nvSpPr>
          <p:spPr bwMode="auto">
            <a:xfrm>
              <a:off x="3786" y="3084"/>
              <a:ext cx="33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460825" name="Text Box 59">
              <a:extLst>
                <a:ext uri="{FF2B5EF4-FFF2-40B4-BE49-F238E27FC236}">
                  <a16:creationId xmlns:a16="http://schemas.microsoft.com/office/drawing/2014/main" id="{D02F34E9-3F66-7B45-9449-A738356F0FD8}"/>
                </a:ext>
              </a:extLst>
            </p:cNvPr>
            <p:cNvSpPr txBox="1">
              <a:spLocks noChangeArrowheads="1"/>
            </p:cNvSpPr>
            <p:nvPr/>
          </p:nvSpPr>
          <p:spPr bwMode="auto">
            <a:xfrm>
              <a:off x="1359" y="2888"/>
              <a:ext cx="83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125.1.2.3</a:t>
              </a:r>
            </a:p>
          </p:txBody>
        </p:sp>
        <p:sp>
          <p:nvSpPr>
            <p:cNvPr id="460826" name="Line 60">
              <a:extLst>
                <a:ext uri="{FF2B5EF4-FFF2-40B4-BE49-F238E27FC236}">
                  <a16:creationId xmlns:a16="http://schemas.microsoft.com/office/drawing/2014/main" id="{2EA9B918-4954-EE4F-A33C-489BDDE08A98}"/>
                </a:ext>
              </a:extLst>
            </p:cNvPr>
            <p:cNvSpPr>
              <a:spLocks noChangeShapeType="1"/>
            </p:cNvSpPr>
            <p:nvPr/>
          </p:nvSpPr>
          <p:spPr bwMode="auto">
            <a:xfrm>
              <a:off x="1812" y="3112"/>
              <a:ext cx="48" cy="288"/>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460827" name="Text Box 61">
              <a:extLst>
                <a:ext uri="{FF2B5EF4-FFF2-40B4-BE49-F238E27FC236}">
                  <a16:creationId xmlns:a16="http://schemas.microsoft.com/office/drawing/2014/main" id="{7619FCEE-8051-114D-93A1-88CCAFB64ECD}"/>
                </a:ext>
              </a:extLst>
            </p:cNvPr>
            <p:cNvSpPr txBox="1">
              <a:spLocks noChangeArrowheads="1"/>
            </p:cNvSpPr>
            <p:nvPr/>
          </p:nvSpPr>
          <p:spPr bwMode="auto">
            <a:xfrm>
              <a:off x="3135" y="2892"/>
              <a:ext cx="83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194.4.5.6</a:t>
              </a:r>
            </a:p>
          </p:txBody>
        </p:sp>
        <p:sp>
          <p:nvSpPr>
            <p:cNvPr id="460828" name="Line 62">
              <a:extLst>
                <a:ext uri="{FF2B5EF4-FFF2-40B4-BE49-F238E27FC236}">
                  <a16:creationId xmlns:a16="http://schemas.microsoft.com/office/drawing/2014/main" id="{13A18CA4-393C-334D-A568-AC7BC6D972EE}"/>
                </a:ext>
              </a:extLst>
            </p:cNvPr>
            <p:cNvSpPr>
              <a:spLocks noChangeShapeType="1"/>
            </p:cNvSpPr>
            <p:nvPr/>
          </p:nvSpPr>
          <p:spPr bwMode="auto">
            <a:xfrm>
              <a:off x="3588" y="3112"/>
              <a:ext cx="48" cy="288"/>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460829" name="Text Box 63">
              <a:extLst>
                <a:ext uri="{FF2B5EF4-FFF2-40B4-BE49-F238E27FC236}">
                  <a16:creationId xmlns:a16="http://schemas.microsoft.com/office/drawing/2014/main" id="{619C6B5B-C900-B148-8CCE-91511720139A}"/>
                </a:ext>
              </a:extLst>
            </p:cNvPr>
            <p:cNvSpPr txBox="1">
              <a:spLocks noChangeArrowheads="1"/>
            </p:cNvSpPr>
            <p:nvPr/>
          </p:nvSpPr>
          <p:spPr bwMode="auto">
            <a:xfrm>
              <a:off x="40" y="3615"/>
              <a:ext cx="739"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10.1.0.1</a:t>
              </a:r>
            </a:p>
          </p:txBody>
        </p:sp>
        <p:sp>
          <p:nvSpPr>
            <p:cNvPr id="460830" name="Text Box 64">
              <a:extLst>
                <a:ext uri="{FF2B5EF4-FFF2-40B4-BE49-F238E27FC236}">
                  <a16:creationId xmlns:a16="http://schemas.microsoft.com/office/drawing/2014/main" id="{11B7BC0E-67A8-E443-A730-7665D495C467}"/>
                </a:ext>
              </a:extLst>
            </p:cNvPr>
            <p:cNvSpPr txBox="1">
              <a:spLocks noChangeArrowheads="1"/>
            </p:cNvSpPr>
            <p:nvPr/>
          </p:nvSpPr>
          <p:spPr bwMode="auto">
            <a:xfrm>
              <a:off x="4840" y="3512"/>
              <a:ext cx="739"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10.2.0.3</a:t>
              </a:r>
            </a:p>
          </p:txBody>
        </p:sp>
        <p:pic>
          <p:nvPicPr>
            <p:cNvPr id="460831" name="Picture 65">
              <a:extLst>
                <a:ext uri="{FF2B5EF4-FFF2-40B4-BE49-F238E27FC236}">
                  <a16:creationId xmlns:a16="http://schemas.microsoft.com/office/drawing/2014/main" id="{FF634591-2538-B04D-88B2-CA67DE1CF81D}"/>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 y="2968"/>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0832" name="Picture 66">
              <a:extLst>
                <a:ext uri="{FF2B5EF4-FFF2-40B4-BE49-F238E27FC236}">
                  <a16:creationId xmlns:a16="http://schemas.microsoft.com/office/drawing/2014/main" id="{B2E4ED3E-C1D4-B84C-9BF5-66235F6504E9}"/>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2" y="3880"/>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0833" name="Picture 67">
              <a:extLst>
                <a:ext uri="{FF2B5EF4-FFF2-40B4-BE49-F238E27FC236}">
                  <a16:creationId xmlns:a16="http://schemas.microsoft.com/office/drawing/2014/main" id="{813DF1E2-5B1B-B24A-BCD8-4B419A3A67AA}"/>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92" y="2920"/>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0834" name="Picture 68">
              <a:extLst>
                <a:ext uri="{FF2B5EF4-FFF2-40B4-BE49-F238E27FC236}">
                  <a16:creationId xmlns:a16="http://schemas.microsoft.com/office/drawing/2014/main" id="{658C6C57-F2B3-0347-8E85-EB4BF343E1DA}"/>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44" y="3784"/>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0835" name="Text Box 69">
              <a:extLst>
                <a:ext uri="{FF2B5EF4-FFF2-40B4-BE49-F238E27FC236}">
                  <a16:creationId xmlns:a16="http://schemas.microsoft.com/office/drawing/2014/main" id="{C9529565-974E-DB4B-99B0-4014250834E0}"/>
                </a:ext>
              </a:extLst>
            </p:cNvPr>
            <p:cNvSpPr txBox="1">
              <a:spLocks noChangeArrowheads="1"/>
            </p:cNvSpPr>
            <p:nvPr/>
          </p:nvSpPr>
          <p:spPr bwMode="auto">
            <a:xfrm>
              <a:off x="2156" y="3848"/>
              <a:ext cx="134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虚拟专用网 </a:t>
              </a:r>
              <a:r>
                <a:rPr kumimoji="1" lang="en-US" altLang="zh-CN" sz="1500">
                  <a:latin typeface="Arial" panose="020B0604020202020204" pitchFamily="34" charset="0"/>
                  <a:ea typeface="宋体" panose="02010600030101010101" pitchFamily="2" charset="-122"/>
                  <a:cs typeface="黑体" panose="02010609060101010101" pitchFamily="49" charset="-122"/>
                </a:rPr>
                <a:t>VPN</a:t>
              </a:r>
            </a:p>
          </p:txBody>
        </p:sp>
      </p:grpSp>
      <p:sp>
        <p:nvSpPr>
          <p:cNvPr id="460804" name="幻灯片编号占位符 1">
            <a:extLst>
              <a:ext uri="{FF2B5EF4-FFF2-40B4-BE49-F238E27FC236}">
                <a16:creationId xmlns:a16="http://schemas.microsoft.com/office/drawing/2014/main" id="{56B98DB1-56CD-1849-96AB-797D27C6888C}"/>
              </a:ext>
            </a:extLst>
          </p:cNvPr>
          <p:cNvSpPr>
            <a:spLocks noGrp="1" noChangeArrowheads="1"/>
          </p:cNvSpPr>
          <p:nvPr>
            <p:ph type="sldNum" sz="quarter" idx="10"/>
          </p:nvPr>
        </p:nvSpPr>
        <p:spPr>
          <a:xfrm>
            <a:off x="6516291" y="4767263"/>
            <a:ext cx="1428750" cy="3429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44D782F-7428-CF4B-A49A-6074695DA3E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191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249468542"/>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2849" name="Rectangle 2">
            <a:extLst>
              <a:ext uri="{FF2B5EF4-FFF2-40B4-BE49-F238E27FC236}">
                <a16:creationId xmlns:a16="http://schemas.microsoft.com/office/drawing/2014/main" id="{5974D8E1-C470-CD41-9B01-A73078B29B3A}"/>
              </a:ext>
            </a:extLst>
          </p:cNvPr>
          <p:cNvSpPr>
            <a:spLocks noGrp="1" noChangeArrowheads="1"/>
          </p:cNvSpPr>
          <p:nvPr>
            <p:ph type="title"/>
          </p:nvPr>
        </p:nvSpPr>
        <p:spPr>
          <a:xfrm>
            <a:off x="217171" y="160735"/>
            <a:ext cx="7325440" cy="790575"/>
          </a:xfrm>
        </p:spPr>
        <p:txBody>
          <a:bodyPr/>
          <a:lstStyle/>
          <a:p>
            <a:pPr eaLnBrk="1" hangingPunct="1"/>
            <a:r>
              <a:rPr lang="zh-CN" altLang="en-US" sz="3000" dirty="0">
                <a:ea typeface="宋体" panose="02010600030101010101" pitchFamily="2" charset="-122"/>
              </a:rPr>
              <a:t>远程接入</a:t>
            </a:r>
            <a:r>
              <a:rPr lang="en-US" altLang="zh-CN" sz="3000" dirty="0">
                <a:ea typeface="宋体" panose="02010600030101010101" pitchFamily="2" charset="-122"/>
              </a:rPr>
              <a:t>VPN</a:t>
            </a:r>
            <a:r>
              <a:rPr lang="en-US" altLang="zh-CN" sz="2700" dirty="0">
                <a:ea typeface="宋体" panose="02010600030101010101" pitchFamily="2" charset="-122"/>
              </a:rPr>
              <a:t>(remote access VPN)</a:t>
            </a:r>
            <a:r>
              <a:rPr lang="en-US" altLang="zh-CN" sz="3000" dirty="0">
                <a:ea typeface="宋体" panose="02010600030101010101" pitchFamily="2" charset="-122"/>
              </a:rPr>
              <a:t> </a:t>
            </a:r>
          </a:p>
        </p:txBody>
      </p:sp>
      <p:sp>
        <p:nvSpPr>
          <p:cNvPr id="462850" name="Rectangle 3">
            <a:extLst>
              <a:ext uri="{FF2B5EF4-FFF2-40B4-BE49-F238E27FC236}">
                <a16:creationId xmlns:a16="http://schemas.microsoft.com/office/drawing/2014/main" id="{45239681-8C8B-DF40-8C3C-09AFC186C810}"/>
              </a:ext>
            </a:extLst>
          </p:cNvPr>
          <p:cNvSpPr>
            <a:spLocks noGrp="1" noChangeArrowheads="1"/>
          </p:cNvSpPr>
          <p:nvPr>
            <p:ph type="body" idx="1"/>
          </p:nvPr>
        </p:nvSpPr>
        <p:spPr/>
        <p:txBody>
          <a:bodyPr/>
          <a:lstStyle/>
          <a:p>
            <a:pPr eaLnBrk="1" hangingPunct="1"/>
            <a:r>
              <a:rPr lang="zh-CN" altLang="en-US" dirty="0">
                <a:ea typeface="宋体" panose="02010600030101010101" pitchFamily="2" charset="-122"/>
              </a:rPr>
              <a:t>有的公司可能没有分布在不同场所的部门，但有很多流动员工在外地工作。公司需要和他们保持联系，远程接入 </a:t>
            </a:r>
            <a:r>
              <a:rPr lang="en-US" altLang="zh-CN" dirty="0">
                <a:ea typeface="宋体" panose="02010600030101010101" pitchFamily="2" charset="-122"/>
              </a:rPr>
              <a:t>VPN </a:t>
            </a:r>
            <a:r>
              <a:rPr lang="zh-CN" altLang="en-US" dirty="0">
                <a:ea typeface="宋体" panose="02010600030101010101" pitchFamily="2" charset="-122"/>
              </a:rPr>
              <a:t>可满足这种需求。</a:t>
            </a:r>
          </a:p>
          <a:p>
            <a:pPr eaLnBrk="1" hangingPunct="1"/>
            <a:r>
              <a:rPr lang="zh-CN" altLang="en-US" dirty="0">
                <a:ea typeface="宋体" panose="02010600030101010101" pitchFamily="2" charset="-122"/>
              </a:rPr>
              <a:t>在外地工作的员工拨号接入因特网，而驻留在员工 </a:t>
            </a:r>
            <a:r>
              <a:rPr lang="en-US" altLang="zh-CN" dirty="0">
                <a:ea typeface="宋体" panose="02010600030101010101" pitchFamily="2" charset="-122"/>
              </a:rPr>
              <a:t>PC </a:t>
            </a:r>
            <a:r>
              <a:rPr lang="zh-CN" altLang="en-US" dirty="0">
                <a:ea typeface="宋体" panose="02010600030101010101" pitchFamily="2" charset="-122"/>
              </a:rPr>
              <a:t>机中的 </a:t>
            </a:r>
            <a:r>
              <a:rPr lang="en-US" altLang="zh-CN" dirty="0">
                <a:ea typeface="宋体" panose="02010600030101010101" pitchFamily="2" charset="-122"/>
              </a:rPr>
              <a:t>VPN </a:t>
            </a:r>
            <a:r>
              <a:rPr lang="zh-CN" altLang="en-US" dirty="0">
                <a:ea typeface="宋体" panose="02010600030101010101" pitchFamily="2" charset="-122"/>
              </a:rPr>
              <a:t>软件可在员工的 </a:t>
            </a:r>
            <a:r>
              <a:rPr lang="en-US" altLang="zh-CN" dirty="0">
                <a:ea typeface="宋体" panose="02010600030101010101" pitchFamily="2" charset="-122"/>
              </a:rPr>
              <a:t>PC </a:t>
            </a:r>
            <a:r>
              <a:rPr lang="zh-CN" altLang="en-US" dirty="0">
                <a:ea typeface="宋体" panose="02010600030101010101" pitchFamily="2" charset="-122"/>
              </a:rPr>
              <a:t>机和公司的主机之间建立 </a:t>
            </a:r>
            <a:r>
              <a:rPr lang="en-US" altLang="zh-CN" dirty="0">
                <a:ea typeface="宋体" panose="02010600030101010101" pitchFamily="2" charset="-122"/>
              </a:rPr>
              <a:t>VPN </a:t>
            </a:r>
            <a:r>
              <a:rPr lang="zh-CN" altLang="en-US" dirty="0">
                <a:ea typeface="宋体" panose="02010600030101010101" pitchFamily="2" charset="-122"/>
              </a:rPr>
              <a:t>隧道，因而外地员工与公司通信的内容是保密的，员工们感到好像就是使用公司内部的本地网络。 </a:t>
            </a:r>
          </a:p>
        </p:txBody>
      </p:sp>
      <p:sp>
        <p:nvSpPr>
          <p:cNvPr id="462851" name="幻灯片编号占位符 1">
            <a:extLst>
              <a:ext uri="{FF2B5EF4-FFF2-40B4-BE49-F238E27FC236}">
                <a16:creationId xmlns:a16="http://schemas.microsoft.com/office/drawing/2014/main" id="{529D97DE-F5F2-B544-BA5F-3B4C34EC6E82}"/>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D0E61F5-6879-1B4F-8AC6-325E06CCAAC1}"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192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281470744"/>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3873" name="Rectangle 3">
            <a:extLst>
              <a:ext uri="{FF2B5EF4-FFF2-40B4-BE49-F238E27FC236}">
                <a16:creationId xmlns:a16="http://schemas.microsoft.com/office/drawing/2014/main" id="{76892BA8-91A4-0740-A185-A543B2655D33}"/>
              </a:ext>
            </a:extLst>
          </p:cNvPr>
          <p:cNvSpPr>
            <a:spLocks noGrp="1" noChangeArrowheads="1"/>
          </p:cNvSpPr>
          <p:nvPr>
            <p:ph idx="1"/>
          </p:nvPr>
        </p:nvSpPr>
        <p:spPr/>
        <p:txBody>
          <a:bodyPr/>
          <a:lstStyle/>
          <a:p>
            <a:r>
              <a:rPr lang="zh-CN" altLang="en-US" sz="2800" dirty="0">
                <a:solidFill>
                  <a:srgbClr val="FF0000"/>
                </a:solidFill>
                <a:latin typeface="Times New Roman" panose="02020603050405020304" pitchFamily="18" charset="0"/>
                <a:ea typeface="宋体" panose="02010600030101010101" pitchFamily="2" charset="-122"/>
              </a:rPr>
              <a:t>问题：</a:t>
            </a:r>
            <a:r>
              <a:rPr lang="zh-CN" altLang="zh-CN" sz="2800" dirty="0">
                <a:latin typeface="Times New Roman" panose="02020603050405020304" pitchFamily="18" charset="0"/>
                <a:ea typeface="宋体" panose="02010600030101010101" pitchFamily="2" charset="-122"/>
              </a:rPr>
              <a:t>在专用网</a:t>
            </a:r>
            <a:r>
              <a:rPr lang="zh-CN" altLang="en-US" sz="2800" dirty="0">
                <a:latin typeface="Times New Roman" panose="02020603050405020304" pitchFamily="18" charset="0"/>
                <a:ea typeface="宋体" panose="02010600030101010101" pitchFamily="2" charset="-122"/>
              </a:rPr>
              <a:t>上使用</a:t>
            </a:r>
            <a:r>
              <a:rPr lang="zh-CN" altLang="zh-CN" sz="2800" dirty="0">
                <a:latin typeface="Times New Roman" panose="02020603050405020304" pitchFamily="18" charset="0"/>
                <a:ea typeface="宋体" panose="02010600030101010101" pitchFamily="2" charset="-122"/>
              </a:rPr>
              <a:t>专用地址</a:t>
            </a:r>
            <a:r>
              <a:rPr lang="zh-CN" altLang="en-US" sz="2800" dirty="0">
                <a:latin typeface="Times New Roman" panose="02020603050405020304" pitchFamily="18" charset="0"/>
                <a:ea typeface="宋体" panose="02010600030101010101" pitchFamily="2" charset="-122"/>
              </a:rPr>
              <a:t>的主机如何与</a:t>
            </a:r>
            <a:r>
              <a:rPr lang="zh-CN" altLang="zh-CN" sz="2800" dirty="0">
                <a:latin typeface="Times New Roman" panose="02020603050405020304" pitchFamily="18" charset="0"/>
                <a:ea typeface="宋体" panose="02010600030101010101" pitchFamily="2" charset="-122"/>
              </a:rPr>
              <a:t>互联网上的主机通信（并不需要加密）</a:t>
            </a:r>
            <a:r>
              <a:rPr lang="zh-CN" altLang="en-US" sz="2800" dirty="0">
                <a:latin typeface="Times New Roman" panose="02020603050405020304" pitchFamily="18" charset="0"/>
                <a:ea typeface="宋体" panose="02010600030101010101" pitchFamily="2" charset="-122"/>
              </a:rPr>
              <a:t>？</a:t>
            </a:r>
            <a:endParaRPr lang="en-US" altLang="zh-CN" sz="2800" dirty="0">
              <a:latin typeface="Times New Roman" panose="02020603050405020304" pitchFamily="18" charset="0"/>
              <a:ea typeface="宋体" panose="02010600030101010101" pitchFamily="2" charset="-122"/>
            </a:endParaRPr>
          </a:p>
          <a:p>
            <a:r>
              <a:rPr lang="zh-CN" altLang="en-US" sz="2800" dirty="0">
                <a:solidFill>
                  <a:srgbClr val="0000FF"/>
                </a:solidFill>
                <a:latin typeface="Times New Roman" panose="02020603050405020304" pitchFamily="18" charset="0"/>
                <a:ea typeface="宋体" panose="02010600030101010101" pitchFamily="2" charset="-122"/>
              </a:rPr>
              <a:t>解决：</a:t>
            </a:r>
            <a:endParaRPr lang="en-US" altLang="zh-CN" sz="2800" dirty="0">
              <a:solidFill>
                <a:srgbClr val="0000FF"/>
              </a:solidFill>
              <a:latin typeface="Times New Roman" panose="02020603050405020304" pitchFamily="18" charset="0"/>
              <a:ea typeface="宋体" panose="02010600030101010101" pitchFamily="2" charset="-122"/>
            </a:endParaRPr>
          </a:p>
          <a:p>
            <a:pPr marL="735806" lvl="1" indent="-392906">
              <a:buNone/>
            </a:pPr>
            <a:r>
              <a:rPr lang="en-US" altLang="zh-CN" sz="2400" dirty="0">
                <a:latin typeface="Times New Roman" panose="02020603050405020304" pitchFamily="18" charset="0"/>
                <a:ea typeface="宋体" panose="02010600030101010101" pitchFamily="2" charset="-122"/>
              </a:rPr>
              <a:t>(1) </a:t>
            </a:r>
            <a:r>
              <a:rPr lang="zh-CN" altLang="zh-CN" sz="2400" dirty="0">
                <a:latin typeface="Times New Roman" panose="02020603050405020304" pitchFamily="18" charset="0"/>
                <a:ea typeface="宋体" panose="02010600030101010101" pitchFamily="2" charset="-122"/>
              </a:rPr>
              <a:t>再申请一些全球</a:t>
            </a:r>
            <a:r>
              <a:rPr lang="en-US" altLang="zh-CN" sz="2400" dirty="0">
                <a:latin typeface="Times New Roman" panose="02020603050405020304" pitchFamily="18" charset="0"/>
                <a:ea typeface="宋体" panose="02010600030101010101" pitchFamily="2" charset="-122"/>
              </a:rPr>
              <a:t> IP </a:t>
            </a:r>
            <a:r>
              <a:rPr lang="zh-CN" altLang="zh-CN" sz="2400" dirty="0">
                <a:latin typeface="Times New Roman" panose="02020603050405020304" pitchFamily="18" charset="0"/>
                <a:ea typeface="宋体" panose="02010600030101010101" pitchFamily="2" charset="-122"/>
              </a:rPr>
              <a:t>地址。但这在很多情况下是不容易做到</a:t>
            </a:r>
            <a:r>
              <a:rPr lang="zh-CN" altLang="en-US" sz="2400" dirty="0">
                <a:latin typeface="Times New Roman" panose="02020603050405020304" pitchFamily="18" charset="0"/>
                <a:ea typeface="宋体" panose="02010600030101010101" pitchFamily="2" charset="-122"/>
              </a:rPr>
              <a:t>的。</a:t>
            </a:r>
            <a:endParaRPr lang="en-US" altLang="zh-CN" sz="2400" dirty="0">
              <a:latin typeface="Times New Roman" panose="02020603050405020304" pitchFamily="18" charset="0"/>
              <a:ea typeface="宋体" panose="02010600030101010101" pitchFamily="2" charset="-122"/>
            </a:endParaRPr>
          </a:p>
          <a:p>
            <a:pPr marL="735806" lvl="1" indent="-392906">
              <a:buNone/>
            </a:pPr>
            <a:r>
              <a:rPr lang="en-US" altLang="zh-CN" sz="2400" dirty="0">
                <a:latin typeface="Times New Roman" panose="02020603050405020304" pitchFamily="18" charset="0"/>
                <a:ea typeface="宋体" panose="02010600030101010101" pitchFamily="2" charset="-122"/>
              </a:rPr>
              <a:t>(2)</a:t>
            </a:r>
            <a:r>
              <a:rPr lang="zh-CN" altLang="en-US" sz="2400" dirty="0">
                <a:latin typeface="Times New Roman" panose="02020603050405020304" pitchFamily="18" charset="0"/>
                <a:ea typeface="宋体" panose="02010600030101010101" pitchFamily="2" charset="-122"/>
              </a:rPr>
              <a:t> </a:t>
            </a:r>
            <a:r>
              <a:rPr lang="zh-CN" altLang="zh-CN" sz="2400" dirty="0">
                <a:latin typeface="Times New Roman" panose="02020603050405020304" pitchFamily="18" charset="0"/>
                <a:ea typeface="宋体" panose="02010600030101010101" pitchFamily="2" charset="-122"/>
              </a:rPr>
              <a:t>采用网络地址转换</a:t>
            </a:r>
            <a:r>
              <a:rPr lang="en-US" altLang="zh-CN" sz="2400" dirty="0">
                <a:latin typeface="Times New Roman" panose="02020603050405020304" pitchFamily="18" charset="0"/>
                <a:ea typeface="宋体" panose="02010600030101010101" pitchFamily="2" charset="-122"/>
              </a:rPr>
              <a:t> NAT</a:t>
            </a:r>
            <a:r>
              <a:rPr lang="zh-CN" altLang="en-US" sz="2400" dirty="0">
                <a:latin typeface="Times New Roman" panose="02020603050405020304" pitchFamily="18" charset="0"/>
                <a:ea typeface="宋体" panose="02010600030101010101" pitchFamily="2" charset="-122"/>
              </a:rPr>
              <a:t>。这是</a:t>
            </a:r>
            <a:r>
              <a:rPr lang="zh-CN" altLang="zh-CN" sz="2400" dirty="0">
                <a:latin typeface="Times New Roman" panose="02020603050405020304" pitchFamily="18" charset="0"/>
                <a:ea typeface="宋体" panose="02010600030101010101" pitchFamily="2" charset="-122"/>
              </a:rPr>
              <a:t>目前使用得最多的方法</a:t>
            </a:r>
            <a:r>
              <a:rPr lang="zh-CN" altLang="en-US" sz="2400" dirty="0">
                <a:latin typeface="Times New Roman" panose="02020603050405020304" pitchFamily="18" charset="0"/>
                <a:ea typeface="宋体" panose="02010600030101010101" pitchFamily="2" charset="-122"/>
              </a:rPr>
              <a:t>。</a:t>
            </a:r>
            <a:endParaRPr lang="zh-CN" altLang="zh-CN" sz="2400" dirty="0">
              <a:latin typeface="Times New Roman" panose="02020603050405020304" pitchFamily="18" charset="0"/>
              <a:ea typeface="宋体" panose="02010600030101010101" pitchFamily="2" charset="-122"/>
            </a:endParaRPr>
          </a:p>
          <a:p>
            <a:endParaRPr lang="en-US" altLang="zh-CN" sz="2800" dirty="0">
              <a:latin typeface="Times New Roman" panose="02020603050405020304" pitchFamily="18" charset="0"/>
              <a:ea typeface="宋体" panose="02010600030101010101" pitchFamily="2" charset="-122"/>
            </a:endParaRPr>
          </a:p>
        </p:txBody>
      </p:sp>
      <p:sp>
        <p:nvSpPr>
          <p:cNvPr id="463874" name="Rectangle 2">
            <a:extLst>
              <a:ext uri="{FF2B5EF4-FFF2-40B4-BE49-F238E27FC236}">
                <a16:creationId xmlns:a16="http://schemas.microsoft.com/office/drawing/2014/main" id="{4DFD9558-1000-FD47-BADC-E65E35C87BF5}"/>
              </a:ext>
            </a:extLst>
          </p:cNvPr>
          <p:cNvSpPr txBox="1">
            <a:spLocks noChangeArrowheads="1"/>
          </p:cNvSpPr>
          <p:nvPr/>
        </p:nvSpPr>
        <p:spPr bwMode="auto">
          <a:xfrm>
            <a:off x="133563" y="283369"/>
            <a:ext cx="8930427" cy="596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dirty="0">
                <a:ea typeface="宋体" panose="02010600030101010101" pitchFamily="2" charset="-122"/>
              </a:rPr>
              <a:t>4.7.2   </a:t>
            </a:r>
            <a:r>
              <a:rPr lang="zh-CN" altLang="en-US" dirty="0">
                <a:ea typeface="宋体" panose="02010600030101010101" pitchFamily="2" charset="-122"/>
              </a:rPr>
              <a:t>网络地址转换 </a:t>
            </a:r>
            <a:r>
              <a:rPr lang="en-US" altLang="zh-CN" dirty="0">
                <a:ea typeface="宋体" panose="02010600030101010101" pitchFamily="2" charset="-122"/>
              </a:rPr>
              <a:t>NAT </a:t>
            </a:r>
            <a:r>
              <a:rPr lang="en-US" altLang="zh-CN" sz="2400" dirty="0">
                <a:ea typeface="宋体" panose="02010600030101010101" pitchFamily="2" charset="-122"/>
              </a:rPr>
              <a:t>(Network Address Translation)</a:t>
            </a:r>
          </a:p>
        </p:txBody>
      </p:sp>
    </p:spTree>
    <p:extLst>
      <p:ext uri="{BB962C8B-B14F-4D97-AF65-F5344CB8AC3E}">
        <p14:creationId xmlns:p14="http://schemas.microsoft.com/office/powerpoint/2010/main" val="4243213375"/>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5921" name="Rectangle 2">
            <a:extLst>
              <a:ext uri="{FF2B5EF4-FFF2-40B4-BE49-F238E27FC236}">
                <a16:creationId xmlns:a16="http://schemas.microsoft.com/office/drawing/2014/main" id="{28CB2B97-50D5-EC4C-862A-0A83196A4571}"/>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网络地址转换 </a:t>
            </a:r>
            <a:r>
              <a:rPr lang="en-US" altLang="zh-CN">
                <a:latin typeface="Times New Roman" panose="02020603050405020304" pitchFamily="18" charset="0"/>
                <a:ea typeface="宋体" panose="02010600030101010101" pitchFamily="2" charset="-122"/>
              </a:rPr>
              <a:t>NAT</a:t>
            </a:r>
            <a:endParaRPr lang="en-US" altLang="zh-CN" sz="2475">
              <a:ea typeface="宋体" panose="02010600030101010101" pitchFamily="2" charset="-122"/>
            </a:endParaRPr>
          </a:p>
        </p:txBody>
      </p:sp>
      <p:sp>
        <p:nvSpPr>
          <p:cNvPr id="628739" name="Rectangle 3">
            <a:extLst>
              <a:ext uri="{FF2B5EF4-FFF2-40B4-BE49-F238E27FC236}">
                <a16:creationId xmlns:a16="http://schemas.microsoft.com/office/drawing/2014/main" id="{E165597A-EEDE-4B45-BBD7-2746D2511323}"/>
              </a:ext>
            </a:extLst>
          </p:cNvPr>
          <p:cNvSpPr>
            <a:spLocks noGrp="1" noChangeArrowheads="1"/>
          </p:cNvSpPr>
          <p:nvPr>
            <p:ph idx="1"/>
          </p:nvPr>
        </p:nvSpPr>
        <p:spPr/>
        <p:txBody>
          <a:bodyPr/>
          <a:lstStyle/>
          <a:p>
            <a:r>
              <a:rPr lang="zh-CN" altLang="en-US" dirty="0">
                <a:latin typeface="Times New Roman" panose="02020603050405020304" pitchFamily="18" charset="0"/>
                <a:ea typeface="宋体" panose="02010600030101010101" pitchFamily="2" charset="-122"/>
              </a:rPr>
              <a:t>网络地址转换 </a:t>
            </a:r>
            <a:r>
              <a:rPr lang="en-US" altLang="zh-CN" dirty="0">
                <a:latin typeface="Times New Roman" panose="02020603050405020304" pitchFamily="18" charset="0"/>
                <a:ea typeface="宋体" panose="02010600030101010101" pitchFamily="2" charset="-122"/>
              </a:rPr>
              <a:t>NAT (Network Address Translation)  </a:t>
            </a:r>
            <a:r>
              <a:rPr lang="zh-CN" altLang="en-US" dirty="0">
                <a:latin typeface="Times New Roman" panose="02020603050405020304" pitchFamily="18" charset="0"/>
                <a:ea typeface="宋体" panose="02010600030101010101" pitchFamily="2" charset="-122"/>
              </a:rPr>
              <a:t>方法于</a:t>
            </a:r>
            <a:r>
              <a:rPr lang="en-US" altLang="zh-CN" dirty="0">
                <a:latin typeface="Times New Roman" panose="02020603050405020304" pitchFamily="18" charset="0"/>
                <a:ea typeface="宋体" panose="02010600030101010101" pitchFamily="2" charset="-122"/>
              </a:rPr>
              <a:t>1994</a:t>
            </a:r>
            <a:r>
              <a:rPr lang="zh-CN" altLang="en-US" dirty="0">
                <a:latin typeface="Times New Roman" panose="02020603050405020304" pitchFamily="18" charset="0"/>
                <a:ea typeface="宋体" panose="02010600030101010101" pitchFamily="2" charset="-122"/>
              </a:rPr>
              <a:t>年提出。</a:t>
            </a:r>
          </a:p>
          <a:p>
            <a:r>
              <a:rPr lang="zh-CN" altLang="en-US" dirty="0">
                <a:latin typeface="Times New Roman" panose="02020603050405020304" pitchFamily="18" charset="0"/>
                <a:ea typeface="宋体" panose="02010600030101010101" pitchFamily="2" charset="-122"/>
              </a:rPr>
              <a:t>需要在专用网连接到互联网的路由器上安装 </a:t>
            </a:r>
            <a:r>
              <a:rPr lang="en-US" altLang="zh-CN" dirty="0">
                <a:latin typeface="Times New Roman" panose="02020603050405020304" pitchFamily="18" charset="0"/>
                <a:ea typeface="宋体" panose="02010600030101010101" pitchFamily="2" charset="-122"/>
              </a:rPr>
              <a:t>NAT </a:t>
            </a:r>
            <a:r>
              <a:rPr lang="zh-CN" altLang="en-US" dirty="0">
                <a:latin typeface="Times New Roman" panose="02020603050405020304" pitchFamily="18" charset="0"/>
                <a:ea typeface="宋体" panose="02010600030101010101" pitchFamily="2" charset="-122"/>
              </a:rPr>
              <a:t>软件。装有 </a:t>
            </a:r>
            <a:r>
              <a:rPr lang="en-US" altLang="zh-CN" dirty="0">
                <a:latin typeface="Times New Roman" panose="02020603050405020304" pitchFamily="18" charset="0"/>
                <a:ea typeface="宋体" panose="02010600030101010101" pitchFamily="2" charset="-122"/>
              </a:rPr>
              <a:t>NAT </a:t>
            </a:r>
            <a:r>
              <a:rPr lang="zh-CN" altLang="en-US" dirty="0">
                <a:latin typeface="Times New Roman" panose="02020603050405020304" pitchFamily="18" charset="0"/>
                <a:ea typeface="宋体" panose="02010600030101010101" pitchFamily="2" charset="-122"/>
              </a:rPr>
              <a:t>软件的路由器叫作 </a:t>
            </a:r>
            <a:r>
              <a:rPr lang="en-US" altLang="zh-CN" dirty="0">
                <a:solidFill>
                  <a:srgbClr val="FF0000"/>
                </a:solidFill>
                <a:latin typeface="Times New Roman" panose="02020603050405020304" pitchFamily="18" charset="0"/>
                <a:ea typeface="宋体" panose="02010600030101010101" pitchFamily="2" charset="-122"/>
              </a:rPr>
              <a:t>NAT</a:t>
            </a:r>
            <a:r>
              <a:rPr lang="zh-CN" altLang="en-US" dirty="0">
                <a:solidFill>
                  <a:srgbClr val="FF0000"/>
                </a:solidFill>
                <a:latin typeface="Times New Roman" panose="02020603050405020304" pitchFamily="18" charset="0"/>
                <a:ea typeface="宋体" panose="02010600030101010101" pitchFamily="2" charset="-122"/>
              </a:rPr>
              <a:t>路由器，</a:t>
            </a:r>
            <a:r>
              <a:rPr lang="zh-CN" altLang="en-US" dirty="0">
                <a:solidFill>
                  <a:srgbClr val="0000FF"/>
                </a:solidFill>
                <a:latin typeface="Times New Roman" panose="02020603050405020304" pitchFamily="18" charset="0"/>
                <a:ea typeface="宋体" panose="02010600030101010101" pitchFamily="2" charset="-122"/>
              </a:rPr>
              <a:t>它至少有一个有效的外部全球</a:t>
            </a:r>
            <a:r>
              <a:rPr lang="en-US" altLang="zh-CN" dirty="0">
                <a:solidFill>
                  <a:srgbClr val="0000FF"/>
                </a:solidFill>
                <a:latin typeface="Times New Roman" panose="02020603050405020304" pitchFamily="18" charset="0"/>
                <a:ea typeface="宋体" panose="02010600030101010101" pitchFamily="2" charset="-122"/>
              </a:rPr>
              <a:t>IP</a:t>
            </a:r>
            <a:r>
              <a:rPr lang="zh-CN" altLang="en-US" dirty="0">
                <a:solidFill>
                  <a:srgbClr val="0000FF"/>
                </a:solidFill>
                <a:latin typeface="Times New Roman" panose="02020603050405020304" pitchFamily="18" charset="0"/>
                <a:ea typeface="宋体" panose="02010600030101010101" pitchFamily="2" charset="-122"/>
              </a:rPr>
              <a:t>地址。</a:t>
            </a:r>
          </a:p>
          <a:p>
            <a:r>
              <a:rPr lang="zh-CN" altLang="en-US" dirty="0">
                <a:latin typeface="Times New Roman" panose="02020603050405020304" pitchFamily="18" charset="0"/>
                <a:ea typeface="宋体" panose="02010600030101010101" pitchFamily="2" charset="-122"/>
              </a:rPr>
              <a:t>所有使用本地地址的主机在和外界通信时，都要在 </a:t>
            </a:r>
            <a:r>
              <a:rPr lang="en-US" altLang="zh-CN" dirty="0">
                <a:latin typeface="Times New Roman" panose="02020603050405020304" pitchFamily="18" charset="0"/>
                <a:ea typeface="宋体" panose="02010600030101010101" pitchFamily="2" charset="-122"/>
              </a:rPr>
              <a:t>NAT </a:t>
            </a:r>
            <a:r>
              <a:rPr lang="zh-CN" altLang="en-US" dirty="0">
                <a:latin typeface="Times New Roman" panose="02020603050405020304" pitchFamily="18" charset="0"/>
                <a:ea typeface="宋体" panose="02010600030101010101" pitchFamily="2" charset="-122"/>
              </a:rPr>
              <a:t>路由器</a:t>
            </a:r>
            <a:r>
              <a:rPr lang="zh-CN" altLang="en-US" dirty="0">
                <a:solidFill>
                  <a:srgbClr val="FF0000"/>
                </a:solidFill>
                <a:latin typeface="Times New Roman" panose="02020603050405020304" pitchFamily="18" charset="0"/>
                <a:ea typeface="宋体" panose="02010600030101010101" pitchFamily="2" charset="-122"/>
              </a:rPr>
              <a:t>上将其本地地址转换成</a:t>
            </a:r>
            <a:r>
              <a:rPr lang="zh-CN" altLang="zh-CN" dirty="0">
                <a:solidFill>
                  <a:srgbClr val="FF0000"/>
                </a:solidFill>
                <a:latin typeface="Times New Roman" panose="02020603050405020304" pitchFamily="18" charset="0"/>
                <a:ea typeface="宋体" panose="02010600030101010101" pitchFamily="2" charset="-122"/>
              </a:rPr>
              <a:t>全球</a:t>
            </a:r>
            <a:r>
              <a:rPr lang="en-US" altLang="zh-CN" dirty="0">
                <a:solidFill>
                  <a:srgbClr val="FF0000"/>
                </a:solidFill>
                <a:latin typeface="Times New Roman" panose="02020603050405020304" pitchFamily="18" charset="0"/>
                <a:ea typeface="宋体" panose="02010600030101010101" pitchFamily="2" charset="-122"/>
              </a:rPr>
              <a:t> IP </a:t>
            </a:r>
            <a:r>
              <a:rPr lang="zh-CN" altLang="zh-CN" dirty="0">
                <a:solidFill>
                  <a:srgbClr val="FF0000"/>
                </a:solidFill>
                <a:latin typeface="Times New Roman" panose="02020603050405020304" pitchFamily="18" charset="0"/>
                <a:ea typeface="宋体" panose="02010600030101010101" pitchFamily="2" charset="-122"/>
              </a:rPr>
              <a:t>地址</a:t>
            </a:r>
            <a:r>
              <a:rPr lang="zh-CN" altLang="en-US" dirty="0">
                <a:solidFill>
                  <a:srgbClr val="FF0000"/>
                </a:solidFill>
                <a:latin typeface="Times New Roman" panose="02020603050405020304" pitchFamily="18" charset="0"/>
                <a:ea typeface="宋体" panose="02010600030101010101" pitchFamily="2" charset="-122"/>
              </a:rPr>
              <a:t>，</a:t>
            </a:r>
            <a:r>
              <a:rPr lang="zh-CN" altLang="en-US" dirty="0">
                <a:latin typeface="Times New Roman" panose="02020603050405020304" pitchFamily="18" charset="0"/>
                <a:ea typeface="宋体" panose="02010600030101010101" pitchFamily="2" charset="-122"/>
              </a:rPr>
              <a:t>才能和互联网连接。</a:t>
            </a:r>
            <a:r>
              <a:rPr lang="zh-CN" altLang="en-US" sz="2475" dirty="0">
                <a:ea typeface="宋体" panose="02010600030101010101" pitchFamily="2" charset="-122"/>
              </a:rPr>
              <a:t> </a:t>
            </a:r>
            <a:r>
              <a:rPr lang="zh-CN" altLang="en-US" dirty="0">
                <a:latin typeface="Times New Roman" panose="02020603050405020304" pitchFamily="18" charset="0"/>
                <a:ea typeface="宋体" panose="02010600030101010101" pitchFamily="2" charset="-122"/>
              </a:rPr>
              <a:t> </a:t>
            </a:r>
          </a:p>
        </p:txBody>
      </p:sp>
    </p:spTree>
    <p:extLst>
      <p:ext uri="{BB962C8B-B14F-4D97-AF65-F5344CB8AC3E}">
        <p14:creationId xmlns:p14="http://schemas.microsoft.com/office/powerpoint/2010/main" val="206862402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2873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2873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7969" name="Rectangle 2">
            <a:extLst>
              <a:ext uri="{FF2B5EF4-FFF2-40B4-BE49-F238E27FC236}">
                <a16:creationId xmlns:a16="http://schemas.microsoft.com/office/drawing/2014/main" id="{C9679B17-1AC8-1740-BB50-DFA7CB901C2B}"/>
              </a:ext>
            </a:extLst>
          </p:cNvPr>
          <p:cNvSpPr>
            <a:spLocks noGrp="1" noChangeArrowheads="1"/>
          </p:cNvSpPr>
          <p:nvPr>
            <p:ph type="title"/>
          </p:nvPr>
        </p:nvSpPr>
        <p:spPr>
          <a:xfrm>
            <a:off x="171450" y="246460"/>
            <a:ext cx="6935391" cy="647700"/>
          </a:xfrm>
        </p:spPr>
        <p:txBody>
          <a:bodyPr/>
          <a:lstStyle/>
          <a:p>
            <a:r>
              <a:rPr lang="zh-CN" altLang="en-US">
                <a:ea typeface="宋体" panose="02010600030101010101" pitchFamily="2" charset="-122"/>
              </a:rPr>
              <a:t>网络地址转换示意图</a:t>
            </a:r>
          </a:p>
        </p:txBody>
      </p:sp>
      <p:pic>
        <p:nvPicPr>
          <p:cNvPr id="467970" name="Picture 4" descr="5-60">
            <a:extLst>
              <a:ext uri="{FF2B5EF4-FFF2-40B4-BE49-F238E27FC236}">
                <a16:creationId xmlns:a16="http://schemas.microsoft.com/office/drawing/2014/main" id="{A06540F7-858C-F841-ADDE-638162A08C6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2206" y="1458517"/>
            <a:ext cx="4267200" cy="2840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7971" name="灯片编号占位符 1">
            <a:extLst>
              <a:ext uri="{FF2B5EF4-FFF2-40B4-BE49-F238E27FC236}">
                <a16:creationId xmlns:a16="http://schemas.microsoft.com/office/drawing/2014/main" id="{38AC7AD2-B5B7-3646-9B2A-3D3934840C3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F1189FB-414D-794C-9C4D-98D46044323C}"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195</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2437704296"/>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8993" name="Rectangle 2">
            <a:extLst>
              <a:ext uri="{FF2B5EF4-FFF2-40B4-BE49-F238E27FC236}">
                <a16:creationId xmlns:a16="http://schemas.microsoft.com/office/drawing/2014/main" id="{82CC84FB-9827-3B41-BA8A-74BC0F36919B}"/>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网络地址转换的过程</a:t>
            </a:r>
            <a:endParaRPr lang="zh-CN" altLang="en-US" sz="2475">
              <a:latin typeface="Times New Roman" panose="02020603050405020304" pitchFamily="18" charset="0"/>
              <a:ea typeface="宋体" panose="02010600030101010101" pitchFamily="2" charset="-122"/>
            </a:endParaRPr>
          </a:p>
        </p:txBody>
      </p:sp>
      <p:sp>
        <p:nvSpPr>
          <p:cNvPr id="6" name="Line 74">
            <a:extLst>
              <a:ext uri="{FF2B5EF4-FFF2-40B4-BE49-F238E27FC236}">
                <a16:creationId xmlns:a16="http://schemas.microsoft.com/office/drawing/2014/main" id="{D255F0F0-6BDE-364E-9738-23FF5D4A8E1B}"/>
              </a:ext>
            </a:extLst>
          </p:cNvPr>
          <p:cNvSpPr>
            <a:spLocks noChangeShapeType="1"/>
          </p:cNvSpPr>
          <p:nvPr/>
        </p:nvSpPr>
        <p:spPr bwMode="auto">
          <a:xfrm>
            <a:off x="7323058" y="3214926"/>
            <a:ext cx="441722" cy="120253"/>
          </a:xfrm>
          <a:prstGeom prst="line">
            <a:avLst/>
          </a:prstGeom>
          <a:noFill/>
          <a:ln w="9525">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7" name="Line 73">
            <a:extLst>
              <a:ext uri="{FF2B5EF4-FFF2-40B4-BE49-F238E27FC236}">
                <a16:creationId xmlns:a16="http://schemas.microsoft.com/office/drawing/2014/main" id="{2CAE5A57-5FBC-5B43-A586-1436946839D5}"/>
              </a:ext>
            </a:extLst>
          </p:cNvPr>
          <p:cNvSpPr>
            <a:spLocks noChangeShapeType="1"/>
          </p:cNvSpPr>
          <p:nvPr/>
        </p:nvSpPr>
        <p:spPr bwMode="auto">
          <a:xfrm>
            <a:off x="7046833" y="3631645"/>
            <a:ext cx="441722" cy="298847"/>
          </a:xfrm>
          <a:prstGeom prst="line">
            <a:avLst/>
          </a:prstGeom>
          <a:noFill/>
          <a:ln w="9525">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8" name="Line 72">
            <a:extLst>
              <a:ext uri="{FF2B5EF4-FFF2-40B4-BE49-F238E27FC236}">
                <a16:creationId xmlns:a16="http://schemas.microsoft.com/office/drawing/2014/main" id="{619AC16E-52D9-F54B-B8EA-E828DF771296}"/>
              </a:ext>
            </a:extLst>
          </p:cNvPr>
          <p:cNvSpPr>
            <a:spLocks noChangeShapeType="1"/>
          </p:cNvSpPr>
          <p:nvPr/>
        </p:nvSpPr>
        <p:spPr bwMode="auto">
          <a:xfrm flipV="1">
            <a:off x="7102792" y="2677954"/>
            <a:ext cx="385763" cy="238125"/>
          </a:xfrm>
          <a:prstGeom prst="line">
            <a:avLst/>
          </a:prstGeom>
          <a:noFill/>
          <a:ln w="9525">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grpSp>
        <p:nvGrpSpPr>
          <p:cNvPr id="468997" name="Group 61">
            <a:extLst>
              <a:ext uri="{FF2B5EF4-FFF2-40B4-BE49-F238E27FC236}">
                <a16:creationId xmlns:a16="http://schemas.microsoft.com/office/drawing/2014/main" id="{BF57432E-E7E9-6145-A23A-081D6F6E86CE}"/>
              </a:ext>
            </a:extLst>
          </p:cNvPr>
          <p:cNvGrpSpPr>
            <a:grpSpLocks/>
          </p:cNvGrpSpPr>
          <p:nvPr/>
        </p:nvGrpSpPr>
        <p:grpSpPr bwMode="auto">
          <a:xfrm flipH="1">
            <a:off x="2403396" y="3335179"/>
            <a:ext cx="719138" cy="178594"/>
            <a:chOff x="521" y="2478"/>
            <a:chExt cx="1044" cy="136"/>
          </a:xfrm>
        </p:grpSpPr>
        <p:sp>
          <p:nvSpPr>
            <p:cNvPr id="469038" name="AutoShape 62">
              <a:extLst>
                <a:ext uri="{FF2B5EF4-FFF2-40B4-BE49-F238E27FC236}">
                  <a16:creationId xmlns:a16="http://schemas.microsoft.com/office/drawing/2014/main" id="{ACB22BFB-C45F-9946-94A7-36347A0F13C5}"/>
                </a:ext>
              </a:extLst>
            </p:cNvPr>
            <p:cNvSpPr>
              <a:spLocks noChangeArrowheads="1"/>
            </p:cNvSpPr>
            <p:nvPr/>
          </p:nvSpPr>
          <p:spPr bwMode="auto">
            <a:xfrm>
              <a:off x="1384" y="2505"/>
              <a:ext cx="181" cy="91"/>
            </a:xfrm>
            <a:prstGeom prst="rightArrow">
              <a:avLst>
                <a:gd name="adj1" fmla="val 49454"/>
                <a:gd name="adj2" fmla="val 72525"/>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69039" name="Rectangle 63">
              <a:extLst>
                <a:ext uri="{FF2B5EF4-FFF2-40B4-BE49-F238E27FC236}">
                  <a16:creationId xmlns:a16="http://schemas.microsoft.com/office/drawing/2014/main" id="{E01A4950-5076-B64F-8949-9E29E4C66154}"/>
                </a:ext>
              </a:extLst>
            </p:cNvPr>
            <p:cNvSpPr>
              <a:spLocks noChangeArrowheads="1"/>
            </p:cNvSpPr>
            <p:nvPr/>
          </p:nvSpPr>
          <p:spPr bwMode="auto">
            <a:xfrm>
              <a:off x="521" y="2478"/>
              <a:ext cx="634"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69040" name="Rectangle 64">
              <a:extLst>
                <a:ext uri="{FF2B5EF4-FFF2-40B4-BE49-F238E27FC236}">
                  <a16:creationId xmlns:a16="http://schemas.microsoft.com/office/drawing/2014/main" id="{B7FB7D76-6F60-C346-94A4-F96666775FF7}"/>
                </a:ext>
              </a:extLst>
            </p:cNvPr>
            <p:cNvSpPr>
              <a:spLocks noChangeArrowheads="1"/>
            </p:cNvSpPr>
            <p:nvPr/>
          </p:nvSpPr>
          <p:spPr bwMode="auto">
            <a:xfrm>
              <a:off x="1155" y="2478"/>
              <a:ext cx="228" cy="136"/>
            </a:xfrm>
            <a:prstGeom prst="rect">
              <a:avLst/>
            </a:prstGeom>
            <a:solidFill>
              <a:srgbClr val="66FF66"/>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grpSp>
      <p:sp>
        <p:nvSpPr>
          <p:cNvPr id="468998" name="Rectangle 43">
            <a:extLst>
              <a:ext uri="{FF2B5EF4-FFF2-40B4-BE49-F238E27FC236}">
                <a16:creationId xmlns:a16="http://schemas.microsoft.com/office/drawing/2014/main" id="{D047EE67-806C-3B4A-A41C-DBAE2149BCCF}"/>
              </a:ext>
            </a:extLst>
          </p:cNvPr>
          <p:cNvSpPr>
            <a:spLocks noChangeArrowheads="1"/>
          </p:cNvSpPr>
          <p:nvPr/>
        </p:nvSpPr>
        <p:spPr bwMode="auto">
          <a:xfrm>
            <a:off x="1817609" y="2200514"/>
            <a:ext cx="1858565" cy="1491853"/>
          </a:xfrm>
          <a:prstGeom prst="rect">
            <a:avLst/>
          </a:prstGeom>
          <a:noFill/>
          <a:ln w="28575">
            <a:solidFill>
              <a:schemeClr val="tx1"/>
            </a:solidFill>
            <a:prstDash val="dash"/>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14" name="Line 37">
            <a:extLst>
              <a:ext uri="{FF2B5EF4-FFF2-40B4-BE49-F238E27FC236}">
                <a16:creationId xmlns:a16="http://schemas.microsoft.com/office/drawing/2014/main" id="{7582BEEE-3F3B-D045-8877-E7F1D5CA2386}"/>
              </a:ext>
            </a:extLst>
          </p:cNvPr>
          <p:cNvSpPr>
            <a:spLocks noChangeShapeType="1"/>
          </p:cNvSpPr>
          <p:nvPr/>
        </p:nvSpPr>
        <p:spPr bwMode="auto">
          <a:xfrm>
            <a:off x="1906905" y="3274457"/>
            <a:ext cx="2100263" cy="0"/>
          </a:xfrm>
          <a:prstGeom prst="line">
            <a:avLst/>
          </a:prstGeom>
          <a:noFill/>
          <a:ln w="38100">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15" name="Line 34">
            <a:extLst>
              <a:ext uri="{FF2B5EF4-FFF2-40B4-BE49-F238E27FC236}">
                <a16:creationId xmlns:a16="http://schemas.microsoft.com/office/drawing/2014/main" id="{61A7B33F-5AEA-2D42-BD3F-D39ECF239994}"/>
              </a:ext>
            </a:extLst>
          </p:cNvPr>
          <p:cNvSpPr>
            <a:spLocks noChangeShapeType="1"/>
          </p:cNvSpPr>
          <p:nvPr/>
        </p:nvSpPr>
        <p:spPr bwMode="auto">
          <a:xfrm>
            <a:off x="4061937" y="3274457"/>
            <a:ext cx="1493044" cy="0"/>
          </a:xfrm>
          <a:prstGeom prst="line">
            <a:avLst/>
          </a:prstGeom>
          <a:noFill/>
          <a:ln w="9525">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graphicFrame>
        <p:nvGraphicFramePr>
          <p:cNvPr id="469001" name="Object 4">
            <a:extLst>
              <a:ext uri="{FF2B5EF4-FFF2-40B4-BE49-F238E27FC236}">
                <a16:creationId xmlns:a16="http://schemas.microsoft.com/office/drawing/2014/main" id="{8B693B6D-D017-2946-9342-B2792D3FCD4B}"/>
              </a:ext>
            </a:extLst>
          </p:cNvPr>
          <p:cNvGraphicFramePr>
            <a:graphicFrameLocks noChangeAspect="1"/>
          </p:cNvGraphicFramePr>
          <p:nvPr>
            <p:extLst>
              <p:ext uri="{D42A27DB-BD31-4B8C-83A1-F6EECF244321}">
                <p14:modId xmlns:p14="http://schemas.microsoft.com/office/powerpoint/2010/main" val="397484194"/>
              </p:ext>
            </p:extLst>
          </p:nvPr>
        </p:nvGraphicFramePr>
        <p:xfrm>
          <a:off x="5444252" y="2499361"/>
          <a:ext cx="2105025" cy="1412081"/>
        </p:xfrm>
        <a:graphic>
          <a:graphicData uri="http://schemas.openxmlformats.org/presentationml/2006/ole">
            <mc:AlternateContent xmlns:mc="http://schemas.openxmlformats.org/markup-compatibility/2006">
              <mc:Choice xmlns:v="urn:schemas-microsoft-com:vml" Requires="v">
                <p:oleObj spid="_x0000_s455696" name="VISIO" r:id="rId4" imgW="3378200" imgH="1930400" progId="">
                  <p:embed/>
                </p:oleObj>
              </mc:Choice>
              <mc:Fallback>
                <p:oleObj name="VISIO" r:id="rId4" imgW="3378200" imgH="1930400" progId="">
                  <p:embed/>
                  <p:pic>
                    <p:nvPicPr>
                      <p:cNvPr id="469001" name="Object 4">
                        <a:extLst>
                          <a:ext uri="{FF2B5EF4-FFF2-40B4-BE49-F238E27FC236}">
                            <a16:creationId xmlns:a16="http://schemas.microsoft.com/office/drawing/2014/main" id="{8B693B6D-D017-2946-9342-B2792D3FCD4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44252" y="2499361"/>
                        <a:ext cx="2105025" cy="14120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469002" name="Picture 6">
            <a:extLst>
              <a:ext uri="{FF2B5EF4-FFF2-40B4-BE49-F238E27FC236}">
                <a16:creationId xmlns:a16="http://schemas.microsoft.com/office/drawing/2014/main" id="{494DD98E-7B9C-3A4F-91EF-8020B9EEA23D}"/>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96440" y="3186351"/>
            <a:ext cx="400050" cy="207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69003" name="Text Box 7">
            <a:extLst>
              <a:ext uri="{FF2B5EF4-FFF2-40B4-BE49-F238E27FC236}">
                <a16:creationId xmlns:a16="http://schemas.microsoft.com/office/drawing/2014/main" id="{125AC1F2-531E-8149-9303-C9C73A81B09E}"/>
              </a:ext>
            </a:extLst>
          </p:cNvPr>
          <p:cNvSpPr txBox="1">
            <a:spLocks noChangeArrowheads="1"/>
          </p:cNvSpPr>
          <p:nvPr/>
        </p:nvSpPr>
        <p:spPr bwMode="auto">
          <a:xfrm>
            <a:off x="3707536" y="2737485"/>
            <a:ext cx="704040"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350">
                <a:solidFill>
                  <a:srgbClr val="FF0000"/>
                </a:solidFill>
                <a:latin typeface="微软雅黑" panose="020B0503020204020204" pitchFamily="34" charset="-122"/>
                <a:ea typeface="宋体" panose="02010600030101010101" pitchFamily="2" charset="-122"/>
              </a:rPr>
              <a:t>NAT</a:t>
            </a:r>
          </a:p>
          <a:p>
            <a:pPr algn="ctr" eaLnBrk="1" hangingPunct="1">
              <a:lnSpc>
                <a:spcPct val="90000"/>
              </a:lnSpc>
              <a:spcBef>
                <a:spcPct val="0"/>
              </a:spcBef>
              <a:buClrTx/>
              <a:buSzTx/>
              <a:buFontTx/>
              <a:buNone/>
            </a:pPr>
            <a:r>
              <a:rPr kumimoji="1" lang="zh-CN" altLang="en-US" sz="1350">
                <a:solidFill>
                  <a:srgbClr val="FF0000"/>
                </a:solidFill>
                <a:latin typeface="微软雅黑" panose="020B0503020204020204" pitchFamily="34" charset="-122"/>
                <a:ea typeface="宋体" panose="02010600030101010101" pitchFamily="2" charset="-122"/>
              </a:rPr>
              <a:t>路由器</a:t>
            </a:r>
          </a:p>
        </p:txBody>
      </p:sp>
      <p:pic>
        <p:nvPicPr>
          <p:cNvPr id="469004" name="Picture 30">
            <a:extLst>
              <a:ext uri="{FF2B5EF4-FFF2-40B4-BE49-F238E27FC236}">
                <a16:creationId xmlns:a16="http://schemas.microsoft.com/office/drawing/2014/main" id="{2EC22AD9-BE27-C747-B12E-552F8F3084AC}"/>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383780" y="2499360"/>
            <a:ext cx="258366" cy="283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9005" name="Picture 31">
            <a:extLst>
              <a:ext uri="{FF2B5EF4-FFF2-40B4-BE49-F238E27FC236}">
                <a16:creationId xmlns:a16="http://schemas.microsoft.com/office/drawing/2014/main" id="{3D9EEC0B-FF13-E44E-B9EB-08DDADC55623}"/>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68290" y="3692367"/>
            <a:ext cx="258365" cy="283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9006" name="Picture 32">
            <a:extLst>
              <a:ext uri="{FF2B5EF4-FFF2-40B4-BE49-F238E27FC236}">
                <a16:creationId xmlns:a16="http://schemas.microsoft.com/office/drawing/2014/main" id="{619D1ED7-292C-8A43-9351-7C3211057BBF}"/>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660005" y="3155395"/>
            <a:ext cx="258366" cy="283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9007" name="Text Box 35">
            <a:extLst>
              <a:ext uri="{FF2B5EF4-FFF2-40B4-BE49-F238E27FC236}">
                <a16:creationId xmlns:a16="http://schemas.microsoft.com/office/drawing/2014/main" id="{F1F6889D-DD08-0E41-A641-850E397996BF}"/>
              </a:ext>
            </a:extLst>
          </p:cNvPr>
          <p:cNvSpPr txBox="1">
            <a:spLocks noChangeArrowheads="1"/>
          </p:cNvSpPr>
          <p:nvPr/>
        </p:nvSpPr>
        <p:spPr bwMode="auto">
          <a:xfrm>
            <a:off x="1928944" y="1895714"/>
            <a:ext cx="1688283" cy="279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350">
                <a:solidFill>
                  <a:srgbClr val="0000FF"/>
                </a:solidFill>
                <a:latin typeface="微软雅黑" panose="020B0503020204020204" pitchFamily="34" charset="-122"/>
                <a:ea typeface="宋体" panose="02010600030101010101" pitchFamily="2" charset="-122"/>
              </a:rPr>
              <a:t>专用网 </a:t>
            </a:r>
            <a:r>
              <a:rPr kumimoji="1" lang="en-US" altLang="zh-CN" sz="1350">
                <a:solidFill>
                  <a:srgbClr val="0000FF"/>
                </a:solidFill>
                <a:latin typeface="微软雅黑" panose="020B0503020204020204" pitchFamily="34" charset="-122"/>
                <a:ea typeface="宋体" panose="02010600030101010101" pitchFamily="2" charset="-122"/>
              </a:rPr>
              <a:t>192.168.0.0</a:t>
            </a:r>
          </a:p>
        </p:txBody>
      </p:sp>
      <p:sp>
        <p:nvSpPr>
          <p:cNvPr id="469008" name="Text Box 36">
            <a:extLst>
              <a:ext uri="{FF2B5EF4-FFF2-40B4-BE49-F238E27FC236}">
                <a16:creationId xmlns:a16="http://schemas.microsoft.com/office/drawing/2014/main" id="{EED3CC78-1471-B241-9BC7-FA00E6800D72}"/>
              </a:ext>
            </a:extLst>
          </p:cNvPr>
          <p:cNvSpPr txBox="1">
            <a:spLocks noChangeArrowheads="1"/>
          </p:cNvSpPr>
          <p:nvPr/>
        </p:nvSpPr>
        <p:spPr bwMode="auto">
          <a:xfrm>
            <a:off x="6039375" y="2705339"/>
            <a:ext cx="704040" cy="279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350">
                <a:solidFill>
                  <a:srgbClr val="000099"/>
                </a:solidFill>
                <a:latin typeface="微软雅黑" panose="020B0503020204020204" pitchFamily="34" charset="-122"/>
                <a:ea typeface="宋体" panose="02010600030101010101" pitchFamily="2" charset="-122"/>
              </a:rPr>
              <a:t>互联网</a:t>
            </a:r>
          </a:p>
        </p:txBody>
      </p:sp>
      <p:sp>
        <p:nvSpPr>
          <p:cNvPr id="24" name="Line 38">
            <a:extLst>
              <a:ext uri="{FF2B5EF4-FFF2-40B4-BE49-F238E27FC236}">
                <a16:creationId xmlns:a16="http://schemas.microsoft.com/office/drawing/2014/main" id="{400225B2-B7E0-5949-944C-ECD569BCB761}"/>
              </a:ext>
            </a:extLst>
          </p:cNvPr>
          <p:cNvSpPr>
            <a:spLocks noChangeShapeType="1"/>
          </p:cNvSpPr>
          <p:nvPr/>
        </p:nvSpPr>
        <p:spPr bwMode="auto">
          <a:xfrm rot="5400000">
            <a:off x="2012276" y="3076218"/>
            <a:ext cx="417909" cy="0"/>
          </a:xfrm>
          <a:prstGeom prst="line">
            <a:avLst/>
          </a:prstGeom>
          <a:noFill/>
          <a:ln w="38100">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pic>
        <p:nvPicPr>
          <p:cNvPr id="469010" name="Picture 27">
            <a:extLst>
              <a:ext uri="{FF2B5EF4-FFF2-40B4-BE49-F238E27FC236}">
                <a16:creationId xmlns:a16="http://schemas.microsoft.com/office/drawing/2014/main" id="{F22E4F0F-1F26-E244-96C8-BF4DAEF9944F}"/>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90261" y="2779158"/>
            <a:ext cx="258366" cy="283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69011" name="Group 42">
            <a:extLst>
              <a:ext uri="{FF2B5EF4-FFF2-40B4-BE49-F238E27FC236}">
                <a16:creationId xmlns:a16="http://schemas.microsoft.com/office/drawing/2014/main" id="{1B0BF7B7-DCF0-234E-B2CE-BC0A05BC5F1E}"/>
              </a:ext>
            </a:extLst>
          </p:cNvPr>
          <p:cNvGrpSpPr>
            <a:grpSpLocks/>
          </p:cNvGrpSpPr>
          <p:nvPr/>
        </p:nvGrpSpPr>
        <p:grpSpPr bwMode="auto">
          <a:xfrm>
            <a:off x="2791540" y="3036333"/>
            <a:ext cx="717947" cy="178594"/>
            <a:chOff x="521" y="2478"/>
            <a:chExt cx="1044" cy="136"/>
          </a:xfrm>
        </p:grpSpPr>
        <p:sp>
          <p:nvSpPr>
            <p:cNvPr id="469035" name="AutoShape 41">
              <a:extLst>
                <a:ext uri="{FF2B5EF4-FFF2-40B4-BE49-F238E27FC236}">
                  <a16:creationId xmlns:a16="http://schemas.microsoft.com/office/drawing/2014/main" id="{319518C9-FEA8-2B4C-AF18-81B0A7E65BF6}"/>
                </a:ext>
              </a:extLst>
            </p:cNvPr>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69036" name="Rectangle 39">
              <a:extLst>
                <a:ext uri="{FF2B5EF4-FFF2-40B4-BE49-F238E27FC236}">
                  <a16:creationId xmlns:a16="http://schemas.microsoft.com/office/drawing/2014/main" id="{E18545B6-471E-8448-A3A1-3C0C3355AF3B}"/>
                </a:ext>
              </a:extLst>
            </p:cNvPr>
            <p:cNvSpPr>
              <a:spLocks noChangeArrowheads="1"/>
            </p:cNvSpPr>
            <p:nvPr/>
          </p:nvSpPr>
          <p:spPr bwMode="auto">
            <a:xfrm>
              <a:off x="521" y="2478"/>
              <a:ext cx="635"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69037" name="Rectangle 40">
              <a:extLst>
                <a:ext uri="{FF2B5EF4-FFF2-40B4-BE49-F238E27FC236}">
                  <a16:creationId xmlns:a16="http://schemas.microsoft.com/office/drawing/2014/main" id="{74568729-E676-CF4E-8245-D7F699E98CEC}"/>
                </a:ext>
              </a:extLst>
            </p:cNvPr>
            <p:cNvSpPr>
              <a:spLocks noChangeArrowheads="1"/>
            </p:cNvSpPr>
            <p:nvPr/>
          </p:nvSpPr>
          <p:spPr bwMode="auto">
            <a:xfrm>
              <a:off x="1156" y="2478"/>
              <a:ext cx="227" cy="136"/>
            </a:xfrm>
            <a:prstGeom prst="rect">
              <a:avLst/>
            </a:prstGeom>
            <a:solidFill>
              <a:srgbClr val="66FF66"/>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grpSp>
      <p:sp>
        <p:nvSpPr>
          <p:cNvPr id="469012" name="Text Box 44">
            <a:extLst>
              <a:ext uri="{FF2B5EF4-FFF2-40B4-BE49-F238E27FC236}">
                <a16:creationId xmlns:a16="http://schemas.microsoft.com/office/drawing/2014/main" id="{E144D8A8-E0BC-BC41-AFC5-4C8687397F1B}"/>
              </a:ext>
            </a:extLst>
          </p:cNvPr>
          <p:cNvSpPr txBox="1">
            <a:spLocks noChangeArrowheads="1"/>
          </p:cNvSpPr>
          <p:nvPr/>
        </p:nvSpPr>
        <p:spPr bwMode="auto">
          <a:xfrm>
            <a:off x="2623257" y="2236233"/>
            <a:ext cx="1117615"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350">
                <a:solidFill>
                  <a:srgbClr val="990000"/>
                </a:solidFill>
                <a:latin typeface="微软雅黑" panose="020B0503020204020204" pitchFamily="34" charset="-122"/>
                <a:ea typeface="宋体" panose="02010600030101010101" pitchFamily="2" charset="-122"/>
              </a:rPr>
              <a:t>源 </a:t>
            </a:r>
            <a:r>
              <a:rPr kumimoji="1" lang="en-US" altLang="zh-CN" sz="1350">
                <a:solidFill>
                  <a:srgbClr val="990000"/>
                </a:solidFill>
                <a:latin typeface="微软雅黑" panose="020B0503020204020204" pitchFamily="34" charset="-122"/>
                <a:ea typeface="宋体" panose="02010600030101010101" pitchFamily="2" charset="-122"/>
              </a:rPr>
              <a:t>IP </a:t>
            </a:r>
            <a:r>
              <a:rPr kumimoji="1" lang="zh-CN" altLang="en-US" sz="1350">
                <a:solidFill>
                  <a:srgbClr val="990000"/>
                </a:solidFill>
                <a:latin typeface="微软雅黑" panose="020B0503020204020204" pitchFamily="34" charset="-122"/>
                <a:ea typeface="宋体" panose="02010600030101010101" pitchFamily="2" charset="-122"/>
              </a:rPr>
              <a:t>地址</a:t>
            </a:r>
          </a:p>
          <a:p>
            <a:pPr algn="ctr" eaLnBrk="1" hangingPunct="1">
              <a:lnSpc>
                <a:spcPct val="90000"/>
              </a:lnSpc>
              <a:spcBef>
                <a:spcPct val="0"/>
              </a:spcBef>
              <a:buClrTx/>
              <a:buSzTx/>
              <a:buFontTx/>
              <a:buNone/>
            </a:pPr>
            <a:r>
              <a:rPr kumimoji="1" lang="en-US" altLang="zh-CN" sz="1350">
                <a:solidFill>
                  <a:srgbClr val="990000"/>
                </a:solidFill>
                <a:latin typeface="微软雅黑" panose="020B0503020204020204" pitchFamily="34" charset="-122"/>
                <a:ea typeface="宋体" panose="02010600030101010101" pitchFamily="2" charset="-122"/>
              </a:rPr>
              <a:t>192.168.0.3</a:t>
            </a:r>
          </a:p>
        </p:txBody>
      </p:sp>
      <p:sp>
        <p:nvSpPr>
          <p:cNvPr id="469013" name="Text Box 45">
            <a:extLst>
              <a:ext uri="{FF2B5EF4-FFF2-40B4-BE49-F238E27FC236}">
                <a16:creationId xmlns:a16="http://schemas.microsoft.com/office/drawing/2014/main" id="{631C70C0-2557-6644-B9A9-0CDBD4D125D7}"/>
              </a:ext>
            </a:extLst>
          </p:cNvPr>
          <p:cNvSpPr txBox="1">
            <a:spLocks noChangeArrowheads="1"/>
          </p:cNvSpPr>
          <p:nvPr/>
        </p:nvSpPr>
        <p:spPr bwMode="auto">
          <a:xfrm>
            <a:off x="1651112" y="2388633"/>
            <a:ext cx="1117615"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350">
                <a:solidFill>
                  <a:srgbClr val="0000FF"/>
                </a:solidFill>
                <a:latin typeface="微软雅黑" panose="020B0503020204020204" pitchFamily="34" charset="-122"/>
                <a:ea typeface="宋体" panose="02010600030101010101" pitchFamily="2" charset="-122"/>
              </a:rPr>
              <a:t>主机 </a:t>
            </a:r>
            <a:r>
              <a:rPr kumimoji="1" lang="en-US" altLang="zh-CN" sz="1350">
                <a:solidFill>
                  <a:srgbClr val="0000FF"/>
                </a:solidFill>
                <a:latin typeface="微软雅黑" panose="020B0503020204020204" pitchFamily="34" charset="-122"/>
                <a:ea typeface="宋体" panose="02010600030101010101" pitchFamily="2" charset="-122"/>
              </a:rPr>
              <a:t>A</a:t>
            </a:r>
          </a:p>
          <a:p>
            <a:pPr algn="ctr" eaLnBrk="1" hangingPunct="1">
              <a:lnSpc>
                <a:spcPct val="90000"/>
              </a:lnSpc>
              <a:spcBef>
                <a:spcPct val="0"/>
              </a:spcBef>
              <a:buClrTx/>
              <a:buSzTx/>
              <a:buFontTx/>
              <a:buNone/>
            </a:pPr>
            <a:r>
              <a:rPr kumimoji="1" lang="en-US" altLang="zh-CN" sz="1350">
                <a:solidFill>
                  <a:srgbClr val="0000FF"/>
                </a:solidFill>
                <a:latin typeface="微软雅黑" panose="020B0503020204020204" pitchFamily="34" charset="-122"/>
                <a:ea typeface="宋体" panose="02010600030101010101" pitchFamily="2" charset="-122"/>
              </a:rPr>
              <a:t>192.168.0.3</a:t>
            </a:r>
          </a:p>
        </p:txBody>
      </p:sp>
      <p:grpSp>
        <p:nvGrpSpPr>
          <p:cNvPr id="469014" name="Group 46">
            <a:extLst>
              <a:ext uri="{FF2B5EF4-FFF2-40B4-BE49-F238E27FC236}">
                <a16:creationId xmlns:a16="http://schemas.microsoft.com/office/drawing/2014/main" id="{2E43A644-EEDC-5E49-ABA7-9977C5C32683}"/>
              </a:ext>
            </a:extLst>
          </p:cNvPr>
          <p:cNvGrpSpPr>
            <a:grpSpLocks/>
          </p:cNvGrpSpPr>
          <p:nvPr/>
        </p:nvGrpSpPr>
        <p:grpSpPr bwMode="auto">
          <a:xfrm>
            <a:off x="4504849" y="3036333"/>
            <a:ext cx="717947" cy="178594"/>
            <a:chOff x="521" y="2478"/>
            <a:chExt cx="1044" cy="136"/>
          </a:xfrm>
        </p:grpSpPr>
        <p:sp>
          <p:nvSpPr>
            <p:cNvPr id="469032" name="AutoShape 47">
              <a:extLst>
                <a:ext uri="{FF2B5EF4-FFF2-40B4-BE49-F238E27FC236}">
                  <a16:creationId xmlns:a16="http://schemas.microsoft.com/office/drawing/2014/main" id="{1DEA54E0-CF47-A24E-9803-1659C07FF1D8}"/>
                </a:ext>
              </a:extLst>
            </p:cNvPr>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69033" name="Rectangle 48">
              <a:extLst>
                <a:ext uri="{FF2B5EF4-FFF2-40B4-BE49-F238E27FC236}">
                  <a16:creationId xmlns:a16="http://schemas.microsoft.com/office/drawing/2014/main" id="{58B807AA-3C70-D547-B0C5-26AD401379D9}"/>
                </a:ext>
              </a:extLst>
            </p:cNvPr>
            <p:cNvSpPr>
              <a:spLocks noChangeArrowheads="1"/>
            </p:cNvSpPr>
            <p:nvPr/>
          </p:nvSpPr>
          <p:spPr bwMode="auto">
            <a:xfrm>
              <a:off x="521" y="2478"/>
              <a:ext cx="635"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69034" name="Rectangle 49">
              <a:extLst>
                <a:ext uri="{FF2B5EF4-FFF2-40B4-BE49-F238E27FC236}">
                  <a16:creationId xmlns:a16="http://schemas.microsoft.com/office/drawing/2014/main" id="{DA946B6F-81FF-6340-88D5-5AE900835818}"/>
                </a:ext>
              </a:extLst>
            </p:cNvPr>
            <p:cNvSpPr>
              <a:spLocks noChangeArrowheads="1"/>
            </p:cNvSpPr>
            <p:nvPr/>
          </p:nvSpPr>
          <p:spPr bwMode="auto">
            <a:xfrm>
              <a:off x="1156" y="2478"/>
              <a:ext cx="227" cy="136"/>
            </a:xfrm>
            <a:prstGeom prst="rect">
              <a:avLst/>
            </a:prstGeom>
            <a:solidFill>
              <a:srgbClr val="FF66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grpSp>
      <p:sp>
        <p:nvSpPr>
          <p:cNvPr id="469015" name="Text Box 50">
            <a:extLst>
              <a:ext uri="{FF2B5EF4-FFF2-40B4-BE49-F238E27FC236}">
                <a16:creationId xmlns:a16="http://schemas.microsoft.com/office/drawing/2014/main" id="{7DC1AE28-3445-DC4B-9F97-A3C31186E151}"/>
              </a:ext>
            </a:extLst>
          </p:cNvPr>
          <p:cNvSpPr txBox="1">
            <a:spLocks noChangeArrowheads="1"/>
          </p:cNvSpPr>
          <p:nvPr/>
        </p:nvSpPr>
        <p:spPr bwMode="auto">
          <a:xfrm>
            <a:off x="4738296" y="2355295"/>
            <a:ext cx="1016625"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350">
                <a:solidFill>
                  <a:srgbClr val="990099"/>
                </a:solidFill>
                <a:latin typeface="微软雅黑" panose="020B0503020204020204" pitchFamily="34" charset="-122"/>
                <a:ea typeface="宋体" panose="02010600030101010101" pitchFamily="2" charset="-122"/>
              </a:rPr>
              <a:t>源 </a:t>
            </a:r>
            <a:r>
              <a:rPr kumimoji="1" lang="en-US" altLang="zh-CN" sz="1350">
                <a:solidFill>
                  <a:srgbClr val="990099"/>
                </a:solidFill>
                <a:latin typeface="微软雅黑" panose="020B0503020204020204" pitchFamily="34" charset="-122"/>
                <a:ea typeface="宋体" panose="02010600030101010101" pitchFamily="2" charset="-122"/>
              </a:rPr>
              <a:t>IP </a:t>
            </a:r>
            <a:r>
              <a:rPr kumimoji="1" lang="zh-CN" altLang="en-US" sz="1350">
                <a:solidFill>
                  <a:srgbClr val="990099"/>
                </a:solidFill>
                <a:latin typeface="微软雅黑" panose="020B0503020204020204" pitchFamily="34" charset="-122"/>
                <a:ea typeface="宋体" panose="02010600030101010101" pitchFamily="2" charset="-122"/>
              </a:rPr>
              <a:t>地址</a:t>
            </a:r>
          </a:p>
          <a:p>
            <a:pPr algn="ctr" eaLnBrk="1" hangingPunct="1">
              <a:lnSpc>
                <a:spcPct val="90000"/>
              </a:lnSpc>
              <a:spcBef>
                <a:spcPct val="0"/>
              </a:spcBef>
              <a:buClrTx/>
              <a:buSzTx/>
              <a:buFontTx/>
              <a:buNone/>
            </a:pPr>
            <a:r>
              <a:rPr kumimoji="1" lang="en-US" altLang="zh-CN" sz="1350">
                <a:solidFill>
                  <a:srgbClr val="990099"/>
                </a:solidFill>
                <a:latin typeface="微软雅黑" panose="020B0503020204020204" pitchFamily="34" charset="-122"/>
                <a:ea typeface="宋体" panose="02010600030101010101" pitchFamily="2" charset="-122"/>
              </a:rPr>
              <a:t>172.38.1.5</a:t>
            </a:r>
          </a:p>
        </p:txBody>
      </p:sp>
      <p:sp>
        <p:nvSpPr>
          <p:cNvPr id="37" name="Line 51">
            <a:extLst>
              <a:ext uri="{FF2B5EF4-FFF2-40B4-BE49-F238E27FC236}">
                <a16:creationId xmlns:a16="http://schemas.microsoft.com/office/drawing/2014/main" id="{67A7A712-553B-554E-9A2B-129D0FF00F01}"/>
              </a:ext>
            </a:extLst>
          </p:cNvPr>
          <p:cNvSpPr>
            <a:spLocks noChangeShapeType="1"/>
          </p:cNvSpPr>
          <p:nvPr/>
        </p:nvSpPr>
        <p:spPr bwMode="auto">
          <a:xfrm>
            <a:off x="3288030" y="2618423"/>
            <a:ext cx="0" cy="536972"/>
          </a:xfrm>
          <a:prstGeom prst="line">
            <a:avLst/>
          </a:prstGeom>
          <a:noFill/>
          <a:ln w="12700">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69017" name="Text Box 52">
            <a:extLst>
              <a:ext uri="{FF2B5EF4-FFF2-40B4-BE49-F238E27FC236}">
                <a16:creationId xmlns:a16="http://schemas.microsoft.com/office/drawing/2014/main" id="{0A43CB51-4B45-8841-B1CF-62BF54D01BBE}"/>
              </a:ext>
            </a:extLst>
          </p:cNvPr>
          <p:cNvSpPr txBox="1">
            <a:spLocks noChangeArrowheads="1"/>
          </p:cNvSpPr>
          <p:nvPr/>
        </p:nvSpPr>
        <p:spPr bwMode="auto">
          <a:xfrm>
            <a:off x="7020129" y="2089785"/>
            <a:ext cx="1016625"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350">
                <a:solidFill>
                  <a:srgbClr val="000099"/>
                </a:solidFill>
                <a:latin typeface="微软雅黑" panose="020B0503020204020204" pitchFamily="34" charset="-122"/>
                <a:ea typeface="宋体" panose="02010600030101010101" pitchFamily="2" charset="-122"/>
              </a:rPr>
              <a:t>主机 </a:t>
            </a:r>
            <a:r>
              <a:rPr kumimoji="1" lang="en-US" altLang="zh-CN" sz="1350">
                <a:solidFill>
                  <a:srgbClr val="000099"/>
                </a:solidFill>
                <a:latin typeface="微软雅黑" panose="020B0503020204020204" pitchFamily="34" charset="-122"/>
                <a:ea typeface="宋体" panose="02010600030101010101" pitchFamily="2" charset="-122"/>
              </a:rPr>
              <a:t>B</a:t>
            </a:r>
          </a:p>
          <a:p>
            <a:pPr algn="ctr" eaLnBrk="1" hangingPunct="1">
              <a:lnSpc>
                <a:spcPct val="90000"/>
              </a:lnSpc>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213.18.2.4</a:t>
            </a:r>
          </a:p>
        </p:txBody>
      </p:sp>
      <p:sp>
        <p:nvSpPr>
          <p:cNvPr id="39" name="Line 53">
            <a:extLst>
              <a:ext uri="{FF2B5EF4-FFF2-40B4-BE49-F238E27FC236}">
                <a16:creationId xmlns:a16="http://schemas.microsoft.com/office/drawing/2014/main" id="{675EE4A1-0D6D-5F40-A63A-6A5DDDCC63C6}"/>
              </a:ext>
            </a:extLst>
          </p:cNvPr>
          <p:cNvSpPr>
            <a:spLocks noChangeShapeType="1"/>
          </p:cNvSpPr>
          <p:nvPr/>
        </p:nvSpPr>
        <p:spPr bwMode="auto">
          <a:xfrm flipH="1">
            <a:off x="5001340" y="2737485"/>
            <a:ext cx="165497" cy="417910"/>
          </a:xfrm>
          <a:prstGeom prst="line">
            <a:avLst/>
          </a:prstGeom>
          <a:noFill/>
          <a:ln w="12700">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0" name="Freeform 54">
            <a:extLst>
              <a:ext uri="{FF2B5EF4-FFF2-40B4-BE49-F238E27FC236}">
                <a16:creationId xmlns:a16="http://schemas.microsoft.com/office/drawing/2014/main" id="{6D3B232B-061C-5D40-A2FC-7208D22407EF}"/>
              </a:ext>
            </a:extLst>
          </p:cNvPr>
          <p:cNvSpPr>
            <a:spLocks/>
          </p:cNvSpPr>
          <p:nvPr/>
        </p:nvSpPr>
        <p:spPr bwMode="auto">
          <a:xfrm>
            <a:off x="5333524" y="2618423"/>
            <a:ext cx="2045494" cy="542925"/>
          </a:xfrm>
          <a:custGeom>
            <a:avLst/>
            <a:gdLst>
              <a:gd name="T0" fmla="*/ 0 w 1679"/>
              <a:gd name="T1" fmla="*/ 409 h 413"/>
              <a:gd name="T2" fmla="*/ 475 w 1679"/>
              <a:gd name="T3" fmla="*/ 401 h 413"/>
              <a:gd name="T4" fmla="*/ 843 w 1679"/>
              <a:gd name="T5" fmla="*/ 337 h 413"/>
              <a:gd name="T6" fmla="*/ 1147 w 1679"/>
              <a:gd name="T7" fmla="*/ 241 h 413"/>
              <a:gd name="T8" fmla="*/ 1387 w 1679"/>
              <a:gd name="T9" fmla="*/ 145 h 413"/>
              <a:gd name="T10" fmla="*/ 1679 w 1679"/>
              <a:gd name="T11" fmla="*/ 0 h 413"/>
              <a:gd name="T12" fmla="*/ 0 60000 65536"/>
              <a:gd name="T13" fmla="*/ 0 60000 65536"/>
              <a:gd name="T14" fmla="*/ 0 60000 65536"/>
              <a:gd name="T15" fmla="*/ 0 60000 65536"/>
              <a:gd name="T16" fmla="*/ 0 60000 65536"/>
              <a:gd name="T17" fmla="*/ 0 60000 65536"/>
              <a:gd name="T18" fmla="*/ 0 w 1679"/>
              <a:gd name="T19" fmla="*/ 0 h 413"/>
              <a:gd name="T20" fmla="*/ 1679 w 1679"/>
              <a:gd name="T21" fmla="*/ 413 h 413"/>
            </a:gdLst>
            <a:ahLst/>
            <a:cxnLst>
              <a:cxn ang="T12">
                <a:pos x="T0" y="T1"/>
              </a:cxn>
              <a:cxn ang="T13">
                <a:pos x="T2" y="T3"/>
              </a:cxn>
              <a:cxn ang="T14">
                <a:pos x="T4" y="T5"/>
              </a:cxn>
              <a:cxn ang="T15">
                <a:pos x="T6" y="T7"/>
              </a:cxn>
              <a:cxn ang="T16">
                <a:pos x="T8" y="T9"/>
              </a:cxn>
              <a:cxn ang="T17">
                <a:pos x="T10" y="T11"/>
              </a:cxn>
            </a:cxnLst>
            <a:rect l="T18" t="T19" r="T20" b="T21"/>
            <a:pathLst>
              <a:path w="1679" h="413">
                <a:moveTo>
                  <a:pt x="0" y="409"/>
                </a:moveTo>
                <a:cubicBezTo>
                  <a:pt x="79" y="408"/>
                  <a:pt x="335" y="413"/>
                  <a:pt x="475" y="401"/>
                </a:cubicBezTo>
                <a:cubicBezTo>
                  <a:pt x="615" y="389"/>
                  <a:pt x="731" y="364"/>
                  <a:pt x="843" y="337"/>
                </a:cubicBezTo>
                <a:cubicBezTo>
                  <a:pt x="955" y="310"/>
                  <a:pt x="1056" y="273"/>
                  <a:pt x="1147" y="241"/>
                </a:cubicBezTo>
                <a:cubicBezTo>
                  <a:pt x="1238" y="209"/>
                  <a:pt x="1298" y="185"/>
                  <a:pt x="1387" y="145"/>
                </a:cubicBezTo>
                <a:cubicBezTo>
                  <a:pt x="1476" y="105"/>
                  <a:pt x="1618" y="30"/>
                  <a:pt x="1679" y="0"/>
                </a:cubicBezTo>
              </a:path>
            </a:pathLst>
          </a:custGeom>
          <a:noFill/>
          <a:ln w="38100" cmpd="sng">
            <a:solidFill>
              <a:srgbClr val="CC00CC"/>
            </a:solidFill>
            <a:round/>
            <a:headEnd type="none" w="med" len="med"/>
            <a:tailEnd type="triangle" w="med" len="me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69020" name="Text Box 59">
            <a:extLst>
              <a:ext uri="{FF2B5EF4-FFF2-40B4-BE49-F238E27FC236}">
                <a16:creationId xmlns:a16="http://schemas.microsoft.com/office/drawing/2014/main" id="{6119BAFE-CD09-5A42-9466-909F1405FF2F}"/>
              </a:ext>
            </a:extLst>
          </p:cNvPr>
          <p:cNvSpPr txBox="1">
            <a:spLocks noChangeArrowheads="1"/>
          </p:cNvSpPr>
          <p:nvPr/>
        </p:nvSpPr>
        <p:spPr bwMode="auto">
          <a:xfrm>
            <a:off x="1995110" y="3845958"/>
            <a:ext cx="1136850"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350">
                <a:solidFill>
                  <a:srgbClr val="990000"/>
                </a:solidFill>
                <a:latin typeface="微软雅黑" panose="020B0503020204020204" pitchFamily="34" charset="-122"/>
                <a:ea typeface="宋体" panose="02010600030101010101" pitchFamily="2" charset="-122"/>
              </a:rPr>
              <a:t>目的 </a:t>
            </a:r>
            <a:r>
              <a:rPr kumimoji="1" lang="en-US" altLang="zh-CN" sz="1350">
                <a:solidFill>
                  <a:srgbClr val="990000"/>
                </a:solidFill>
                <a:latin typeface="微软雅黑" panose="020B0503020204020204" pitchFamily="34" charset="-122"/>
                <a:ea typeface="宋体" panose="02010600030101010101" pitchFamily="2" charset="-122"/>
              </a:rPr>
              <a:t>IP </a:t>
            </a:r>
            <a:r>
              <a:rPr kumimoji="1" lang="zh-CN" altLang="en-US" sz="1350">
                <a:solidFill>
                  <a:srgbClr val="990000"/>
                </a:solidFill>
                <a:latin typeface="微软雅黑" panose="020B0503020204020204" pitchFamily="34" charset="-122"/>
                <a:ea typeface="宋体" panose="02010600030101010101" pitchFamily="2" charset="-122"/>
              </a:rPr>
              <a:t>地址</a:t>
            </a:r>
          </a:p>
          <a:p>
            <a:pPr algn="ctr" eaLnBrk="1" hangingPunct="1">
              <a:lnSpc>
                <a:spcPct val="90000"/>
              </a:lnSpc>
              <a:spcBef>
                <a:spcPct val="0"/>
              </a:spcBef>
              <a:buClrTx/>
              <a:buSzTx/>
              <a:buFontTx/>
              <a:buNone/>
            </a:pPr>
            <a:r>
              <a:rPr kumimoji="1" lang="en-US" altLang="zh-CN" sz="1350">
                <a:solidFill>
                  <a:srgbClr val="990000"/>
                </a:solidFill>
                <a:latin typeface="微软雅黑" panose="020B0503020204020204" pitchFamily="34" charset="-122"/>
                <a:ea typeface="宋体" panose="02010600030101010101" pitchFamily="2" charset="-122"/>
              </a:rPr>
              <a:t>192.168.0.3</a:t>
            </a:r>
          </a:p>
        </p:txBody>
      </p:sp>
      <p:sp>
        <p:nvSpPr>
          <p:cNvPr id="42" name="Line 60">
            <a:extLst>
              <a:ext uri="{FF2B5EF4-FFF2-40B4-BE49-F238E27FC236}">
                <a16:creationId xmlns:a16="http://schemas.microsoft.com/office/drawing/2014/main" id="{8AB95B80-9821-AA47-9B81-F972ADE13ABB}"/>
              </a:ext>
            </a:extLst>
          </p:cNvPr>
          <p:cNvSpPr>
            <a:spLocks noChangeShapeType="1"/>
          </p:cNvSpPr>
          <p:nvPr/>
        </p:nvSpPr>
        <p:spPr bwMode="auto">
          <a:xfrm flipH="1">
            <a:off x="2624852" y="3393520"/>
            <a:ext cx="0" cy="452438"/>
          </a:xfrm>
          <a:prstGeom prst="line">
            <a:avLst/>
          </a:prstGeom>
          <a:noFill/>
          <a:ln w="12700">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grpSp>
        <p:nvGrpSpPr>
          <p:cNvPr id="469022" name="Group 65">
            <a:extLst>
              <a:ext uri="{FF2B5EF4-FFF2-40B4-BE49-F238E27FC236}">
                <a16:creationId xmlns:a16="http://schemas.microsoft.com/office/drawing/2014/main" id="{D84095E8-25A7-5243-85EA-F1F2A7843FB1}"/>
              </a:ext>
            </a:extLst>
          </p:cNvPr>
          <p:cNvGrpSpPr>
            <a:grpSpLocks/>
          </p:cNvGrpSpPr>
          <p:nvPr/>
        </p:nvGrpSpPr>
        <p:grpSpPr bwMode="auto">
          <a:xfrm flipH="1">
            <a:off x="4670346" y="3335179"/>
            <a:ext cx="719138" cy="178594"/>
            <a:chOff x="521" y="2478"/>
            <a:chExt cx="1044" cy="136"/>
          </a:xfrm>
        </p:grpSpPr>
        <p:sp>
          <p:nvSpPr>
            <p:cNvPr id="469029" name="AutoShape 66">
              <a:extLst>
                <a:ext uri="{FF2B5EF4-FFF2-40B4-BE49-F238E27FC236}">
                  <a16:creationId xmlns:a16="http://schemas.microsoft.com/office/drawing/2014/main" id="{9CE85C77-8873-5A44-8FAD-A57B5DD23406}"/>
                </a:ext>
              </a:extLst>
            </p:cNvPr>
            <p:cNvSpPr>
              <a:spLocks noChangeArrowheads="1"/>
            </p:cNvSpPr>
            <p:nvPr/>
          </p:nvSpPr>
          <p:spPr bwMode="auto">
            <a:xfrm>
              <a:off x="1384" y="2505"/>
              <a:ext cx="181" cy="91"/>
            </a:xfrm>
            <a:prstGeom prst="rightArrow">
              <a:avLst>
                <a:gd name="adj1" fmla="val 49454"/>
                <a:gd name="adj2" fmla="val 72525"/>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69030" name="Rectangle 67">
              <a:extLst>
                <a:ext uri="{FF2B5EF4-FFF2-40B4-BE49-F238E27FC236}">
                  <a16:creationId xmlns:a16="http://schemas.microsoft.com/office/drawing/2014/main" id="{E3EA63D8-971B-5D42-81E4-7DCA02E90FA7}"/>
                </a:ext>
              </a:extLst>
            </p:cNvPr>
            <p:cNvSpPr>
              <a:spLocks noChangeArrowheads="1"/>
            </p:cNvSpPr>
            <p:nvPr/>
          </p:nvSpPr>
          <p:spPr bwMode="auto">
            <a:xfrm>
              <a:off x="521" y="2478"/>
              <a:ext cx="634"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69031" name="Rectangle 68">
              <a:extLst>
                <a:ext uri="{FF2B5EF4-FFF2-40B4-BE49-F238E27FC236}">
                  <a16:creationId xmlns:a16="http://schemas.microsoft.com/office/drawing/2014/main" id="{7F66AD31-C3A9-1F49-9414-2161F1E8B5D1}"/>
                </a:ext>
              </a:extLst>
            </p:cNvPr>
            <p:cNvSpPr>
              <a:spLocks noChangeArrowheads="1"/>
            </p:cNvSpPr>
            <p:nvPr/>
          </p:nvSpPr>
          <p:spPr bwMode="auto">
            <a:xfrm>
              <a:off x="1155" y="2478"/>
              <a:ext cx="228" cy="136"/>
            </a:xfrm>
            <a:prstGeom prst="rect">
              <a:avLst/>
            </a:prstGeom>
            <a:solidFill>
              <a:srgbClr val="FF66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grpSp>
      <p:sp>
        <p:nvSpPr>
          <p:cNvPr id="469023" name="Text Box 69">
            <a:extLst>
              <a:ext uri="{FF2B5EF4-FFF2-40B4-BE49-F238E27FC236}">
                <a16:creationId xmlns:a16="http://schemas.microsoft.com/office/drawing/2014/main" id="{EEBEC5C4-4BCC-1348-B9A2-DFF1C472CFDB}"/>
              </a:ext>
            </a:extLst>
          </p:cNvPr>
          <p:cNvSpPr txBox="1">
            <a:spLocks noChangeArrowheads="1"/>
          </p:cNvSpPr>
          <p:nvPr/>
        </p:nvSpPr>
        <p:spPr bwMode="auto">
          <a:xfrm>
            <a:off x="4664491" y="3845958"/>
            <a:ext cx="1136850"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350">
                <a:solidFill>
                  <a:srgbClr val="990099"/>
                </a:solidFill>
                <a:latin typeface="微软雅黑" panose="020B0503020204020204" pitchFamily="34" charset="-122"/>
                <a:ea typeface="宋体" panose="02010600030101010101" pitchFamily="2" charset="-122"/>
              </a:rPr>
              <a:t>目的 </a:t>
            </a:r>
            <a:r>
              <a:rPr kumimoji="1" lang="en-US" altLang="zh-CN" sz="1350">
                <a:solidFill>
                  <a:srgbClr val="990099"/>
                </a:solidFill>
                <a:latin typeface="微软雅黑" panose="020B0503020204020204" pitchFamily="34" charset="-122"/>
                <a:ea typeface="宋体" panose="02010600030101010101" pitchFamily="2" charset="-122"/>
              </a:rPr>
              <a:t>IP </a:t>
            </a:r>
            <a:r>
              <a:rPr kumimoji="1" lang="zh-CN" altLang="en-US" sz="1350">
                <a:solidFill>
                  <a:srgbClr val="990099"/>
                </a:solidFill>
                <a:latin typeface="微软雅黑" panose="020B0503020204020204" pitchFamily="34" charset="-122"/>
                <a:ea typeface="宋体" panose="02010600030101010101" pitchFamily="2" charset="-122"/>
              </a:rPr>
              <a:t>地址</a:t>
            </a:r>
          </a:p>
          <a:p>
            <a:pPr algn="ctr" eaLnBrk="1" hangingPunct="1">
              <a:lnSpc>
                <a:spcPct val="90000"/>
              </a:lnSpc>
              <a:spcBef>
                <a:spcPct val="0"/>
              </a:spcBef>
              <a:buClrTx/>
              <a:buSzTx/>
              <a:buFontTx/>
              <a:buNone/>
            </a:pPr>
            <a:r>
              <a:rPr kumimoji="1" lang="en-US" altLang="zh-CN" sz="1350">
                <a:solidFill>
                  <a:srgbClr val="990099"/>
                </a:solidFill>
                <a:latin typeface="微软雅黑" panose="020B0503020204020204" pitchFamily="34" charset="-122"/>
                <a:ea typeface="宋体" panose="02010600030101010101" pitchFamily="2" charset="-122"/>
              </a:rPr>
              <a:t>172.38.1.5</a:t>
            </a:r>
          </a:p>
        </p:txBody>
      </p:sp>
      <p:sp>
        <p:nvSpPr>
          <p:cNvPr id="48" name="Line 70">
            <a:extLst>
              <a:ext uri="{FF2B5EF4-FFF2-40B4-BE49-F238E27FC236}">
                <a16:creationId xmlns:a16="http://schemas.microsoft.com/office/drawing/2014/main" id="{A7996523-39F5-FB43-BDCE-11A1060FBB49}"/>
              </a:ext>
            </a:extLst>
          </p:cNvPr>
          <p:cNvSpPr>
            <a:spLocks noChangeShapeType="1"/>
          </p:cNvSpPr>
          <p:nvPr/>
        </p:nvSpPr>
        <p:spPr bwMode="auto">
          <a:xfrm>
            <a:off x="4890612" y="3461386"/>
            <a:ext cx="332185" cy="384572"/>
          </a:xfrm>
          <a:prstGeom prst="line">
            <a:avLst/>
          </a:prstGeom>
          <a:noFill/>
          <a:ln w="12700">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9" name="Freeform 71">
            <a:extLst>
              <a:ext uri="{FF2B5EF4-FFF2-40B4-BE49-F238E27FC236}">
                <a16:creationId xmlns:a16="http://schemas.microsoft.com/office/drawing/2014/main" id="{26656778-D7CB-094F-96DE-4CA16AE03066}"/>
              </a:ext>
            </a:extLst>
          </p:cNvPr>
          <p:cNvSpPr>
            <a:spLocks/>
          </p:cNvSpPr>
          <p:nvPr/>
        </p:nvSpPr>
        <p:spPr bwMode="auto">
          <a:xfrm>
            <a:off x="5444252" y="2829164"/>
            <a:ext cx="2056209" cy="561975"/>
          </a:xfrm>
          <a:custGeom>
            <a:avLst/>
            <a:gdLst>
              <a:gd name="T0" fmla="*/ 0 w 1688"/>
              <a:gd name="T1" fmla="*/ 425 h 427"/>
              <a:gd name="T2" fmla="*/ 456 w 1688"/>
              <a:gd name="T3" fmla="*/ 416 h 427"/>
              <a:gd name="T4" fmla="*/ 816 w 1688"/>
              <a:gd name="T5" fmla="*/ 360 h 427"/>
              <a:gd name="T6" fmla="*/ 1080 w 1688"/>
              <a:gd name="T7" fmla="*/ 288 h 427"/>
              <a:gd name="T8" fmla="*/ 1336 w 1688"/>
              <a:gd name="T9" fmla="*/ 192 h 427"/>
              <a:gd name="T10" fmla="*/ 1688 w 1688"/>
              <a:gd name="T11" fmla="*/ 0 h 427"/>
              <a:gd name="T12" fmla="*/ 0 60000 65536"/>
              <a:gd name="T13" fmla="*/ 0 60000 65536"/>
              <a:gd name="T14" fmla="*/ 0 60000 65536"/>
              <a:gd name="T15" fmla="*/ 0 60000 65536"/>
              <a:gd name="T16" fmla="*/ 0 60000 65536"/>
              <a:gd name="T17" fmla="*/ 0 60000 65536"/>
              <a:gd name="T18" fmla="*/ 0 w 1688"/>
              <a:gd name="T19" fmla="*/ 0 h 427"/>
              <a:gd name="T20" fmla="*/ 1688 w 1688"/>
              <a:gd name="T21" fmla="*/ 427 h 427"/>
            </a:gdLst>
            <a:ahLst/>
            <a:cxnLst>
              <a:cxn ang="T12">
                <a:pos x="T0" y="T1"/>
              </a:cxn>
              <a:cxn ang="T13">
                <a:pos x="T2" y="T3"/>
              </a:cxn>
              <a:cxn ang="T14">
                <a:pos x="T4" y="T5"/>
              </a:cxn>
              <a:cxn ang="T15">
                <a:pos x="T6" y="T7"/>
              </a:cxn>
              <a:cxn ang="T16">
                <a:pos x="T8" y="T9"/>
              </a:cxn>
              <a:cxn ang="T17">
                <a:pos x="T10" y="T11"/>
              </a:cxn>
            </a:cxnLst>
            <a:rect l="T18" t="T19" r="T20" b="T21"/>
            <a:pathLst>
              <a:path w="1688" h="427">
                <a:moveTo>
                  <a:pt x="0" y="425"/>
                </a:moveTo>
                <a:cubicBezTo>
                  <a:pt x="76" y="424"/>
                  <a:pt x="320" y="427"/>
                  <a:pt x="456" y="416"/>
                </a:cubicBezTo>
                <a:cubicBezTo>
                  <a:pt x="592" y="405"/>
                  <a:pt x="712" y="381"/>
                  <a:pt x="816" y="360"/>
                </a:cubicBezTo>
                <a:cubicBezTo>
                  <a:pt x="920" y="339"/>
                  <a:pt x="993" y="316"/>
                  <a:pt x="1080" y="288"/>
                </a:cubicBezTo>
                <a:cubicBezTo>
                  <a:pt x="1167" y="260"/>
                  <a:pt x="1235" y="240"/>
                  <a:pt x="1336" y="192"/>
                </a:cubicBezTo>
                <a:cubicBezTo>
                  <a:pt x="1437" y="144"/>
                  <a:pt x="1615" y="40"/>
                  <a:pt x="1688" y="0"/>
                </a:cubicBezTo>
              </a:path>
            </a:pathLst>
          </a:custGeom>
          <a:noFill/>
          <a:ln w="38100" cmpd="sng">
            <a:solidFill>
              <a:srgbClr val="CC00CC"/>
            </a:solidFill>
            <a:round/>
            <a:headEnd type="triangle" w="med" len="med"/>
            <a:tailEnd type="none" w="med" len="me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69026" name="AutoShape 75">
            <a:extLst>
              <a:ext uri="{FF2B5EF4-FFF2-40B4-BE49-F238E27FC236}">
                <a16:creationId xmlns:a16="http://schemas.microsoft.com/office/drawing/2014/main" id="{0E567644-5EC3-9D49-8584-54E56E284801}"/>
              </a:ext>
            </a:extLst>
          </p:cNvPr>
          <p:cNvSpPr>
            <a:spLocks noChangeArrowheads="1"/>
          </p:cNvSpPr>
          <p:nvPr/>
        </p:nvSpPr>
        <p:spPr bwMode="auto">
          <a:xfrm>
            <a:off x="4450080" y="1596867"/>
            <a:ext cx="1287066" cy="517922"/>
          </a:xfrm>
          <a:prstGeom prst="wedgeRoundRectCallout">
            <a:avLst>
              <a:gd name="adj1" fmla="val -61991"/>
              <a:gd name="adj2" fmla="val 265088"/>
              <a:gd name="adj3" fmla="val 16667"/>
            </a:avLst>
          </a:prstGeom>
          <a:solidFill>
            <a:srgbClr val="FFFF66"/>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endParaRPr lang="zh-CN" altLang="zh-CN" sz="1350">
              <a:solidFill>
                <a:srgbClr val="000099"/>
              </a:solidFill>
              <a:latin typeface="微软雅黑" panose="020B0503020204020204" pitchFamily="34" charset="-122"/>
              <a:ea typeface="宋体" panose="02010600030101010101" pitchFamily="2" charset="-122"/>
            </a:endParaRPr>
          </a:p>
        </p:txBody>
      </p:sp>
      <p:sp>
        <p:nvSpPr>
          <p:cNvPr id="469027" name="Text Box 76">
            <a:extLst>
              <a:ext uri="{FF2B5EF4-FFF2-40B4-BE49-F238E27FC236}">
                <a16:creationId xmlns:a16="http://schemas.microsoft.com/office/drawing/2014/main" id="{76394A33-E05F-C448-A565-57852129DC07}"/>
              </a:ext>
            </a:extLst>
          </p:cNvPr>
          <p:cNvSpPr txBox="1">
            <a:spLocks noChangeArrowheads="1"/>
          </p:cNvSpPr>
          <p:nvPr/>
        </p:nvSpPr>
        <p:spPr bwMode="auto">
          <a:xfrm>
            <a:off x="4516853" y="1646873"/>
            <a:ext cx="1136850"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350">
                <a:solidFill>
                  <a:srgbClr val="000099"/>
                </a:solidFill>
                <a:latin typeface="微软雅黑" panose="020B0503020204020204" pitchFamily="34" charset="-122"/>
                <a:ea typeface="宋体" panose="02010600030101010101" pitchFamily="2" charset="-122"/>
              </a:rPr>
              <a:t>全球 </a:t>
            </a:r>
            <a:r>
              <a:rPr kumimoji="1" lang="en-US" altLang="zh-CN" sz="1350">
                <a:solidFill>
                  <a:srgbClr val="000099"/>
                </a:solidFill>
                <a:latin typeface="微软雅黑" panose="020B0503020204020204" pitchFamily="34" charset="-122"/>
                <a:ea typeface="宋体" panose="02010600030101010101" pitchFamily="2" charset="-122"/>
              </a:rPr>
              <a:t>IP </a:t>
            </a:r>
            <a:r>
              <a:rPr kumimoji="1" lang="zh-CN" altLang="en-US" sz="1350">
                <a:solidFill>
                  <a:srgbClr val="000099"/>
                </a:solidFill>
                <a:latin typeface="微软雅黑" panose="020B0503020204020204" pitchFamily="34" charset="-122"/>
                <a:ea typeface="宋体" panose="02010600030101010101" pitchFamily="2" charset="-122"/>
              </a:rPr>
              <a:t>地址</a:t>
            </a:r>
          </a:p>
          <a:p>
            <a:pPr algn="ctr" eaLnBrk="1" hangingPunct="1">
              <a:lnSpc>
                <a:spcPct val="90000"/>
              </a:lnSpc>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172.38.1.5</a:t>
            </a:r>
          </a:p>
        </p:txBody>
      </p:sp>
      <p:sp>
        <p:nvSpPr>
          <p:cNvPr id="469028" name="矩形 3">
            <a:extLst>
              <a:ext uri="{FF2B5EF4-FFF2-40B4-BE49-F238E27FC236}">
                <a16:creationId xmlns:a16="http://schemas.microsoft.com/office/drawing/2014/main" id="{0D10B79B-7D73-614D-A8EF-8DDF34BD6F56}"/>
              </a:ext>
            </a:extLst>
          </p:cNvPr>
          <p:cNvSpPr>
            <a:spLocks noChangeArrowheads="1"/>
          </p:cNvSpPr>
          <p:nvPr/>
        </p:nvSpPr>
        <p:spPr bwMode="auto">
          <a:xfrm>
            <a:off x="2888456" y="4489307"/>
            <a:ext cx="3876675" cy="346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1650">
                <a:solidFill>
                  <a:schemeClr val="tx1"/>
                </a:solidFill>
                <a:latin typeface="微软雅黑" panose="020B0503020204020204" pitchFamily="34" charset="-122"/>
                <a:ea typeface="宋体" panose="02010600030101010101" pitchFamily="2" charset="-122"/>
              </a:rPr>
              <a:t>NAT </a:t>
            </a:r>
            <a:r>
              <a:rPr lang="zh-CN" altLang="zh-CN" sz="1650">
                <a:solidFill>
                  <a:schemeClr val="tx1"/>
                </a:solidFill>
                <a:latin typeface="微软雅黑" panose="020B0503020204020204" pitchFamily="34" charset="-122"/>
                <a:ea typeface="宋体" panose="02010600030101010101" pitchFamily="2" charset="-122"/>
              </a:rPr>
              <a:t>路由器的工作原理</a:t>
            </a:r>
            <a:endParaRPr lang="zh-CN" altLang="en-US" sz="1650">
              <a:solidFill>
                <a:schemeClr val="tx1"/>
              </a:solidFill>
              <a:latin typeface="微软雅黑" panose="020B0503020204020204" pitchFamily="34" charset="-122"/>
              <a:ea typeface="宋体" panose="02010600030101010101" pitchFamily="2" charset="-122"/>
            </a:endParaRPr>
          </a:p>
        </p:txBody>
      </p:sp>
    </p:spTree>
    <p:extLst>
      <p:ext uri="{BB962C8B-B14F-4D97-AF65-F5344CB8AC3E}">
        <p14:creationId xmlns:p14="http://schemas.microsoft.com/office/powerpoint/2010/main" val="1754347580"/>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41" name="Rectangle 2">
            <a:extLst>
              <a:ext uri="{FF2B5EF4-FFF2-40B4-BE49-F238E27FC236}">
                <a16:creationId xmlns:a16="http://schemas.microsoft.com/office/drawing/2014/main" id="{1B751F7C-90FD-AC4F-B5B6-DA5FAE6462FC}"/>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网络地址转换的过程</a:t>
            </a:r>
            <a:endParaRPr lang="zh-CN" altLang="en-US" sz="2475">
              <a:ea typeface="宋体" panose="02010600030101010101" pitchFamily="2" charset="-122"/>
            </a:endParaRPr>
          </a:p>
        </p:txBody>
      </p:sp>
      <p:sp>
        <p:nvSpPr>
          <p:cNvPr id="629763" name="Rectangle 3">
            <a:extLst>
              <a:ext uri="{FF2B5EF4-FFF2-40B4-BE49-F238E27FC236}">
                <a16:creationId xmlns:a16="http://schemas.microsoft.com/office/drawing/2014/main" id="{F0E60A0A-8C45-1E4C-97A3-235204AC235C}"/>
              </a:ext>
            </a:extLst>
          </p:cNvPr>
          <p:cNvSpPr>
            <a:spLocks noGrp="1" noChangeArrowheads="1"/>
          </p:cNvSpPr>
          <p:nvPr>
            <p:ph idx="1"/>
          </p:nvPr>
        </p:nvSpPr>
        <p:spPr/>
        <p:txBody>
          <a:bodyPr/>
          <a:lstStyle/>
          <a:p>
            <a:pPr>
              <a:lnSpc>
                <a:spcPct val="120000"/>
              </a:lnSpc>
            </a:pPr>
            <a:r>
              <a:rPr lang="zh-CN" altLang="en-US" sz="1875">
                <a:ea typeface="宋体" panose="02010600030101010101" pitchFamily="2" charset="-122"/>
              </a:rPr>
              <a:t>内部主机 </a:t>
            </a:r>
            <a:r>
              <a:rPr lang="en-US" altLang="zh-CN" sz="1875">
                <a:ea typeface="宋体" panose="02010600030101010101" pitchFamily="2" charset="-122"/>
              </a:rPr>
              <a:t>A </a:t>
            </a:r>
            <a:r>
              <a:rPr lang="zh-CN" altLang="en-US" sz="1875">
                <a:ea typeface="宋体" panose="02010600030101010101" pitchFamily="2" charset="-122"/>
              </a:rPr>
              <a:t>用</a:t>
            </a:r>
            <a:r>
              <a:rPr lang="zh-CN" altLang="en-US" sz="1875">
                <a:solidFill>
                  <a:srgbClr val="FF0000"/>
                </a:solidFill>
                <a:ea typeface="宋体" panose="02010600030101010101" pitchFamily="2" charset="-122"/>
              </a:rPr>
              <a:t>本地地址 </a:t>
            </a:r>
            <a:r>
              <a:rPr lang="en-US" altLang="zh-CN" sz="1875">
                <a:solidFill>
                  <a:srgbClr val="FF0000"/>
                </a:solidFill>
                <a:ea typeface="宋体" panose="02010600030101010101" pitchFamily="2" charset="-122"/>
              </a:rPr>
              <a:t>IP</a:t>
            </a:r>
            <a:r>
              <a:rPr lang="en-US" altLang="zh-CN" sz="1875" i="1" baseline="-25000">
                <a:solidFill>
                  <a:srgbClr val="FF0000"/>
                </a:solidFill>
                <a:ea typeface="宋体" panose="02010600030101010101" pitchFamily="2" charset="-122"/>
              </a:rPr>
              <a:t>A </a:t>
            </a:r>
            <a:r>
              <a:rPr lang="zh-CN" altLang="en-US" sz="1875">
                <a:ea typeface="宋体" panose="02010600030101010101" pitchFamily="2" charset="-122"/>
              </a:rPr>
              <a:t>和互联网上主机 </a:t>
            </a:r>
            <a:r>
              <a:rPr lang="en-US" altLang="zh-CN" sz="1875">
                <a:ea typeface="宋体" panose="02010600030101010101" pitchFamily="2" charset="-122"/>
              </a:rPr>
              <a:t>B </a:t>
            </a:r>
            <a:r>
              <a:rPr lang="zh-CN" altLang="en-US" sz="1875">
                <a:ea typeface="宋体" panose="02010600030101010101" pitchFamily="2" charset="-122"/>
              </a:rPr>
              <a:t>通信所发送的数据报必须经过 </a:t>
            </a:r>
            <a:r>
              <a:rPr lang="en-US" altLang="zh-CN" sz="1875">
                <a:ea typeface="宋体" panose="02010600030101010101" pitchFamily="2" charset="-122"/>
              </a:rPr>
              <a:t>NAT </a:t>
            </a:r>
            <a:r>
              <a:rPr lang="zh-CN" altLang="en-US" sz="1875">
                <a:ea typeface="宋体" panose="02010600030101010101" pitchFamily="2" charset="-122"/>
              </a:rPr>
              <a:t>路由器。</a:t>
            </a:r>
          </a:p>
          <a:p>
            <a:pPr>
              <a:lnSpc>
                <a:spcPct val="120000"/>
              </a:lnSpc>
            </a:pPr>
            <a:r>
              <a:rPr lang="en-US" altLang="zh-CN" sz="1875">
                <a:ea typeface="宋体" panose="02010600030101010101" pitchFamily="2" charset="-122"/>
              </a:rPr>
              <a:t>NAT </a:t>
            </a:r>
            <a:r>
              <a:rPr lang="zh-CN" altLang="en-US" sz="1875">
                <a:ea typeface="宋体" panose="02010600030101010101" pitchFamily="2" charset="-122"/>
              </a:rPr>
              <a:t>路由器</a:t>
            </a:r>
            <a:r>
              <a:rPr lang="zh-CN" altLang="en-US" sz="1875">
                <a:solidFill>
                  <a:srgbClr val="FF0000"/>
                </a:solidFill>
                <a:ea typeface="宋体" panose="02010600030101010101" pitchFamily="2" charset="-122"/>
              </a:rPr>
              <a:t>将数据报的源地址 </a:t>
            </a:r>
            <a:r>
              <a:rPr lang="en-US" altLang="zh-CN" sz="1875">
                <a:solidFill>
                  <a:srgbClr val="FF0000"/>
                </a:solidFill>
                <a:ea typeface="宋体" panose="02010600030101010101" pitchFamily="2" charset="-122"/>
              </a:rPr>
              <a:t>IP</a:t>
            </a:r>
            <a:r>
              <a:rPr lang="en-US" altLang="zh-CN" sz="1875" i="1" baseline="-25000">
                <a:solidFill>
                  <a:srgbClr val="FF0000"/>
                </a:solidFill>
                <a:ea typeface="宋体" panose="02010600030101010101" pitchFamily="2" charset="-122"/>
              </a:rPr>
              <a:t>A </a:t>
            </a:r>
            <a:r>
              <a:rPr lang="zh-CN" altLang="en-US" sz="1875">
                <a:solidFill>
                  <a:srgbClr val="FF0000"/>
                </a:solidFill>
                <a:ea typeface="宋体" panose="02010600030101010101" pitchFamily="2" charset="-122"/>
              </a:rPr>
              <a:t>转换成全球地址 </a:t>
            </a:r>
            <a:r>
              <a:rPr lang="en-US" altLang="zh-CN" sz="1875">
                <a:solidFill>
                  <a:srgbClr val="FF0000"/>
                </a:solidFill>
                <a:ea typeface="宋体" panose="02010600030101010101" pitchFamily="2" charset="-122"/>
              </a:rPr>
              <a:t>IP</a:t>
            </a:r>
            <a:r>
              <a:rPr lang="en-US" altLang="zh-CN" sz="1875" i="1" baseline="-25000">
                <a:solidFill>
                  <a:srgbClr val="FF0000"/>
                </a:solidFill>
                <a:ea typeface="宋体" panose="02010600030101010101" pitchFamily="2" charset="-122"/>
              </a:rPr>
              <a:t>G</a:t>
            </a:r>
            <a:r>
              <a:rPr lang="zh-CN" altLang="en-US" sz="1875">
                <a:solidFill>
                  <a:srgbClr val="FF0000"/>
                </a:solidFill>
                <a:ea typeface="宋体" panose="02010600030101010101" pitchFamily="2" charset="-122"/>
              </a:rPr>
              <a:t>，</a:t>
            </a:r>
            <a:r>
              <a:rPr lang="zh-CN" altLang="en-US" sz="1875">
                <a:ea typeface="宋体" panose="02010600030101010101" pitchFamily="2" charset="-122"/>
              </a:rPr>
              <a:t>并把转换结果记录到</a:t>
            </a:r>
            <a:r>
              <a:rPr lang="en-US" altLang="zh-CN" sz="1875">
                <a:solidFill>
                  <a:srgbClr val="FF0000"/>
                </a:solidFill>
                <a:ea typeface="宋体" panose="02010600030101010101" pitchFamily="2" charset="-122"/>
              </a:rPr>
              <a:t>NAT</a:t>
            </a:r>
            <a:r>
              <a:rPr lang="zh-CN" altLang="en-US" sz="1875">
                <a:solidFill>
                  <a:srgbClr val="FF0000"/>
                </a:solidFill>
                <a:ea typeface="宋体" panose="02010600030101010101" pitchFamily="2" charset="-122"/>
              </a:rPr>
              <a:t>地址转换表</a:t>
            </a:r>
            <a:r>
              <a:rPr lang="zh-CN" altLang="en-US" sz="1875">
                <a:ea typeface="宋体" panose="02010600030101010101" pitchFamily="2" charset="-122"/>
              </a:rPr>
              <a:t>中，目的地址 </a:t>
            </a:r>
            <a:r>
              <a:rPr lang="en-US" altLang="zh-CN" sz="1875">
                <a:ea typeface="宋体" panose="02010600030101010101" pitchFamily="2" charset="-122"/>
              </a:rPr>
              <a:t>IP</a:t>
            </a:r>
            <a:r>
              <a:rPr lang="en-US" altLang="zh-CN" sz="1875" i="1" baseline="-25000">
                <a:ea typeface="宋体" panose="02010600030101010101" pitchFamily="2" charset="-122"/>
              </a:rPr>
              <a:t>B </a:t>
            </a:r>
            <a:r>
              <a:rPr lang="zh-CN" altLang="en-US" sz="1875">
                <a:ea typeface="宋体" panose="02010600030101010101" pitchFamily="2" charset="-122"/>
              </a:rPr>
              <a:t>保持不变，然后发送到互联网。</a:t>
            </a:r>
          </a:p>
          <a:p>
            <a:pPr>
              <a:lnSpc>
                <a:spcPct val="120000"/>
              </a:lnSpc>
            </a:pPr>
            <a:r>
              <a:rPr lang="en-US" altLang="zh-CN" sz="1875">
                <a:ea typeface="宋体" panose="02010600030101010101" pitchFamily="2" charset="-122"/>
              </a:rPr>
              <a:t>NAT </a:t>
            </a:r>
            <a:r>
              <a:rPr lang="zh-CN" altLang="en-US" sz="1875">
                <a:ea typeface="宋体" panose="02010600030101010101" pitchFamily="2" charset="-122"/>
              </a:rPr>
              <a:t>路由器收到主机 </a:t>
            </a:r>
            <a:r>
              <a:rPr lang="en-US" altLang="zh-CN" sz="1875">
                <a:ea typeface="宋体" panose="02010600030101010101" pitchFamily="2" charset="-122"/>
              </a:rPr>
              <a:t>B </a:t>
            </a:r>
            <a:r>
              <a:rPr lang="zh-CN" altLang="en-US" sz="1875">
                <a:ea typeface="宋体" panose="02010600030101010101" pitchFamily="2" charset="-122"/>
              </a:rPr>
              <a:t>发回的数据报时，知道数据报中的源地址是 </a:t>
            </a:r>
            <a:r>
              <a:rPr lang="en-US" altLang="zh-CN" sz="1875">
                <a:ea typeface="宋体" panose="02010600030101010101" pitchFamily="2" charset="-122"/>
              </a:rPr>
              <a:t>IP</a:t>
            </a:r>
            <a:r>
              <a:rPr lang="en-US" altLang="zh-CN" sz="1875" i="1" baseline="-25000">
                <a:ea typeface="宋体" panose="02010600030101010101" pitchFamily="2" charset="-122"/>
              </a:rPr>
              <a:t>B </a:t>
            </a:r>
            <a:r>
              <a:rPr lang="zh-CN" altLang="en-US" sz="1875">
                <a:ea typeface="宋体" panose="02010600030101010101" pitchFamily="2" charset="-122"/>
              </a:rPr>
              <a:t>而目的地址是 </a:t>
            </a:r>
            <a:r>
              <a:rPr lang="en-US" altLang="zh-CN" sz="1875">
                <a:ea typeface="宋体" panose="02010600030101010101" pitchFamily="2" charset="-122"/>
              </a:rPr>
              <a:t>IP</a:t>
            </a:r>
            <a:r>
              <a:rPr lang="en-US" altLang="zh-CN" sz="1875" i="1" baseline="-25000">
                <a:ea typeface="宋体" panose="02010600030101010101" pitchFamily="2" charset="-122"/>
              </a:rPr>
              <a:t>G</a:t>
            </a:r>
            <a:r>
              <a:rPr lang="zh-CN" altLang="en-US" sz="1875">
                <a:ea typeface="宋体" panose="02010600030101010101" pitchFamily="2" charset="-122"/>
              </a:rPr>
              <a:t>。</a:t>
            </a:r>
          </a:p>
          <a:p>
            <a:pPr>
              <a:lnSpc>
                <a:spcPct val="120000"/>
              </a:lnSpc>
            </a:pPr>
            <a:r>
              <a:rPr lang="zh-CN" altLang="en-US" sz="1875">
                <a:solidFill>
                  <a:srgbClr val="FF0000"/>
                </a:solidFill>
                <a:ea typeface="宋体" panose="02010600030101010101" pitchFamily="2" charset="-122"/>
              </a:rPr>
              <a:t>根据 </a:t>
            </a:r>
            <a:r>
              <a:rPr lang="en-US" altLang="zh-CN" sz="1875">
                <a:solidFill>
                  <a:srgbClr val="FF0000"/>
                </a:solidFill>
                <a:ea typeface="宋体" panose="02010600030101010101" pitchFamily="2" charset="-122"/>
              </a:rPr>
              <a:t>NAT </a:t>
            </a:r>
            <a:r>
              <a:rPr lang="zh-CN" altLang="en-US" sz="1875">
                <a:solidFill>
                  <a:srgbClr val="FF0000"/>
                </a:solidFill>
                <a:ea typeface="宋体" panose="02010600030101010101" pitchFamily="2" charset="-122"/>
              </a:rPr>
              <a:t>转换表，</a:t>
            </a:r>
            <a:r>
              <a:rPr lang="en-US" altLang="zh-CN" sz="1875">
                <a:ea typeface="宋体" panose="02010600030101010101" pitchFamily="2" charset="-122"/>
              </a:rPr>
              <a:t>NAT </a:t>
            </a:r>
            <a:r>
              <a:rPr lang="zh-CN" altLang="en-US" sz="1875">
                <a:ea typeface="宋体" panose="02010600030101010101" pitchFamily="2" charset="-122"/>
              </a:rPr>
              <a:t>路由器</a:t>
            </a:r>
            <a:r>
              <a:rPr lang="zh-CN" altLang="en-US" sz="1875">
                <a:solidFill>
                  <a:srgbClr val="FF0000"/>
                </a:solidFill>
                <a:ea typeface="宋体" panose="02010600030101010101" pitchFamily="2" charset="-122"/>
              </a:rPr>
              <a:t>将目的地址 </a:t>
            </a:r>
            <a:r>
              <a:rPr lang="en-US" altLang="zh-CN" sz="1875">
                <a:solidFill>
                  <a:srgbClr val="FF0000"/>
                </a:solidFill>
                <a:ea typeface="宋体" panose="02010600030101010101" pitchFamily="2" charset="-122"/>
              </a:rPr>
              <a:t>IP</a:t>
            </a:r>
            <a:r>
              <a:rPr lang="en-US" altLang="zh-CN" sz="1875" i="1" baseline="-25000">
                <a:solidFill>
                  <a:srgbClr val="FF0000"/>
                </a:solidFill>
                <a:ea typeface="宋体" panose="02010600030101010101" pitchFamily="2" charset="-122"/>
              </a:rPr>
              <a:t>G </a:t>
            </a:r>
            <a:r>
              <a:rPr lang="zh-CN" altLang="en-US" sz="1875">
                <a:solidFill>
                  <a:srgbClr val="FF0000"/>
                </a:solidFill>
                <a:ea typeface="宋体" panose="02010600030101010101" pitchFamily="2" charset="-122"/>
              </a:rPr>
              <a:t>转换为 </a:t>
            </a:r>
            <a:r>
              <a:rPr lang="en-US" altLang="zh-CN" sz="1875">
                <a:solidFill>
                  <a:srgbClr val="FF0000"/>
                </a:solidFill>
                <a:ea typeface="宋体" panose="02010600030101010101" pitchFamily="2" charset="-122"/>
              </a:rPr>
              <a:t>IP</a:t>
            </a:r>
            <a:r>
              <a:rPr lang="en-US" altLang="zh-CN" sz="1875" i="1" baseline="-25000">
                <a:solidFill>
                  <a:srgbClr val="FF0000"/>
                </a:solidFill>
                <a:ea typeface="宋体" panose="02010600030101010101" pitchFamily="2" charset="-122"/>
              </a:rPr>
              <a:t>A</a:t>
            </a:r>
            <a:r>
              <a:rPr lang="zh-CN" altLang="en-US" sz="1875">
                <a:solidFill>
                  <a:srgbClr val="FF0000"/>
                </a:solidFill>
                <a:ea typeface="宋体" panose="02010600030101010101" pitchFamily="2" charset="-122"/>
              </a:rPr>
              <a:t>，</a:t>
            </a:r>
            <a:r>
              <a:rPr lang="zh-CN" altLang="en-US" sz="1875">
                <a:ea typeface="宋体" panose="02010600030101010101" pitchFamily="2" charset="-122"/>
              </a:rPr>
              <a:t>转发给最终的内部主机 </a:t>
            </a:r>
            <a:r>
              <a:rPr lang="en-US" altLang="zh-CN" sz="1875">
                <a:ea typeface="宋体" panose="02010600030101010101" pitchFamily="2" charset="-122"/>
              </a:rPr>
              <a:t>A</a:t>
            </a:r>
            <a:r>
              <a:rPr lang="zh-CN" altLang="en-US" sz="1875">
                <a:ea typeface="宋体" panose="02010600030101010101" pitchFamily="2" charset="-122"/>
              </a:rPr>
              <a:t>。 </a:t>
            </a:r>
          </a:p>
        </p:txBody>
      </p:sp>
    </p:spTree>
    <p:extLst>
      <p:ext uri="{BB962C8B-B14F-4D97-AF65-F5344CB8AC3E}">
        <p14:creationId xmlns:p14="http://schemas.microsoft.com/office/powerpoint/2010/main" val="249986970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2976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2976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62976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3089" name="Rectangle 2">
            <a:extLst>
              <a:ext uri="{FF2B5EF4-FFF2-40B4-BE49-F238E27FC236}">
                <a16:creationId xmlns:a16="http://schemas.microsoft.com/office/drawing/2014/main" id="{925EA9C9-D8B6-B048-B513-810B347826F9}"/>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网络地址转换的过程</a:t>
            </a:r>
            <a:endParaRPr lang="zh-CN" altLang="en-US" sz="2475">
              <a:ea typeface="宋体" panose="02010600030101010101" pitchFamily="2" charset="-122"/>
            </a:endParaRPr>
          </a:p>
        </p:txBody>
      </p:sp>
      <p:sp>
        <p:nvSpPr>
          <p:cNvPr id="473090" name="Rectangle 3">
            <a:extLst>
              <a:ext uri="{FF2B5EF4-FFF2-40B4-BE49-F238E27FC236}">
                <a16:creationId xmlns:a16="http://schemas.microsoft.com/office/drawing/2014/main" id="{F9B8C934-8E51-7942-B658-95F7B8AAA168}"/>
              </a:ext>
            </a:extLst>
          </p:cNvPr>
          <p:cNvSpPr>
            <a:spLocks noGrp="1" noChangeArrowheads="1"/>
          </p:cNvSpPr>
          <p:nvPr>
            <p:ph idx="1"/>
          </p:nvPr>
        </p:nvSpPr>
        <p:spPr/>
        <p:txBody>
          <a:bodyPr/>
          <a:lstStyle/>
          <a:p>
            <a:r>
              <a:rPr lang="zh-CN" altLang="en-US" sz="1875">
                <a:ea typeface="宋体" panose="02010600030101010101" pitchFamily="2" charset="-122"/>
              </a:rPr>
              <a:t>可以看出，在内部主机与外部主机通信时，在</a:t>
            </a:r>
            <a:r>
              <a:rPr lang="en-US" altLang="zh-CN" sz="1875">
                <a:ea typeface="宋体" panose="02010600030101010101" pitchFamily="2" charset="-122"/>
              </a:rPr>
              <a:t>NAT</a:t>
            </a:r>
            <a:r>
              <a:rPr lang="zh-CN" altLang="en-US" sz="1875">
                <a:ea typeface="宋体" panose="02010600030101010101" pitchFamily="2" charset="-122"/>
              </a:rPr>
              <a:t>路由器上发生了</a:t>
            </a:r>
            <a:r>
              <a:rPr lang="zh-CN" altLang="en-US" sz="1875">
                <a:solidFill>
                  <a:srgbClr val="FF0000"/>
                </a:solidFill>
                <a:ea typeface="宋体" panose="02010600030101010101" pitchFamily="2" charset="-122"/>
              </a:rPr>
              <a:t>两次地址转换：</a:t>
            </a:r>
            <a:endParaRPr lang="en-US" altLang="zh-CN" sz="1875">
              <a:solidFill>
                <a:srgbClr val="FF0000"/>
              </a:solidFill>
              <a:ea typeface="宋体" panose="02010600030101010101" pitchFamily="2" charset="-122"/>
            </a:endParaRPr>
          </a:p>
          <a:p>
            <a:pPr lvl="1"/>
            <a:r>
              <a:rPr lang="zh-CN" altLang="en-US" sz="1650">
                <a:solidFill>
                  <a:srgbClr val="0000FF"/>
                </a:solidFill>
                <a:ea typeface="宋体" panose="02010600030101010101" pitchFamily="2" charset="-122"/>
              </a:rPr>
              <a:t>离开专用网时：</a:t>
            </a:r>
            <a:r>
              <a:rPr lang="zh-CN" altLang="en-US" sz="1650">
                <a:ea typeface="宋体" panose="02010600030101010101" pitchFamily="2" charset="-122"/>
              </a:rPr>
              <a:t>替换源地址，将内部地址替换为全球地址；</a:t>
            </a:r>
            <a:endParaRPr lang="en-US" altLang="zh-CN" sz="1650">
              <a:ea typeface="宋体" panose="02010600030101010101" pitchFamily="2" charset="-122"/>
            </a:endParaRPr>
          </a:p>
          <a:p>
            <a:pPr lvl="1"/>
            <a:r>
              <a:rPr lang="zh-CN" altLang="en-US" sz="1650">
                <a:solidFill>
                  <a:srgbClr val="0000FF"/>
                </a:solidFill>
                <a:ea typeface="宋体" panose="02010600030101010101" pitchFamily="2" charset="-122"/>
              </a:rPr>
              <a:t>进入专用网时：</a:t>
            </a:r>
            <a:r>
              <a:rPr lang="zh-CN" altLang="en-US" sz="1650">
                <a:ea typeface="宋体" panose="02010600030101010101" pitchFamily="2" charset="-122"/>
              </a:rPr>
              <a:t>替换目的地址，将全球地址替换为内部地址；</a:t>
            </a:r>
          </a:p>
        </p:txBody>
      </p:sp>
      <p:graphicFrame>
        <p:nvGraphicFramePr>
          <p:cNvPr id="2" name="表格 1">
            <a:extLst>
              <a:ext uri="{FF2B5EF4-FFF2-40B4-BE49-F238E27FC236}">
                <a16:creationId xmlns:a16="http://schemas.microsoft.com/office/drawing/2014/main" id="{8840584D-E81E-104B-A66B-3677D1565533}"/>
              </a:ext>
            </a:extLst>
          </p:cNvPr>
          <p:cNvGraphicFramePr>
            <a:graphicFrameLocks noGrp="1"/>
          </p:cNvGraphicFramePr>
          <p:nvPr/>
        </p:nvGraphicFramePr>
        <p:xfrm>
          <a:off x="1729979" y="2820591"/>
          <a:ext cx="5882878" cy="1446610"/>
        </p:xfrm>
        <a:graphic>
          <a:graphicData uri="http://schemas.openxmlformats.org/drawingml/2006/table">
            <a:tbl>
              <a:tblPr/>
              <a:tblGrid>
                <a:gridCol w="1220390">
                  <a:extLst>
                    <a:ext uri="{9D8B030D-6E8A-4147-A177-3AD203B41FA5}">
                      <a16:colId xmlns:a16="http://schemas.microsoft.com/office/drawing/2014/main" val="20000"/>
                    </a:ext>
                  </a:extLst>
                </a:gridCol>
                <a:gridCol w="1763316">
                  <a:extLst>
                    <a:ext uri="{9D8B030D-6E8A-4147-A177-3AD203B41FA5}">
                      <a16:colId xmlns:a16="http://schemas.microsoft.com/office/drawing/2014/main" val="20001"/>
                    </a:ext>
                  </a:extLst>
                </a:gridCol>
                <a:gridCol w="1456134">
                  <a:extLst>
                    <a:ext uri="{9D8B030D-6E8A-4147-A177-3AD203B41FA5}">
                      <a16:colId xmlns:a16="http://schemas.microsoft.com/office/drawing/2014/main" val="20002"/>
                    </a:ext>
                  </a:extLst>
                </a:gridCol>
                <a:gridCol w="1443038">
                  <a:extLst>
                    <a:ext uri="{9D8B030D-6E8A-4147-A177-3AD203B41FA5}">
                      <a16:colId xmlns:a16="http://schemas.microsoft.com/office/drawing/2014/main" val="20003"/>
                    </a:ext>
                  </a:extLst>
                </a:gridCol>
              </a:tblGrid>
              <a:tr h="289322">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方向</a:t>
                      </a:r>
                    </a:p>
                  </a:txBody>
                  <a:tcPr marL="47482" marR="47482"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字段</a:t>
                      </a: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旧的</a:t>
                      </a: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IP</a:t>
                      </a: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地址</a:t>
                      </a: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新的</a:t>
                      </a: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IP</a:t>
                      </a: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地址</a:t>
                      </a:r>
                    </a:p>
                  </a:txBody>
                  <a:tcPr marL="47482" marR="47482"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66"/>
                    </a:solidFill>
                  </a:tcPr>
                </a:tc>
                <a:extLst>
                  <a:ext uri="{0D108BD9-81ED-4DB2-BD59-A6C34878D82A}">
                    <a16:rowId xmlns:a16="http://schemas.microsoft.com/office/drawing/2014/main" val="10000"/>
                  </a:ext>
                </a:extLst>
              </a:tr>
              <a:tr h="289322">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出</a:t>
                      </a:r>
                    </a:p>
                  </a:txBody>
                  <a:tcPr marL="47482" marR="47482"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源</a:t>
                      </a: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IP</a:t>
                      </a: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地址</a:t>
                      </a: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192.168.0.3</a:t>
                      </a:r>
                      <a:endPar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172.38.1.5</a:t>
                      </a:r>
                      <a:endPar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47482" marR="47482"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89322">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入</a:t>
                      </a:r>
                    </a:p>
                  </a:txBody>
                  <a:tcPr marL="47482" marR="47482"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目的</a:t>
                      </a: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IP</a:t>
                      </a: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地址</a:t>
                      </a: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172.38.1.5</a:t>
                      </a:r>
                      <a:endPar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192.168.0.3</a:t>
                      </a:r>
                      <a:endPar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47482" marR="47482"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289322">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出</a:t>
                      </a:r>
                    </a:p>
                  </a:txBody>
                  <a:tcPr marL="47482" marR="47482"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源</a:t>
                      </a: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IP</a:t>
                      </a: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地址</a:t>
                      </a: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192.168.0.7</a:t>
                      </a:r>
                      <a:endPar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172.38.1.6</a:t>
                      </a:r>
                      <a:endPar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47482" marR="47482"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289322">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入</a:t>
                      </a:r>
                    </a:p>
                  </a:txBody>
                  <a:tcPr marL="47482" marR="47482"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目的</a:t>
                      </a: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IP</a:t>
                      </a: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地址</a:t>
                      </a: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172.38.1.6</a:t>
                      </a:r>
                      <a:endPar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192.168.0.7</a:t>
                      </a:r>
                      <a:endPar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47482" marR="47482"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473123" name="矩形 2">
            <a:extLst>
              <a:ext uri="{FF2B5EF4-FFF2-40B4-BE49-F238E27FC236}">
                <a16:creationId xmlns:a16="http://schemas.microsoft.com/office/drawing/2014/main" id="{16D15EE4-E10C-B349-A3E2-E1D59AC69D66}"/>
              </a:ext>
            </a:extLst>
          </p:cNvPr>
          <p:cNvSpPr>
            <a:spLocks noChangeArrowheads="1"/>
          </p:cNvSpPr>
          <p:nvPr/>
        </p:nvSpPr>
        <p:spPr bwMode="auto">
          <a:xfrm>
            <a:off x="3275410" y="2471738"/>
            <a:ext cx="2443163" cy="346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1650">
                <a:solidFill>
                  <a:schemeClr val="tx1"/>
                </a:solidFill>
                <a:latin typeface="微软雅黑" panose="020B0503020204020204" pitchFamily="34" charset="-122"/>
                <a:ea typeface="宋体" panose="02010600030101010101" pitchFamily="2" charset="-122"/>
              </a:rPr>
              <a:t>NAT</a:t>
            </a:r>
            <a:r>
              <a:rPr lang="zh-CN" altLang="zh-CN" sz="1650">
                <a:solidFill>
                  <a:schemeClr val="tx1"/>
                </a:solidFill>
                <a:latin typeface="微软雅黑" panose="020B0503020204020204" pitchFamily="34" charset="-122"/>
                <a:ea typeface="宋体" panose="02010600030101010101" pitchFamily="2" charset="-122"/>
              </a:rPr>
              <a:t>地址转换表举例</a:t>
            </a:r>
            <a:endParaRPr lang="zh-CN" altLang="en-US" sz="1650">
              <a:solidFill>
                <a:schemeClr val="tx1"/>
              </a:solidFill>
              <a:latin typeface="微软雅黑" panose="020B0503020204020204" pitchFamily="34" charset="-122"/>
              <a:ea typeface="宋体" panose="02010600030101010101" pitchFamily="2" charset="-122"/>
            </a:endParaRPr>
          </a:p>
        </p:txBody>
      </p:sp>
    </p:spTree>
    <p:extLst>
      <p:ext uri="{BB962C8B-B14F-4D97-AF65-F5344CB8AC3E}">
        <p14:creationId xmlns:p14="http://schemas.microsoft.com/office/powerpoint/2010/main" val="1045138669"/>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5137" name="标题 1">
            <a:extLst>
              <a:ext uri="{FF2B5EF4-FFF2-40B4-BE49-F238E27FC236}">
                <a16:creationId xmlns:a16="http://schemas.microsoft.com/office/drawing/2014/main" id="{BCD39786-EB12-2746-B654-CAF0D2335887}"/>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网络地址转换 </a:t>
            </a:r>
            <a:r>
              <a:rPr lang="en-US" altLang="zh-CN">
                <a:latin typeface="Times New Roman" panose="02020603050405020304" pitchFamily="18" charset="0"/>
                <a:ea typeface="宋体" panose="02010600030101010101" pitchFamily="2" charset="-122"/>
              </a:rPr>
              <a:t>NAT</a:t>
            </a:r>
            <a:endParaRPr lang="zh-CN" altLang="en-US">
              <a:latin typeface="Times New Roman" panose="02020603050405020304" pitchFamily="18" charset="0"/>
              <a:ea typeface="宋体" panose="02010600030101010101" pitchFamily="2" charset="-122"/>
            </a:endParaRPr>
          </a:p>
        </p:txBody>
      </p:sp>
      <p:sp>
        <p:nvSpPr>
          <p:cNvPr id="475138" name="内容占位符 2">
            <a:extLst>
              <a:ext uri="{FF2B5EF4-FFF2-40B4-BE49-F238E27FC236}">
                <a16:creationId xmlns:a16="http://schemas.microsoft.com/office/drawing/2014/main" id="{1141EF69-3811-2B43-8C21-26B5E8D5434F}"/>
              </a:ext>
            </a:extLst>
          </p:cNvPr>
          <p:cNvSpPr>
            <a:spLocks noGrp="1" noChangeArrowheads="1"/>
          </p:cNvSpPr>
          <p:nvPr>
            <p:ph idx="1"/>
          </p:nvPr>
        </p:nvSpPr>
        <p:spPr/>
        <p:txBody>
          <a:bodyPr/>
          <a:lstStyle/>
          <a:p>
            <a:r>
              <a:rPr lang="zh-CN" altLang="zh-CN">
                <a:latin typeface="Times New Roman" panose="02020603050405020304" pitchFamily="18" charset="0"/>
                <a:ea typeface="宋体" panose="02010600030101010101" pitchFamily="2" charset="-122"/>
              </a:rPr>
              <a:t>当</a:t>
            </a:r>
            <a:r>
              <a:rPr lang="en-US" altLang="zh-CN">
                <a:latin typeface="Times New Roman" panose="02020603050405020304" pitchFamily="18" charset="0"/>
                <a:ea typeface="宋体" panose="02010600030101010101" pitchFamily="2" charset="-122"/>
              </a:rPr>
              <a:t> NAT </a:t>
            </a:r>
            <a:r>
              <a:rPr lang="zh-CN" altLang="zh-CN">
                <a:latin typeface="Times New Roman" panose="02020603050405020304" pitchFamily="18" charset="0"/>
                <a:ea typeface="宋体" panose="02010600030101010101" pitchFamily="2" charset="-122"/>
              </a:rPr>
              <a:t>路由器具有</a:t>
            </a:r>
            <a:r>
              <a:rPr lang="en-US" altLang="zh-CN">
                <a:latin typeface="Times New Roman" panose="02020603050405020304" pitchFamily="18" charset="0"/>
                <a:ea typeface="宋体" panose="02010600030101010101" pitchFamily="2" charset="-122"/>
              </a:rPr>
              <a:t> </a:t>
            </a:r>
            <a:r>
              <a:rPr lang="en-US" altLang="zh-CN" i="1">
                <a:latin typeface="Times New Roman" panose="02020603050405020304" pitchFamily="18" charset="0"/>
                <a:ea typeface="宋体" panose="02010600030101010101" pitchFamily="2" charset="-122"/>
              </a:rPr>
              <a:t>n </a:t>
            </a:r>
            <a:r>
              <a:rPr lang="zh-CN" altLang="zh-CN">
                <a:latin typeface="Times New Roman" panose="02020603050405020304" pitchFamily="18" charset="0"/>
                <a:ea typeface="宋体" panose="02010600030101010101" pitchFamily="2" charset="-122"/>
              </a:rPr>
              <a:t>个全球</a:t>
            </a:r>
            <a:r>
              <a:rPr lang="en-US" altLang="zh-CN">
                <a:latin typeface="Times New Roman" panose="02020603050405020304" pitchFamily="18" charset="0"/>
                <a:ea typeface="宋体" panose="02010600030101010101" pitchFamily="2" charset="-122"/>
              </a:rPr>
              <a:t> IP </a:t>
            </a:r>
            <a:r>
              <a:rPr lang="zh-CN" altLang="zh-CN">
                <a:latin typeface="Times New Roman" panose="02020603050405020304" pitchFamily="18" charset="0"/>
                <a:ea typeface="宋体" panose="02010600030101010101" pitchFamily="2" charset="-122"/>
              </a:rPr>
              <a:t>地址时，专用网内</a:t>
            </a:r>
            <a:r>
              <a:rPr lang="zh-CN" altLang="zh-CN">
                <a:solidFill>
                  <a:srgbClr val="FF0000"/>
                </a:solidFill>
                <a:latin typeface="Times New Roman" panose="02020603050405020304" pitchFamily="18" charset="0"/>
                <a:ea typeface="宋体" panose="02010600030101010101" pitchFamily="2" charset="-122"/>
              </a:rPr>
              <a:t>最多可以同时有</a:t>
            </a:r>
            <a:r>
              <a:rPr lang="en-US" altLang="zh-CN">
                <a:solidFill>
                  <a:srgbClr val="FF0000"/>
                </a:solidFill>
                <a:latin typeface="Times New Roman" panose="02020603050405020304" pitchFamily="18" charset="0"/>
                <a:ea typeface="宋体" panose="02010600030101010101" pitchFamily="2" charset="-122"/>
              </a:rPr>
              <a:t> </a:t>
            </a:r>
            <a:r>
              <a:rPr lang="en-US" altLang="zh-CN" i="1">
                <a:solidFill>
                  <a:srgbClr val="FF0000"/>
                </a:solidFill>
                <a:latin typeface="Times New Roman" panose="02020603050405020304" pitchFamily="18" charset="0"/>
                <a:ea typeface="宋体" panose="02010600030101010101" pitchFamily="2" charset="-122"/>
              </a:rPr>
              <a:t>n </a:t>
            </a:r>
            <a:r>
              <a:rPr lang="zh-CN" altLang="zh-CN">
                <a:solidFill>
                  <a:srgbClr val="FF0000"/>
                </a:solidFill>
                <a:latin typeface="Times New Roman" panose="02020603050405020304" pitchFamily="18" charset="0"/>
                <a:ea typeface="宋体" panose="02010600030101010101" pitchFamily="2" charset="-122"/>
              </a:rPr>
              <a:t>台主机接入到互联网。</a:t>
            </a:r>
            <a:r>
              <a:rPr lang="zh-CN" altLang="zh-CN">
                <a:latin typeface="Times New Roman" panose="02020603050405020304" pitchFamily="18" charset="0"/>
                <a:ea typeface="宋体" panose="02010600030101010101" pitchFamily="2" charset="-122"/>
              </a:rPr>
              <a:t>这样就可以使专用网内较多数量的主机，轮流使用</a:t>
            </a:r>
            <a:r>
              <a:rPr lang="en-US" altLang="zh-CN">
                <a:latin typeface="Times New Roman" panose="02020603050405020304" pitchFamily="18" charset="0"/>
                <a:ea typeface="宋体" panose="02010600030101010101" pitchFamily="2" charset="-122"/>
              </a:rPr>
              <a:t> NAT </a:t>
            </a:r>
            <a:r>
              <a:rPr lang="zh-CN" altLang="zh-CN">
                <a:latin typeface="Times New Roman" panose="02020603050405020304" pitchFamily="18" charset="0"/>
                <a:ea typeface="宋体" panose="02010600030101010101" pitchFamily="2" charset="-122"/>
              </a:rPr>
              <a:t>路由器有限数量的全球</a:t>
            </a:r>
            <a:r>
              <a:rPr lang="en-US" altLang="zh-CN">
                <a:latin typeface="Times New Roman" panose="02020603050405020304" pitchFamily="18" charset="0"/>
                <a:ea typeface="宋体" panose="02010600030101010101" pitchFamily="2" charset="-122"/>
              </a:rPr>
              <a:t> IP </a:t>
            </a:r>
            <a:r>
              <a:rPr lang="zh-CN" altLang="zh-CN">
                <a:latin typeface="Times New Roman" panose="02020603050405020304" pitchFamily="18" charset="0"/>
                <a:ea typeface="宋体" panose="02010600030101010101" pitchFamily="2" charset="-122"/>
              </a:rPr>
              <a:t>地址。</a:t>
            </a:r>
            <a:endParaRPr lang="en-US" altLang="zh-CN">
              <a:latin typeface="Times New Roman" panose="02020603050405020304" pitchFamily="18" charset="0"/>
              <a:ea typeface="宋体" panose="02010600030101010101" pitchFamily="2" charset="-122"/>
            </a:endParaRPr>
          </a:p>
          <a:p>
            <a:r>
              <a:rPr lang="zh-CN" altLang="zh-CN">
                <a:latin typeface="Times New Roman" panose="02020603050405020304" pitchFamily="18" charset="0"/>
                <a:ea typeface="宋体" panose="02010600030101010101" pitchFamily="2" charset="-122"/>
              </a:rPr>
              <a:t>通过</a:t>
            </a:r>
            <a:r>
              <a:rPr lang="en-US" altLang="zh-CN">
                <a:latin typeface="Times New Roman" panose="02020603050405020304" pitchFamily="18" charset="0"/>
                <a:ea typeface="宋体" panose="02010600030101010101" pitchFamily="2" charset="-122"/>
              </a:rPr>
              <a:t> NAT </a:t>
            </a:r>
            <a:r>
              <a:rPr lang="zh-CN" altLang="zh-CN">
                <a:latin typeface="Times New Roman" panose="02020603050405020304" pitchFamily="18" charset="0"/>
                <a:ea typeface="宋体" panose="02010600030101010101" pitchFamily="2" charset="-122"/>
              </a:rPr>
              <a:t>路由器的通信必须由专用网内的主机发起。</a:t>
            </a:r>
            <a:r>
              <a:rPr lang="zh-CN" altLang="zh-CN">
                <a:solidFill>
                  <a:srgbClr val="FF0000"/>
                </a:solidFill>
                <a:latin typeface="Times New Roman" panose="02020603050405020304" pitchFamily="18" charset="0"/>
                <a:ea typeface="宋体" panose="02010600030101010101" pitchFamily="2" charset="-122"/>
              </a:rPr>
              <a:t>专用网内部的主机不能充当服务器用，</a:t>
            </a:r>
            <a:r>
              <a:rPr lang="zh-CN" altLang="zh-CN">
                <a:latin typeface="Times New Roman" panose="02020603050405020304" pitchFamily="18" charset="0"/>
                <a:ea typeface="宋体" panose="02010600030101010101" pitchFamily="2" charset="-122"/>
              </a:rPr>
              <a:t>因为互联网上的客户无法请求专用网内的服务器提供服务。</a:t>
            </a:r>
            <a:endParaRPr lang="zh-CN" altLang="en-US">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380322413"/>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6161" name="Rectangle 2">
            <a:extLst>
              <a:ext uri="{FF2B5EF4-FFF2-40B4-BE49-F238E27FC236}">
                <a16:creationId xmlns:a16="http://schemas.microsoft.com/office/drawing/2014/main" id="{1270A0C9-DA5F-DD47-930F-830E7E4C4C60}"/>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IPv6</a:t>
            </a:r>
            <a:endParaRPr lang="zh-CN" altLang="zh-CN">
              <a:latin typeface="Times New Roman" panose="02020603050405020304" pitchFamily="18" charset="0"/>
              <a:ea typeface="宋体" panose="02010600030101010101" pitchFamily="2" charset="-122"/>
            </a:endParaRPr>
          </a:p>
        </p:txBody>
      </p:sp>
      <p:sp>
        <p:nvSpPr>
          <p:cNvPr id="476162" name="Rectangle 3">
            <a:extLst>
              <a:ext uri="{FF2B5EF4-FFF2-40B4-BE49-F238E27FC236}">
                <a16:creationId xmlns:a16="http://schemas.microsoft.com/office/drawing/2014/main" id="{99EFC16C-5658-D44D-8169-6C11C7D3DC77}"/>
              </a:ext>
            </a:extLst>
          </p:cNvPr>
          <p:cNvSpPr>
            <a:spLocks noGrp="1" noChangeArrowheads="1"/>
          </p:cNvSpPr>
          <p:nvPr>
            <p:ph idx="1"/>
          </p:nvPr>
        </p:nvSpPr>
        <p:spPr/>
        <p:txBody>
          <a:bodyPr/>
          <a:lstStyle/>
          <a:p>
            <a:r>
              <a:rPr lang="en-US" altLang="zh-CN">
                <a:latin typeface="Times New Roman" panose="02020603050405020304" pitchFamily="18" charset="0"/>
                <a:ea typeface="宋体" panose="02010600030101010101" pitchFamily="2" charset="-122"/>
              </a:rPr>
              <a:t>IPv6</a:t>
            </a:r>
            <a:r>
              <a:rPr lang="zh-CN" altLang="zh-CN">
                <a:latin typeface="Times New Roman" panose="02020603050405020304" pitchFamily="18" charset="0"/>
                <a:ea typeface="宋体" panose="02010600030101010101" pitchFamily="2" charset="-122"/>
              </a:rPr>
              <a:t>的基本首部</a:t>
            </a:r>
          </a:p>
          <a:p>
            <a:r>
              <a:rPr lang="en-US" altLang="zh-CN">
                <a:latin typeface="Times New Roman" panose="02020603050405020304" pitchFamily="18" charset="0"/>
                <a:ea typeface="宋体" panose="02010600030101010101" pitchFamily="2" charset="-122"/>
              </a:rPr>
              <a:t>IPv6</a:t>
            </a:r>
            <a:r>
              <a:rPr lang="zh-CN" altLang="zh-CN">
                <a:latin typeface="Times New Roman" panose="02020603050405020304" pitchFamily="18" charset="0"/>
                <a:ea typeface="宋体" panose="02010600030101010101" pitchFamily="2" charset="-122"/>
              </a:rPr>
              <a:t>的地址</a:t>
            </a:r>
          </a:p>
          <a:p>
            <a:r>
              <a:rPr lang="zh-CN" altLang="zh-CN">
                <a:latin typeface="Times New Roman" panose="02020603050405020304" pitchFamily="18" charset="0"/>
                <a:ea typeface="宋体" panose="02010600030101010101" pitchFamily="2" charset="-122"/>
              </a:rPr>
              <a:t>从</a:t>
            </a:r>
            <a:r>
              <a:rPr lang="en-US" altLang="zh-CN">
                <a:latin typeface="Times New Roman" panose="02020603050405020304" pitchFamily="18" charset="0"/>
                <a:ea typeface="宋体" panose="02010600030101010101" pitchFamily="2" charset="-122"/>
              </a:rPr>
              <a:t>IPv4</a:t>
            </a:r>
            <a:r>
              <a:rPr lang="zh-CN" altLang="zh-CN">
                <a:latin typeface="Times New Roman" panose="02020603050405020304" pitchFamily="18" charset="0"/>
                <a:ea typeface="宋体" panose="02010600030101010101" pitchFamily="2" charset="-122"/>
              </a:rPr>
              <a:t>向</a:t>
            </a:r>
            <a:r>
              <a:rPr lang="en-US" altLang="zh-CN">
                <a:latin typeface="Times New Roman" panose="02020603050405020304" pitchFamily="18" charset="0"/>
                <a:ea typeface="宋体" panose="02010600030101010101" pitchFamily="2" charset="-122"/>
              </a:rPr>
              <a:t>IPv6</a:t>
            </a:r>
            <a:r>
              <a:rPr lang="zh-CN" altLang="zh-CN">
                <a:latin typeface="Times New Roman" panose="02020603050405020304" pitchFamily="18" charset="0"/>
                <a:ea typeface="宋体" panose="02010600030101010101" pitchFamily="2" charset="-122"/>
              </a:rPr>
              <a:t>过渡</a:t>
            </a:r>
          </a:p>
        </p:txBody>
      </p:sp>
    </p:spTree>
    <p:extLst>
      <p:ext uri="{BB962C8B-B14F-4D97-AF65-F5344CB8AC3E}">
        <p14:creationId xmlns:p14="http://schemas.microsoft.com/office/powerpoint/2010/main" val="1528771473"/>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8209" name="Rectangle 2">
            <a:extLst>
              <a:ext uri="{FF2B5EF4-FFF2-40B4-BE49-F238E27FC236}">
                <a16:creationId xmlns:a16="http://schemas.microsoft.com/office/drawing/2014/main" id="{9C5ACC66-615B-E04A-B4B9-70E90CB0D476}"/>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IPv6</a:t>
            </a:r>
            <a:endParaRPr lang="zh-CN" altLang="zh-CN">
              <a:latin typeface="Times New Roman" panose="02020603050405020304" pitchFamily="18" charset="0"/>
              <a:ea typeface="宋体" panose="02010600030101010101" pitchFamily="2" charset="-122"/>
            </a:endParaRPr>
          </a:p>
        </p:txBody>
      </p:sp>
      <p:sp>
        <p:nvSpPr>
          <p:cNvPr id="478210" name="Rectangle 3">
            <a:extLst>
              <a:ext uri="{FF2B5EF4-FFF2-40B4-BE49-F238E27FC236}">
                <a16:creationId xmlns:a16="http://schemas.microsoft.com/office/drawing/2014/main" id="{90A67BB9-9E92-3B45-8804-1372A08426B2}"/>
              </a:ext>
            </a:extLst>
          </p:cNvPr>
          <p:cNvSpPr>
            <a:spLocks noGrp="1" noChangeArrowheads="1"/>
          </p:cNvSpPr>
          <p:nvPr>
            <p:ph idx="1"/>
          </p:nvPr>
        </p:nvSpPr>
        <p:spPr/>
        <p:txBody>
          <a:bodyPr/>
          <a:lstStyle/>
          <a:p>
            <a:r>
              <a:rPr lang="en-US" altLang="zh-CN">
                <a:latin typeface="Times New Roman" panose="02020603050405020304" pitchFamily="18" charset="0"/>
                <a:ea typeface="宋体" panose="02010600030101010101" pitchFamily="2" charset="-122"/>
              </a:rPr>
              <a:t>IP </a:t>
            </a:r>
            <a:r>
              <a:rPr lang="zh-CN" altLang="zh-CN">
                <a:latin typeface="Times New Roman" panose="02020603050405020304" pitchFamily="18" charset="0"/>
                <a:ea typeface="宋体" panose="02010600030101010101" pitchFamily="2" charset="-122"/>
              </a:rPr>
              <a:t>是互联网的核心协议。</a:t>
            </a:r>
            <a:endParaRPr lang="en-US" altLang="zh-CN">
              <a:latin typeface="Times New Roman" panose="02020603050405020304" pitchFamily="18" charset="0"/>
              <a:ea typeface="宋体" panose="02010600030101010101" pitchFamily="2" charset="-122"/>
            </a:endParaRPr>
          </a:p>
          <a:p>
            <a:r>
              <a:rPr lang="zh-CN" altLang="zh-CN">
                <a:latin typeface="Times New Roman" panose="02020603050405020304" pitchFamily="18" charset="0"/>
                <a:ea typeface="宋体" panose="02010600030101010101" pitchFamily="2" charset="-122"/>
              </a:rPr>
              <a:t>互联网经过几十年的飞速发展，到</a:t>
            </a:r>
            <a:r>
              <a:rPr lang="en-US" altLang="zh-CN">
                <a:latin typeface="Times New Roman" panose="02020603050405020304" pitchFamily="18" charset="0"/>
                <a:ea typeface="宋体" panose="02010600030101010101" pitchFamily="2" charset="-122"/>
              </a:rPr>
              <a:t>2011</a:t>
            </a:r>
            <a:r>
              <a:rPr lang="zh-CN" altLang="zh-CN">
                <a:latin typeface="Times New Roman" panose="02020603050405020304" pitchFamily="18" charset="0"/>
                <a:ea typeface="宋体" panose="02010600030101010101" pitchFamily="2" charset="-122"/>
              </a:rPr>
              <a:t>年</a:t>
            </a:r>
            <a:r>
              <a:rPr lang="en-US" altLang="zh-CN">
                <a:latin typeface="Times New Roman" panose="02020603050405020304" pitchFamily="18" charset="0"/>
                <a:ea typeface="宋体" panose="02010600030101010101" pitchFamily="2" charset="-122"/>
              </a:rPr>
              <a:t>2</a:t>
            </a:r>
            <a:r>
              <a:rPr lang="zh-CN" altLang="zh-CN">
                <a:latin typeface="Times New Roman" panose="02020603050405020304" pitchFamily="18" charset="0"/>
                <a:ea typeface="宋体" panose="02010600030101010101" pitchFamily="2" charset="-122"/>
              </a:rPr>
              <a:t>月，</a:t>
            </a:r>
            <a:r>
              <a:rPr lang="en-US" altLang="zh-CN">
                <a:latin typeface="Times New Roman" panose="02020603050405020304" pitchFamily="18" charset="0"/>
                <a:ea typeface="宋体" panose="02010600030101010101" pitchFamily="2" charset="-122"/>
              </a:rPr>
              <a:t>IPv4 </a:t>
            </a:r>
            <a:r>
              <a:rPr lang="zh-CN" altLang="zh-CN">
                <a:latin typeface="Times New Roman" panose="02020603050405020304" pitchFamily="18" charset="0"/>
                <a:ea typeface="宋体" panose="02010600030101010101" pitchFamily="2" charset="-122"/>
              </a:rPr>
              <a:t>的</a:t>
            </a:r>
            <a:r>
              <a:rPr lang="en-US" altLang="zh-CN">
                <a:latin typeface="Times New Roman" panose="02020603050405020304" pitchFamily="18" charset="0"/>
                <a:ea typeface="宋体" panose="02010600030101010101" pitchFamily="2" charset="-122"/>
              </a:rPr>
              <a:t> 32 </a:t>
            </a:r>
            <a:r>
              <a:rPr lang="zh-CN" altLang="en-US">
                <a:latin typeface="Times New Roman" panose="02020603050405020304" pitchFamily="18" charset="0"/>
                <a:ea typeface="宋体" panose="02010600030101010101" pitchFamily="2" charset="-122"/>
              </a:rPr>
              <a:t>位</a:t>
            </a:r>
            <a:r>
              <a:rPr lang="zh-CN" altLang="zh-CN">
                <a:latin typeface="Times New Roman" panose="02020603050405020304" pitchFamily="18" charset="0"/>
                <a:ea typeface="宋体" panose="02010600030101010101" pitchFamily="2" charset="-122"/>
              </a:rPr>
              <a:t>地址已经耗尽</a:t>
            </a:r>
            <a:r>
              <a:rPr lang="zh-CN" altLang="en-US">
                <a:latin typeface="Times New Roman" panose="02020603050405020304" pitchFamily="18" charset="0"/>
                <a:ea typeface="宋体" panose="02010600030101010101" pitchFamily="2" charset="-122"/>
              </a:rPr>
              <a:t>。</a:t>
            </a:r>
            <a:endParaRPr lang="en-US" altLang="zh-CN">
              <a:latin typeface="Times New Roman" panose="02020603050405020304" pitchFamily="18" charset="0"/>
              <a:ea typeface="宋体" panose="02010600030101010101" pitchFamily="2" charset="-122"/>
            </a:endParaRPr>
          </a:p>
          <a:p>
            <a:r>
              <a:rPr lang="en-US" altLang="zh-CN">
                <a:latin typeface="Times New Roman" panose="02020603050405020304" pitchFamily="18" charset="0"/>
                <a:ea typeface="宋体" panose="02010600030101010101" pitchFamily="2" charset="-122"/>
              </a:rPr>
              <a:t>ISP </a:t>
            </a:r>
            <a:r>
              <a:rPr lang="zh-CN" altLang="zh-CN">
                <a:latin typeface="Times New Roman" panose="02020603050405020304" pitchFamily="18" charset="0"/>
                <a:ea typeface="宋体" panose="02010600030101010101" pitchFamily="2" charset="-122"/>
              </a:rPr>
              <a:t>已经不能再申请到新的</a:t>
            </a:r>
            <a:r>
              <a:rPr lang="en-US" altLang="zh-CN">
                <a:latin typeface="Times New Roman" panose="02020603050405020304" pitchFamily="18" charset="0"/>
                <a:ea typeface="宋体" panose="02010600030101010101" pitchFamily="2" charset="-122"/>
              </a:rPr>
              <a:t> IP </a:t>
            </a:r>
            <a:r>
              <a:rPr lang="zh-CN" altLang="zh-CN">
                <a:latin typeface="Times New Roman" panose="02020603050405020304" pitchFamily="18" charset="0"/>
                <a:ea typeface="宋体" panose="02010600030101010101" pitchFamily="2" charset="-122"/>
              </a:rPr>
              <a:t>地址块了。</a:t>
            </a:r>
            <a:endParaRPr lang="en-US" altLang="zh-CN">
              <a:latin typeface="Times New Roman" panose="02020603050405020304" pitchFamily="18" charset="0"/>
              <a:ea typeface="宋体" panose="02010600030101010101" pitchFamily="2" charset="-122"/>
            </a:endParaRPr>
          </a:p>
          <a:p>
            <a:r>
              <a:rPr lang="zh-CN" altLang="zh-CN">
                <a:latin typeface="Times New Roman" panose="02020603050405020304" pitchFamily="18" charset="0"/>
                <a:ea typeface="宋体" panose="02010600030101010101" pitchFamily="2" charset="-122"/>
              </a:rPr>
              <a:t>我国在</a:t>
            </a:r>
            <a:r>
              <a:rPr lang="en-US" altLang="zh-CN">
                <a:latin typeface="Times New Roman" panose="02020603050405020304" pitchFamily="18" charset="0"/>
                <a:ea typeface="宋体" panose="02010600030101010101" pitchFamily="2" charset="-122"/>
              </a:rPr>
              <a:t>2014-2015</a:t>
            </a:r>
            <a:r>
              <a:rPr lang="zh-CN" altLang="zh-CN">
                <a:latin typeface="Times New Roman" panose="02020603050405020304" pitchFamily="18" charset="0"/>
                <a:ea typeface="宋体" panose="02010600030101010101" pitchFamily="2" charset="-122"/>
              </a:rPr>
              <a:t>年也逐步停止了向新用户和应用分配</a:t>
            </a:r>
            <a:r>
              <a:rPr lang="en-US" altLang="zh-CN">
                <a:latin typeface="Times New Roman" panose="02020603050405020304" pitchFamily="18" charset="0"/>
                <a:ea typeface="宋体" panose="02010600030101010101" pitchFamily="2" charset="-122"/>
              </a:rPr>
              <a:t> IPv4 </a:t>
            </a:r>
            <a:r>
              <a:rPr lang="zh-CN" altLang="zh-CN">
                <a:latin typeface="Times New Roman" panose="02020603050405020304" pitchFamily="18" charset="0"/>
                <a:ea typeface="宋体" panose="02010600030101010101" pitchFamily="2" charset="-122"/>
              </a:rPr>
              <a:t>地址</a:t>
            </a:r>
            <a:r>
              <a:rPr lang="zh-CN" altLang="en-US">
                <a:latin typeface="Times New Roman" panose="02020603050405020304" pitchFamily="18" charset="0"/>
                <a:ea typeface="宋体" panose="02010600030101010101" pitchFamily="2" charset="-122"/>
              </a:rPr>
              <a:t>。</a:t>
            </a:r>
            <a:endParaRPr lang="en-US" altLang="zh-CN">
              <a:latin typeface="Times New Roman" panose="02020603050405020304" pitchFamily="18" charset="0"/>
              <a:ea typeface="宋体" panose="02010600030101010101" pitchFamily="2" charset="-122"/>
            </a:endParaRPr>
          </a:p>
          <a:p>
            <a:r>
              <a:rPr lang="zh-CN" altLang="zh-CN">
                <a:latin typeface="Times New Roman" panose="02020603050405020304" pitchFamily="18" charset="0"/>
                <a:ea typeface="宋体" panose="02010600030101010101" pitchFamily="2" charset="-122"/>
              </a:rPr>
              <a:t>解决</a:t>
            </a:r>
            <a:r>
              <a:rPr lang="en-US" altLang="zh-CN">
                <a:latin typeface="Times New Roman" panose="02020603050405020304" pitchFamily="18" charset="0"/>
                <a:ea typeface="宋体" panose="02010600030101010101" pitchFamily="2" charset="-122"/>
              </a:rPr>
              <a:t> IP </a:t>
            </a:r>
            <a:r>
              <a:rPr lang="zh-CN" altLang="zh-CN">
                <a:latin typeface="Times New Roman" panose="02020603050405020304" pitchFamily="18" charset="0"/>
                <a:ea typeface="宋体" panose="02010600030101010101" pitchFamily="2" charset="-122"/>
              </a:rPr>
              <a:t>地址耗尽的根本措施就是采用具有更大地址空间的新版本的</a:t>
            </a:r>
            <a:r>
              <a:rPr lang="en-US" altLang="zh-CN">
                <a:latin typeface="Times New Roman" panose="02020603050405020304" pitchFamily="18" charset="0"/>
                <a:ea typeface="宋体" panose="02010600030101010101" pitchFamily="2" charset="-122"/>
              </a:rPr>
              <a:t> IP</a:t>
            </a:r>
            <a:r>
              <a:rPr lang="zh-CN" altLang="zh-CN">
                <a:latin typeface="Times New Roman" panose="02020603050405020304" pitchFamily="18" charset="0"/>
                <a:ea typeface="宋体" panose="02010600030101010101" pitchFamily="2" charset="-122"/>
              </a:rPr>
              <a:t>，即</a:t>
            </a:r>
            <a:r>
              <a:rPr lang="en-US" altLang="zh-CN">
                <a:latin typeface="Times New Roman" panose="02020603050405020304" pitchFamily="18" charset="0"/>
                <a:ea typeface="宋体" panose="02010600030101010101" pitchFamily="2" charset="-122"/>
              </a:rPr>
              <a:t> IPv6</a:t>
            </a:r>
            <a:r>
              <a:rPr lang="zh-CN" altLang="zh-CN">
                <a:latin typeface="Times New Roman" panose="02020603050405020304" pitchFamily="18" charset="0"/>
                <a:ea typeface="宋体" panose="02010600030101010101" pitchFamily="2" charset="-122"/>
              </a:rPr>
              <a:t>。</a:t>
            </a:r>
            <a:endParaRPr lang="zh-CN" altLang="en-US">
              <a:solidFill>
                <a:srgbClr val="0000CC"/>
              </a:solidFill>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2456199728"/>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0257" name="标题 1">
            <a:extLst>
              <a:ext uri="{FF2B5EF4-FFF2-40B4-BE49-F238E27FC236}">
                <a16:creationId xmlns:a16="http://schemas.microsoft.com/office/drawing/2014/main" id="{98D4CB63-3B6B-944F-9AE0-CF5FB3092D4F}"/>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IPv6 </a:t>
            </a:r>
            <a:r>
              <a:rPr lang="zh-CN" altLang="zh-CN">
                <a:latin typeface="Times New Roman" panose="02020603050405020304" pitchFamily="18" charset="0"/>
                <a:ea typeface="宋体" panose="02010600030101010101" pitchFamily="2" charset="-122"/>
              </a:rPr>
              <a:t>的基本首部</a:t>
            </a:r>
            <a:endParaRPr lang="zh-CN" altLang="en-US">
              <a:latin typeface="Times New Roman" panose="02020603050405020304" pitchFamily="18" charset="0"/>
              <a:ea typeface="宋体" panose="02010600030101010101" pitchFamily="2" charset="-122"/>
            </a:endParaRPr>
          </a:p>
        </p:txBody>
      </p:sp>
      <p:sp>
        <p:nvSpPr>
          <p:cNvPr id="480258" name="内容占位符 2">
            <a:extLst>
              <a:ext uri="{FF2B5EF4-FFF2-40B4-BE49-F238E27FC236}">
                <a16:creationId xmlns:a16="http://schemas.microsoft.com/office/drawing/2014/main" id="{D24FE668-EB81-564D-8694-CE812B49587A}"/>
              </a:ext>
            </a:extLst>
          </p:cNvPr>
          <p:cNvSpPr>
            <a:spLocks noGrp="1" noChangeArrowheads="1"/>
          </p:cNvSpPr>
          <p:nvPr>
            <p:ph idx="1"/>
          </p:nvPr>
        </p:nvSpPr>
        <p:spPr/>
        <p:txBody>
          <a:bodyPr/>
          <a:lstStyle/>
          <a:p>
            <a:r>
              <a:rPr lang="en-US" altLang="zh-CN">
                <a:latin typeface="Times New Roman" panose="02020603050405020304" pitchFamily="18" charset="0"/>
                <a:ea typeface="宋体" panose="02010600030101010101" pitchFamily="2" charset="-122"/>
              </a:rPr>
              <a:t>IPv6 </a:t>
            </a:r>
            <a:r>
              <a:rPr lang="zh-CN" altLang="zh-CN">
                <a:latin typeface="Times New Roman" panose="02020603050405020304" pitchFamily="18" charset="0"/>
                <a:ea typeface="宋体" panose="02010600030101010101" pitchFamily="2" charset="-122"/>
              </a:rPr>
              <a:t>仍支持</a:t>
            </a:r>
            <a:r>
              <a:rPr lang="zh-CN" altLang="zh-CN">
                <a:solidFill>
                  <a:srgbClr val="FF0000"/>
                </a:solidFill>
                <a:latin typeface="Times New Roman" panose="02020603050405020304" pitchFamily="18" charset="0"/>
                <a:ea typeface="宋体" panose="02010600030101010101" pitchFamily="2" charset="-122"/>
              </a:rPr>
              <a:t>无连接的传送，</a:t>
            </a:r>
            <a:r>
              <a:rPr lang="zh-CN" altLang="zh-CN">
                <a:latin typeface="Times New Roman" panose="02020603050405020304" pitchFamily="18" charset="0"/>
                <a:ea typeface="宋体" panose="02010600030101010101" pitchFamily="2" charset="-122"/>
              </a:rPr>
              <a:t>但将协议数据单元</a:t>
            </a:r>
            <a:r>
              <a:rPr lang="en-US" altLang="zh-CN">
                <a:latin typeface="Times New Roman" panose="02020603050405020304" pitchFamily="18" charset="0"/>
                <a:ea typeface="宋体" panose="02010600030101010101" pitchFamily="2" charset="-122"/>
              </a:rPr>
              <a:t> PDU </a:t>
            </a:r>
            <a:r>
              <a:rPr lang="zh-CN" altLang="zh-CN">
                <a:latin typeface="Times New Roman" panose="02020603050405020304" pitchFamily="18" charset="0"/>
                <a:ea typeface="宋体" panose="02010600030101010101" pitchFamily="2" charset="-122"/>
              </a:rPr>
              <a:t>称为</a:t>
            </a:r>
            <a:r>
              <a:rPr lang="zh-CN" altLang="zh-CN">
                <a:solidFill>
                  <a:srgbClr val="FF0000"/>
                </a:solidFill>
                <a:latin typeface="Times New Roman" panose="02020603050405020304" pitchFamily="18" charset="0"/>
                <a:ea typeface="宋体" panose="02010600030101010101" pitchFamily="2" charset="-122"/>
              </a:rPr>
              <a:t>分组</a:t>
            </a:r>
            <a:r>
              <a:rPr lang="zh-CN" altLang="en-US">
                <a:solidFill>
                  <a:srgbClr val="FF0000"/>
                </a:solidFill>
                <a:latin typeface="Times New Roman" panose="02020603050405020304" pitchFamily="18" charset="0"/>
                <a:ea typeface="宋体" panose="02010600030101010101" pitchFamily="2" charset="-122"/>
              </a:rPr>
              <a:t>。</a:t>
            </a:r>
            <a:endParaRPr lang="en-US" altLang="zh-CN">
              <a:latin typeface="Times New Roman" panose="02020603050405020304" pitchFamily="18" charset="0"/>
              <a:ea typeface="宋体" panose="02010600030101010101" pitchFamily="2" charset="-122"/>
            </a:endParaRPr>
          </a:p>
          <a:p>
            <a:r>
              <a:rPr lang="zh-CN" altLang="en-US">
                <a:latin typeface="Times New Roman" panose="02020603050405020304" pitchFamily="18" charset="0"/>
                <a:ea typeface="宋体" panose="02010600030101010101" pitchFamily="2" charset="-122"/>
              </a:rPr>
              <a:t>所引进的</a:t>
            </a:r>
            <a:r>
              <a:rPr lang="zh-CN" altLang="en-US">
                <a:solidFill>
                  <a:srgbClr val="FF0000"/>
                </a:solidFill>
                <a:latin typeface="Times New Roman" panose="02020603050405020304" pitchFamily="18" charset="0"/>
                <a:ea typeface="宋体" panose="02010600030101010101" pitchFamily="2" charset="-122"/>
              </a:rPr>
              <a:t>主要变化</a:t>
            </a:r>
            <a:r>
              <a:rPr lang="zh-CN" altLang="en-US">
                <a:latin typeface="Times New Roman" panose="02020603050405020304" pitchFamily="18" charset="0"/>
                <a:ea typeface="宋体" panose="02010600030101010101" pitchFamily="2" charset="-122"/>
              </a:rPr>
              <a:t>如下：</a:t>
            </a:r>
            <a:endParaRPr lang="en-US" altLang="zh-CN">
              <a:latin typeface="Times New Roman" panose="02020603050405020304" pitchFamily="18" charset="0"/>
              <a:ea typeface="宋体" panose="02010600030101010101" pitchFamily="2" charset="-122"/>
            </a:endParaRPr>
          </a:p>
          <a:p>
            <a:pPr lvl="1"/>
            <a:r>
              <a:rPr lang="zh-CN" altLang="en-US">
                <a:solidFill>
                  <a:srgbClr val="0000FF"/>
                </a:solidFill>
                <a:latin typeface="Times New Roman" panose="02020603050405020304" pitchFamily="18" charset="0"/>
                <a:ea typeface="宋体" panose="02010600030101010101" pitchFamily="2" charset="-122"/>
              </a:rPr>
              <a:t>更大的地址空间。</a:t>
            </a:r>
            <a:r>
              <a:rPr lang="en-US" altLang="zh-CN">
                <a:latin typeface="Times New Roman" panose="02020603050405020304" pitchFamily="18" charset="0"/>
                <a:ea typeface="宋体" panose="02010600030101010101" pitchFamily="2" charset="-122"/>
              </a:rPr>
              <a:t>IPv6 </a:t>
            </a:r>
            <a:r>
              <a:rPr lang="zh-CN" altLang="en-US">
                <a:latin typeface="Times New Roman" panose="02020603050405020304" pitchFamily="18" charset="0"/>
                <a:ea typeface="宋体" panose="02010600030101010101" pitchFamily="2" charset="-122"/>
              </a:rPr>
              <a:t>将地址从 </a:t>
            </a:r>
            <a:r>
              <a:rPr lang="en-US" altLang="zh-CN">
                <a:latin typeface="Times New Roman" panose="02020603050405020304" pitchFamily="18" charset="0"/>
                <a:ea typeface="宋体" panose="02010600030101010101" pitchFamily="2" charset="-122"/>
              </a:rPr>
              <a:t>IPv4 </a:t>
            </a:r>
            <a:r>
              <a:rPr lang="zh-CN" altLang="en-US">
                <a:latin typeface="Times New Roman" panose="02020603050405020304" pitchFamily="18" charset="0"/>
                <a:ea typeface="宋体" panose="02010600030101010101" pitchFamily="2" charset="-122"/>
              </a:rPr>
              <a:t>的 </a:t>
            </a:r>
            <a:r>
              <a:rPr lang="en-US" altLang="zh-CN">
                <a:latin typeface="Times New Roman" panose="02020603050405020304" pitchFamily="18" charset="0"/>
                <a:ea typeface="宋体" panose="02010600030101010101" pitchFamily="2" charset="-122"/>
              </a:rPr>
              <a:t>32 </a:t>
            </a:r>
            <a:r>
              <a:rPr lang="zh-CN" altLang="en-US">
                <a:latin typeface="Times New Roman" panose="02020603050405020304" pitchFamily="18" charset="0"/>
                <a:ea typeface="宋体" panose="02010600030101010101" pitchFamily="2" charset="-122"/>
              </a:rPr>
              <a:t>位 增大到了 </a:t>
            </a:r>
            <a:r>
              <a:rPr lang="en-US" altLang="zh-CN">
                <a:latin typeface="Times New Roman" panose="02020603050405020304" pitchFamily="18" charset="0"/>
                <a:ea typeface="宋体" panose="02010600030101010101" pitchFamily="2" charset="-122"/>
              </a:rPr>
              <a:t>128 </a:t>
            </a:r>
            <a:r>
              <a:rPr lang="zh-CN" altLang="en-US">
                <a:latin typeface="Times New Roman" panose="02020603050405020304" pitchFamily="18" charset="0"/>
                <a:ea typeface="宋体" panose="02010600030101010101" pitchFamily="2" charset="-122"/>
              </a:rPr>
              <a:t>位。 </a:t>
            </a:r>
          </a:p>
          <a:p>
            <a:pPr lvl="1"/>
            <a:r>
              <a:rPr lang="zh-CN" altLang="en-US">
                <a:solidFill>
                  <a:srgbClr val="0000FF"/>
                </a:solidFill>
                <a:latin typeface="Times New Roman" panose="02020603050405020304" pitchFamily="18" charset="0"/>
                <a:ea typeface="宋体" panose="02010600030101010101" pitchFamily="2" charset="-122"/>
              </a:rPr>
              <a:t>扩展的地址层次结构。 </a:t>
            </a:r>
          </a:p>
          <a:p>
            <a:pPr lvl="1"/>
            <a:r>
              <a:rPr lang="zh-CN" altLang="en-US">
                <a:solidFill>
                  <a:srgbClr val="0000FF"/>
                </a:solidFill>
                <a:latin typeface="Times New Roman" panose="02020603050405020304" pitchFamily="18" charset="0"/>
                <a:ea typeface="宋体" panose="02010600030101010101" pitchFamily="2" charset="-122"/>
              </a:rPr>
              <a:t>灵活的首部格式。 </a:t>
            </a:r>
            <a:r>
              <a:rPr lang="en-US" altLang="zh-CN">
                <a:latin typeface="Times New Roman" panose="02020603050405020304" pitchFamily="18" charset="0"/>
                <a:ea typeface="宋体" panose="02010600030101010101" pitchFamily="2" charset="-122"/>
              </a:rPr>
              <a:t>IPv6 </a:t>
            </a:r>
            <a:r>
              <a:rPr lang="zh-CN" altLang="zh-CN">
                <a:latin typeface="Times New Roman" panose="02020603050405020304" pitchFamily="18" charset="0"/>
                <a:ea typeface="宋体" panose="02010600030101010101" pitchFamily="2" charset="-122"/>
              </a:rPr>
              <a:t>定义了许多可选的扩展首部</a:t>
            </a:r>
            <a:r>
              <a:rPr lang="zh-CN" altLang="en-US">
                <a:latin typeface="Times New Roman" panose="02020603050405020304" pitchFamily="18" charset="0"/>
                <a:ea typeface="宋体" panose="02010600030101010101" pitchFamily="2" charset="-122"/>
              </a:rPr>
              <a:t>。</a:t>
            </a:r>
          </a:p>
          <a:p>
            <a:pPr lvl="1"/>
            <a:r>
              <a:rPr lang="zh-CN" altLang="en-US">
                <a:solidFill>
                  <a:srgbClr val="0000FF"/>
                </a:solidFill>
                <a:latin typeface="Times New Roman" panose="02020603050405020304" pitchFamily="18" charset="0"/>
                <a:ea typeface="宋体" panose="02010600030101010101" pitchFamily="2" charset="-122"/>
              </a:rPr>
              <a:t>改进的选项。 </a:t>
            </a:r>
            <a:r>
              <a:rPr lang="en-US" altLang="zh-CN">
                <a:latin typeface="Times New Roman" panose="02020603050405020304" pitchFamily="18" charset="0"/>
                <a:ea typeface="宋体" panose="02010600030101010101" pitchFamily="2" charset="-122"/>
              </a:rPr>
              <a:t>IPv6 </a:t>
            </a:r>
            <a:r>
              <a:rPr lang="zh-CN" altLang="zh-CN">
                <a:latin typeface="Times New Roman" panose="02020603050405020304" pitchFamily="18" charset="0"/>
                <a:ea typeface="宋体" panose="02010600030101010101" pitchFamily="2" charset="-122"/>
              </a:rPr>
              <a:t>允许数据报包含有选项的控制信息</a:t>
            </a:r>
            <a:r>
              <a:rPr lang="zh-CN" altLang="en-US">
                <a:latin typeface="Times New Roman" panose="02020603050405020304" pitchFamily="18" charset="0"/>
                <a:ea typeface="宋体" panose="02010600030101010101" pitchFamily="2" charset="-122"/>
              </a:rPr>
              <a:t>，</a:t>
            </a:r>
            <a:r>
              <a:rPr lang="zh-CN" altLang="zh-CN">
                <a:latin typeface="Times New Roman" panose="02020603050405020304" pitchFamily="18" charset="0"/>
                <a:ea typeface="宋体" panose="02010600030101010101" pitchFamily="2" charset="-122"/>
              </a:rPr>
              <a:t>其选项放在有效载荷中</a:t>
            </a:r>
            <a:r>
              <a:rPr lang="zh-CN" altLang="en-US">
                <a:latin typeface="Times New Roman" panose="02020603050405020304" pitchFamily="18" charset="0"/>
                <a:ea typeface="宋体" panose="02010600030101010101" pitchFamily="2" charset="-122"/>
              </a:rPr>
              <a:t>。</a:t>
            </a:r>
            <a:endParaRPr lang="en-US" altLang="zh-CN">
              <a:latin typeface="Times New Roman" panose="02020603050405020304" pitchFamily="18" charset="0"/>
              <a:ea typeface="宋体" panose="02010600030101010101" pitchFamily="2" charset="-122"/>
            </a:endParaRPr>
          </a:p>
          <a:p>
            <a:endParaRPr lang="zh-CN" altLang="en-US">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1381799115"/>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281" name="标题 1">
            <a:extLst>
              <a:ext uri="{FF2B5EF4-FFF2-40B4-BE49-F238E27FC236}">
                <a16:creationId xmlns:a16="http://schemas.microsoft.com/office/drawing/2014/main" id="{BA91DA03-5FA3-B344-AEF2-C18E9135B838}"/>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IPv6 </a:t>
            </a:r>
            <a:r>
              <a:rPr lang="zh-CN" altLang="zh-CN">
                <a:latin typeface="Times New Roman" panose="02020603050405020304" pitchFamily="18" charset="0"/>
                <a:ea typeface="宋体" panose="02010600030101010101" pitchFamily="2" charset="-122"/>
              </a:rPr>
              <a:t>的基本首部</a:t>
            </a:r>
            <a:endParaRPr lang="zh-CN" altLang="en-US">
              <a:latin typeface="Times New Roman" panose="02020603050405020304" pitchFamily="18" charset="0"/>
              <a:ea typeface="宋体" panose="02010600030101010101" pitchFamily="2" charset="-122"/>
            </a:endParaRPr>
          </a:p>
        </p:txBody>
      </p:sp>
      <p:sp>
        <p:nvSpPr>
          <p:cNvPr id="481282" name="内容占位符 2">
            <a:extLst>
              <a:ext uri="{FF2B5EF4-FFF2-40B4-BE49-F238E27FC236}">
                <a16:creationId xmlns:a16="http://schemas.microsoft.com/office/drawing/2014/main" id="{963B99BA-EA8E-6240-8D25-1EEAE5844895}"/>
              </a:ext>
            </a:extLst>
          </p:cNvPr>
          <p:cNvSpPr>
            <a:spLocks noGrp="1" noChangeArrowheads="1"/>
          </p:cNvSpPr>
          <p:nvPr>
            <p:ph idx="1"/>
          </p:nvPr>
        </p:nvSpPr>
        <p:spPr/>
        <p:txBody>
          <a:bodyPr/>
          <a:lstStyle/>
          <a:p>
            <a:r>
              <a:rPr lang="zh-CN" altLang="en-US">
                <a:latin typeface="Times New Roman" panose="02020603050405020304" pitchFamily="18" charset="0"/>
                <a:ea typeface="宋体" panose="02010600030101010101" pitchFamily="2" charset="-122"/>
              </a:rPr>
              <a:t>所引进的主要变化如下（续）：</a:t>
            </a:r>
            <a:endParaRPr lang="en-US" altLang="zh-CN">
              <a:latin typeface="Times New Roman" panose="02020603050405020304" pitchFamily="18" charset="0"/>
              <a:ea typeface="宋体" panose="02010600030101010101" pitchFamily="2" charset="-122"/>
            </a:endParaRPr>
          </a:p>
          <a:p>
            <a:pPr lvl="1"/>
            <a:r>
              <a:rPr lang="zh-CN" altLang="en-US">
                <a:solidFill>
                  <a:srgbClr val="0000FF"/>
                </a:solidFill>
                <a:latin typeface="Times New Roman" panose="02020603050405020304" pitchFamily="18" charset="0"/>
                <a:ea typeface="宋体" panose="02010600030101010101" pitchFamily="2" charset="-122"/>
              </a:rPr>
              <a:t>允许协议继续扩充。</a:t>
            </a:r>
            <a:r>
              <a:rPr lang="zh-CN" altLang="en-US">
                <a:latin typeface="Times New Roman" panose="02020603050405020304" pitchFamily="18" charset="0"/>
                <a:ea typeface="宋体" panose="02010600030101010101" pitchFamily="2" charset="-122"/>
              </a:rPr>
              <a:t> </a:t>
            </a:r>
          </a:p>
          <a:p>
            <a:pPr lvl="1"/>
            <a:r>
              <a:rPr lang="zh-CN" altLang="en-US">
                <a:solidFill>
                  <a:srgbClr val="0000FF"/>
                </a:solidFill>
                <a:latin typeface="Times New Roman" panose="02020603050405020304" pitchFamily="18" charset="0"/>
                <a:ea typeface="宋体" panose="02010600030101010101" pitchFamily="2" charset="-122"/>
              </a:rPr>
              <a:t>支持即插即用（即自动配置）。</a:t>
            </a:r>
            <a:r>
              <a:rPr lang="zh-CN" altLang="zh-CN">
                <a:latin typeface="Times New Roman" panose="02020603050405020304" pitchFamily="18" charset="0"/>
                <a:ea typeface="宋体" panose="02010600030101010101" pitchFamily="2" charset="-122"/>
              </a:rPr>
              <a:t>因此</a:t>
            </a:r>
            <a:r>
              <a:rPr lang="en-US" altLang="zh-CN">
                <a:latin typeface="Times New Roman" panose="02020603050405020304" pitchFamily="18" charset="0"/>
                <a:ea typeface="宋体" panose="02010600030101010101" pitchFamily="2" charset="-122"/>
              </a:rPr>
              <a:t> IPv6 </a:t>
            </a:r>
            <a:r>
              <a:rPr lang="zh-CN" altLang="zh-CN">
                <a:latin typeface="Times New Roman" panose="02020603050405020304" pitchFamily="18" charset="0"/>
                <a:ea typeface="宋体" panose="02010600030101010101" pitchFamily="2" charset="-122"/>
              </a:rPr>
              <a:t>不需要使用</a:t>
            </a:r>
            <a:r>
              <a:rPr lang="en-US" altLang="zh-CN">
                <a:latin typeface="Times New Roman" panose="02020603050405020304" pitchFamily="18" charset="0"/>
                <a:ea typeface="宋体" panose="02010600030101010101" pitchFamily="2" charset="-122"/>
              </a:rPr>
              <a:t> DHCP</a:t>
            </a:r>
            <a:r>
              <a:rPr lang="zh-CN" altLang="zh-CN">
                <a:latin typeface="Times New Roman" panose="02020603050405020304" pitchFamily="18" charset="0"/>
                <a:ea typeface="宋体" panose="02010600030101010101" pitchFamily="2" charset="-122"/>
              </a:rPr>
              <a:t>。</a:t>
            </a:r>
            <a:endParaRPr lang="zh-CN" altLang="en-US">
              <a:latin typeface="Times New Roman" panose="02020603050405020304" pitchFamily="18" charset="0"/>
              <a:ea typeface="宋体" panose="02010600030101010101" pitchFamily="2" charset="-122"/>
            </a:endParaRPr>
          </a:p>
          <a:p>
            <a:pPr lvl="1"/>
            <a:r>
              <a:rPr lang="zh-CN" altLang="en-US">
                <a:solidFill>
                  <a:srgbClr val="0000FF"/>
                </a:solidFill>
                <a:latin typeface="Times New Roman" panose="02020603050405020304" pitchFamily="18" charset="0"/>
                <a:ea typeface="宋体" panose="02010600030101010101" pitchFamily="2" charset="-122"/>
              </a:rPr>
              <a:t>支持资源的预分配。  </a:t>
            </a:r>
            <a:r>
              <a:rPr lang="en-US" altLang="zh-CN">
                <a:latin typeface="Times New Roman" panose="02020603050405020304" pitchFamily="18" charset="0"/>
                <a:ea typeface="宋体" panose="02010600030101010101" pitchFamily="2" charset="-122"/>
              </a:rPr>
              <a:t>IPv6 </a:t>
            </a:r>
            <a:r>
              <a:rPr lang="zh-CN" altLang="zh-CN">
                <a:latin typeface="Times New Roman" panose="02020603050405020304" pitchFamily="18" charset="0"/>
                <a:ea typeface="宋体" panose="02010600030101010101" pitchFamily="2" charset="-122"/>
              </a:rPr>
              <a:t>支持实时视像等要求</a:t>
            </a:r>
            <a:r>
              <a:rPr lang="zh-CN" altLang="en-US">
                <a:solidFill>
                  <a:srgbClr val="00B050"/>
                </a:solidFill>
                <a:latin typeface="Times New Roman" panose="02020603050405020304" pitchFamily="18" charset="0"/>
                <a:ea typeface="宋体" panose="02010600030101010101" pitchFamily="2" charset="-122"/>
              </a:rPr>
              <a:t>，</a:t>
            </a:r>
            <a:r>
              <a:rPr lang="zh-CN" altLang="zh-CN">
                <a:latin typeface="Times New Roman" panose="02020603050405020304" pitchFamily="18" charset="0"/>
                <a:ea typeface="宋体" panose="02010600030101010101" pitchFamily="2" charset="-122"/>
              </a:rPr>
              <a:t>保证一定的带宽和时延的应用。</a:t>
            </a:r>
            <a:endParaRPr lang="en-US" altLang="zh-CN">
              <a:latin typeface="Times New Roman" panose="02020603050405020304" pitchFamily="18" charset="0"/>
              <a:ea typeface="宋体" panose="02010600030101010101" pitchFamily="2" charset="-122"/>
            </a:endParaRPr>
          </a:p>
          <a:p>
            <a:pPr lvl="1"/>
            <a:r>
              <a:rPr lang="en-US" altLang="zh-CN">
                <a:solidFill>
                  <a:srgbClr val="0000FF"/>
                </a:solidFill>
                <a:latin typeface="Times New Roman" panose="02020603050405020304" pitchFamily="18" charset="0"/>
                <a:ea typeface="宋体" panose="02010600030101010101" pitchFamily="2" charset="-122"/>
              </a:rPr>
              <a:t>IPv6 </a:t>
            </a:r>
            <a:r>
              <a:rPr lang="zh-CN" altLang="zh-CN">
                <a:solidFill>
                  <a:srgbClr val="0000FF"/>
                </a:solidFill>
                <a:latin typeface="Times New Roman" panose="02020603050405020304" pitchFamily="18" charset="0"/>
                <a:ea typeface="宋体" panose="02010600030101010101" pitchFamily="2" charset="-122"/>
              </a:rPr>
              <a:t>首部改为</a:t>
            </a:r>
            <a:r>
              <a:rPr lang="en-US" altLang="zh-CN">
                <a:solidFill>
                  <a:srgbClr val="0000FF"/>
                </a:solidFill>
                <a:latin typeface="Times New Roman" panose="02020603050405020304" pitchFamily="18" charset="0"/>
                <a:ea typeface="宋体" panose="02010600030101010101" pitchFamily="2" charset="-122"/>
              </a:rPr>
              <a:t> 8 </a:t>
            </a:r>
            <a:r>
              <a:rPr lang="zh-CN" altLang="zh-CN">
                <a:solidFill>
                  <a:srgbClr val="0000FF"/>
                </a:solidFill>
                <a:latin typeface="Times New Roman" panose="02020603050405020304" pitchFamily="18" charset="0"/>
                <a:ea typeface="宋体" panose="02010600030101010101" pitchFamily="2" charset="-122"/>
              </a:rPr>
              <a:t>字节对齐</a:t>
            </a:r>
            <a:r>
              <a:rPr lang="zh-CN" altLang="en-US">
                <a:solidFill>
                  <a:srgbClr val="0000FF"/>
                </a:solidFill>
                <a:latin typeface="Times New Roman" panose="02020603050405020304" pitchFamily="18" charset="0"/>
                <a:ea typeface="宋体" panose="02010600030101010101" pitchFamily="2" charset="-122"/>
              </a:rPr>
              <a:t>。</a:t>
            </a:r>
            <a:r>
              <a:rPr lang="zh-CN" altLang="zh-CN">
                <a:latin typeface="Times New Roman" panose="02020603050405020304" pitchFamily="18" charset="0"/>
                <a:ea typeface="宋体" panose="02010600030101010101" pitchFamily="2" charset="-122"/>
              </a:rPr>
              <a:t>首部长度必须是</a:t>
            </a:r>
            <a:r>
              <a:rPr lang="en-US" altLang="zh-CN">
                <a:latin typeface="Times New Roman" panose="02020603050405020304" pitchFamily="18" charset="0"/>
                <a:ea typeface="宋体" panose="02010600030101010101" pitchFamily="2" charset="-122"/>
              </a:rPr>
              <a:t> 8 </a:t>
            </a:r>
            <a:r>
              <a:rPr lang="zh-CN" altLang="zh-CN">
                <a:latin typeface="Times New Roman" panose="02020603050405020304" pitchFamily="18" charset="0"/>
                <a:ea typeface="宋体" panose="02010600030101010101" pitchFamily="2" charset="-122"/>
              </a:rPr>
              <a:t>字节的整数倍。原来的</a:t>
            </a:r>
            <a:r>
              <a:rPr lang="en-US" altLang="zh-CN">
                <a:latin typeface="Times New Roman" panose="02020603050405020304" pitchFamily="18" charset="0"/>
                <a:ea typeface="宋体" panose="02010600030101010101" pitchFamily="2" charset="-122"/>
              </a:rPr>
              <a:t> IPv4 </a:t>
            </a:r>
            <a:r>
              <a:rPr lang="zh-CN" altLang="zh-CN">
                <a:latin typeface="Times New Roman" panose="02020603050405020304" pitchFamily="18" charset="0"/>
                <a:ea typeface="宋体" panose="02010600030101010101" pitchFamily="2" charset="-122"/>
              </a:rPr>
              <a:t>首部是</a:t>
            </a:r>
            <a:r>
              <a:rPr lang="en-US" altLang="zh-CN">
                <a:latin typeface="Times New Roman" panose="02020603050405020304" pitchFamily="18" charset="0"/>
                <a:ea typeface="宋体" panose="02010600030101010101" pitchFamily="2" charset="-122"/>
              </a:rPr>
              <a:t> 4 </a:t>
            </a:r>
            <a:r>
              <a:rPr lang="zh-CN" altLang="zh-CN">
                <a:latin typeface="Times New Roman" panose="02020603050405020304" pitchFamily="18" charset="0"/>
                <a:ea typeface="宋体" panose="02010600030101010101" pitchFamily="2" charset="-122"/>
              </a:rPr>
              <a:t>字节对齐。</a:t>
            </a:r>
            <a:endParaRPr lang="en-US" altLang="zh-CN">
              <a:latin typeface="Times New Roman" panose="02020603050405020304" pitchFamily="18" charset="0"/>
              <a:ea typeface="宋体" panose="02010600030101010101" pitchFamily="2" charset="-122"/>
            </a:endParaRPr>
          </a:p>
          <a:p>
            <a:endParaRPr lang="zh-CN" altLang="zh-CN">
              <a:latin typeface="Times New Roman" panose="02020603050405020304" pitchFamily="18" charset="0"/>
              <a:ea typeface="宋体" panose="02010600030101010101" pitchFamily="2" charset="-122"/>
            </a:endParaRPr>
          </a:p>
          <a:p>
            <a:pPr lvl="1"/>
            <a:endParaRPr lang="zh-CN" altLang="en-US">
              <a:latin typeface="Times New Roman" panose="02020603050405020304" pitchFamily="18" charset="0"/>
              <a:ea typeface="宋体" panose="02010600030101010101" pitchFamily="2" charset="-122"/>
            </a:endParaRPr>
          </a:p>
          <a:p>
            <a:pPr lvl="1"/>
            <a:endParaRPr lang="en-US" altLang="zh-CN">
              <a:latin typeface="Times New Roman" panose="02020603050405020304" pitchFamily="18" charset="0"/>
              <a:ea typeface="宋体" panose="02010600030101010101" pitchFamily="2" charset="-122"/>
            </a:endParaRPr>
          </a:p>
          <a:p>
            <a:endParaRPr lang="zh-CN" altLang="en-US">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337066782"/>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2305" name="标题 1">
            <a:extLst>
              <a:ext uri="{FF2B5EF4-FFF2-40B4-BE49-F238E27FC236}">
                <a16:creationId xmlns:a16="http://schemas.microsoft.com/office/drawing/2014/main" id="{EE8A3012-3AD6-A849-BF0D-3EBCBA45C677}"/>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IPv6 </a:t>
            </a:r>
            <a:r>
              <a:rPr lang="zh-CN" altLang="zh-CN">
                <a:latin typeface="Times New Roman" panose="02020603050405020304" pitchFamily="18" charset="0"/>
                <a:ea typeface="宋体" panose="02010600030101010101" pitchFamily="2" charset="-122"/>
              </a:rPr>
              <a:t>数据报</a:t>
            </a:r>
            <a:r>
              <a:rPr lang="zh-CN" altLang="en-US">
                <a:latin typeface="Times New Roman" panose="02020603050405020304" pitchFamily="18" charset="0"/>
                <a:ea typeface="宋体" panose="02010600030101010101" pitchFamily="2" charset="-122"/>
              </a:rPr>
              <a:t>的一般形式</a:t>
            </a:r>
          </a:p>
        </p:txBody>
      </p:sp>
      <p:sp>
        <p:nvSpPr>
          <p:cNvPr id="482306" name="内容占位符 2">
            <a:extLst>
              <a:ext uri="{FF2B5EF4-FFF2-40B4-BE49-F238E27FC236}">
                <a16:creationId xmlns:a16="http://schemas.microsoft.com/office/drawing/2014/main" id="{CC981BF6-4CA0-5B4A-BBC6-3EFB3FD35A0D}"/>
              </a:ext>
            </a:extLst>
          </p:cNvPr>
          <p:cNvSpPr>
            <a:spLocks noGrp="1" noChangeArrowheads="1"/>
          </p:cNvSpPr>
          <p:nvPr>
            <p:ph idx="1"/>
          </p:nvPr>
        </p:nvSpPr>
        <p:spPr/>
        <p:txBody>
          <a:bodyPr/>
          <a:lstStyle/>
          <a:p>
            <a:r>
              <a:rPr lang="en-US" altLang="zh-CN" sz="1875">
                <a:ea typeface="宋体" panose="02010600030101010101" pitchFamily="2" charset="-122"/>
              </a:rPr>
              <a:t>IPv6</a:t>
            </a:r>
            <a:r>
              <a:rPr lang="zh-CN" altLang="zh-CN" sz="1875">
                <a:ea typeface="宋体" panose="02010600030101010101" pitchFamily="2" charset="-122"/>
              </a:rPr>
              <a:t>数据报由两大部分组成</a:t>
            </a:r>
            <a:r>
              <a:rPr lang="zh-CN" altLang="en-US" sz="1875">
                <a:ea typeface="宋体" panose="02010600030101010101" pitchFamily="2" charset="-122"/>
              </a:rPr>
              <a:t>：</a:t>
            </a:r>
            <a:endParaRPr lang="en-US" altLang="zh-CN" sz="1875">
              <a:ea typeface="宋体" panose="02010600030101010101" pitchFamily="2" charset="-122"/>
            </a:endParaRPr>
          </a:p>
          <a:p>
            <a:pPr lvl="1"/>
            <a:r>
              <a:rPr lang="zh-CN" altLang="zh-CN" sz="1650">
                <a:solidFill>
                  <a:srgbClr val="FF0000"/>
                </a:solidFill>
                <a:ea typeface="宋体" panose="02010600030101010101" pitchFamily="2" charset="-122"/>
              </a:rPr>
              <a:t>基本首部</a:t>
            </a:r>
            <a:r>
              <a:rPr lang="en-US" altLang="zh-CN" sz="1650">
                <a:solidFill>
                  <a:srgbClr val="FF0000"/>
                </a:solidFill>
                <a:ea typeface="宋体" panose="02010600030101010101" pitchFamily="2" charset="-122"/>
              </a:rPr>
              <a:t> </a:t>
            </a:r>
            <a:r>
              <a:rPr lang="en-US" altLang="zh-CN" sz="1650">
                <a:ea typeface="宋体" panose="02010600030101010101" pitchFamily="2" charset="-122"/>
              </a:rPr>
              <a:t>(base header)</a:t>
            </a:r>
          </a:p>
          <a:p>
            <a:pPr lvl="1"/>
            <a:r>
              <a:rPr lang="zh-CN" altLang="zh-CN" sz="1650">
                <a:solidFill>
                  <a:srgbClr val="FF0000"/>
                </a:solidFill>
                <a:ea typeface="宋体" panose="02010600030101010101" pitchFamily="2" charset="-122"/>
              </a:rPr>
              <a:t>有效载荷</a:t>
            </a:r>
            <a:r>
              <a:rPr lang="en-US" altLang="zh-CN" sz="1650">
                <a:ea typeface="宋体" panose="02010600030101010101" pitchFamily="2" charset="-122"/>
              </a:rPr>
              <a:t> (payload)</a:t>
            </a:r>
            <a:r>
              <a:rPr lang="zh-CN" altLang="zh-CN" sz="1650">
                <a:ea typeface="宋体" panose="02010600030101010101" pitchFamily="2" charset="-122"/>
              </a:rPr>
              <a:t>。有效载荷也称为净负荷。有效载荷允许有零个或多个扩展首部</a:t>
            </a:r>
            <a:r>
              <a:rPr lang="en-US" altLang="zh-CN" sz="1650">
                <a:ea typeface="宋体" panose="02010600030101010101" pitchFamily="2" charset="-122"/>
              </a:rPr>
              <a:t>(extension header)</a:t>
            </a:r>
            <a:r>
              <a:rPr lang="zh-CN" altLang="zh-CN" sz="1650">
                <a:ea typeface="宋体" panose="02010600030101010101" pitchFamily="2" charset="-122"/>
              </a:rPr>
              <a:t>，再后面是数据部分</a:t>
            </a:r>
            <a:r>
              <a:rPr lang="zh-CN" altLang="en-US" sz="1650">
                <a:ea typeface="宋体" panose="02010600030101010101" pitchFamily="2" charset="-122"/>
              </a:rPr>
              <a:t>。</a:t>
            </a:r>
          </a:p>
        </p:txBody>
      </p:sp>
      <p:sp>
        <p:nvSpPr>
          <p:cNvPr id="482307" name="Rectangle 2">
            <a:extLst>
              <a:ext uri="{FF2B5EF4-FFF2-40B4-BE49-F238E27FC236}">
                <a16:creationId xmlns:a16="http://schemas.microsoft.com/office/drawing/2014/main" id="{A70F91F8-D274-394D-9BB9-37E05E4372E2}"/>
              </a:ext>
            </a:extLst>
          </p:cNvPr>
          <p:cNvSpPr>
            <a:spLocks noChangeArrowheads="1"/>
          </p:cNvSpPr>
          <p:nvPr/>
        </p:nvSpPr>
        <p:spPr bwMode="auto">
          <a:xfrm>
            <a:off x="2786063" y="2970610"/>
            <a:ext cx="4036219" cy="366713"/>
          </a:xfrm>
          <a:prstGeom prst="rect">
            <a:avLst/>
          </a:prstGeom>
          <a:solidFill>
            <a:srgbClr val="FF66CC"/>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82308" name="Rectangle 30">
            <a:extLst>
              <a:ext uri="{FF2B5EF4-FFF2-40B4-BE49-F238E27FC236}">
                <a16:creationId xmlns:a16="http://schemas.microsoft.com/office/drawing/2014/main" id="{BF5CBC8F-46EB-CF45-842F-60B1CEC1343F}"/>
              </a:ext>
            </a:extLst>
          </p:cNvPr>
          <p:cNvSpPr>
            <a:spLocks noChangeArrowheads="1"/>
          </p:cNvSpPr>
          <p:nvPr/>
        </p:nvSpPr>
        <p:spPr bwMode="auto">
          <a:xfrm>
            <a:off x="3509963" y="3630216"/>
            <a:ext cx="3312319" cy="365522"/>
          </a:xfrm>
          <a:prstGeom prst="rect">
            <a:avLst/>
          </a:prstGeom>
          <a:solidFill>
            <a:srgbClr val="66FF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7" name="Line 3">
            <a:extLst>
              <a:ext uri="{FF2B5EF4-FFF2-40B4-BE49-F238E27FC236}">
                <a16:creationId xmlns:a16="http://schemas.microsoft.com/office/drawing/2014/main" id="{A74E10AE-F65C-1D4D-8A82-51865EF023FE}"/>
              </a:ext>
            </a:extLst>
          </p:cNvPr>
          <p:cNvSpPr>
            <a:spLocks noChangeShapeType="1"/>
          </p:cNvSpPr>
          <p:nvPr/>
        </p:nvSpPr>
        <p:spPr bwMode="auto">
          <a:xfrm>
            <a:off x="3507581" y="3636169"/>
            <a:ext cx="0" cy="366713"/>
          </a:xfrm>
          <a:prstGeom prst="line">
            <a:avLst/>
          </a:prstGeom>
          <a:noFill/>
          <a:ln w="9525">
            <a:solidFill>
              <a:schemeClr val="tx1"/>
            </a:solidFill>
            <a:round/>
            <a:headEnd/>
            <a:tailEn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8" name="Line 4">
            <a:extLst>
              <a:ext uri="{FF2B5EF4-FFF2-40B4-BE49-F238E27FC236}">
                <a16:creationId xmlns:a16="http://schemas.microsoft.com/office/drawing/2014/main" id="{B7A9D514-F352-2945-928E-2A7734B90F82}"/>
              </a:ext>
            </a:extLst>
          </p:cNvPr>
          <p:cNvSpPr>
            <a:spLocks noChangeShapeType="1"/>
          </p:cNvSpPr>
          <p:nvPr/>
        </p:nvSpPr>
        <p:spPr bwMode="auto">
          <a:xfrm>
            <a:off x="3981450" y="3636169"/>
            <a:ext cx="0" cy="366713"/>
          </a:xfrm>
          <a:prstGeom prst="line">
            <a:avLst/>
          </a:prstGeom>
          <a:noFill/>
          <a:ln w="9525">
            <a:solidFill>
              <a:schemeClr val="tx1"/>
            </a:solidFill>
            <a:round/>
            <a:headEnd/>
            <a:tailEn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9" name="Line 5">
            <a:extLst>
              <a:ext uri="{FF2B5EF4-FFF2-40B4-BE49-F238E27FC236}">
                <a16:creationId xmlns:a16="http://schemas.microsoft.com/office/drawing/2014/main" id="{5AEFDB99-872C-494A-9640-653220BF2C68}"/>
              </a:ext>
            </a:extLst>
          </p:cNvPr>
          <p:cNvSpPr>
            <a:spLocks noChangeShapeType="1"/>
          </p:cNvSpPr>
          <p:nvPr/>
        </p:nvSpPr>
        <p:spPr bwMode="auto">
          <a:xfrm>
            <a:off x="4281488" y="3636169"/>
            <a:ext cx="0" cy="366713"/>
          </a:xfrm>
          <a:prstGeom prst="line">
            <a:avLst/>
          </a:prstGeom>
          <a:noFill/>
          <a:ln w="9525">
            <a:solidFill>
              <a:schemeClr val="tx1"/>
            </a:solidFill>
            <a:round/>
            <a:headEnd/>
            <a:tailEn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10" name="Line 6">
            <a:extLst>
              <a:ext uri="{FF2B5EF4-FFF2-40B4-BE49-F238E27FC236}">
                <a16:creationId xmlns:a16="http://schemas.microsoft.com/office/drawing/2014/main" id="{29A64A7A-56B3-9143-A36D-B3ED66071F15}"/>
              </a:ext>
            </a:extLst>
          </p:cNvPr>
          <p:cNvSpPr>
            <a:spLocks noChangeShapeType="1"/>
          </p:cNvSpPr>
          <p:nvPr/>
        </p:nvSpPr>
        <p:spPr bwMode="auto">
          <a:xfrm>
            <a:off x="4779169" y="3636169"/>
            <a:ext cx="0" cy="366713"/>
          </a:xfrm>
          <a:prstGeom prst="line">
            <a:avLst/>
          </a:prstGeom>
          <a:noFill/>
          <a:ln w="9525">
            <a:solidFill>
              <a:schemeClr val="tx1"/>
            </a:solidFill>
            <a:round/>
            <a:headEnd/>
            <a:tailEn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82313" name="Text Box 15">
            <a:extLst>
              <a:ext uri="{FF2B5EF4-FFF2-40B4-BE49-F238E27FC236}">
                <a16:creationId xmlns:a16="http://schemas.microsoft.com/office/drawing/2014/main" id="{171A2C8B-00C5-0340-A5AD-C5AF3E4D8E8B}"/>
              </a:ext>
            </a:extLst>
          </p:cNvPr>
          <p:cNvSpPr txBox="1">
            <a:spLocks noChangeArrowheads="1"/>
          </p:cNvSpPr>
          <p:nvPr/>
        </p:nvSpPr>
        <p:spPr bwMode="auto">
          <a:xfrm>
            <a:off x="2733616" y="3057525"/>
            <a:ext cx="800220"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200">
                <a:solidFill>
                  <a:srgbClr val="000099"/>
                </a:solidFill>
                <a:latin typeface="微软雅黑" panose="020B0503020204020204" pitchFamily="34" charset="-122"/>
                <a:ea typeface="宋体" panose="02010600030101010101" pitchFamily="2" charset="-122"/>
              </a:rPr>
              <a:t>基本首部</a:t>
            </a:r>
          </a:p>
        </p:txBody>
      </p:sp>
      <p:sp>
        <p:nvSpPr>
          <p:cNvPr id="482314" name="Text Box 16">
            <a:extLst>
              <a:ext uri="{FF2B5EF4-FFF2-40B4-BE49-F238E27FC236}">
                <a16:creationId xmlns:a16="http://schemas.microsoft.com/office/drawing/2014/main" id="{C7897C80-9FC0-B940-91F6-06EAE4B767B0}"/>
              </a:ext>
            </a:extLst>
          </p:cNvPr>
          <p:cNvSpPr txBox="1">
            <a:spLocks noChangeArrowheads="1"/>
          </p:cNvSpPr>
          <p:nvPr/>
        </p:nvSpPr>
        <p:spPr bwMode="auto">
          <a:xfrm>
            <a:off x="3454053" y="3644503"/>
            <a:ext cx="572594" cy="383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 </a:t>
            </a:r>
            <a:r>
              <a:rPr kumimoji="1" lang="zh-CN" altLang="en-US" sz="1050">
                <a:solidFill>
                  <a:srgbClr val="000099"/>
                </a:solidFill>
                <a:latin typeface="微软雅黑" panose="020B0503020204020204" pitchFamily="34" charset="-122"/>
                <a:ea typeface="宋体" panose="02010600030101010101" pitchFamily="2" charset="-122"/>
              </a:rPr>
              <a:t>扩展</a:t>
            </a:r>
          </a:p>
          <a:p>
            <a:pPr algn="ctr" eaLnBrk="1" hangingPunct="1">
              <a:lnSpc>
                <a:spcPct val="90000"/>
              </a:lnSpc>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首部 </a:t>
            </a:r>
            <a:r>
              <a:rPr kumimoji="1" lang="en-US" altLang="zh-CN" sz="1050">
                <a:solidFill>
                  <a:srgbClr val="000099"/>
                </a:solidFill>
                <a:latin typeface="微软雅黑" panose="020B0503020204020204" pitchFamily="34" charset="-122"/>
                <a:ea typeface="宋体" panose="02010600030101010101" pitchFamily="2" charset="-122"/>
              </a:rPr>
              <a:t>1</a:t>
            </a:r>
          </a:p>
        </p:txBody>
      </p:sp>
      <p:sp>
        <p:nvSpPr>
          <p:cNvPr id="482315" name="Text Box 17">
            <a:extLst>
              <a:ext uri="{FF2B5EF4-FFF2-40B4-BE49-F238E27FC236}">
                <a16:creationId xmlns:a16="http://schemas.microsoft.com/office/drawing/2014/main" id="{3363B72D-FE2A-DD4D-81D4-E8D6F62CAD1F}"/>
              </a:ext>
            </a:extLst>
          </p:cNvPr>
          <p:cNvSpPr txBox="1">
            <a:spLocks noChangeArrowheads="1"/>
          </p:cNvSpPr>
          <p:nvPr/>
        </p:nvSpPr>
        <p:spPr bwMode="auto">
          <a:xfrm>
            <a:off x="4200825" y="3636169"/>
            <a:ext cx="603050" cy="383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 </a:t>
            </a:r>
            <a:r>
              <a:rPr kumimoji="1" lang="zh-CN" altLang="en-US" sz="1050">
                <a:solidFill>
                  <a:srgbClr val="000099"/>
                </a:solidFill>
                <a:latin typeface="微软雅黑" panose="020B0503020204020204" pitchFamily="34" charset="-122"/>
                <a:ea typeface="宋体" panose="02010600030101010101" pitchFamily="2" charset="-122"/>
              </a:rPr>
              <a:t>扩展</a:t>
            </a:r>
          </a:p>
          <a:p>
            <a:pPr algn="ctr" eaLnBrk="1" hangingPunct="1">
              <a:lnSpc>
                <a:spcPct val="90000"/>
              </a:lnSpc>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首部 </a:t>
            </a:r>
            <a:r>
              <a:rPr kumimoji="1" lang="en-US" altLang="zh-CN" sz="1050">
                <a:solidFill>
                  <a:srgbClr val="000099"/>
                </a:solidFill>
                <a:latin typeface="微软雅黑" panose="020B0503020204020204" pitchFamily="34" charset="-122"/>
                <a:ea typeface="宋体" panose="02010600030101010101" pitchFamily="2" charset="-122"/>
              </a:rPr>
              <a:t>N</a:t>
            </a:r>
          </a:p>
        </p:txBody>
      </p:sp>
      <p:sp>
        <p:nvSpPr>
          <p:cNvPr id="482316" name="Text Box 18">
            <a:extLst>
              <a:ext uri="{FF2B5EF4-FFF2-40B4-BE49-F238E27FC236}">
                <a16:creationId xmlns:a16="http://schemas.microsoft.com/office/drawing/2014/main" id="{87AF2B60-36B6-1B4E-970E-E92A6F20C127}"/>
              </a:ext>
            </a:extLst>
          </p:cNvPr>
          <p:cNvSpPr txBox="1">
            <a:spLocks noChangeArrowheads="1"/>
          </p:cNvSpPr>
          <p:nvPr/>
        </p:nvSpPr>
        <p:spPr bwMode="auto">
          <a:xfrm>
            <a:off x="3981450" y="3680223"/>
            <a:ext cx="3834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a:solidFill>
                  <a:srgbClr val="000099"/>
                </a:solidFill>
                <a:latin typeface="微软雅黑" panose="020B0503020204020204" pitchFamily="34" charset="-122"/>
                <a:ea typeface="宋体" panose="02010600030101010101" pitchFamily="2" charset="-122"/>
              </a:rPr>
              <a:t> </a:t>
            </a:r>
            <a:r>
              <a:rPr kumimoji="1" lang="en-US" altLang="zh-CN" sz="1200">
                <a:solidFill>
                  <a:srgbClr val="000099"/>
                </a:solidFill>
                <a:latin typeface="Arial" panose="020B0604020202020204" pitchFamily="34" charset="0"/>
                <a:ea typeface="宋体" panose="02010600030101010101" pitchFamily="2" charset="-122"/>
              </a:rPr>
              <a:t>…</a:t>
            </a:r>
            <a:endParaRPr kumimoji="1" lang="en-US" altLang="zh-CN" sz="1200">
              <a:solidFill>
                <a:srgbClr val="000099"/>
              </a:solidFill>
              <a:latin typeface="微软雅黑" panose="020B0503020204020204" pitchFamily="34" charset="-122"/>
              <a:ea typeface="宋体" panose="02010600030101010101" pitchFamily="2" charset="-122"/>
            </a:endParaRPr>
          </a:p>
        </p:txBody>
      </p:sp>
      <p:sp>
        <p:nvSpPr>
          <p:cNvPr id="482317" name="Text Box 19">
            <a:extLst>
              <a:ext uri="{FF2B5EF4-FFF2-40B4-BE49-F238E27FC236}">
                <a16:creationId xmlns:a16="http://schemas.microsoft.com/office/drawing/2014/main" id="{5492AF38-7732-8043-B5FE-C65846FF49A6}"/>
              </a:ext>
            </a:extLst>
          </p:cNvPr>
          <p:cNvSpPr txBox="1">
            <a:spLocks noChangeArrowheads="1"/>
          </p:cNvSpPr>
          <p:nvPr/>
        </p:nvSpPr>
        <p:spPr bwMode="auto">
          <a:xfrm>
            <a:off x="4787504" y="3706417"/>
            <a:ext cx="160813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200">
                <a:solidFill>
                  <a:srgbClr val="000099"/>
                </a:solidFill>
                <a:latin typeface="微软雅黑" panose="020B0503020204020204" pitchFamily="34" charset="-122"/>
                <a:ea typeface="宋体" panose="02010600030101010101" pitchFamily="2" charset="-122"/>
              </a:rPr>
              <a:t>数      据      部      分</a:t>
            </a:r>
          </a:p>
        </p:txBody>
      </p:sp>
      <p:sp>
        <p:nvSpPr>
          <p:cNvPr id="16" name="Line 22">
            <a:extLst>
              <a:ext uri="{FF2B5EF4-FFF2-40B4-BE49-F238E27FC236}">
                <a16:creationId xmlns:a16="http://schemas.microsoft.com/office/drawing/2014/main" id="{B8FE44FA-FB1C-EE43-8E17-E679957C0692}"/>
              </a:ext>
            </a:extLst>
          </p:cNvPr>
          <p:cNvSpPr>
            <a:spLocks noChangeShapeType="1"/>
          </p:cNvSpPr>
          <p:nvPr/>
        </p:nvSpPr>
        <p:spPr bwMode="auto">
          <a:xfrm>
            <a:off x="3483769" y="4129088"/>
            <a:ext cx="1295400" cy="0"/>
          </a:xfrm>
          <a:prstGeom prst="line">
            <a:avLst/>
          </a:prstGeom>
          <a:noFill/>
          <a:ln w="19050">
            <a:solidFill>
              <a:schemeClr val="tx1"/>
            </a:solidFill>
            <a:round/>
            <a:headEnd type="triangle" w="sm" len="med"/>
            <a:tailEnd type="triangle" w="sm" len="me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82319" name="Text Box 23">
            <a:extLst>
              <a:ext uri="{FF2B5EF4-FFF2-40B4-BE49-F238E27FC236}">
                <a16:creationId xmlns:a16="http://schemas.microsoft.com/office/drawing/2014/main" id="{C0F97932-4F23-B142-AC03-9BC9498D19A8}"/>
              </a:ext>
            </a:extLst>
          </p:cNvPr>
          <p:cNvSpPr txBox="1">
            <a:spLocks noChangeArrowheads="1"/>
          </p:cNvSpPr>
          <p:nvPr/>
        </p:nvSpPr>
        <p:spPr bwMode="auto">
          <a:xfrm>
            <a:off x="3929063" y="4012407"/>
            <a:ext cx="492443" cy="276999"/>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200">
                <a:solidFill>
                  <a:srgbClr val="000099"/>
                </a:solidFill>
                <a:latin typeface="微软雅黑" panose="020B0503020204020204" pitchFamily="34" charset="-122"/>
                <a:ea typeface="宋体" panose="02010600030101010101" pitchFamily="2" charset="-122"/>
              </a:rPr>
              <a:t>选项</a:t>
            </a:r>
          </a:p>
        </p:txBody>
      </p:sp>
      <p:grpSp>
        <p:nvGrpSpPr>
          <p:cNvPr id="482320" name="组合 26">
            <a:extLst>
              <a:ext uri="{FF2B5EF4-FFF2-40B4-BE49-F238E27FC236}">
                <a16:creationId xmlns:a16="http://schemas.microsoft.com/office/drawing/2014/main" id="{12A30DE2-6A7C-8D47-AAF7-200F2D1DA079}"/>
              </a:ext>
            </a:extLst>
          </p:cNvPr>
          <p:cNvGrpSpPr>
            <a:grpSpLocks/>
          </p:cNvGrpSpPr>
          <p:nvPr/>
        </p:nvGrpSpPr>
        <p:grpSpPr bwMode="auto">
          <a:xfrm>
            <a:off x="2786063" y="2750344"/>
            <a:ext cx="4037410" cy="186929"/>
            <a:chOff x="1331640" y="1700808"/>
            <a:chExt cx="5832648" cy="344488"/>
          </a:xfrm>
        </p:grpSpPr>
        <p:sp>
          <p:nvSpPr>
            <p:cNvPr id="19" name="Line 25">
              <a:extLst>
                <a:ext uri="{FF2B5EF4-FFF2-40B4-BE49-F238E27FC236}">
                  <a16:creationId xmlns:a16="http://schemas.microsoft.com/office/drawing/2014/main" id="{E47D62EB-4013-8E43-B3BD-48E008F22FC4}"/>
                </a:ext>
              </a:extLst>
            </p:cNvPr>
            <p:cNvSpPr>
              <a:spLocks noChangeShapeType="1"/>
            </p:cNvSpPr>
            <p:nvPr/>
          </p:nvSpPr>
          <p:spPr bwMode="auto">
            <a:xfrm>
              <a:off x="1331640" y="1700808"/>
              <a:ext cx="0" cy="337905"/>
            </a:xfrm>
            <a:prstGeom prst="line">
              <a:avLst/>
            </a:prstGeom>
            <a:noFill/>
            <a:ln w="19050">
              <a:solidFill>
                <a:schemeClr val="tx1"/>
              </a:solidFill>
              <a:round/>
              <a:headEnd/>
              <a:tailEn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20" name="Line 26">
              <a:extLst>
                <a:ext uri="{FF2B5EF4-FFF2-40B4-BE49-F238E27FC236}">
                  <a16:creationId xmlns:a16="http://schemas.microsoft.com/office/drawing/2014/main" id="{C7B94BEE-16B9-3344-B5D8-011B84DDB180}"/>
                </a:ext>
              </a:extLst>
            </p:cNvPr>
            <p:cNvSpPr>
              <a:spLocks noChangeShapeType="1"/>
            </p:cNvSpPr>
            <p:nvPr/>
          </p:nvSpPr>
          <p:spPr bwMode="auto">
            <a:xfrm>
              <a:off x="7164288" y="1707391"/>
              <a:ext cx="0" cy="337905"/>
            </a:xfrm>
            <a:prstGeom prst="line">
              <a:avLst/>
            </a:prstGeom>
            <a:noFill/>
            <a:ln w="19050">
              <a:solidFill>
                <a:schemeClr val="tx1"/>
              </a:solidFill>
              <a:round/>
              <a:headEnd/>
              <a:tailEn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grpSp>
      <p:sp>
        <p:nvSpPr>
          <p:cNvPr id="21" name="Line 27">
            <a:extLst>
              <a:ext uri="{FF2B5EF4-FFF2-40B4-BE49-F238E27FC236}">
                <a16:creationId xmlns:a16="http://schemas.microsoft.com/office/drawing/2014/main" id="{73AF41E4-DF06-3649-8E09-326838BF2F51}"/>
              </a:ext>
            </a:extLst>
          </p:cNvPr>
          <p:cNvSpPr>
            <a:spLocks noChangeShapeType="1"/>
          </p:cNvSpPr>
          <p:nvPr/>
        </p:nvSpPr>
        <p:spPr bwMode="auto">
          <a:xfrm flipV="1">
            <a:off x="2786063" y="2840831"/>
            <a:ext cx="4030266" cy="0"/>
          </a:xfrm>
          <a:prstGeom prst="line">
            <a:avLst/>
          </a:prstGeom>
          <a:noFill/>
          <a:ln w="19050">
            <a:solidFill>
              <a:schemeClr val="tx1"/>
            </a:solidFill>
            <a:round/>
            <a:headEnd type="triangle" w="sm" len="med"/>
            <a:tailEnd type="triangle" w="sm" len="me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82322" name="Text Box 28">
            <a:extLst>
              <a:ext uri="{FF2B5EF4-FFF2-40B4-BE49-F238E27FC236}">
                <a16:creationId xmlns:a16="http://schemas.microsoft.com/office/drawing/2014/main" id="{1012B646-3D29-4443-8721-89873F9F0F6C}"/>
              </a:ext>
            </a:extLst>
          </p:cNvPr>
          <p:cNvSpPr txBox="1">
            <a:spLocks noChangeArrowheads="1"/>
          </p:cNvSpPr>
          <p:nvPr/>
        </p:nvSpPr>
        <p:spPr bwMode="auto">
          <a:xfrm>
            <a:off x="4350544" y="2671762"/>
            <a:ext cx="1104790" cy="30008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IPv6 </a:t>
            </a:r>
            <a:r>
              <a:rPr kumimoji="1" lang="zh-CN" altLang="en-US" sz="1350">
                <a:solidFill>
                  <a:srgbClr val="000099"/>
                </a:solidFill>
                <a:latin typeface="微软雅黑" panose="020B0503020204020204" pitchFamily="34" charset="-122"/>
                <a:ea typeface="宋体" panose="02010600030101010101" pitchFamily="2" charset="-122"/>
              </a:rPr>
              <a:t>数据报</a:t>
            </a:r>
          </a:p>
        </p:txBody>
      </p:sp>
      <p:cxnSp>
        <p:nvCxnSpPr>
          <p:cNvPr id="482323" name="直接连接符 32">
            <a:extLst>
              <a:ext uri="{FF2B5EF4-FFF2-40B4-BE49-F238E27FC236}">
                <a16:creationId xmlns:a16="http://schemas.microsoft.com/office/drawing/2014/main" id="{B44D1CB5-7501-1945-BD38-E88F401B9B48}"/>
              </a:ext>
            </a:extLst>
          </p:cNvPr>
          <p:cNvCxnSpPr>
            <a:cxnSpLocks noChangeShapeType="1"/>
          </p:cNvCxnSpPr>
          <p:nvPr/>
        </p:nvCxnSpPr>
        <p:spPr bwMode="auto">
          <a:xfrm>
            <a:off x="3505200" y="3362326"/>
            <a:ext cx="0" cy="298847"/>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cxnSp>
      <p:cxnSp>
        <p:nvCxnSpPr>
          <p:cNvPr id="482324" name="直接连接符 34">
            <a:extLst>
              <a:ext uri="{FF2B5EF4-FFF2-40B4-BE49-F238E27FC236}">
                <a16:creationId xmlns:a16="http://schemas.microsoft.com/office/drawing/2014/main" id="{2753B20C-6189-3D41-8823-239B82ECB33B}"/>
              </a:ext>
            </a:extLst>
          </p:cNvPr>
          <p:cNvCxnSpPr>
            <a:cxnSpLocks noChangeShapeType="1"/>
          </p:cNvCxnSpPr>
          <p:nvPr/>
        </p:nvCxnSpPr>
        <p:spPr bwMode="auto">
          <a:xfrm>
            <a:off x="6822281" y="3362325"/>
            <a:ext cx="0" cy="300038"/>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cxnSp>
      <p:sp>
        <p:nvSpPr>
          <p:cNvPr id="482325" name="Text Box 23">
            <a:extLst>
              <a:ext uri="{FF2B5EF4-FFF2-40B4-BE49-F238E27FC236}">
                <a16:creationId xmlns:a16="http://schemas.microsoft.com/office/drawing/2014/main" id="{ED0AE46C-4F5C-F941-B803-A1885BB28F25}"/>
              </a:ext>
            </a:extLst>
          </p:cNvPr>
          <p:cNvSpPr txBox="1">
            <a:spLocks noChangeArrowheads="1"/>
          </p:cNvSpPr>
          <p:nvPr/>
        </p:nvSpPr>
        <p:spPr bwMode="auto">
          <a:xfrm>
            <a:off x="2827735" y="3352801"/>
            <a:ext cx="716863" cy="276999"/>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a:solidFill>
                  <a:srgbClr val="000099"/>
                </a:solidFill>
                <a:latin typeface="微软雅黑" panose="020B0503020204020204" pitchFamily="34" charset="-122"/>
                <a:ea typeface="宋体" panose="02010600030101010101" pitchFamily="2" charset="-122"/>
              </a:rPr>
              <a:t>40 </a:t>
            </a:r>
            <a:r>
              <a:rPr kumimoji="1" lang="zh-CN" altLang="en-US" sz="1200">
                <a:solidFill>
                  <a:srgbClr val="000099"/>
                </a:solidFill>
                <a:latin typeface="微软雅黑" panose="020B0503020204020204" pitchFamily="34" charset="-122"/>
                <a:ea typeface="宋体" panose="02010600030101010101" pitchFamily="2" charset="-122"/>
              </a:rPr>
              <a:t>字节</a:t>
            </a:r>
          </a:p>
        </p:txBody>
      </p:sp>
      <p:sp>
        <p:nvSpPr>
          <p:cNvPr id="28" name="Line 27">
            <a:extLst>
              <a:ext uri="{FF2B5EF4-FFF2-40B4-BE49-F238E27FC236}">
                <a16:creationId xmlns:a16="http://schemas.microsoft.com/office/drawing/2014/main" id="{A4E0C85A-3C9E-5A4F-A16D-1588D592484D}"/>
              </a:ext>
            </a:extLst>
          </p:cNvPr>
          <p:cNvSpPr>
            <a:spLocks noChangeShapeType="1"/>
          </p:cNvSpPr>
          <p:nvPr/>
        </p:nvSpPr>
        <p:spPr bwMode="auto">
          <a:xfrm>
            <a:off x="3508772" y="3494485"/>
            <a:ext cx="3314700" cy="2381"/>
          </a:xfrm>
          <a:prstGeom prst="line">
            <a:avLst/>
          </a:prstGeom>
          <a:noFill/>
          <a:ln w="19050">
            <a:solidFill>
              <a:schemeClr val="tx1"/>
            </a:solidFill>
            <a:round/>
            <a:headEnd type="triangle" w="sm" len="med"/>
            <a:tailEnd type="triangle" w="sm" len="me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82327" name="Text Box 23">
            <a:extLst>
              <a:ext uri="{FF2B5EF4-FFF2-40B4-BE49-F238E27FC236}">
                <a16:creationId xmlns:a16="http://schemas.microsoft.com/office/drawing/2014/main" id="{7AECE95E-306B-8C45-9267-84CA4C9D76F5}"/>
              </a:ext>
            </a:extLst>
          </p:cNvPr>
          <p:cNvSpPr txBox="1">
            <a:spLocks noChangeArrowheads="1"/>
          </p:cNvSpPr>
          <p:nvPr/>
        </p:nvSpPr>
        <p:spPr bwMode="auto">
          <a:xfrm>
            <a:off x="4444604" y="3367088"/>
            <a:ext cx="1492716" cy="276999"/>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200">
                <a:solidFill>
                  <a:srgbClr val="000099"/>
                </a:solidFill>
                <a:latin typeface="微软雅黑" panose="020B0503020204020204" pitchFamily="34" charset="-122"/>
                <a:ea typeface="宋体" panose="02010600030101010101" pitchFamily="2" charset="-122"/>
              </a:rPr>
              <a:t>不超过 </a:t>
            </a:r>
            <a:r>
              <a:rPr kumimoji="1" lang="en-US" altLang="zh-CN" sz="1200">
                <a:solidFill>
                  <a:srgbClr val="000099"/>
                </a:solidFill>
                <a:latin typeface="微软雅黑" panose="020B0503020204020204" pitchFamily="34" charset="-122"/>
                <a:ea typeface="宋体" panose="02010600030101010101" pitchFamily="2" charset="-122"/>
              </a:rPr>
              <a:t>65535 </a:t>
            </a:r>
            <a:r>
              <a:rPr kumimoji="1" lang="zh-CN" altLang="en-US" sz="1200">
                <a:solidFill>
                  <a:srgbClr val="000099"/>
                </a:solidFill>
                <a:latin typeface="微软雅黑" panose="020B0503020204020204" pitchFamily="34" charset="-122"/>
                <a:ea typeface="宋体" panose="02010600030101010101" pitchFamily="2" charset="-122"/>
              </a:rPr>
              <a:t>字节</a:t>
            </a:r>
          </a:p>
        </p:txBody>
      </p:sp>
      <p:sp>
        <p:nvSpPr>
          <p:cNvPr id="482328" name="右箭头 28">
            <a:extLst>
              <a:ext uri="{FF2B5EF4-FFF2-40B4-BE49-F238E27FC236}">
                <a16:creationId xmlns:a16="http://schemas.microsoft.com/office/drawing/2014/main" id="{3C20B13E-BE38-9941-86B1-EF4864EBD09C}"/>
              </a:ext>
            </a:extLst>
          </p:cNvPr>
          <p:cNvSpPr>
            <a:spLocks noChangeArrowheads="1"/>
          </p:cNvSpPr>
          <p:nvPr/>
        </p:nvSpPr>
        <p:spPr bwMode="auto">
          <a:xfrm rot="10800000">
            <a:off x="2287191" y="3078957"/>
            <a:ext cx="498872" cy="140494"/>
          </a:xfrm>
          <a:prstGeom prst="rightArrow">
            <a:avLst>
              <a:gd name="adj1" fmla="val 50000"/>
              <a:gd name="adj2" fmla="val 162073"/>
            </a:avLst>
          </a:prstGeom>
          <a:solidFill>
            <a:srgbClr val="990000"/>
          </a:solidFill>
          <a:ln w="9525" algn="ctr">
            <a:solidFill>
              <a:schemeClr val="tx1"/>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82329" name="Text Box 23">
            <a:extLst>
              <a:ext uri="{FF2B5EF4-FFF2-40B4-BE49-F238E27FC236}">
                <a16:creationId xmlns:a16="http://schemas.microsoft.com/office/drawing/2014/main" id="{D126B51C-8E2E-1346-AEBC-2B6F8562966B}"/>
              </a:ext>
            </a:extLst>
          </p:cNvPr>
          <p:cNvSpPr txBox="1">
            <a:spLocks noChangeArrowheads="1"/>
          </p:cNvSpPr>
          <p:nvPr/>
        </p:nvSpPr>
        <p:spPr bwMode="auto">
          <a:xfrm>
            <a:off x="1865710" y="3294460"/>
            <a:ext cx="87716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solidFill>
                  <a:srgbClr val="000099"/>
                </a:solidFill>
                <a:latin typeface="微软雅黑" panose="020B0503020204020204" pitchFamily="34" charset="-122"/>
                <a:ea typeface="宋体" panose="02010600030101010101" pitchFamily="2" charset="-122"/>
              </a:rPr>
              <a:t>发送在前</a:t>
            </a:r>
          </a:p>
        </p:txBody>
      </p:sp>
      <p:sp>
        <p:nvSpPr>
          <p:cNvPr id="24" name="Line 3">
            <a:extLst>
              <a:ext uri="{FF2B5EF4-FFF2-40B4-BE49-F238E27FC236}">
                <a16:creationId xmlns:a16="http://schemas.microsoft.com/office/drawing/2014/main" id="{CC80C562-CDF9-4948-82B1-880F2F402EDA}"/>
              </a:ext>
            </a:extLst>
          </p:cNvPr>
          <p:cNvSpPr>
            <a:spLocks noChangeShapeType="1"/>
          </p:cNvSpPr>
          <p:nvPr/>
        </p:nvSpPr>
        <p:spPr bwMode="auto">
          <a:xfrm>
            <a:off x="3507581" y="2968229"/>
            <a:ext cx="0" cy="367903"/>
          </a:xfrm>
          <a:prstGeom prst="line">
            <a:avLst/>
          </a:prstGeom>
          <a:noFill/>
          <a:ln w="9525">
            <a:solidFill>
              <a:schemeClr val="tx1"/>
            </a:solidFill>
            <a:round/>
            <a:headEnd/>
            <a:tailEn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82331" name="矩形 3">
            <a:extLst>
              <a:ext uri="{FF2B5EF4-FFF2-40B4-BE49-F238E27FC236}">
                <a16:creationId xmlns:a16="http://schemas.microsoft.com/office/drawing/2014/main" id="{BCCBB588-58A9-534A-8BF3-A748C17B3747}"/>
              </a:ext>
            </a:extLst>
          </p:cNvPr>
          <p:cNvSpPr>
            <a:spLocks noChangeArrowheads="1"/>
          </p:cNvSpPr>
          <p:nvPr/>
        </p:nvSpPr>
        <p:spPr bwMode="auto">
          <a:xfrm>
            <a:off x="3512344" y="2980135"/>
            <a:ext cx="3303985" cy="355997"/>
          </a:xfrm>
          <a:prstGeom prst="rect">
            <a:avLst/>
          </a:prstGeom>
          <a:solidFill>
            <a:srgbClr val="FFFF6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82332" name="Text Box 33">
            <a:extLst>
              <a:ext uri="{FF2B5EF4-FFF2-40B4-BE49-F238E27FC236}">
                <a16:creationId xmlns:a16="http://schemas.microsoft.com/office/drawing/2014/main" id="{8D1F91CB-8E70-B146-93BD-53072EC5BF18}"/>
              </a:ext>
            </a:extLst>
          </p:cNvPr>
          <p:cNvSpPr txBox="1">
            <a:spLocks noChangeArrowheads="1"/>
          </p:cNvSpPr>
          <p:nvPr/>
        </p:nvSpPr>
        <p:spPr bwMode="auto">
          <a:xfrm>
            <a:off x="3600450" y="3042047"/>
            <a:ext cx="303966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solidFill>
                  <a:srgbClr val="000099"/>
                </a:solidFill>
                <a:latin typeface="微软雅黑" panose="020B0503020204020204" pitchFamily="34" charset="-122"/>
                <a:ea typeface="宋体" panose="02010600030101010101" pitchFamily="2" charset="-122"/>
              </a:rPr>
              <a:t>有         效         载         荷</a:t>
            </a:r>
          </a:p>
        </p:txBody>
      </p:sp>
      <p:sp>
        <p:nvSpPr>
          <p:cNvPr id="482333" name="矩形 36">
            <a:extLst>
              <a:ext uri="{FF2B5EF4-FFF2-40B4-BE49-F238E27FC236}">
                <a16:creationId xmlns:a16="http://schemas.microsoft.com/office/drawing/2014/main" id="{68B15D99-BE1E-DF42-BF55-5DF968A31683}"/>
              </a:ext>
            </a:extLst>
          </p:cNvPr>
          <p:cNvSpPr>
            <a:spLocks noChangeArrowheads="1"/>
          </p:cNvSpPr>
          <p:nvPr/>
        </p:nvSpPr>
        <p:spPr bwMode="auto">
          <a:xfrm>
            <a:off x="1865710" y="4210050"/>
            <a:ext cx="5847159" cy="346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zh-CN" altLang="zh-CN" sz="1650">
                <a:solidFill>
                  <a:schemeClr val="tx1"/>
                </a:solidFill>
                <a:latin typeface="微软雅黑" panose="020B0503020204020204" pitchFamily="34" charset="-122"/>
                <a:ea typeface="宋体" panose="02010600030101010101" pitchFamily="2" charset="-122"/>
              </a:rPr>
              <a:t>具有多个可选扩展首部的</a:t>
            </a:r>
            <a:r>
              <a:rPr lang="en-US" altLang="zh-CN" sz="1650">
                <a:solidFill>
                  <a:schemeClr val="tx1"/>
                </a:solidFill>
                <a:latin typeface="微软雅黑" panose="020B0503020204020204" pitchFamily="34" charset="-122"/>
                <a:ea typeface="宋体" panose="02010600030101010101" pitchFamily="2" charset="-122"/>
              </a:rPr>
              <a:t> IPv6 </a:t>
            </a:r>
            <a:r>
              <a:rPr lang="zh-CN" altLang="zh-CN" sz="1650">
                <a:solidFill>
                  <a:schemeClr val="tx1"/>
                </a:solidFill>
                <a:latin typeface="微软雅黑" panose="020B0503020204020204" pitchFamily="34" charset="-122"/>
                <a:ea typeface="宋体" panose="02010600030101010101" pitchFamily="2" charset="-122"/>
              </a:rPr>
              <a:t>数据报的一般形式</a:t>
            </a:r>
            <a:endParaRPr lang="zh-CN" altLang="en-US" sz="1650">
              <a:solidFill>
                <a:schemeClr val="tx1"/>
              </a:solidFill>
              <a:latin typeface="微软雅黑" panose="020B0503020204020204" pitchFamily="34" charset="-122"/>
              <a:ea typeface="宋体" panose="02010600030101010101" pitchFamily="2" charset="-122"/>
            </a:endParaRPr>
          </a:p>
        </p:txBody>
      </p:sp>
    </p:spTree>
    <p:extLst>
      <p:ext uri="{BB962C8B-B14F-4D97-AF65-F5344CB8AC3E}">
        <p14:creationId xmlns:p14="http://schemas.microsoft.com/office/powerpoint/2010/main" val="2850566658"/>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3329" name="Rectangle 2">
            <a:extLst>
              <a:ext uri="{FF2B5EF4-FFF2-40B4-BE49-F238E27FC236}">
                <a16:creationId xmlns:a16="http://schemas.microsoft.com/office/drawing/2014/main" id="{6E193235-692C-A945-AAA5-89D2900F8F9E}"/>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IPv6 </a:t>
            </a:r>
            <a:r>
              <a:rPr lang="zh-CN" altLang="en-US">
                <a:latin typeface="Times New Roman" panose="02020603050405020304" pitchFamily="18" charset="0"/>
                <a:ea typeface="宋体" panose="02010600030101010101" pitchFamily="2" charset="-122"/>
              </a:rPr>
              <a:t>数据报的基本首部</a:t>
            </a:r>
          </a:p>
        </p:txBody>
      </p:sp>
      <p:sp>
        <p:nvSpPr>
          <p:cNvPr id="483330" name="Rectangle 3">
            <a:extLst>
              <a:ext uri="{FF2B5EF4-FFF2-40B4-BE49-F238E27FC236}">
                <a16:creationId xmlns:a16="http://schemas.microsoft.com/office/drawing/2014/main" id="{368CF80F-7CDB-7046-8524-7AF47031C20C}"/>
              </a:ext>
            </a:extLst>
          </p:cNvPr>
          <p:cNvSpPr>
            <a:spLocks noGrp="1" noChangeArrowheads="1"/>
          </p:cNvSpPr>
          <p:nvPr>
            <p:ph idx="1"/>
          </p:nvPr>
        </p:nvSpPr>
        <p:spPr/>
        <p:txBody>
          <a:bodyPr vert="horz" wrap="square" lIns="63305" tIns="31652" rIns="63305" bIns="31652" numCol="1" anchor="t" anchorCtr="0" compatLnSpc="1">
            <a:prstTxWarp prst="textNoShape">
              <a:avLst/>
            </a:prstTxWarp>
          </a:bodyPr>
          <a:lstStyle/>
          <a:p>
            <a:r>
              <a:rPr lang="en-US" altLang="zh-CN" sz="1875" dirty="0">
                <a:ea typeface="宋体" panose="02010600030101010101" pitchFamily="2" charset="-122"/>
              </a:rPr>
              <a:t>IPv6 </a:t>
            </a:r>
            <a:r>
              <a:rPr lang="zh-CN" altLang="en-US" sz="1875" dirty="0">
                <a:ea typeface="宋体" panose="02010600030101010101" pitchFamily="2" charset="-122"/>
              </a:rPr>
              <a:t>将首部长度变为</a:t>
            </a:r>
            <a:r>
              <a:rPr lang="zh-CN" altLang="en-US" sz="1875" dirty="0">
                <a:solidFill>
                  <a:srgbClr val="FF0000"/>
                </a:solidFill>
                <a:ea typeface="宋体" panose="02010600030101010101" pitchFamily="2" charset="-122"/>
              </a:rPr>
              <a:t>固定的</a:t>
            </a:r>
            <a:r>
              <a:rPr lang="zh-CN" altLang="en-US" sz="1875" dirty="0">
                <a:ea typeface="宋体" panose="02010600030101010101" pitchFamily="2" charset="-122"/>
              </a:rPr>
              <a:t> </a:t>
            </a:r>
            <a:r>
              <a:rPr lang="en-US" altLang="zh-CN" sz="1875" dirty="0">
                <a:solidFill>
                  <a:srgbClr val="FF0000"/>
                </a:solidFill>
                <a:ea typeface="宋体" panose="02010600030101010101" pitchFamily="2" charset="-122"/>
              </a:rPr>
              <a:t>40 </a:t>
            </a:r>
            <a:r>
              <a:rPr lang="zh-CN" altLang="en-US" sz="1875" dirty="0">
                <a:solidFill>
                  <a:srgbClr val="FF0000"/>
                </a:solidFill>
                <a:ea typeface="宋体" panose="02010600030101010101" pitchFamily="2" charset="-122"/>
              </a:rPr>
              <a:t>字节，</a:t>
            </a:r>
            <a:r>
              <a:rPr lang="zh-CN" altLang="en-US" sz="1875" dirty="0">
                <a:ea typeface="宋体" panose="02010600030101010101" pitchFamily="2" charset="-122"/>
              </a:rPr>
              <a:t>称为</a:t>
            </a:r>
            <a:r>
              <a:rPr lang="zh-CN" altLang="en-US" sz="1875" dirty="0">
                <a:solidFill>
                  <a:srgbClr val="FF0000"/>
                </a:solidFill>
                <a:ea typeface="宋体" panose="02010600030101010101" pitchFamily="2" charset="-122"/>
              </a:rPr>
              <a:t>基本首部。</a:t>
            </a:r>
            <a:endParaRPr lang="en-US" altLang="zh-CN" sz="1875" dirty="0">
              <a:solidFill>
                <a:srgbClr val="FF0000"/>
              </a:solidFill>
              <a:ea typeface="宋体" panose="02010600030101010101" pitchFamily="2" charset="-122"/>
            </a:endParaRPr>
          </a:p>
          <a:p>
            <a:r>
              <a:rPr lang="zh-CN" altLang="zh-CN" sz="1875" dirty="0">
                <a:ea typeface="宋体" panose="02010600030101010101" pitchFamily="2" charset="-122"/>
              </a:rPr>
              <a:t>把首部中不必要的功能取消了，使得</a:t>
            </a:r>
            <a:r>
              <a:rPr lang="en-US" altLang="zh-CN" sz="1875" dirty="0">
                <a:ea typeface="宋体" panose="02010600030101010101" pitchFamily="2" charset="-122"/>
              </a:rPr>
              <a:t> IPv6 </a:t>
            </a:r>
            <a:r>
              <a:rPr lang="zh-CN" altLang="zh-CN" sz="1875" dirty="0">
                <a:ea typeface="宋体" panose="02010600030101010101" pitchFamily="2" charset="-122"/>
              </a:rPr>
              <a:t>首部的字段数减少到只有</a:t>
            </a:r>
            <a:r>
              <a:rPr lang="en-US" altLang="zh-CN" sz="1875" dirty="0">
                <a:ea typeface="宋体" panose="02010600030101010101" pitchFamily="2" charset="-122"/>
              </a:rPr>
              <a:t> 8 </a:t>
            </a:r>
            <a:r>
              <a:rPr lang="zh-CN" altLang="zh-CN" sz="1875" dirty="0">
                <a:ea typeface="宋体" panose="02010600030101010101" pitchFamily="2" charset="-122"/>
              </a:rPr>
              <a:t>个</a:t>
            </a:r>
            <a:r>
              <a:rPr lang="zh-CN" altLang="en-US" sz="1875" dirty="0">
                <a:ea typeface="宋体" panose="02010600030101010101" pitchFamily="2" charset="-122"/>
              </a:rPr>
              <a:t>。</a:t>
            </a:r>
            <a:endParaRPr lang="en-US" altLang="zh-CN" sz="1875" dirty="0">
              <a:ea typeface="宋体" panose="02010600030101010101" pitchFamily="2" charset="-122"/>
            </a:endParaRPr>
          </a:p>
          <a:p>
            <a:r>
              <a:rPr lang="en-US" altLang="zh-CN" sz="1875" dirty="0">
                <a:ea typeface="宋体" panose="02010600030101010101" pitchFamily="2" charset="-122"/>
              </a:rPr>
              <a:t>IPv6 </a:t>
            </a:r>
            <a:r>
              <a:rPr lang="zh-CN" altLang="zh-CN" sz="1875" dirty="0">
                <a:ea typeface="宋体" panose="02010600030101010101" pitchFamily="2" charset="-122"/>
              </a:rPr>
              <a:t>对首部中的某些字段进行了如下的</a:t>
            </a:r>
            <a:r>
              <a:rPr lang="zh-CN" altLang="zh-CN" sz="1875" dirty="0">
                <a:solidFill>
                  <a:srgbClr val="FF0000"/>
                </a:solidFill>
                <a:ea typeface="宋体" panose="02010600030101010101" pitchFamily="2" charset="-122"/>
              </a:rPr>
              <a:t>更改</a:t>
            </a:r>
            <a:r>
              <a:rPr lang="zh-CN" altLang="en-US" sz="1875" dirty="0">
                <a:solidFill>
                  <a:srgbClr val="FF0000"/>
                </a:solidFill>
                <a:ea typeface="宋体" panose="02010600030101010101" pitchFamily="2" charset="-122"/>
              </a:rPr>
              <a:t>：</a:t>
            </a:r>
            <a:endParaRPr lang="en-US" altLang="zh-CN" sz="1875" dirty="0">
              <a:solidFill>
                <a:srgbClr val="FF0000"/>
              </a:solidFill>
              <a:ea typeface="宋体" panose="02010600030101010101" pitchFamily="2" charset="-122"/>
            </a:endParaRPr>
          </a:p>
          <a:p>
            <a:pPr lvl="1"/>
            <a:endParaRPr lang="zh-CN" altLang="en-US" sz="1650" dirty="0">
              <a:ea typeface="宋体" panose="02010600030101010101" pitchFamily="2" charset="-122"/>
            </a:endParaRPr>
          </a:p>
        </p:txBody>
      </p:sp>
      <p:graphicFrame>
        <p:nvGraphicFramePr>
          <p:cNvPr id="3" name="表格 2">
            <a:extLst>
              <a:ext uri="{FF2B5EF4-FFF2-40B4-BE49-F238E27FC236}">
                <a16:creationId xmlns:a16="http://schemas.microsoft.com/office/drawing/2014/main" id="{AE05660E-A566-E94D-B1DD-5D2A88F72218}"/>
              </a:ext>
            </a:extLst>
          </p:cNvPr>
          <p:cNvGraphicFramePr>
            <a:graphicFrameLocks noGrp="1"/>
          </p:cNvGraphicFramePr>
          <p:nvPr>
            <p:extLst>
              <p:ext uri="{D42A27DB-BD31-4B8C-83A1-F6EECF244321}">
                <p14:modId xmlns:p14="http://schemas.microsoft.com/office/powerpoint/2010/main" val="2437443236"/>
              </p:ext>
            </p:extLst>
          </p:nvPr>
        </p:nvGraphicFramePr>
        <p:xfrm>
          <a:off x="354330" y="2571750"/>
          <a:ext cx="8584186" cy="1597581"/>
        </p:xfrm>
        <a:graphic>
          <a:graphicData uri="http://schemas.openxmlformats.org/drawingml/2006/table">
            <a:tbl>
              <a:tblPr/>
              <a:tblGrid>
                <a:gridCol w="4292947">
                  <a:extLst>
                    <a:ext uri="{9D8B030D-6E8A-4147-A177-3AD203B41FA5}">
                      <a16:colId xmlns:a16="http://schemas.microsoft.com/office/drawing/2014/main" val="20000"/>
                    </a:ext>
                  </a:extLst>
                </a:gridCol>
                <a:gridCol w="4291239">
                  <a:extLst>
                    <a:ext uri="{9D8B030D-6E8A-4147-A177-3AD203B41FA5}">
                      <a16:colId xmlns:a16="http://schemas.microsoft.com/office/drawing/2014/main" val="20001"/>
                    </a:ext>
                  </a:extLst>
                </a:gridCol>
              </a:tblGrid>
              <a:tr h="1597581">
                <a:tc>
                  <a:txBody>
                    <a:bodyPr/>
                    <a:lstStyle>
                      <a:lvl1pPr marL="342900" indent="-342900">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342900" marR="0" lvl="0" indent="-342900" algn="l" defTabSz="914400" rtl="0" eaLnBrk="1" fontAlgn="base" latinLnBrk="0" hangingPunct="1">
                        <a:lnSpc>
                          <a:spcPct val="110000"/>
                        </a:lnSpc>
                        <a:spcBef>
                          <a:spcPct val="0"/>
                        </a:spcBef>
                        <a:spcAft>
                          <a:spcPct val="0"/>
                        </a:spcAft>
                        <a:buClrTx/>
                        <a:buSzPct val="80000"/>
                        <a:buFont typeface="Wingdings" pitchFamily="2" charset="2"/>
                        <a:buChar char="l"/>
                        <a:tabLst/>
                      </a:pP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取消了首部长度字段</a:t>
                      </a:r>
                      <a:r>
                        <a:rPr kumimoji="0" lang="zh-CN" altLang="en-US"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a:t>
                      </a: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因为首部长度是固定的</a:t>
                      </a:r>
                      <a:r>
                        <a:rPr kumimoji="0" lang="en-US"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 40 </a:t>
                      </a: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字节</a:t>
                      </a:r>
                      <a:r>
                        <a:rPr kumimoji="0" lang="zh-CN" altLang="en-US"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a:t>
                      </a:r>
                      <a:endParaRPr kumimoji="0" lang="en-US"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endParaRPr>
                    </a:p>
                    <a:p>
                      <a:pPr marL="342900" marR="0" lvl="0" indent="-342900" algn="l" defTabSz="914400" rtl="0" eaLnBrk="1" fontAlgn="base" latinLnBrk="0" hangingPunct="1">
                        <a:lnSpc>
                          <a:spcPct val="110000"/>
                        </a:lnSpc>
                        <a:spcBef>
                          <a:spcPct val="0"/>
                        </a:spcBef>
                        <a:spcAft>
                          <a:spcPct val="0"/>
                        </a:spcAft>
                        <a:buClrTx/>
                        <a:buSzPct val="80000"/>
                        <a:buFont typeface="Wingdings" pitchFamily="2" charset="2"/>
                        <a:buChar char="l"/>
                        <a:tabLst/>
                      </a:pP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取消了服务类型字段</a:t>
                      </a:r>
                      <a:r>
                        <a:rPr kumimoji="0" lang="zh-CN" altLang="en-US"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a:t>
                      </a:r>
                      <a:endParaRPr kumimoji="0" lang="en-US"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endParaRPr>
                    </a:p>
                    <a:p>
                      <a:pPr marL="342900" marR="0" lvl="0" indent="-342900" algn="l" defTabSz="914400" rtl="0" eaLnBrk="1" fontAlgn="base" latinLnBrk="0" hangingPunct="1">
                        <a:lnSpc>
                          <a:spcPct val="110000"/>
                        </a:lnSpc>
                        <a:spcBef>
                          <a:spcPct val="0"/>
                        </a:spcBef>
                        <a:spcAft>
                          <a:spcPct val="0"/>
                        </a:spcAft>
                        <a:buClrTx/>
                        <a:buSzPct val="80000"/>
                        <a:buFont typeface="Wingdings" pitchFamily="2" charset="2"/>
                        <a:buChar char="l"/>
                        <a:tabLst/>
                      </a:pP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取消了总长度字段</a:t>
                      </a:r>
                      <a:r>
                        <a:rPr kumimoji="0" lang="zh-CN" altLang="en-US"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a:t>
                      </a: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改用有效载荷长度字段</a:t>
                      </a:r>
                      <a:r>
                        <a:rPr kumimoji="0" lang="zh-CN" altLang="en-US"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a:t>
                      </a:r>
                      <a:endParaRPr kumimoji="0" lang="en-US"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endParaRPr>
                    </a:p>
                  </a:txBody>
                  <a:tcPr marL="63312" marR="63312" marT="31656" marB="316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marL="342900" indent="-342900">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342900" marR="0" lvl="0" indent="-342900" algn="l" defTabSz="914400" rtl="0" eaLnBrk="1" fontAlgn="base" latinLnBrk="0" hangingPunct="1">
                        <a:lnSpc>
                          <a:spcPct val="110000"/>
                        </a:lnSpc>
                        <a:spcBef>
                          <a:spcPct val="0"/>
                        </a:spcBef>
                        <a:spcAft>
                          <a:spcPct val="0"/>
                        </a:spcAft>
                        <a:buClrTx/>
                        <a:buSzPct val="80000"/>
                        <a:buFont typeface="Wingdings" pitchFamily="2" charset="2"/>
                        <a:buChar char="l"/>
                        <a:tabLst/>
                      </a:pP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把</a:t>
                      </a:r>
                      <a:r>
                        <a:rPr kumimoji="0" lang="en-US"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 TTL </a:t>
                      </a: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字段改称为跳数限制字段</a:t>
                      </a:r>
                      <a:r>
                        <a:rPr kumimoji="0" lang="zh-CN" altLang="en-US"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a:t>
                      </a:r>
                      <a:endParaRPr kumimoji="0" lang="en-US"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endParaRPr>
                    </a:p>
                    <a:p>
                      <a:pPr marL="342900" marR="0" lvl="0" indent="-342900" algn="l" defTabSz="914400" rtl="0" eaLnBrk="1" fontAlgn="base" latinLnBrk="0" hangingPunct="1">
                        <a:lnSpc>
                          <a:spcPct val="110000"/>
                        </a:lnSpc>
                        <a:spcBef>
                          <a:spcPct val="0"/>
                        </a:spcBef>
                        <a:spcAft>
                          <a:spcPct val="0"/>
                        </a:spcAft>
                        <a:buClrTx/>
                        <a:buSzPct val="80000"/>
                        <a:buFont typeface="Wingdings" pitchFamily="2" charset="2"/>
                        <a:buChar char="l"/>
                        <a:tabLst/>
                      </a:pP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取消了协议字段，改用下一个首部字段</a:t>
                      </a:r>
                      <a:r>
                        <a:rPr kumimoji="0" lang="zh-CN" altLang="en-US"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a:t>
                      </a:r>
                      <a:endParaRPr kumimoji="0" lang="en-US"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endParaRPr>
                    </a:p>
                    <a:p>
                      <a:pPr marL="342900" marR="0" lvl="0" indent="-342900" algn="l" defTabSz="914400" rtl="0" eaLnBrk="1" fontAlgn="base" latinLnBrk="0" hangingPunct="1">
                        <a:lnSpc>
                          <a:spcPct val="110000"/>
                        </a:lnSpc>
                        <a:spcBef>
                          <a:spcPct val="0"/>
                        </a:spcBef>
                        <a:spcAft>
                          <a:spcPct val="0"/>
                        </a:spcAft>
                        <a:buClrTx/>
                        <a:buSzPct val="80000"/>
                        <a:buFont typeface="Wingdings" pitchFamily="2" charset="2"/>
                        <a:buChar char="l"/>
                        <a:tabLst/>
                      </a:pP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取消了检验和字段</a:t>
                      </a:r>
                      <a:r>
                        <a:rPr kumimoji="0" lang="zh-CN" altLang="en-US"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a:t>
                      </a:r>
                      <a:endParaRPr kumimoji="0" lang="en-US"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endParaRPr>
                    </a:p>
                    <a:p>
                      <a:pPr marL="342900" marR="0" lvl="0" indent="-342900" algn="l" defTabSz="914400" rtl="0" eaLnBrk="1" fontAlgn="base" latinLnBrk="0" hangingPunct="1">
                        <a:lnSpc>
                          <a:spcPct val="110000"/>
                        </a:lnSpc>
                        <a:spcBef>
                          <a:spcPct val="0"/>
                        </a:spcBef>
                        <a:spcAft>
                          <a:spcPct val="0"/>
                        </a:spcAft>
                        <a:buClrTx/>
                        <a:buSzPct val="80000"/>
                        <a:buFont typeface="Wingdings" pitchFamily="2" charset="2"/>
                        <a:buChar char="l"/>
                        <a:tabLst/>
                      </a:pP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取消了选项字段，而用扩展首部来实现选项功能。</a:t>
                      </a:r>
                      <a:endParaRPr kumimoji="0" lang="zh-CN" altLang="en-US"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endParaRPr>
                    </a:p>
                  </a:txBody>
                  <a:tcPr marL="124630" marR="63312" marT="31656" marB="316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380865791"/>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85377" name="Rectangle 2">
            <a:extLst>
              <a:ext uri="{FF2B5EF4-FFF2-40B4-BE49-F238E27FC236}">
                <a16:creationId xmlns:a16="http://schemas.microsoft.com/office/drawing/2014/main" id="{041C4D45-9313-D940-A72D-5D694134002F}"/>
              </a:ext>
            </a:extLst>
          </p:cNvPr>
          <p:cNvSpPr>
            <a:spLocks noChangeArrowheads="1"/>
          </p:cNvSpPr>
          <p:nvPr/>
        </p:nvSpPr>
        <p:spPr bwMode="auto">
          <a:xfrm>
            <a:off x="2374107" y="547687"/>
            <a:ext cx="5047060" cy="3930254"/>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5378" name="Line 3">
            <a:extLst>
              <a:ext uri="{FF2B5EF4-FFF2-40B4-BE49-F238E27FC236}">
                <a16:creationId xmlns:a16="http://schemas.microsoft.com/office/drawing/2014/main" id="{4CA634B4-0504-B746-9CAD-3AA70A9C869A}"/>
              </a:ext>
            </a:extLst>
          </p:cNvPr>
          <p:cNvSpPr>
            <a:spLocks noChangeShapeType="1"/>
          </p:cNvSpPr>
          <p:nvPr/>
        </p:nvSpPr>
        <p:spPr bwMode="auto">
          <a:xfrm>
            <a:off x="2380060" y="812006"/>
            <a:ext cx="505539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79" name="Line 4">
            <a:extLst>
              <a:ext uri="{FF2B5EF4-FFF2-40B4-BE49-F238E27FC236}">
                <a16:creationId xmlns:a16="http://schemas.microsoft.com/office/drawing/2014/main" id="{A471293B-28B8-4244-85A4-3A9765877BDD}"/>
              </a:ext>
            </a:extLst>
          </p:cNvPr>
          <p:cNvSpPr>
            <a:spLocks noChangeShapeType="1"/>
          </p:cNvSpPr>
          <p:nvPr/>
        </p:nvSpPr>
        <p:spPr bwMode="auto">
          <a:xfrm>
            <a:off x="3002756" y="548879"/>
            <a:ext cx="0" cy="26431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80" name="Line 5">
            <a:extLst>
              <a:ext uri="{FF2B5EF4-FFF2-40B4-BE49-F238E27FC236}">
                <a16:creationId xmlns:a16="http://schemas.microsoft.com/office/drawing/2014/main" id="{3F2343E1-F619-1244-93F5-8EA92E1C1E18}"/>
              </a:ext>
            </a:extLst>
          </p:cNvPr>
          <p:cNvSpPr>
            <a:spLocks noChangeShapeType="1"/>
          </p:cNvSpPr>
          <p:nvPr/>
        </p:nvSpPr>
        <p:spPr bwMode="auto">
          <a:xfrm>
            <a:off x="4900613"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81" name="Rectangle 6">
            <a:extLst>
              <a:ext uri="{FF2B5EF4-FFF2-40B4-BE49-F238E27FC236}">
                <a16:creationId xmlns:a16="http://schemas.microsoft.com/office/drawing/2014/main" id="{FC7F0012-A7DE-DC42-8731-0980C733DD68}"/>
              </a:ext>
            </a:extLst>
          </p:cNvPr>
          <p:cNvSpPr>
            <a:spLocks noChangeArrowheads="1"/>
          </p:cNvSpPr>
          <p:nvPr/>
        </p:nvSpPr>
        <p:spPr bwMode="auto">
          <a:xfrm>
            <a:off x="2321719"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0</a:t>
            </a:r>
          </a:p>
        </p:txBody>
      </p:sp>
      <p:sp>
        <p:nvSpPr>
          <p:cNvPr id="485382" name="Rectangle 7">
            <a:extLst>
              <a:ext uri="{FF2B5EF4-FFF2-40B4-BE49-F238E27FC236}">
                <a16:creationId xmlns:a16="http://schemas.microsoft.com/office/drawing/2014/main" id="{DD3BA658-147C-724A-B514-2069A66DE4C5}"/>
              </a:ext>
            </a:extLst>
          </p:cNvPr>
          <p:cNvSpPr>
            <a:spLocks noChangeArrowheads="1"/>
          </p:cNvSpPr>
          <p:nvPr/>
        </p:nvSpPr>
        <p:spPr bwMode="auto">
          <a:xfrm>
            <a:off x="2946798"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4</a:t>
            </a:r>
          </a:p>
        </p:txBody>
      </p:sp>
      <p:sp>
        <p:nvSpPr>
          <p:cNvPr id="485383" name="Rectangle 8">
            <a:extLst>
              <a:ext uri="{FF2B5EF4-FFF2-40B4-BE49-F238E27FC236}">
                <a16:creationId xmlns:a16="http://schemas.microsoft.com/office/drawing/2014/main" id="{4B0D891D-0988-B248-B6FB-6E5B148DDAA3}"/>
              </a:ext>
            </a:extLst>
          </p:cNvPr>
          <p:cNvSpPr>
            <a:spLocks noChangeArrowheads="1"/>
          </p:cNvSpPr>
          <p:nvPr/>
        </p:nvSpPr>
        <p:spPr bwMode="auto">
          <a:xfrm>
            <a:off x="48375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16</a:t>
            </a:r>
          </a:p>
        </p:txBody>
      </p:sp>
      <p:sp>
        <p:nvSpPr>
          <p:cNvPr id="485384" name="Rectangle 9">
            <a:extLst>
              <a:ext uri="{FF2B5EF4-FFF2-40B4-BE49-F238E27FC236}">
                <a16:creationId xmlns:a16="http://schemas.microsoft.com/office/drawing/2014/main" id="{006ACF40-C364-E64D-A1DF-54DA92EA3272}"/>
              </a:ext>
            </a:extLst>
          </p:cNvPr>
          <p:cNvSpPr>
            <a:spLocks noChangeArrowheads="1"/>
          </p:cNvSpPr>
          <p:nvPr/>
        </p:nvSpPr>
        <p:spPr bwMode="auto">
          <a:xfrm>
            <a:off x="7188994"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31</a:t>
            </a:r>
          </a:p>
        </p:txBody>
      </p:sp>
      <p:sp>
        <p:nvSpPr>
          <p:cNvPr id="485385" name="Rectangle 10">
            <a:extLst>
              <a:ext uri="{FF2B5EF4-FFF2-40B4-BE49-F238E27FC236}">
                <a16:creationId xmlns:a16="http://schemas.microsoft.com/office/drawing/2014/main" id="{977CCEAD-F7B7-F747-A527-7D522A0DB94A}"/>
              </a:ext>
            </a:extLst>
          </p:cNvPr>
          <p:cNvSpPr>
            <a:spLocks noChangeArrowheads="1"/>
          </p:cNvSpPr>
          <p:nvPr/>
        </p:nvSpPr>
        <p:spPr bwMode="auto">
          <a:xfrm>
            <a:off x="2457450" y="558404"/>
            <a:ext cx="52405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版 本</a:t>
            </a:r>
          </a:p>
        </p:txBody>
      </p:sp>
      <p:sp>
        <p:nvSpPr>
          <p:cNvPr id="485386" name="Rectangle 11">
            <a:extLst>
              <a:ext uri="{FF2B5EF4-FFF2-40B4-BE49-F238E27FC236}">
                <a16:creationId xmlns:a16="http://schemas.microsoft.com/office/drawing/2014/main" id="{94E5F3F7-DF56-194B-B451-D94E75D031CF}"/>
              </a:ext>
            </a:extLst>
          </p:cNvPr>
          <p:cNvSpPr>
            <a:spLocks noChangeArrowheads="1"/>
          </p:cNvSpPr>
          <p:nvPr/>
        </p:nvSpPr>
        <p:spPr bwMode="auto">
          <a:xfrm>
            <a:off x="1894285" y="278607"/>
            <a:ext cx="29963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位</a:t>
            </a:r>
          </a:p>
        </p:txBody>
      </p:sp>
      <p:sp>
        <p:nvSpPr>
          <p:cNvPr id="485387" name="Line 12">
            <a:extLst>
              <a:ext uri="{FF2B5EF4-FFF2-40B4-BE49-F238E27FC236}">
                <a16:creationId xmlns:a16="http://schemas.microsoft.com/office/drawing/2014/main" id="{574EBFEB-3859-574A-A404-1ABA555AC2C4}"/>
              </a:ext>
            </a:extLst>
          </p:cNvPr>
          <p:cNvSpPr>
            <a:spLocks noChangeShapeType="1"/>
          </p:cNvSpPr>
          <p:nvPr/>
        </p:nvSpPr>
        <p:spPr bwMode="auto">
          <a:xfrm>
            <a:off x="2374107" y="1103710"/>
            <a:ext cx="505658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88" name="Line 13">
            <a:extLst>
              <a:ext uri="{FF2B5EF4-FFF2-40B4-BE49-F238E27FC236}">
                <a16:creationId xmlns:a16="http://schemas.microsoft.com/office/drawing/2014/main" id="{C4897E88-D52C-AF41-9E5A-4E1AE29ECEC0}"/>
              </a:ext>
            </a:extLst>
          </p:cNvPr>
          <p:cNvSpPr>
            <a:spLocks noChangeShapeType="1"/>
          </p:cNvSpPr>
          <p:nvPr/>
        </p:nvSpPr>
        <p:spPr bwMode="auto">
          <a:xfrm>
            <a:off x="2375297" y="1396604"/>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89" name="Line 14">
            <a:extLst>
              <a:ext uri="{FF2B5EF4-FFF2-40B4-BE49-F238E27FC236}">
                <a16:creationId xmlns:a16="http://schemas.microsoft.com/office/drawing/2014/main" id="{AD046AE5-7659-1147-A541-97FBC3D6ED38}"/>
              </a:ext>
            </a:extLst>
          </p:cNvPr>
          <p:cNvSpPr>
            <a:spLocks noChangeShapeType="1"/>
          </p:cNvSpPr>
          <p:nvPr/>
        </p:nvSpPr>
        <p:spPr bwMode="auto">
          <a:xfrm>
            <a:off x="2375297" y="1689497"/>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90" name="Line 15">
            <a:extLst>
              <a:ext uri="{FF2B5EF4-FFF2-40B4-BE49-F238E27FC236}">
                <a16:creationId xmlns:a16="http://schemas.microsoft.com/office/drawing/2014/main" id="{C50E0C45-A754-AF41-B47D-B7609F23254A}"/>
              </a:ext>
            </a:extLst>
          </p:cNvPr>
          <p:cNvSpPr>
            <a:spLocks noChangeShapeType="1"/>
          </p:cNvSpPr>
          <p:nvPr/>
        </p:nvSpPr>
        <p:spPr bwMode="auto">
          <a:xfrm>
            <a:off x="2375297" y="1983581"/>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91" name="Line 16">
            <a:extLst>
              <a:ext uri="{FF2B5EF4-FFF2-40B4-BE49-F238E27FC236}">
                <a16:creationId xmlns:a16="http://schemas.microsoft.com/office/drawing/2014/main" id="{49B0DFF5-2A52-DD43-BBFF-36E937D27232}"/>
              </a:ext>
            </a:extLst>
          </p:cNvPr>
          <p:cNvSpPr>
            <a:spLocks noChangeShapeType="1"/>
          </p:cNvSpPr>
          <p:nvPr/>
        </p:nvSpPr>
        <p:spPr bwMode="auto">
          <a:xfrm>
            <a:off x="2375297" y="2276475"/>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92" name="Line 17">
            <a:extLst>
              <a:ext uri="{FF2B5EF4-FFF2-40B4-BE49-F238E27FC236}">
                <a16:creationId xmlns:a16="http://schemas.microsoft.com/office/drawing/2014/main" id="{4221335E-E4D7-7A4C-B999-9BF51BA5308F}"/>
              </a:ext>
            </a:extLst>
          </p:cNvPr>
          <p:cNvSpPr>
            <a:spLocks noChangeShapeType="1"/>
          </p:cNvSpPr>
          <p:nvPr/>
        </p:nvSpPr>
        <p:spPr bwMode="auto">
          <a:xfrm>
            <a:off x="2375297" y="2569369"/>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93" name="Line 18">
            <a:extLst>
              <a:ext uri="{FF2B5EF4-FFF2-40B4-BE49-F238E27FC236}">
                <a16:creationId xmlns:a16="http://schemas.microsoft.com/office/drawing/2014/main" id="{8D9ACA48-252F-134F-8BE0-A38AC0492FF7}"/>
              </a:ext>
            </a:extLst>
          </p:cNvPr>
          <p:cNvSpPr>
            <a:spLocks noChangeShapeType="1"/>
          </p:cNvSpPr>
          <p:nvPr/>
        </p:nvSpPr>
        <p:spPr bwMode="auto">
          <a:xfrm>
            <a:off x="2375297" y="2862263"/>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94" name="Line 19">
            <a:extLst>
              <a:ext uri="{FF2B5EF4-FFF2-40B4-BE49-F238E27FC236}">
                <a16:creationId xmlns:a16="http://schemas.microsoft.com/office/drawing/2014/main" id="{C7D82C6B-0305-C544-9A93-50E4265C96C6}"/>
              </a:ext>
            </a:extLst>
          </p:cNvPr>
          <p:cNvSpPr>
            <a:spLocks noChangeShapeType="1"/>
          </p:cNvSpPr>
          <p:nvPr/>
        </p:nvSpPr>
        <p:spPr bwMode="auto">
          <a:xfrm>
            <a:off x="2375297" y="3155156"/>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95" name="Rectangle 20">
            <a:extLst>
              <a:ext uri="{FF2B5EF4-FFF2-40B4-BE49-F238E27FC236}">
                <a16:creationId xmlns:a16="http://schemas.microsoft.com/office/drawing/2014/main" id="{4A7579EF-9DEC-5F44-996E-729485CFCCC2}"/>
              </a:ext>
            </a:extLst>
          </p:cNvPr>
          <p:cNvSpPr>
            <a:spLocks noChangeArrowheads="1"/>
          </p:cNvSpPr>
          <p:nvPr/>
        </p:nvSpPr>
        <p:spPr bwMode="auto">
          <a:xfrm>
            <a:off x="2531269" y="2471738"/>
            <a:ext cx="4742260" cy="78105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5396" name="Rectangle 21">
            <a:extLst>
              <a:ext uri="{FF2B5EF4-FFF2-40B4-BE49-F238E27FC236}">
                <a16:creationId xmlns:a16="http://schemas.microsoft.com/office/drawing/2014/main" id="{CC14FCFD-9BD7-9B45-BA5C-3E7D8330EBC1}"/>
              </a:ext>
            </a:extLst>
          </p:cNvPr>
          <p:cNvSpPr>
            <a:spLocks noChangeArrowheads="1"/>
          </p:cNvSpPr>
          <p:nvPr/>
        </p:nvSpPr>
        <p:spPr bwMode="auto">
          <a:xfrm>
            <a:off x="2531269" y="1325167"/>
            <a:ext cx="4742260" cy="78224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5397" name="Rectangle 22">
            <a:extLst>
              <a:ext uri="{FF2B5EF4-FFF2-40B4-BE49-F238E27FC236}">
                <a16:creationId xmlns:a16="http://schemas.microsoft.com/office/drawing/2014/main" id="{75530676-6C03-6F48-8471-70146A9DD06E}"/>
              </a:ext>
            </a:extLst>
          </p:cNvPr>
          <p:cNvSpPr>
            <a:spLocks noChangeArrowheads="1"/>
          </p:cNvSpPr>
          <p:nvPr/>
        </p:nvSpPr>
        <p:spPr bwMode="auto">
          <a:xfrm>
            <a:off x="4346973" y="2618185"/>
            <a:ext cx="1535554"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目   的   地   址</a:t>
            </a:r>
          </a:p>
        </p:txBody>
      </p:sp>
      <p:sp>
        <p:nvSpPr>
          <p:cNvPr id="485398" name="Rectangle 23">
            <a:extLst>
              <a:ext uri="{FF2B5EF4-FFF2-40B4-BE49-F238E27FC236}">
                <a16:creationId xmlns:a16="http://schemas.microsoft.com/office/drawing/2014/main" id="{EF22443F-9579-D149-93A3-369511374CA8}"/>
              </a:ext>
            </a:extLst>
          </p:cNvPr>
          <p:cNvSpPr>
            <a:spLocks noChangeArrowheads="1"/>
          </p:cNvSpPr>
          <p:nvPr/>
        </p:nvSpPr>
        <p:spPr bwMode="auto">
          <a:xfrm>
            <a:off x="4481513" y="1445419"/>
            <a:ext cx="1136405"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源   地   址</a:t>
            </a:r>
          </a:p>
        </p:txBody>
      </p:sp>
      <p:sp>
        <p:nvSpPr>
          <p:cNvPr id="485399" name="Line 24">
            <a:extLst>
              <a:ext uri="{FF2B5EF4-FFF2-40B4-BE49-F238E27FC236}">
                <a16:creationId xmlns:a16="http://schemas.microsoft.com/office/drawing/2014/main" id="{CBD8F469-4A08-2A42-B14D-9A3F019C14A7}"/>
              </a:ext>
            </a:extLst>
          </p:cNvPr>
          <p:cNvSpPr>
            <a:spLocks noChangeShapeType="1"/>
          </p:cNvSpPr>
          <p:nvPr/>
        </p:nvSpPr>
        <p:spPr bwMode="auto">
          <a:xfrm>
            <a:off x="6167438"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400" name="Rectangle 25">
            <a:extLst>
              <a:ext uri="{FF2B5EF4-FFF2-40B4-BE49-F238E27FC236}">
                <a16:creationId xmlns:a16="http://schemas.microsoft.com/office/drawing/2014/main" id="{948E28DB-3FDE-2740-87EA-66CAD206D926}"/>
              </a:ext>
            </a:extLst>
          </p:cNvPr>
          <p:cNvSpPr>
            <a:spLocks noChangeArrowheads="1"/>
          </p:cNvSpPr>
          <p:nvPr/>
        </p:nvSpPr>
        <p:spPr bwMode="auto">
          <a:xfrm>
            <a:off x="4895851" y="834629"/>
            <a:ext cx="119731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下 一 个 首 部</a:t>
            </a:r>
          </a:p>
        </p:txBody>
      </p:sp>
      <p:sp>
        <p:nvSpPr>
          <p:cNvPr id="485401" name="Rectangle 26">
            <a:extLst>
              <a:ext uri="{FF2B5EF4-FFF2-40B4-BE49-F238E27FC236}">
                <a16:creationId xmlns:a16="http://schemas.microsoft.com/office/drawing/2014/main" id="{EA55C6FF-132F-9D41-B6C8-06875949D099}"/>
              </a:ext>
            </a:extLst>
          </p:cNvPr>
          <p:cNvSpPr>
            <a:spLocks noChangeArrowheads="1"/>
          </p:cNvSpPr>
          <p:nvPr/>
        </p:nvSpPr>
        <p:spPr bwMode="auto">
          <a:xfrm>
            <a:off x="5135167" y="558404"/>
            <a:ext cx="1158847"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流     标     号</a:t>
            </a:r>
          </a:p>
        </p:txBody>
      </p:sp>
      <p:sp>
        <p:nvSpPr>
          <p:cNvPr id="485402" name="Rectangle 27">
            <a:extLst>
              <a:ext uri="{FF2B5EF4-FFF2-40B4-BE49-F238E27FC236}">
                <a16:creationId xmlns:a16="http://schemas.microsoft.com/office/drawing/2014/main" id="{B1965A23-BDE1-E646-A9D1-B278A103AB1F}"/>
              </a:ext>
            </a:extLst>
          </p:cNvPr>
          <p:cNvSpPr>
            <a:spLocks noChangeArrowheads="1"/>
          </p:cNvSpPr>
          <p:nvPr/>
        </p:nvSpPr>
        <p:spPr bwMode="auto">
          <a:xfrm>
            <a:off x="4165997"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12</a:t>
            </a:r>
          </a:p>
        </p:txBody>
      </p:sp>
      <p:sp>
        <p:nvSpPr>
          <p:cNvPr id="485403" name="Rectangle 28">
            <a:extLst>
              <a:ext uri="{FF2B5EF4-FFF2-40B4-BE49-F238E27FC236}">
                <a16:creationId xmlns:a16="http://schemas.microsoft.com/office/drawing/2014/main" id="{93ECD109-5189-CC41-8DBA-1DB2F7060563}"/>
              </a:ext>
            </a:extLst>
          </p:cNvPr>
          <p:cNvSpPr>
            <a:spLocks noChangeArrowheads="1"/>
          </p:cNvSpPr>
          <p:nvPr/>
        </p:nvSpPr>
        <p:spPr bwMode="auto">
          <a:xfrm>
            <a:off x="3188494" y="55840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通 信 量 类</a:t>
            </a:r>
          </a:p>
        </p:txBody>
      </p:sp>
      <p:sp>
        <p:nvSpPr>
          <p:cNvPr id="485404" name="Rectangle 29">
            <a:extLst>
              <a:ext uri="{FF2B5EF4-FFF2-40B4-BE49-F238E27FC236}">
                <a16:creationId xmlns:a16="http://schemas.microsoft.com/office/drawing/2014/main" id="{C883B209-E878-FE42-A087-00B57E26E61C}"/>
              </a:ext>
            </a:extLst>
          </p:cNvPr>
          <p:cNvSpPr>
            <a:spLocks noChangeArrowheads="1"/>
          </p:cNvSpPr>
          <p:nvPr/>
        </p:nvSpPr>
        <p:spPr bwMode="auto">
          <a:xfrm>
            <a:off x="4466035" y="1677592"/>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5405" name="Rectangle 30">
            <a:extLst>
              <a:ext uri="{FF2B5EF4-FFF2-40B4-BE49-F238E27FC236}">
                <a16:creationId xmlns:a16="http://schemas.microsoft.com/office/drawing/2014/main" id="{AF50BF47-39E2-974E-BC19-888739072777}"/>
              </a:ext>
            </a:extLst>
          </p:cNvPr>
          <p:cNvSpPr>
            <a:spLocks noChangeArrowheads="1"/>
          </p:cNvSpPr>
          <p:nvPr/>
        </p:nvSpPr>
        <p:spPr bwMode="auto">
          <a:xfrm>
            <a:off x="4477941" y="2851548"/>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5406" name="Rectangle 31">
            <a:extLst>
              <a:ext uri="{FF2B5EF4-FFF2-40B4-BE49-F238E27FC236}">
                <a16:creationId xmlns:a16="http://schemas.microsoft.com/office/drawing/2014/main" id="{9ED82C9E-8E26-E940-ABC0-17F5897BF84F}"/>
              </a:ext>
            </a:extLst>
          </p:cNvPr>
          <p:cNvSpPr>
            <a:spLocks noChangeArrowheads="1"/>
          </p:cNvSpPr>
          <p:nvPr/>
        </p:nvSpPr>
        <p:spPr bwMode="auto">
          <a:xfrm>
            <a:off x="2870597" y="828675"/>
            <a:ext cx="1678220"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  效  载  荷  长  度</a:t>
            </a:r>
          </a:p>
        </p:txBody>
      </p:sp>
      <p:sp>
        <p:nvSpPr>
          <p:cNvPr id="485407" name="Rectangle 32">
            <a:extLst>
              <a:ext uri="{FF2B5EF4-FFF2-40B4-BE49-F238E27FC236}">
                <a16:creationId xmlns:a16="http://schemas.microsoft.com/office/drawing/2014/main" id="{6072CF02-2F96-1B40-8485-BC1716D11E5F}"/>
              </a:ext>
            </a:extLst>
          </p:cNvPr>
          <p:cNvSpPr>
            <a:spLocks noChangeArrowheads="1"/>
          </p:cNvSpPr>
          <p:nvPr/>
        </p:nvSpPr>
        <p:spPr bwMode="auto">
          <a:xfrm>
            <a:off x="6246019" y="842963"/>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跳 数 限 制</a:t>
            </a:r>
          </a:p>
        </p:txBody>
      </p:sp>
      <p:sp>
        <p:nvSpPr>
          <p:cNvPr id="485408" name="Line 33">
            <a:extLst>
              <a:ext uri="{FF2B5EF4-FFF2-40B4-BE49-F238E27FC236}">
                <a16:creationId xmlns:a16="http://schemas.microsoft.com/office/drawing/2014/main" id="{C0B06C5D-B6ED-5746-8FAD-91827AE4976B}"/>
              </a:ext>
            </a:extLst>
          </p:cNvPr>
          <p:cNvSpPr>
            <a:spLocks noChangeShapeType="1"/>
          </p:cNvSpPr>
          <p:nvPr/>
        </p:nvSpPr>
        <p:spPr bwMode="auto">
          <a:xfrm>
            <a:off x="4261247" y="547688"/>
            <a:ext cx="4763" cy="2655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409" name="Rectangle 34">
            <a:extLst>
              <a:ext uri="{FF2B5EF4-FFF2-40B4-BE49-F238E27FC236}">
                <a16:creationId xmlns:a16="http://schemas.microsoft.com/office/drawing/2014/main" id="{B7C94DA6-5699-1E4E-92A8-AD4D67077130}"/>
              </a:ext>
            </a:extLst>
          </p:cNvPr>
          <p:cNvSpPr>
            <a:spLocks noChangeArrowheads="1"/>
          </p:cNvSpPr>
          <p:nvPr/>
        </p:nvSpPr>
        <p:spPr bwMode="auto">
          <a:xfrm>
            <a:off x="60948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24</a:t>
            </a:r>
          </a:p>
        </p:txBody>
      </p:sp>
      <p:sp>
        <p:nvSpPr>
          <p:cNvPr id="485410" name="Line 35">
            <a:extLst>
              <a:ext uri="{FF2B5EF4-FFF2-40B4-BE49-F238E27FC236}">
                <a16:creationId xmlns:a16="http://schemas.microsoft.com/office/drawing/2014/main" id="{DFDB1BA8-E816-DE47-A88B-D205CBFAED80}"/>
              </a:ext>
            </a:extLst>
          </p:cNvPr>
          <p:cNvSpPr>
            <a:spLocks noChangeShapeType="1"/>
          </p:cNvSpPr>
          <p:nvPr/>
        </p:nvSpPr>
        <p:spPr bwMode="auto">
          <a:xfrm>
            <a:off x="2374106" y="3452813"/>
            <a:ext cx="50577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85411" name="Rectangle 36">
            <a:extLst>
              <a:ext uri="{FF2B5EF4-FFF2-40B4-BE49-F238E27FC236}">
                <a16:creationId xmlns:a16="http://schemas.microsoft.com/office/drawing/2014/main" id="{8D6EDC83-8EB1-A448-A50F-CF1F5AD3C8C6}"/>
              </a:ext>
            </a:extLst>
          </p:cNvPr>
          <p:cNvSpPr>
            <a:spLocks noChangeArrowheads="1"/>
          </p:cNvSpPr>
          <p:nvPr/>
        </p:nvSpPr>
        <p:spPr bwMode="auto">
          <a:xfrm>
            <a:off x="2386012" y="3464719"/>
            <a:ext cx="5033963" cy="1013222"/>
          </a:xfrm>
          <a:prstGeom prst="rect">
            <a:avLst/>
          </a:prstGeom>
          <a:solidFill>
            <a:srgbClr val="CCECFF"/>
          </a:solidFill>
          <a:ln w="12700">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5412" name="Rectangle 37">
            <a:extLst>
              <a:ext uri="{FF2B5EF4-FFF2-40B4-BE49-F238E27FC236}">
                <a16:creationId xmlns:a16="http://schemas.microsoft.com/office/drawing/2014/main" id="{1E428D90-1826-3143-B16F-1D5CEB2A3630}"/>
              </a:ext>
            </a:extLst>
          </p:cNvPr>
          <p:cNvSpPr>
            <a:spLocks noChangeArrowheads="1"/>
          </p:cNvSpPr>
          <p:nvPr/>
        </p:nvSpPr>
        <p:spPr bwMode="auto">
          <a:xfrm>
            <a:off x="3401617" y="3542110"/>
            <a:ext cx="3255575" cy="35068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875">
                <a:solidFill>
                  <a:srgbClr val="0000CC"/>
                </a:solidFill>
                <a:latin typeface="微软雅黑" panose="020B0503020204020204" pitchFamily="34" charset="-122"/>
                <a:ea typeface="宋体" panose="02010600030101010101" pitchFamily="2" charset="-122"/>
              </a:rPr>
              <a:t>有效载荷（扩展首部 </a:t>
            </a:r>
            <a:r>
              <a:rPr kumimoji="1" lang="en-US" altLang="zh-CN" sz="1875">
                <a:solidFill>
                  <a:srgbClr val="0000CC"/>
                </a:solidFill>
                <a:latin typeface="微软雅黑" panose="020B0503020204020204" pitchFamily="34" charset="-122"/>
                <a:ea typeface="宋体" panose="02010600030101010101" pitchFamily="2" charset="-122"/>
              </a:rPr>
              <a:t>/ </a:t>
            </a:r>
            <a:r>
              <a:rPr kumimoji="1" lang="zh-CN" altLang="en-US" sz="1875">
                <a:solidFill>
                  <a:srgbClr val="0000CC"/>
                </a:solidFill>
                <a:latin typeface="微软雅黑" panose="020B0503020204020204" pitchFamily="34" charset="-122"/>
                <a:ea typeface="宋体" panose="02010600030101010101" pitchFamily="2" charset="-122"/>
              </a:rPr>
              <a:t>数据）</a:t>
            </a:r>
          </a:p>
        </p:txBody>
      </p:sp>
      <p:sp>
        <p:nvSpPr>
          <p:cNvPr id="485413" name="Freeform 38">
            <a:extLst>
              <a:ext uri="{FF2B5EF4-FFF2-40B4-BE49-F238E27FC236}">
                <a16:creationId xmlns:a16="http://schemas.microsoft.com/office/drawing/2014/main" id="{B2BD63BA-FB99-6D49-9977-6A39DA6FB2FE}"/>
              </a:ext>
            </a:extLst>
          </p:cNvPr>
          <p:cNvSpPr>
            <a:spLocks/>
          </p:cNvSpPr>
          <p:nvPr/>
        </p:nvSpPr>
        <p:spPr bwMode="auto">
          <a:xfrm>
            <a:off x="2316957" y="3913585"/>
            <a:ext cx="5245894" cy="215503"/>
          </a:xfrm>
          <a:custGeom>
            <a:avLst/>
            <a:gdLst>
              <a:gd name="T0" fmla="*/ 0 w 4778"/>
              <a:gd name="T1" fmla="*/ 2147483646 h 214"/>
              <a:gd name="T2" fmla="*/ 2147483646 w 4778"/>
              <a:gd name="T3" fmla="*/ 2147483646 h 214"/>
              <a:gd name="T4" fmla="*/ 2147483646 w 4778"/>
              <a:gd name="T5" fmla="*/ 2147483646 h 214"/>
              <a:gd name="T6" fmla="*/ 2147483646 w 4778"/>
              <a:gd name="T7" fmla="*/ 2147483646 h 214"/>
              <a:gd name="T8" fmla="*/ 2147483646 w 4778"/>
              <a:gd name="T9" fmla="*/ 2147483646 h 214"/>
              <a:gd name="T10" fmla="*/ 2147483646 w 4778"/>
              <a:gd name="T11" fmla="*/ 2147483646 h 214"/>
              <a:gd name="T12" fmla="*/ 2147483646 w 4778"/>
              <a:gd name="T13" fmla="*/ 2147483646 h 214"/>
              <a:gd name="T14" fmla="*/ 2147483646 w 4778"/>
              <a:gd name="T15" fmla="*/ 2147483646 h 214"/>
              <a:gd name="T16" fmla="*/ 2147483646 w 4778"/>
              <a:gd name="T17" fmla="*/ 2147483646 h 214"/>
              <a:gd name="T18" fmla="*/ 2147483646 w 4778"/>
              <a:gd name="T19" fmla="*/ 2147483646 h 214"/>
              <a:gd name="T20" fmla="*/ 2147483646 w 4778"/>
              <a:gd name="T21" fmla="*/ 2147483646 h 214"/>
              <a:gd name="T22" fmla="*/ 2147483646 w 4778"/>
              <a:gd name="T23" fmla="*/ 2147483646 h 214"/>
              <a:gd name="T24" fmla="*/ 2147483646 w 4778"/>
              <a:gd name="T25" fmla="*/ 2147483646 h 214"/>
              <a:gd name="T26" fmla="*/ 2147483646 w 4778"/>
              <a:gd name="T27" fmla="*/ 2147483646 h 214"/>
              <a:gd name="T28" fmla="*/ 2147483646 w 4778"/>
              <a:gd name="T29" fmla="*/ 2147483646 h 214"/>
              <a:gd name="T30" fmla="*/ 2147483646 w 4778"/>
              <a:gd name="T31" fmla="*/ 0 h 2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778" h="214">
                <a:moveTo>
                  <a:pt x="0" y="203"/>
                </a:moveTo>
                <a:lnTo>
                  <a:pt x="475" y="34"/>
                </a:lnTo>
                <a:lnTo>
                  <a:pt x="926" y="214"/>
                </a:lnTo>
                <a:lnTo>
                  <a:pt x="1265" y="113"/>
                </a:lnTo>
                <a:lnTo>
                  <a:pt x="1717" y="214"/>
                </a:lnTo>
                <a:lnTo>
                  <a:pt x="2056" y="68"/>
                </a:lnTo>
                <a:lnTo>
                  <a:pt x="2361" y="169"/>
                </a:lnTo>
                <a:lnTo>
                  <a:pt x="2677" y="68"/>
                </a:lnTo>
                <a:lnTo>
                  <a:pt x="2869" y="180"/>
                </a:lnTo>
                <a:lnTo>
                  <a:pt x="3332" y="11"/>
                </a:lnTo>
                <a:lnTo>
                  <a:pt x="3818" y="192"/>
                </a:lnTo>
                <a:lnTo>
                  <a:pt x="3908" y="11"/>
                </a:lnTo>
                <a:lnTo>
                  <a:pt x="4089" y="180"/>
                </a:lnTo>
                <a:lnTo>
                  <a:pt x="4303" y="11"/>
                </a:lnTo>
                <a:lnTo>
                  <a:pt x="4507" y="135"/>
                </a:lnTo>
                <a:lnTo>
                  <a:pt x="4778" y="0"/>
                </a:lnTo>
              </a:path>
            </a:pathLst>
          </a:custGeom>
          <a:noFill/>
          <a:ln w="76200" cap="flat"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85414" name="AutoShape 39">
            <a:extLst>
              <a:ext uri="{FF2B5EF4-FFF2-40B4-BE49-F238E27FC236}">
                <a16:creationId xmlns:a16="http://schemas.microsoft.com/office/drawing/2014/main" id="{416070BB-AD55-6344-8483-88046FD87A0A}"/>
              </a:ext>
            </a:extLst>
          </p:cNvPr>
          <p:cNvSpPr>
            <a:spLocks/>
          </p:cNvSpPr>
          <p:nvPr/>
        </p:nvSpPr>
        <p:spPr bwMode="auto">
          <a:xfrm>
            <a:off x="2163366" y="571500"/>
            <a:ext cx="158353" cy="2881313"/>
          </a:xfrm>
          <a:prstGeom prst="leftBrace">
            <a:avLst>
              <a:gd name="adj1" fmla="val 151714"/>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2" name="Rectangle 40">
            <a:extLst>
              <a:ext uri="{FF2B5EF4-FFF2-40B4-BE49-F238E27FC236}">
                <a16:creationId xmlns:a16="http://schemas.microsoft.com/office/drawing/2014/main" id="{08566648-8DB7-7044-89B7-2AE880626F22}"/>
              </a:ext>
            </a:extLst>
          </p:cNvPr>
          <p:cNvSpPr>
            <a:spLocks noChangeArrowheads="1"/>
          </p:cNvSpPr>
          <p:nvPr/>
        </p:nvSpPr>
        <p:spPr bwMode="auto">
          <a:xfrm>
            <a:off x="1294003" y="1685926"/>
            <a:ext cx="835042"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基本首部</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a:t>
            </a:r>
            <a:r>
              <a:rPr kumimoji="1" lang="en-US" altLang="zh-CN" sz="1350">
                <a:solidFill>
                  <a:srgbClr val="0000CC"/>
                </a:solidFill>
                <a:latin typeface="微软雅黑" panose="020B0503020204020204" pitchFamily="34" charset="-122"/>
                <a:ea typeface="宋体" panose="02010600030101010101" pitchFamily="2" charset="-122"/>
              </a:rPr>
              <a:t>40 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485416" name="AutoShape 41">
            <a:extLst>
              <a:ext uri="{FF2B5EF4-FFF2-40B4-BE49-F238E27FC236}">
                <a16:creationId xmlns:a16="http://schemas.microsoft.com/office/drawing/2014/main" id="{E0693F5E-A096-6B48-AFE6-CC615F105F14}"/>
              </a:ext>
            </a:extLst>
          </p:cNvPr>
          <p:cNvSpPr>
            <a:spLocks/>
          </p:cNvSpPr>
          <p:nvPr/>
        </p:nvSpPr>
        <p:spPr bwMode="auto">
          <a:xfrm>
            <a:off x="2188369" y="3477816"/>
            <a:ext cx="158354" cy="1000125"/>
          </a:xfrm>
          <a:prstGeom prst="leftBrace">
            <a:avLst>
              <a:gd name="adj1" fmla="val 52661"/>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5417" name="Rectangle 42">
            <a:extLst>
              <a:ext uri="{FF2B5EF4-FFF2-40B4-BE49-F238E27FC236}">
                <a16:creationId xmlns:a16="http://schemas.microsoft.com/office/drawing/2014/main" id="{F87FB9AB-96E7-2541-B178-3E38392002B5}"/>
              </a:ext>
            </a:extLst>
          </p:cNvPr>
          <p:cNvSpPr>
            <a:spLocks noChangeArrowheads="1"/>
          </p:cNvSpPr>
          <p:nvPr/>
        </p:nvSpPr>
        <p:spPr bwMode="auto">
          <a:xfrm>
            <a:off x="1186021" y="3614738"/>
            <a:ext cx="1170069"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有效载荷</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（至 </a:t>
            </a:r>
            <a:r>
              <a:rPr kumimoji="1" lang="en-US" altLang="zh-CN" sz="1350">
                <a:solidFill>
                  <a:srgbClr val="0000CC"/>
                </a:solidFill>
                <a:latin typeface="微软雅黑" panose="020B0503020204020204" pitchFamily="34" charset="-122"/>
                <a:ea typeface="宋体" panose="02010600030101010101" pitchFamily="2" charset="-122"/>
              </a:rPr>
              <a:t>64 KB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45" name="Rectangle 43">
            <a:extLst>
              <a:ext uri="{FF2B5EF4-FFF2-40B4-BE49-F238E27FC236}">
                <a16:creationId xmlns:a16="http://schemas.microsoft.com/office/drawing/2014/main" id="{B38A938F-C016-B543-B45B-06911DED18BB}"/>
              </a:ext>
            </a:extLst>
          </p:cNvPr>
          <p:cNvSpPr>
            <a:spLocks noChangeArrowheads="1"/>
          </p:cNvSpPr>
          <p:nvPr/>
        </p:nvSpPr>
        <p:spPr bwMode="auto">
          <a:xfrm>
            <a:off x="2353866" y="540544"/>
            <a:ext cx="5073253" cy="2940844"/>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5419" name="矩形 46">
            <a:extLst>
              <a:ext uri="{FF2B5EF4-FFF2-40B4-BE49-F238E27FC236}">
                <a16:creationId xmlns:a16="http://schemas.microsoft.com/office/drawing/2014/main" id="{22F33E64-6330-4744-9CFA-CDEA626E0B96}"/>
              </a:ext>
            </a:extLst>
          </p:cNvPr>
          <p:cNvSpPr>
            <a:spLocks noChangeArrowheads="1"/>
          </p:cNvSpPr>
          <p:nvPr/>
        </p:nvSpPr>
        <p:spPr bwMode="auto">
          <a:xfrm>
            <a:off x="3220641" y="4566048"/>
            <a:ext cx="3276600" cy="346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1650">
                <a:solidFill>
                  <a:schemeClr val="tx1"/>
                </a:solidFill>
                <a:latin typeface="微软雅黑" panose="020B0503020204020204" pitchFamily="34" charset="-122"/>
                <a:ea typeface="宋体" panose="02010600030101010101" pitchFamily="2" charset="-122"/>
              </a:rPr>
              <a:t>40 </a:t>
            </a:r>
            <a:r>
              <a:rPr lang="zh-CN" altLang="zh-CN" sz="1650">
                <a:solidFill>
                  <a:schemeClr val="tx1"/>
                </a:solidFill>
                <a:latin typeface="微软雅黑" panose="020B0503020204020204" pitchFamily="34" charset="-122"/>
                <a:ea typeface="宋体" panose="02010600030101010101" pitchFamily="2" charset="-122"/>
              </a:rPr>
              <a:t>字节长的</a:t>
            </a:r>
            <a:r>
              <a:rPr lang="en-US" altLang="zh-CN" sz="1650">
                <a:solidFill>
                  <a:schemeClr val="tx1"/>
                </a:solidFill>
                <a:latin typeface="微软雅黑" panose="020B0503020204020204" pitchFamily="34" charset="-122"/>
                <a:ea typeface="宋体" panose="02010600030101010101" pitchFamily="2" charset="-122"/>
              </a:rPr>
              <a:t> IPv6 </a:t>
            </a:r>
            <a:r>
              <a:rPr lang="zh-CN" altLang="zh-CN" sz="1650">
                <a:solidFill>
                  <a:schemeClr val="tx1"/>
                </a:solidFill>
                <a:latin typeface="微软雅黑" panose="020B0503020204020204" pitchFamily="34" charset="-122"/>
                <a:ea typeface="宋体" panose="02010600030101010101" pitchFamily="2" charset="-122"/>
              </a:rPr>
              <a:t>基本首部</a:t>
            </a:r>
            <a:endParaRPr lang="zh-CN" altLang="en-US" sz="1650">
              <a:solidFill>
                <a:schemeClr val="tx1"/>
              </a:solidFill>
              <a:latin typeface="微软雅黑" panose="020B0503020204020204" pitchFamily="34" charset="-122"/>
              <a:ea typeface="宋体" panose="02010600030101010101" pitchFamily="2" charset="-122"/>
            </a:endParaRPr>
          </a:p>
        </p:txBody>
      </p:sp>
    </p:spTree>
    <p:extLst>
      <p:ext uri="{BB962C8B-B14F-4D97-AF65-F5344CB8AC3E}">
        <p14:creationId xmlns:p14="http://schemas.microsoft.com/office/powerpoint/2010/main" val="75150104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5"/>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indefinite" fill="hold" grpId="1" nodeType="afterEffect">
                                  <p:stCondLst>
                                    <p:cond delay="500"/>
                                  </p:stCondLst>
                                  <p:endCondLst>
                                    <p:cond evt="onNext" delay="0">
                                      <p:tgtEl>
                                        <p:sldTgt/>
                                      </p:tgtEl>
                                    </p:cond>
                                  </p:endCondLst>
                                  <p:childTnLst>
                                    <p:anim calcmode="discrete" valueType="str">
                                      <p:cBhvr>
                                        <p:cTn id="9" dur="1000" fill="hold"/>
                                        <p:tgtEl>
                                          <p:spTgt spid="45"/>
                                        </p:tgtEl>
                                        <p:attrNameLst>
                                          <p:attrName>style.visibility</p:attrName>
                                        </p:attrNameLst>
                                      </p:cBhvr>
                                      <p:tavLst>
                                        <p:tav tm="0">
                                          <p:val>
                                            <p:strVal val="hidden"/>
                                          </p:val>
                                        </p:tav>
                                        <p:tav tm="50000">
                                          <p:val>
                                            <p:strVal val="visible"/>
                                          </p:val>
                                        </p:tav>
                                      </p:tavLst>
                                    </p:anim>
                                  </p:childTnLst>
                                </p:cTn>
                              </p:par>
                              <p:par>
                                <p:cTn id="10" presetID="35" presetClass="emph" presetSubtype="0" repeatCount="indefinite" fill="hold" grpId="0" nodeType="withEffect">
                                  <p:stCondLst>
                                    <p:cond delay="500"/>
                                  </p:stCondLst>
                                  <p:endCondLst>
                                    <p:cond evt="onNext" delay="0">
                                      <p:tgtEl>
                                        <p:sldTgt/>
                                      </p:tgtEl>
                                    </p:cond>
                                  </p:endCondLst>
                                  <p:childTnLst>
                                    <p:anim calcmode="discrete" valueType="str">
                                      <p:cBhvr>
                                        <p:cTn id="11" dur="1000" fill="hold"/>
                                        <p:tgtEl>
                                          <p:spTgt spid="4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45" grpId="0" animBg="1"/>
      <p:bldP spid="45" grpId="1" animBg="1"/>
    </p:bldLst>
  </p:timing>
</p:sld>
</file>

<file path=ppt/slides/slide20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86401" name="Rectangle 2">
            <a:extLst>
              <a:ext uri="{FF2B5EF4-FFF2-40B4-BE49-F238E27FC236}">
                <a16:creationId xmlns:a16="http://schemas.microsoft.com/office/drawing/2014/main" id="{29E9C32E-AABA-B04D-B65E-B855E471434C}"/>
              </a:ext>
            </a:extLst>
          </p:cNvPr>
          <p:cNvSpPr>
            <a:spLocks noChangeArrowheads="1"/>
          </p:cNvSpPr>
          <p:nvPr/>
        </p:nvSpPr>
        <p:spPr bwMode="auto">
          <a:xfrm>
            <a:off x="2374107" y="547688"/>
            <a:ext cx="5047060" cy="29337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6402" name="Line 3">
            <a:extLst>
              <a:ext uri="{FF2B5EF4-FFF2-40B4-BE49-F238E27FC236}">
                <a16:creationId xmlns:a16="http://schemas.microsoft.com/office/drawing/2014/main" id="{FCA28FF7-83B5-F04E-989B-962CA5262F27}"/>
              </a:ext>
            </a:extLst>
          </p:cNvPr>
          <p:cNvSpPr>
            <a:spLocks noChangeShapeType="1"/>
          </p:cNvSpPr>
          <p:nvPr/>
        </p:nvSpPr>
        <p:spPr bwMode="auto">
          <a:xfrm>
            <a:off x="2380060" y="812006"/>
            <a:ext cx="505539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03" name="Line 4">
            <a:extLst>
              <a:ext uri="{FF2B5EF4-FFF2-40B4-BE49-F238E27FC236}">
                <a16:creationId xmlns:a16="http://schemas.microsoft.com/office/drawing/2014/main" id="{79FA39E0-BE29-3140-B247-FB38C22A87F5}"/>
              </a:ext>
            </a:extLst>
          </p:cNvPr>
          <p:cNvSpPr>
            <a:spLocks noChangeShapeType="1"/>
          </p:cNvSpPr>
          <p:nvPr/>
        </p:nvSpPr>
        <p:spPr bwMode="auto">
          <a:xfrm>
            <a:off x="3002756" y="548879"/>
            <a:ext cx="0" cy="26431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04" name="Line 5">
            <a:extLst>
              <a:ext uri="{FF2B5EF4-FFF2-40B4-BE49-F238E27FC236}">
                <a16:creationId xmlns:a16="http://schemas.microsoft.com/office/drawing/2014/main" id="{205C9BB2-3920-7049-A01C-182FAC307275}"/>
              </a:ext>
            </a:extLst>
          </p:cNvPr>
          <p:cNvSpPr>
            <a:spLocks noChangeShapeType="1"/>
          </p:cNvSpPr>
          <p:nvPr/>
        </p:nvSpPr>
        <p:spPr bwMode="auto">
          <a:xfrm>
            <a:off x="4604147"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05" name="Rectangle 6">
            <a:extLst>
              <a:ext uri="{FF2B5EF4-FFF2-40B4-BE49-F238E27FC236}">
                <a16:creationId xmlns:a16="http://schemas.microsoft.com/office/drawing/2014/main" id="{5C3A6C94-D69C-064F-A069-8FEE13EF1242}"/>
              </a:ext>
            </a:extLst>
          </p:cNvPr>
          <p:cNvSpPr>
            <a:spLocks noChangeArrowheads="1"/>
          </p:cNvSpPr>
          <p:nvPr/>
        </p:nvSpPr>
        <p:spPr bwMode="auto">
          <a:xfrm>
            <a:off x="2321719"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0</a:t>
            </a:r>
          </a:p>
        </p:txBody>
      </p:sp>
      <p:sp>
        <p:nvSpPr>
          <p:cNvPr id="486406" name="Rectangle 7">
            <a:extLst>
              <a:ext uri="{FF2B5EF4-FFF2-40B4-BE49-F238E27FC236}">
                <a16:creationId xmlns:a16="http://schemas.microsoft.com/office/drawing/2014/main" id="{CE80052C-DB26-054A-A22B-EC8D1689146B}"/>
              </a:ext>
            </a:extLst>
          </p:cNvPr>
          <p:cNvSpPr>
            <a:spLocks noChangeArrowheads="1"/>
          </p:cNvSpPr>
          <p:nvPr/>
        </p:nvSpPr>
        <p:spPr bwMode="auto">
          <a:xfrm>
            <a:off x="2946798"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4</a:t>
            </a:r>
          </a:p>
        </p:txBody>
      </p:sp>
      <p:sp>
        <p:nvSpPr>
          <p:cNvPr id="486407" name="Rectangle 8">
            <a:extLst>
              <a:ext uri="{FF2B5EF4-FFF2-40B4-BE49-F238E27FC236}">
                <a16:creationId xmlns:a16="http://schemas.microsoft.com/office/drawing/2014/main" id="{1FAA456A-9172-D740-BDC2-737D3FE3DDBB}"/>
              </a:ext>
            </a:extLst>
          </p:cNvPr>
          <p:cNvSpPr>
            <a:spLocks noChangeArrowheads="1"/>
          </p:cNvSpPr>
          <p:nvPr/>
        </p:nvSpPr>
        <p:spPr bwMode="auto">
          <a:xfrm>
            <a:off x="48375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16</a:t>
            </a:r>
          </a:p>
        </p:txBody>
      </p:sp>
      <p:sp>
        <p:nvSpPr>
          <p:cNvPr id="486408" name="Rectangle 9">
            <a:extLst>
              <a:ext uri="{FF2B5EF4-FFF2-40B4-BE49-F238E27FC236}">
                <a16:creationId xmlns:a16="http://schemas.microsoft.com/office/drawing/2014/main" id="{C9C9800B-40BD-DA4E-ACF8-374028729207}"/>
              </a:ext>
            </a:extLst>
          </p:cNvPr>
          <p:cNvSpPr>
            <a:spLocks noChangeArrowheads="1"/>
          </p:cNvSpPr>
          <p:nvPr/>
        </p:nvSpPr>
        <p:spPr bwMode="auto">
          <a:xfrm>
            <a:off x="7188994"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31</a:t>
            </a:r>
          </a:p>
        </p:txBody>
      </p:sp>
      <p:sp>
        <p:nvSpPr>
          <p:cNvPr id="486409" name="Rectangle 10">
            <a:extLst>
              <a:ext uri="{FF2B5EF4-FFF2-40B4-BE49-F238E27FC236}">
                <a16:creationId xmlns:a16="http://schemas.microsoft.com/office/drawing/2014/main" id="{70FE4153-9E7D-5049-BA14-702C25A3BA81}"/>
              </a:ext>
            </a:extLst>
          </p:cNvPr>
          <p:cNvSpPr>
            <a:spLocks noChangeArrowheads="1"/>
          </p:cNvSpPr>
          <p:nvPr/>
        </p:nvSpPr>
        <p:spPr bwMode="auto">
          <a:xfrm>
            <a:off x="2457450" y="558404"/>
            <a:ext cx="52405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版 本</a:t>
            </a:r>
          </a:p>
        </p:txBody>
      </p:sp>
      <p:sp>
        <p:nvSpPr>
          <p:cNvPr id="486410" name="Rectangle 11">
            <a:extLst>
              <a:ext uri="{FF2B5EF4-FFF2-40B4-BE49-F238E27FC236}">
                <a16:creationId xmlns:a16="http://schemas.microsoft.com/office/drawing/2014/main" id="{A3C6033E-96AF-C348-BCF5-55624ACBE8DD}"/>
              </a:ext>
            </a:extLst>
          </p:cNvPr>
          <p:cNvSpPr>
            <a:spLocks noChangeArrowheads="1"/>
          </p:cNvSpPr>
          <p:nvPr/>
        </p:nvSpPr>
        <p:spPr bwMode="auto">
          <a:xfrm>
            <a:off x="1894285" y="278607"/>
            <a:ext cx="29963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位</a:t>
            </a:r>
          </a:p>
        </p:txBody>
      </p:sp>
      <p:sp>
        <p:nvSpPr>
          <p:cNvPr id="486411" name="Line 12">
            <a:extLst>
              <a:ext uri="{FF2B5EF4-FFF2-40B4-BE49-F238E27FC236}">
                <a16:creationId xmlns:a16="http://schemas.microsoft.com/office/drawing/2014/main" id="{311BC6B8-71F3-384B-8161-7C5F3B1EA4E3}"/>
              </a:ext>
            </a:extLst>
          </p:cNvPr>
          <p:cNvSpPr>
            <a:spLocks noChangeShapeType="1"/>
          </p:cNvSpPr>
          <p:nvPr/>
        </p:nvSpPr>
        <p:spPr bwMode="auto">
          <a:xfrm>
            <a:off x="2374107" y="1103710"/>
            <a:ext cx="505658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12" name="Line 13">
            <a:extLst>
              <a:ext uri="{FF2B5EF4-FFF2-40B4-BE49-F238E27FC236}">
                <a16:creationId xmlns:a16="http://schemas.microsoft.com/office/drawing/2014/main" id="{CEDA1B7D-536A-ED43-89E3-696CE4EEE9C3}"/>
              </a:ext>
            </a:extLst>
          </p:cNvPr>
          <p:cNvSpPr>
            <a:spLocks noChangeShapeType="1"/>
          </p:cNvSpPr>
          <p:nvPr/>
        </p:nvSpPr>
        <p:spPr bwMode="auto">
          <a:xfrm>
            <a:off x="2375297" y="1396604"/>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13" name="Line 14">
            <a:extLst>
              <a:ext uri="{FF2B5EF4-FFF2-40B4-BE49-F238E27FC236}">
                <a16:creationId xmlns:a16="http://schemas.microsoft.com/office/drawing/2014/main" id="{76E61440-3C09-5343-9DFF-1B43E0D45701}"/>
              </a:ext>
            </a:extLst>
          </p:cNvPr>
          <p:cNvSpPr>
            <a:spLocks noChangeShapeType="1"/>
          </p:cNvSpPr>
          <p:nvPr/>
        </p:nvSpPr>
        <p:spPr bwMode="auto">
          <a:xfrm>
            <a:off x="2375297" y="1689497"/>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14" name="Line 15">
            <a:extLst>
              <a:ext uri="{FF2B5EF4-FFF2-40B4-BE49-F238E27FC236}">
                <a16:creationId xmlns:a16="http://schemas.microsoft.com/office/drawing/2014/main" id="{A18B7FAF-6F83-1E40-B227-B9609906A6B1}"/>
              </a:ext>
            </a:extLst>
          </p:cNvPr>
          <p:cNvSpPr>
            <a:spLocks noChangeShapeType="1"/>
          </p:cNvSpPr>
          <p:nvPr/>
        </p:nvSpPr>
        <p:spPr bwMode="auto">
          <a:xfrm>
            <a:off x="2375297" y="1983581"/>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15" name="Line 16">
            <a:extLst>
              <a:ext uri="{FF2B5EF4-FFF2-40B4-BE49-F238E27FC236}">
                <a16:creationId xmlns:a16="http://schemas.microsoft.com/office/drawing/2014/main" id="{736D401F-AD5B-274C-8D20-289045FB836F}"/>
              </a:ext>
            </a:extLst>
          </p:cNvPr>
          <p:cNvSpPr>
            <a:spLocks noChangeShapeType="1"/>
          </p:cNvSpPr>
          <p:nvPr/>
        </p:nvSpPr>
        <p:spPr bwMode="auto">
          <a:xfrm>
            <a:off x="2375297" y="2276475"/>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16" name="Line 17">
            <a:extLst>
              <a:ext uri="{FF2B5EF4-FFF2-40B4-BE49-F238E27FC236}">
                <a16:creationId xmlns:a16="http://schemas.microsoft.com/office/drawing/2014/main" id="{822678A3-4E17-4E4B-BC94-2D9574AF45B4}"/>
              </a:ext>
            </a:extLst>
          </p:cNvPr>
          <p:cNvSpPr>
            <a:spLocks noChangeShapeType="1"/>
          </p:cNvSpPr>
          <p:nvPr/>
        </p:nvSpPr>
        <p:spPr bwMode="auto">
          <a:xfrm>
            <a:off x="2375297" y="2569369"/>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17" name="Line 18">
            <a:extLst>
              <a:ext uri="{FF2B5EF4-FFF2-40B4-BE49-F238E27FC236}">
                <a16:creationId xmlns:a16="http://schemas.microsoft.com/office/drawing/2014/main" id="{A8E514C5-CD66-9347-AAFD-6D798069FCC2}"/>
              </a:ext>
            </a:extLst>
          </p:cNvPr>
          <p:cNvSpPr>
            <a:spLocks noChangeShapeType="1"/>
          </p:cNvSpPr>
          <p:nvPr/>
        </p:nvSpPr>
        <p:spPr bwMode="auto">
          <a:xfrm>
            <a:off x="2375297" y="2862263"/>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18" name="Line 19">
            <a:extLst>
              <a:ext uri="{FF2B5EF4-FFF2-40B4-BE49-F238E27FC236}">
                <a16:creationId xmlns:a16="http://schemas.microsoft.com/office/drawing/2014/main" id="{E0C561CC-5583-C443-916C-BEA4D68E5478}"/>
              </a:ext>
            </a:extLst>
          </p:cNvPr>
          <p:cNvSpPr>
            <a:spLocks noChangeShapeType="1"/>
          </p:cNvSpPr>
          <p:nvPr/>
        </p:nvSpPr>
        <p:spPr bwMode="auto">
          <a:xfrm>
            <a:off x="2375297" y="3155156"/>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19" name="Rectangle 20">
            <a:extLst>
              <a:ext uri="{FF2B5EF4-FFF2-40B4-BE49-F238E27FC236}">
                <a16:creationId xmlns:a16="http://schemas.microsoft.com/office/drawing/2014/main" id="{5C06041A-671E-9347-B0FA-6B85FE73E187}"/>
              </a:ext>
            </a:extLst>
          </p:cNvPr>
          <p:cNvSpPr>
            <a:spLocks noChangeArrowheads="1"/>
          </p:cNvSpPr>
          <p:nvPr/>
        </p:nvSpPr>
        <p:spPr bwMode="auto">
          <a:xfrm>
            <a:off x="2531269" y="2471738"/>
            <a:ext cx="4742260" cy="78105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6420" name="Rectangle 21">
            <a:extLst>
              <a:ext uri="{FF2B5EF4-FFF2-40B4-BE49-F238E27FC236}">
                <a16:creationId xmlns:a16="http://schemas.microsoft.com/office/drawing/2014/main" id="{C2F3358A-F251-FC4B-9974-708191F55D24}"/>
              </a:ext>
            </a:extLst>
          </p:cNvPr>
          <p:cNvSpPr>
            <a:spLocks noChangeArrowheads="1"/>
          </p:cNvSpPr>
          <p:nvPr/>
        </p:nvSpPr>
        <p:spPr bwMode="auto">
          <a:xfrm>
            <a:off x="2531269" y="1325167"/>
            <a:ext cx="4742260" cy="78224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6421" name="Rectangle 22">
            <a:extLst>
              <a:ext uri="{FF2B5EF4-FFF2-40B4-BE49-F238E27FC236}">
                <a16:creationId xmlns:a16="http://schemas.microsoft.com/office/drawing/2014/main" id="{22945EA7-695A-8941-9C63-EC1D36E8D0A7}"/>
              </a:ext>
            </a:extLst>
          </p:cNvPr>
          <p:cNvSpPr>
            <a:spLocks noChangeArrowheads="1"/>
          </p:cNvSpPr>
          <p:nvPr/>
        </p:nvSpPr>
        <p:spPr bwMode="auto">
          <a:xfrm>
            <a:off x="4346973" y="2618185"/>
            <a:ext cx="1535554"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目   的   地   址</a:t>
            </a:r>
          </a:p>
        </p:txBody>
      </p:sp>
      <p:sp>
        <p:nvSpPr>
          <p:cNvPr id="486422" name="Rectangle 23">
            <a:extLst>
              <a:ext uri="{FF2B5EF4-FFF2-40B4-BE49-F238E27FC236}">
                <a16:creationId xmlns:a16="http://schemas.microsoft.com/office/drawing/2014/main" id="{867CD263-3D51-C941-98E2-3B22EEAF3777}"/>
              </a:ext>
            </a:extLst>
          </p:cNvPr>
          <p:cNvSpPr>
            <a:spLocks noChangeArrowheads="1"/>
          </p:cNvSpPr>
          <p:nvPr/>
        </p:nvSpPr>
        <p:spPr bwMode="auto">
          <a:xfrm>
            <a:off x="4481513" y="1445419"/>
            <a:ext cx="1136405"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源   地   址</a:t>
            </a:r>
          </a:p>
        </p:txBody>
      </p:sp>
      <p:sp>
        <p:nvSpPr>
          <p:cNvPr id="486423" name="Line 24">
            <a:extLst>
              <a:ext uri="{FF2B5EF4-FFF2-40B4-BE49-F238E27FC236}">
                <a16:creationId xmlns:a16="http://schemas.microsoft.com/office/drawing/2014/main" id="{6D80420A-6F8A-5340-B9DC-CD15073B7D54}"/>
              </a:ext>
            </a:extLst>
          </p:cNvPr>
          <p:cNvSpPr>
            <a:spLocks noChangeShapeType="1"/>
          </p:cNvSpPr>
          <p:nvPr/>
        </p:nvSpPr>
        <p:spPr bwMode="auto">
          <a:xfrm>
            <a:off x="6030516"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24" name="Rectangle 25">
            <a:extLst>
              <a:ext uri="{FF2B5EF4-FFF2-40B4-BE49-F238E27FC236}">
                <a16:creationId xmlns:a16="http://schemas.microsoft.com/office/drawing/2014/main" id="{A7FAE510-B59F-D743-AEF8-56C7A8EFFA4F}"/>
              </a:ext>
            </a:extLst>
          </p:cNvPr>
          <p:cNvSpPr>
            <a:spLocks noChangeArrowheads="1"/>
          </p:cNvSpPr>
          <p:nvPr/>
        </p:nvSpPr>
        <p:spPr bwMode="auto">
          <a:xfrm>
            <a:off x="4701779" y="834629"/>
            <a:ext cx="119731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下 一 个 首 部</a:t>
            </a:r>
          </a:p>
        </p:txBody>
      </p:sp>
      <p:sp>
        <p:nvSpPr>
          <p:cNvPr id="486425" name="Rectangle 26">
            <a:extLst>
              <a:ext uri="{FF2B5EF4-FFF2-40B4-BE49-F238E27FC236}">
                <a16:creationId xmlns:a16="http://schemas.microsoft.com/office/drawing/2014/main" id="{92B51620-65AE-3046-B980-280C32E3D291}"/>
              </a:ext>
            </a:extLst>
          </p:cNvPr>
          <p:cNvSpPr>
            <a:spLocks noChangeArrowheads="1"/>
          </p:cNvSpPr>
          <p:nvPr/>
        </p:nvSpPr>
        <p:spPr bwMode="auto">
          <a:xfrm>
            <a:off x="5135167" y="558404"/>
            <a:ext cx="1158847"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流     标     号</a:t>
            </a:r>
          </a:p>
        </p:txBody>
      </p:sp>
      <p:sp>
        <p:nvSpPr>
          <p:cNvPr id="486426" name="Rectangle 27">
            <a:extLst>
              <a:ext uri="{FF2B5EF4-FFF2-40B4-BE49-F238E27FC236}">
                <a16:creationId xmlns:a16="http://schemas.microsoft.com/office/drawing/2014/main" id="{9FBCAE5B-B0E5-3344-AD08-7F65E037B9C2}"/>
              </a:ext>
            </a:extLst>
          </p:cNvPr>
          <p:cNvSpPr>
            <a:spLocks noChangeArrowheads="1"/>
          </p:cNvSpPr>
          <p:nvPr/>
        </p:nvSpPr>
        <p:spPr bwMode="auto">
          <a:xfrm>
            <a:off x="4165997"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12</a:t>
            </a:r>
          </a:p>
        </p:txBody>
      </p:sp>
      <p:sp>
        <p:nvSpPr>
          <p:cNvPr id="486427" name="Rectangle 28">
            <a:extLst>
              <a:ext uri="{FF2B5EF4-FFF2-40B4-BE49-F238E27FC236}">
                <a16:creationId xmlns:a16="http://schemas.microsoft.com/office/drawing/2014/main" id="{8AF7F417-6B40-F141-B70B-9EB91644FB55}"/>
              </a:ext>
            </a:extLst>
          </p:cNvPr>
          <p:cNvSpPr>
            <a:spLocks noChangeArrowheads="1"/>
          </p:cNvSpPr>
          <p:nvPr/>
        </p:nvSpPr>
        <p:spPr bwMode="auto">
          <a:xfrm>
            <a:off x="3188494" y="55840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通 信 量 类</a:t>
            </a:r>
          </a:p>
        </p:txBody>
      </p:sp>
      <p:sp>
        <p:nvSpPr>
          <p:cNvPr id="486428" name="Rectangle 29">
            <a:extLst>
              <a:ext uri="{FF2B5EF4-FFF2-40B4-BE49-F238E27FC236}">
                <a16:creationId xmlns:a16="http://schemas.microsoft.com/office/drawing/2014/main" id="{7EFD5729-E804-E041-A753-5617575723C5}"/>
              </a:ext>
            </a:extLst>
          </p:cNvPr>
          <p:cNvSpPr>
            <a:spLocks noChangeArrowheads="1"/>
          </p:cNvSpPr>
          <p:nvPr/>
        </p:nvSpPr>
        <p:spPr bwMode="auto">
          <a:xfrm>
            <a:off x="4466035" y="1677592"/>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6429" name="Rectangle 30">
            <a:extLst>
              <a:ext uri="{FF2B5EF4-FFF2-40B4-BE49-F238E27FC236}">
                <a16:creationId xmlns:a16="http://schemas.microsoft.com/office/drawing/2014/main" id="{92D97472-3FA6-BC40-ADAB-94CC158F0CA2}"/>
              </a:ext>
            </a:extLst>
          </p:cNvPr>
          <p:cNvSpPr>
            <a:spLocks noChangeArrowheads="1"/>
          </p:cNvSpPr>
          <p:nvPr/>
        </p:nvSpPr>
        <p:spPr bwMode="auto">
          <a:xfrm>
            <a:off x="4477941" y="2851548"/>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6430" name="Rectangle 31">
            <a:extLst>
              <a:ext uri="{FF2B5EF4-FFF2-40B4-BE49-F238E27FC236}">
                <a16:creationId xmlns:a16="http://schemas.microsoft.com/office/drawing/2014/main" id="{C954AC47-FDE3-4848-9395-18FD3AFEE371}"/>
              </a:ext>
            </a:extLst>
          </p:cNvPr>
          <p:cNvSpPr>
            <a:spLocks noChangeArrowheads="1"/>
          </p:cNvSpPr>
          <p:nvPr/>
        </p:nvSpPr>
        <p:spPr bwMode="auto">
          <a:xfrm>
            <a:off x="2574131" y="828675"/>
            <a:ext cx="1678220"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  效  载  荷  长  度</a:t>
            </a:r>
          </a:p>
        </p:txBody>
      </p:sp>
      <p:sp>
        <p:nvSpPr>
          <p:cNvPr id="486431" name="Rectangle 32">
            <a:extLst>
              <a:ext uri="{FF2B5EF4-FFF2-40B4-BE49-F238E27FC236}">
                <a16:creationId xmlns:a16="http://schemas.microsoft.com/office/drawing/2014/main" id="{AE78B17E-AABD-F440-BD95-E01C977A8C41}"/>
              </a:ext>
            </a:extLst>
          </p:cNvPr>
          <p:cNvSpPr>
            <a:spLocks noChangeArrowheads="1"/>
          </p:cNvSpPr>
          <p:nvPr/>
        </p:nvSpPr>
        <p:spPr bwMode="auto">
          <a:xfrm>
            <a:off x="6067426" y="842963"/>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跳 数 限 制</a:t>
            </a:r>
          </a:p>
        </p:txBody>
      </p:sp>
      <p:sp>
        <p:nvSpPr>
          <p:cNvPr id="486432" name="Line 33">
            <a:extLst>
              <a:ext uri="{FF2B5EF4-FFF2-40B4-BE49-F238E27FC236}">
                <a16:creationId xmlns:a16="http://schemas.microsoft.com/office/drawing/2014/main" id="{7101FAF8-E972-3A4C-9981-CF08B772086F}"/>
              </a:ext>
            </a:extLst>
          </p:cNvPr>
          <p:cNvSpPr>
            <a:spLocks noChangeShapeType="1"/>
          </p:cNvSpPr>
          <p:nvPr/>
        </p:nvSpPr>
        <p:spPr bwMode="auto">
          <a:xfrm>
            <a:off x="4261247" y="547688"/>
            <a:ext cx="4763" cy="2655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33" name="Rectangle 34">
            <a:extLst>
              <a:ext uri="{FF2B5EF4-FFF2-40B4-BE49-F238E27FC236}">
                <a16:creationId xmlns:a16="http://schemas.microsoft.com/office/drawing/2014/main" id="{CB54967F-CFEC-5045-9FDC-BA9579C90075}"/>
              </a:ext>
            </a:extLst>
          </p:cNvPr>
          <p:cNvSpPr>
            <a:spLocks noChangeArrowheads="1"/>
          </p:cNvSpPr>
          <p:nvPr/>
        </p:nvSpPr>
        <p:spPr bwMode="auto">
          <a:xfrm>
            <a:off x="60948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24</a:t>
            </a:r>
          </a:p>
        </p:txBody>
      </p:sp>
      <p:sp>
        <p:nvSpPr>
          <p:cNvPr id="486434" name="AutoShape 39">
            <a:extLst>
              <a:ext uri="{FF2B5EF4-FFF2-40B4-BE49-F238E27FC236}">
                <a16:creationId xmlns:a16="http://schemas.microsoft.com/office/drawing/2014/main" id="{C5A1AD72-80E5-9044-8E2F-DEF1A3B994DF}"/>
              </a:ext>
            </a:extLst>
          </p:cNvPr>
          <p:cNvSpPr>
            <a:spLocks/>
          </p:cNvSpPr>
          <p:nvPr/>
        </p:nvSpPr>
        <p:spPr bwMode="auto">
          <a:xfrm>
            <a:off x="2163366" y="571500"/>
            <a:ext cx="158353" cy="2881313"/>
          </a:xfrm>
          <a:prstGeom prst="leftBrace">
            <a:avLst>
              <a:gd name="adj1" fmla="val 151714"/>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6435" name="Rectangle 40">
            <a:extLst>
              <a:ext uri="{FF2B5EF4-FFF2-40B4-BE49-F238E27FC236}">
                <a16:creationId xmlns:a16="http://schemas.microsoft.com/office/drawing/2014/main" id="{99725DC7-28F4-2049-971E-84059F34144A}"/>
              </a:ext>
            </a:extLst>
          </p:cNvPr>
          <p:cNvSpPr>
            <a:spLocks noChangeArrowheads="1"/>
          </p:cNvSpPr>
          <p:nvPr/>
        </p:nvSpPr>
        <p:spPr bwMode="auto">
          <a:xfrm>
            <a:off x="1294003" y="1685926"/>
            <a:ext cx="835042"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基本首部</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a:t>
            </a:r>
            <a:r>
              <a:rPr kumimoji="1" lang="en-US" altLang="zh-CN" sz="1350">
                <a:solidFill>
                  <a:srgbClr val="0000CC"/>
                </a:solidFill>
                <a:latin typeface="微软雅黑" panose="020B0503020204020204" pitchFamily="34" charset="-122"/>
                <a:ea typeface="宋体" panose="02010600030101010101" pitchFamily="2" charset="-122"/>
              </a:rPr>
              <a:t>40 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486436" name="Text Box 38">
            <a:extLst>
              <a:ext uri="{FF2B5EF4-FFF2-40B4-BE49-F238E27FC236}">
                <a16:creationId xmlns:a16="http://schemas.microsoft.com/office/drawing/2014/main" id="{5AC80420-163C-A04B-908C-D07B2925201E}"/>
              </a:ext>
            </a:extLst>
          </p:cNvPr>
          <p:cNvSpPr txBox="1">
            <a:spLocks noChangeArrowheads="1"/>
          </p:cNvSpPr>
          <p:nvPr/>
        </p:nvSpPr>
        <p:spPr bwMode="auto">
          <a:xfrm>
            <a:off x="1818085" y="3519488"/>
            <a:ext cx="5793581" cy="6286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110000"/>
              </a:lnSpc>
              <a:spcBef>
                <a:spcPct val="0"/>
              </a:spcBef>
              <a:buClrTx/>
              <a:buSzTx/>
              <a:buFontTx/>
              <a:buNone/>
            </a:pPr>
            <a:r>
              <a:rPr lang="zh-CN" altLang="en-US" sz="1650">
                <a:solidFill>
                  <a:srgbClr val="000099"/>
                </a:solidFill>
                <a:latin typeface="微软雅黑" panose="020B0503020204020204" pitchFamily="34" charset="-122"/>
                <a:ea typeface="宋体" panose="02010600030101010101" pitchFamily="2" charset="-122"/>
              </a:rPr>
              <a:t>版本</a:t>
            </a:r>
            <a:r>
              <a:rPr lang="en-US" altLang="zh-CN" sz="1650">
                <a:solidFill>
                  <a:srgbClr val="000099"/>
                </a:solidFill>
                <a:latin typeface="微软雅黑" panose="020B0503020204020204" pitchFamily="34" charset="-122"/>
                <a:ea typeface="宋体" panose="02010600030101010101" pitchFamily="2" charset="-122"/>
              </a:rPr>
              <a:t>(version)</a:t>
            </a:r>
            <a:r>
              <a:rPr lang="en-US" altLang="zh-CN" sz="1650">
                <a:solidFill>
                  <a:srgbClr val="000099"/>
                </a:solidFill>
                <a:latin typeface="Arial" panose="020B0604020202020204" pitchFamily="34" charset="0"/>
                <a:ea typeface="宋体" panose="02010600030101010101" pitchFamily="2" charset="-122"/>
              </a:rPr>
              <a:t>——</a:t>
            </a:r>
            <a:r>
              <a:rPr lang="en-US" altLang="zh-CN" sz="1650">
                <a:solidFill>
                  <a:srgbClr val="000099"/>
                </a:solidFill>
                <a:latin typeface="微软雅黑" panose="020B0503020204020204" pitchFamily="34" charset="-122"/>
                <a:ea typeface="宋体" panose="02010600030101010101" pitchFamily="2" charset="-122"/>
              </a:rPr>
              <a:t> 4 </a:t>
            </a:r>
            <a:r>
              <a:rPr lang="zh-CN" altLang="en-US" sz="1650">
                <a:solidFill>
                  <a:srgbClr val="000099"/>
                </a:solidFill>
                <a:latin typeface="微软雅黑" panose="020B0503020204020204" pitchFamily="34" charset="-122"/>
                <a:ea typeface="宋体" panose="02010600030101010101" pitchFamily="2" charset="-122"/>
              </a:rPr>
              <a:t>位。它指明了协议的版本，对 </a:t>
            </a:r>
            <a:r>
              <a:rPr lang="en-US" altLang="zh-CN" sz="1650">
                <a:solidFill>
                  <a:srgbClr val="000099"/>
                </a:solidFill>
                <a:latin typeface="微软雅黑" panose="020B0503020204020204" pitchFamily="34" charset="-122"/>
                <a:ea typeface="宋体" panose="02010600030101010101" pitchFamily="2" charset="-122"/>
              </a:rPr>
              <a:t>IPv6 </a:t>
            </a:r>
            <a:r>
              <a:rPr lang="zh-CN" altLang="en-US" sz="1650">
                <a:solidFill>
                  <a:srgbClr val="000099"/>
                </a:solidFill>
                <a:latin typeface="微软雅黑" panose="020B0503020204020204" pitchFamily="34" charset="-122"/>
                <a:ea typeface="宋体" panose="02010600030101010101" pitchFamily="2" charset="-122"/>
              </a:rPr>
              <a:t>该字段总是 </a:t>
            </a:r>
            <a:r>
              <a:rPr lang="en-US" altLang="zh-CN" sz="1650">
                <a:solidFill>
                  <a:srgbClr val="000099"/>
                </a:solidFill>
                <a:latin typeface="微软雅黑" panose="020B0503020204020204" pitchFamily="34" charset="-122"/>
                <a:ea typeface="宋体" panose="02010600030101010101" pitchFamily="2" charset="-122"/>
              </a:rPr>
              <a:t>6</a:t>
            </a:r>
            <a:r>
              <a:rPr lang="zh-CN" altLang="en-US" sz="1650">
                <a:solidFill>
                  <a:srgbClr val="000099"/>
                </a:solidFill>
                <a:latin typeface="微软雅黑" panose="020B0503020204020204" pitchFamily="34" charset="-122"/>
                <a:ea typeface="宋体" panose="02010600030101010101" pitchFamily="2" charset="-122"/>
              </a:rPr>
              <a:t>。 </a:t>
            </a:r>
          </a:p>
        </p:txBody>
      </p:sp>
      <p:sp>
        <p:nvSpPr>
          <p:cNvPr id="48" name="Rectangle 37">
            <a:extLst>
              <a:ext uri="{FF2B5EF4-FFF2-40B4-BE49-F238E27FC236}">
                <a16:creationId xmlns:a16="http://schemas.microsoft.com/office/drawing/2014/main" id="{A6467757-CB56-A849-8167-047DE5755A4C}"/>
              </a:ext>
            </a:extLst>
          </p:cNvPr>
          <p:cNvSpPr>
            <a:spLocks noChangeArrowheads="1"/>
          </p:cNvSpPr>
          <p:nvPr/>
        </p:nvSpPr>
        <p:spPr bwMode="auto">
          <a:xfrm>
            <a:off x="2380060" y="540544"/>
            <a:ext cx="646509" cy="289322"/>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Tree>
    <p:extLst>
      <p:ext uri="{BB962C8B-B14F-4D97-AF65-F5344CB8AC3E}">
        <p14:creationId xmlns:p14="http://schemas.microsoft.com/office/powerpoint/2010/main" val="377550430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8"/>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4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48" grpId="1" animBg="1"/>
    </p:bldLst>
  </p:timing>
</p:sld>
</file>

<file path=ppt/slides/slide20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87425" name="Rectangle 2">
            <a:extLst>
              <a:ext uri="{FF2B5EF4-FFF2-40B4-BE49-F238E27FC236}">
                <a16:creationId xmlns:a16="http://schemas.microsoft.com/office/drawing/2014/main" id="{FBB22450-8982-F44B-BC25-B9B348F1F1B7}"/>
              </a:ext>
            </a:extLst>
          </p:cNvPr>
          <p:cNvSpPr>
            <a:spLocks noChangeArrowheads="1"/>
          </p:cNvSpPr>
          <p:nvPr/>
        </p:nvSpPr>
        <p:spPr bwMode="auto">
          <a:xfrm>
            <a:off x="2374107" y="547688"/>
            <a:ext cx="5047060" cy="29337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7426" name="Line 3">
            <a:extLst>
              <a:ext uri="{FF2B5EF4-FFF2-40B4-BE49-F238E27FC236}">
                <a16:creationId xmlns:a16="http://schemas.microsoft.com/office/drawing/2014/main" id="{45AF686D-4D82-AE4F-9794-12E5DC3B80B6}"/>
              </a:ext>
            </a:extLst>
          </p:cNvPr>
          <p:cNvSpPr>
            <a:spLocks noChangeShapeType="1"/>
          </p:cNvSpPr>
          <p:nvPr/>
        </p:nvSpPr>
        <p:spPr bwMode="auto">
          <a:xfrm>
            <a:off x="2380060" y="812006"/>
            <a:ext cx="505539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27" name="Line 4">
            <a:extLst>
              <a:ext uri="{FF2B5EF4-FFF2-40B4-BE49-F238E27FC236}">
                <a16:creationId xmlns:a16="http://schemas.microsoft.com/office/drawing/2014/main" id="{36874303-92B9-F741-A7D8-2D58BE7F593A}"/>
              </a:ext>
            </a:extLst>
          </p:cNvPr>
          <p:cNvSpPr>
            <a:spLocks noChangeShapeType="1"/>
          </p:cNvSpPr>
          <p:nvPr/>
        </p:nvSpPr>
        <p:spPr bwMode="auto">
          <a:xfrm>
            <a:off x="3002756" y="548879"/>
            <a:ext cx="0" cy="26431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28" name="Line 5">
            <a:extLst>
              <a:ext uri="{FF2B5EF4-FFF2-40B4-BE49-F238E27FC236}">
                <a16:creationId xmlns:a16="http://schemas.microsoft.com/office/drawing/2014/main" id="{CF6B80D4-A030-B540-975F-2424EB016598}"/>
              </a:ext>
            </a:extLst>
          </p:cNvPr>
          <p:cNvSpPr>
            <a:spLocks noChangeShapeType="1"/>
          </p:cNvSpPr>
          <p:nvPr/>
        </p:nvSpPr>
        <p:spPr bwMode="auto">
          <a:xfrm>
            <a:off x="4900613"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29" name="Rectangle 6">
            <a:extLst>
              <a:ext uri="{FF2B5EF4-FFF2-40B4-BE49-F238E27FC236}">
                <a16:creationId xmlns:a16="http://schemas.microsoft.com/office/drawing/2014/main" id="{DE774E0C-E660-7349-B15D-DF5085739D74}"/>
              </a:ext>
            </a:extLst>
          </p:cNvPr>
          <p:cNvSpPr>
            <a:spLocks noChangeArrowheads="1"/>
          </p:cNvSpPr>
          <p:nvPr/>
        </p:nvSpPr>
        <p:spPr bwMode="auto">
          <a:xfrm>
            <a:off x="2321719"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0</a:t>
            </a:r>
          </a:p>
        </p:txBody>
      </p:sp>
      <p:sp>
        <p:nvSpPr>
          <p:cNvPr id="487430" name="Rectangle 7">
            <a:extLst>
              <a:ext uri="{FF2B5EF4-FFF2-40B4-BE49-F238E27FC236}">
                <a16:creationId xmlns:a16="http://schemas.microsoft.com/office/drawing/2014/main" id="{66F99DC4-062F-484C-BBDA-35E213375A27}"/>
              </a:ext>
            </a:extLst>
          </p:cNvPr>
          <p:cNvSpPr>
            <a:spLocks noChangeArrowheads="1"/>
          </p:cNvSpPr>
          <p:nvPr/>
        </p:nvSpPr>
        <p:spPr bwMode="auto">
          <a:xfrm>
            <a:off x="2946798"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4</a:t>
            </a:r>
          </a:p>
        </p:txBody>
      </p:sp>
      <p:sp>
        <p:nvSpPr>
          <p:cNvPr id="487431" name="Rectangle 8">
            <a:extLst>
              <a:ext uri="{FF2B5EF4-FFF2-40B4-BE49-F238E27FC236}">
                <a16:creationId xmlns:a16="http://schemas.microsoft.com/office/drawing/2014/main" id="{ABF8EC47-9F53-064E-8B72-BDA947381C62}"/>
              </a:ext>
            </a:extLst>
          </p:cNvPr>
          <p:cNvSpPr>
            <a:spLocks noChangeArrowheads="1"/>
          </p:cNvSpPr>
          <p:nvPr/>
        </p:nvSpPr>
        <p:spPr bwMode="auto">
          <a:xfrm>
            <a:off x="48375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16</a:t>
            </a:r>
          </a:p>
        </p:txBody>
      </p:sp>
      <p:sp>
        <p:nvSpPr>
          <p:cNvPr id="487432" name="Rectangle 9">
            <a:extLst>
              <a:ext uri="{FF2B5EF4-FFF2-40B4-BE49-F238E27FC236}">
                <a16:creationId xmlns:a16="http://schemas.microsoft.com/office/drawing/2014/main" id="{6ADACBE5-254B-6549-8720-D5E21BD5BD5D}"/>
              </a:ext>
            </a:extLst>
          </p:cNvPr>
          <p:cNvSpPr>
            <a:spLocks noChangeArrowheads="1"/>
          </p:cNvSpPr>
          <p:nvPr/>
        </p:nvSpPr>
        <p:spPr bwMode="auto">
          <a:xfrm>
            <a:off x="7188994"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31</a:t>
            </a:r>
          </a:p>
        </p:txBody>
      </p:sp>
      <p:sp>
        <p:nvSpPr>
          <p:cNvPr id="487433" name="Rectangle 10">
            <a:extLst>
              <a:ext uri="{FF2B5EF4-FFF2-40B4-BE49-F238E27FC236}">
                <a16:creationId xmlns:a16="http://schemas.microsoft.com/office/drawing/2014/main" id="{F7371D55-D7AA-0142-8D5F-ADA4B36E3DE8}"/>
              </a:ext>
            </a:extLst>
          </p:cNvPr>
          <p:cNvSpPr>
            <a:spLocks noChangeArrowheads="1"/>
          </p:cNvSpPr>
          <p:nvPr/>
        </p:nvSpPr>
        <p:spPr bwMode="auto">
          <a:xfrm>
            <a:off x="2457450" y="558404"/>
            <a:ext cx="52405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版 本</a:t>
            </a:r>
          </a:p>
        </p:txBody>
      </p:sp>
      <p:sp>
        <p:nvSpPr>
          <p:cNvPr id="487434" name="Rectangle 11">
            <a:extLst>
              <a:ext uri="{FF2B5EF4-FFF2-40B4-BE49-F238E27FC236}">
                <a16:creationId xmlns:a16="http://schemas.microsoft.com/office/drawing/2014/main" id="{E573DED8-B3D3-8A44-8C5A-736355DA5C44}"/>
              </a:ext>
            </a:extLst>
          </p:cNvPr>
          <p:cNvSpPr>
            <a:spLocks noChangeArrowheads="1"/>
          </p:cNvSpPr>
          <p:nvPr/>
        </p:nvSpPr>
        <p:spPr bwMode="auto">
          <a:xfrm>
            <a:off x="1894285" y="278607"/>
            <a:ext cx="29963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位</a:t>
            </a:r>
          </a:p>
        </p:txBody>
      </p:sp>
      <p:sp>
        <p:nvSpPr>
          <p:cNvPr id="487435" name="Line 12">
            <a:extLst>
              <a:ext uri="{FF2B5EF4-FFF2-40B4-BE49-F238E27FC236}">
                <a16:creationId xmlns:a16="http://schemas.microsoft.com/office/drawing/2014/main" id="{A7EA466F-14D6-814B-98A0-D7F100036C7B}"/>
              </a:ext>
            </a:extLst>
          </p:cNvPr>
          <p:cNvSpPr>
            <a:spLocks noChangeShapeType="1"/>
          </p:cNvSpPr>
          <p:nvPr/>
        </p:nvSpPr>
        <p:spPr bwMode="auto">
          <a:xfrm>
            <a:off x="2374107" y="1103710"/>
            <a:ext cx="505658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36" name="Line 13">
            <a:extLst>
              <a:ext uri="{FF2B5EF4-FFF2-40B4-BE49-F238E27FC236}">
                <a16:creationId xmlns:a16="http://schemas.microsoft.com/office/drawing/2014/main" id="{8A8B38F0-1A4A-124A-9EFD-9A6F37DE94A6}"/>
              </a:ext>
            </a:extLst>
          </p:cNvPr>
          <p:cNvSpPr>
            <a:spLocks noChangeShapeType="1"/>
          </p:cNvSpPr>
          <p:nvPr/>
        </p:nvSpPr>
        <p:spPr bwMode="auto">
          <a:xfrm>
            <a:off x="2375297" y="1396604"/>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37" name="Line 14">
            <a:extLst>
              <a:ext uri="{FF2B5EF4-FFF2-40B4-BE49-F238E27FC236}">
                <a16:creationId xmlns:a16="http://schemas.microsoft.com/office/drawing/2014/main" id="{C53B93FA-0111-4145-B331-2B67FBAB12D9}"/>
              </a:ext>
            </a:extLst>
          </p:cNvPr>
          <p:cNvSpPr>
            <a:spLocks noChangeShapeType="1"/>
          </p:cNvSpPr>
          <p:nvPr/>
        </p:nvSpPr>
        <p:spPr bwMode="auto">
          <a:xfrm>
            <a:off x="2375297" y="1689497"/>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38" name="Line 15">
            <a:extLst>
              <a:ext uri="{FF2B5EF4-FFF2-40B4-BE49-F238E27FC236}">
                <a16:creationId xmlns:a16="http://schemas.microsoft.com/office/drawing/2014/main" id="{5CCE7866-D94B-C141-856A-D674BDC1C7D2}"/>
              </a:ext>
            </a:extLst>
          </p:cNvPr>
          <p:cNvSpPr>
            <a:spLocks noChangeShapeType="1"/>
          </p:cNvSpPr>
          <p:nvPr/>
        </p:nvSpPr>
        <p:spPr bwMode="auto">
          <a:xfrm>
            <a:off x="2375297" y="1983581"/>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39" name="Line 16">
            <a:extLst>
              <a:ext uri="{FF2B5EF4-FFF2-40B4-BE49-F238E27FC236}">
                <a16:creationId xmlns:a16="http://schemas.microsoft.com/office/drawing/2014/main" id="{835A715B-CCAE-5149-A9AF-34EBF288A89E}"/>
              </a:ext>
            </a:extLst>
          </p:cNvPr>
          <p:cNvSpPr>
            <a:spLocks noChangeShapeType="1"/>
          </p:cNvSpPr>
          <p:nvPr/>
        </p:nvSpPr>
        <p:spPr bwMode="auto">
          <a:xfrm>
            <a:off x="2375297" y="2276475"/>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40" name="Line 17">
            <a:extLst>
              <a:ext uri="{FF2B5EF4-FFF2-40B4-BE49-F238E27FC236}">
                <a16:creationId xmlns:a16="http://schemas.microsoft.com/office/drawing/2014/main" id="{ED861E25-9130-8E4E-9CB0-F3552A1FE7EE}"/>
              </a:ext>
            </a:extLst>
          </p:cNvPr>
          <p:cNvSpPr>
            <a:spLocks noChangeShapeType="1"/>
          </p:cNvSpPr>
          <p:nvPr/>
        </p:nvSpPr>
        <p:spPr bwMode="auto">
          <a:xfrm>
            <a:off x="2375297" y="2569369"/>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41" name="Line 18">
            <a:extLst>
              <a:ext uri="{FF2B5EF4-FFF2-40B4-BE49-F238E27FC236}">
                <a16:creationId xmlns:a16="http://schemas.microsoft.com/office/drawing/2014/main" id="{7E43E5E6-5C04-5D47-B0FD-10C48104C042}"/>
              </a:ext>
            </a:extLst>
          </p:cNvPr>
          <p:cNvSpPr>
            <a:spLocks noChangeShapeType="1"/>
          </p:cNvSpPr>
          <p:nvPr/>
        </p:nvSpPr>
        <p:spPr bwMode="auto">
          <a:xfrm>
            <a:off x="2375297" y="2862263"/>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42" name="Line 19">
            <a:extLst>
              <a:ext uri="{FF2B5EF4-FFF2-40B4-BE49-F238E27FC236}">
                <a16:creationId xmlns:a16="http://schemas.microsoft.com/office/drawing/2014/main" id="{2B5BA9D9-27E4-F449-B631-82F165C8F3C5}"/>
              </a:ext>
            </a:extLst>
          </p:cNvPr>
          <p:cNvSpPr>
            <a:spLocks noChangeShapeType="1"/>
          </p:cNvSpPr>
          <p:nvPr/>
        </p:nvSpPr>
        <p:spPr bwMode="auto">
          <a:xfrm>
            <a:off x="2375297" y="3155156"/>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43" name="Rectangle 20">
            <a:extLst>
              <a:ext uri="{FF2B5EF4-FFF2-40B4-BE49-F238E27FC236}">
                <a16:creationId xmlns:a16="http://schemas.microsoft.com/office/drawing/2014/main" id="{C5178A08-1C44-C54B-B593-4860EEECE6EA}"/>
              </a:ext>
            </a:extLst>
          </p:cNvPr>
          <p:cNvSpPr>
            <a:spLocks noChangeArrowheads="1"/>
          </p:cNvSpPr>
          <p:nvPr/>
        </p:nvSpPr>
        <p:spPr bwMode="auto">
          <a:xfrm>
            <a:off x="2531269" y="2471738"/>
            <a:ext cx="4742260" cy="78105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7444" name="Rectangle 21">
            <a:extLst>
              <a:ext uri="{FF2B5EF4-FFF2-40B4-BE49-F238E27FC236}">
                <a16:creationId xmlns:a16="http://schemas.microsoft.com/office/drawing/2014/main" id="{76F0DA89-3ADC-CA4D-9CCC-7DEC7F7119D2}"/>
              </a:ext>
            </a:extLst>
          </p:cNvPr>
          <p:cNvSpPr>
            <a:spLocks noChangeArrowheads="1"/>
          </p:cNvSpPr>
          <p:nvPr/>
        </p:nvSpPr>
        <p:spPr bwMode="auto">
          <a:xfrm>
            <a:off x="2531269" y="1325167"/>
            <a:ext cx="4742260" cy="78224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7445" name="Rectangle 22">
            <a:extLst>
              <a:ext uri="{FF2B5EF4-FFF2-40B4-BE49-F238E27FC236}">
                <a16:creationId xmlns:a16="http://schemas.microsoft.com/office/drawing/2014/main" id="{6C92D116-D035-E343-A1BD-5D86A72C85A5}"/>
              </a:ext>
            </a:extLst>
          </p:cNvPr>
          <p:cNvSpPr>
            <a:spLocks noChangeArrowheads="1"/>
          </p:cNvSpPr>
          <p:nvPr/>
        </p:nvSpPr>
        <p:spPr bwMode="auto">
          <a:xfrm>
            <a:off x="4346973" y="2618185"/>
            <a:ext cx="1535554"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目   的   地   址</a:t>
            </a:r>
          </a:p>
        </p:txBody>
      </p:sp>
      <p:sp>
        <p:nvSpPr>
          <p:cNvPr id="487446" name="Rectangle 23">
            <a:extLst>
              <a:ext uri="{FF2B5EF4-FFF2-40B4-BE49-F238E27FC236}">
                <a16:creationId xmlns:a16="http://schemas.microsoft.com/office/drawing/2014/main" id="{55C38140-2593-3C43-98CF-2DD8D52B310E}"/>
              </a:ext>
            </a:extLst>
          </p:cNvPr>
          <p:cNvSpPr>
            <a:spLocks noChangeArrowheads="1"/>
          </p:cNvSpPr>
          <p:nvPr/>
        </p:nvSpPr>
        <p:spPr bwMode="auto">
          <a:xfrm>
            <a:off x="4481513" y="1445419"/>
            <a:ext cx="1136405"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源   地   址</a:t>
            </a:r>
          </a:p>
        </p:txBody>
      </p:sp>
      <p:sp>
        <p:nvSpPr>
          <p:cNvPr id="487447" name="Line 24">
            <a:extLst>
              <a:ext uri="{FF2B5EF4-FFF2-40B4-BE49-F238E27FC236}">
                <a16:creationId xmlns:a16="http://schemas.microsoft.com/office/drawing/2014/main" id="{CEEF1322-2AA6-7446-9C9F-8B9E4CFCEBFF}"/>
              </a:ext>
            </a:extLst>
          </p:cNvPr>
          <p:cNvSpPr>
            <a:spLocks noChangeShapeType="1"/>
          </p:cNvSpPr>
          <p:nvPr/>
        </p:nvSpPr>
        <p:spPr bwMode="auto">
          <a:xfrm>
            <a:off x="6167438"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48" name="Rectangle 25">
            <a:extLst>
              <a:ext uri="{FF2B5EF4-FFF2-40B4-BE49-F238E27FC236}">
                <a16:creationId xmlns:a16="http://schemas.microsoft.com/office/drawing/2014/main" id="{BCD9DFC1-CAA3-C948-8D3C-28618298AAFB}"/>
              </a:ext>
            </a:extLst>
          </p:cNvPr>
          <p:cNvSpPr>
            <a:spLocks noChangeArrowheads="1"/>
          </p:cNvSpPr>
          <p:nvPr/>
        </p:nvSpPr>
        <p:spPr bwMode="auto">
          <a:xfrm>
            <a:off x="4895851" y="834629"/>
            <a:ext cx="119731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下 一 个 首 部</a:t>
            </a:r>
          </a:p>
        </p:txBody>
      </p:sp>
      <p:sp>
        <p:nvSpPr>
          <p:cNvPr id="487449" name="Rectangle 26">
            <a:extLst>
              <a:ext uri="{FF2B5EF4-FFF2-40B4-BE49-F238E27FC236}">
                <a16:creationId xmlns:a16="http://schemas.microsoft.com/office/drawing/2014/main" id="{A821E54B-8F56-FF4D-AA12-DD62981D55C4}"/>
              </a:ext>
            </a:extLst>
          </p:cNvPr>
          <p:cNvSpPr>
            <a:spLocks noChangeArrowheads="1"/>
          </p:cNvSpPr>
          <p:nvPr/>
        </p:nvSpPr>
        <p:spPr bwMode="auto">
          <a:xfrm>
            <a:off x="5135167" y="558404"/>
            <a:ext cx="1158847"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流     标     号</a:t>
            </a:r>
          </a:p>
        </p:txBody>
      </p:sp>
      <p:sp>
        <p:nvSpPr>
          <p:cNvPr id="487450" name="Rectangle 27">
            <a:extLst>
              <a:ext uri="{FF2B5EF4-FFF2-40B4-BE49-F238E27FC236}">
                <a16:creationId xmlns:a16="http://schemas.microsoft.com/office/drawing/2014/main" id="{9A076306-627E-2740-9EE5-CC4FFBA8D83E}"/>
              </a:ext>
            </a:extLst>
          </p:cNvPr>
          <p:cNvSpPr>
            <a:spLocks noChangeArrowheads="1"/>
          </p:cNvSpPr>
          <p:nvPr/>
        </p:nvSpPr>
        <p:spPr bwMode="auto">
          <a:xfrm>
            <a:off x="4165997"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12</a:t>
            </a:r>
          </a:p>
        </p:txBody>
      </p:sp>
      <p:sp>
        <p:nvSpPr>
          <p:cNvPr id="487451" name="Rectangle 28">
            <a:extLst>
              <a:ext uri="{FF2B5EF4-FFF2-40B4-BE49-F238E27FC236}">
                <a16:creationId xmlns:a16="http://schemas.microsoft.com/office/drawing/2014/main" id="{8C6FA255-5148-2C42-849E-240F2B5F9FA7}"/>
              </a:ext>
            </a:extLst>
          </p:cNvPr>
          <p:cNvSpPr>
            <a:spLocks noChangeArrowheads="1"/>
          </p:cNvSpPr>
          <p:nvPr/>
        </p:nvSpPr>
        <p:spPr bwMode="auto">
          <a:xfrm>
            <a:off x="3188494" y="55840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通 信 量 类</a:t>
            </a:r>
          </a:p>
        </p:txBody>
      </p:sp>
      <p:sp>
        <p:nvSpPr>
          <p:cNvPr id="487452" name="Rectangle 29">
            <a:extLst>
              <a:ext uri="{FF2B5EF4-FFF2-40B4-BE49-F238E27FC236}">
                <a16:creationId xmlns:a16="http://schemas.microsoft.com/office/drawing/2014/main" id="{00EE33CD-073E-4542-A2BD-1030C0133052}"/>
              </a:ext>
            </a:extLst>
          </p:cNvPr>
          <p:cNvSpPr>
            <a:spLocks noChangeArrowheads="1"/>
          </p:cNvSpPr>
          <p:nvPr/>
        </p:nvSpPr>
        <p:spPr bwMode="auto">
          <a:xfrm>
            <a:off x="4466035" y="1677592"/>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7453" name="Rectangle 30">
            <a:extLst>
              <a:ext uri="{FF2B5EF4-FFF2-40B4-BE49-F238E27FC236}">
                <a16:creationId xmlns:a16="http://schemas.microsoft.com/office/drawing/2014/main" id="{F2B9565A-30B1-FE4C-9324-72A197C23067}"/>
              </a:ext>
            </a:extLst>
          </p:cNvPr>
          <p:cNvSpPr>
            <a:spLocks noChangeArrowheads="1"/>
          </p:cNvSpPr>
          <p:nvPr/>
        </p:nvSpPr>
        <p:spPr bwMode="auto">
          <a:xfrm>
            <a:off x="4477941" y="2851548"/>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7454" name="Rectangle 31">
            <a:extLst>
              <a:ext uri="{FF2B5EF4-FFF2-40B4-BE49-F238E27FC236}">
                <a16:creationId xmlns:a16="http://schemas.microsoft.com/office/drawing/2014/main" id="{BA209E85-475F-A946-843B-C08C2DCB7A48}"/>
              </a:ext>
            </a:extLst>
          </p:cNvPr>
          <p:cNvSpPr>
            <a:spLocks noChangeArrowheads="1"/>
          </p:cNvSpPr>
          <p:nvPr/>
        </p:nvSpPr>
        <p:spPr bwMode="auto">
          <a:xfrm>
            <a:off x="2870597" y="828675"/>
            <a:ext cx="1678220"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  效  载  荷  长  度</a:t>
            </a:r>
          </a:p>
        </p:txBody>
      </p:sp>
      <p:sp>
        <p:nvSpPr>
          <p:cNvPr id="487455" name="Rectangle 32">
            <a:extLst>
              <a:ext uri="{FF2B5EF4-FFF2-40B4-BE49-F238E27FC236}">
                <a16:creationId xmlns:a16="http://schemas.microsoft.com/office/drawing/2014/main" id="{D99E5940-02A4-244D-87E8-69F89EDF188F}"/>
              </a:ext>
            </a:extLst>
          </p:cNvPr>
          <p:cNvSpPr>
            <a:spLocks noChangeArrowheads="1"/>
          </p:cNvSpPr>
          <p:nvPr/>
        </p:nvSpPr>
        <p:spPr bwMode="auto">
          <a:xfrm>
            <a:off x="6246019" y="842963"/>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跳 数 限 制</a:t>
            </a:r>
          </a:p>
        </p:txBody>
      </p:sp>
      <p:sp>
        <p:nvSpPr>
          <p:cNvPr id="487456" name="Line 33">
            <a:extLst>
              <a:ext uri="{FF2B5EF4-FFF2-40B4-BE49-F238E27FC236}">
                <a16:creationId xmlns:a16="http://schemas.microsoft.com/office/drawing/2014/main" id="{A540616C-3D78-9B44-83B1-B03D64032C5D}"/>
              </a:ext>
            </a:extLst>
          </p:cNvPr>
          <p:cNvSpPr>
            <a:spLocks noChangeShapeType="1"/>
          </p:cNvSpPr>
          <p:nvPr/>
        </p:nvSpPr>
        <p:spPr bwMode="auto">
          <a:xfrm>
            <a:off x="4261247" y="547688"/>
            <a:ext cx="4763" cy="2655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57" name="Rectangle 34">
            <a:extLst>
              <a:ext uri="{FF2B5EF4-FFF2-40B4-BE49-F238E27FC236}">
                <a16:creationId xmlns:a16="http://schemas.microsoft.com/office/drawing/2014/main" id="{8C8B9311-9725-0D4C-BEDD-8D44745658F0}"/>
              </a:ext>
            </a:extLst>
          </p:cNvPr>
          <p:cNvSpPr>
            <a:spLocks noChangeArrowheads="1"/>
          </p:cNvSpPr>
          <p:nvPr/>
        </p:nvSpPr>
        <p:spPr bwMode="auto">
          <a:xfrm>
            <a:off x="60948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24</a:t>
            </a:r>
          </a:p>
        </p:txBody>
      </p:sp>
      <p:sp>
        <p:nvSpPr>
          <p:cNvPr id="487458" name="AutoShape 39">
            <a:extLst>
              <a:ext uri="{FF2B5EF4-FFF2-40B4-BE49-F238E27FC236}">
                <a16:creationId xmlns:a16="http://schemas.microsoft.com/office/drawing/2014/main" id="{085918C9-E864-7342-9AE0-34B00A762D53}"/>
              </a:ext>
            </a:extLst>
          </p:cNvPr>
          <p:cNvSpPr>
            <a:spLocks/>
          </p:cNvSpPr>
          <p:nvPr/>
        </p:nvSpPr>
        <p:spPr bwMode="auto">
          <a:xfrm>
            <a:off x="2163366" y="571500"/>
            <a:ext cx="158353" cy="2881313"/>
          </a:xfrm>
          <a:prstGeom prst="leftBrace">
            <a:avLst>
              <a:gd name="adj1" fmla="val 151714"/>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7459" name="Rectangle 40">
            <a:extLst>
              <a:ext uri="{FF2B5EF4-FFF2-40B4-BE49-F238E27FC236}">
                <a16:creationId xmlns:a16="http://schemas.microsoft.com/office/drawing/2014/main" id="{DB75C9FC-6520-5246-9B72-DD478E7469CB}"/>
              </a:ext>
            </a:extLst>
          </p:cNvPr>
          <p:cNvSpPr>
            <a:spLocks noChangeArrowheads="1"/>
          </p:cNvSpPr>
          <p:nvPr/>
        </p:nvSpPr>
        <p:spPr bwMode="auto">
          <a:xfrm>
            <a:off x="1294003" y="1685926"/>
            <a:ext cx="835042"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基本首部</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a:t>
            </a:r>
            <a:r>
              <a:rPr kumimoji="1" lang="en-US" altLang="zh-CN" sz="1350">
                <a:solidFill>
                  <a:srgbClr val="0000CC"/>
                </a:solidFill>
                <a:latin typeface="微软雅黑" panose="020B0503020204020204" pitchFamily="34" charset="-122"/>
                <a:ea typeface="宋体" panose="02010600030101010101" pitchFamily="2" charset="-122"/>
              </a:rPr>
              <a:t>40 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39" name="Rectangle 37">
            <a:extLst>
              <a:ext uri="{FF2B5EF4-FFF2-40B4-BE49-F238E27FC236}">
                <a16:creationId xmlns:a16="http://schemas.microsoft.com/office/drawing/2014/main" id="{9B875FDE-0174-ED4C-8AE6-1D4342AE5EA4}"/>
              </a:ext>
            </a:extLst>
          </p:cNvPr>
          <p:cNvSpPr>
            <a:spLocks noChangeArrowheads="1"/>
          </p:cNvSpPr>
          <p:nvPr/>
        </p:nvSpPr>
        <p:spPr bwMode="auto">
          <a:xfrm>
            <a:off x="3002757" y="527447"/>
            <a:ext cx="1270397" cy="290513"/>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487461" name="Text Box 38">
            <a:extLst>
              <a:ext uri="{FF2B5EF4-FFF2-40B4-BE49-F238E27FC236}">
                <a16:creationId xmlns:a16="http://schemas.microsoft.com/office/drawing/2014/main" id="{10ACCF74-F2C1-9F40-BB48-5A5F52585A07}"/>
              </a:ext>
            </a:extLst>
          </p:cNvPr>
          <p:cNvSpPr txBox="1">
            <a:spLocks noChangeArrowheads="1"/>
          </p:cNvSpPr>
          <p:nvPr/>
        </p:nvSpPr>
        <p:spPr bwMode="auto">
          <a:xfrm>
            <a:off x="1818085" y="3519487"/>
            <a:ext cx="6411515" cy="6286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110000"/>
              </a:lnSpc>
              <a:spcBef>
                <a:spcPct val="0"/>
              </a:spcBef>
              <a:buClrTx/>
              <a:buSzTx/>
              <a:buFontTx/>
              <a:buNone/>
            </a:pPr>
            <a:r>
              <a:rPr lang="zh-CN" altLang="en-US" sz="1650" dirty="0">
                <a:solidFill>
                  <a:srgbClr val="000099"/>
                </a:solidFill>
                <a:latin typeface="微软雅黑" panose="020B0503020204020204" pitchFamily="34" charset="-122"/>
                <a:ea typeface="宋体" panose="02010600030101010101" pitchFamily="2" charset="-122"/>
              </a:rPr>
              <a:t>通信量类</a:t>
            </a:r>
            <a:r>
              <a:rPr lang="en-US" altLang="zh-CN" sz="1650" dirty="0">
                <a:solidFill>
                  <a:srgbClr val="000099"/>
                </a:solidFill>
                <a:latin typeface="微软雅黑" panose="020B0503020204020204" pitchFamily="34" charset="-122"/>
                <a:ea typeface="宋体" panose="02010600030101010101" pitchFamily="2" charset="-122"/>
              </a:rPr>
              <a:t>(traffic class)</a:t>
            </a:r>
            <a:r>
              <a:rPr lang="en-US" altLang="zh-CN" sz="1650" dirty="0">
                <a:solidFill>
                  <a:srgbClr val="000099"/>
                </a:solidFill>
                <a:latin typeface="Arial" panose="020B0604020202020204" pitchFamily="34" charset="0"/>
                <a:ea typeface="宋体" panose="02010600030101010101" pitchFamily="2" charset="-122"/>
              </a:rPr>
              <a:t>——</a:t>
            </a:r>
            <a:r>
              <a:rPr lang="en-US" altLang="zh-CN" sz="1650" dirty="0">
                <a:solidFill>
                  <a:srgbClr val="000099"/>
                </a:solidFill>
                <a:latin typeface="微软雅黑" panose="020B0503020204020204" pitchFamily="34" charset="-122"/>
                <a:ea typeface="宋体" panose="02010600030101010101" pitchFamily="2" charset="-122"/>
              </a:rPr>
              <a:t> 8 </a:t>
            </a:r>
            <a:r>
              <a:rPr lang="zh-CN" altLang="en-US" sz="1650" dirty="0">
                <a:solidFill>
                  <a:srgbClr val="000099"/>
                </a:solidFill>
                <a:latin typeface="微软雅黑" panose="020B0503020204020204" pitchFamily="34" charset="-122"/>
                <a:ea typeface="宋体" panose="02010600030101010101" pitchFamily="2" charset="-122"/>
              </a:rPr>
              <a:t>位。这是为了区分不同的 </a:t>
            </a:r>
            <a:r>
              <a:rPr lang="en-US" altLang="zh-CN" sz="1650" dirty="0">
                <a:solidFill>
                  <a:srgbClr val="000099"/>
                </a:solidFill>
                <a:latin typeface="微软雅黑" panose="020B0503020204020204" pitchFamily="34" charset="-122"/>
                <a:ea typeface="宋体" panose="02010600030101010101" pitchFamily="2" charset="-122"/>
              </a:rPr>
              <a:t>IPv6 </a:t>
            </a:r>
            <a:r>
              <a:rPr lang="zh-CN" altLang="en-US" sz="1650" dirty="0">
                <a:solidFill>
                  <a:srgbClr val="000099"/>
                </a:solidFill>
                <a:latin typeface="微软雅黑" panose="020B0503020204020204" pitchFamily="34" charset="-122"/>
                <a:ea typeface="宋体" panose="02010600030101010101" pitchFamily="2" charset="-122"/>
              </a:rPr>
              <a:t>数据报的类别或优先级。目前正在进行不同的通信量类性能的实验。 </a:t>
            </a:r>
          </a:p>
        </p:txBody>
      </p:sp>
    </p:spTree>
    <p:extLst>
      <p:ext uri="{BB962C8B-B14F-4D97-AF65-F5344CB8AC3E}">
        <p14:creationId xmlns:p14="http://schemas.microsoft.com/office/powerpoint/2010/main" val="51238710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39" grpId="1" animBg="1"/>
    </p:bldLst>
  </p:timing>
</p:sld>
</file>

<file path=ppt/slides/slide20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88449" name="Rectangle 2">
            <a:extLst>
              <a:ext uri="{FF2B5EF4-FFF2-40B4-BE49-F238E27FC236}">
                <a16:creationId xmlns:a16="http://schemas.microsoft.com/office/drawing/2014/main" id="{7214B771-4343-D843-81AC-7174251AD5DC}"/>
              </a:ext>
            </a:extLst>
          </p:cNvPr>
          <p:cNvSpPr>
            <a:spLocks noChangeArrowheads="1"/>
          </p:cNvSpPr>
          <p:nvPr/>
        </p:nvSpPr>
        <p:spPr bwMode="auto">
          <a:xfrm>
            <a:off x="2374107" y="547688"/>
            <a:ext cx="5047060" cy="29337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8450" name="Line 3">
            <a:extLst>
              <a:ext uri="{FF2B5EF4-FFF2-40B4-BE49-F238E27FC236}">
                <a16:creationId xmlns:a16="http://schemas.microsoft.com/office/drawing/2014/main" id="{3FA6BBEA-C39C-FB4B-AD56-86695799A8AD}"/>
              </a:ext>
            </a:extLst>
          </p:cNvPr>
          <p:cNvSpPr>
            <a:spLocks noChangeShapeType="1"/>
          </p:cNvSpPr>
          <p:nvPr/>
        </p:nvSpPr>
        <p:spPr bwMode="auto">
          <a:xfrm>
            <a:off x="2380060" y="812006"/>
            <a:ext cx="505539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51" name="Line 4">
            <a:extLst>
              <a:ext uri="{FF2B5EF4-FFF2-40B4-BE49-F238E27FC236}">
                <a16:creationId xmlns:a16="http://schemas.microsoft.com/office/drawing/2014/main" id="{758768FF-958F-9C4C-A6D0-7BD996EB320D}"/>
              </a:ext>
            </a:extLst>
          </p:cNvPr>
          <p:cNvSpPr>
            <a:spLocks noChangeShapeType="1"/>
          </p:cNvSpPr>
          <p:nvPr/>
        </p:nvSpPr>
        <p:spPr bwMode="auto">
          <a:xfrm>
            <a:off x="3002756" y="548879"/>
            <a:ext cx="0" cy="26431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52" name="Line 5">
            <a:extLst>
              <a:ext uri="{FF2B5EF4-FFF2-40B4-BE49-F238E27FC236}">
                <a16:creationId xmlns:a16="http://schemas.microsoft.com/office/drawing/2014/main" id="{A6FDBEEC-C4BE-CC41-969C-F7565F236C71}"/>
              </a:ext>
            </a:extLst>
          </p:cNvPr>
          <p:cNvSpPr>
            <a:spLocks noChangeShapeType="1"/>
          </p:cNvSpPr>
          <p:nvPr/>
        </p:nvSpPr>
        <p:spPr bwMode="auto">
          <a:xfrm>
            <a:off x="4900613"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53" name="Rectangle 6">
            <a:extLst>
              <a:ext uri="{FF2B5EF4-FFF2-40B4-BE49-F238E27FC236}">
                <a16:creationId xmlns:a16="http://schemas.microsoft.com/office/drawing/2014/main" id="{FB98DEE0-BCEE-B142-8C3B-3566488C0FA8}"/>
              </a:ext>
            </a:extLst>
          </p:cNvPr>
          <p:cNvSpPr>
            <a:spLocks noChangeArrowheads="1"/>
          </p:cNvSpPr>
          <p:nvPr/>
        </p:nvSpPr>
        <p:spPr bwMode="auto">
          <a:xfrm>
            <a:off x="2321719"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0</a:t>
            </a:r>
          </a:p>
        </p:txBody>
      </p:sp>
      <p:sp>
        <p:nvSpPr>
          <p:cNvPr id="488454" name="Rectangle 7">
            <a:extLst>
              <a:ext uri="{FF2B5EF4-FFF2-40B4-BE49-F238E27FC236}">
                <a16:creationId xmlns:a16="http://schemas.microsoft.com/office/drawing/2014/main" id="{A0167583-E22E-CE49-A0E1-EB374C56D697}"/>
              </a:ext>
            </a:extLst>
          </p:cNvPr>
          <p:cNvSpPr>
            <a:spLocks noChangeArrowheads="1"/>
          </p:cNvSpPr>
          <p:nvPr/>
        </p:nvSpPr>
        <p:spPr bwMode="auto">
          <a:xfrm>
            <a:off x="2946798"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4</a:t>
            </a:r>
          </a:p>
        </p:txBody>
      </p:sp>
      <p:sp>
        <p:nvSpPr>
          <p:cNvPr id="488455" name="Rectangle 8">
            <a:extLst>
              <a:ext uri="{FF2B5EF4-FFF2-40B4-BE49-F238E27FC236}">
                <a16:creationId xmlns:a16="http://schemas.microsoft.com/office/drawing/2014/main" id="{6EC6F878-E6F7-484B-9678-601A1F18C683}"/>
              </a:ext>
            </a:extLst>
          </p:cNvPr>
          <p:cNvSpPr>
            <a:spLocks noChangeArrowheads="1"/>
          </p:cNvSpPr>
          <p:nvPr/>
        </p:nvSpPr>
        <p:spPr bwMode="auto">
          <a:xfrm>
            <a:off x="48375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16</a:t>
            </a:r>
          </a:p>
        </p:txBody>
      </p:sp>
      <p:sp>
        <p:nvSpPr>
          <p:cNvPr id="488456" name="Rectangle 9">
            <a:extLst>
              <a:ext uri="{FF2B5EF4-FFF2-40B4-BE49-F238E27FC236}">
                <a16:creationId xmlns:a16="http://schemas.microsoft.com/office/drawing/2014/main" id="{397E42F6-5A61-F645-B07A-9559B3C5E000}"/>
              </a:ext>
            </a:extLst>
          </p:cNvPr>
          <p:cNvSpPr>
            <a:spLocks noChangeArrowheads="1"/>
          </p:cNvSpPr>
          <p:nvPr/>
        </p:nvSpPr>
        <p:spPr bwMode="auto">
          <a:xfrm>
            <a:off x="7188994"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31</a:t>
            </a:r>
          </a:p>
        </p:txBody>
      </p:sp>
      <p:sp>
        <p:nvSpPr>
          <p:cNvPr id="488457" name="Rectangle 10">
            <a:extLst>
              <a:ext uri="{FF2B5EF4-FFF2-40B4-BE49-F238E27FC236}">
                <a16:creationId xmlns:a16="http://schemas.microsoft.com/office/drawing/2014/main" id="{5B54772B-D818-294F-A3D5-986AA45B910A}"/>
              </a:ext>
            </a:extLst>
          </p:cNvPr>
          <p:cNvSpPr>
            <a:spLocks noChangeArrowheads="1"/>
          </p:cNvSpPr>
          <p:nvPr/>
        </p:nvSpPr>
        <p:spPr bwMode="auto">
          <a:xfrm>
            <a:off x="2457450" y="558404"/>
            <a:ext cx="52405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版 本</a:t>
            </a:r>
          </a:p>
        </p:txBody>
      </p:sp>
      <p:sp>
        <p:nvSpPr>
          <p:cNvPr id="488458" name="Rectangle 11">
            <a:extLst>
              <a:ext uri="{FF2B5EF4-FFF2-40B4-BE49-F238E27FC236}">
                <a16:creationId xmlns:a16="http://schemas.microsoft.com/office/drawing/2014/main" id="{3C059375-2C68-6949-AEA1-DBFBE7DF263F}"/>
              </a:ext>
            </a:extLst>
          </p:cNvPr>
          <p:cNvSpPr>
            <a:spLocks noChangeArrowheads="1"/>
          </p:cNvSpPr>
          <p:nvPr/>
        </p:nvSpPr>
        <p:spPr bwMode="auto">
          <a:xfrm>
            <a:off x="1894285" y="278607"/>
            <a:ext cx="29963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位</a:t>
            </a:r>
          </a:p>
        </p:txBody>
      </p:sp>
      <p:sp>
        <p:nvSpPr>
          <p:cNvPr id="488459" name="Line 12">
            <a:extLst>
              <a:ext uri="{FF2B5EF4-FFF2-40B4-BE49-F238E27FC236}">
                <a16:creationId xmlns:a16="http://schemas.microsoft.com/office/drawing/2014/main" id="{56668674-3B5A-C24C-919C-70D2D4FD74B7}"/>
              </a:ext>
            </a:extLst>
          </p:cNvPr>
          <p:cNvSpPr>
            <a:spLocks noChangeShapeType="1"/>
          </p:cNvSpPr>
          <p:nvPr/>
        </p:nvSpPr>
        <p:spPr bwMode="auto">
          <a:xfrm>
            <a:off x="2374107" y="1103710"/>
            <a:ext cx="505658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60" name="Line 13">
            <a:extLst>
              <a:ext uri="{FF2B5EF4-FFF2-40B4-BE49-F238E27FC236}">
                <a16:creationId xmlns:a16="http://schemas.microsoft.com/office/drawing/2014/main" id="{12759474-B7B1-EB41-8E4D-78968C889BEC}"/>
              </a:ext>
            </a:extLst>
          </p:cNvPr>
          <p:cNvSpPr>
            <a:spLocks noChangeShapeType="1"/>
          </p:cNvSpPr>
          <p:nvPr/>
        </p:nvSpPr>
        <p:spPr bwMode="auto">
          <a:xfrm>
            <a:off x="2375297" y="1396604"/>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61" name="Line 14">
            <a:extLst>
              <a:ext uri="{FF2B5EF4-FFF2-40B4-BE49-F238E27FC236}">
                <a16:creationId xmlns:a16="http://schemas.microsoft.com/office/drawing/2014/main" id="{EE33E4C8-E95F-9F49-9160-BAB2AA899A6D}"/>
              </a:ext>
            </a:extLst>
          </p:cNvPr>
          <p:cNvSpPr>
            <a:spLocks noChangeShapeType="1"/>
          </p:cNvSpPr>
          <p:nvPr/>
        </p:nvSpPr>
        <p:spPr bwMode="auto">
          <a:xfrm>
            <a:off x="2375297" y="1689497"/>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62" name="Line 15">
            <a:extLst>
              <a:ext uri="{FF2B5EF4-FFF2-40B4-BE49-F238E27FC236}">
                <a16:creationId xmlns:a16="http://schemas.microsoft.com/office/drawing/2014/main" id="{C7802652-8A18-9245-AFCC-C3F9C52B3D8F}"/>
              </a:ext>
            </a:extLst>
          </p:cNvPr>
          <p:cNvSpPr>
            <a:spLocks noChangeShapeType="1"/>
          </p:cNvSpPr>
          <p:nvPr/>
        </p:nvSpPr>
        <p:spPr bwMode="auto">
          <a:xfrm>
            <a:off x="2375297" y="1983581"/>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63" name="Line 16">
            <a:extLst>
              <a:ext uri="{FF2B5EF4-FFF2-40B4-BE49-F238E27FC236}">
                <a16:creationId xmlns:a16="http://schemas.microsoft.com/office/drawing/2014/main" id="{DA35DA99-22FD-F747-BAFA-B9668C5EACC2}"/>
              </a:ext>
            </a:extLst>
          </p:cNvPr>
          <p:cNvSpPr>
            <a:spLocks noChangeShapeType="1"/>
          </p:cNvSpPr>
          <p:nvPr/>
        </p:nvSpPr>
        <p:spPr bwMode="auto">
          <a:xfrm>
            <a:off x="2375297" y="2276475"/>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64" name="Line 17">
            <a:extLst>
              <a:ext uri="{FF2B5EF4-FFF2-40B4-BE49-F238E27FC236}">
                <a16:creationId xmlns:a16="http://schemas.microsoft.com/office/drawing/2014/main" id="{E36B9CBA-8029-E645-99F2-CD6126A41477}"/>
              </a:ext>
            </a:extLst>
          </p:cNvPr>
          <p:cNvSpPr>
            <a:spLocks noChangeShapeType="1"/>
          </p:cNvSpPr>
          <p:nvPr/>
        </p:nvSpPr>
        <p:spPr bwMode="auto">
          <a:xfrm>
            <a:off x="2375297" y="2569369"/>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65" name="Line 18">
            <a:extLst>
              <a:ext uri="{FF2B5EF4-FFF2-40B4-BE49-F238E27FC236}">
                <a16:creationId xmlns:a16="http://schemas.microsoft.com/office/drawing/2014/main" id="{6828C5BD-7CF4-6944-A7A1-F5D9E54F8431}"/>
              </a:ext>
            </a:extLst>
          </p:cNvPr>
          <p:cNvSpPr>
            <a:spLocks noChangeShapeType="1"/>
          </p:cNvSpPr>
          <p:nvPr/>
        </p:nvSpPr>
        <p:spPr bwMode="auto">
          <a:xfrm>
            <a:off x="2375297" y="2862263"/>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66" name="Line 19">
            <a:extLst>
              <a:ext uri="{FF2B5EF4-FFF2-40B4-BE49-F238E27FC236}">
                <a16:creationId xmlns:a16="http://schemas.microsoft.com/office/drawing/2014/main" id="{41FFBA3A-B4A4-924A-B570-81BC1402772C}"/>
              </a:ext>
            </a:extLst>
          </p:cNvPr>
          <p:cNvSpPr>
            <a:spLocks noChangeShapeType="1"/>
          </p:cNvSpPr>
          <p:nvPr/>
        </p:nvSpPr>
        <p:spPr bwMode="auto">
          <a:xfrm>
            <a:off x="2375297" y="3155156"/>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67" name="Rectangle 20">
            <a:extLst>
              <a:ext uri="{FF2B5EF4-FFF2-40B4-BE49-F238E27FC236}">
                <a16:creationId xmlns:a16="http://schemas.microsoft.com/office/drawing/2014/main" id="{E626905C-AE27-C84E-94F1-0B62782D429D}"/>
              </a:ext>
            </a:extLst>
          </p:cNvPr>
          <p:cNvSpPr>
            <a:spLocks noChangeArrowheads="1"/>
          </p:cNvSpPr>
          <p:nvPr/>
        </p:nvSpPr>
        <p:spPr bwMode="auto">
          <a:xfrm>
            <a:off x="2531269" y="2471738"/>
            <a:ext cx="4742260" cy="78105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8468" name="Rectangle 21">
            <a:extLst>
              <a:ext uri="{FF2B5EF4-FFF2-40B4-BE49-F238E27FC236}">
                <a16:creationId xmlns:a16="http://schemas.microsoft.com/office/drawing/2014/main" id="{1F717A50-5DA9-274F-9758-23C6504C58B7}"/>
              </a:ext>
            </a:extLst>
          </p:cNvPr>
          <p:cNvSpPr>
            <a:spLocks noChangeArrowheads="1"/>
          </p:cNvSpPr>
          <p:nvPr/>
        </p:nvSpPr>
        <p:spPr bwMode="auto">
          <a:xfrm>
            <a:off x="2531269" y="1325167"/>
            <a:ext cx="4742260" cy="78224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8469" name="Rectangle 22">
            <a:extLst>
              <a:ext uri="{FF2B5EF4-FFF2-40B4-BE49-F238E27FC236}">
                <a16:creationId xmlns:a16="http://schemas.microsoft.com/office/drawing/2014/main" id="{9A4C6E5F-F268-A74C-A9BE-9D780C25B0D2}"/>
              </a:ext>
            </a:extLst>
          </p:cNvPr>
          <p:cNvSpPr>
            <a:spLocks noChangeArrowheads="1"/>
          </p:cNvSpPr>
          <p:nvPr/>
        </p:nvSpPr>
        <p:spPr bwMode="auto">
          <a:xfrm>
            <a:off x="4346973" y="2618185"/>
            <a:ext cx="1535554"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目   的   地   址</a:t>
            </a:r>
          </a:p>
        </p:txBody>
      </p:sp>
      <p:sp>
        <p:nvSpPr>
          <p:cNvPr id="488470" name="Rectangle 23">
            <a:extLst>
              <a:ext uri="{FF2B5EF4-FFF2-40B4-BE49-F238E27FC236}">
                <a16:creationId xmlns:a16="http://schemas.microsoft.com/office/drawing/2014/main" id="{6A9D8042-D959-8E46-9825-11B270E440FD}"/>
              </a:ext>
            </a:extLst>
          </p:cNvPr>
          <p:cNvSpPr>
            <a:spLocks noChangeArrowheads="1"/>
          </p:cNvSpPr>
          <p:nvPr/>
        </p:nvSpPr>
        <p:spPr bwMode="auto">
          <a:xfrm>
            <a:off x="4481513" y="1445419"/>
            <a:ext cx="1136405"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源   地   址</a:t>
            </a:r>
          </a:p>
        </p:txBody>
      </p:sp>
      <p:sp>
        <p:nvSpPr>
          <p:cNvPr id="488471" name="Line 24">
            <a:extLst>
              <a:ext uri="{FF2B5EF4-FFF2-40B4-BE49-F238E27FC236}">
                <a16:creationId xmlns:a16="http://schemas.microsoft.com/office/drawing/2014/main" id="{31C8583C-2E25-C644-B482-38E34326D35E}"/>
              </a:ext>
            </a:extLst>
          </p:cNvPr>
          <p:cNvSpPr>
            <a:spLocks noChangeShapeType="1"/>
          </p:cNvSpPr>
          <p:nvPr/>
        </p:nvSpPr>
        <p:spPr bwMode="auto">
          <a:xfrm>
            <a:off x="6167438"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72" name="Rectangle 25">
            <a:extLst>
              <a:ext uri="{FF2B5EF4-FFF2-40B4-BE49-F238E27FC236}">
                <a16:creationId xmlns:a16="http://schemas.microsoft.com/office/drawing/2014/main" id="{02E30223-C3CB-5646-AB5F-47E64713D82C}"/>
              </a:ext>
            </a:extLst>
          </p:cNvPr>
          <p:cNvSpPr>
            <a:spLocks noChangeArrowheads="1"/>
          </p:cNvSpPr>
          <p:nvPr/>
        </p:nvSpPr>
        <p:spPr bwMode="auto">
          <a:xfrm>
            <a:off x="4895851" y="834629"/>
            <a:ext cx="119731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下 一 个 首 部</a:t>
            </a:r>
          </a:p>
        </p:txBody>
      </p:sp>
      <p:sp>
        <p:nvSpPr>
          <p:cNvPr id="488473" name="Rectangle 26">
            <a:extLst>
              <a:ext uri="{FF2B5EF4-FFF2-40B4-BE49-F238E27FC236}">
                <a16:creationId xmlns:a16="http://schemas.microsoft.com/office/drawing/2014/main" id="{8CB208AB-0E72-9545-91D2-56F0EEAEFB84}"/>
              </a:ext>
            </a:extLst>
          </p:cNvPr>
          <p:cNvSpPr>
            <a:spLocks noChangeArrowheads="1"/>
          </p:cNvSpPr>
          <p:nvPr/>
        </p:nvSpPr>
        <p:spPr bwMode="auto">
          <a:xfrm>
            <a:off x="5135167" y="558404"/>
            <a:ext cx="1158847"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流     标     号</a:t>
            </a:r>
          </a:p>
        </p:txBody>
      </p:sp>
      <p:sp>
        <p:nvSpPr>
          <p:cNvPr id="488474" name="Rectangle 27">
            <a:extLst>
              <a:ext uri="{FF2B5EF4-FFF2-40B4-BE49-F238E27FC236}">
                <a16:creationId xmlns:a16="http://schemas.microsoft.com/office/drawing/2014/main" id="{8F7DB052-EF83-1649-9B6C-E95163EE5ACA}"/>
              </a:ext>
            </a:extLst>
          </p:cNvPr>
          <p:cNvSpPr>
            <a:spLocks noChangeArrowheads="1"/>
          </p:cNvSpPr>
          <p:nvPr/>
        </p:nvSpPr>
        <p:spPr bwMode="auto">
          <a:xfrm>
            <a:off x="4165997"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12</a:t>
            </a:r>
          </a:p>
        </p:txBody>
      </p:sp>
      <p:sp>
        <p:nvSpPr>
          <p:cNvPr id="488475" name="Rectangle 28">
            <a:extLst>
              <a:ext uri="{FF2B5EF4-FFF2-40B4-BE49-F238E27FC236}">
                <a16:creationId xmlns:a16="http://schemas.microsoft.com/office/drawing/2014/main" id="{F4193FB9-896F-AD40-B295-FD1CDC706528}"/>
              </a:ext>
            </a:extLst>
          </p:cNvPr>
          <p:cNvSpPr>
            <a:spLocks noChangeArrowheads="1"/>
          </p:cNvSpPr>
          <p:nvPr/>
        </p:nvSpPr>
        <p:spPr bwMode="auto">
          <a:xfrm>
            <a:off x="3188494" y="55840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通 信 量 类</a:t>
            </a:r>
          </a:p>
        </p:txBody>
      </p:sp>
      <p:sp>
        <p:nvSpPr>
          <p:cNvPr id="488476" name="Rectangle 29">
            <a:extLst>
              <a:ext uri="{FF2B5EF4-FFF2-40B4-BE49-F238E27FC236}">
                <a16:creationId xmlns:a16="http://schemas.microsoft.com/office/drawing/2014/main" id="{BE7CFF63-CD21-1741-895B-2961E0C02D27}"/>
              </a:ext>
            </a:extLst>
          </p:cNvPr>
          <p:cNvSpPr>
            <a:spLocks noChangeArrowheads="1"/>
          </p:cNvSpPr>
          <p:nvPr/>
        </p:nvSpPr>
        <p:spPr bwMode="auto">
          <a:xfrm>
            <a:off x="4466035" y="1677592"/>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8477" name="Rectangle 30">
            <a:extLst>
              <a:ext uri="{FF2B5EF4-FFF2-40B4-BE49-F238E27FC236}">
                <a16:creationId xmlns:a16="http://schemas.microsoft.com/office/drawing/2014/main" id="{09281ECA-AC2D-2C46-948E-F95FE9673BE0}"/>
              </a:ext>
            </a:extLst>
          </p:cNvPr>
          <p:cNvSpPr>
            <a:spLocks noChangeArrowheads="1"/>
          </p:cNvSpPr>
          <p:nvPr/>
        </p:nvSpPr>
        <p:spPr bwMode="auto">
          <a:xfrm>
            <a:off x="4477941" y="2851548"/>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8478" name="Rectangle 31">
            <a:extLst>
              <a:ext uri="{FF2B5EF4-FFF2-40B4-BE49-F238E27FC236}">
                <a16:creationId xmlns:a16="http://schemas.microsoft.com/office/drawing/2014/main" id="{2A2DEA9A-9453-A748-A5E7-A41843C81716}"/>
              </a:ext>
            </a:extLst>
          </p:cNvPr>
          <p:cNvSpPr>
            <a:spLocks noChangeArrowheads="1"/>
          </p:cNvSpPr>
          <p:nvPr/>
        </p:nvSpPr>
        <p:spPr bwMode="auto">
          <a:xfrm>
            <a:off x="2870597" y="828675"/>
            <a:ext cx="1678220"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  效  载  荷  长  度</a:t>
            </a:r>
          </a:p>
        </p:txBody>
      </p:sp>
      <p:sp>
        <p:nvSpPr>
          <p:cNvPr id="488479" name="Rectangle 32">
            <a:extLst>
              <a:ext uri="{FF2B5EF4-FFF2-40B4-BE49-F238E27FC236}">
                <a16:creationId xmlns:a16="http://schemas.microsoft.com/office/drawing/2014/main" id="{CC1869ED-AEF0-4A42-BC90-B25F658D6E71}"/>
              </a:ext>
            </a:extLst>
          </p:cNvPr>
          <p:cNvSpPr>
            <a:spLocks noChangeArrowheads="1"/>
          </p:cNvSpPr>
          <p:nvPr/>
        </p:nvSpPr>
        <p:spPr bwMode="auto">
          <a:xfrm>
            <a:off x="6246019" y="842963"/>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跳 数 限 制</a:t>
            </a:r>
          </a:p>
        </p:txBody>
      </p:sp>
      <p:sp>
        <p:nvSpPr>
          <p:cNvPr id="488480" name="Line 33">
            <a:extLst>
              <a:ext uri="{FF2B5EF4-FFF2-40B4-BE49-F238E27FC236}">
                <a16:creationId xmlns:a16="http://schemas.microsoft.com/office/drawing/2014/main" id="{BE375B83-2A24-E448-8EA5-6AEF97B37D4F}"/>
              </a:ext>
            </a:extLst>
          </p:cNvPr>
          <p:cNvSpPr>
            <a:spLocks noChangeShapeType="1"/>
          </p:cNvSpPr>
          <p:nvPr/>
        </p:nvSpPr>
        <p:spPr bwMode="auto">
          <a:xfrm>
            <a:off x="4261247" y="547688"/>
            <a:ext cx="4763" cy="2655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81" name="Rectangle 34">
            <a:extLst>
              <a:ext uri="{FF2B5EF4-FFF2-40B4-BE49-F238E27FC236}">
                <a16:creationId xmlns:a16="http://schemas.microsoft.com/office/drawing/2014/main" id="{6F7D2E1C-C486-1849-87EE-96E2D4123BF2}"/>
              </a:ext>
            </a:extLst>
          </p:cNvPr>
          <p:cNvSpPr>
            <a:spLocks noChangeArrowheads="1"/>
          </p:cNvSpPr>
          <p:nvPr/>
        </p:nvSpPr>
        <p:spPr bwMode="auto">
          <a:xfrm>
            <a:off x="60948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24</a:t>
            </a:r>
          </a:p>
        </p:txBody>
      </p:sp>
      <p:sp>
        <p:nvSpPr>
          <p:cNvPr id="488482" name="AutoShape 39">
            <a:extLst>
              <a:ext uri="{FF2B5EF4-FFF2-40B4-BE49-F238E27FC236}">
                <a16:creationId xmlns:a16="http://schemas.microsoft.com/office/drawing/2014/main" id="{00E107A2-F7F1-164F-B339-49574FCC92B7}"/>
              </a:ext>
            </a:extLst>
          </p:cNvPr>
          <p:cNvSpPr>
            <a:spLocks/>
          </p:cNvSpPr>
          <p:nvPr/>
        </p:nvSpPr>
        <p:spPr bwMode="auto">
          <a:xfrm>
            <a:off x="2163366" y="571500"/>
            <a:ext cx="158353" cy="2881313"/>
          </a:xfrm>
          <a:prstGeom prst="leftBrace">
            <a:avLst>
              <a:gd name="adj1" fmla="val 151714"/>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8483" name="Rectangle 40">
            <a:extLst>
              <a:ext uri="{FF2B5EF4-FFF2-40B4-BE49-F238E27FC236}">
                <a16:creationId xmlns:a16="http://schemas.microsoft.com/office/drawing/2014/main" id="{BB61391F-2FC6-C94B-8C75-F616EB13AD55}"/>
              </a:ext>
            </a:extLst>
          </p:cNvPr>
          <p:cNvSpPr>
            <a:spLocks noChangeArrowheads="1"/>
          </p:cNvSpPr>
          <p:nvPr/>
        </p:nvSpPr>
        <p:spPr bwMode="auto">
          <a:xfrm>
            <a:off x="1294003" y="1685926"/>
            <a:ext cx="835042"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基本首部</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a:t>
            </a:r>
            <a:r>
              <a:rPr kumimoji="1" lang="en-US" altLang="zh-CN" sz="1350">
                <a:solidFill>
                  <a:srgbClr val="0000CC"/>
                </a:solidFill>
                <a:latin typeface="微软雅黑" panose="020B0503020204020204" pitchFamily="34" charset="-122"/>
                <a:ea typeface="宋体" panose="02010600030101010101" pitchFamily="2" charset="-122"/>
              </a:rPr>
              <a:t>40 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43" name="Rectangle 37">
            <a:extLst>
              <a:ext uri="{FF2B5EF4-FFF2-40B4-BE49-F238E27FC236}">
                <a16:creationId xmlns:a16="http://schemas.microsoft.com/office/drawing/2014/main" id="{CFF45751-B0EE-F74B-B81E-50A3E3DF0642}"/>
              </a:ext>
            </a:extLst>
          </p:cNvPr>
          <p:cNvSpPr>
            <a:spLocks noChangeArrowheads="1"/>
          </p:cNvSpPr>
          <p:nvPr/>
        </p:nvSpPr>
        <p:spPr bwMode="auto">
          <a:xfrm>
            <a:off x="4261247" y="539353"/>
            <a:ext cx="3152775" cy="290513"/>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488485" name="Text Box 38">
            <a:extLst>
              <a:ext uri="{FF2B5EF4-FFF2-40B4-BE49-F238E27FC236}">
                <a16:creationId xmlns:a16="http://schemas.microsoft.com/office/drawing/2014/main" id="{00389F1C-0174-3148-871F-ADA8A5BE883E}"/>
              </a:ext>
            </a:extLst>
          </p:cNvPr>
          <p:cNvSpPr txBox="1">
            <a:spLocks noChangeArrowheads="1"/>
          </p:cNvSpPr>
          <p:nvPr/>
        </p:nvSpPr>
        <p:spPr bwMode="auto">
          <a:xfrm>
            <a:off x="1810940" y="3513535"/>
            <a:ext cx="6715839" cy="9080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110000"/>
              </a:lnSpc>
              <a:spcBef>
                <a:spcPct val="0"/>
              </a:spcBef>
              <a:buClrTx/>
              <a:buSzTx/>
              <a:buFontTx/>
              <a:buNone/>
            </a:pPr>
            <a:r>
              <a:rPr lang="zh-CN" altLang="en-US" sz="1650" dirty="0">
                <a:solidFill>
                  <a:srgbClr val="000099"/>
                </a:solidFill>
                <a:latin typeface="微软雅黑" panose="020B0503020204020204" pitchFamily="34" charset="-122"/>
                <a:ea typeface="宋体" panose="02010600030101010101" pitchFamily="2" charset="-122"/>
              </a:rPr>
              <a:t>流标号</a:t>
            </a:r>
            <a:r>
              <a:rPr lang="en-US" altLang="zh-CN" sz="1650" dirty="0">
                <a:solidFill>
                  <a:srgbClr val="000099"/>
                </a:solidFill>
                <a:latin typeface="微软雅黑" panose="020B0503020204020204" pitchFamily="34" charset="-122"/>
                <a:ea typeface="宋体" panose="02010600030101010101" pitchFamily="2" charset="-122"/>
              </a:rPr>
              <a:t>(flow label)</a:t>
            </a:r>
            <a:r>
              <a:rPr lang="en-US" altLang="zh-CN" sz="1650" dirty="0">
                <a:solidFill>
                  <a:srgbClr val="000099"/>
                </a:solidFill>
                <a:latin typeface="Arial" panose="020B0604020202020204" pitchFamily="34" charset="0"/>
                <a:ea typeface="宋体" panose="02010600030101010101" pitchFamily="2" charset="-122"/>
              </a:rPr>
              <a:t>——</a:t>
            </a:r>
            <a:r>
              <a:rPr lang="en-US" altLang="zh-CN" sz="1650" dirty="0">
                <a:solidFill>
                  <a:srgbClr val="000099"/>
                </a:solidFill>
                <a:latin typeface="微软雅黑" panose="020B0503020204020204" pitchFamily="34" charset="-122"/>
                <a:ea typeface="宋体" panose="02010600030101010101" pitchFamily="2" charset="-122"/>
              </a:rPr>
              <a:t> 20 </a:t>
            </a:r>
            <a:r>
              <a:rPr lang="zh-CN" altLang="en-US" sz="1650" dirty="0">
                <a:solidFill>
                  <a:srgbClr val="000099"/>
                </a:solidFill>
                <a:latin typeface="微软雅黑" panose="020B0503020204020204" pitchFamily="34" charset="-122"/>
                <a:ea typeface="宋体" panose="02010600030101010101" pitchFamily="2" charset="-122"/>
              </a:rPr>
              <a:t>位。 </a:t>
            </a:r>
            <a:r>
              <a:rPr lang="zh-CN" altLang="en-US" sz="1650" dirty="0">
                <a:solidFill>
                  <a:srgbClr val="000099"/>
                </a:solidFill>
                <a:latin typeface="Arial" panose="020B0604020202020204" pitchFamily="34" charset="0"/>
                <a:ea typeface="宋体" panose="02010600030101010101" pitchFamily="2" charset="-122"/>
              </a:rPr>
              <a:t>“</a:t>
            </a:r>
            <a:r>
              <a:rPr lang="zh-CN" altLang="en-US" sz="1650" dirty="0">
                <a:solidFill>
                  <a:srgbClr val="000099"/>
                </a:solidFill>
                <a:latin typeface="微软雅黑" panose="020B0503020204020204" pitchFamily="34" charset="-122"/>
                <a:ea typeface="宋体" panose="02010600030101010101" pitchFamily="2" charset="-122"/>
              </a:rPr>
              <a:t>流</a:t>
            </a:r>
            <a:r>
              <a:rPr lang="zh-CN" altLang="en-US" sz="1650" dirty="0">
                <a:solidFill>
                  <a:srgbClr val="000099"/>
                </a:solidFill>
                <a:latin typeface="Arial" panose="020B0604020202020204" pitchFamily="34" charset="0"/>
                <a:ea typeface="宋体" panose="02010600030101010101" pitchFamily="2" charset="-122"/>
              </a:rPr>
              <a:t>”</a:t>
            </a:r>
            <a:r>
              <a:rPr lang="zh-CN" altLang="en-US" sz="1650" dirty="0">
                <a:solidFill>
                  <a:srgbClr val="000099"/>
                </a:solidFill>
                <a:latin typeface="微软雅黑" panose="020B0503020204020204" pitchFamily="34" charset="-122"/>
                <a:ea typeface="宋体" panose="02010600030101010101" pitchFamily="2" charset="-122"/>
              </a:rPr>
              <a:t>是互联网络上从特定源点到特定终点的一系列数据报， </a:t>
            </a:r>
            <a:r>
              <a:rPr lang="zh-CN" altLang="en-US" sz="1650" dirty="0">
                <a:solidFill>
                  <a:srgbClr val="000099"/>
                </a:solidFill>
                <a:latin typeface="Arial" panose="020B0604020202020204" pitchFamily="34" charset="0"/>
                <a:ea typeface="宋体" panose="02010600030101010101" pitchFamily="2" charset="-122"/>
              </a:rPr>
              <a:t>“</a:t>
            </a:r>
            <a:r>
              <a:rPr lang="zh-CN" altLang="en-US" sz="1650" dirty="0">
                <a:solidFill>
                  <a:srgbClr val="000099"/>
                </a:solidFill>
                <a:latin typeface="微软雅黑" panose="020B0503020204020204" pitchFamily="34" charset="-122"/>
                <a:ea typeface="宋体" panose="02010600030101010101" pitchFamily="2" charset="-122"/>
              </a:rPr>
              <a:t>流</a:t>
            </a:r>
            <a:r>
              <a:rPr lang="zh-CN" altLang="en-US" sz="1650" dirty="0">
                <a:solidFill>
                  <a:srgbClr val="000099"/>
                </a:solidFill>
                <a:latin typeface="Arial" panose="020B0604020202020204" pitchFamily="34" charset="0"/>
                <a:ea typeface="宋体" panose="02010600030101010101" pitchFamily="2" charset="-122"/>
              </a:rPr>
              <a:t>”</a:t>
            </a:r>
            <a:r>
              <a:rPr lang="zh-CN" altLang="en-US" sz="1650" dirty="0">
                <a:solidFill>
                  <a:srgbClr val="000099"/>
                </a:solidFill>
                <a:latin typeface="微软雅黑" panose="020B0503020204020204" pitchFamily="34" charset="-122"/>
                <a:ea typeface="宋体" panose="02010600030101010101" pitchFamily="2" charset="-122"/>
              </a:rPr>
              <a:t>所经过的路径上的路由器都保证指明的服务质量。所有属于同一个流的数据报都具有同样的流标号。 </a:t>
            </a:r>
          </a:p>
        </p:txBody>
      </p:sp>
    </p:spTree>
    <p:extLst>
      <p:ext uri="{BB962C8B-B14F-4D97-AF65-F5344CB8AC3E}">
        <p14:creationId xmlns:p14="http://schemas.microsoft.com/office/powerpoint/2010/main" val="337579868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3"/>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4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3" grpId="1" animBg="1"/>
    </p:bldLst>
  </p:timing>
</p:sld>
</file>

<file path=ppt/slides/slide2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89473" name="Rectangle 2">
            <a:extLst>
              <a:ext uri="{FF2B5EF4-FFF2-40B4-BE49-F238E27FC236}">
                <a16:creationId xmlns:a16="http://schemas.microsoft.com/office/drawing/2014/main" id="{D4CA2A91-6F64-F341-8188-0A46BB5B40FC}"/>
              </a:ext>
            </a:extLst>
          </p:cNvPr>
          <p:cNvSpPr>
            <a:spLocks noChangeArrowheads="1"/>
          </p:cNvSpPr>
          <p:nvPr/>
        </p:nvSpPr>
        <p:spPr bwMode="auto">
          <a:xfrm>
            <a:off x="2374107" y="547688"/>
            <a:ext cx="5047060" cy="29337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9474" name="Line 3">
            <a:extLst>
              <a:ext uri="{FF2B5EF4-FFF2-40B4-BE49-F238E27FC236}">
                <a16:creationId xmlns:a16="http://schemas.microsoft.com/office/drawing/2014/main" id="{2A35DBA5-1E45-5943-A9E2-0902F45D6B1A}"/>
              </a:ext>
            </a:extLst>
          </p:cNvPr>
          <p:cNvSpPr>
            <a:spLocks noChangeShapeType="1"/>
          </p:cNvSpPr>
          <p:nvPr/>
        </p:nvSpPr>
        <p:spPr bwMode="auto">
          <a:xfrm>
            <a:off x="2380060" y="812006"/>
            <a:ext cx="505539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75" name="Line 4">
            <a:extLst>
              <a:ext uri="{FF2B5EF4-FFF2-40B4-BE49-F238E27FC236}">
                <a16:creationId xmlns:a16="http://schemas.microsoft.com/office/drawing/2014/main" id="{D4D2DE88-0745-8C4D-858C-4AFB7D14E9FD}"/>
              </a:ext>
            </a:extLst>
          </p:cNvPr>
          <p:cNvSpPr>
            <a:spLocks noChangeShapeType="1"/>
          </p:cNvSpPr>
          <p:nvPr/>
        </p:nvSpPr>
        <p:spPr bwMode="auto">
          <a:xfrm>
            <a:off x="3002756" y="548879"/>
            <a:ext cx="0" cy="26431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76" name="Line 5">
            <a:extLst>
              <a:ext uri="{FF2B5EF4-FFF2-40B4-BE49-F238E27FC236}">
                <a16:creationId xmlns:a16="http://schemas.microsoft.com/office/drawing/2014/main" id="{5009FE71-7C95-B54E-92AE-3A736D3E5280}"/>
              </a:ext>
            </a:extLst>
          </p:cNvPr>
          <p:cNvSpPr>
            <a:spLocks noChangeShapeType="1"/>
          </p:cNvSpPr>
          <p:nvPr/>
        </p:nvSpPr>
        <p:spPr bwMode="auto">
          <a:xfrm>
            <a:off x="4900613"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77" name="Rectangle 6">
            <a:extLst>
              <a:ext uri="{FF2B5EF4-FFF2-40B4-BE49-F238E27FC236}">
                <a16:creationId xmlns:a16="http://schemas.microsoft.com/office/drawing/2014/main" id="{5106655F-F2DA-464F-930B-53F8B66F718F}"/>
              </a:ext>
            </a:extLst>
          </p:cNvPr>
          <p:cNvSpPr>
            <a:spLocks noChangeArrowheads="1"/>
          </p:cNvSpPr>
          <p:nvPr/>
        </p:nvSpPr>
        <p:spPr bwMode="auto">
          <a:xfrm>
            <a:off x="2321719"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0</a:t>
            </a:r>
          </a:p>
        </p:txBody>
      </p:sp>
      <p:sp>
        <p:nvSpPr>
          <p:cNvPr id="489478" name="Rectangle 7">
            <a:extLst>
              <a:ext uri="{FF2B5EF4-FFF2-40B4-BE49-F238E27FC236}">
                <a16:creationId xmlns:a16="http://schemas.microsoft.com/office/drawing/2014/main" id="{CA4732F4-BD28-7B42-B6D7-FFB7A02792A8}"/>
              </a:ext>
            </a:extLst>
          </p:cNvPr>
          <p:cNvSpPr>
            <a:spLocks noChangeArrowheads="1"/>
          </p:cNvSpPr>
          <p:nvPr/>
        </p:nvSpPr>
        <p:spPr bwMode="auto">
          <a:xfrm>
            <a:off x="2946798"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4</a:t>
            </a:r>
          </a:p>
        </p:txBody>
      </p:sp>
      <p:sp>
        <p:nvSpPr>
          <p:cNvPr id="489479" name="Rectangle 8">
            <a:extLst>
              <a:ext uri="{FF2B5EF4-FFF2-40B4-BE49-F238E27FC236}">
                <a16:creationId xmlns:a16="http://schemas.microsoft.com/office/drawing/2014/main" id="{35E23F0A-8B3E-2043-8852-379AD1688621}"/>
              </a:ext>
            </a:extLst>
          </p:cNvPr>
          <p:cNvSpPr>
            <a:spLocks noChangeArrowheads="1"/>
          </p:cNvSpPr>
          <p:nvPr/>
        </p:nvSpPr>
        <p:spPr bwMode="auto">
          <a:xfrm>
            <a:off x="48375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16</a:t>
            </a:r>
          </a:p>
        </p:txBody>
      </p:sp>
      <p:sp>
        <p:nvSpPr>
          <p:cNvPr id="489480" name="Rectangle 9">
            <a:extLst>
              <a:ext uri="{FF2B5EF4-FFF2-40B4-BE49-F238E27FC236}">
                <a16:creationId xmlns:a16="http://schemas.microsoft.com/office/drawing/2014/main" id="{D666AE06-63DF-7642-9729-1D5D7C744D84}"/>
              </a:ext>
            </a:extLst>
          </p:cNvPr>
          <p:cNvSpPr>
            <a:spLocks noChangeArrowheads="1"/>
          </p:cNvSpPr>
          <p:nvPr/>
        </p:nvSpPr>
        <p:spPr bwMode="auto">
          <a:xfrm>
            <a:off x="7188994"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31</a:t>
            </a:r>
          </a:p>
        </p:txBody>
      </p:sp>
      <p:sp>
        <p:nvSpPr>
          <p:cNvPr id="489481" name="Rectangle 10">
            <a:extLst>
              <a:ext uri="{FF2B5EF4-FFF2-40B4-BE49-F238E27FC236}">
                <a16:creationId xmlns:a16="http://schemas.microsoft.com/office/drawing/2014/main" id="{0E35FBC6-9A19-9C4D-BDCB-0A0A8C6ACDF2}"/>
              </a:ext>
            </a:extLst>
          </p:cNvPr>
          <p:cNvSpPr>
            <a:spLocks noChangeArrowheads="1"/>
          </p:cNvSpPr>
          <p:nvPr/>
        </p:nvSpPr>
        <p:spPr bwMode="auto">
          <a:xfrm>
            <a:off x="2457450" y="558404"/>
            <a:ext cx="52405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版 本</a:t>
            </a:r>
          </a:p>
        </p:txBody>
      </p:sp>
      <p:sp>
        <p:nvSpPr>
          <p:cNvPr id="489482" name="Rectangle 11">
            <a:extLst>
              <a:ext uri="{FF2B5EF4-FFF2-40B4-BE49-F238E27FC236}">
                <a16:creationId xmlns:a16="http://schemas.microsoft.com/office/drawing/2014/main" id="{4651B399-60A8-8E43-AA87-EA997AD90B8F}"/>
              </a:ext>
            </a:extLst>
          </p:cNvPr>
          <p:cNvSpPr>
            <a:spLocks noChangeArrowheads="1"/>
          </p:cNvSpPr>
          <p:nvPr/>
        </p:nvSpPr>
        <p:spPr bwMode="auto">
          <a:xfrm>
            <a:off x="1894285" y="278607"/>
            <a:ext cx="29963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位</a:t>
            </a:r>
          </a:p>
        </p:txBody>
      </p:sp>
      <p:sp>
        <p:nvSpPr>
          <p:cNvPr id="489483" name="Line 12">
            <a:extLst>
              <a:ext uri="{FF2B5EF4-FFF2-40B4-BE49-F238E27FC236}">
                <a16:creationId xmlns:a16="http://schemas.microsoft.com/office/drawing/2014/main" id="{C542D9B1-DE42-4946-8174-59518E7F2A06}"/>
              </a:ext>
            </a:extLst>
          </p:cNvPr>
          <p:cNvSpPr>
            <a:spLocks noChangeShapeType="1"/>
          </p:cNvSpPr>
          <p:nvPr/>
        </p:nvSpPr>
        <p:spPr bwMode="auto">
          <a:xfrm>
            <a:off x="2374107" y="1103710"/>
            <a:ext cx="505658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84" name="Line 13">
            <a:extLst>
              <a:ext uri="{FF2B5EF4-FFF2-40B4-BE49-F238E27FC236}">
                <a16:creationId xmlns:a16="http://schemas.microsoft.com/office/drawing/2014/main" id="{AE212969-46A5-5940-AD1A-2624A6ADC2C0}"/>
              </a:ext>
            </a:extLst>
          </p:cNvPr>
          <p:cNvSpPr>
            <a:spLocks noChangeShapeType="1"/>
          </p:cNvSpPr>
          <p:nvPr/>
        </p:nvSpPr>
        <p:spPr bwMode="auto">
          <a:xfrm>
            <a:off x="2375297" y="1396604"/>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85" name="Line 14">
            <a:extLst>
              <a:ext uri="{FF2B5EF4-FFF2-40B4-BE49-F238E27FC236}">
                <a16:creationId xmlns:a16="http://schemas.microsoft.com/office/drawing/2014/main" id="{A40126BB-D917-054C-BD76-8C477E8920BD}"/>
              </a:ext>
            </a:extLst>
          </p:cNvPr>
          <p:cNvSpPr>
            <a:spLocks noChangeShapeType="1"/>
          </p:cNvSpPr>
          <p:nvPr/>
        </p:nvSpPr>
        <p:spPr bwMode="auto">
          <a:xfrm>
            <a:off x="2375297" y="1689497"/>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86" name="Line 15">
            <a:extLst>
              <a:ext uri="{FF2B5EF4-FFF2-40B4-BE49-F238E27FC236}">
                <a16:creationId xmlns:a16="http://schemas.microsoft.com/office/drawing/2014/main" id="{D2757368-3115-CC43-9A5D-12DCC9264460}"/>
              </a:ext>
            </a:extLst>
          </p:cNvPr>
          <p:cNvSpPr>
            <a:spLocks noChangeShapeType="1"/>
          </p:cNvSpPr>
          <p:nvPr/>
        </p:nvSpPr>
        <p:spPr bwMode="auto">
          <a:xfrm>
            <a:off x="2375297" y="1983581"/>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87" name="Line 16">
            <a:extLst>
              <a:ext uri="{FF2B5EF4-FFF2-40B4-BE49-F238E27FC236}">
                <a16:creationId xmlns:a16="http://schemas.microsoft.com/office/drawing/2014/main" id="{D118653A-F4B8-AD47-B0D1-2436151D10C6}"/>
              </a:ext>
            </a:extLst>
          </p:cNvPr>
          <p:cNvSpPr>
            <a:spLocks noChangeShapeType="1"/>
          </p:cNvSpPr>
          <p:nvPr/>
        </p:nvSpPr>
        <p:spPr bwMode="auto">
          <a:xfrm>
            <a:off x="2375297" y="2276475"/>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88" name="Line 17">
            <a:extLst>
              <a:ext uri="{FF2B5EF4-FFF2-40B4-BE49-F238E27FC236}">
                <a16:creationId xmlns:a16="http://schemas.microsoft.com/office/drawing/2014/main" id="{42D66887-B5C7-AB43-8657-F73FAD59F760}"/>
              </a:ext>
            </a:extLst>
          </p:cNvPr>
          <p:cNvSpPr>
            <a:spLocks noChangeShapeType="1"/>
          </p:cNvSpPr>
          <p:nvPr/>
        </p:nvSpPr>
        <p:spPr bwMode="auto">
          <a:xfrm>
            <a:off x="2375297" y="2569369"/>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89" name="Line 18">
            <a:extLst>
              <a:ext uri="{FF2B5EF4-FFF2-40B4-BE49-F238E27FC236}">
                <a16:creationId xmlns:a16="http://schemas.microsoft.com/office/drawing/2014/main" id="{413F2EDF-035C-124B-8850-EE92432D9E8F}"/>
              </a:ext>
            </a:extLst>
          </p:cNvPr>
          <p:cNvSpPr>
            <a:spLocks noChangeShapeType="1"/>
          </p:cNvSpPr>
          <p:nvPr/>
        </p:nvSpPr>
        <p:spPr bwMode="auto">
          <a:xfrm>
            <a:off x="2375297" y="2862263"/>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90" name="Line 19">
            <a:extLst>
              <a:ext uri="{FF2B5EF4-FFF2-40B4-BE49-F238E27FC236}">
                <a16:creationId xmlns:a16="http://schemas.microsoft.com/office/drawing/2014/main" id="{EA4D4B7E-1326-E345-BBC1-5301CD42EB21}"/>
              </a:ext>
            </a:extLst>
          </p:cNvPr>
          <p:cNvSpPr>
            <a:spLocks noChangeShapeType="1"/>
          </p:cNvSpPr>
          <p:nvPr/>
        </p:nvSpPr>
        <p:spPr bwMode="auto">
          <a:xfrm>
            <a:off x="2375297" y="3155156"/>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91" name="Rectangle 20">
            <a:extLst>
              <a:ext uri="{FF2B5EF4-FFF2-40B4-BE49-F238E27FC236}">
                <a16:creationId xmlns:a16="http://schemas.microsoft.com/office/drawing/2014/main" id="{0E5FFC82-EDA1-6244-81A9-9F09DDE56468}"/>
              </a:ext>
            </a:extLst>
          </p:cNvPr>
          <p:cNvSpPr>
            <a:spLocks noChangeArrowheads="1"/>
          </p:cNvSpPr>
          <p:nvPr/>
        </p:nvSpPr>
        <p:spPr bwMode="auto">
          <a:xfrm>
            <a:off x="2531269" y="2471738"/>
            <a:ext cx="4742260" cy="78105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9492" name="Rectangle 21">
            <a:extLst>
              <a:ext uri="{FF2B5EF4-FFF2-40B4-BE49-F238E27FC236}">
                <a16:creationId xmlns:a16="http://schemas.microsoft.com/office/drawing/2014/main" id="{E2D5FF4F-C034-AE46-B99F-08CD4CF75965}"/>
              </a:ext>
            </a:extLst>
          </p:cNvPr>
          <p:cNvSpPr>
            <a:spLocks noChangeArrowheads="1"/>
          </p:cNvSpPr>
          <p:nvPr/>
        </p:nvSpPr>
        <p:spPr bwMode="auto">
          <a:xfrm>
            <a:off x="2531269" y="1325167"/>
            <a:ext cx="4742260" cy="78224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9493" name="Rectangle 22">
            <a:extLst>
              <a:ext uri="{FF2B5EF4-FFF2-40B4-BE49-F238E27FC236}">
                <a16:creationId xmlns:a16="http://schemas.microsoft.com/office/drawing/2014/main" id="{45F46CE6-9B8B-A342-810F-CF7D50928D71}"/>
              </a:ext>
            </a:extLst>
          </p:cNvPr>
          <p:cNvSpPr>
            <a:spLocks noChangeArrowheads="1"/>
          </p:cNvSpPr>
          <p:nvPr/>
        </p:nvSpPr>
        <p:spPr bwMode="auto">
          <a:xfrm>
            <a:off x="4346973" y="2618185"/>
            <a:ext cx="1535554"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目   的   地   址</a:t>
            </a:r>
          </a:p>
        </p:txBody>
      </p:sp>
      <p:sp>
        <p:nvSpPr>
          <p:cNvPr id="489494" name="Rectangle 23">
            <a:extLst>
              <a:ext uri="{FF2B5EF4-FFF2-40B4-BE49-F238E27FC236}">
                <a16:creationId xmlns:a16="http://schemas.microsoft.com/office/drawing/2014/main" id="{83197F44-E9C1-FA4F-A5F6-E7E02272A63E}"/>
              </a:ext>
            </a:extLst>
          </p:cNvPr>
          <p:cNvSpPr>
            <a:spLocks noChangeArrowheads="1"/>
          </p:cNvSpPr>
          <p:nvPr/>
        </p:nvSpPr>
        <p:spPr bwMode="auto">
          <a:xfrm>
            <a:off x="4481513" y="1445419"/>
            <a:ext cx="1136405"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源   地   址</a:t>
            </a:r>
          </a:p>
        </p:txBody>
      </p:sp>
      <p:sp>
        <p:nvSpPr>
          <p:cNvPr id="489495" name="Line 24">
            <a:extLst>
              <a:ext uri="{FF2B5EF4-FFF2-40B4-BE49-F238E27FC236}">
                <a16:creationId xmlns:a16="http://schemas.microsoft.com/office/drawing/2014/main" id="{2BF9AC88-638D-5147-AE42-0EBE12DB72B2}"/>
              </a:ext>
            </a:extLst>
          </p:cNvPr>
          <p:cNvSpPr>
            <a:spLocks noChangeShapeType="1"/>
          </p:cNvSpPr>
          <p:nvPr/>
        </p:nvSpPr>
        <p:spPr bwMode="auto">
          <a:xfrm>
            <a:off x="6167438"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96" name="Rectangle 25">
            <a:extLst>
              <a:ext uri="{FF2B5EF4-FFF2-40B4-BE49-F238E27FC236}">
                <a16:creationId xmlns:a16="http://schemas.microsoft.com/office/drawing/2014/main" id="{C9E9E02F-4242-AC46-A14B-F0CA50BDB22B}"/>
              </a:ext>
            </a:extLst>
          </p:cNvPr>
          <p:cNvSpPr>
            <a:spLocks noChangeArrowheads="1"/>
          </p:cNvSpPr>
          <p:nvPr/>
        </p:nvSpPr>
        <p:spPr bwMode="auto">
          <a:xfrm>
            <a:off x="4868467" y="834629"/>
            <a:ext cx="119731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下 一 个 首 部</a:t>
            </a:r>
          </a:p>
        </p:txBody>
      </p:sp>
      <p:sp>
        <p:nvSpPr>
          <p:cNvPr id="489497" name="Rectangle 26">
            <a:extLst>
              <a:ext uri="{FF2B5EF4-FFF2-40B4-BE49-F238E27FC236}">
                <a16:creationId xmlns:a16="http://schemas.microsoft.com/office/drawing/2014/main" id="{1CDBAF34-182C-D240-B8A5-84E96B10D0E0}"/>
              </a:ext>
            </a:extLst>
          </p:cNvPr>
          <p:cNvSpPr>
            <a:spLocks noChangeArrowheads="1"/>
          </p:cNvSpPr>
          <p:nvPr/>
        </p:nvSpPr>
        <p:spPr bwMode="auto">
          <a:xfrm>
            <a:off x="5135167" y="558404"/>
            <a:ext cx="1158847"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流     标     号</a:t>
            </a:r>
          </a:p>
        </p:txBody>
      </p:sp>
      <p:sp>
        <p:nvSpPr>
          <p:cNvPr id="489498" name="Rectangle 27">
            <a:extLst>
              <a:ext uri="{FF2B5EF4-FFF2-40B4-BE49-F238E27FC236}">
                <a16:creationId xmlns:a16="http://schemas.microsoft.com/office/drawing/2014/main" id="{D4E2E2D1-51A2-3544-987C-6CFC8451E9D5}"/>
              </a:ext>
            </a:extLst>
          </p:cNvPr>
          <p:cNvSpPr>
            <a:spLocks noChangeArrowheads="1"/>
          </p:cNvSpPr>
          <p:nvPr/>
        </p:nvSpPr>
        <p:spPr bwMode="auto">
          <a:xfrm>
            <a:off x="4165997"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12</a:t>
            </a:r>
          </a:p>
        </p:txBody>
      </p:sp>
      <p:sp>
        <p:nvSpPr>
          <p:cNvPr id="489499" name="Rectangle 28">
            <a:extLst>
              <a:ext uri="{FF2B5EF4-FFF2-40B4-BE49-F238E27FC236}">
                <a16:creationId xmlns:a16="http://schemas.microsoft.com/office/drawing/2014/main" id="{8CCF70C9-68B5-824B-B9A9-BFD80C01C0E1}"/>
              </a:ext>
            </a:extLst>
          </p:cNvPr>
          <p:cNvSpPr>
            <a:spLocks noChangeArrowheads="1"/>
          </p:cNvSpPr>
          <p:nvPr/>
        </p:nvSpPr>
        <p:spPr bwMode="auto">
          <a:xfrm>
            <a:off x="3188494" y="55840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通 信 量 类</a:t>
            </a:r>
          </a:p>
        </p:txBody>
      </p:sp>
      <p:sp>
        <p:nvSpPr>
          <p:cNvPr id="489500" name="Rectangle 29">
            <a:extLst>
              <a:ext uri="{FF2B5EF4-FFF2-40B4-BE49-F238E27FC236}">
                <a16:creationId xmlns:a16="http://schemas.microsoft.com/office/drawing/2014/main" id="{9DA378DB-8B1E-7047-9F13-8BE93554B1C3}"/>
              </a:ext>
            </a:extLst>
          </p:cNvPr>
          <p:cNvSpPr>
            <a:spLocks noChangeArrowheads="1"/>
          </p:cNvSpPr>
          <p:nvPr/>
        </p:nvSpPr>
        <p:spPr bwMode="auto">
          <a:xfrm>
            <a:off x="4466035" y="1677592"/>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9501" name="Rectangle 30">
            <a:extLst>
              <a:ext uri="{FF2B5EF4-FFF2-40B4-BE49-F238E27FC236}">
                <a16:creationId xmlns:a16="http://schemas.microsoft.com/office/drawing/2014/main" id="{EFB254B3-0BE8-DC40-8813-D49D5F8FF134}"/>
              </a:ext>
            </a:extLst>
          </p:cNvPr>
          <p:cNvSpPr>
            <a:spLocks noChangeArrowheads="1"/>
          </p:cNvSpPr>
          <p:nvPr/>
        </p:nvSpPr>
        <p:spPr bwMode="auto">
          <a:xfrm>
            <a:off x="4477941" y="2851548"/>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9502" name="Rectangle 31">
            <a:extLst>
              <a:ext uri="{FF2B5EF4-FFF2-40B4-BE49-F238E27FC236}">
                <a16:creationId xmlns:a16="http://schemas.microsoft.com/office/drawing/2014/main" id="{72557C81-59EE-694C-B899-C8C1CE025F2F}"/>
              </a:ext>
            </a:extLst>
          </p:cNvPr>
          <p:cNvSpPr>
            <a:spLocks noChangeArrowheads="1"/>
          </p:cNvSpPr>
          <p:nvPr/>
        </p:nvSpPr>
        <p:spPr bwMode="auto">
          <a:xfrm>
            <a:off x="2870597" y="828675"/>
            <a:ext cx="1678220"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  效  载  荷  长  度</a:t>
            </a:r>
          </a:p>
        </p:txBody>
      </p:sp>
      <p:sp>
        <p:nvSpPr>
          <p:cNvPr id="489503" name="Rectangle 32">
            <a:extLst>
              <a:ext uri="{FF2B5EF4-FFF2-40B4-BE49-F238E27FC236}">
                <a16:creationId xmlns:a16="http://schemas.microsoft.com/office/drawing/2014/main" id="{508AE6D4-A905-9843-8216-B8481AC866D6}"/>
              </a:ext>
            </a:extLst>
          </p:cNvPr>
          <p:cNvSpPr>
            <a:spLocks noChangeArrowheads="1"/>
          </p:cNvSpPr>
          <p:nvPr/>
        </p:nvSpPr>
        <p:spPr bwMode="auto">
          <a:xfrm>
            <a:off x="6246019" y="842963"/>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跳 数 限 制</a:t>
            </a:r>
          </a:p>
        </p:txBody>
      </p:sp>
      <p:sp>
        <p:nvSpPr>
          <p:cNvPr id="489504" name="Line 33">
            <a:extLst>
              <a:ext uri="{FF2B5EF4-FFF2-40B4-BE49-F238E27FC236}">
                <a16:creationId xmlns:a16="http://schemas.microsoft.com/office/drawing/2014/main" id="{15279AB2-64E3-974B-BE5B-BE2B64AEC813}"/>
              </a:ext>
            </a:extLst>
          </p:cNvPr>
          <p:cNvSpPr>
            <a:spLocks noChangeShapeType="1"/>
          </p:cNvSpPr>
          <p:nvPr/>
        </p:nvSpPr>
        <p:spPr bwMode="auto">
          <a:xfrm>
            <a:off x="4261247" y="547688"/>
            <a:ext cx="4763" cy="2655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505" name="Rectangle 34">
            <a:extLst>
              <a:ext uri="{FF2B5EF4-FFF2-40B4-BE49-F238E27FC236}">
                <a16:creationId xmlns:a16="http://schemas.microsoft.com/office/drawing/2014/main" id="{0AF1F71A-86DC-0F4B-A4B8-96C68EC2418E}"/>
              </a:ext>
            </a:extLst>
          </p:cNvPr>
          <p:cNvSpPr>
            <a:spLocks noChangeArrowheads="1"/>
          </p:cNvSpPr>
          <p:nvPr/>
        </p:nvSpPr>
        <p:spPr bwMode="auto">
          <a:xfrm>
            <a:off x="60948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24</a:t>
            </a:r>
          </a:p>
        </p:txBody>
      </p:sp>
      <p:sp>
        <p:nvSpPr>
          <p:cNvPr id="489506" name="AutoShape 39">
            <a:extLst>
              <a:ext uri="{FF2B5EF4-FFF2-40B4-BE49-F238E27FC236}">
                <a16:creationId xmlns:a16="http://schemas.microsoft.com/office/drawing/2014/main" id="{AD4B0C2F-6134-C247-9DA4-6E5E8F023BD6}"/>
              </a:ext>
            </a:extLst>
          </p:cNvPr>
          <p:cNvSpPr>
            <a:spLocks/>
          </p:cNvSpPr>
          <p:nvPr/>
        </p:nvSpPr>
        <p:spPr bwMode="auto">
          <a:xfrm>
            <a:off x="2163366" y="571500"/>
            <a:ext cx="158353" cy="2881313"/>
          </a:xfrm>
          <a:prstGeom prst="leftBrace">
            <a:avLst>
              <a:gd name="adj1" fmla="val 151714"/>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9507" name="Rectangle 40">
            <a:extLst>
              <a:ext uri="{FF2B5EF4-FFF2-40B4-BE49-F238E27FC236}">
                <a16:creationId xmlns:a16="http://schemas.microsoft.com/office/drawing/2014/main" id="{2F166148-03DB-5840-B55F-BC0A0B9E14F4}"/>
              </a:ext>
            </a:extLst>
          </p:cNvPr>
          <p:cNvSpPr>
            <a:spLocks noChangeArrowheads="1"/>
          </p:cNvSpPr>
          <p:nvPr/>
        </p:nvSpPr>
        <p:spPr bwMode="auto">
          <a:xfrm>
            <a:off x="1294003" y="1685926"/>
            <a:ext cx="835042"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基本首部</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a:t>
            </a:r>
            <a:r>
              <a:rPr kumimoji="1" lang="en-US" altLang="zh-CN" sz="1350">
                <a:solidFill>
                  <a:srgbClr val="0000CC"/>
                </a:solidFill>
                <a:latin typeface="微软雅黑" panose="020B0503020204020204" pitchFamily="34" charset="-122"/>
                <a:ea typeface="宋体" panose="02010600030101010101" pitchFamily="2" charset="-122"/>
              </a:rPr>
              <a:t>40 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39" name="Rectangle 37">
            <a:extLst>
              <a:ext uri="{FF2B5EF4-FFF2-40B4-BE49-F238E27FC236}">
                <a16:creationId xmlns:a16="http://schemas.microsoft.com/office/drawing/2014/main" id="{0CE693AA-C3EA-634A-BE98-BB402F13FC98}"/>
              </a:ext>
            </a:extLst>
          </p:cNvPr>
          <p:cNvSpPr>
            <a:spLocks noChangeArrowheads="1"/>
          </p:cNvSpPr>
          <p:nvPr/>
        </p:nvSpPr>
        <p:spPr bwMode="auto">
          <a:xfrm>
            <a:off x="2399110" y="835819"/>
            <a:ext cx="2496740" cy="290513"/>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489509" name="Text Box 38">
            <a:extLst>
              <a:ext uri="{FF2B5EF4-FFF2-40B4-BE49-F238E27FC236}">
                <a16:creationId xmlns:a16="http://schemas.microsoft.com/office/drawing/2014/main" id="{3B8B43DE-7AD3-D94E-958D-E5731D02FDE7}"/>
              </a:ext>
            </a:extLst>
          </p:cNvPr>
          <p:cNvSpPr txBox="1">
            <a:spLocks noChangeArrowheads="1"/>
          </p:cNvSpPr>
          <p:nvPr/>
        </p:nvSpPr>
        <p:spPr bwMode="auto">
          <a:xfrm>
            <a:off x="1779985" y="3519487"/>
            <a:ext cx="5882878" cy="9080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110000"/>
              </a:lnSpc>
              <a:spcBef>
                <a:spcPct val="0"/>
              </a:spcBef>
              <a:buClrTx/>
              <a:buSzTx/>
              <a:buFontTx/>
              <a:buNone/>
            </a:pPr>
            <a:r>
              <a:rPr lang="zh-CN" altLang="en-US" sz="1650">
                <a:solidFill>
                  <a:srgbClr val="000099"/>
                </a:solidFill>
                <a:latin typeface="微软雅黑" panose="020B0503020204020204" pitchFamily="34" charset="-122"/>
                <a:ea typeface="宋体" panose="02010600030101010101" pitchFamily="2" charset="-122"/>
              </a:rPr>
              <a:t>有效载荷长度</a:t>
            </a:r>
            <a:r>
              <a:rPr lang="en-US" altLang="zh-CN" sz="1650">
                <a:solidFill>
                  <a:srgbClr val="000099"/>
                </a:solidFill>
                <a:latin typeface="微软雅黑" panose="020B0503020204020204" pitchFamily="34" charset="-122"/>
                <a:ea typeface="宋体" panose="02010600030101010101" pitchFamily="2" charset="-122"/>
              </a:rPr>
              <a:t>(payload length)</a:t>
            </a:r>
            <a:r>
              <a:rPr lang="en-US" altLang="zh-CN" sz="1650">
                <a:solidFill>
                  <a:srgbClr val="000099"/>
                </a:solidFill>
                <a:latin typeface="Arial" panose="020B0604020202020204" pitchFamily="34" charset="0"/>
                <a:ea typeface="宋体" panose="02010600030101010101" pitchFamily="2" charset="-122"/>
              </a:rPr>
              <a:t>——</a:t>
            </a:r>
            <a:r>
              <a:rPr lang="en-US" altLang="zh-CN" sz="1650">
                <a:solidFill>
                  <a:srgbClr val="000099"/>
                </a:solidFill>
                <a:latin typeface="微软雅黑" panose="020B0503020204020204" pitchFamily="34" charset="-122"/>
                <a:ea typeface="宋体" panose="02010600030101010101" pitchFamily="2" charset="-122"/>
              </a:rPr>
              <a:t> 16 </a:t>
            </a:r>
            <a:r>
              <a:rPr lang="zh-CN" altLang="en-US" sz="1650">
                <a:solidFill>
                  <a:srgbClr val="000099"/>
                </a:solidFill>
                <a:latin typeface="微软雅黑" panose="020B0503020204020204" pitchFamily="34" charset="-122"/>
                <a:ea typeface="宋体" panose="02010600030101010101" pitchFamily="2" charset="-122"/>
              </a:rPr>
              <a:t>位。它指明 </a:t>
            </a:r>
            <a:r>
              <a:rPr lang="en-US" altLang="zh-CN" sz="1650">
                <a:solidFill>
                  <a:srgbClr val="000099"/>
                </a:solidFill>
                <a:latin typeface="微软雅黑" panose="020B0503020204020204" pitchFamily="34" charset="-122"/>
                <a:ea typeface="宋体" panose="02010600030101010101" pitchFamily="2" charset="-122"/>
              </a:rPr>
              <a:t>IPv6 </a:t>
            </a:r>
            <a:r>
              <a:rPr lang="zh-CN" altLang="en-US" sz="1650">
                <a:solidFill>
                  <a:srgbClr val="000099"/>
                </a:solidFill>
                <a:latin typeface="微软雅黑" panose="020B0503020204020204" pitchFamily="34" charset="-122"/>
                <a:ea typeface="宋体" panose="02010600030101010101" pitchFamily="2" charset="-122"/>
              </a:rPr>
              <a:t>数据报除基本首部以外的字节数（所有扩展首部都算在有效载荷之内），其最大值是 </a:t>
            </a:r>
            <a:r>
              <a:rPr lang="en-US" altLang="zh-CN" sz="1650">
                <a:solidFill>
                  <a:srgbClr val="000099"/>
                </a:solidFill>
                <a:latin typeface="微软雅黑" panose="020B0503020204020204" pitchFamily="34" charset="-122"/>
                <a:ea typeface="宋体" panose="02010600030101010101" pitchFamily="2" charset="-122"/>
              </a:rPr>
              <a:t>64 KB</a:t>
            </a:r>
            <a:r>
              <a:rPr lang="zh-CN" altLang="en-US" sz="1650">
                <a:solidFill>
                  <a:srgbClr val="000099"/>
                </a:solidFill>
                <a:latin typeface="微软雅黑" panose="020B0503020204020204" pitchFamily="34" charset="-122"/>
                <a:ea typeface="宋体" panose="02010600030101010101" pitchFamily="2" charset="-122"/>
              </a:rPr>
              <a:t>。 </a:t>
            </a:r>
          </a:p>
        </p:txBody>
      </p:sp>
    </p:spTree>
    <p:extLst>
      <p:ext uri="{BB962C8B-B14F-4D97-AF65-F5344CB8AC3E}">
        <p14:creationId xmlns:p14="http://schemas.microsoft.com/office/powerpoint/2010/main" val="169165497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39" grpId="1" animBg="1"/>
    </p:bldLst>
  </p:timing>
</p:sld>
</file>

<file path=ppt/slides/slide2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90497" name="Rectangle 2">
            <a:extLst>
              <a:ext uri="{FF2B5EF4-FFF2-40B4-BE49-F238E27FC236}">
                <a16:creationId xmlns:a16="http://schemas.microsoft.com/office/drawing/2014/main" id="{B7DE6C2A-33F8-2D47-90F5-AF88C6E14C79}"/>
              </a:ext>
            </a:extLst>
          </p:cNvPr>
          <p:cNvSpPr>
            <a:spLocks noChangeArrowheads="1"/>
          </p:cNvSpPr>
          <p:nvPr/>
        </p:nvSpPr>
        <p:spPr bwMode="auto">
          <a:xfrm>
            <a:off x="2374107" y="547688"/>
            <a:ext cx="5047060" cy="29337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0498" name="Line 3">
            <a:extLst>
              <a:ext uri="{FF2B5EF4-FFF2-40B4-BE49-F238E27FC236}">
                <a16:creationId xmlns:a16="http://schemas.microsoft.com/office/drawing/2014/main" id="{E57F6131-8B4B-8543-8650-725754613A05}"/>
              </a:ext>
            </a:extLst>
          </p:cNvPr>
          <p:cNvSpPr>
            <a:spLocks noChangeShapeType="1"/>
          </p:cNvSpPr>
          <p:nvPr/>
        </p:nvSpPr>
        <p:spPr bwMode="auto">
          <a:xfrm>
            <a:off x="2380060" y="812006"/>
            <a:ext cx="505539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499" name="Line 4">
            <a:extLst>
              <a:ext uri="{FF2B5EF4-FFF2-40B4-BE49-F238E27FC236}">
                <a16:creationId xmlns:a16="http://schemas.microsoft.com/office/drawing/2014/main" id="{01DB1AF2-31C3-5E4D-801C-509024157429}"/>
              </a:ext>
            </a:extLst>
          </p:cNvPr>
          <p:cNvSpPr>
            <a:spLocks noChangeShapeType="1"/>
          </p:cNvSpPr>
          <p:nvPr/>
        </p:nvSpPr>
        <p:spPr bwMode="auto">
          <a:xfrm>
            <a:off x="3002756" y="548879"/>
            <a:ext cx="0" cy="26431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00" name="Line 5">
            <a:extLst>
              <a:ext uri="{FF2B5EF4-FFF2-40B4-BE49-F238E27FC236}">
                <a16:creationId xmlns:a16="http://schemas.microsoft.com/office/drawing/2014/main" id="{7B105BB9-0405-5946-AFCA-5261D1E01920}"/>
              </a:ext>
            </a:extLst>
          </p:cNvPr>
          <p:cNvSpPr>
            <a:spLocks noChangeShapeType="1"/>
          </p:cNvSpPr>
          <p:nvPr/>
        </p:nvSpPr>
        <p:spPr bwMode="auto">
          <a:xfrm>
            <a:off x="4900613"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01" name="Rectangle 6">
            <a:extLst>
              <a:ext uri="{FF2B5EF4-FFF2-40B4-BE49-F238E27FC236}">
                <a16:creationId xmlns:a16="http://schemas.microsoft.com/office/drawing/2014/main" id="{2EA9A718-649C-204F-91BA-868633B8FFC8}"/>
              </a:ext>
            </a:extLst>
          </p:cNvPr>
          <p:cNvSpPr>
            <a:spLocks noChangeArrowheads="1"/>
          </p:cNvSpPr>
          <p:nvPr/>
        </p:nvSpPr>
        <p:spPr bwMode="auto">
          <a:xfrm>
            <a:off x="2321719"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0</a:t>
            </a:r>
          </a:p>
        </p:txBody>
      </p:sp>
      <p:sp>
        <p:nvSpPr>
          <p:cNvPr id="490502" name="Rectangle 7">
            <a:extLst>
              <a:ext uri="{FF2B5EF4-FFF2-40B4-BE49-F238E27FC236}">
                <a16:creationId xmlns:a16="http://schemas.microsoft.com/office/drawing/2014/main" id="{E8B0336E-D9FD-2749-9437-A0D5ACDC1B90}"/>
              </a:ext>
            </a:extLst>
          </p:cNvPr>
          <p:cNvSpPr>
            <a:spLocks noChangeArrowheads="1"/>
          </p:cNvSpPr>
          <p:nvPr/>
        </p:nvSpPr>
        <p:spPr bwMode="auto">
          <a:xfrm>
            <a:off x="2946798"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4</a:t>
            </a:r>
          </a:p>
        </p:txBody>
      </p:sp>
      <p:sp>
        <p:nvSpPr>
          <p:cNvPr id="490503" name="Rectangle 8">
            <a:extLst>
              <a:ext uri="{FF2B5EF4-FFF2-40B4-BE49-F238E27FC236}">
                <a16:creationId xmlns:a16="http://schemas.microsoft.com/office/drawing/2014/main" id="{62881C38-81C0-194C-9C27-2F5F4D7257FF}"/>
              </a:ext>
            </a:extLst>
          </p:cNvPr>
          <p:cNvSpPr>
            <a:spLocks noChangeArrowheads="1"/>
          </p:cNvSpPr>
          <p:nvPr/>
        </p:nvSpPr>
        <p:spPr bwMode="auto">
          <a:xfrm>
            <a:off x="48375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16</a:t>
            </a:r>
          </a:p>
        </p:txBody>
      </p:sp>
      <p:sp>
        <p:nvSpPr>
          <p:cNvPr id="490504" name="Rectangle 9">
            <a:extLst>
              <a:ext uri="{FF2B5EF4-FFF2-40B4-BE49-F238E27FC236}">
                <a16:creationId xmlns:a16="http://schemas.microsoft.com/office/drawing/2014/main" id="{D8C1C297-2AEB-094C-B34B-841482D188AF}"/>
              </a:ext>
            </a:extLst>
          </p:cNvPr>
          <p:cNvSpPr>
            <a:spLocks noChangeArrowheads="1"/>
          </p:cNvSpPr>
          <p:nvPr/>
        </p:nvSpPr>
        <p:spPr bwMode="auto">
          <a:xfrm>
            <a:off x="7188994"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31</a:t>
            </a:r>
          </a:p>
        </p:txBody>
      </p:sp>
      <p:sp>
        <p:nvSpPr>
          <p:cNvPr id="490505" name="Rectangle 10">
            <a:extLst>
              <a:ext uri="{FF2B5EF4-FFF2-40B4-BE49-F238E27FC236}">
                <a16:creationId xmlns:a16="http://schemas.microsoft.com/office/drawing/2014/main" id="{23D3B7AB-1D87-5440-948F-FB895AEADE27}"/>
              </a:ext>
            </a:extLst>
          </p:cNvPr>
          <p:cNvSpPr>
            <a:spLocks noChangeArrowheads="1"/>
          </p:cNvSpPr>
          <p:nvPr/>
        </p:nvSpPr>
        <p:spPr bwMode="auto">
          <a:xfrm>
            <a:off x="2457450" y="558404"/>
            <a:ext cx="52405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版 本</a:t>
            </a:r>
          </a:p>
        </p:txBody>
      </p:sp>
      <p:sp>
        <p:nvSpPr>
          <p:cNvPr id="490506" name="Rectangle 11">
            <a:extLst>
              <a:ext uri="{FF2B5EF4-FFF2-40B4-BE49-F238E27FC236}">
                <a16:creationId xmlns:a16="http://schemas.microsoft.com/office/drawing/2014/main" id="{0EFC1A65-5A52-9A4D-92D0-95D5249843B1}"/>
              </a:ext>
            </a:extLst>
          </p:cNvPr>
          <p:cNvSpPr>
            <a:spLocks noChangeArrowheads="1"/>
          </p:cNvSpPr>
          <p:nvPr/>
        </p:nvSpPr>
        <p:spPr bwMode="auto">
          <a:xfrm>
            <a:off x="1894285" y="278607"/>
            <a:ext cx="29963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位</a:t>
            </a:r>
          </a:p>
        </p:txBody>
      </p:sp>
      <p:sp>
        <p:nvSpPr>
          <p:cNvPr id="490507" name="Line 12">
            <a:extLst>
              <a:ext uri="{FF2B5EF4-FFF2-40B4-BE49-F238E27FC236}">
                <a16:creationId xmlns:a16="http://schemas.microsoft.com/office/drawing/2014/main" id="{0CFE2D7F-7874-EB44-8F8F-6CEE0CDCAF47}"/>
              </a:ext>
            </a:extLst>
          </p:cNvPr>
          <p:cNvSpPr>
            <a:spLocks noChangeShapeType="1"/>
          </p:cNvSpPr>
          <p:nvPr/>
        </p:nvSpPr>
        <p:spPr bwMode="auto">
          <a:xfrm>
            <a:off x="2374107" y="1103710"/>
            <a:ext cx="505658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08" name="Line 13">
            <a:extLst>
              <a:ext uri="{FF2B5EF4-FFF2-40B4-BE49-F238E27FC236}">
                <a16:creationId xmlns:a16="http://schemas.microsoft.com/office/drawing/2014/main" id="{046B9ACF-0A4B-8948-9DF3-C5579B5A9A85}"/>
              </a:ext>
            </a:extLst>
          </p:cNvPr>
          <p:cNvSpPr>
            <a:spLocks noChangeShapeType="1"/>
          </p:cNvSpPr>
          <p:nvPr/>
        </p:nvSpPr>
        <p:spPr bwMode="auto">
          <a:xfrm>
            <a:off x="2375297" y="1396604"/>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09" name="Line 14">
            <a:extLst>
              <a:ext uri="{FF2B5EF4-FFF2-40B4-BE49-F238E27FC236}">
                <a16:creationId xmlns:a16="http://schemas.microsoft.com/office/drawing/2014/main" id="{2CF19301-F4FC-BA4E-B845-AE65EBF7C398}"/>
              </a:ext>
            </a:extLst>
          </p:cNvPr>
          <p:cNvSpPr>
            <a:spLocks noChangeShapeType="1"/>
          </p:cNvSpPr>
          <p:nvPr/>
        </p:nvSpPr>
        <p:spPr bwMode="auto">
          <a:xfrm>
            <a:off x="2375297" y="1689497"/>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10" name="Line 15">
            <a:extLst>
              <a:ext uri="{FF2B5EF4-FFF2-40B4-BE49-F238E27FC236}">
                <a16:creationId xmlns:a16="http://schemas.microsoft.com/office/drawing/2014/main" id="{A88EBE39-BB79-1544-960A-6A7D7BD33C33}"/>
              </a:ext>
            </a:extLst>
          </p:cNvPr>
          <p:cNvSpPr>
            <a:spLocks noChangeShapeType="1"/>
          </p:cNvSpPr>
          <p:nvPr/>
        </p:nvSpPr>
        <p:spPr bwMode="auto">
          <a:xfrm>
            <a:off x="2375297" y="1983581"/>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11" name="Line 16">
            <a:extLst>
              <a:ext uri="{FF2B5EF4-FFF2-40B4-BE49-F238E27FC236}">
                <a16:creationId xmlns:a16="http://schemas.microsoft.com/office/drawing/2014/main" id="{8BFE82D6-1342-DC47-A611-0CC97983A802}"/>
              </a:ext>
            </a:extLst>
          </p:cNvPr>
          <p:cNvSpPr>
            <a:spLocks noChangeShapeType="1"/>
          </p:cNvSpPr>
          <p:nvPr/>
        </p:nvSpPr>
        <p:spPr bwMode="auto">
          <a:xfrm>
            <a:off x="2375297" y="2276475"/>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12" name="Line 17">
            <a:extLst>
              <a:ext uri="{FF2B5EF4-FFF2-40B4-BE49-F238E27FC236}">
                <a16:creationId xmlns:a16="http://schemas.microsoft.com/office/drawing/2014/main" id="{8F19C22D-96C4-C549-88B0-1F47F89F1412}"/>
              </a:ext>
            </a:extLst>
          </p:cNvPr>
          <p:cNvSpPr>
            <a:spLocks noChangeShapeType="1"/>
          </p:cNvSpPr>
          <p:nvPr/>
        </p:nvSpPr>
        <p:spPr bwMode="auto">
          <a:xfrm>
            <a:off x="2375297" y="2569369"/>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13" name="Line 18">
            <a:extLst>
              <a:ext uri="{FF2B5EF4-FFF2-40B4-BE49-F238E27FC236}">
                <a16:creationId xmlns:a16="http://schemas.microsoft.com/office/drawing/2014/main" id="{8B63DF1A-66A2-CA4D-B98B-C0C293CD2012}"/>
              </a:ext>
            </a:extLst>
          </p:cNvPr>
          <p:cNvSpPr>
            <a:spLocks noChangeShapeType="1"/>
          </p:cNvSpPr>
          <p:nvPr/>
        </p:nvSpPr>
        <p:spPr bwMode="auto">
          <a:xfrm>
            <a:off x="2375297" y="2862263"/>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14" name="Line 19">
            <a:extLst>
              <a:ext uri="{FF2B5EF4-FFF2-40B4-BE49-F238E27FC236}">
                <a16:creationId xmlns:a16="http://schemas.microsoft.com/office/drawing/2014/main" id="{10AB60E9-15A9-704D-87BC-CCA608E2BF6B}"/>
              </a:ext>
            </a:extLst>
          </p:cNvPr>
          <p:cNvSpPr>
            <a:spLocks noChangeShapeType="1"/>
          </p:cNvSpPr>
          <p:nvPr/>
        </p:nvSpPr>
        <p:spPr bwMode="auto">
          <a:xfrm>
            <a:off x="2375297" y="3155156"/>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15" name="Rectangle 20">
            <a:extLst>
              <a:ext uri="{FF2B5EF4-FFF2-40B4-BE49-F238E27FC236}">
                <a16:creationId xmlns:a16="http://schemas.microsoft.com/office/drawing/2014/main" id="{85DA1C5C-A0E9-F04A-8710-CDFF280C7F4D}"/>
              </a:ext>
            </a:extLst>
          </p:cNvPr>
          <p:cNvSpPr>
            <a:spLocks noChangeArrowheads="1"/>
          </p:cNvSpPr>
          <p:nvPr/>
        </p:nvSpPr>
        <p:spPr bwMode="auto">
          <a:xfrm>
            <a:off x="2531269" y="2471738"/>
            <a:ext cx="4742260" cy="78105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0516" name="Rectangle 21">
            <a:extLst>
              <a:ext uri="{FF2B5EF4-FFF2-40B4-BE49-F238E27FC236}">
                <a16:creationId xmlns:a16="http://schemas.microsoft.com/office/drawing/2014/main" id="{E186289E-925D-4C4E-821F-43A203DB5C0E}"/>
              </a:ext>
            </a:extLst>
          </p:cNvPr>
          <p:cNvSpPr>
            <a:spLocks noChangeArrowheads="1"/>
          </p:cNvSpPr>
          <p:nvPr/>
        </p:nvSpPr>
        <p:spPr bwMode="auto">
          <a:xfrm>
            <a:off x="2531269" y="1325167"/>
            <a:ext cx="4742260" cy="78224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0517" name="Rectangle 22">
            <a:extLst>
              <a:ext uri="{FF2B5EF4-FFF2-40B4-BE49-F238E27FC236}">
                <a16:creationId xmlns:a16="http://schemas.microsoft.com/office/drawing/2014/main" id="{3E59C76C-2643-F941-B2B2-B9A7B36F7F84}"/>
              </a:ext>
            </a:extLst>
          </p:cNvPr>
          <p:cNvSpPr>
            <a:spLocks noChangeArrowheads="1"/>
          </p:cNvSpPr>
          <p:nvPr/>
        </p:nvSpPr>
        <p:spPr bwMode="auto">
          <a:xfrm>
            <a:off x="4346973" y="2618185"/>
            <a:ext cx="1535554"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目   的   地   址</a:t>
            </a:r>
          </a:p>
        </p:txBody>
      </p:sp>
      <p:sp>
        <p:nvSpPr>
          <p:cNvPr id="490518" name="Rectangle 23">
            <a:extLst>
              <a:ext uri="{FF2B5EF4-FFF2-40B4-BE49-F238E27FC236}">
                <a16:creationId xmlns:a16="http://schemas.microsoft.com/office/drawing/2014/main" id="{464FD48C-9848-FC47-8DE0-B0CBE5B9C3A8}"/>
              </a:ext>
            </a:extLst>
          </p:cNvPr>
          <p:cNvSpPr>
            <a:spLocks noChangeArrowheads="1"/>
          </p:cNvSpPr>
          <p:nvPr/>
        </p:nvSpPr>
        <p:spPr bwMode="auto">
          <a:xfrm>
            <a:off x="4481513" y="1445419"/>
            <a:ext cx="1136405"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源   地   址</a:t>
            </a:r>
          </a:p>
        </p:txBody>
      </p:sp>
      <p:sp>
        <p:nvSpPr>
          <p:cNvPr id="490519" name="Line 24">
            <a:extLst>
              <a:ext uri="{FF2B5EF4-FFF2-40B4-BE49-F238E27FC236}">
                <a16:creationId xmlns:a16="http://schemas.microsoft.com/office/drawing/2014/main" id="{3653624F-286D-5546-AE42-D9E57848F5B7}"/>
              </a:ext>
            </a:extLst>
          </p:cNvPr>
          <p:cNvSpPr>
            <a:spLocks noChangeShapeType="1"/>
          </p:cNvSpPr>
          <p:nvPr/>
        </p:nvSpPr>
        <p:spPr bwMode="auto">
          <a:xfrm>
            <a:off x="6167438"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20" name="Rectangle 25">
            <a:extLst>
              <a:ext uri="{FF2B5EF4-FFF2-40B4-BE49-F238E27FC236}">
                <a16:creationId xmlns:a16="http://schemas.microsoft.com/office/drawing/2014/main" id="{460B410B-8498-3E47-8263-FFFE3CB1BC8B}"/>
              </a:ext>
            </a:extLst>
          </p:cNvPr>
          <p:cNvSpPr>
            <a:spLocks noChangeArrowheads="1"/>
          </p:cNvSpPr>
          <p:nvPr/>
        </p:nvSpPr>
        <p:spPr bwMode="auto">
          <a:xfrm>
            <a:off x="4895851" y="834629"/>
            <a:ext cx="119731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下 一 个 首 部</a:t>
            </a:r>
          </a:p>
        </p:txBody>
      </p:sp>
      <p:sp>
        <p:nvSpPr>
          <p:cNvPr id="490521" name="Rectangle 26">
            <a:extLst>
              <a:ext uri="{FF2B5EF4-FFF2-40B4-BE49-F238E27FC236}">
                <a16:creationId xmlns:a16="http://schemas.microsoft.com/office/drawing/2014/main" id="{39409C4F-B659-DE4F-8BD3-DA8FC1330A13}"/>
              </a:ext>
            </a:extLst>
          </p:cNvPr>
          <p:cNvSpPr>
            <a:spLocks noChangeArrowheads="1"/>
          </p:cNvSpPr>
          <p:nvPr/>
        </p:nvSpPr>
        <p:spPr bwMode="auto">
          <a:xfrm>
            <a:off x="5135167" y="558404"/>
            <a:ext cx="1158847"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流     标     号</a:t>
            </a:r>
          </a:p>
        </p:txBody>
      </p:sp>
      <p:sp>
        <p:nvSpPr>
          <p:cNvPr id="490522" name="Rectangle 27">
            <a:extLst>
              <a:ext uri="{FF2B5EF4-FFF2-40B4-BE49-F238E27FC236}">
                <a16:creationId xmlns:a16="http://schemas.microsoft.com/office/drawing/2014/main" id="{FC331247-CC50-154B-A3A5-8D8AAC628399}"/>
              </a:ext>
            </a:extLst>
          </p:cNvPr>
          <p:cNvSpPr>
            <a:spLocks noChangeArrowheads="1"/>
          </p:cNvSpPr>
          <p:nvPr/>
        </p:nvSpPr>
        <p:spPr bwMode="auto">
          <a:xfrm>
            <a:off x="4165997"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12</a:t>
            </a:r>
          </a:p>
        </p:txBody>
      </p:sp>
      <p:sp>
        <p:nvSpPr>
          <p:cNvPr id="490523" name="Rectangle 28">
            <a:extLst>
              <a:ext uri="{FF2B5EF4-FFF2-40B4-BE49-F238E27FC236}">
                <a16:creationId xmlns:a16="http://schemas.microsoft.com/office/drawing/2014/main" id="{ACB9887B-F56B-4243-A717-7CCC7B2F663B}"/>
              </a:ext>
            </a:extLst>
          </p:cNvPr>
          <p:cNvSpPr>
            <a:spLocks noChangeArrowheads="1"/>
          </p:cNvSpPr>
          <p:nvPr/>
        </p:nvSpPr>
        <p:spPr bwMode="auto">
          <a:xfrm>
            <a:off x="3188494" y="55840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通 信 量 类</a:t>
            </a:r>
          </a:p>
        </p:txBody>
      </p:sp>
      <p:sp>
        <p:nvSpPr>
          <p:cNvPr id="490524" name="Rectangle 29">
            <a:extLst>
              <a:ext uri="{FF2B5EF4-FFF2-40B4-BE49-F238E27FC236}">
                <a16:creationId xmlns:a16="http://schemas.microsoft.com/office/drawing/2014/main" id="{788B67A6-E702-6E48-A5C7-F8240330EEF3}"/>
              </a:ext>
            </a:extLst>
          </p:cNvPr>
          <p:cNvSpPr>
            <a:spLocks noChangeArrowheads="1"/>
          </p:cNvSpPr>
          <p:nvPr/>
        </p:nvSpPr>
        <p:spPr bwMode="auto">
          <a:xfrm>
            <a:off x="4466035" y="1677592"/>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90525" name="Rectangle 30">
            <a:extLst>
              <a:ext uri="{FF2B5EF4-FFF2-40B4-BE49-F238E27FC236}">
                <a16:creationId xmlns:a16="http://schemas.microsoft.com/office/drawing/2014/main" id="{3DBEA4C2-1DB3-7C40-A813-F6BCF80676FA}"/>
              </a:ext>
            </a:extLst>
          </p:cNvPr>
          <p:cNvSpPr>
            <a:spLocks noChangeArrowheads="1"/>
          </p:cNvSpPr>
          <p:nvPr/>
        </p:nvSpPr>
        <p:spPr bwMode="auto">
          <a:xfrm>
            <a:off x="4477941" y="2851548"/>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90526" name="Rectangle 31">
            <a:extLst>
              <a:ext uri="{FF2B5EF4-FFF2-40B4-BE49-F238E27FC236}">
                <a16:creationId xmlns:a16="http://schemas.microsoft.com/office/drawing/2014/main" id="{AFD8D905-6637-9941-B5F1-D5A0FE7137CA}"/>
              </a:ext>
            </a:extLst>
          </p:cNvPr>
          <p:cNvSpPr>
            <a:spLocks noChangeArrowheads="1"/>
          </p:cNvSpPr>
          <p:nvPr/>
        </p:nvSpPr>
        <p:spPr bwMode="auto">
          <a:xfrm>
            <a:off x="2870597" y="828675"/>
            <a:ext cx="1678220"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  效  载  荷  长  度</a:t>
            </a:r>
          </a:p>
        </p:txBody>
      </p:sp>
      <p:sp>
        <p:nvSpPr>
          <p:cNvPr id="490527" name="Rectangle 32">
            <a:extLst>
              <a:ext uri="{FF2B5EF4-FFF2-40B4-BE49-F238E27FC236}">
                <a16:creationId xmlns:a16="http://schemas.microsoft.com/office/drawing/2014/main" id="{977D90B7-9EE7-5B47-AEE7-1BA41FC8F9B5}"/>
              </a:ext>
            </a:extLst>
          </p:cNvPr>
          <p:cNvSpPr>
            <a:spLocks noChangeArrowheads="1"/>
          </p:cNvSpPr>
          <p:nvPr/>
        </p:nvSpPr>
        <p:spPr bwMode="auto">
          <a:xfrm>
            <a:off x="6246019" y="84415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跳 数 限 制</a:t>
            </a:r>
          </a:p>
        </p:txBody>
      </p:sp>
      <p:sp>
        <p:nvSpPr>
          <p:cNvPr id="490528" name="Line 33">
            <a:extLst>
              <a:ext uri="{FF2B5EF4-FFF2-40B4-BE49-F238E27FC236}">
                <a16:creationId xmlns:a16="http://schemas.microsoft.com/office/drawing/2014/main" id="{1C879012-43EC-BB4A-8A6C-8C2169701574}"/>
              </a:ext>
            </a:extLst>
          </p:cNvPr>
          <p:cNvSpPr>
            <a:spLocks noChangeShapeType="1"/>
          </p:cNvSpPr>
          <p:nvPr/>
        </p:nvSpPr>
        <p:spPr bwMode="auto">
          <a:xfrm>
            <a:off x="4261247" y="547688"/>
            <a:ext cx="4763" cy="2655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29" name="Rectangle 34">
            <a:extLst>
              <a:ext uri="{FF2B5EF4-FFF2-40B4-BE49-F238E27FC236}">
                <a16:creationId xmlns:a16="http://schemas.microsoft.com/office/drawing/2014/main" id="{244D3EC7-39DE-D54C-BFFC-80DFF52A34D2}"/>
              </a:ext>
            </a:extLst>
          </p:cNvPr>
          <p:cNvSpPr>
            <a:spLocks noChangeArrowheads="1"/>
          </p:cNvSpPr>
          <p:nvPr/>
        </p:nvSpPr>
        <p:spPr bwMode="auto">
          <a:xfrm>
            <a:off x="60948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24</a:t>
            </a:r>
          </a:p>
        </p:txBody>
      </p:sp>
      <p:sp>
        <p:nvSpPr>
          <p:cNvPr id="490530" name="AutoShape 39">
            <a:extLst>
              <a:ext uri="{FF2B5EF4-FFF2-40B4-BE49-F238E27FC236}">
                <a16:creationId xmlns:a16="http://schemas.microsoft.com/office/drawing/2014/main" id="{72BD2D65-7DD1-3442-9B40-E6A7B147BE80}"/>
              </a:ext>
            </a:extLst>
          </p:cNvPr>
          <p:cNvSpPr>
            <a:spLocks/>
          </p:cNvSpPr>
          <p:nvPr/>
        </p:nvSpPr>
        <p:spPr bwMode="auto">
          <a:xfrm>
            <a:off x="2163366" y="571500"/>
            <a:ext cx="158353" cy="2881313"/>
          </a:xfrm>
          <a:prstGeom prst="leftBrace">
            <a:avLst>
              <a:gd name="adj1" fmla="val 151714"/>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0531" name="Rectangle 40">
            <a:extLst>
              <a:ext uri="{FF2B5EF4-FFF2-40B4-BE49-F238E27FC236}">
                <a16:creationId xmlns:a16="http://schemas.microsoft.com/office/drawing/2014/main" id="{7E6B4210-AA38-BD4C-8E2B-33FAC2586EF8}"/>
              </a:ext>
            </a:extLst>
          </p:cNvPr>
          <p:cNvSpPr>
            <a:spLocks noChangeArrowheads="1"/>
          </p:cNvSpPr>
          <p:nvPr/>
        </p:nvSpPr>
        <p:spPr bwMode="auto">
          <a:xfrm>
            <a:off x="1294003" y="1685926"/>
            <a:ext cx="835042"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基本首部</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a:t>
            </a:r>
            <a:r>
              <a:rPr kumimoji="1" lang="en-US" altLang="zh-CN" sz="1350">
                <a:solidFill>
                  <a:srgbClr val="0000CC"/>
                </a:solidFill>
                <a:latin typeface="微软雅黑" panose="020B0503020204020204" pitchFamily="34" charset="-122"/>
                <a:ea typeface="宋体" panose="02010600030101010101" pitchFamily="2" charset="-122"/>
              </a:rPr>
              <a:t>40 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43" name="Rectangle 37">
            <a:extLst>
              <a:ext uri="{FF2B5EF4-FFF2-40B4-BE49-F238E27FC236}">
                <a16:creationId xmlns:a16="http://schemas.microsoft.com/office/drawing/2014/main" id="{5B66858C-98DE-9749-929F-3D5515CFE115}"/>
              </a:ext>
            </a:extLst>
          </p:cNvPr>
          <p:cNvSpPr>
            <a:spLocks noChangeArrowheads="1"/>
          </p:cNvSpPr>
          <p:nvPr/>
        </p:nvSpPr>
        <p:spPr bwMode="auto">
          <a:xfrm>
            <a:off x="4900613" y="827485"/>
            <a:ext cx="1275160" cy="289322"/>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490533" name="Text Box 38">
            <a:extLst>
              <a:ext uri="{FF2B5EF4-FFF2-40B4-BE49-F238E27FC236}">
                <a16:creationId xmlns:a16="http://schemas.microsoft.com/office/drawing/2014/main" id="{DE068B9A-AD26-404B-BE3C-8CDDF42F2B0A}"/>
              </a:ext>
            </a:extLst>
          </p:cNvPr>
          <p:cNvSpPr txBox="1">
            <a:spLocks noChangeArrowheads="1"/>
          </p:cNvSpPr>
          <p:nvPr/>
        </p:nvSpPr>
        <p:spPr bwMode="auto">
          <a:xfrm>
            <a:off x="1778794" y="3519488"/>
            <a:ext cx="5884069" cy="6286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110000"/>
              </a:lnSpc>
              <a:spcBef>
                <a:spcPct val="0"/>
              </a:spcBef>
              <a:buClrTx/>
              <a:buSzTx/>
              <a:buFontTx/>
              <a:buNone/>
            </a:pPr>
            <a:r>
              <a:rPr lang="zh-CN" altLang="en-US" sz="1650">
                <a:solidFill>
                  <a:srgbClr val="000099"/>
                </a:solidFill>
                <a:latin typeface="微软雅黑" panose="020B0503020204020204" pitchFamily="34" charset="-122"/>
                <a:ea typeface="宋体" panose="02010600030101010101" pitchFamily="2" charset="-122"/>
              </a:rPr>
              <a:t>下一个首部</a:t>
            </a:r>
            <a:r>
              <a:rPr lang="en-US" altLang="zh-CN" sz="1650">
                <a:solidFill>
                  <a:srgbClr val="000099"/>
                </a:solidFill>
                <a:latin typeface="微软雅黑" panose="020B0503020204020204" pitchFamily="34" charset="-122"/>
                <a:ea typeface="宋体" panose="02010600030101010101" pitchFamily="2" charset="-122"/>
              </a:rPr>
              <a:t>(next header)</a:t>
            </a:r>
            <a:r>
              <a:rPr lang="en-US" altLang="zh-CN" sz="1650">
                <a:solidFill>
                  <a:srgbClr val="000099"/>
                </a:solidFill>
                <a:latin typeface="Arial" panose="020B0604020202020204" pitchFamily="34" charset="0"/>
                <a:ea typeface="宋体" panose="02010600030101010101" pitchFamily="2" charset="-122"/>
              </a:rPr>
              <a:t>——</a:t>
            </a:r>
            <a:r>
              <a:rPr lang="en-US" altLang="zh-CN" sz="1650">
                <a:solidFill>
                  <a:srgbClr val="000099"/>
                </a:solidFill>
                <a:latin typeface="微软雅黑" panose="020B0503020204020204" pitchFamily="34" charset="-122"/>
                <a:ea typeface="宋体" panose="02010600030101010101" pitchFamily="2" charset="-122"/>
              </a:rPr>
              <a:t> 8 </a:t>
            </a:r>
            <a:r>
              <a:rPr lang="zh-CN" altLang="en-US" sz="1650">
                <a:solidFill>
                  <a:srgbClr val="000099"/>
                </a:solidFill>
                <a:latin typeface="微软雅黑" panose="020B0503020204020204" pitchFamily="34" charset="-122"/>
                <a:ea typeface="宋体" panose="02010600030101010101" pitchFamily="2" charset="-122"/>
              </a:rPr>
              <a:t>位。它相当于 </a:t>
            </a:r>
            <a:r>
              <a:rPr lang="en-US" altLang="zh-CN" sz="1650">
                <a:solidFill>
                  <a:srgbClr val="000099"/>
                </a:solidFill>
                <a:latin typeface="微软雅黑" panose="020B0503020204020204" pitchFamily="34" charset="-122"/>
                <a:ea typeface="宋体" panose="02010600030101010101" pitchFamily="2" charset="-122"/>
              </a:rPr>
              <a:t>IPv4 </a:t>
            </a:r>
            <a:r>
              <a:rPr lang="zh-CN" altLang="en-US" sz="1650">
                <a:solidFill>
                  <a:srgbClr val="000099"/>
                </a:solidFill>
                <a:latin typeface="微软雅黑" panose="020B0503020204020204" pitchFamily="34" charset="-122"/>
                <a:ea typeface="宋体" panose="02010600030101010101" pitchFamily="2" charset="-122"/>
              </a:rPr>
              <a:t>的协议字段或可选字段。 </a:t>
            </a:r>
          </a:p>
        </p:txBody>
      </p:sp>
    </p:spTree>
    <p:extLst>
      <p:ext uri="{BB962C8B-B14F-4D97-AF65-F5344CB8AC3E}">
        <p14:creationId xmlns:p14="http://schemas.microsoft.com/office/powerpoint/2010/main" val="107155225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3"/>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4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3" grpId="1" animBg="1"/>
    </p:bldLst>
  </p:timing>
</p:sld>
</file>

<file path=ppt/slides/slide2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91521" name="Rectangle 2">
            <a:extLst>
              <a:ext uri="{FF2B5EF4-FFF2-40B4-BE49-F238E27FC236}">
                <a16:creationId xmlns:a16="http://schemas.microsoft.com/office/drawing/2014/main" id="{C18E5386-D057-6249-9897-058048853FB3}"/>
              </a:ext>
            </a:extLst>
          </p:cNvPr>
          <p:cNvSpPr>
            <a:spLocks noChangeArrowheads="1"/>
          </p:cNvSpPr>
          <p:nvPr/>
        </p:nvSpPr>
        <p:spPr bwMode="auto">
          <a:xfrm>
            <a:off x="2374107" y="547688"/>
            <a:ext cx="5047060" cy="29337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1522" name="Line 3">
            <a:extLst>
              <a:ext uri="{FF2B5EF4-FFF2-40B4-BE49-F238E27FC236}">
                <a16:creationId xmlns:a16="http://schemas.microsoft.com/office/drawing/2014/main" id="{D1942993-2634-0548-8E94-5723C660FB8B}"/>
              </a:ext>
            </a:extLst>
          </p:cNvPr>
          <p:cNvSpPr>
            <a:spLocks noChangeShapeType="1"/>
          </p:cNvSpPr>
          <p:nvPr/>
        </p:nvSpPr>
        <p:spPr bwMode="auto">
          <a:xfrm>
            <a:off x="2380060" y="812006"/>
            <a:ext cx="505539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23" name="Line 4">
            <a:extLst>
              <a:ext uri="{FF2B5EF4-FFF2-40B4-BE49-F238E27FC236}">
                <a16:creationId xmlns:a16="http://schemas.microsoft.com/office/drawing/2014/main" id="{FA3459F3-66A5-1C4C-BA06-E32E3A035C27}"/>
              </a:ext>
            </a:extLst>
          </p:cNvPr>
          <p:cNvSpPr>
            <a:spLocks noChangeShapeType="1"/>
          </p:cNvSpPr>
          <p:nvPr/>
        </p:nvSpPr>
        <p:spPr bwMode="auto">
          <a:xfrm>
            <a:off x="3002756" y="548879"/>
            <a:ext cx="0" cy="26431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24" name="Line 5">
            <a:extLst>
              <a:ext uri="{FF2B5EF4-FFF2-40B4-BE49-F238E27FC236}">
                <a16:creationId xmlns:a16="http://schemas.microsoft.com/office/drawing/2014/main" id="{A420C6B0-AB2E-DE4E-9D09-E2200D88D626}"/>
              </a:ext>
            </a:extLst>
          </p:cNvPr>
          <p:cNvSpPr>
            <a:spLocks noChangeShapeType="1"/>
          </p:cNvSpPr>
          <p:nvPr/>
        </p:nvSpPr>
        <p:spPr bwMode="auto">
          <a:xfrm>
            <a:off x="4900613"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25" name="Rectangle 6">
            <a:extLst>
              <a:ext uri="{FF2B5EF4-FFF2-40B4-BE49-F238E27FC236}">
                <a16:creationId xmlns:a16="http://schemas.microsoft.com/office/drawing/2014/main" id="{A29CAA51-5331-474A-9756-1FF05920B4FD}"/>
              </a:ext>
            </a:extLst>
          </p:cNvPr>
          <p:cNvSpPr>
            <a:spLocks noChangeArrowheads="1"/>
          </p:cNvSpPr>
          <p:nvPr/>
        </p:nvSpPr>
        <p:spPr bwMode="auto">
          <a:xfrm>
            <a:off x="2321719"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0</a:t>
            </a:r>
          </a:p>
        </p:txBody>
      </p:sp>
      <p:sp>
        <p:nvSpPr>
          <p:cNvPr id="491526" name="Rectangle 7">
            <a:extLst>
              <a:ext uri="{FF2B5EF4-FFF2-40B4-BE49-F238E27FC236}">
                <a16:creationId xmlns:a16="http://schemas.microsoft.com/office/drawing/2014/main" id="{3682833C-7BD5-1749-A5E6-FE5910C26CB0}"/>
              </a:ext>
            </a:extLst>
          </p:cNvPr>
          <p:cNvSpPr>
            <a:spLocks noChangeArrowheads="1"/>
          </p:cNvSpPr>
          <p:nvPr/>
        </p:nvSpPr>
        <p:spPr bwMode="auto">
          <a:xfrm>
            <a:off x="2946798"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4</a:t>
            </a:r>
          </a:p>
        </p:txBody>
      </p:sp>
      <p:sp>
        <p:nvSpPr>
          <p:cNvPr id="491527" name="Rectangle 8">
            <a:extLst>
              <a:ext uri="{FF2B5EF4-FFF2-40B4-BE49-F238E27FC236}">
                <a16:creationId xmlns:a16="http://schemas.microsoft.com/office/drawing/2014/main" id="{C78ECA78-00AD-334C-B163-1A347EA49FFB}"/>
              </a:ext>
            </a:extLst>
          </p:cNvPr>
          <p:cNvSpPr>
            <a:spLocks noChangeArrowheads="1"/>
          </p:cNvSpPr>
          <p:nvPr/>
        </p:nvSpPr>
        <p:spPr bwMode="auto">
          <a:xfrm>
            <a:off x="48375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16</a:t>
            </a:r>
          </a:p>
        </p:txBody>
      </p:sp>
      <p:sp>
        <p:nvSpPr>
          <p:cNvPr id="491528" name="Rectangle 9">
            <a:extLst>
              <a:ext uri="{FF2B5EF4-FFF2-40B4-BE49-F238E27FC236}">
                <a16:creationId xmlns:a16="http://schemas.microsoft.com/office/drawing/2014/main" id="{33F0ED0A-13A8-3A44-A0B9-42D51E62F04D}"/>
              </a:ext>
            </a:extLst>
          </p:cNvPr>
          <p:cNvSpPr>
            <a:spLocks noChangeArrowheads="1"/>
          </p:cNvSpPr>
          <p:nvPr/>
        </p:nvSpPr>
        <p:spPr bwMode="auto">
          <a:xfrm>
            <a:off x="7188994"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31</a:t>
            </a:r>
          </a:p>
        </p:txBody>
      </p:sp>
      <p:sp>
        <p:nvSpPr>
          <p:cNvPr id="491529" name="Rectangle 10">
            <a:extLst>
              <a:ext uri="{FF2B5EF4-FFF2-40B4-BE49-F238E27FC236}">
                <a16:creationId xmlns:a16="http://schemas.microsoft.com/office/drawing/2014/main" id="{A9CB2EDC-F099-5644-860B-7F4ABE6A56C5}"/>
              </a:ext>
            </a:extLst>
          </p:cNvPr>
          <p:cNvSpPr>
            <a:spLocks noChangeArrowheads="1"/>
          </p:cNvSpPr>
          <p:nvPr/>
        </p:nvSpPr>
        <p:spPr bwMode="auto">
          <a:xfrm>
            <a:off x="2457450" y="558404"/>
            <a:ext cx="52405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版 本</a:t>
            </a:r>
          </a:p>
        </p:txBody>
      </p:sp>
      <p:sp>
        <p:nvSpPr>
          <p:cNvPr id="491530" name="Rectangle 11">
            <a:extLst>
              <a:ext uri="{FF2B5EF4-FFF2-40B4-BE49-F238E27FC236}">
                <a16:creationId xmlns:a16="http://schemas.microsoft.com/office/drawing/2014/main" id="{6AD60DB6-1E3E-514D-92C0-8C2F27ACB577}"/>
              </a:ext>
            </a:extLst>
          </p:cNvPr>
          <p:cNvSpPr>
            <a:spLocks noChangeArrowheads="1"/>
          </p:cNvSpPr>
          <p:nvPr/>
        </p:nvSpPr>
        <p:spPr bwMode="auto">
          <a:xfrm>
            <a:off x="1894285" y="278607"/>
            <a:ext cx="29963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位</a:t>
            </a:r>
          </a:p>
        </p:txBody>
      </p:sp>
      <p:sp>
        <p:nvSpPr>
          <p:cNvPr id="491531" name="Line 12">
            <a:extLst>
              <a:ext uri="{FF2B5EF4-FFF2-40B4-BE49-F238E27FC236}">
                <a16:creationId xmlns:a16="http://schemas.microsoft.com/office/drawing/2014/main" id="{80DD522F-FB40-1E49-B509-2BAACCF195AE}"/>
              </a:ext>
            </a:extLst>
          </p:cNvPr>
          <p:cNvSpPr>
            <a:spLocks noChangeShapeType="1"/>
          </p:cNvSpPr>
          <p:nvPr/>
        </p:nvSpPr>
        <p:spPr bwMode="auto">
          <a:xfrm>
            <a:off x="2374107" y="1103710"/>
            <a:ext cx="505658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32" name="Line 13">
            <a:extLst>
              <a:ext uri="{FF2B5EF4-FFF2-40B4-BE49-F238E27FC236}">
                <a16:creationId xmlns:a16="http://schemas.microsoft.com/office/drawing/2014/main" id="{79E54133-E12B-5445-861C-853CC3D83A5D}"/>
              </a:ext>
            </a:extLst>
          </p:cNvPr>
          <p:cNvSpPr>
            <a:spLocks noChangeShapeType="1"/>
          </p:cNvSpPr>
          <p:nvPr/>
        </p:nvSpPr>
        <p:spPr bwMode="auto">
          <a:xfrm>
            <a:off x="2375297" y="1396604"/>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33" name="Line 14">
            <a:extLst>
              <a:ext uri="{FF2B5EF4-FFF2-40B4-BE49-F238E27FC236}">
                <a16:creationId xmlns:a16="http://schemas.microsoft.com/office/drawing/2014/main" id="{F0E14402-0EAC-3642-8F9B-2DCB2ADD40A3}"/>
              </a:ext>
            </a:extLst>
          </p:cNvPr>
          <p:cNvSpPr>
            <a:spLocks noChangeShapeType="1"/>
          </p:cNvSpPr>
          <p:nvPr/>
        </p:nvSpPr>
        <p:spPr bwMode="auto">
          <a:xfrm>
            <a:off x="2375297" y="1689497"/>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34" name="Line 15">
            <a:extLst>
              <a:ext uri="{FF2B5EF4-FFF2-40B4-BE49-F238E27FC236}">
                <a16:creationId xmlns:a16="http://schemas.microsoft.com/office/drawing/2014/main" id="{50828D7E-3BB8-0E43-96D8-5D46C04ECB57}"/>
              </a:ext>
            </a:extLst>
          </p:cNvPr>
          <p:cNvSpPr>
            <a:spLocks noChangeShapeType="1"/>
          </p:cNvSpPr>
          <p:nvPr/>
        </p:nvSpPr>
        <p:spPr bwMode="auto">
          <a:xfrm>
            <a:off x="2375297" y="1983581"/>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35" name="Line 16">
            <a:extLst>
              <a:ext uri="{FF2B5EF4-FFF2-40B4-BE49-F238E27FC236}">
                <a16:creationId xmlns:a16="http://schemas.microsoft.com/office/drawing/2014/main" id="{E497C149-5FB2-5A4D-B74A-3CA03372E778}"/>
              </a:ext>
            </a:extLst>
          </p:cNvPr>
          <p:cNvSpPr>
            <a:spLocks noChangeShapeType="1"/>
          </p:cNvSpPr>
          <p:nvPr/>
        </p:nvSpPr>
        <p:spPr bwMode="auto">
          <a:xfrm>
            <a:off x="2375297" y="2276475"/>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36" name="Line 17">
            <a:extLst>
              <a:ext uri="{FF2B5EF4-FFF2-40B4-BE49-F238E27FC236}">
                <a16:creationId xmlns:a16="http://schemas.microsoft.com/office/drawing/2014/main" id="{19448A63-562F-3C46-A876-A7959861AABF}"/>
              </a:ext>
            </a:extLst>
          </p:cNvPr>
          <p:cNvSpPr>
            <a:spLocks noChangeShapeType="1"/>
          </p:cNvSpPr>
          <p:nvPr/>
        </p:nvSpPr>
        <p:spPr bwMode="auto">
          <a:xfrm>
            <a:off x="2375297" y="2569369"/>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37" name="Line 18">
            <a:extLst>
              <a:ext uri="{FF2B5EF4-FFF2-40B4-BE49-F238E27FC236}">
                <a16:creationId xmlns:a16="http://schemas.microsoft.com/office/drawing/2014/main" id="{9AF01172-31F2-C740-8FBB-9A8B5429E9A8}"/>
              </a:ext>
            </a:extLst>
          </p:cNvPr>
          <p:cNvSpPr>
            <a:spLocks noChangeShapeType="1"/>
          </p:cNvSpPr>
          <p:nvPr/>
        </p:nvSpPr>
        <p:spPr bwMode="auto">
          <a:xfrm>
            <a:off x="2375297" y="2862263"/>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38" name="Line 19">
            <a:extLst>
              <a:ext uri="{FF2B5EF4-FFF2-40B4-BE49-F238E27FC236}">
                <a16:creationId xmlns:a16="http://schemas.microsoft.com/office/drawing/2014/main" id="{F8D73CD7-4A11-9F46-AD76-9CE7A79B9408}"/>
              </a:ext>
            </a:extLst>
          </p:cNvPr>
          <p:cNvSpPr>
            <a:spLocks noChangeShapeType="1"/>
          </p:cNvSpPr>
          <p:nvPr/>
        </p:nvSpPr>
        <p:spPr bwMode="auto">
          <a:xfrm>
            <a:off x="2375297" y="3155156"/>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39" name="Rectangle 20">
            <a:extLst>
              <a:ext uri="{FF2B5EF4-FFF2-40B4-BE49-F238E27FC236}">
                <a16:creationId xmlns:a16="http://schemas.microsoft.com/office/drawing/2014/main" id="{1E10B4C6-CDBC-8C4A-9941-C1E950FBD8C8}"/>
              </a:ext>
            </a:extLst>
          </p:cNvPr>
          <p:cNvSpPr>
            <a:spLocks noChangeArrowheads="1"/>
          </p:cNvSpPr>
          <p:nvPr/>
        </p:nvSpPr>
        <p:spPr bwMode="auto">
          <a:xfrm>
            <a:off x="2531269" y="2471738"/>
            <a:ext cx="4742260" cy="78105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1540" name="Rectangle 21">
            <a:extLst>
              <a:ext uri="{FF2B5EF4-FFF2-40B4-BE49-F238E27FC236}">
                <a16:creationId xmlns:a16="http://schemas.microsoft.com/office/drawing/2014/main" id="{582BCC20-59F1-784B-885D-19AD0573F3CD}"/>
              </a:ext>
            </a:extLst>
          </p:cNvPr>
          <p:cNvSpPr>
            <a:spLocks noChangeArrowheads="1"/>
          </p:cNvSpPr>
          <p:nvPr/>
        </p:nvSpPr>
        <p:spPr bwMode="auto">
          <a:xfrm>
            <a:off x="2531269" y="1325167"/>
            <a:ext cx="4742260" cy="78224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1541" name="Rectangle 22">
            <a:extLst>
              <a:ext uri="{FF2B5EF4-FFF2-40B4-BE49-F238E27FC236}">
                <a16:creationId xmlns:a16="http://schemas.microsoft.com/office/drawing/2014/main" id="{7615BF4F-FDE4-B249-8C94-24DE675A6A7E}"/>
              </a:ext>
            </a:extLst>
          </p:cNvPr>
          <p:cNvSpPr>
            <a:spLocks noChangeArrowheads="1"/>
          </p:cNvSpPr>
          <p:nvPr/>
        </p:nvSpPr>
        <p:spPr bwMode="auto">
          <a:xfrm>
            <a:off x="4346973" y="2618185"/>
            <a:ext cx="1535554"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目   的   地   址</a:t>
            </a:r>
          </a:p>
        </p:txBody>
      </p:sp>
      <p:sp>
        <p:nvSpPr>
          <p:cNvPr id="491542" name="Rectangle 23">
            <a:extLst>
              <a:ext uri="{FF2B5EF4-FFF2-40B4-BE49-F238E27FC236}">
                <a16:creationId xmlns:a16="http://schemas.microsoft.com/office/drawing/2014/main" id="{555C0FFF-6352-0B4C-9AC8-6096CA6734CF}"/>
              </a:ext>
            </a:extLst>
          </p:cNvPr>
          <p:cNvSpPr>
            <a:spLocks noChangeArrowheads="1"/>
          </p:cNvSpPr>
          <p:nvPr/>
        </p:nvSpPr>
        <p:spPr bwMode="auto">
          <a:xfrm>
            <a:off x="4481513" y="1445419"/>
            <a:ext cx="1136405"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源   地   址</a:t>
            </a:r>
          </a:p>
        </p:txBody>
      </p:sp>
      <p:sp>
        <p:nvSpPr>
          <p:cNvPr id="491543" name="Line 24">
            <a:extLst>
              <a:ext uri="{FF2B5EF4-FFF2-40B4-BE49-F238E27FC236}">
                <a16:creationId xmlns:a16="http://schemas.microsoft.com/office/drawing/2014/main" id="{B3FEF11F-3300-7C4C-A92A-16E8E8A6794E}"/>
              </a:ext>
            </a:extLst>
          </p:cNvPr>
          <p:cNvSpPr>
            <a:spLocks noChangeShapeType="1"/>
          </p:cNvSpPr>
          <p:nvPr/>
        </p:nvSpPr>
        <p:spPr bwMode="auto">
          <a:xfrm>
            <a:off x="6167438"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44" name="Rectangle 25">
            <a:extLst>
              <a:ext uri="{FF2B5EF4-FFF2-40B4-BE49-F238E27FC236}">
                <a16:creationId xmlns:a16="http://schemas.microsoft.com/office/drawing/2014/main" id="{35093FDF-9CE0-2B45-9EDD-F832E19760EB}"/>
              </a:ext>
            </a:extLst>
          </p:cNvPr>
          <p:cNvSpPr>
            <a:spLocks noChangeArrowheads="1"/>
          </p:cNvSpPr>
          <p:nvPr/>
        </p:nvSpPr>
        <p:spPr bwMode="auto">
          <a:xfrm>
            <a:off x="4868467" y="834629"/>
            <a:ext cx="119731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下 一 个 首 部</a:t>
            </a:r>
          </a:p>
        </p:txBody>
      </p:sp>
      <p:sp>
        <p:nvSpPr>
          <p:cNvPr id="491545" name="Rectangle 26">
            <a:extLst>
              <a:ext uri="{FF2B5EF4-FFF2-40B4-BE49-F238E27FC236}">
                <a16:creationId xmlns:a16="http://schemas.microsoft.com/office/drawing/2014/main" id="{8ED0F4E9-CE05-EE4C-B211-E4A3C95EBC69}"/>
              </a:ext>
            </a:extLst>
          </p:cNvPr>
          <p:cNvSpPr>
            <a:spLocks noChangeArrowheads="1"/>
          </p:cNvSpPr>
          <p:nvPr/>
        </p:nvSpPr>
        <p:spPr bwMode="auto">
          <a:xfrm>
            <a:off x="5135167" y="558404"/>
            <a:ext cx="1158847"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流     标     号</a:t>
            </a:r>
          </a:p>
        </p:txBody>
      </p:sp>
      <p:sp>
        <p:nvSpPr>
          <p:cNvPr id="491546" name="Rectangle 27">
            <a:extLst>
              <a:ext uri="{FF2B5EF4-FFF2-40B4-BE49-F238E27FC236}">
                <a16:creationId xmlns:a16="http://schemas.microsoft.com/office/drawing/2014/main" id="{5A61181F-C3B3-E54E-A417-F7D51C75CA98}"/>
              </a:ext>
            </a:extLst>
          </p:cNvPr>
          <p:cNvSpPr>
            <a:spLocks noChangeArrowheads="1"/>
          </p:cNvSpPr>
          <p:nvPr/>
        </p:nvSpPr>
        <p:spPr bwMode="auto">
          <a:xfrm>
            <a:off x="4165997"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12</a:t>
            </a:r>
          </a:p>
        </p:txBody>
      </p:sp>
      <p:sp>
        <p:nvSpPr>
          <p:cNvPr id="491547" name="Rectangle 28">
            <a:extLst>
              <a:ext uri="{FF2B5EF4-FFF2-40B4-BE49-F238E27FC236}">
                <a16:creationId xmlns:a16="http://schemas.microsoft.com/office/drawing/2014/main" id="{7B31F6F0-59C7-1648-A1A0-8CCAFD11A95C}"/>
              </a:ext>
            </a:extLst>
          </p:cNvPr>
          <p:cNvSpPr>
            <a:spLocks noChangeArrowheads="1"/>
          </p:cNvSpPr>
          <p:nvPr/>
        </p:nvSpPr>
        <p:spPr bwMode="auto">
          <a:xfrm>
            <a:off x="3188494" y="55840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通 信 量 类</a:t>
            </a:r>
          </a:p>
        </p:txBody>
      </p:sp>
      <p:sp>
        <p:nvSpPr>
          <p:cNvPr id="491548" name="Rectangle 29">
            <a:extLst>
              <a:ext uri="{FF2B5EF4-FFF2-40B4-BE49-F238E27FC236}">
                <a16:creationId xmlns:a16="http://schemas.microsoft.com/office/drawing/2014/main" id="{893F0B0E-C49C-1540-A8B8-9AB61D308B7C}"/>
              </a:ext>
            </a:extLst>
          </p:cNvPr>
          <p:cNvSpPr>
            <a:spLocks noChangeArrowheads="1"/>
          </p:cNvSpPr>
          <p:nvPr/>
        </p:nvSpPr>
        <p:spPr bwMode="auto">
          <a:xfrm>
            <a:off x="4466035" y="1677592"/>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91549" name="Rectangle 30">
            <a:extLst>
              <a:ext uri="{FF2B5EF4-FFF2-40B4-BE49-F238E27FC236}">
                <a16:creationId xmlns:a16="http://schemas.microsoft.com/office/drawing/2014/main" id="{EEAA815B-435C-BB4C-B420-71F69B340C5C}"/>
              </a:ext>
            </a:extLst>
          </p:cNvPr>
          <p:cNvSpPr>
            <a:spLocks noChangeArrowheads="1"/>
          </p:cNvSpPr>
          <p:nvPr/>
        </p:nvSpPr>
        <p:spPr bwMode="auto">
          <a:xfrm>
            <a:off x="4477941" y="2851548"/>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91550" name="Rectangle 31">
            <a:extLst>
              <a:ext uri="{FF2B5EF4-FFF2-40B4-BE49-F238E27FC236}">
                <a16:creationId xmlns:a16="http://schemas.microsoft.com/office/drawing/2014/main" id="{68887B08-7B10-B049-BAA9-21E041F3E262}"/>
              </a:ext>
            </a:extLst>
          </p:cNvPr>
          <p:cNvSpPr>
            <a:spLocks noChangeArrowheads="1"/>
          </p:cNvSpPr>
          <p:nvPr/>
        </p:nvSpPr>
        <p:spPr bwMode="auto">
          <a:xfrm>
            <a:off x="2870597" y="828675"/>
            <a:ext cx="1678220"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  效  载  荷  长  度</a:t>
            </a:r>
          </a:p>
        </p:txBody>
      </p:sp>
      <p:sp>
        <p:nvSpPr>
          <p:cNvPr id="491551" name="Rectangle 32">
            <a:extLst>
              <a:ext uri="{FF2B5EF4-FFF2-40B4-BE49-F238E27FC236}">
                <a16:creationId xmlns:a16="http://schemas.microsoft.com/office/drawing/2014/main" id="{81D754FE-02B3-7F48-A5B5-394AA28E3BB4}"/>
              </a:ext>
            </a:extLst>
          </p:cNvPr>
          <p:cNvSpPr>
            <a:spLocks noChangeArrowheads="1"/>
          </p:cNvSpPr>
          <p:nvPr/>
        </p:nvSpPr>
        <p:spPr bwMode="auto">
          <a:xfrm>
            <a:off x="6363892" y="842963"/>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跳 数 限 制</a:t>
            </a:r>
          </a:p>
        </p:txBody>
      </p:sp>
      <p:sp>
        <p:nvSpPr>
          <p:cNvPr id="491552" name="Line 33">
            <a:extLst>
              <a:ext uri="{FF2B5EF4-FFF2-40B4-BE49-F238E27FC236}">
                <a16:creationId xmlns:a16="http://schemas.microsoft.com/office/drawing/2014/main" id="{3DA20A4A-6EB6-C249-883D-B8C9D327FFB0}"/>
              </a:ext>
            </a:extLst>
          </p:cNvPr>
          <p:cNvSpPr>
            <a:spLocks noChangeShapeType="1"/>
          </p:cNvSpPr>
          <p:nvPr/>
        </p:nvSpPr>
        <p:spPr bwMode="auto">
          <a:xfrm>
            <a:off x="4261247" y="547688"/>
            <a:ext cx="4763" cy="2655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53" name="Rectangle 34">
            <a:extLst>
              <a:ext uri="{FF2B5EF4-FFF2-40B4-BE49-F238E27FC236}">
                <a16:creationId xmlns:a16="http://schemas.microsoft.com/office/drawing/2014/main" id="{766BB04E-D571-844F-8ABF-9144C218551A}"/>
              </a:ext>
            </a:extLst>
          </p:cNvPr>
          <p:cNvSpPr>
            <a:spLocks noChangeArrowheads="1"/>
          </p:cNvSpPr>
          <p:nvPr/>
        </p:nvSpPr>
        <p:spPr bwMode="auto">
          <a:xfrm>
            <a:off x="60948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24</a:t>
            </a:r>
          </a:p>
        </p:txBody>
      </p:sp>
      <p:sp>
        <p:nvSpPr>
          <p:cNvPr id="491554" name="AutoShape 39">
            <a:extLst>
              <a:ext uri="{FF2B5EF4-FFF2-40B4-BE49-F238E27FC236}">
                <a16:creationId xmlns:a16="http://schemas.microsoft.com/office/drawing/2014/main" id="{78FC1D29-498F-F44D-94BD-35C597F8F10A}"/>
              </a:ext>
            </a:extLst>
          </p:cNvPr>
          <p:cNvSpPr>
            <a:spLocks/>
          </p:cNvSpPr>
          <p:nvPr/>
        </p:nvSpPr>
        <p:spPr bwMode="auto">
          <a:xfrm>
            <a:off x="2163366" y="571500"/>
            <a:ext cx="158353" cy="2881313"/>
          </a:xfrm>
          <a:prstGeom prst="leftBrace">
            <a:avLst>
              <a:gd name="adj1" fmla="val 151714"/>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1555" name="Rectangle 40">
            <a:extLst>
              <a:ext uri="{FF2B5EF4-FFF2-40B4-BE49-F238E27FC236}">
                <a16:creationId xmlns:a16="http://schemas.microsoft.com/office/drawing/2014/main" id="{A9BFAC1C-4ADC-FC4A-ABF4-3B9563D02707}"/>
              </a:ext>
            </a:extLst>
          </p:cNvPr>
          <p:cNvSpPr>
            <a:spLocks noChangeArrowheads="1"/>
          </p:cNvSpPr>
          <p:nvPr/>
        </p:nvSpPr>
        <p:spPr bwMode="auto">
          <a:xfrm>
            <a:off x="1294003" y="1685926"/>
            <a:ext cx="835042"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基本首部</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a:t>
            </a:r>
            <a:r>
              <a:rPr kumimoji="1" lang="en-US" altLang="zh-CN" sz="1350">
                <a:solidFill>
                  <a:srgbClr val="0000CC"/>
                </a:solidFill>
                <a:latin typeface="微软雅黑" panose="020B0503020204020204" pitchFamily="34" charset="-122"/>
                <a:ea typeface="宋体" panose="02010600030101010101" pitchFamily="2" charset="-122"/>
              </a:rPr>
              <a:t>40 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39" name="Rectangle 37">
            <a:extLst>
              <a:ext uri="{FF2B5EF4-FFF2-40B4-BE49-F238E27FC236}">
                <a16:creationId xmlns:a16="http://schemas.microsoft.com/office/drawing/2014/main" id="{0C0A38B7-6393-0B41-B05B-C2487FB9A687}"/>
              </a:ext>
            </a:extLst>
          </p:cNvPr>
          <p:cNvSpPr>
            <a:spLocks noChangeArrowheads="1"/>
          </p:cNvSpPr>
          <p:nvPr/>
        </p:nvSpPr>
        <p:spPr bwMode="auto">
          <a:xfrm>
            <a:off x="6167438" y="827485"/>
            <a:ext cx="1268016" cy="289322"/>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491557" name="Text Box 38">
            <a:extLst>
              <a:ext uri="{FF2B5EF4-FFF2-40B4-BE49-F238E27FC236}">
                <a16:creationId xmlns:a16="http://schemas.microsoft.com/office/drawing/2014/main" id="{C102FDC8-11DC-0640-8AD3-09E9C02250C8}"/>
              </a:ext>
            </a:extLst>
          </p:cNvPr>
          <p:cNvSpPr txBox="1">
            <a:spLocks noChangeArrowheads="1"/>
          </p:cNvSpPr>
          <p:nvPr/>
        </p:nvSpPr>
        <p:spPr bwMode="auto">
          <a:xfrm>
            <a:off x="1810942" y="3519488"/>
            <a:ext cx="6001940" cy="9080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110000"/>
              </a:lnSpc>
              <a:spcBef>
                <a:spcPct val="0"/>
              </a:spcBef>
              <a:buClrTx/>
              <a:buSzTx/>
              <a:buFontTx/>
              <a:buNone/>
            </a:pPr>
            <a:r>
              <a:rPr lang="zh-CN" altLang="en-US" sz="1650">
                <a:solidFill>
                  <a:srgbClr val="000099"/>
                </a:solidFill>
                <a:latin typeface="微软雅黑" panose="020B0503020204020204" pitchFamily="34" charset="-122"/>
                <a:ea typeface="宋体" panose="02010600030101010101" pitchFamily="2" charset="-122"/>
              </a:rPr>
              <a:t>跳数限制</a:t>
            </a:r>
            <a:r>
              <a:rPr lang="en-US" altLang="zh-CN" sz="1650">
                <a:solidFill>
                  <a:srgbClr val="000099"/>
                </a:solidFill>
                <a:latin typeface="微软雅黑" panose="020B0503020204020204" pitchFamily="34" charset="-122"/>
                <a:ea typeface="宋体" panose="02010600030101010101" pitchFamily="2" charset="-122"/>
              </a:rPr>
              <a:t>(hop limit)</a:t>
            </a:r>
            <a:r>
              <a:rPr lang="en-US" altLang="zh-CN" sz="1650">
                <a:solidFill>
                  <a:srgbClr val="000099"/>
                </a:solidFill>
                <a:latin typeface="Arial" panose="020B0604020202020204" pitchFamily="34" charset="0"/>
                <a:ea typeface="宋体" panose="02010600030101010101" pitchFamily="2" charset="-122"/>
              </a:rPr>
              <a:t>——</a:t>
            </a:r>
            <a:r>
              <a:rPr lang="en-US" altLang="zh-CN" sz="1650">
                <a:solidFill>
                  <a:srgbClr val="000099"/>
                </a:solidFill>
                <a:latin typeface="微软雅黑" panose="020B0503020204020204" pitchFamily="34" charset="-122"/>
                <a:ea typeface="宋体" panose="02010600030101010101" pitchFamily="2" charset="-122"/>
              </a:rPr>
              <a:t> 8 </a:t>
            </a:r>
            <a:r>
              <a:rPr lang="zh-CN" altLang="en-US" sz="1650">
                <a:solidFill>
                  <a:srgbClr val="000099"/>
                </a:solidFill>
                <a:latin typeface="微软雅黑" panose="020B0503020204020204" pitchFamily="34" charset="-122"/>
                <a:ea typeface="宋体" panose="02010600030101010101" pitchFamily="2" charset="-122"/>
              </a:rPr>
              <a:t>位。源站在数据报发出时即设定跳数限制。路由器在转发数据报时将跳数限制字段中的值减 </a:t>
            </a:r>
            <a:r>
              <a:rPr lang="en-US" altLang="zh-CN" sz="1650">
                <a:solidFill>
                  <a:srgbClr val="000099"/>
                </a:solidFill>
                <a:latin typeface="微软雅黑" panose="020B0503020204020204" pitchFamily="34" charset="-122"/>
                <a:ea typeface="宋体" panose="02010600030101010101" pitchFamily="2" charset="-122"/>
              </a:rPr>
              <a:t>1</a:t>
            </a:r>
            <a:r>
              <a:rPr lang="zh-CN" altLang="en-US" sz="1650">
                <a:solidFill>
                  <a:srgbClr val="000099"/>
                </a:solidFill>
                <a:latin typeface="微软雅黑" panose="020B0503020204020204" pitchFamily="34" charset="-122"/>
                <a:ea typeface="宋体" panose="02010600030101010101" pitchFamily="2" charset="-122"/>
              </a:rPr>
              <a:t>。</a:t>
            </a:r>
          </a:p>
          <a:p>
            <a:pPr>
              <a:lnSpc>
                <a:spcPct val="110000"/>
              </a:lnSpc>
              <a:spcBef>
                <a:spcPct val="0"/>
              </a:spcBef>
              <a:buClrTx/>
              <a:buSzTx/>
              <a:buFontTx/>
              <a:buNone/>
            </a:pPr>
            <a:r>
              <a:rPr lang="zh-CN" altLang="en-US" sz="1650">
                <a:solidFill>
                  <a:srgbClr val="000099"/>
                </a:solidFill>
                <a:latin typeface="微软雅黑" panose="020B0503020204020204" pitchFamily="34" charset="-122"/>
                <a:ea typeface="宋体" panose="02010600030101010101" pitchFamily="2" charset="-122"/>
              </a:rPr>
              <a:t>当跳数限制的值为零时，就要将此数据报丢弃。 </a:t>
            </a:r>
          </a:p>
        </p:txBody>
      </p:sp>
    </p:spTree>
    <p:extLst>
      <p:ext uri="{BB962C8B-B14F-4D97-AF65-F5344CB8AC3E}">
        <p14:creationId xmlns:p14="http://schemas.microsoft.com/office/powerpoint/2010/main" val="427123167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39" grpId="1" animBg="1"/>
    </p:bldLst>
  </p:timing>
</p:sld>
</file>

<file path=ppt/slides/slide2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92545" name="Rectangle 2">
            <a:extLst>
              <a:ext uri="{FF2B5EF4-FFF2-40B4-BE49-F238E27FC236}">
                <a16:creationId xmlns:a16="http://schemas.microsoft.com/office/drawing/2014/main" id="{ED9ACD5D-60DE-074E-9829-6ED6A6F4682C}"/>
              </a:ext>
            </a:extLst>
          </p:cNvPr>
          <p:cNvSpPr>
            <a:spLocks noChangeArrowheads="1"/>
          </p:cNvSpPr>
          <p:nvPr/>
        </p:nvSpPr>
        <p:spPr bwMode="auto">
          <a:xfrm>
            <a:off x="2374107" y="547688"/>
            <a:ext cx="5047060" cy="29337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2546" name="Line 3">
            <a:extLst>
              <a:ext uri="{FF2B5EF4-FFF2-40B4-BE49-F238E27FC236}">
                <a16:creationId xmlns:a16="http://schemas.microsoft.com/office/drawing/2014/main" id="{30DA99C2-6269-6E4F-AFC4-7FC4AB6F7328}"/>
              </a:ext>
            </a:extLst>
          </p:cNvPr>
          <p:cNvSpPr>
            <a:spLocks noChangeShapeType="1"/>
          </p:cNvSpPr>
          <p:nvPr/>
        </p:nvSpPr>
        <p:spPr bwMode="auto">
          <a:xfrm>
            <a:off x="2380060" y="812006"/>
            <a:ext cx="505539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47" name="Line 4">
            <a:extLst>
              <a:ext uri="{FF2B5EF4-FFF2-40B4-BE49-F238E27FC236}">
                <a16:creationId xmlns:a16="http://schemas.microsoft.com/office/drawing/2014/main" id="{9AB8C4CB-57D6-4F4A-B46B-5003FD1C7E28}"/>
              </a:ext>
            </a:extLst>
          </p:cNvPr>
          <p:cNvSpPr>
            <a:spLocks noChangeShapeType="1"/>
          </p:cNvSpPr>
          <p:nvPr/>
        </p:nvSpPr>
        <p:spPr bwMode="auto">
          <a:xfrm>
            <a:off x="3002756" y="548879"/>
            <a:ext cx="0" cy="26431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48" name="Line 5">
            <a:extLst>
              <a:ext uri="{FF2B5EF4-FFF2-40B4-BE49-F238E27FC236}">
                <a16:creationId xmlns:a16="http://schemas.microsoft.com/office/drawing/2014/main" id="{96DABF09-F9DA-6B4D-9F86-58206389E799}"/>
              </a:ext>
            </a:extLst>
          </p:cNvPr>
          <p:cNvSpPr>
            <a:spLocks noChangeShapeType="1"/>
          </p:cNvSpPr>
          <p:nvPr/>
        </p:nvSpPr>
        <p:spPr bwMode="auto">
          <a:xfrm>
            <a:off x="4900613"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49" name="Rectangle 6">
            <a:extLst>
              <a:ext uri="{FF2B5EF4-FFF2-40B4-BE49-F238E27FC236}">
                <a16:creationId xmlns:a16="http://schemas.microsoft.com/office/drawing/2014/main" id="{C731C3D2-37CB-DF48-8EB9-DD19D9806811}"/>
              </a:ext>
            </a:extLst>
          </p:cNvPr>
          <p:cNvSpPr>
            <a:spLocks noChangeArrowheads="1"/>
          </p:cNvSpPr>
          <p:nvPr/>
        </p:nvSpPr>
        <p:spPr bwMode="auto">
          <a:xfrm>
            <a:off x="2321719"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0</a:t>
            </a:r>
          </a:p>
        </p:txBody>
      </p:sp>
      <p:sp>
        <p:nvSpPr>
          <p:cNvPr id="492550" name="Rectangle 7">
            <a:extLst>
              <a:ext uri="{FF2B5EF4-FFF2-40B4-BE49-F238E27FC236}">
                <a16:creationId xmlns:a16="http://schemas.microsoft.com/office/drawing/2014/main" id="{08D2459B-5C56-8C42-9DB8-F1C93FE058CC}"/>
              </a:ext>
            </a:extLst>
          </p:cNvPr>
          <p:cNvSpPr>
            <a:spLocks noChangeArrowheads="1"/>
          </p:cNvSpPr>
          <p:nvPr/>
        </p:nvSpPr>
        <p:spPr bwMode="auto">
          <a:xfrm>
            <a:off x="2946798"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4</a:t>
            </a:r>
          </a:p>
        </p:txBody>
      </p:sp>
      <p:sp>
        <p:nvSpPr>
          <p:cNvPr id="492551" name="Rectangle 8">
            <a:extLst>
              <a:ext uri="{FF2B5EF4-FFF2-40B4-BE49-F238E27FC236}">
                <a16:creationId xmlns:a16="http://schemas.microsoft.com/office/drawing/2014/main" id="{DCFBE441-51B7-C548-846F-527678C417C9}"/>
              </a:ext>
            </a:extLst>
          </p:cNvPr>
          <p:cNvSpPr>
            <a:spLocks noChangeArrowheads="1"/>
          </p:cNvSpPr>
          <p:nvPr/>
        </p:nvSpPr>
        <p:spPr bwMode="auto">
          <a:xfrm>
            <a:off x="48375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16</a:t>
            </a:r>
          </a:p>
        </p:txBody>
      </p:sp>
      <p:sp>
        <p:nvSpPr>
          <p:cNvPr id="492552" name="Rectangle 9">
            <a:extLst>
              <a:ext uri="{FF2B5EF4-FFF2-40B4-BE49-F238E27FC236}">
                <a16:creationId xmlns:a16="http://schemas.microsoft.com/office/drawing/2014/main" id="{B58FF99A-9DAD-E248-8A35-CFEB4A249772}"/>
              </a:ext>
            </a:extLst>
          </p:cNvPr>
          <p:cNvSpPr>
            <a:spLocks noChangeArrowheads="1"/>
          </p:cNvSpPr>
          <p:nvPr/>
        </p:nvSpPr>
        <p:spPr bwMode="auto">
          <a:xfrm>
            <a:off x="7188994"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31</a:t>
            </a:r>
          </a:p>
        </p:txBody>
      </p:sp>
      <p:sp>
        <p:nvSpPr>
          <p:cNvPr id="492553" name="Rectangle 10">
            <a:extLst>
              <a:ext uri="{FF2B5EF4-FFF2-40B4-BE49-F238E27FC236}">
                <a16:creationId xmlns:a16="http://schemas.microsoft.com/office/drawing/2014/main" id="{78699164-9F18-EF4C-BF9D-8E4CB27FCA87}"/>
              </a:ext>
            </a:extLst>
          </p:cNvPr>
          <p:cNvSpPr>
            <a:spLocks noChangeArrowheads="1"/>
          </p:cNvSpPr>
          <p:nvPr/>
        </p:nvSpPr>
        <p:spPr bwMode="auto">
          <a:xfrm>
            <a:off x="2457450" y="558404"/>
            <a:ext cx="52405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版 本</a:t>
            </a:r>
          </a:p>
        </p:txBody>
      </p:sp>
      <p:sp>
        <p:nvSpPr>
          <p:cNvPr id="492554" name="Rectangle 11">
            <a:extLst>
              <a:ext uri="{FF2B5EF4-FFF2-40B4-BE49-F238E27FC236}">
                <a16:creationId xmlns:a16="http://schemas.microsoft.com/office/drawing/2014/main" id="{10CBAA5E-9541-7447-A291-FA82780EC64A}"/>
              </a:ext>
            </a:extLst>
          </p:cNvPr>
          <p:cNvSpPr>
            <a:spLocks noChangeArrowheads="1"/>
          </p:cNvSpPr>
          <p:nvPr/>
        </p:nvSpPr>
        <p:spPr bwMode="auto">
          <a:xfrm>
            <a:off x="1894285" y="278607"/>
            <a:ext cx="29963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位</a:t>
            </a:r>
          </a:p>
        </p:txBody>
      </p:sp>
      <p:sp>
        <p:nvSpPr>
          <p:cNvPr id="492555" name="Line 12">
            <a:extLst>
              <a:ext uri="{FF2B5EF4-FFF2-40B4-BE49-F238E27FC236}">
                <a16:creationId xmlns:a16="http://schemas.microsoft.com/office/drawing/2014/main" id="{91B2A2BE-F3A1-F143-814F-06DFFC87F1D0}"/>
              </a:ext>
            </a:extLst>
          </p:cNvPr>
          <p:cNvSpPr>
            <a:spLocks noChangeShapeType="1"/>
          </p:cNvSpPr>
          <p:nvPr/>
        </p:nvSpPr>
        <p:spPr bwMode="auto">
          <a:xfrm>
            <a:off x="2374107" y="1103710"/>
            <a:ext cx="505658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56" name="Line 13">
            <a:extLst>
              <a:ext uri="{FF2B5EF4-FFF2-40B4-BE49-F238E27FC236}">
                <a16:creationId xmlns:a16="http://schemas.microsoft.com/office/drawing/2014/main" id="{1CD6AB6A-8C9F-B347-80EF-C89A82D29ED4}"/>
              </a:ext>
            </a:extLst>
          </p:cNvPr>
          <p:cNvSpPr>
            <a:spLocks noChangeShapeType="1"/>
          </p:cNvSpPr>
          <p:nvPr/>
        </p:nvSpPr>
        <p:spPr bwMode="auto">
          <a:xfrm>
            <a:off x="2375297" y="1396604"/>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57" name="Line 14">
            <a:extLst>
              <a:ext uri="{FF2B5EF4-FFF2-40B4-BE49-F238E27FC236}">
                <a16:creationId xmlns:a16="http://schemas.microsoft.com/office/drawing/2014/main" id="{50CE81E9-35E3-E543-A62F-BCC5B4BA5302}"/>
              </a:ext>
            </a:extLst>
          </p:cNvPr>
          <p:cNvSpPr>
            <a:spLocks noChangeShapeType="1"/>
          </p:cNvSpPr>
          <p:nvPr/>
        </p:nvSpPr>
        <p:spPr bwMode="auto">
          <a:xfrm>
            <a:off x="2375297" y="1689497"/>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58" name="Line 15">
            <a:extLst>
              <a:ext uri="{FF2B5EF4-FFF2-40B4-BE49-F238E27FC236}">
                <a16:creationId xmlns:a16="http://schemas.microsoft.com/office/drawing/2014/main" id="{0BB21C5B-4418-E149-B17F-1B922C637385}"/>
              </a:ext>
            </a:extLst>
          </p:cNvPr>
          <p:cNvSpPr>
            <a:spLocks noChangeShapeType="1"/>
          </p:cNvSpPr>
          <p:nvPr/>
        </p:nvSpPr>
        <p:spPr bwMode="auto">
          <a:xfrm>
            <a:off x="2375297" y="1983581"/>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59" name="Line 16">
            <a:extLst>
              <a:ext uri="{FF2B5EF4-FFF2-40B4-BE49-F238E27FC236}">
                <a16:creationId xmlns:a16="http://schemas.microsoft.com/office/drawing/2014/main" id="{CB6D5E9E-7D8D-C74B-81BA-031E02256516}"/>
              </a:ext>
            </a:extLst>
          </p:cNvPr>
          <p:cNvSpPr>
            <a:spLocks noChangeShapeType="1"/>
          </p:cNvSpPr>
          <p:nvPr/>
        </p:nvSpPr>
        <p:spPr bwMode="auto">
          <a:xfrm>
            <a:off x="2375297" y="2276475"/>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60" name="Line 17">
            <a:extLst>
              <a:ext uri="{FF2B5EF4-FFF2-40B4-BE49-F238E27FC236}">
                <a16:creationId xmlns:a16="http://schemas.microsoft.com/office/drawing/2014/main" id="{18FC6F22-172D-0F40-829A-4A1426A4C02C}"/>
              </a:ext>
            </a:extLst>
          </p:cNvPr>
          <p:cNvSpPr>
            <a:spLocks noChangeShapeType="1"/>
          </p:cNvSpPr>
          <p:nvPr/>
        </p:nvSpPr>
        <p:spPr bwMode="auto">
          <a:xfrm>
            <a:off x="2375297" y="2569369"/>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61" name="Line 18">
            <a:extLst>
              <a:ext uri="{FF2B5EF4-FFF2-40B4-BE49-F238E27FC236}">
                <a16:creationId xmlns:a16="http://schemas.microsoft.com/office/drawing/2014/main" id="{74A0B2DB-5748-F746-BD7A-77869AA69E22}"/>
              </a:ext>
            </a:extLst>
          </p:cNvPr>
          <p:cNvSpPr>
            <a:spLocks noChangeShapeType="1"/>
          </p:cNvSpPr>
          <p:nvPr/>
        </p:nvSpPr>
        <p:spPr bwMode="auto">
          <a:xfrm>
            <a:off x="2375297" y="2862263"/>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62" name="Line 19">
            <a:extLst>
              <a:ext uri="{FF2B5EF4-FFF2-40B4-BE49-F238E27FC236}">
                <a16:creationId xmlns:a16="http://schemas.microsoft.com/office/drawing/2014/main" id="{3D735E88-417D-5E46-A2A0-61BDEDAF615A}"/>
              </a:ext>
            </a:extLst>
          </p:cNvPr>
          <p:cNvSpPr>
            <a:spLocks noChangeShapeType="1"/>
          </p:cNvSpPr>
          <p:nvPr/>
        </p:nvSpPr>
        <p:spPr bwMode="auto">
          <a:xfrm>
            <a:off x="2375297" y="3155156"/>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63" name="Rectangle 20">
            <a:extLst>
              <a:ext uri="{FF2B5EF4-FFF2-40B4-BE49-F238E27FC236}">
                <a16:creationId xmlns:a16="http://schemas.microsoft.com/office/drawing/2014/main" id="{813211D5-37AF-0F42-822D-63442E594F25}"/>
              </a:ext>
            </a:extLst>
          </p:cNvPr>
          <p:cNvSpPr>
            <a:spLocks noChangeArrowheads="1"/>
          </p:cNvSpPr>
          <p:nvPr/>
        </p:nvSpPr>
        <p:spPr bwMode="auto">
          <a:xfrm>
            <a:off x="2531269" y="2471738"/>
            <a:ext cx="4742260" cy="78105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2564" name="Rectangle 21">
            <a:extLst>
              <a:ext uri="{FF2B5EF4-FFF2-40B4-BE49-F238E27FC236}">
                <a16:creationId xmlns:a16="http://schemas.microsoft.com/office/drawing/2014/main" id="{664F76AB-F0CE-8542-B883-6FA052984CD9}"/>
              </a:ext>
            </a:extLst>
          </p:cNvPr>
          <p:cNvSpPr>
            <a:spLocks noChangeArrowheads="1"/>
          </p:cNvSpPr>
          <p:nvPr/>
        </p:nvSpPr>
        <p:spPr bwMode="auto">
          <a:xfrm>
            <a:off x="2531269" y="1325167"/>
            <a:ext cx="4742260" cy="78224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2565" name="Rectangle 22">
            <a:extLst>
              <a:ext uri="{FF2B5EF4-FFF2-40B4-BE49-F238E27FC236}">
                <a16:creationId xmlns:a16="http://schemas.microsoft.com/office/drawing/2014/main" id="{E6212EDF-9FE9-7041-A7A2-A0EF66CEAF2A}"/>
              </a:ext>
            </a:extLst>
          </p:cNvPr>
          <p:cNvSpPr>
            <a:spLocks noChangeArrowheads="1"/>
          </p:cNvSpPr>
          <p:nvPr/>
        </p:nvSpPr>
        <p:spPr bwMode="auto">
          <a:xfrm>
            <a:off x="4346973" y="2618185"/>
            <a:ext cx="1535554"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目   的   地   址</a:t>
            </a:r>
          </a:p>
        </p:txBody>
      </p:sp>
      <p:sp>
        <p:nvSpPr>
          <p:cNvPr id="492566" name="Rectangle 23">
            <a:extLst>
              <a:ext uri="{FF2B5EF4-FFF2-40B4-BE49-F238E27FC236}">
                <a16:creationId xmlns:a16="http://schemas.microsoft.com/office/drawing/2014/main" id="{69971E58-5049-6D49-80F8-BA839601BD87}"/>
              </a:ext>
            </a:extLst>
          </p:cNvPr>
          <p:cNvSpPr>
            <a:spLocks noChangeArrowheads="1"/>
          </p:cNvSpPr>
          <p:nvPr/>
        </p:nvSpPr>
        <p:spPr bwMode="auto">
          <a:xfrm>
            <a:off x="4481513" y="1445419"/>
            <a:ext cx="1136405"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源   地   址</a:t>
            </a:r>
          </a:p>
        </p:txBody>
      </p:sp>
      <p:sp>
        <p:nvSpPr>
          <p:cNvPr id="492567" name="Line 24">
            <a:extLst>
              <a:ext uri="{FF2B5EF4-FFF2-40B4-BE49-F238E27FC236}">
                <a16:creationId xmlns:a16="http://schemas.microsoft.com/office/drawing/2014/main" id="{63C61218-6A46-7443-9144-250198845B10}"/>
              </a:ext>
            </a:extLst>
          </p:cNvPr>
          <p:cNvSpPr>
            <a:spLocks noChangeShapeType="1"/>
          </p:cNvSpPr>
          <p:nvPr/>
        </p:nvSpPr>
        <p:spPr bwMode="auto">
          <a:xfrm>
            <a:off x="6167438"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68" name="Rectangle 25">
            <a:extLst>
              <a:ext uri="{FF2B5EF4-FFF2-40B4-BE49-F238E27FC236}">
                <a16:creationId xmlns:a16="http://schemas.microsoft.com/office/drawing/2014/main" id="{6A403B4B-7076-6048-AED2-F75EB1915693}"/>
              </a:ext>
            </a:extLst>
          </p:cNvPr>
          <p:cNvSpPr>
            <a:spLocks noChangeArrowheads="1"/>
          </p:cNvSpPr>
          <p:nvPr/>
        </p:nvSpPr>
        <p:spPr bwMode="auto">
          <a:xfrm>
            <a:off x="4895851" y="834629"/>
            <a:ext cx="119731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下 一 个 首 部</a:t>
            </a:r>
          </a:p>
        </p:txBody>
      </p:sp>
      <p:sp>
        <p:nvSpPr>
          <p:cNvPr id="492569" name="Rectangle 26">
            <a:extLst>
              <a:ext uri="{FF2B5EF4-FFF2-40B4-BE49-F238E27FC236}">
                <a16:creationId xmlns:a16="http://schemas.microsoft.com/office/drawing/2014/main" id="{408CE484-68E9-BC49-AF5D-071EEE57104D}"/>
              </a:ext>
            </a:extLst>
          </p:cNvPr>
          <p:cNvSpPr>
            <a:spLocks noChangeArrowheads="1"/>
          </p:cNvSpPr>
          <p:nvPr/>
        </p:nvSpPr>
        <p:spPr bwMode="auto">
          <a:xfrm>
            <a:off x="5135167" y="558404"/>
            <a:ext cx="1158847"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流     标     号</a:t>
            </a:r>
          </a:p>
        </p:txBody>
      </p:sp>
      <p:sp>
        <p:nvSpPr>
          <p:cNvPr id="492570" name="Rectangle 27">
            <a:extLst>
              <a:ext uri="{FF2B5EF4-FFF2-40B4-BE49-F238E27FC236}">
                <a16:creationId xmlns:a16="http://schemas.microsoft.com/office/drawing/2014/main" id="{99E24A9D-0CC7-0E49-8FC9-EEBB87CCD154}"/>
              </a:ext>
            </a:extLst>
          </p:cNvPr>
          <p:cNvSpPr>
            <a:spLocks noChangeArrowheads="1"/>
          </p:cNvSpPr>
          <p:nvPr/>
        </p:nvSpPr>
        <p:spPr bwMode="auto">
          <a:xfrm>
            <a:off x="4165997"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12</a:t>
            </a:r>
          </a:p>
        </p:txBody>
      </p:sp>
      <p:sp>
        <p:nvSpPr>
          <p:cNvPr id="492571" name="Rectangle 28">
            <a:extLst>
              <a:ext uri="{FF2B5EF4-FFF2-40B4-BE49-F238E27FC236}">
                <a16:creationId xmlns:a16="http://schemas.microsoft.com/office/drawing/2014/main" id="{487285BB-CD7D-4D44-B836-0E8148B699CF}"/>
              </a:ext>
            </a:extLst>
          </p:cNvPr>
          <p:cNvSpPr>
            <a:spLocks noChangeArrowheads="1"/>
          </p:cNvSpPr>
          <p:nvPr/>
        </p:nvSpPr>
        <p:spPr bwMode="auto">
          <a:xfrm>
            <a:off x="3188494" y="55840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通 信 量 类</a:t>
            </a:r>
          </a:p>
        </p:txBody>
      </p:sp>
      <p:sp>
        <p:nvSpPr>
          <p:cNvPr id="492572" name="Rectangle 29">
            <a:extLst>
              <a:ext uri="{FF2B5EF4-FFF2-40B4-BE49-F238E27FC236}">
                <a16:creationId xmlns:a16="http://schemas.microsoft.com/office/drawing/2014/main" id="{8883D083-066F-1B4C-8B67-BAC020C8534C}"/>
              </a:ext>
            </a:extLst>
          </p:cNvPr>
          <p:cNvSpPr>
            <a:spLocks noChangeArrowheads="1"/>
          </p:cNvSpPr>
          <p:nvPr/>
        </p:nvSpPr>
        <p:spPr bwMode="auto">
          <a:xfrm>
            <a:off x="4466035" y="1677592"/>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92573" name="Rectangle 30">
            <a:extLst>
              <a:ext uri="{FF2B5EF4-FFF2-40B4-BE49-F238E27FC236}">
                <a16:creationId xmlns:a16="http://schemas.microsoft.com/office/drawing/2014/main" id="{059032E5-8454-0A48-8FD7-B4B1174A3866}"/>
              </a:ext>
            </a:extLst>
          </p:cNvPr>
          <p:cNvSpPr>
            <a:spLocks noChangeArrowheads="1"/>
          </p:cNvSpPr>
          <p:nvPr/>
        </p:nvSpPr>
        <p:spPr bwMode="auto">
          <a:xfrm>
            <a:off x="4477941" y="2851548"/>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92574" name="Rectangle 31">
            <a:extLst>
              <a:ext uri="{FF2B5EF4-FFF2-40B4-BE49-F238E27FC236}">
                <a16:creationId xmlns:a16="http://schemas.microsoft.com/office/drawing/2014/main" id="{060B3D4F-E9FD-C344-9EC9-41C8C8FEB8EA}"/>
              </a:ext>
            </a:extLst>
          </p:cNvPr>
          <p:cNvSpPr>
            <a:spLocks noChangeArrowheads="1"/>
          </p:cNvSpPr>
          <p:nvPr/>
        </p:nvSpPr>
        <p:spPr bwMode="auto">
          <a:xfrm>
            <a:off x="2870597" y="828675"/>
            <a:ext cx="1678220"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  效  载  荷  长  度</a:t>
            </a:r>
          </a:p>
        </p:txBody>
      </p:sp>
      <p:sp>
        <p:nvSpPr>
          <p:cNvPr id="492575" name="Rectangle 32">
            <a:extLst>
              <a:ext uri="{FF2B5EF4-FFF2-40B4-BE49-F238E27FC236}">
                <a16:creationId xmlns:a16="http://schemas.microsoft.com/office/drawing/2014/main" id="{B81C409F-1E1E-1D4A-80E4-07A98F4B34DB}"/>
              </a:ext>
            </a:extLst>
          </p:cNvPr>
          <p:cNvSpPr>
            <a:spLocks noChangeArrowheads="1"/>
          </p:cNvSpPr>
          <p:nvPr/>
        </p:nvSpPr>
        <p:spPr bwMode="auto">
          <a:xfrm>
            <a:off x="6363892" y="842963"/>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跳 数 限 制</a:t>
            </a:r>
          </a:p>
        </p:txBody>
      </p:sp>
      <p:sp>
        <p:nvSpPr>
          <p:cNvPr id="492576" name="Line 33">
            <a:extLst>
              <a:ext uri="{FF2B5EF4-FFF2-40B4-BE49-F238E27FC236}">
                <a16:creationId xmlns:a16="http://schemas.microsoft.com/office/drawing/2014/main" id="{59FFA8A4-1C44-B444-A456-9500DA9F361B}"/>
              </a:ext>
            </a:extLst>
          </p:cNvPr>
          <p:cNvSpPr>
            <a:spLocks noChangeShapeType="1"/>
          </p:cNvSpPr>
          <p:nvPr/>
        </p:nvSpPr>
        <p:spPr bwMode="auto">
          <a:xfrm>
            <a:off x="4261247" y="547688"/>
            <a:ext cx="4763" cy="2655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77" name="Rectangle 34">
            <a:extLst>
              <a:ext uri="{FF2B5EF4-FFF2-40B4-BE49-F238E27FC236}">
                <a16:creationId xmlns:a16="http://schemas.microsoft.com/office/drawing/2014/main" id="{59D77C31-01C2-0B40-B04A-4CF397D34652}"/>
              </a:ext>
            </a:extLst>
          </p:cNvPr>
          <p:cNvSpPr>
            <a:spLocks noChangeArrowheads="1"/>
          </p:cNvSpPr>
          <p:nvPr/>
        </p:nvSpPr>
        <p:spPr bwMode="auto">
          <a:xfrm>
            <a:off x="60948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24</a:t>
            </a:r>
          </a:p>
        </p:txBody>
      </p:sp>
      <p:sp>
        <p:nvSpPr>
          <p:cNvPr id="492578" name="AutoShape 39">
            <a:extLst>
              <a:ext uri="{FF2B5EF4-FFF2-40B4-BE49-F238E27FC236}">
                <a16:creationId xmlns:a16="http://schemas.microsoft.com/office/drawing/2014/main" id="{40CF80E1-E778-1B4B-ABA8-9E857BB8E5A6}"/>
              </a:ext>
            </a:extLst>
          </p:cNvPr>
          <p:cNvSpPr>
            <a:spLocks/>
          </p:cNvSpPr>
          <p:nvPr/>
        </p:nvSpPr>
        <p:spPr bwMode="auto">
          <a:xfrm>
            <a:off x="2163366" y="571500"/>
            <a:ext cx="158353" cy="2881313"/>
          </a:xfrm>
          <a:prstGeom prst="leftBrace">
            <a:avLst>
              <a:gd name="adj1" fmla="val 151714"/>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2579" name="Rectangle 40">
            <a:extLst>
              <a:ext uri="{FF2B5EF4-FFF2-40B4-BE49-F238E27FC236}">
                <a16:creationId xmlns:a16="http://schemas.microsoft.com/office/drawing/2014/main" id="{FB431037-0EE4-6147-8919-B0580FC029EF}"/>
              </a:ext>
            </a:extLst>
          </p:cNvPr>
          <p:cNvSpPr>
            <a:spLocks noChangeArrowheads="1"/>
          </p:cNvSpPr>
          <p:nvPr/>
        </p:nvSpPr>
        <p:spPr bwMode="auto">
          <a:xfrm>
            <a:off x="1294003" y="1685926"/>
            <a:ext cx="835042"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基本首部</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a:t>
            </a:r>
            <a:r>
              <a:rPr kumimoji="1" lang="en-US" altLang="zh-CN" sz="1350">
                <a:solidFill>
                  <a:srgbClr val="0000CC"/>
                </a:solidFill>
                <a:latin typeface="微软雅黑" panose="020B0503020204020204" pitchFamily="34" charset="-122"/>
                <a:ea typeface="宋体" panose="02010600030101010101" pitchFamily="2" charset="-122"/>
              </a:rPr>
              <a:t>40 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43" name="Rectangle 37">
            <a:extLst>
              <a:ext uri="{FF2B5EF4-FFF2-40B4-BE49-F238E27FC236}">
                <a16:creationId xmlns:a16="http://schemas.microsoft.com/office/drawing/2014/main" id="{5687879F-D03C-1143-97CD-E3480B83DB53}"/>
              </a:ext>
            </a:extLst>
          </p:cNvPr>
          <p:cNvSpPr>
            <a:spLocks noChangeArrowheads="1"/>
          </p:cNvSpPr>
          <p:nvPr/>
        </p:nvSpPr>
        <p:spPr bwMode="auto">
          <a:xfrm>
            <a:off x="2374106" y="1126332"/>
            <a:ext cx="5039916" cy="1146572"/>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492581" name="Text Box 38">
            <a:extLst>
              <a:ext uri="{FF2B5EF4-FFF2-40B4-BE49-F238E27FC236}">
                <a16:creationId xmlns:a16="http://schemas.microsoft.com/office/drawing/2014/main" id="{6F3F90D2-CBCC-7743-A6F5-B95A60C8C018}"/>
              </a:ext>
            </a:extLst>
          </p:cNvPr>
          <p:cNvSpPr txBox="1">
            <a:spLocks noChangeArrowheads="1"/>
          </p:cNvSpPr>
          <p:nvPr/>
        </p:nvSpPr>
        <p:spPr bwMode="auto">
          <a:xfrm>
            <a:off x="2309813" y="3519488"/>
            <a:ext cx="5153025" cy="3493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110000"/>
              </a:lnSpc>
              <a:spcBef>
                <a:spcPct val="0"/>
              </a:spcBef>
              <a:buClrTx/>
              <a:buSzTx/>
              <a:buFontTx/>
              <a:buNone/>
            </a:pPr>
            <a:r>
              <a:rPr lang="zh-CN" altLang="en-US" sz="1650">
                <a:solidFill>
                  <a:srgbClr val="000099"/>
                </a:solidFill>
                <a:latin typeface="微软雅黑" panose="020B0503020204020204" pitchFamily="34" charset="-122"/>
                <a:ea typeface="宋体" panose="02010600030101010101" pitchFamily="2" charset="-122"/>
              </a:rPr>
              <a:t>源地址</a:t>
            </a:r>
            <a:r>
              <a:rPr lang="en-US" altLang="zh-CN" sz="1650">
                <a:solidFill>
                  <a:srgbClr val="000099"/>
                </a:solidFill>
                <a:latin typeface="Arial" panose="020B0604020202020204" pitchFamily="34" charset="0"/>
                <a:ea typeface="宋体" panose="02010600030101010101" pitchFamily="2" charset="-122"/>
              </a:rPr>
              <a:t>——</a:t>
            </a:r>
            <a:r>
              <a:rPr lang="en-US" altLang="zh-CN" sz="1650">
                <a:solidFill>
                  <a:srgbClr val="000099"/>
                </a:solidFill>
                <a:latin typeface="微软雅黑" panose="020B0503020204020204" pitchFamily="34" charset="-122"/>
                <a:ea typeface="宋体" panose="02010600030101010101" pitchFamily="2" charset="-122"/>
              </a:rPr>
              <a:t> 128 </a:t>
            </a:r>
            <a:r>
              <a:rPr lang="zh-CN" altLang="en-US" sz="1650">
                <a:solidFill>
                  <a:srgbClr val="000099"/>
                </a:solidFill>
                <a:latin typeface="微软雅黑" panose="020B0503020204020204" pitchFamily="34" charset="-122"/>
                <a:ea typeface="宋体" panose="02010600030101010101" pitchFamily="2" charset="-122"/>
              </a:rPr>
              <a:t>位。是数据报的发送站的 </a:t>
            </a:r>
            <a:r>
              <a:rPr lang="en-US" altLang="zh-CN" sz="1650">
                <a:solidFill>
                  <a:srgbClr val="000099"/>
                </a:solidFill>
                <a:latin typeface="微软雅黑" panose="020B0503020204020204" pitchFamily="34" charset="-122"/>
                <a:ea typeface="宋体" panose="02010600030101010101" pitchFamily="2" charset="-122"/>
              </a:rPr>
              <a:t>IP </a:t>
            </a:r>
            <a:r>
              <a:rPr lang="zh-CN" altLang="en-US" sz="1650">
                <a:solidFill>
                  <a:srgbClr val="000099"/>
                </a:solidFill>
                <a:latin typeface="微软雅黑" panose="020B0503020204020204" pitchFamily="34" charset="-122"/>
                <a:ea typeface="宋体" panose="02010600030101010101" pitchFamily="2" charset="-122"/>
              </a:rPr>
              <a:t>地址。 </a:t>
            </a:r>
          </a:p>
        </p:txBody>
      </p:sp>
    </p:spTree>
    <p:extLst>
      <p:ext uri="{BB962C8B-B14F-4D97-AF65-F5344CB8AC3E}">
        <p14:creationId xmlns:p14="http://schemas.microsoft.com/office/powerpoint/2010/main" val="72704378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3"/>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4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3" grpId="1" animBg="1"/>
    </p:bldLst>
  </p:timing>
</p:sld>
</file>

<file path=ppt/slides/slide2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93569" name="Rectangle 2">
            <a:extLst>
              <a:ext uri="{FF2B5EF4-FFF2-40B4-BE49-F238E27FC236}">
                <a16:creationId xmlns:a16="http://schemas.microsoft.com/office/drawing/2014/main" id="{87797F2E-7A89-E743-9C2E-3E29B8FA80AC}"/>
              </a:ext>
            </a:extLst>
          </p:cNvPr>
          <p:cNvSpPr>
            <a:spLocks noChangeArrowheads="1"/>
          </p:cNvSpPr>
          <p:nvPr/>
        </p:nvSpPr>
        <p:spPr bwMode="auto">
          <a:xfrm>
            <a:off x="2374107" y="547688"/>
            <a:ext cx="5047060" cy="29337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3570" name="Line 3">
            <a:extLst>
              <a:ext uri="{FF2B5EF4-FFF2-40B4-BE49-F238E27FC236}">
                <a16:creationId xmlns:a16="http://schemas.microsoft.com/office/drawing/2014/main" id="{0289CD64-6854-CA40-88E7-78FACB15DBE7}"/>
              </a:ext>
            </a:extLst>
          </p:cNvPr>
          <p:cNvSpPr>
            <a:spLocks noChangeShapeType="1"/>
          </p:cNvSpPr>
          <p:nvPr/>
        </p:nvSpPr>
        <p:spPr bwMode="auto">
          <a:xfrm>
            <a:off x="2378869" y="812006"/>
            <a:ext cx="505539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71" name="Line 4">
            <a:extLst>
              <a:ext uri="{FF2B5EF4-FFF2-40B4-BE49-F238E27FC236}">
                <a16:creationId xmlns:a16="http://schemas.microsoft.com/office/drawing/2014/main" id="{B4017C60-2B7B-144B-8AD8-9D5057ECCD54}"/>
              </a:ext>
            </a:extLst>
          </p:cNvPr>
          <p:cNvSpPr>
            <a:spLocks noChangeShapeType="1"/>
          </p:cNvSpPr>
          <p:nvPr/>
        </p:nvSpPr>
        <p:spPr bwMode="auto">
          <a:xfrm>
            <a:off x="3002756" y="548879"/>
            <a:ext cx="0" cy="26431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72" name="Line 5">
            <a:extLst>
              <a:ext uri="{FF2B5EF4-FFF2-40B4-BE49-F238E27FC236}">
                <a16:creationId xmlns:a16="http://schemas.microsoft.com/office/drawing/2014/main" id="{077E6CF8-95A4-FE45-A8EA-4D3CAA072690}"/>
              </a:ext>
            </a:extLst>
          </p:cNvPr>
          <p:cNvSpPr>
            <a:spLocks noChangeShapeType="1"/>
          </p:cNvSpPr>
          <p:nvPr/>
        </p:nvSpPr>
        <p:spPr bwMode="auto">
          <a:xfrm>
            <a:off x="4900613"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73" name="Rectangle 6">
            <a:extLst>
              <a:ext uri="{FF2B5EF4-FFF2-40B4-BE49-F238E27FC236}">
                <a16:creationId xmlns:a16="http://schemas.microsoft.com/office/drawing/2014/main" id="{4B1A233A-585D-BD4F-B16B-D200C2F34B09}"/>
              </a:ext>
            </a:extLst>
          </p:cNvPr>
          <p:cNvSpPr>
            <a:spLocks noChangeArrowheads="1"/>
          </p:cNvSpPr>
          <p:nvPr/>
        </p:nvSpPr>
        <p:spPr bwMode="auto">
          <a:xfrm>
            <a:off x="2321719"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0</a:t>
            </a:r>
          </a:p>
        </p:txBody>
      </p:sp>
      <p:sp>
        <p:nvSpPr>
          <p:cNvPr id="493574" name="Rectangle 7">
            <a:extLst>
              <a:ext uri="{FF2B5EF4-FFF2-40B4-BE49-F238E27FC236}">
                <a16:creationId xmlns:a16="http://schemas.microsoft.com/office/drawing/2014/main" id="{01AA4F03-9A7D-E04F-B469-6AD16EE264FA}"/>
              </a:ext>
            </a:extLst>
          </p:cNvPr>
          <p:cNvSpPr>
            <a:spLocks noChangeArrowheads="1"/>
          </p:cNvSpPr>
          <p:nvPr/>
        </p:nvSpPr>
        <p:spPr bwMode="auto">
          <a:xfrm>
            <a:off x="2946798"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4</a:t>
            </a:r>
          </a:p>
        </p:txBody>
      </p:sp>
      <p:sp>
        <p:nvSpPr>
          <p:cNvPr id="493575" name="Rectangle 8">
            <a:extLst>
              <a:ext uri="{FF2B5EF4-FFF2-40B4-BE49-F238E27FC236}">
                <a16:creationId xmlns:a16="http://schemas.microsoft.com/office/drawing/2014/main" id="{3CC8D086-E14A-E54D-98E2-4E05EA3B3F42}"/>
              </a:ext>
            </a:extLst>
          </p:cNvPr>
          <p:cNvSpPr>
            <a:spLocks noChangeArrowheads="1"/>
          </p:cNvSpPr>
          <p:nvPr/>
        </p:nvSpPr>
        <p:spPr bwMode="auto">
          <a:xfrm>
            <a:off x="48375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16</a:t>
            </a:r>
          </a:p>
        </p:txBody>
      </p:sp>
      <p:sp>
        <p:nvSpPr>
          <p:cNvPr id="493576" name="Rectangle 9">
            <a:extLst>
              <a:ext uri="{FF2B5EF4-FFF2-40B4-BE49-F238E27FC236}">
                <a16:creationId xmlns:a16="http://schemas.microsoft.com/office/drawing/2014/main" id="{2E0A6B24-30EA-DC4F-AB7B-45E2824726B7}"/>
              </a:ext>
            </a:extLst>
          </p:cNvPr>
          <p:cNvSpPr>
            <a:spLocks noChangeArrowheads="1"/>
          </p:cNvSpPr>
          <p:nvPr/>
        </p:nvSpPr>
        <p:spPr bwMode="auto">
          <a:xfrm>
            <a:off x="7188994"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31</a:t>
            </a:r>
          </a:p>
        </p:txBody>
      </p:sp>
      <p:sp>
        <p:nvSpPr>
          <p:cNvPr id="493577" name="Rectangle 10">
            <a:extLst>
              <a:ext uri="{FF2B5EF4-FFF2-40B4-BE49-F238E27FC236}">
                <a16:creationId xmlns:a16="http://schemas.microsoft.com/office/drawing/2014/main" id="{6F0B57E7-BD1D-A54F-AD5A-BF876523806C}"/>
              </a:ext>
            </a:extLst>
          </p:cNvPr>
          <p:cNvSpPr>
            <a:spLocks noChangeArrowheads="1"/>
          </p:cNvSpPr>
          <p:nvPr/>
        </p:nvSpPr>
        <p:spPr bwMode="auto">
          <a:xfrm>
            <a:off x="2457450" y="558404"/>
            <a:ext cx="52405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版 本</a:t>
            </a:r>
          </a:p>
        </p:txBody>
      </p:sp>
      <p:sp>
        <p:nvSpPr>
          <p:cNvPr id="493578" name="Rectangle 11">
            <a:extLst>
              <a:ext uri="{FF2B5EF4-FFF2-40B4-BE49-F238E27FC236}">
                <a16:creationId xmlns:a16="http://schemas.microsoft.com/office/drawing/2014/main" id="{3648DA0B-2549-634E-B19C-4FC5EC2C9BB6}"/>
              </a:ext>
            </a:extLst>
          </p:cNvPr>
          <p:cNvSpPr>
            <a:spLocks noChangeArrowheads="1"/>
          </p:cNvSpPr>
          <p:nvPr/>
        </p:nvSpPr>
        <p:spPr bwMode="auto">
          <a:xfrm>
            <a:off x="1894285" y="278607"/>
            <a:ext cx="29963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位</a:t>
            </a:r>
          </a:p>
        </p:txBody>
      </p:sp>
      <p:sp>
        <p:nvSpPr>
          <p:cNvPr id="493579" name="Line 12">
            <a:extLst>
              <a:ext uri="{FF2B5EF4-FFF2-40B4-BE49-F238E27FC236}">
                <a16:creationId xmlns:a16="http://schemas.microsoft.com/office/drawing/2014/main" id="{7C3315BC-8B24-A941-A763-E185C95DC915}"/>
              </a:ext>
            </a:extLst>
          </p:cNvPr>
          <p:cNvSpPr>
            <a:spLocks noChangeShapeType="1"/>
          </p:cNvSpPr>
          <p:nvPr/>
        </p:nvSpPr>
        <p:spPr bwMode="auto">
          <a:xfrm>
            <a:off x="2374107" y="1103710"/>
            <a:ext cx="505658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80" name="Line 13">
            <a:extLst>
              <a:ext uri="{FF2B5EF4-FFF2-40B4-BE49-F238E27FC236}">
                <a16:creationId xmlns:a16="http://schemas.microsoft.com/office/drawing/2014/main" id="{4FE1E7B7-C62F-C846-93C1-89D7D42595CB}"/>
              </a:ext>
            </a:extLst>
          </p:cNvPr>
          <p:cNvSpPr>
            <a:spLocks noChangeShapeType="1"/>
          </p:cNvSpPr>
          <p:nvPr/>
        </p:nvSpPr>
        <p:spPr bwMode="auto">
          <a:xfrm>
            <a:off x="2375297" y="1396604"/>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81" name="Line 14">
            <a:extLst>
              <a:ext uri="{FF2B5EF4-FFF2-40B4-BE49-F238E27FC236}">
                <a16:creationId xmlns:a16="http://schemas.microsoft.com/office/drawing/2014/main" id="{0F89D4E2-B127-7A42-847A-7CA1F204B010}"/>
              </a:ext>
            </a:extLst>
          </p:cNvPr>
          <p:cNvSpPr>
            <a:spLocks noChangeShapeType="1"/>
          </p:cNvSpPr>
          <p:nvPr/>
        </p:nvSpPr>
        <p:spPr bwMode="auto">
          <a:xfrm>
            <a:off x="2375297" y="1689497"/>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82" name="Line 15">
            <a:extLst>
              <a:ext uri="{FF2B5EF4-FFF2-40B4-BE49-F238E27FC236}">
                <a16:creationId xmlns:a16="http://schemas.microsoft.com/office/drawing/2014/main" id="{DF7241DC-DD19-E44A-B363-8ED595CCA0D1}"/>
              </a:ext>
            </a:extLst>
          </p:cNvPr>
          <p:cNvSpPr>
            <a:spLocks noChangeShapeType="1"/>
          </p:cNvSpPr>
          <p:nvPr/>
        </p:nvSpPr>
        <p:spPr bwMode="auto">
          <a:xfrm>
            <a:off x="2375297" y="1983581"/>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83" name="Line 16">
            <a:extLst>
              <a:ext uri="{FF2B5EF4-FFF2-40B4-BE49-F238E27FC236}">
                <a16:creationId xmlns:a16="http://schemas.microsoft.com/office/drawing/2014/main" id="{60B99976-7E9D-B841-BB07-9888944D422F}"/>
              </a:ext>
            </a:extLst>
          </p:cNvPr>
          <p:cNvSpPr>
            <a:spLocks noChangeShapeType="1"/>
          </p:cNvSpPr>
          <p:nvPr/>
        </p:nvSpPr>
        <p:spPr bwMode="auto">
          <a:xfrm>
            <a:off x="2375297" y="2276475"/>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84" name="Line 17">
            <a:extLst>
              <a:ext uri="{FF2B5EF4-FFF2-40B4-BE49-F238E27FC236}">
                <a16:creationId xmlns:a16="http://schemas.microsoft.com/office/drawing/2014/main" id="{E16837A0-FAC4-A947-8DD9-1AA536C47E94}"/>
              </a:ext>
            </a:extLst>
          </p:cNvPr>
          <p:cNvSpPr>
            <a:spLocks noChangeShapeType="1"/>
          </p:cNvSpPr>
          <p:nvPr/>
        </p:nvSpPr>
        <p:spPr bwMode="auto">
          <a:xfrm>
            <a:off x="2375297" y="2569369"/>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85" name="Line 18">
            <a:extLst>
              <a:ext uri="{FF2B5EF4-FFF2-40B4-BE49-F238E27FC236}">
                <a16:creationId xmlns:a16="http://schemas.microsoft.com/office/drawing/2014/main" id="{61113C12-EFE1-9149-A20B-5560965809B4}"/>
              </a:ext>
            </a:extLst>
          </p:cNvPr>
          <p:cNvSpPr>
            <a:spLocks noChangeShapeType="1"/>
          </p:cNvSpPr>
          <p:nvPr/>
        </p:nvSpPr>
        <p:spPr bwMode="auto">
          <a:xfrm>
            <a:off x="2375297" y="2862263"/>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86" name="Line 19">
            <a:extLst>
              <a:ext uri="{FF2B5EF4-FFF2-40B4-BE49-F238E27FC236}">
                <a16:creationId xmlns:a16="http://schemas.microsoft.com/office/drawing/2014/main" id="{833ECE36-06C6-5343-BFE9-CC6A90445726}"/>
              </a:ext>
            </a:extLst>
          </p:cNvPr>
          <p:cNvSpPr>
            <a:spLocks noChangeShapeType="1"/>
          </p:cNvSpPr>
          <p:nvPr/>
        </p:nvSpPr>
        <p:spPr bwMode="auto">
          <a:xfrm>
            <a:off x="2375297" y="3155156"/>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87" name="Rectangle 20">
            <a:extLst>
              <a:ext uri="{FF2B5EF4-FFF2-40B4-BE49-F238E27FC236}">
                <a16:creationId xmlns:a16="http://schemas.microsoft.com/office/drawing/2014/main" id="{0F59C9C6-5B24-794B-AE79-CEC10EDEEDAA}"/>
              </a:ext>
            </a:extLst>
          </p:cNvPr>
          <p:cNvSpPr>
            <a:spLocks noChangeArrowheads="1"/>
          </p:cNvSpPr>
          <p:nvPr/>
        </p:nvSpPr>
        <p:spPr bwMode="auto">
          <a:xfrm>
            <a:off x="2531269" y="2471738"/>
            <a:ext cx="4742260" cy="78105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3588" name="Rectangle 21">
            <a:extLst>
              <a:ext uri="{FF2B5EF4-FFF2-40B4-BE49-F238E27FC236}">
                <a16:creationId xmlns:a16="http://schemas.microsoft.com/office/drawing/2014/main" id="{79901FD0-DB66-7B45-94BE-A86EFAB989A3}"/>
              </a:ext>
            </a:extLst>
          </p:cNvPr>
          <p:cNvSpPr>
            <a:spLocks noChangeArrowheads="1"/>
          </p:cNvSpPr>
          <p:nvPr/>
        </p:nvSpPr>
        <p:spPr bwMode="auto">
          <a:xfrm>
            <a:off x="2531269" y="1325167"/>
            <a:ext cx="4742260" cy="78224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3589" name="Rectangle 22">
            <a:extLst>
              <a:ext uri="{FF2B5EF4-FFF2-40B4-BE49-F238E27FC236}">
                <a16:creationId xmlns:a16="http://schemas.microsoft.com/office/drawing/2014/main" id="{B5B8991A-6186-9449-820C-CFD22AB9D078}"/>
              </a:ext>
            </a:extLst>
          </p:cNvPr>
          <p:cNvSpPr>
            <a:spLocks noChangeArrowheads="1"/>
          </p:cNvSpPr>
          <p:nvPr/>
        </p:nvSpPr>
        <p:spPr bwMode="auto">
          <a:xfrm>
            <a:off x="4346973" y="2618185"/>
            <a:ext cx="1535554"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目   的   地   址</a:t>
            </a:r>
          </a:p>
        </p:txBody>
      </p:sp>
      <p:sp>
        <p:nvSpPr>
          <p:cNvPr id="493590" name="Rectangle 23">
            <a:extLst>
              <a:ext uri="{FF2B5EF4-FFF2-40B4-BE49-F238E27FC236}">
                <a16:creationId xmlns:a16="http://schemas.microsoft.com/office/drawing/2014/main" id="{793EA711-CC86-6B49-9189-C696F3D7833E}"/>
              </a:ext>
            </a:extLst>
          </p:cNvPr>
          <p:cNvSpPr>
            <a:spLocks noChangeArrowheads="1"/>
          </p:cNvSpPr>
          <p:nvPr/>
        </p:nvSpPr>
        <p:spPr bwMode="auto">
          <a:xfrm>
            <a:off x="4481513" y="1445419"/>
            <a:ext cx="1136405"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源   地   址</a:t>
            </a:r>
          </a:p>
        </p:txBody>
      </p:sp>
      <p:sp>
        <p:nvSpPr>
          <p:cNvPr id="493591" name="Line 24">
            <a:extLst>
              <a:ext uri="{FF2B5EF4-FFF2-40B4-BE49-F238E27FC236}">
                <a16:creationId xmlns:a16="http://schemas.microsoft.com/office/drawing/2014/main" id="{51E112F6-4D7B-9F4E-A71F-B7AAFD21D880}"/>
              </a:ext>
            </a:extLst>
          </p:cNvPr>
          <p:cNvSpPr>
            <a:spLocks noChangeShapeType="1"/>
          </p:cNvSpPr>
          <p:nvPr/>
        </p:nvSpPr>
        <p:spPr bwMode="auto">
          <a:xfrm>
            <a:off x="6167438"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92" name="Rectangle 25">
            <a:extLst>
              <a:ext uri="{FF2B5EF4-FFF2-40B4-BE49-F238E27FC236}">
                <a16:creationId xmlns:a16="http://schemas.microsoft.com/office/drawing/2014/main" id="{B95C0163-EABC-124B-8703-A55C498A59E1}"/>
              </a:ext>
            </a:extLst>
          </p:cNvPr>
          <p:cNvSpPr>
            <a:spLocks noChangeArrowheads="1"/>
          </p:cNvSpPr>
          <p:nvPr/>
        </p:nvSpPr>
        <p:spPr bwMode="auto">
          <a:xfrm>
            <a:off x="4895851" y="834629"/>
            <a:ext cx="119731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下 一 个 首 部</a:t>
            </a:r>
          </a:p>
        </p:txBody>
      </p:sp>
      <p:sp>
        <p:nvSpPr>
          <p:cNvPr id="493593" name="Rectangle 26">
            <a:extLst>
              <a:ext uri="{FF2B5EF4-FFF2-40B4-BE49-F238E27FC236}">
                <a16:creationId xmlns:a16="http://schemas.microsoft.com/office/drawing/2014/main" id="{68199F29-9955-5441-A328-9C544FAE09D0}"/>
              </a:ext>
            </a:extLst>
          </p:cNvPr>
          <p:cNvSpPr>
            <a:spLocks noChangeArrowheads="1"/>
          </p:cNvSpPr>
          <p:nvPr/>
        </p:nvSpPr>
        <p:spPr bwMode="auto">
          <a:xfrm>
            <a:off x="5135167" y="558404"/>
            <a:ext cx="1158847"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流     标     号</a:t>
            </a:r>
          </a:p>
        </p:txBody>
      </p:sp>
      <p:sp>
        <p:nvSpPr>
          <p:cNvPr id="493594" name="Rectangle 27">
            <a:extLst>
              <a:ext uri="{FF2B5EF4-FFF2-40B4-BE49-F238E27FC236}">
                <a16:creationId xmlns:a16="http://schemas.microsoft.com/office/drawing/2014/main" id="{87A1C3A5-AAD7-7647-B401-D0C2C8835B2E}"/>
              </a:ext>
            </a:extLst>
          </p:cNvPr>
          <p:cNvSpPr>
            <a:spLocks noChangeArrowheads="1"/>
          </p:cNvSpPr>
          <p:nvPr/>
        </p:nvSpPr>
        <p:spPr bwMode="auto">
          <a:xfrm>
            <a:off x="4165997"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12</a:t>
            </a:r>
          </a:p>
        </p:txBody>
      </p:sp>
      <p:sp>
        <p:nvSpPr>
          <p:cNvPr id="493595" name="Rectangle 28">
            <a:extLst>
              <a:ext uri="{FF2B5EF4-FFF2-40B4-BE49-F238E27FC236}">
                <a16:creationId xmlns:a16="http://schemas.microsoft.com/office/drawing/2014/main" id="{72D0CE01-2A31-974C-8099-A98F0F1F8AF8}"/>
              </a:ext>
            </a:extLst>
          </p:cNvPr>
          <p:cNvSpPr>
            <a:spLocks noChangeArrowheads="1"/>
          </p:cNvSpPr>
          <p:nvPr/>
        </p:nvSpPr>
        <p:spPr bwMode="auto">
          <a:xfrm>
            <a:off x="3188494" y="55840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通 信 量 类</a:t>
            </a:r>
          </a:p>
        </p:txBody>
      </p:sp>
      <p:sp>
        <p:nvSpPr>
          <p:cNvPr id="493596" name="Rectangle 29">
            <a:extLst>
              <a:ext uri="{FF2B5EF4-FFF2-40B4-BE49-F238E27FC236}">
                <a16:creationId xmlns:a16="http://schemas.microsoft.com/office/drawing/2014/main" id="{47C4E9E1-29B2-3D4E-9453-D5F768CFACE4}"/>
              </a:ext>
            </a:extLst>
          </p:cNvPr>
          <p:cNvSpPr>
            <a:spLocks noChangeArrowheads="1"/>
          </p:cNvSpPr>
          <p:nvPr/>
        </p:nvSpPr>
        <p:spPr bwMode="auto">
          <a:xfrm>
            <a:off x="4466035" y="1677592"/>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93597" name="Rectangle 30">
            <a:extLst>
              <a:ext uri="{FF2B5EF4-FFF2-40B4-BE49-F238E27FC236}">
                <a16:creationId xmlns:a16="http://schemas.microsoft.com/office/drawing/2014/main" id="{1190DFEC-06B8-F843-B920-B7C35CC8C219}"/>
              </a:ext>
            </a:extLst>
          </p:cNvPr>
          <p:cNvSpPr>
            <a:spLocks noChangeArrowheads="1"/>
          </p:cNvSpPr>
          <p:nvPr/>
        </p:nvSpPr>
        <p:spPr bwMode="auto">
          <a:xfrm>
            <a:off x="4477941" y="2851548"/>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93598" name="Rectangle 31">
            <a:extLst>
              <a:ext uri="{FF2B5EF4-FFF2-40B4-BE49-F238E27FC236}">
                <a16:creationId xmlns:a16="http://schemas.microsoft.com/office/drawing/2014/main" id="{E0E3D199-92FA-C747-A4AB-26AEFC658D0C}"/>
              </a:ext>
            </a:extLst>
          </p:cNvPr>
          <p:cNvSpPr>
            <a:spLocks noChangeArrowheads="1"/>
          </p:cNvSpPr>
          <p:nvPr/>
        </p:nvSpPr>
        <p:spPr bwMode="auto">
          <a:xfrm>
            <a:off x="2870597" y="828675"/>
            <a:ext cx="1678220"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  效  载  荷  长  度</a:t>
            </a:r>
          </a:p>
        </p:txBody>
      </p:sp>
      <p:sp>
        <p:nvSpPr>
          <p:cNvPr id="493599" name="Rectangle 32">
            <a:extLst>
              <a:ext uri="{FF2B5EF4-FFF2-40B4-BE49-F238E27FC236}">
                <a16:creationId xmlns:a16="http://schemas.microsoft.com/office/drawing/2014/main" id="{2B7C52A9-CDB6-CE4E-91FE-3924200AA32B}"/>
              </a:ext>
            </a:extLst>
          </p:cNvPr>
          <p:cNvSpPr>
            <a:spLocks noChangeArrowheads="1"/>
          </p:cNvSpPr>
          <p:nvPr/>
        </p:nvSpPr>
        <p:spPr bwMode="auto">
          <a:xfrm>
            <a:off x="6256735" y="842963"/>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跳 数 限 制</a:t>
            </a:r>
          </a:p>
        </p:txBody>
      </p:sp>
      <p:sp>
        <p:nvSpPr>
          <p:cNvPr id="493600" name="Line 33">
            <a:extLst>
              <a:ext uri="{FF2B5EF4-FFF2-40B4-BE49-F238E27FC236}">
                <a16:creationId xmlns:a16="http://schemas.microsoft.com/office/drawing/2014/main" id="{E4A4B191-4306-144A-9A90-E891E142371E}"/>
              </a:ext>
            </a:extLst>
          </p:cNvPr>
          <p:cNvSpPr>
            <a:spLocks noChangeShapeType="1"/>
          </p:cNvSpPr>
          <p:nvPr/>
        </p:nvSpPr>
        <p:spPr bwMode="auto">
          <a:xfrm>
            <a:off x="4261247" y="547688"/>
            <a:ext cx="4763" cy="2655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601" name="Rectangle 34">
            <a:extLst>
              <a:ext uri="{FF2B5EF4-FFF2-40B4-BE49-F238E27FC236}">
                <a16:creationId xmlns:a16="http://schemas.microsoft.com/office/drawing/2014/main" id="{624E65F4-B0BF-1740-AB8E-787A9AD91B4C}"/>
              </a:ext>
            </a:extLst>
          </p:cNvPr>
          <p:cNvSpPr>
            <a:spLocks noChangeArrowheads="1"/>
          </p:cNvSpPr>
          <p:nvPr/>
        </p:nvSpPr>
        <p:spPr bwMode="auto">
          <a:xfrm>
            <a:off x="60948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24</a:t>
            </a:r>
          </a:p>
        </p:txBody>
      </p:sp>
      <p:sp>
        <p:nvSpPr>
          <p:cNvPr id="493602" name="AutoShape 39">
            <a:extLst>
              <a:ext uri="{FF2B5EF4-FFF2-40B4-BE49-F238E27FC236}">
                <a16:creationId xmlns:a16="http://schemas.microsoft.com/office/drawing/2014/main" id="{E956E9C0-4B0D-4448-B8F9-8461381AEB9D}"/>
              </a:ext>
            </a:extLst>
          </p:cNvPr>
          <p:cNvSpPr>
            <a:spLocks/>
          </p:cNvSpPr>
          <p:nvPr/>
        </p:nvSpPr>
        <p:spPr bwMode="auto">
          <a:xfrm>
            <a:off x="2163366" y="571500"/>
            <a:ext cx="158353" cy="2881313"/>
          </a:xfrm>
          <a:prstGeom prst="leftBrace">
            <a:avLst>
              <a:gd name="adj1" fmla="val 151714"/>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3603" name="Rectangle 40">
            <a:extLst>
              <a:ext uri="{FF2B5EF4-FFF2-40B4-BE49-F238E27FC236}">
                <a16:creationId xmlns:a16="http://schemas.microsoft.com/office/drawing/2014/main" id="{9DAE2FC5-B35E-C648-A37E-B568FA14A03F}"/>
              </a:ext>
            </a:extLst>
          </p:cNvPr>
          <p:cNvSpPr>
            <a:spLocks noChangeArrowheads="1"/>
          </p:cNvSpPr>
          <p:nvPr/>
        </p:nvSpPr>
        <p:spPr bwMode="auto">
          <a:xfrm>
            <a:off x="1294003" y="1685926"/>
            <a:ext cx="835042"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基本首部</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a:t>
            </a:r>
            <a:r>
              <a:rPr kumimoji="1" lang="en-US" altLang="zh-CN" sz="1350">
                <a:solidFill>
                  <a:srgbClr val="0000CC"/>
                </a:solidFill>
                <a:latin typeface="微软雅黑" panose="020B0503020204020204" pitchFamily="34" charset="-122"/>
                <a:ea typeface="宋体" panose="02010600030101010101" pitchFamily="2" charset="-122"/>
              </a:rPr>
              <a:t>40 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39" name="Rectangle 37">
            <a:extLst>
              <a:ext uri="{FF2B5EF4-FFF2-40B4-BE49-F238E27FC236}">
                <a16:creationId xmlns:a16="http://schemas.microsoft.com/office/drawing/2014/main" id="{184750C8-09BC-F74E-A947-6B55DBF019EB}"/>
              </a:ext>
            </a:extLst>
          </p:cNvPr>
          <p:cNvSpPr>
            <a:spLocks noChangeArrowheads="1"/>
          </p:cNvSpPr>
          <p:nvPr/>
        </p:nvSpPr>
        <p:spPr bwMode="auto">
          <a:xfrm>
            <a:off x="2374107" y="2272903"/>
            <a:ext cx="5041106" cy="1184672"/>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493605" name="Text Box 38">
            <a:extLst>
              <a:ext uri="{FF2B5EF4-FFF2-40B4-BE49-F238E27FC236}">
                <a16:creationId xmlns:a16="http://schemas.microsoft.com/office/drawing/2014/main" id="{19BD905F-6014-3E44-8E88-4F9A89B27454}"/>
              </a:ext>
            </a:extLst>
          </p:cNvPr>
          <p:cNvSpPr txBox="1">
            <a:spLocks noChangeArrowheads="1"/>
          </p:cNvSpPr>
          <p:nvPr/>
        </p:nvSpPr>
        <p:spPr bwMode="auto">
          <a:xfrm>
            <a:off x="2297906" y="3523060"/>
            <a:ext cx="5314950" cy="3493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110000"/>
              </a:lnSpc>
              <a:spcBef>
                <a:spcPct val="0"/>
              </a:spcBef>
              <a:buClrTx/>
              <a:buSzTx/>
              <a:buFontTx/>
              <a:buNone/>
            </a:pPr>
            <a:r>
              <a:rPr lang="zh-CN" altLang="en-US" sz="1650">
                <a:solidFill>
                  <a:srgbClr val="000099"/>
                </a:solidFill>
                <a:latin typeface="微软雅黑" panose="020B0503020204020204" pitchFamily="34" charset="-122"/>
                <a:ea typeface="宋体" panose="02010600030101010101" pitchFamily="2" charset="-122"/>
              </a:rPr>
              <a:t>目的地址</a:t>
            </a:r>
            <a:r>
              <a:rPr lang="en-US" altLang="zh-CN" sz="1650">
                <a:solidFill>
                  <a:srgbClr val="000099"/>
                </a:solidFill>
                <a:latin typeface="Arial" panose="020B0604020202020204" pitchFamily="34" charset="0"/>
                <a:ea typeface="宋体" panose="02010600030101010101" pitchFamily="2" charset="-122"/>
              </a:rPr>
              <a:t>——</a:t>
            </a:r>
            <a:r>
              <a:rPr lang="en-US" altLang="zh-CN" sz="1650">
                <a:solidFill>
                  <a:srgbClr val="000099"/>
                </a:solidFill>
                <a:latin typeface="微软雅黑" panose="020B0503020204020204" pitchFamily="34" charset="-122"/>
                <a:ea typeface="宋体" panose="02010600030101010101" pitchFamily="2" charset="-122"/>
              </a:rPr>
              <a:t> 128 </a:t>
            </a:r>
            <a:r>
              <a:rPr lang="zh-CN" altLang="en-US" sz="1650">
                <a:solidFill>
                  <a:srgbClr val="000099"/>
                </a:solidFill>
                <a:latin typeface="微软雅黑" panose="020B0503020204020204" pitchFamily="34" charset="-122"/>
                <a:ea typeface="宋体" panose="02010600030101010101" pitchFamily="2" charset="-122"/>
              </a:rPr>
              <a:t>位。是数据报的接收站的 </a:t>
            </a:r>
            <a:r>
              <a:rPr lang="en-US" altLang="zh-CN" sz="1650">
                <a:solidFill>
                  <a:srgbClr val="000099"/>
                </a:solidFill>
                <a:latin typeface="微软雅黑" panose="020B0503020204020204" pitchFamily="34" charset="-122"/>
                <a:ea typeface="宋体" panose="02010600030101010101" pitchFamily="2" charset="-122"/>
              </a:rPr>
              <a:t>IP </a:t>
            </a:r>
            <a:r>
              <a:rPr lang="zh-CN" altLang="en-US" sz="1650">
                <a:solidFill>
                  <a:srgbClr val="000099"/>
                </a:solidFill>
                <a:latin typeface="微软雅黑" panose="020B0503020204020204" pitchFamily="34" charset="-122"/>
                <a:ea typeface="宋体" panose="02010600030101010101" pitchFamily="2" charset="-122"/>
              </a:rPr>
              <a:t>地址。 </a:t>
            </a:r>
          </a:p>
        </p:txBody>
      </p:sp>
    </p:spTree>
    <p:extLst>
      <p:ext uri="{BB962C8B-B14F-4D97-AF65-F5344CB8AC3E}">
        <p14:creationId xmlns:p14="http://schemas.microsoft.com/office/powerpoint/2010/main" val="44280838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39" grpId="1" animBg="1"/>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4593" name="Rectangle 2">
            <a:extLst>
              <a:ext uri="{FF2B5EF4-FFF2-40B4-BE49-F238E27FC236}">
                <a16:creationId xmlns:a16="http://schemas.microsoft.com/office/drawing/2014/main" id="{BE5FD5D3-1B2B-3F44-9504-9AEE1AB8CF81}"/>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IPv6 </a:t>
            </a:r>
            <a:r>
              <a:rPr lang="zh-CN" altLang="en-US">
                <a:latin typeface="Times New Roman" panose="02020603050405020304" pitchFamily="18" charset="0"/>
                <a:ea typeface="宋体" panose="02010600030101010101" pitchFamily="2" charset="-122"/>
              </a:rPr>
              <a:t>的扩展首部</a:t>
            </a:r>
          </a:p>
        </p:txBody>
      </p:sp>
      <p:sp>
        <p:nvSpPr>
          <p:cNvPr id="646147" name="Rectangle 3">
            <a:extLst>
              <a:ext uri="{FF2B5EF4-FFF2-40B4-BE49-F238E27FC236}">
                <a16:creationId xmlns:a16="http://schemas.microsoft.com/office/drawing/2014/main" id="{C182F67B-8783-DE45-801D-DF583106337F}"/>
              </a:ext>
            </a:extLst>
          </p:cNvPr>
          <p:cNvSpPr>
            <a:spLocks noGrp="1" noChangeArrowheads="1"/>
          </p:cNvSpPr>
          <p:nvPr>
            <p:ph idx="1"/>
          </p:nvPr>
        </p:nvSpPr>
        <p:spPr/>
        <p:txBody>
          <a:bodyPr/>
          <a:lstStyle/>
          <a:p>
            <a:r>
              <a:rPr lang="en-US" altLang="zh-CN">
                <a:latin typeface="Times New Roman" panose="02020603050405020304" pitchFamily="18" charset="0"/>
                <a:ea typeface="宋体" panose="02010600030101010101" pitchFamily="2" charset="-122"/>
              </a:rPr>
              <a:t>IPv6 </a:t>
            </a:r>
            <a:r>
              <a:rPr lang="zh-CN" altLang="en-US">
                <a:latin typeface="Times New Roman" panose="02020603050405020304" pitchFamily="18" charset="0"/>
                <a:ea typeface="宋体" panose="02010600030101010101" pitchFamily="2" charset="-122"/>
              </a:rPr>
              <a:t>把原来 </a:t>
            </a:r>
            <a:r>
              <a:rPr lang="en-US" altLang="zh-CN">
                <a:latin typeface="Times New Roman" panose="02020603050405020304" pitchFamily="18" charset="0"/>
                <a:ea typeface="宋体" panose="02010600030101010101" pitchFamily="2" charset="-122"/>
              </a:rPr>
              <a:t>IPv4 </a:t>
            </a:r>
            <a:r>
              <a:rPr lang="zh-CN" altLang="en-US">
                <a:latin typeface="Times New Roman" panose="02020603050405020304" pitchFamily="18" charset="0"/>
                <a:ea typeface="宋体" panose="02010600030101010101" pitchFamily="2" charset="-122"/>
              </a:rPr>
              <a:t>首部中选项的功能都放在</a:t>
            </a:r>
            <a:r>
              <a:rPr lang="zh-CN" altLang="en-US">
                <a:solidFill>
                  <a:srgbClr val="FF0000"/>
                </a:solidFill>
                <a:latin typeface="Times New Roman" panose="02020603050405020304" pitchFamily="18" charset="0"/>
                <a:ea typeface="宋体" panose="02010600030101010101" pitchFamily="2" charset="-122"/>
              </a:rPr>
              <a:t>扩展首部</a:t>
            </a:r>
            <a:r>
              <a:rPr lang="zh-CN" altLang="en-US">
                <a:latin typeface="Times New Roman" panose="02020603050405020304" pitchFamily="18" charset="0"/>
                <a:ea typeface="宋体" panose="02010600030101010101" pitchFamily="2" charset="-122"/>
              </a:rPr>
              <a:t>中，并将扩展首部留给路径两端的源站和目的站的主机来处理。</a:t>
            </a:r>
          </a:p>
          <a:p>
            <a:r>
              <a:rPr lang="zh-CN" altLang="en-US">
                <a:solidFill>
                  <a:srgbClr val="0000FF"/>
                </a:solidFill>
                <a:latin typeface="Times New Roman" panose="02020603050405020304" pitchFamily="18" charset="0"/>
                <a:ea typeface="宋体" panose="02010600030101010101" pitchFamily="2" charset="-122"/>
              </a:rPr>
              <a:t>数据报途中经过的路由器都不处理这些扩展首部（只有一个首部例外，即逐跳选项扩展首部）。</a:t>
            </a:r>
          </a:p>
          <a:p>
            <a:r>
              <a:rPr lang="zh-CN" altLang="en-US">
                <a:latin typeface="Times New Roman" panose="02020603050405020304" pitchFamily="18" charset="0"/>
                <a:ea typeface="宋体" panose="02010600030101010101" pitchFamily="2" charset="-122"/>
              </a:rPr>
              <a:t>这样就</a:t>
            </a:r>
            <a:r>
              <a:rPr lang="zh-CN" altLang="en-US">
                <a:solidFill>
                  <a:srgbClr val="FF0000"/>
                </a:solidFill>
                <a:latin typeface="Times New Roman" panose="02020603050405020304" pitchFamily="18" charset="0"/>
                <a:ea typeface="宋体" panose="02010600030101010101" pitchFamily="2" charset="-122"/>
              </a:rPr>
              <a:t>大大提高了路由器的处理效率。</a:t>
            </a:r>
            <a:r>
              <a:rPr lang="zh-CN" altLang="en-US">
                <a:latin typeface="Times New Roman" panose="02020603050405020304" pitchFamily="18" charset="0"/>
                <a:ea typeface="宋体" panose="02010600030101010101" pitchFamily="2" charset="-122"/>
              </a:rPr>
              <a:t> </a:t>
            </a:r>
          </a:p>
        </p:txBody>
      </p:sp>
    </p:spTree>
    <p:extLst>
      <p:ext uri="{BB962C8B-B14F-4D97-AF65-F5344CB8AC3E}">
        <p14:creationId xmlns:p14="http://schemas.microsoft.com/office/powerpoint/2010/main" val="114212993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46147">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46147">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6641" name="Rectangle 2">
            <a:extLst>
              <a:ext uri="{FF2B5EF4-FFF2-40B4-BE49-F238E27FC236}">
                <a16:creationId xmlns:a16="http://schemas.microsoft.com/office/drawing/2014/main" id="{05248DAA-CE0B-7B46-8D66-5A4EBABFB55C}"/>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六种扩展首部 </a:t>
            </a:r>
          </a:p>
        </p:txBody>
      </p:sp>
      <p:sp>
        <p:nvSpPr>
          <p:cNvPr id="496642" name="Rectangle 3">
            <a:extLst>
              <a:ext uri="{FF2B5EF4-FFF2-40B4-BE49-F238E27FC236}">
                <a16:creationId xmlns:a16="http://schemas.microsoft.com/office/drawing/2014/main" id="{C08E206D-FF26-9447-AFD1-96EE9E090D9F}"/>
              </a:ext>
            </a:extLst>
          </p:cNvPr>
          <p:cNvSpPr>
            <a:spLocks noGrp="1" noChangeArrowheads="1"/>
          </p:cNvSpPr>
          <p:nvPr>
            <p:ph idx="1"/>
          </p:nvPr>
        </p:nvSpPr>
        <p:spPr/>
        <p:txBody>
          <a:bodyPr/>
          <a:lstStyle/>
          <a:p>
            <a:pPr>
              <a:buFont typeface="Wingdings" pitchFamily="2" charset="2"/>
              <a:buNone/>
            </a:pPr>
            <a:r>
              <a:rPr lang="zh-CN" altLang="en-US">
                <a:latin typeface="Times New Roman" panose="02020603050405020304" pitchFamily="18" charset="0"/>
                <a:ea typeface="宋体" panose="02010600030101010101" pitchFamily="2" charset="-122"/>
              </a:rPr>
              <a:t>在 </a:t>
            </a:r>
            <a:r>
              <a:rPr lang="en-US" altLang="zh-CN">
                <a:latin typeface="Times New Roman" panose="02020603050405020304" pitchFamily="18" charset="0"/>
                <a:ea typeface="宋体" panose="02010600030101010101" pitchFamily="2" charset="-122"/>
              </a:rPr>
              <a:t>RFC 2460 </a:t>
            </a:r>
            <a:r>
              <a:rPr lang="zh-CN" altLang="en-US">
                <a:latin typeface="Times New Roman" panose="02020603050405020304" pitchFamily="18" charset="0"/>
                <a:ea typeface="宋体" panose="02010600030101010101" pitchFamily="2" charset="-122"/>
              </a:rPr>
              <a:t>中定义了</a:t>
            </a:r>
            <a:r>
              <a:rPr lang="zh-CN" altLang="en-US">
                <a:solidFill>
                  <a:srgbClr val="FF0000"/>
                </a:solidFill>
                <a:latin typeface="Times New Roman" panose="02020603050405020304" pitchFamily="18" charset="0"/>
                <a:ea typeface="宋体" panose="02010600030101010101" pitchFamily="2" charset="-122"/>
              </a:rPr>
              <a:t>六种扩展首部：</a:t>
            </a:r>
          </a:p>
          <a:p>
            <a:pPr>
              <a:buFont typeface="Wingdings" pitchFamily="2" charset="2"/>
              <a:buNone/>
            </a:pPr>
            <a:r>
              <a:rPr lang="zh-CN" altLang="en-US">
                <a:latin typeface="Times New Roman" panose="02020603050405020304" pitchFamily="18" charset="0"/>
                <a:ea typeface="宋体" panose="02010600030101010101" pitchFamily="2" charset="-122"/>
              </a:rPr>
              <a:t> </a:t>
            </a:r>
            <a:r>
              <a:rPr lang="en-US" altLang="zh-CN">
                <a:latin typeface="Times New Roman" panose="02020603050405020304" pitchFamily="18" charset="0"/>
                <a:ea typeface="宋体" panose="02010600030101010101" pitchFamily="2" charset="-122"/>
              </a:rPr>
              <a:t>(1) </a:t>
            </a:r>
            <a:r>
              <a:rPr lang="zh-CN" altLang="en-US">
                <a:latin typeface="Times New Roman" panose="02020603050405020304" pitchFamily="18" charset="0"/>
                <a:ea typeface="宋体" panose="02010600030101010101" pitchFamily="2" charset="-122"/>
              </a:rPr>
              <a:t>逐跳选项</a:t>
            </a:r>
          </a:p>
          <a:p>
            <a:pPr>
              <a:buFont typeface="Wingdings" pitchFamily="2" charset="2"/>
              <a:buNone/>
            </a:pPr>
            <a:r>
              <a:rPr lang="zh-CN" altLang="en-US">
                <a:latin typeface="Times New Roman" panose="02020603050405020304" pitchFamily="18" charset="0"/>
                <a:ea typeface="宋体" panose="02010600030101010101" pitchFamily="2" charset="-122"/>
              </a:rPr>
              <a:t> </a:t>
            </a:r>
            <a:r>
              <a:rPr lang="en-US" altLang="zh-CN">
                <a:latin typeface="Times New Roman" panose="02020603050405020304" pitchFamily="18" charset="0"/>
                <a:ea typeface="宋体" panose="02010600030101010101" pitchFamily="2" charset="-122"/>
              </a:rPr>
              <a:t>(2) </a:t>
            </a:r>
            <a:r>
              <a:rPr lang="zh-CN" altLang="en-US">
                <a:latin typeface="Times New Roman" panose="02020603050405020304" pitchFamily="18" charset="0"/>
                <a:ea typeface="宋体" panose="02010600030101010101" pitchFamily="2" charset="-122"/>
              </a:rPr>
              <a:t>路由选择</a:t>
            </a:r>
          </a:p>
          <a:p>
            <a:pPr>
              <a:buFont typeface="Wingdings" pitchFamily="2" charset="2"/>
              <a:buNone/>
            </a:pPr>
            <a:r>
              <a:rPr lang="zh-CN" altLang="en-US">
                <a:latin typeface="Times New Roman" panose="02020603050405020304" pitchFamily="18" charset="0"/>
                <a:ea typeface="宋体" panose="02010600030101010101" pitchFamily="2" charset="-122"/>
              </a:rPr>
              <a:t> </a:t>
            </a:r>
            <a:r>
              <a:rPr lang="en-US" altLang="zh-CN">
                <a:latin typeface="Times New Roman" panose="02020603050405020304" pitchFamily="18" charset="0"/>
                <a:ea typeface="宋体" panose="02010600030101010101" pitchFamily="2" charset="-122"/>
              </a:rPr>
              <a:t>(3) </a:t>
            </a:r>
            <a:r>
              <a:rPr lang="zh-CN" altLang="en-US">
                <a:latin typeface="Times New Roman" panose="02020603050405020304" pitchFamily="18" charset="0"/>
                <a:ea typeface="宋体" panose="02010600030101010101" pitchFamily="2" charset="-122"/>
              </a:rPr>
              <a:t>分片</a:t>
            </a:r>
          </a:p>
          <a:p>
            <a:pPr>
              <a:buFont typeface="Wingdings" pitchFamily="2" charset="2"/>
              <a:buNone/>
            </a:pPr>
            <a:r>
              <a:rPr lang="zh-CN" altLang="en-US">
                <a:latin typeface="Times New Roman" panose="02020603050405020304" pitchFamily="18" charset="0"/>
                <a:ea typeface="宋体" panose="02010600030101010101" pitchFamily="2" charset="-122"/>
              </a:rPr>
              <a:t> </a:t>
            </a:r>
            <a:r>
              <a:rPr lang="en-US" altLang="zh-CN">
                <a:latin typeface="Times New Roman" panose="02020603050405020304" pitchFamily="18" charset="0"/>
                <a:ea typeface="宋体" panose="02010600030101010101" pitchFamily="2" charset="-122"/>
              </a:rPr>
              <a:t>(4) </a:t>
            </a:r>
            <a:r>
              <a:rPr lang="zh-CN" altLang="en-US">
                <a:latin typeface="Times New Roman" panose="02020603050405020304" pitchFamily="18" charset="0"/>
                <a:ea typeface="宋体" panose="02010600030101010101" pitchFamily="2" charset="-122"/>
              </a:rPr>
              <a:t>鉴别</a:t>
            </a:r>
          </a:p>
          <a:p>
            <a:pPr>
              <a:buFont typeface="Wingdings" pitchFamily="2" charset="2"/>
              <a:buNone/>
            </a:pPr>
            <a:r>
              <a:rPr lang="zh-CN" altLang="en-US">
                <a:latin typeface="Times New Roman" panose="02020603050405020304" pitchFamily="18" charset="0"/>
                <a:ea typeface="宋体" panose="02010600030101010101" pitchFamily="2" charset="-122"/>
              </a:rPr>
              <a:t> </a:t>
            </a:r>
            <a:r>
              <a:rPr lang="en-US" altLang="zh-CN">
                <a:latin typeface="Times New Roman" panose="02020603050405020304" pitchFamily="18" charset="0"/>
                <a:ea typeface="宋体" panose="02010600030101010101" pitchFamily="2" charset="-122"/>
              </a:rPr>
              <a:t>(5) </a:t>
            </a:r>
            <a:r>
              <a:rPr lang="zh-CN" altLang="en-US">
                <a:latin typeface="Times New Roman" panose="02020603050405020304" pitchFamily="18" charset="0"/>
                <a:ea typeface="宋体" panose="02010600030101010101" pitchFamily="2" charset="-122"/>
              </a:rPr>
              <a:t>封装安全有效载荷</a:t>
            </a:r>
          </a:p>
          <a:p>
            <a:pPr>
              <a:buFont typeface="Wingdings" pitchFamily="2" charset="2"/>
              <a:buNone/>
            </a:pPr>
            <a:r>
              <a:rPr lang="zh-CN" altLang="en-US">
                <a:latin typeface="Times New Roman" panose="02020603050405020304" pitchFamily="18" charset="0"/>
                <a:ea typeface="宋体" panose="02010600030101010101" pitchFamily="2" charset="-122"/>
              </a:rPr>
              <a:t> </a:t>
            </a:r>
            <a:r>
              <a:rPr lang="en-US" altLang="zh-CN">
                <a:latin typeface="Times New Roman" panose="02020603050405020304" pitchFamily="18" charset="0"/>
                <a:ea typeface="宋体" panose="02010600030101010101" pitchFamily="2" charset="-122"/>
              </a:rPr>
              <a:t>(6) </a:t>
            </a:r>
            <a:r>
              <a:rPr lang="zh-CN" altLang="en-US">
                <a:latin typeface="Times New Roman" panose="02020603050405020304" pitchFamily="18" charset="0"/>
                <a:ea typeface="宋体" panose="02010600030101010101" pitchFamily="2" charset="-122"/>
              </a:rPr>
              <a:t>目的站选项 </a:t>
            </a:r>
          </a:p>
        </p:txBody>
      </p:sp>
      <p:sp>
        <p:nvSpPr>
          <p:cNvPr id="496643" name="矩形 1">
            <a:extLst>
              <a:ext uri="{FF2B5EF4-FFF2-40B4-BE49-F238E27FC236}">
                <a16:creationId xmlns:a16="http://schemas.microsoft.com/office/drawing/2014/main" id="{8D723CDC-D43D-C14C-95F4-7F1DBE62F1A2}"/>
              </a:ext>
            </a:extLst>
          </p:cNvPr>
          <p:cNvSpPr>
            <a:spLocks noChangeArrowheads="1"/>
          </p:cNvSpPr>
          <p:nvPr/>
        </p:nvSpPr>
        <p:spPr bwMode="auto">
          <a:xfrm>
            <a:off x="3924301" y="1624013"/>
            <a:ext cx="3937397" cy="1466620"/>
          </a:xfrm>
          <a:prstGeom prst="rect">
            <a:avLst/>
          </a:prstGeom>
          <a:solidFill>
            <a:srgbClr val="66FF66"/>
          </a:solidFill>
          <a:ln w="9525">
            <a:solidFill>
              <a:schemeClr val="tx1"/>
            </a:solidFill>
            <a:miter lim="800000"/>
            <a:headEnd/>
            <a:tailEnd/>
          </a:ln>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110000"/>
              </a:lnSpc>
              <a:spcBef>
                <a:spcPts val="413"/>
              </a:spcBef>
              <a:buClrTx/>
              <a:buSzTx/>
              <a:buNone/>
            </a:pPr>
            <a:r>
              <a:rPr lang="zh-CN" altLang="zh-CN" sz="1650">
                <a:solidFill>
                  <a:srgbClr val="000099"/>
                </a:solidFill>
                <a:latin typeface="微软雅黑" panose="020B0503020204020204" pitchFamily="34" charset="-122"/>
                <a:ea typeface="宋体" panose="02010600030101010101" pitchFamily="2" charset="-122"/>
              </a:rPr>
              <a:t>每一个扩展首部都由若干个字段组成，它们的长度也各不</a:t>
            </a:r>
            <a:r>
              <a:rPr lang="zh-CN" altLang="en-US" sz="1650">
                <a:solidFill>
                  <a:srgbClr val="000099"/>
                </a:solidFill>
                <a:latin typeface="微软雅黑" panose="020B0503020204020204" pitchFamily="34" charset="-122"/>
                <a:ea typeface="宋体" panose="02010600030101010101" pitchFamily="2" charset="-122"/>
              </a:rPr>
              <a:t>相</a:t>
            </a:r>
            <a:r>
              <a:rPr lang="zh-CN" altLang="zh-CN" sz="1650">
                <a:solidFill>
                  <a:srgbClr val="000099"/>
                </a:solidFill>
                <a:latin typeface="微软雅黑" panose="020B0503020204020204" pitchFamily="34" charset="-122"/>
                <a:ea typeface="宋体" panose="02010600030101010101" pitchFamily="2" charset="-122"/>
              </a:rPr>
              <a:t>同。但所有扩展首部的第一个字段都是</a:t>
            </a:r>
            <a:r>
              <a:rPr lang="en-US" altLang="zh-CN" sz="1650">
                <a:solidFill>
                  <a:srgbClr val="000099"/>
                </a:solidFill>
                <a:latin typeface="微软雅黑" panose="020B0503020204020204" pitchFamily="34" charset="-122"/>
                <a:ea typeface="宋体" panose="02010600030101010101" pitchFamily="2" charset="-122"/>
              </a:rPr>
              <a:t>8</a:t>
            </a:r>
            <a:r>
              <a:rPr lang="zh-CN" altLang="zh-CN" sz="1650">
                <a:solidFill>
                  <a:srgbClr val="000099"/>
                </a:solidFill>
                <a:latin typeface="微软雅黑" panose="020B0503020204020204" pitchFamily="34" charset="-122"/>
                <a:ea typeface="宋体" panose="02010600030101010101" pitchFamily="2" charset="-122"/>
              </a:rPr>
              <a:t>位的</a:t>
            </a:r>
            <a:r>
              <a:rPr lang="zh-CN" altLang="zh-CN" sz="1650">
                <a:solidFill>
                  <a:srgbClr val="000099"/>
                </a:solidFill>
                <a:latin typeface="Arial" panose="020B0604020202020204" pitchFamily="34" charset="0"/>
                <a:ea typeface="宋体" panose="02010600030101010101" pitchFamily="2" charset="-122"/>
              </a:rPr>
              <a:t>“</a:t>
            </a:r>
            <a:r>
              <a:rPr lang="zh-CN" altLang="zh-CN" sz="1650">
                <a:solidFill>
                  <a:srgbClr val="000099"/>
                </a:solidFill>
                <a:latin typeface="微软雅黑" panose="020B0503020204020204" pitchFamily="34" charset="-122"/>
                <a:ea typeface="宋体" panose="02010600030101010101" pitchFamily="2" charset="-122"/>
              </a:rPr>
              <a:t>下一个首部</a:t>
            </a:r>
            <a:r>
              <a:rPr lang="zh-CN" altLang="zh-CN" sz="1650">
                <a:solidFill>
                  <a:srgbClr val="000099"/>
                </a:solidFill>
                <a:latin typeface="Arial" panose="020B0604020202020204" pitchFamily="34" charset="0"/>
                <a:ea typeface="宋体" panose="02010600030101010101" pitchFamily="2" charset="-122"/>
              </a:rPr>
              <a:t>”</a:t>
            </a:r>
            <a:r>
              <a:rPr lang="zh-CN" altLang="zh-CN" sz="1650">
                <a:solidFill>
                  <a:srgbClr val="000099"/>
                </a:solidFill>
                <a:latin typeface="微软雅黑" panose="020B0503020204020204" pitchFamily="34" charset="-122"/>
                <a:ea typeface="宋体" panose="02010600030101010101" pitchFamily="2" charset="-122"/>
              </a:rPr>
              <a:t>字段。此字段的值指出了在该扩展首部后面的字段是什么。</a:t>
            </a:r>
            <a:endParaRPr lang="zh-CN" altLang="en-US" sz="1650">
              <a:solidFill>
                <a:srgbClr val="000099"/>
              </a:solidFill>
              <a:latin typeface="微软雅黑" panose="020B0503020204020204" pitchFamily="34" charset="-122"/>
              <a:ea typeface="宋体" panose="02010600030101010101" pitchFamily="2" charset="-122"/>
            </a:endParaRPr>
          </a:p>
        </p:txBody>
      </p:sp>
    </p:spTree>
    <p:extLst>
      <p:ext uri="{BB962C8B-B14F-4D97-AF65-F5344CB8AC3E}">
        <p14:creationId xmlns:p14="http://schemas.microsoft.com/office/powerpoint/2010/main" val="2940386762"/>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8689" name="标题 1">
            <a:extLst>
              <a:ext uri="{FF2B5EF4-FFF2-40B4-BE49-F238E27FC236}">
                <a16:creationId xmlns:a16="http://schemas.microsoft.com/office/drawing/2014/main" id="{08D8C651-CC6D-D044-8820-F9323103869D}"/>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IPv6 </a:t>
            </a:r>
            <a:r>
              <a:rPr lang="zh-CN" altLang="zh-CN">
                <a:latin typeface="Times New Roman" panose="02020603050405020304" pitchFamily="18" charset="0"/>
                <a:ea typeface="宋体" panose="02010600030101010101" pitchFamily="2" charset="-122"/>
              </a:rPr>
              <a:t>的地址</a:t>
            </a:r>
            <a:endParaRPr lang="zh-CN" altLang="en-US">
              <a:latin typeface="Times New Roman" panose="02020603050405020304" pitchFamily="18" charset="0"/>
              <a:ea typeface="宋体" panose="02010600030101010101" pitchFamily="2" charset="-122"/>
            </a:endParaRPr>
          </a:p>
        </p:txBody>
      </p:sp>
      <p:sp>
        <p:nvSpPr>
          <p:cNvPr id="498690" name="内容占位符 2">
            <a:extLst>
              <a:ext uri="{FF2B5EF4-FFF2-40B4-BE49-F238E27FC236}">
                <a16:creationId xmlns:a16="http://schemas.microsoft.com/office/drawing/2014/main" id="{BAB5DA12-B8CE-7B45-B34F-81DD40492F58}"/>
              </a:ext>
            </a:extLst>
          </p:cNvPr>
          <p:cNvSpPr>
            <a:spLocks noGrp="1" noChangeArrowheads="1"/>
          </p:cNvSpPr>
          <p:nvPr>
            <p:ph idx="1"/>
          </p:nvPr>
        </p:nvSpPr>
        <p:spPr/>
        <p:txBody>
          <a:bodyPr/>
          <a:lstStyle/>
          <a:p>
            <a:r>
              <a:rPr lang="en-US" altLang="zh-CN">
                <a:latin typeface="Times New Roman" panose="02020603050405020304" pitchFamily="18" charset="0"/>
                <a:ea typeface="宋体" panose="02010600030101010101" pitchFamily="2" charset="-122"/>
              </a:rPr>
              <a:t>IPv6 </a:t>
            </a:r>
            <a:r>
              <a:rPr lang="zh-CN" altLang="en-US">
                <a:latin typeface="Times New Roman" panose="02020603050405020304" pitchFamily="18" charset="0"/>
                <a:ea typeface="宋体" panose="02010600030101010101" pitchFamily="2" charset="-122"/>
              </a:rPr>
              <a:t>数据报的目的地址可以是以下三种基本类型地址之一：</a:t>
            </a:r>
          </a:p>
          <a:p>
            <a:pPr marL="735806" lvl="1" indent="-392906">
              <a:buNone/>
            </a:pPr>
            <a:r>
              <a:rPr lang="en-US" altLang="zh-CN">
                <a:latin typeface="Times New Roman" panose="02020603050405020304" pitchFamily="18" charset="0"/>
                <a:ea typeface="宋体" panose="02010600030101010101" pitchFamily="2" charset="-122"/>
              </a:rPr>
              <a:t>(1) </a:t>
            </a:r>
            <a:r>
              <a:rPr lang="zh-CN" altLang="en-US">
                <a:solidFill>
                  <a:srgbClr val="FF0000"/>
                </a:solidFill>
                <a:latin typeface="Times New Roman" panose="02020603050405020304" pitchFamily="18" charset="0"/>
                <a:ea typeface="宋体" panose="02010600030101010101" pitchFamily="2" charset="-122"/>
              </a:rPr>
              <a:t>单播</a:t>
            </a:r>
            <a:r>
              <a:rPr lang="zh-CN" altLang="en-US">
                <a:solidFill>
                  <a:schemeClr val="hlink"/>
                </a:solidFill>
                <a:latin typeface="Times New Roman" panose="02020603050405020304" pitchFamily="18" charset="0"/>
                <a:ea typeface="宋体" panose="02010600030101010101" pitchFamily="2" charset="-122"/>
              </a:rPr>
              <a:t> </a:t>
            </a:r>
            <a:r>
              <a:rPr lang="en-US" altLang="zh-CN">
                <a:latin typeface="Times New Roman" panose="02020603050405020304" pitchFamily="18" charset="0"/>
                <a:ea typeface="宋体" panose="02010600030101010101" pitchFamily="2" charset="-122"/>
              </a:rPr>
              <a:t>(unicast)</a:t>
            </a:r>
            <a:r>
              <a:rPr lang="zh-CN" altLang="en-US">
                <a:latin typeface="Times New Roman" panose="02020603050405020304" pitchFamily="18" charset="0"/>
                <a:ea typeface="宋体" panose="02010600030101010101" pitchFamily="2" charset="-122"/>
              </a:rPr>
              <a:t>：传统的点对点通信。</a:t>
            </a:r>
          </a:p>
          <a:p>
            <a:pPr marL="735806" lvl="1" indent="-392906">
              <a:buNone/>
            </a:pPr>
            <a:r>
              <a:rPr lang="en-US" altLang="zh-CN">
                <a:latin typeface="Times New Roman" panose="02020603050405020304" pitchFamily="18" charset="0"/>
                <a:ea typeface="宋体" panose="02010600030101010101" pitchFamily="2" charset="-122"/>
              </a:rPr>
              <a:t>(2) </a:t>
            </a:r>
            <a:r>
              <a:rPr lang="zh-CN" altLang="en-US">
                <a:solidFill>
                  <a:srgbClr val="FF0000"/>
                </a:solidFill>
                <a:latin typeface="Times New Roman" panose="02020603050405020304" pitchFamily="18" charset="0"/>
                <a:ea typeface="宋体" panose="02010600030101010101" pitchFamily="2" charset="-122"/>
              </a:rPr>
              <a:t>多播</a:t>
            </a:r>
            <a:r>
              <a:rPr lang="zh-CN" altLang="en-US">
                <a:solidFill>
                  <a:schemeClr val="hlink"/>
                </a:solidFill>
                <a:latin typeface="Times New Roman" panose="02020603050405020304" pitchFamily="18" charset="0"/>
                <a:ea typeface="宋体" panose="02010600030101010101" pitchFamily="2" charset="-122"/>
              </a:rPr>
              <a:t> </a:t>
            </a:r>
            <a:r>
              <a:rPr lang="en-US" altLang="zh-CN">
                <a:latin typeface="Times New Roman" panose="02020603050405020304" pitchFamily="18" charset="0"/>
                <a:ea typeface="宋体" panose="02010600030101010101" pitchFamily="2" charset="-122"/>
              </a:rPr>
              <a:t>(multicast)</a:t>
            </a:r>
            <a:r>
              <a:rPr lang="zh-CN" altLang="en-US">
                <a:latin typeface="Times New Roman" panose="02020603050405020304" pitchFamily="18" charset="0"/>
                <a:ea typeface="宋体" panose="02010600030101010101" pitchFamily="2" charset="-122"/>
              </a:rPr>
              <a:t>：一点对多点的通信。</a:t>
            </a:r>
          </a:p>
          <a:p>
            <a:pPr marL="735806" lvl="1" indent="-392906">
              <a:buNone/>
            </a:pPr>
            <a:r>
              <a:rPr lang="en-US" altLang="zh-CN">
                <a:latin typeface="Times New Roman" panose="02020603050405020304" pitchFamily="18" charset="0"/>
                <a:ea typeface="宋体" panose="02010600030101010101" pitchFamily="2" charset="-122"/>
              </a:rPr>
              <a:t>(3) </a:t>
            </a:r>
            <a:r>
              <a:rPr lang="zh-CN" altLang="en-US">
                <a:solidFill>
                  <a:srgbClr val="FF0000"/>
                </a:solidFill>
                <a:latin typeface="Times New Roman" panose="02020603050405020304" pitchFamily="18" charset="0"/>
                <a:ea typeface="宋体" panose="02010600030101010101" pitchFamily="2" charset="-122"/>
              </a:rPr>
              <a:t>选播</a:t>
            </a:r>
            <a:r>
              <a:rPr lang="en-US" altLang="zh-CN">
                <a:latin typeface="Times New Roman" panose="02020603050405020304" pitchFamily="18" charset="0"/>
                <a:ea typeface="宋体" panose="02010600030101010101" pitchFamily="2" charset="-122"/>
              </a:rPr>
              <a:t>(anycast</a:t>
            </a:r>
            <a:r>
              <a:rPr lang="zh-CN" altLang="en-US">
                <a:latin typeface="Times New Roman" panose="02020603050405020304" pitchFamily="18" charset="0"/>
                <a:ea typeface="宋体" panose="02010600030101010101" pitchFamily="2" charset="-122"/>
              </a:rPr>
              <a:t>，或译为</a:t>
            </a:r>
            <a:r>
              <a:rPr lang="zh-CN" altLang="en-US">
                <a:solidFill>
                  <a:srgbClr val="FF0000"/>
                </a:solidFill>
                <a:latin typeface="Times New Roman" panose="02020603050405020304" pitchFamily="18" charset="0"/>
                <a:ea typeface="宋体" panose="02010600030101010101" pitchFamily="2" charset="-122"/>
              </a:rPr>
              <a:t>任播</a:t>
            </a:r>
            <a:r>
              <a:rPr lang="en-US" altLang="zh-CN">
                <a:latin typeface="Times New Roman" panose="02020603050405020304" pitchFamily="18" charset="0"/>
                <a:ea typeface="宋体" panose="02010600030101010101" pitchFamily="2" charset="-122"/>
              </a:rPr>
              <a:t>)</a:t>
            </a:r>
            <a:r>
              <a:rPr lang="zh-CN" altLang="en-US">
                <a:latin typeface="Times New Roman" panose="02020603050405020304" pitchFamily="18" charset="0"/>
                <a:ea typeface="宋体" panose="02010600030101010101" pitchFamily="2" charset="-122"/>
              </a:rPr>
              <a:t>：这是 </a:t>
            </a:r>
            <a:r>
              <a:rPr lang="en-US" altLang="zh-CN">
                <a:latin typeface="Times New Roman" panose="02020603050405020304" pitchFamily="18" charset="0"/>
                <a:ea typeface="宋体" panose="02010600030101010101" pitchFamily="2" charset="-122"/>
              </a:rPr>
              <a:t>IPv6 </a:t>
            </a:r>
            <a:r>
              <a:rPr lang="zh-CN" altLang="en-US">
                <a:latin typeface="Times New Roman" panose="02020603050405020304" pitchFamily="18" charset="0"/>
                <a:ea typeface="宋体" panose="02010600030101010101" pitchFamily="2" charset="-122"/>
              </a:rPr>
              <a:t>增加的一种类型。任播的目的站是一组计算机，但数据报在交付时只交付其中的一个，通常是距离最近的一个。 </a:t>
            </a:r>
          </a:p>
        </p:txBody>
      </p:sp>
    </p:spTree>
    <p:extLst>
      <p:ext uri="{BB962C8B-B14F-4D97-AF65-F5344CB8AC3E}">
        <p14:creationId xmlns:p14="http://schemas.microsoft.com/office/powerpoint/2010/main" val="1525037652"/>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9713" name="Rectangle 2">
            <a:extLst>
              <a:ext uri="{FF2B5EF4-FFF2-40B4-BE49-F238E27FC236}">
                <a16:creationId xmlns:a16="http://schemas.microsoft.com/office/drawing/2014/main" id="{40704A7D-273B-F04C-A373-85E0FDE6DA19}"/>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冒号十六进制记法</a:t>
            </a:r>
            <a:endParaRPr lang="en-US" altLang="zh-CN">
              <a:latin typeface="Times New Roman" panose="02020603050405020304" pitchFamily="18" charset="0"/>
              <a:ea typeface="宋体" panose="02010600030101010101" pitchFamily="2" charset="-122"/>
            </a:endParaRPr>
          </a:p>
        </p:txBody>
      </p:sp>
      <p:sp>
        <p:nvSpPr>
          <p:cNvPr id="499714" name="Rectangle 3">
            <a:extLst>
              <a:ext uri="{FF2B5EF4-FFF2-40B4-BE49-F238E27FC236}">
                <a16:creationId xmlns:a16="http://schemas.microsoft.com/office/drawing/2014/main" id="{4F4CC9B4-EFD6-7342-875F-CE0FD2F924F6}"/>
              </a:ext>
            </a:extLst>
          </p:cNvPr>
          <p:cNvSpPr>
            <a:spLocks noGrp="1" noChangeArrowheads="1"/>
          </p:cNvSpPr>
          <p:nvPr>
            <p:ph idx="1"/>
          </p:nvPr>
        </p:nvSpPr>
        <p:spPr/>
        <p:txBody>
          <a:bodyPr/>
          <a:lstStyle/>
          <a:p>
            <a:r>
              <a:rPr lang="zh-CN" altLang="zh-CN" sz="1875">
                <a:ea typeface="宋体" panose="02010600030101010101" pitchFamily="2" charset="-122"/>
              </a:rPr>
              <a:t>在</a:t>
            </a:r>
            <a:r>
              <a:rPr lang="en-US" altLang="zh-CN" sz="1875">
                <a:ea typeface="宋体" panose="02010600030101010101" pitchFamily="2" charset="-122"/>
              </a:rPr>
              <a:t>IPv6</a:t>
            </a:r>
            <a:r>
              <a:rPr lang="zh-CN" altLang="zh-CN" sz="1875">
                <a:ea typeface="宋体" panose="02010600030101010101" pitchFamily="2" charset="-122"/>
              </a:rPr>
              <a:t>中，每个地址占</a:t>
            </a:r>
            <a:r>
              <a:rPr lang="en-US" altLang="zh-CN" sz="1875">
                <a:ea typeface="宋体" panose="02010600030101010101" pitchFamily="2" charset="-122"/>
              </a:rPr>
              <a:t> 128 </a:t>
            </a:r>
            <a:r>
              <a:rPr lang="zh-CN" altLang="zh-CN" sz="1875">
                <a:ea typeface="宋体" panose="02010600030101010101" pitchFamily="2" charset="-122"/>
              </a:rPr>
              <a:t>位，地址空间大于</a:t>
            </a:r>
            <a:r>
              <a:rPr lang="en-US" altLang="zh-CN" sz="1875">
                <a:ea typeface="宋体" panose="02010600030101010101" pitchFamily="2" charset="-122"/>
              </a:rPr>
              <a:t> 3.4</a:t>
            </a:r>
            <a:r>
              <a:rPr lang="en-US" altLang="zh-CN" sz="1875">
                <a:ea typeface="宋体" panose="02010600030101010101" pitchFamily="2" charset="-122"/>
                <a:sym typeface="Symbol" pitchFamily="2" charset="2"/>
              </a:rPr>
              <a:t></a:t>
            </a:r>
            <a:r>
              <a:rPr lang="en-US" altLang="zh-CN" sz="1875">
                <a:ea typeface="宋体" panose="02010600030101010101" pitchFamily="2" charset="-122"/>
              </a:rPr>
              <a:t>10</a:t>
            </a:r>
            <a:r>
              <a:rPr lang="en-US" altLang="zh-CN" sz="1875" baseline="30000">
                <a:ea typeface="宋体" panose="02010600030101010101" pitchFamily="2" charset="-122"/>
              </a:rPr>
              <a:t>38</a:t>
            </a:r>
            <a:r>
              <a:rPr lang="en-US" altLang="zh-CN" sz="1875">
                <a:ea typeface="宋体" panose="02010600030101010101" pitchFamily="2" charset="-122"/>
              </a:rPr>
              <a:t> </a:t>
            </a:r>
            <a:r>
              <a:rPr lang="zh-CN" altLang="en-US" sz="1875">
                <a:ea typeface="宋体" panose="02010600030101010101" pitchFamily="2" charset="-122"/>
              </a:rPr>
              <a:t>。</a:t>
            </a:r>
            <a:endParaRPr lang="en-US" altLang="zh-CN" sz="1875">
              <a:ea typeface="宋体" panose="02010600030101010101" pitchFamily="2" charset="-122"/>
            </a:endParaRPr>
          </a:p>
          <a:p>
            <a:r>
              <a:rPr lang="zh-CN" altLang="zh-CN" sz="1875">
                <a:ea typeface="宋体" panose="02010600030101010101" pitchFamily="2" charset="-122"/>
              </a:rPr>
              <a:t>为了使地址再稍简洁些，</a:t>
            </a:r>
            <a:r>
              <a:rPr lang="en-US" altLang="zh-CN" sz="1875">
                <a:ea typeface="宋体" panose="02010600030101010101" pitchFamily="2" charset="-122"/>
              </a:rPr>
              <a:t>IPv6 </a:t>
            </a:r>
            <a:r>
              <a:rPr lang="zh-CN" altLang="zh-CN" sz="1875">
                <a:ea typeface="宋体" panose="02010600030101010101" pitchFamily="2" charset="-122"/>
              </a:rPr>
              <a:t>使用</a:t>
            </a:r>
            <a:r>
              <a:rPr lang="zh-CN" altLang="zh-CN" sz="1875">
                <a:solidFill>
                  <a:srgbClr val="FF0000"/>
                </a:solidFill>
                <a:ea typeface="宋体" panose="02010600030101010101" pitchFamily="2" charset="-122"/>
              </a:rPr>
              <a:t>冒号十六进制记法</a:t>
            </a:r>
            <a:r>
              <a:rPr lang="en-US" altLang="zh-CN" sz="1875">
                <a:ea typeface="宋体" panose="02010600030101010101" pitchFamily="2" charset="-122"/>
              </a:rPr>
              <a:t>(colon hexadecimal notation, </a:t>
            </a:r>
            <a:r>
              <a:rPr lang="zh-CN" altLang="zh-CN" sz="1875">
                <a:ea typeface="宋体" panose="02010600030101010101" pitchFamily="2" charset="-122"/>
              </a:rPr>
              <a:t>简写为</a:t>
            </a:r>
            <a:r>
              <a:rPr lang="en-US" altLang="zh-CN" sz="1875">
                <a:ea typeface="宋体" panose="02010600030101010101" pitchFamily="2" charset="-122"/>
              </a:rPr>
              <a:t>colon hex)</a:t>
            </a:r>
            <a:r>
              <a:rPr lang="zh-CN" altLang="en-US" sz="1875">
                <a:ea typeface="宋体" panose="02010600030101010101" pitchFamily="2" charset="-122"/>
              </a:rPr>
              <a:t>。</a:t>
            </a:r>
            <a:endParaRPr lang="en-US" altLang="zh-CN" sz="1875">
              <a:ea typeface="宋体" panose="02010600030101010101" pitchFamily="2" charset="-122"/>
            </a:endParaRPr>
          </a:p>
          <a:p>
            <a:r>
              <a:rPr lang="zh-CN" altLang="en-US" sz="1875">
                <a:ea typeface="宋体" panose="02010600030101010101" pitchFamily="2" charset="-122"/>
              </a:rPr>
              <a:t>每个 </a:t>
            </a:r>
            <a:r>
              <a:rPr lang="en-US" altLang="zh-CN" sz="1875">
                <a:ea typeface="宋体" panose="02010600030101010101" pitchFamily="2" charset="-122"/>
              </a:rPr>
              <a:t>16 </a:t>
            </a:r>
            <a:r>
              <a:rPr lang="zh-CN" altLang="en-US" sz="1875">
                <a:ea typeface="宋体" panose="02010600030101010101" pitchFamily="2" charset="-122"/>
              </a:rPr>
              <a:t>位的值用十六进制值表示，各值之间用冒号分隔。例如：</a:t>
            </a:r>
            <a:endParaRPr lang="en-US" altLang="zh-CN" sz="1875">
              <a:ea typeface="宋体" panose="02010600030101010101" pitchFamily="2" charset="-122"/>
            </a:endParaRPr>
          </a:p>
          <a:p>
            <a:pPr>
              <a:buFont typeface="Wingdings" pitchFamily="2" charset="2"/>
              <a:buNone/>
            </a:pPr>
            <a:r>
              <a:rPr lang="en-US" altLang="zh-CN" sz="1875">
                <a:ea typeface="宋体" panose="02010600030101010101" pitchFamily="2" charset="-122"/>
              </a:rPr>
              <a:t>   </a:t>
            </a:r>
            <a:r>
              <a:rPr lang="en-US" altLang="zh-CN">
                <a:solidFill>
                  <a:srgbClr val="0000FF"/>
                </a:solidFill>
                <a:latin typeface="Times New Roman" panose="02020603050405020304" pitchFamily="18" charset="0"/>
                <a:ea typeface="宋体" panose="02010600030101010101" pitchFamily="2" charset="-122"/>
              </a:rPr>
              <a:t>68E6:8C64:FFFF:FFFF:0:1180:960A:FFFF</a:t>
            </a:r>
          </a:p>
          <a:p>
            <a:r>
              <a:rPr lang="zh-CN" altLang="zh-CN" sz="1875">
                <a:ea typeface="宋体" panose="02010600030101010101" pitchFamily="2" charset="-122"/>
              </a:rPr>
              <a:t>在十六进制记法中，允许把数字前面的</a:t>
            </a:r>
            <a:r>
              <a:rPr lang="en-US" altLang="zh-CN" sz="1875">
                <a:ea typeface="宋体" panose="02010600030101010101" pitchFamily="2" charset="-122"/>
              </a:rPr>
              <a:t>0</a:t>
            </a:r>
            <a:r>
              <a:rPr lang="zh-CN" altLang="zh-CN" sz="1875">
                <a:ea typeface="宋体" panose="02010600030101010101" pitchFamily="2" charset="-122"/>
              </a:rPr>
              <a:t>省略。</a:t>
            </a:r>
            <a:r>
              <a:rPr lang="zh-CN" altLang="en-US" sz="1875">
                <a:ea typeface="宋体" panose="02010600030101010101" pitchFamily="2" charset="-122"/>
              </a:rPr>
              <a:t>例如</a:t>
            </a:r>
            <a:r>
              <a:rPr lang="zh-CN" altLang="zh-CN" sz="1875">
                <a:ea typeface="宋体" panose="02010600030101010101" pitchFamily="2" charset="-122"/>
              </a:rPr>
              <a:t>把</a:t>
            </a:r>
            <a:r>
              <a:rPr lang="en-US" altLang="zh-CN" sz="1875">
                <a:ea typeface="宋体" panose="02010600030101010101" pitchFamily="2" charset="-122"/>
              </a:rPr>
              <a:t>0000</a:t>
            </a:r>
            <a:r>
              <a:rPr lang="zh-CN" altLang="zh-CN" sz="1875">
                <a:ea typeface="宋体" panose="02010600030101010101" pitchFamily="2" charset="-122"/>
              </a:rPr>
              <a:t>中的前三个</a:t>
            </a:r>
            <a:r>
              <a:rPr lang="en-US" altLang="zh-CN" sz="1875">
                <a:ea typeface="宋体" panose="02010600030101010101" pitchFamily="2" charset="-122"/>
              </a:rPr>
              <a:t>0</a:t>
            </a:r>
            <a:r>
              <a:rPr lang="zh-CN" altLang="zh-CN" sz="1875">
                <a:ea typeface="宋体" panose="02010600030101010101" pitchFamily="2" charset="-122"/>
              </a:rPr>
              <a:t>省略</a:t>
            </a:r>
            <a:r>
              <a:rPr lang="zh-CN" altLang="en-US" sz="1875">
                <a:ea typeface="宋体" panose="02010600030101010101" pitchFamily="2" charset="-122"/>
              </a:rPr>
              <a:t>，写成</a:t>
            </a:r>
            <a:r>
              <a:rPr lang="en-US" altLang="zh-CN" sz="1875">
                <a:ea typeface="宋体" panose="02010600030101010101" pitchFamily="2" charset="-122"/>
              </a:rPr>
              <a:t>1</a:t>
            </a:r>
            <a:r>
              <a:rPr lang="zh-CN" altLang="en-US" sz="1875">
                <a:ea typeface="宋体" panose="02010600030101010101" pitchFamily="2" charset="-122"/>
              </a:rPr>
              <a:t>个</a:t>
            </a:r>
            <a:r>
              <a:rPr lang="en-US" altLang="zh-CN" sz="1875">
                <a:ea typeface="宋体" panose="02010600030101010101" pitchFamily="2" charset="-122"/>
              </a:rPr>
              <a:t>0</a:t>
            </a:r>
            <a:r>
              <a:rPr lang="zh-CN" altLang="zh-CN" sz="1875">
                <a:ea typeface="宋体" panose="02010600030101010101" pitchFamily="2" charset="-122"/>
              </a:rPr>
              <a:t>。</a:t>
            </a:r>
          </a:p>
          <a:p>
            <a:pPr>
              <a:buFont typeface="Wingdings" pitchFamily="2" charset="2"/>
              <a:buNone/>
            </a:pPr>
            <a:endParaRPr lang="en-US" altLang="zh-CN">
              <a:solidFill>
                <a:srgbClr val="0000FF"/>
              </a:solidFill>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2854712629"/>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61" name="Rectangle 2">
            <a:extLst>
              <a:ext uri="{FF2B5EF4-FFF2-40B4-BE49-F238E27FC236}">
                <a16:creationId xmlns:a16="http://schemas.microsoft.com/office/drawing/2014/main" id="{4EA1BFFB-9262-BD4E-A92B-B62516463501}"/>
              </a:ext>
            </a:extLst>
          </p:cNvPr>
          <p:cNvSpPr>
            <a:spLocks noGrp="1" noChangeArrowheads="1"/>
          </p:cNvSpPr>
          <p:nvPr>
            <p:ph type="title"/>
          </p:nvPr>
        </p:nvSpPr>
        <p:spPr/>
        <p:txBody>
          <a:bodyPr/>
          <a:lstStyle/>
          <a:p>
            <a:r>
              <a:rPr lang="zh-CN" altLang="zh-CN">
                <a:latin typeface="Times New Roman" panose="02020603050405020304" pitchFamily="18" charset="0"/>
                <a:ea typeface="宋体" panose="02010600030101010101" pitchFamily="2" charset="-122"/>
              </a:rPr>
              <a:t>零压缩</a:t>
            </a:r>
            <a:endParaRPr lang="en-US" altLang="zh-CN">
              <a:latin typeface="Times New Roman" panose="02020603050405020304" pitchFamily="18" charset="0"/>
              <a:ea typeface="宋体" panose="02010600030101010101" pitchFamily="2" charset="-122"/>
            </a:endParaRPr>
          </a:p>
        </p:txBody>
      </p:sp>
      <p:sp>
        <p:nvSpPr>
          <p:cNvPr id="655363" name="Rectangle 3">
            <a:extLst>
              <a:ext uri="{FF2B5EF4-FFF2-40B4-BE49-F238E27FC236}">
                <a16:creationId xmlns:a16="http://schemas.microsoft.com/office/drawing/2014/main" id="{9853BBCC-C09E-D840-9B0A-FB5D2A2F251B}"/>
              </a:ext>
            </a:extLst>
          </p:cNvPr>
          <p:cNvSpPr>
            <a:spLocks noGrp="1" noChangeArrowheads="1"/>
          </p:cNvSpPr>
          <p:nvPr>
            <p:ph idx="1"/>
          </p:nvPr>
        </p:nvSpPr>
        <p:spPr/>
        <p:txBody>
          <a:bodyPr/>
          <a:lstStyle/>
          <a:p>
            <a:r>
              <a:rPr lang="zh-CN" altLang="zh-CN">
                <a:latin typeface="Times New Roman" panose="02020603050405020304" pitchFamily="18" charset="0"/>
                <a:ea typeface="宋体" panose="02010600030101010101" pitchFamily="2" charset="-122"/>
              </a:rPr>
              <a:t>冒号十六进制记法可以允许</a:t>
            </a:r>
            <a:r>
              <a:rPr lang="zh-CN" altLang="zh-CN">
                <a:solidFill>
                  <a:srgbClr val="FF0000"/>
                </a:solidFill>
                <a:latin typeface="Times New Roman" panose="02020603050405020304" pitchFamily="18" charset="0"/>
                <a:ea typeface="宋体" panose="02010600030101010101" pitchFamily="2" charset="-122"/>
              </a:rPr>
              <a:t>零压缩</a:t>
            </a:r>
            <a:r>
              <a:rPr lang="en-US" altLang="zh-CN">
                <a:solidFill>
                  <a:srgbClr val="FF0000"/>
                </a:solidFill>
                <a:latin typeface="Times New Roman" panose="02020603050405020304" pitchFamily="18" charset="0"/>
                <a:ea typeface="宋体" panose="02010600030101010101" pitchFamily="2" charset="-122"/>
              </a:rPr>
              <a:t> </a:t>
            </a:r>
            <a:r>
              <a:rPr lang="en-US" altLang="zh-CN">
                <a:latin typeface="Times New Roman" panose="02020603050405020304" pitchFamily="18" charset="0"/>
                <a:ea typeface="宋体" panose="02010600030101010101" pitchFamily="2" charset="-122"/>
              </a:rPr>
              <a:t>(zero compression)</a:t>
            </a:r>
            <a:r>
              <a:rPr lang="zh-CN" altLang="zh-CN">
                <a:latin typeface="Times New Roman" panose="02020603050405020304" pitchFamily="18" charset="0"/>
                <a:ea typeface="宋体" panose="02010600030101010101" pitchFamily="2" charset="-122"/>
              </a:rPr>
              <a:t>，即一连串连续的零可以为一对冒号所取代</a:t>
            </a:r>
            <a:r>
              <a:rPr lang="zh-CN" altLang="en-US">
                <a:latin typeface="Times New Roman" panose="02020603050405020304" pitchFamily="18" charset="0"/>
                <a:ea typeface="宋体" panose="02010600030101010101" pitchFamily="2" charset="-122"/>
              </a:rPr>
              <a:t>。</a:t>
            </a:r>
            <a:endParaRPr lang="en-US" altLang="zh-CN">
              <a:latin typeface="Times New Roman" panose="02020603050405020304" pitchFamily="18" charset="0"/>
              <a:ea typeface="宋体" panose="02010600030101010101" pitchFamily="2" charset="-122"/>
            </a:endParaRPr>
          </a:p>
          <a:p>
            <a:pPr>
              <a:buFont typeface="Wingdings" pitchFamily="2" charset="2"/>
              <a:buNone/>
            </a:pPr>
            <a:r>
              <a:rPr lang="en-US" altLang="zh-CN">
                <a:latin typeface="Times New Roman" panose="02020603050405020304" pitchFamily="18" charset="0"/>
                <a:ea typeface="宋体" panose="02010600030101010101" pitchFamily="2" charset="-122"/>
              </a:rPr>
              <a:t>    FF05:0:0:0:0:0:0:B3    </a:t>
            </a:r>
            <a:r>
              <a:rPr lang="zh-CN" altLang="zh-CN">
                <a:latin typeface="Times New Roman" panose="02020603050405020304" pitchFamily="18" charset="0"/>
                <a:ea typeface="宋体" panose="02010600030101010101" pitchFamily="2" charset="-122"/>
              </a:rPr>
              <a:t>可压缩为：</a:t>
            </a:r>
            <a:r>
              <a:rPr lang="en-US" altLang="zh-CN">
                <a:latin typeface="Times New Roman" panose="02020603050405020304" pitchFamily="18" charset="0"/>
                <a:ea typeface="宋体" panose="02010600030101010101" pitchFamily="2" charset="-122"/>
              </a:rPr>
              <a:t>   </a:t>
            </a:r>
          </a:p>
          <a:p>
            <a:pPr>
              <a:buFont typeface="Wingdings" pitchFamily="2" charset="2"/>
              <a:buNone/>
            </a:pPr>
            <a:r>
              <a:rPr lang="en-US" altLang="zh-CN">
                <a:latin typeface="Times New Roman" panose="02020603050405020304" pitchFamily="18" charset="0"/>
                <a:ea typeface="宋体" panose="02010600030101010101" pitchFamily="2" charset="-122"/>
              </a:rPr>
              <a:t>    FF05::B3</a:t>
            </a:r>
            <a:endParaRPr lang="zh-CN" altLang="zh-CN">
              <a:latin typeface="Times New Roman" panose="02020603050405020304" pitchFamily="18" charset="0"/>
              <a:ea typeface="宋体" panose="02010600030101010101" pitchFamily="2" charset="-122"/>
            </a:endParaRPr>
          </a:p>
          <a:p>
            <a:r>
              <a:rPr lang="zh-CN" altLang="en-US">
                <a:solidFill>
                  <a:srgbClr val="FF0000"/>
                </a:solidFill>
                <a:latin typeface="Times New Roman" panose="02020603050405020304" pitchFamily="18" charset="0"/>
                <a:ea typeface="宋体" panose="02010600030101010101" pitchFamily="2" charset="-122"/>
              </a:rPr>
              <a:t>注意：</a:t>
            </a:r>
            <a:r>
              <a:rPr lang="zh-CN" altLang="zh-CN">
                <a:solidFill>
                  <a:srgbClr val="FF0000"/>
                </a:solidFill>
                <a:latin typeface="Times New Roman" panose="02020603050405020304" pitchFamily="18" charset="0"/>
                <a:ea typeface="宋体" panose="02010600030101010101" pitchFamily="2" charset="-122"/>
              </a:rPr>
              <a:t>在任一地址中只能使用一次零压缩。</a:t>
            </a:r>
          </a:p>
          <a:p>
            <a:endParaRPr lang="en-US" altLang="zh-CN">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142296309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5536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55363">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655363">
                                            <p:txEl>
                                              <p:pRg st="2" end="2"/>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65536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3809" name="Rectangle 2">
            <a:extLst>
              <a:ext uri="{FF2B5EF4-FFF2-40B4-BE49-F238E27FC236}">
                <a16:creationId xmlns:a16="http://schemas.microsoft.com/office/drawing/2014/main" id="{364E8E8D-86D8-D643-99E0-D1583D0EB8FD}"/>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点分十进制记法的后缀 </a:t>
            </a:r>
          </a:p>
        </p:txBody>
      </p:sp>
      <p:sp>
        <p:nvSpPr>
          <p:cNvPr id="656387" name="Rectangle 3">
            <a:extLst>
              <a:ext uri="{FF2B5EF4-FFF2-40B4-BE49-F238E27FC236}">
                <a16:creationId xmlns:a16="http://schemas.microsoft.com/office/drawing/2014/main" id="{67D8D647-A209-704B-BC1D-6278D78517E4}"/>
              </a:ext>
            </a:extLst>
          </p:cNvPr>
          <p:cNvSpPr>
            <a:spLocks noGrp="1" noChangeArrowheads="1"/>
          </p:cNvSpPr>
          <p:nvPr>
            <p:ph idx="1"/>
          </p:nvPr>
        </p:nvSpPr>
        <p:spPr/>
        <p:txBody>
          <a:bodyPr/>
          <a:lstStyle/>
          <a:p>
            <a:r>
              <a:rPr lang="zh-CN" altLang="zh-CN" sz="1875">
                <a:ea typeface="宋体" panose="02010600030101010101" pitchFamily="2" charset="-122"/>
              </a:rPr>
              <a:t>冒号十六进制记法可结合使用点分十进制记法的后缀</a:t>
            </a:r>
            <a:r>
              <a:rPr lang="zh-CN" altLang="en-US" sz="1875">
                <a:ea typeface="宋体" panose="02010600030101010101" pitchFamily="2" charset="-122"/>
              </a:rPr>
              <a:t>，</a:t>
            </a:r>
            <a:r>
              <a:rPr lang="zh-CN" altLang="zh-CN" sz="1875">
                <a:ea typeface="宋体" panose="02010600030101010101" pitchFamily="2" charset="-122"/>
              </a:rPr>
              <a:t>这种结合在</a:t>
            </a:r>
            <a:r>
              <a:rPr lang="en-US" altLang="zh-CN" sz="1875">
                <a:ea typeface="宋体" panose="02010600030101010101" pitchFamily="2" charset="-122"/>
              </a:rPr>
              <a:t> IPv4 </a:t>
            </a:r>
            <a:r>
              <a:rPr lang="zh-CN" altLang="zh-CN" sz="1875">
                <a:ea typeface="宋体" panose="02010600030101010101" pitchFamily="2" charset="-122"/>
              </a:rPr>
              <a:t>向</a:t>
            </a:r>
            <a:r>
              <a:rPr lang="en-US" altLang="zh-CN" sz="1875">
                <a:ea typeface="宋体" panose="02010600030101010101" pitchFamily="2" charset="-122"/>
              </a:rPr>
              <a:t> IPv6 </a:t>
            </a:r>
            <a:r>
              <a:rPr lang="zh-CN" altLang="zh-CN" sz="1875">
                <a:ea typeface="宋体" panose="02010600030101010101" pitchFamily="2" charset="-122"/>
              </a:rPr>
              <a:t>的转换阶段特别有用。</a:t>
            </a:r>
            <a:endParaRPr lang="en-US" altLang="zh-CN" sz="1875">
              <a:ea typeface="宋体" panose="02010600030101010101" pitchFamily="2" charset="-122"/>
            </a:endParaRPr>
          </a:p>
          <a:p>
            <a:r>
              <a:rPr lang="zh-CN" altLang="en-US" sz="1875">
                <a:ea typeface="宋体" panose="02010600030101010101" pitchFamily="2" charset="-122"/>
              </a:rPr>
              <a:t>例如：</a:t>
            </a:r>
            <a:r>
              <a:rPr lang="en-US" altLang="zh-CN" sz="1875">
                <a:solidFill>
                  <a:srgbClr val="0000FF"/>
                </a:solidFill>
                <a:ea typeface="宋体" panose="02010600030101010101" pitchFamily="2" charset="-122"/>
              </a:rPr>
              <a:t>0:0:0:0:0:0:128.10.2.1</a:t>
            </a:r>
          </a:p>
          <a:p>
            <a:pPr>
              <a:buFont typeface="Wingdings" pitchFamily="2" charset="2"/>
              <a:buNone/>
            </a:pPr>
            <a:r>
              <a:rPr lang="en-US" altLang="zh-CN" sz="1875">
                <a:ea typeface="宋体" panose="02010600030101010101" pitchFamily="2" charset="-122"/>
              </a:rPr>
              <a:t>    </a:t>
            </a:r>
            <a:r>
              <a:rPr lang="zh-CN" altLang="en-US" sz="1875">
                <a:ea typeface="宋体" panose="02010600030101010101" pitchFamily="2" charset="-122"/>
              </a:rPr>
              <a:t>再使用零压缩即可得出：  </a:t>
            </a:r>
            <a:r>
              <a:rPr lang="en-US" altLang="zh-CN" sz="1875">
                <a:solidFill>
                  <a:srgbClr val="0000FF"/>
                </a:solidFill>
                <a:ea typeface="宋体" panose="02010600030101010101" pitchFamily="2" charset="-122"/>
              </a:rPr>
              <a:t>::128.10.2.1</a:t>
            </a:r>
          </a:p>
          <a:p>
            <a:r>
              <a:rPr lang="en-US" altLang="zh-CN" sz="1875">
                <a:solidFill>
                  <a:srgbClr val="FF0000"/>
                </a:solidFill>
                <a:ea typeface="宋体" panose="02010600030101010101" pitchFamily="2" charset="-122"/>
              </a:rPr>
              <a:t>CIDR </a:t>
            </a:r>
            <a:r>
              <a:rPr lang="zh-CN" altLang="en-US" sz="1875">
                <a:solidFill>
                  <a:srgbClr val="FF0000"/>
                </a:solidFill>
                <a:ea typeface="宋体" panose="02010600030101010101" pitchFamily="2" charset="-122"/>
              </a:rPr>
              <a:t>的斜线表示法仍然可用。</a:t>
            </a:r>
          </a:p>
          <a:p>
            <a:r>
              <a:rPr lang="zh-CN" altLang="en-US" sz="1875">
                <a:ea typeface="宋体" panose="02010600030101010101" pitchFamily="2" charset="-122"/>
              </a:rPr>
              <a:t>例如：</a:t>
            </a:r>
            <a:r>
              <a:rPr lang="en-US" altLang="zh-CN" sz="1875">
                <a:ea typeface="宋体" panose="02010600030101010101" pitchFamily="2" charset="-122"/>
              </a:rPr>
              <a:t>60 </a:t>
            </a:r>
            <a:r>
              <a:rPr lang="zh-CN" altLang="en-US" sz="1875">
                <a:ea typeface="宋体" panose="02010600030101010101" pitchFamily="2" charset="-122"/>
              </a:rPr>
              <a:t>位的前缀 </a:t>
            </a:r>
            <a:r>
              <a:rPr lang="en-US" altLang="zh-CN" sz="1875">
                <a:ea typeface="宋体" panose="02010600030101010101" pitchFamily="2" charset="-122"/>
              </a:rPr>
              <a:t>12AB00000000CD3 </a:t>
            </a:r>
            <a:r>
              <a:rPr lang="zh-CN" altLang="en-US" sz="1875">
                <a:ea typeface="宋体" panose="02010600030101010101" pitchFamily="2" charset="-122"/>
              </a:rPr>
              <a:t>可记为：</a:t>
            </a:r>
          </a:p>
          <a:p>
            <a:pPr>
              <a:buFont typeface="Wingdings" pitchFamily="2" charset="2"/>
              <a:buNone/>
            </a:pPr>
            <a:r>
              <a:rPr lang="zh-CN" altLang="en-US" sz="1875">
                <a:ea typeface="宋体" panose="02010600030101010101" pitchFamily="2" charset="-122"/>
              </a:rPr>
              <a:t>                </a:t>
            </a:r>
            <a:r>
              <a:rPr lang="en-US" altLang="zh-CN" sz="1875">
                <a:solidFill>
                  <a:srgbClr val="0000FF"/>
                </a:solidFill>
                <a:ea typeface="宋体" panose="02010600030101010101" pitchFamily="2" charset="-122"/>
              </a:rPr>
              <a:t>12AB:0000:0000:CD30:0000:0000:0000:0000/60</a:t>
            </a:r>
          </a:p>
          <a:p>
            <a:pPr>
              <a:buFont typeface="Wingdings" pitchFamily="2" charset="2"/>
              <a:buNone/>
            </a:pPr>
            <a:r>
              <a:rPr lang="zh-CN" altLang="en-US" sz="1875">
                <a:ea typeface="宋体" panose="02010600030101010101" pitchFamily="2" charset="-122"/>
              </a:rPr>
              <a:t>        或    </a:t>
            </a:r>
            <a:r>
              <a:rPr lang="en-US" altLang="zh-CN" sz="1875">
                <a:solidFill>
                  <a:srgbClr val="0000FF"/>
                </a:solidFill>
                <a:ea typeface="宋体" panose="02010600030101010101" pitchFamily="2" charset="-122"/>
              </a:rPr>
              <a:t>12AB::CD30:0:0:0:0/60 </a:t>
            </a:r>
            <a:r>
              <a:rPr lang="zh-CN" altLang="en-US" sz="1875">
                <a:solidFill>
                  <a:srgbClr val="0000FF"/>
                </a:solidFill>
                <a:ea typeface="宋体" panose="02010600030101010101" pitchFamily="2" charset="-122"/>
              </a:rPr>
              <a:t>（零压缩）</a:t>
            </a:r>
            <a:endParaRPr lang="en-US" altLang="zh-CN" sz="1875">
              <a:solidFill>
                <a:srgbClr val="0000FF"/>
              </a:solidFill>
              <a:ea typeface="宋体" panose="02010600030101010101" pitchFamily="2" charset="-122"/>
            </a:endParaRPr>
          </a:p>
          <a:p>
            <a:pPr>
              <a:buFont typeface="Wingdings" pitchFamily="2" charset="2"/>
              <a:buNone/>
            </a:pPr>
            <a:r>
              <a:rPr lang="zh-CN" altLang="en-US" sz="1875">
                <a:ea typeface="宋体" panose="02010600030101010101" pitchFamily="2" charset="-122"/>
              </a:rPr>
              <a:t>        或    </a:t>
            </a:r>
            <a:r>
              <a:rPr lang="en-US" altLang="zh-CN" sz="1875">
                <a:solidFill>
                  <a:srgbClr val="0000FF"/>
                </a:solidFill>
                <a:ea typeface="宋体" panose="02010600030101010101" pitchFamily="2" charset="-122"/>
              </a:rPr>
              <a:t>12AB:0:0:CD30::/60</a:t>
            </a:r>
            <a:r>
              <a:rPr lang="en-US" altLang="zh-CN">
                <a:solidFill>
                  <a:srgbClr val="0000FF"/>
                </a:solidFill>
                <a:latin typeface="Times New Roman" panose="02020603050405020304" pitchFamily="18" charset="0"/>
                <a:ea typeface="宋体" panose="02010600030101010101" pitchFamily="2" charset="-122"/>
              </a:rPr>
              <a:t> </a:t>
            </a:r>
            <a:r>
              <a:rPr lang="zh-CN" altLang="en-US" sz="1875">
                <a:solidFill>
                  <a:srgbClr val="0000FF"/>
                </a:solidFill>
                <a:ea typeface="宋体" panose="02010600030101010101" pitchFamily="2" charset="-122"/>
              </a:rPr>
              <a:t>（零压缩）</a:t>
            </a:r>
            <a:endParaRPr lang="en-US" altLang="zh-CN" sz="1875">
              <a:solidFill>
                <a:srgbClr val="0000FF"/>
              </a:solidFill>
              <a:ea typeface="宋体" panose="02010600030101010101" pitchFamily="2" charset="-122"/>
            </a:endParaRPr>
          </a:p>
        </p:txBody>
      </p:sp>
    </p:spTree>
    <p:extLst>
      <p:ext uri="{BB962C8B-B14F-4D97-AF65-F5344CB8AC3E}">
        <p14:creationId xmlns:p14="http://schemas.microsoft.com/office/powerpoint/2010/main" val="411026578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56387">
                                            <p:txEl>
                                              <p:pRg st="3" end="3"/>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56387">
                                            <p:txEl>
                                              <p:pRg st="4" end="4"/>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656387">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656387">
                                            <p:txEl>
                                              <p:pRg st="6" end="6"/>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656387">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5857" name="Rectangle 2">
            <a:extLst>
              <a:ext uri="{FF2B5EF4-FFF2-40B4-BE49-F238E27FC236}">
                <a16:creationId xmlns:a16="http://schemas.microsoft.com/office/drawing/2014/main" id="{B84D9BDE-8513-F54E-B451-33EA60ED28E7}"/>
              </a:ext>
            </a:extLst>
          </p:cNvPr>
          <p:cNvSpPr>
            <a:spLocks noGrp="1" noChangeArrowheads="1"/>
          </p:cNvSpPr>
          <p:nvPr>
            <p:ph type="title"/>
          </p:nvPr>
        </p:nvSpPr>
        <p:spPr/>
        <p:txBody>
          <a:bodyPr/>
          <a:lstStyle/>
          <a:p>
            <a:r>
              <a:rPr lang="zh-CN" altLang="zh-CN">
                <a:latin typeface="Times New Roman" panose="02020603050405020304" pitchFamily="18" charset="0"/>
                <a:ea typeface="宋体" panose="02010600030101010101" pitchFamily="2" charset="-122"/>
              </a:rPr>
              <a:t>从</a:t>
            </a:r>
            <a:r>
              <a:rPr lang="en-US" altLang="zh-CN">
                <a:latin typeface="Times New Roman" panose="02020603050405020304" pitchFamily="18" charset="0"/>
                <a:ea typeface="宋体" panose="02010600030101010101" pitchFamily="2" charset="-122"/>
              </a:rPr>
              <a:t> IPv4 </a:t>
            </a:r>
            <a:r>
              <a:rPr lang="zh-CN" altLang="zh-CN">
                <a:latin typeface="Times New Roman" panose="02020603050405020304" pitchFamily="18" charset="0"/>
                <a:ea typeface="宋体" panose="02010600030101010101" pitchFamily="2" charset="-122"/>
              </a:rPr>
              <a:t>向</a:t>
            </a:r>
            <a:r>
              <a:rPr lang="en-US" altLang="zh-CN">
                <a:latin typeface="Times New Roman" panose="02020603050405020304" pitchFamily="18" charset="0"/>
                <a:ea typeface="宋体" panose="02010600030101010101" pitchFamily="2" charset="-122"/>
              </a:rPr>
              <a:t> IPv6 </a:t>
            </a:r>
            <a:r>
              <a:rPr lang="zh-CN" altLang="zh-CN">
                <a:latin typeface="Times New Roman" panose="02020603050405020304" pitchFamily="18" charset="0"/>
                <a:ea typeface="宋体" panose="02010600030101010101" pitchFamily="2" charset="-122"/>
              </a:rPr>
              <a:t>过渡</a:t>
            </a:r>
            <a:endParaRPr lang="zh-CN" altLang="en-US">
              <a:latin typeface="Times New Roman" panose="02020603050405020304" pitchFamily="18" charset="0"/>
              <a:ea typeface="宋体" panose="02010600030101010101" pitchFamily="2" charset="-122"/>
            </a:endParaRPr>
          </a:p>
        </p:txBody>
      </p:sp>
      <p:sp>
        <p:nvSpPr>
          <p:cNvPr id="665603" name="Rectangle 3">
            <a:extLst>
              <a:ext uri="{FF2B5EF4-FFF2-40B4-BE49-F238E27FC236}">
                <a16:creationId xmlns:a16="http://schemas.microsoft.com/office/drawing/2014/main" id="{451AA1E5-98AA-E74A-A321-916E88FF4E4B}"/>
              </a:ext>
            </a:extLst>
          </p:cNvPr>
          <p:cNvSpPr>
            <a:spLocks noGrp="1" noChangeArrowheads="1"/>
          </p:cNvSpPr>
          <p:nvPr>
            <p:ph idx="1"/>
          </p:nvPr>
        </p:nvSpPr>
        <p:spPr>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3305" tIns="31652" rIns="63305" bIns="31652" numCol="1" anchor="t" anchorCtr="0" compatLnSpc="1">
            <a:prstTxWarp prst="textNoShape">
              <a:avLst/>
            </a:prstTxWarp>
          </a:bodyPr>
          <a:lstStyle/>
          <a:p>
            <a:r>
              <a:rPr lang="zh-CN" altLang="en-US">
                <a:latin typeface="Times New Roman" panose="02020603050405020304" pitchFamily="18" charset="0"/>
                <a:ea typeface="宋体" panose="02010600030101010101" pitchFamily="2" charset="-122"/>
              </a:rPr>
              <a:t>向 </a:t>
            </a:r>
            <a:r>
              <a:rPr lang="en-US" altLang="zh-CN">
                <a:latin typeface="Times New Roman" panose="02020603050405020304" pitchFamily="18" charset="0"/>
                <a:ea typeface="宋体" panose="02010600030101010101" pitchFamily="2" charset="-122"/>
              </a:rPr>
              <a:t>IPv6 </a:t>
            </a:r>
            <a:r>
              <a:rPr lang="zh-CN" altLang="en-US">
                <a:latin typeface="Times New Roman" panose="02020603050405020304" pitchFamily="18" charset="0"/>
                <a:ea typeface="宋体" panose="02010600030101010101" pitchFamily="2" charset="-122"/>
              </a:rPr>
              <a:t>过渡</a:t>
            </a:r>
            <a:r>
              <a:rPr lang="zh-CN" altLang="en-US">
                <a:solidFill>
                  <a:srgbClr val="FF0000"/>
                </a:solidFill>
                <a:latin typeface="Times New Roman" panose="02020603050405020304" pitchFamily="18" charset="0"/>
                <a:ea typeface="宋体" panose="02010600030101010101" pitchFamily="2" charset="-122"/>
              </a:rPr>
              <a:t>只能采用逐步演进的办法，</a:t>
            </a:r>
            <a:r>
              <a:rPr lang="zh-CN" altLang="en-US">
                <a:latin typeface="Times New Roman" panose="02020603050405020304" pitchFamily="18" charset="0"/>
                <a:ea typeface="宋体" panose="02010600030101010101" pitchFamily="2" charset="-122"/>
              </a:rPr>
              <a:t>同时，还必须使新安装的 </a:t>
            </a:r>
            <a:r>
              <a:rPr lang="en-US" altLang="zh-CN">
                <a:latin typeface="Times New Roman" panose="02020603050405020304" pitchFamily="18" charset="0"/>
                <a:ea typeface="宋体" panose="02010600030101010101" pitchFamily="2" charset="-122"/>
              </a:rPr>
              <a:t>IPv6 </a:t>
            </a:r>
            <a:r>
              <a:rPr lang="zh-CN" altLang="en-US">
                <a:latin typeface="Times New Roman" panose="02020603050405020304" pitchFamily="18" charset="0"/>
                <a:ea typeface="宋体" panose="02010600030101010101" pitchFamily="2" charset="-122"/>
              </a:rPr>
              <a:t>系统能够</a:t>
            </a:r>
            <a:r>
              <a:rPr lang="zh-CN" altLang="en-US">
                <a:solidFill>
                  <a:srgbClr val="FF0000"/>
                </a:solidFill>
                <a:latin typeface="Times New Roman" panose="02020603050405020304" pitchFamily="18" charset="0"/>
                <a:ea typeface="宋体" panose="02010600030101010101" pitchFamily="2" charset="-122"/>
              </a:rPr>
              <a:t>向后兼容：</a:t>
            </a:r>
            <a:r>
              <a:rPr lang="en-US" altLang="zh-CN">
                <a:solidFill>
                  <a:srgbClr val="0000CC"/>
                </a:solidFill>
                <a:latin typeface="Times New Roman" panose="02020603050405020304" pitchFamily="18" charset="0"/>
                <a:ea typeface="宋体" panose="02010600030101010101" pitchFamily="2" charset="-122"/>
              </a:rPr>
              <a:t>IPv6 </a:t>
            </a:r>
            <a:r>
              <a:rPr lang="zh-CN" altLang="en-US">
                <a:solidFill>
                  <a:srgbClr val="0000CC"/>
                </a:solidFill>
                <a:latin typeface="Times New Roman" panose="02020603050405020304" pitchFamily="18" charset="0"/>
                <a:ea typeface="宋体" panose="02010600030101010101" pitchFamily="2" charset="-122"/>
              </a:rPr>
              <a:t>系统必须能够接收和转发 </a:t>
            </a:r>
            <a:r>
              <a:rPr lang="en-US" altLang="zh-CN">
                <a:solidFill>
                  <a:srgbClr val="0000CC"/>
                </a:solidFill>
                <a:latin typeface="Times New Roman" panose="02020603050405020304" pitchFamily="18" charset="0"/>
                <a:ea typeface="宋体" panose="02010600030101010101" pitchFamily="2" charset="-122"/>
              </a:rPr>
              <a:t>IPv4 </a:t>
            </a:r>
            <a:r>
              <a:rPr lang="zh-CN" altLang="en-US">
                <a:solidFill>
                  <a:srgbClr val="0000CC"/>
                </a:solidFill>
                <a:latin typeface="Times New Roman" panose="02020603050405020304" pitchFamily="18" charset="0"/>
                <a:ea typeface="宋体" panose="02010600030101010101" pitchFamily="2" charset="-122"/>
              </a:rPr>
              <a:t>分组，并且能够为 </a:t>
            </a:r>
            <a:r>
              <a:rPr lang="en-US" altLang="zh-CN">
                <a:solidFill>
                  <a:srgbClr val="0000CC"/>
                </a:solidFill>
                <a:latin typeface="Times New Roman" panose="02020603050405020304" pitchFamily="18" charset="0"/>
                <a:ea typeface="宋体" panose="02010600030101010101" pitchFamily="2" charset="-122"/>
              </a:rPr>
              <a:t>IPv4 </a:t>
            </a:r>
            <a:r>
              <a:rPr lang="zh-CN" altLang="en-US">
                <a:solidFill>
                  <a:srgbClr val="0000CC"/>
                </a:solidFill>
                <a:latin typeface="Times New Roman" panose="02020603050405020304" pitchFamily="18" charset="0"/>
                <a:ea typeface="宋体" panose="02010600030101010101" pitchFamily="2" charset="-122"/>
              </a:rPr>
              <a:t>分组选择路由。</a:t>
            </a:r>
            <a:endParaRPr lang="en-US" altLang="zh-CN">
              <a:solidFill>
                <a:srgbClr val="0000CC"/>
              </a:solidFill>
              <a:latin typeface="Times New Roman" panose="02020603050405020304" pitchFamily="18" charset="0"/>
              <a:ea typeface="宋体" panose="02010600030101010101" pitchFamily="2" charset="-122"/>
            </a:endParaRPr>
          </a:p>
          <a:p>
            <a:r>
              <a:rPr lang="zh-CN" altLang="zh-CN">
                <a:latin typeface="Times New Roman" panose="02020603050405020304" pitchFamily="18" charset="0"/>
                <a:ea typeface="宋体" panose="02010600030101010101" pitchFamily="2" charset="-122"/>
              </a:rPr>
              <a:t>两种向</a:t>
            </a:r>
            <a:r>
              <a:rPr lang="en-US" altLang="zh-CN">
                <a:latin typeface="Times New Roman" panose="02020603050405020304" pitchFamily="18" charset="0"/>
                <a:ea typeface="宋体" panose="02010600030101010101" pitchFamily="2" charset="-122"/>
              </a:rPr>
              <a:t> IPv6 </a:t>
            </a:r>
            <a:r>
              <a:rPr lang="zh-CN" altLang="zh-CN">
                <a:latin typeface="Times New Roman" panose="02020603050405020304" pitchFamily="18" charset="0"/>
                <a:ea typeface="宋体" panose="02010600030101010101" pitchFamily="2" charset="-122"/>
              </a:rPr>
              <a:t>过渡的策略</a:t>
            </a:r>
            <a:r>
              <a:rPr lang="zh-CN" altLang="en-US">
                <a:latin typeface="Times New Roman" panose="02020603050405020304" pitchFamily="18" charset="0"/>
                <a:ea typeface="宋体" panose="02010600030101010101" pitchFamily="2" charset="-122"/>
              </a:rPr>
              <a:t>：</a:t>
            </a:r>
            <a:endParaRPr lang="en-US" altLang="zh-CN">
              <a:latin typeface="Times New Roman" panose="02020603050405020304" pitchFamily="18" charset="0"/>
              <a:ea typeface="宋体" panose="02010600030101010101" pitchFamily="2" charset="-122"/>
            </a:endParaRPr>
          </a:p>
          <a:p>
            <a:pPr lvl="1"/>
            <a:r>
              <a:rPr lang="zh-CN" altLang="zh-CN">
                <a:solidFill>
                  <a:srgbClr val="FF0000"/>
                </a:solidFill>
                <a:latin typeface="Times New Roman" panose="02020603050405020304" pitchFamily="18" charset="0"/>
                <a:ea typeface="宋体" panose="02010600030101010101" pitchFamily="2" charset="-122"/>
              </a:rPr>
              <a:t>使用双协议栈</a:t>
            </a:r>
            <a:endParaRPr lang="en-US" altLang="zh-CN">
              <a:solidFill>
                <a:srgbClr val="FF0000"/>
              </a:solidFill>
              <a:latin typeface="Times New Roman" panose="02020603050405020304" pitchFamily="18" charset="0"/>
              <a:ea typeface="宋体" panose="02010600030101010101" pitchFamily="2" charset="-122"/>
            </a:endParaRPr>
          </a:p>
          <a:p>
            <a:pPr lvl="1"/>
            <a:r>
              <a:rPr lang="zh-CN" altLang="zh-CN">
                <a:solidFill>
                  <a:srgbClr val="FF0000"/>
                </a:solidFill>
                <a:latin typeface="Times New Roman" panose="02020603050405020304" pitchFamily="18" charset="0"/>
                <a:ea typeface="宋体" panose="02010600030101010101" pitchFamily="2" charset="-122"/>
              </a:rPr>
              <a:t>使用隧道技术</a:t>
            </a:r>
            <a:endParaRPr lang="zh-CN" altLang="en-US">
              <a:solidFill>
                <a:srgbClr val="FF0000"/>
              </a:solidFill>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337261347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6560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6560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66560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7905" name="Rectangle 2">
            <a:extLst>
              <a:ext uri="{FF2B5EF4-FFF2-40B4-BE49-F238E27FC236}">
                <a16:creationId xmlns:a16="http://schemas.microsoft.com/office/drawing/2014/main" id="{6DB23E93-9AD9-1145-B0AC-640ECBEA3809}"/>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双协议栈</a:t>
            </a:r>
          </a:p>
        </p:txBody>
      </p:sp>
      <p:sp>
        <p:nvSpPr>
          <p:cNvPr id="665603" name="Rectangle 3">
            <a:extLst>
              <a:ext uri="{FF2B5EF4-FFF2-40B4-BE49-F238E27FC236}">
                <a16:creationId xmlns:a16="http://schemas.microsoft.com/office/drawing/2014/main" id="{705C9CC6-0F80-BB4E-AFA7-C2445E03AEDC}"/>
              </a:ext>
            </a:extLst>
          </p:cNvPr>
          <p:cNvSpPr>
            <a:spLocks noGrp="1" noChangeArrowheads="1"/>
          </p:cNvSpPr>
          <p:nvPr>
            <p:ph idx="1"/>
          </p:nvPr>
        </p:nvSpPr>
        <p:spPr>
          <a:xfrm>
            <a:off x="217170" y="1026319"/>
            <a:ext cx="8721345" cy="3415904"/>
          </a:xfrm>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3305" tIns="31652" rIns="63305" bIns="31652" numCol="1" anchor="t" anchorCtr="0" compatLnSpc="1">
            <a:prstTxWarp prst="textNoShape">
              <a:avLst/>
            </a:prstTxWarp>
          </a:bodyPr>
          <a:lstStyle/>
          <a:p>
            <a:r>
              <a:rPr lang="zh-CN" altLang="en-US" sz="2000" dirty="0">
                <a:ea typeface="宋体" panose="02010600030101010101" pitchFamily="2" charset="-122"/>
              </a:rPr>
              <a:t>双协议栈</a:t>
            </a:r>
            <a:r>
              <a:rPr lang="en-US" altLang="zh-CN" sz="2000" dirty="0">
                <a:ea typeface="宋体" panose="02010600030101010101" pitchFamily="2" charset="-122"/>
              </a:rPr>
              <a:t>(dual stack)</a:t>
            </a:r>
            <a:r>
              <a:rPr lang="zh-CN" altLang="en-US" sz="2000" dirty="0">
                <a:ea typeface="宋体" panose="02010600030101010101" pitchFamily="2" charset="-122"/>
              </a:rPr>
              <a:t>是指在完全过渡到 </a:t>
            </a:r>
            <a:r>
              <a:rPr lang="en-US" altLang="zh-CN" sz="2000" dirty="0">
                <a:ea typeface="宋体" panose="02010600030101010101" pitchFamily="2" charset="-122"/>
              </a:rPr>
              <a:t>IPv6 </a:t>
            </a:r>
            <a:r>
              <a:rPr lang="zh-CN" altLang="en-US" sz="2000" dirty="0">
                <a:ea typeface="宋体" panose="02010600030101010101" pitchFamily="2" charset="-122"/>
              </a:rPr>
              <a:t>之前，使一部分主机（或路由器）</a:t>
            </a:r>
            <a:r>
              <a:rPr lang="zh-CN" altLang="en-US" sz="2000" dirty="0">
                <a:solidFill>
                  <a:srgbClr val="FF0000"/>
                </a:solidFill>
                <a:ea typeface="宋体" panose="02010600030101010101" pitchFamily="2" charset="-122"/>
              </a:rPr>
              <a:t>装有两个协议栈，一个 </a:t>
            </a:r>
            <a:r>
              <a:rPr lang="en-US" altLang="zh-CN" sz="2000" dirty="0">
                <a:solidFill>
                  <a:srgbClr val="FF0000"/>
                </a:solidFill>
                <a:ea typeface="宋体" panose="02010600030101010101" pitchFamily="2" charset="-122"/>
              </a:rPr>
              <a:t>IPv4 </a:t>
            </a:r>
            <a:r>
              <a:rPr lang="zh-CN" altLang="en-US" sz="2000" dirty="0">
                <a:solidFill>
                  <a:srgbClr val="FF0000"/>
                </a:solidFill>
                <a:ea typeface="宋体" panose="02010600030101010101" pitchFamily="2" charset="-122"/>
              </a:rPr>
              <a:t>和一个 </a:t>
            </a:r>
            <a:r>
              <a:rPr lang="en-US" altLang="zh-CN" sz="2000" dirty="0">
                <a:solidFill>
                  <a:srgbClr val="FF0000"/>
                </a:solidFill>
                <a:ea typeface="宋体" panose="02010600030101010101" pitchFamily="2" charset="-122"/>
              </a:rPr>
              <a:t>IPv6</a:t>
            </a:r>
            <a:r>
              <a:rPr lang="zh-CN" altLang="en-US" sz="2000" dirty="0">
                <a:solidFill>
                  <a:srgbClr val="FF0000"/>
                </a:solidFill>
                <a:ea typeface="宋体" panose="02010600030101010101" pitchFamily="2" charset="-122"/>
              </a:rPr>
              <a:t>。</a:t>
            </a:r>
            <a:r>
              <a:rPr lang="zh-CN" altLang="en-US" sz="2000" dirty="0">
                <a:ea typeface="宋体" panose="02010600030101010101" pitchFamily="2" charset="-122"/>
              </a:rPr>
              <a:t> </a:t>
            </a:r>
            <a:endParaRPr lang="en-US" altLang="zh-CN" sz="2000" dirty="0">
              <a:ea typeface="宋体" panose="02010600030101010101" pitchFamily="2" charset="-122"/>
            </a:endParaRPr>
          </a:p>
          <a:p>
            <a:r>
              <a:rPr lang="zh-CN" altLang="zh-CN" sz="2000" dirty="0">
                <a:ea typeface="宋体" panose="02010600030101010101" pitchFamily="2" charset="-122"/>
              </a:rPr>
              <a:t>双协议栈的主机（或路由器）记为</a:t>
            </a:r>
            <a:r>
              <a:rPr lang="en-US" altLang="zh-CN" sz="2000" dirty="0">
                <a:ea typeface="宋体" panose="02010600030101010101" pitchFamily="2" charset="-122"/>
              </a:rPr>
              <a:t> IPv6/IPv4</a:t>
            </a:r>
            <a:r>
              <a:rPr lang="zh-CN" altLang="zh-CN" sz="2000" dirty="0">
                <a:ea typeface="宋体" panose="02010600030101010101" pitchFamily="2" charset="-122"/>
              </a:rPr>
              <a:t>，表明它</a:t>
            </a:r>
            <a:r>
              <a:rPr lang="zh-CN" altLang="zh-CN" sz="2000" dirty="0">
                <a:solidFill>
                  <a:srgbClr val="FF0000"/>
                </a:solidFill>
                <a:ea typeface="宋体" panose="02010600030101010101" pitchFamily="2" charset="-122"/>
              </a:rPr>
              <a:t>同时具有两种</a:t>
            </a:r>
            <a:r>
              <a:rPr lang="en-US" altLang="zh-CN" sz="2000" dirty="0">
                <a:solidFill>
                  <a:srgbClr val="FF0000"/>
                </a:solidFill>
                <a:ea typeface="宋体" panose="02010600030101010101" pitchFamily="2" charset="-122"/>
              </a:rPr>
              <a:t> IP </a:t>
            </a:r>
            <a:r>
              <a:rPr lang="zh-CN" altLang="zh-CN" sz="2000" dirty="0">
                <a:solidFill>
                  <a:srgbClr val="FF0000"/>
                </a:solidFill>
                <a:ea typeface="宋体" panose="02010600030101010101" pitchFamily="2" charset="-122"/>
              </a:rPr>
              <a:t>地址：一个</a:t>
            </a:r>
            <a:r>
              <a:rPr lang="en-US" altLang="zh-CN" sz="2000" dirty="0">
                <a:solidFill>
                  <a:srgbClr val="FF0000"/>
                </a:solidFill>
                <a:ea typeface="宋体" panose="02010600030101010101" pitchFamily="2" charset="-122"/>
              </a:rPr>
              <a:t> IPv6 </a:t>
            </a:r>
            <a:r>
              <a:rPr lang="zh-CN" altLang="zh-CN" sz="2000" dirty="0">
                <a:solidFill>
                  <a:srgbClr val="FF0000"/>
                </a:solidFill>
                <a:ea typeface="宋体" panose="02010600030101010101" pitchFamily="2" charset="-122"/>
              </a:rPr>
              <a:t>地址和一个</a:t>
            </a:r>
            <a:r>
              <a:rPr lang="en-US" altLang="zh-CN" sz="2000" dirty="0">
                <a:solidFill>
                  <a:srgbClr val="FF0000"/>
                </a:solidFill>
                <a:ea typeface="宋体" panose="02010600030101010101" pitchFamily="2" charset="-122"/>
              </a:rPr>
              <a:t> IPv4 </a:t>
            </a:r>
            <a:r>
              <a:rPr lang="zh-CN" altLang="zh-CN" sz="2000" dirty="0">
                <a:solidFill>
                  <a:srgbClr val="FF0000"/>
                </a:solidFill>
                <a:ea typeface="宋体" panose="02010600030101010101" pitchFamily="2" charset="-122"/>
              </a:rPr>
              <a:t>地址。</a:t>
            </a:r>
          </a:p>
          <a:p>
            <a:r>
              <a:rPr lang="zh-CN" altLang="zh-CN" sz="2000" dirty="0">
                <a:ea typeface="宋体" panose="02010600030101010101" pitchFamily="2" charset="-122"/>
              </a:rPr>
              <a:t>双协议栈主机在和</a:t>
            </a:r>
            <a:r>
              <a:rPr lang="en-US" altLang="zh-CN" sz="2000" dirty="0">
                <a:ea typeface="宋体" panose="02010600030101010101" pitchFamily="2" charset="-122"/>
              </a:rPr>
              <a:t> IPv6 </a:t>
            </a:r>
            <a:r>
              <a:rPr lang="zh-CN" altLang="zh-CN" sz="2000" dirty="0">
                <a:ea typeface="宋体" panose="02010600030101010101" pitchFamily="2" charset="-122"/>
              </a:rPr>
              <a:t>主机通信时是采用</a:t>
            </a:r>
            <a:r>
              <a:rPr lang="en-US" altLang="zh-CN" sz="2000" dirty="0">
                <a:ea typeface="宋体" panose="02010600030101010101" pitchFamily="2" charset="-122"/>
              </a:rPr>
              <a:t> IPv6 </a:t>
            </a:r>
            <a:r>
              <a:rPr lang="zh-CN" altLang="zh-CN" sz="2000" dirty="0">
                <a:ea typeface="宋体" panose="02010600030101010101" pitchFamily="2" charset="-122"/>
              </a:rPr>
              <a:t>地址，而和</a:t>
            </a:r>
            <a:r>
              <a:rPr lang="en-US" altLang="zh-CN" sz="2000" dirty="0">
                <a:ea typeface="宋体" panose="02010600030101010101" pitchFamily="2" charset="-122"/>
              </a:rPr>
              <a:t> IPv4 </a:t>
            </a:r>
            <a:r>
              <a:rPr lang="zh-CN" altLang="zh-CN" sz="2000" dirty="0">
                <a:ea typeface="宋体" panose="02010600030101010101" pitchFamily="2" charset="-122"/>
              </a:rPr>
              <a:t>主机通信时就采用</a:t>
            </a:r>
            <a:r>
              <a:rPr lang="en-US" altLang="zh-CN" sz="2000" dirty="0">
                <a:ea typeface="宋体" panose="02010600030101010101" pitchFamily="2" charset="-122"/>
              </a:rPr>
              <a:t> IPv4 </a:t>
            </a:r>
            <a:r>
              <a:rPr lang="zh-CN" altLang="zh-CN" sz="2000" dirty="0">
                <a:ea typeface="宋体" panose="02010600030101010101" pitchFamily="2" charset="-122"/>
              </a:rPr>
              <a:t>地址。</a:t>
            </a:r>
            <a:endParaRPr lang="en-US" altLang="zh-CN" sz="2000" dirty="0">
              <a:ea typeface="宋体" panose="02010600030101010101" pitchFamily="2" charset="-122"/>
            </a:endParaRPr>
          </a:p>
          <a:p>
            <a:r>
              <a:rPr lang="zh-CN" altLang="en-US" sz="2000" dirty="0">
                <a:ea typeface="宋体" panose="02010600030101010101" pitchFamily="2" charset="-122"/>
              </a:rPr>
              <a:t>根据 </a:t>
            </a:r>
            <a:r>
              <a:rPr lang="en-US" altLang="zh-CN" sz="2000" dirty="0">
                <a:ea typeface="宋体" panose="02010600030101010101" pitchFamily="2" charset="-122"/>
              </a:rPr>
              <a:t>DNS </a:t>
            </a:r>
            <a:r>
              <a:rPr lang="zh-CN" altLang="zh-CN" sz="2000" dirty="0">
                <a:ea typeface="宋体" panose="02010600030101010101" pitchFamily="2" charset="-122"/>
              </a:rPr>
              <a:t>返回的</a:t>
            </a:r>
            <a:r>
              <a:rPr lang="zh-CN" altLang="en-US" sz="2000" dirty="0">
                <a:ea typeface="宋体" panose="02010600030101010101" pitchFamily="2" charset="-122"/>
              </a:rPr>
              <a:t>地址类型可以确定使用 </a:t>
            </a:r>
            <a:r>
              <a:rPr lang="en-US" altLang="zh-CN" sz="2000" dirty="0">
                <a:ea typeface="宋体" panose="02010600030101010101" pitchFamily="2" charset="-122"/>
              </a:rPr>
              <a:t>IPv4 </a:t>
            </a:r>
            <a:r>
              <a:rPr lang="zh-CN" altLang="zh-CN" sz="2000" dirty="0">
                <a:ea typeface="宋体" panose="02010600030101010101" pitchFamily="2" charset="-122"/>
              </a:rPr>
              <a:t>地址</a:t>
            </a:r>
            <a:r>
              <a:rPr lang="zh-CN" altLang="en-US" sz="2000" dirty="0">
                <a:ea typeface="宋体" panose="02010600030101010101" pitchFamily="2" charset="-122"/>
              </a:rPr>
              <a:t>还是 </a:t>
            </a:r>
            <a:r>
              <a:rPr lang="en-US" altLang="zh-CN" sz="2000" dirty="0">
                <a:ea typeface="宋体" panose="02010600030101010101" pitchFamily="2" charset="-122"/>
              </a:rPr>
              <a:t>IPv6 </a:t>
            </a:r>
            <a:r>
              <a:rPr lang="zh-CN" altLang="en-US" sz="2000" dirty="0">
                <a:ea typeface="宋体" panose="02010600030101010101" pitchFamily="2" charset="-122"/>
              </a:rPr>
              <a:t>地址。</a:t>
            </a:r>
          </a:p>
        </p:txBody>
      </p:sp>
    </p:spTree>
    <p:extLst>
      <p:ext uri="{BB962C8B-B14F-4D97-AF65-F5344CB8AC3E}">
        <p14:creationId xmlns:p14="http://schemas.microsoft.com/office/powerpoint/2010/main" val="256304320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6560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6560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665603">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66560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9953" name="Rectangle 2">
            <a:extLst>
              <a:ext uri="{FF2B5EF4-FFF2-40B4-BE49-F238E27FC236}">
                <a16:creationId xmlns:a16="http://schemas.microsoft.com/office/drawing/2014/main" id="{71FB34FB-990E-9945-A523-9A31C5A9B177}"/>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双协议栈</a:t>
            </a:r>
          </a:p>
        </p:txBody>
      </p:sp>
      <p:grpSp>
        <p:nvGrpSpPr>
          <p:cNvPr id="509954" name="Group 3">
            <a:extLst>
              <a:ext uri="{FF2B5EF4-FFF2-40B4-BE49-F238E27FC236}">
                <a16:creationId xmlns:a16="http://schemas.microsoft.com/office/drawing/2014/main" id="{FCFB3F71-F7DD-264D-9BEE-051D5D32CA1A}"/>
              </a:ext>
            </a:extLst>
          </p:cNvPr>
          <p:cNvGrpSpPr>
            <a:grpSpLocks/>
          </p:cNvGrpSpPr>
          <p:nvPr/>
        </p:nvGrpSpPr>
        <p:grpSpPr bwMode="auto">
          <a:xfrm>
            <a:off x="3181350" y="1282304"/>
            <a:ext cx="3024188" cy="846534"/>
            <a:chOff x="912" y="768"/>
            <a:chExt cx="2400" cy="1584"/>
          </a:xfrm>
        </p:grpSpPr>
        <p:sp>
          <p:nvSpPr>
            <p:cNvPr id="510008" name="Oval 4">
              <a:extLst>
                <a:ext uri="{FF2B5EF4-FFF2-40B4-BE49-F238E27FC236}">
                  <a16:creationId xmlns:a16="http://schemas.microsoft.com/office/drawing/2014/main" id="{5479CFBE-8C5A-084E-A24D-22885056C93B}"/>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09" name="Oval 5">
              <a:extLst>
                <a:ext uri="{FF2B5EF4-FFF2-40B4-BE49-F238E27FC236}">
                  <a16:creationId xmlns:a16="http://schemas.microsoft.com/office/drawing/2014/main" id="{EEE42F15-C5A2-604C-AEC6-179C6442E21D}"/>
                </a:ext>
              </a:extLst>
            </p:cNvPr>
            <p:cNvSpPr>
              <a:spLocks noChangeArrowheads="1"/>
            </p:cNvSpPr>
            <p:nvPr/>
          </p:nvSpPr>
          <p:spPr bwMode="auto">
            <a:xfrm>
              <a:off x="1172" y="973"/>
              <a:ext cx="781" cy="62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10" name="Oval 6">
              <a:extLst>
                <a:ext uri="{FF2B5EF4-FFF2-40B4-BE49-F238E27FC236}">
                  <a16:creationId xmlns:a16="http://schemas.microsoft.com/office/drawing/2014/main" id="{45757F47-67DF-A844-B309-15FF17672694}"/>
                </a:ext>
              </a:extLst>
            </p:cNvPr>
            <p:cNvSpPr>
              <a:spLocks noChangeArrowheads="1"/>
            </p:cNvSpPr>
            <p:nvPr/>
          </p:nvSpPr>
          <p:spPr bwMode="auto">
            <a:xfrm>
              <a:off x="926" y="1365"/>
              <a:ext cx="521" cy="50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11" name="Oval 7">
              <a:extLst>
                <a:ext uri="{FF2B5EF4-FFF2-40B4-BE49-F238E27FC236}">
                  <a16:creationId xmlns:a16="http://schemas.microsoft.com/office/drawing/2014/main" id="{1E01B1BA-24D7-8D4D-A6A8-C91A2BB18503}"/>
                </a:ext>
              </a:extLst>
            </p:cNvPr>
            <p:cNvSpPr>
              <a:spLocks noChangeArrowheads="1"/>
            </p:cNvSpPr>
            <p:nvPr/>
          </p:nvSpPr>
          <p:spPr bwMode="auto">
            <a:xfrm>
              <a:off x="1085" y="1599"/>
              <a:ext cx="797" cy="54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12" name="Oval 8">
              <a:extLst>
                <a:ext uri="{FF2B5EF4-FFF2-40B4-BE49-F238E27FC236}">
                  <a16:creationId xmlns:a16="http://schemas.microsoft.com/office/drawing/2014/main" id="{347A3941-0B64-1947-9C2A-66D639032FC9}"/>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13" name="Oval 9">
              <a:extLst>
                <a:ext uri="{FF2B5EF4-FFF2-40B4-BE49-F238E27FC236}">
                  <a16:creationId xmlns:a16="http://schemas.microsoft.com/office/drawing/2014/main" id="{EF238B1E-C4AA-6F4A-8DE1-32E2976BA256}"/>
                </a:ext>
              </a:extLst>
            </p:cNvPr>
            <p:cNvSpPr>
              <a:spLocks noChangeArrowheads="1"/>
            </p:cNvSpPr>
            <p:nvPr/>
          </p:nvSpPr>
          <p:spPr bwMode="auto">
            <a:xfrm>
              <a:off x="2445" y="989"/>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14" name="Oval 10">
              <a:extLst>
                <a:ext uri="{FF2B5EF4-FFF2-40B4-BE49-F238E27FC236}">
                  <a16:creationId xmlns:a16="http://schemas.microsoft.com/office/drawing/2014/main" id="{1165D96D-6C8C-E248-B3DA-2C5C7AA551C3}"/>
                </a:ext>
              </a:extLst>
            </p:cNvPr>
            <p:cNvSpPr>
              <a:spLocks noChangeArrowheads="1"/>
            </p:cNvSpPr>
            <p:nvPr/>
          </p:nvSpPr>
          <p:spPr bwMode="auto">
            <a:xfrm>
              <a:off x="2560" y="1316"/>
              <a:ext cx="752" cy="48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15" name="Oval 11">
              <a:extLst>
                <a:ext uri="{FF2B5EF4-FFF2-40B4-BE49-F238E27FC236}">
                  <a16:creationId xmlns:a16="http://schemas.microsoft.com/office/drawing/2014/main" id="{B747C7DA-C4B2-F549-A363-505A96B89438}"/>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16" name="Oval 12">
              <a:extLst>
                <a:ext uri="{FF2B5EF4-FFF2-40B4-BE49-F238E27FC236}">
                  <a16:creationId xmlns:a16="http://schemas.microsoft.com/office/drawing/2014/main" id="{D2772AC8-9B95-FC48-8F3A-4343B2433494}"/>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grpSp>
          <p:nvGrpSpPr>
            <p:cNvPr id="510017" name="Group 13">
              <a:extLst>
                <a:ext uri="{FF2B5EF4-FFF2-40B4-BE49-F238E27FC236}">
                  <a16:creationId xmlns:a16="http://schemas.microsoft.com/office/drawing/2014/main" id="{6EF5EA3B-0BD6-3544-80F6-82C05E2A2855}"/>
                </a:ext>
              </a:extLst>
            </p:cNvPr>
            <p:cNvGrpSpPr>
              <a:grpSpLocks/>
            </p:cNvGrpSpPr>
            <p:nvPr/>
          </p:nvGrpSpPr>
          <p:grpSpPr bwMode="auto">
            <a:xfrm>
              <a:off x="912" y="768"/>
              <a:ext cx="2386" cy="1553"/>
              <a:chOff x="912" y="768"/>
              <a:chExt cx="2386" cy="1553"/>
            </a:xfrm>
          </p:grpSpPr>
          <p:sp>
            <p:nvSpPr>
              <p:cNvPr id="510018" name="Oval 14">
                <a:extLst>
                  <a:ext uri="{FF2B5EF4-FFF2-40B4-BE49-F238E27FC236}">
                    <a16:creationId xmlns:a16="http://schemas.microsoft.com/office/drawing/2014/main" id="{7FE99F71-4BD2-D845-A883-1368C38CC635}"/>
                  </a:ext>
                </a:extLst>
              </p:cNvPr>
              <p:cNvSpPr>
                <a:spLocks noChangeArrowheads="1"/>
              </p:cNvSpPr>
              <p:nvPr/>
            </p:nvSpPr>
            <p:spPr bwMode="auto">
              <a:xfrm>
                <a:off x="1736" y="768"/>
                <a:ext cx="1027" cy="62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19" name="Oval 15">
                <a:extLst>
                  <a:ext uri="{FF2B5EF4-FFF2-40B4-BE49-F238E27FC236}">
                    <a16:creationId xmlns:a16="http://schemas.microsoft.com/office/drawing/2014/main" id="{73988D53-5A33-7948-98B5-F050A0C5788B}"/>
                  </a:ext>
                </a:extLst>
              </p:cNvPr>
              <p:cNvSpPr>
                <a:spLocks noChangeArrowheads="1"/>
              </p:cNvSpPr>
              <p:nvPr/>
            </p:nvSpPr>
            <p:spPr bwMode="auto">
              <a:xfrm>
                <a:off x="1158" y="942"/>
                <a:ext cx="781" cy="62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20" name="Oval 16">
                <a:extLst>
                  <a:ext uri="{FF2B5EF4-FFF2-40B4-BE49-F238E27FC236}">
                    <a16:creationId xmlns:a16="http://schemas.microsoft.com/office/drawing/2014/main" id="{B352EBE9-7DDE-074D-A110-4BCE98CC95FB}"/>
                  </a:ext>
                </a:extLst>
              </p:cNvPr>
              <p:cNvSpPr>
                <a:spLocks noChangeArrowheads="1"/>
              </p:cNvSpPr>
              <p:nvPr/>
            </p:nvSpPr>
            <p:spPr bwMode="auto">
              <a:xfrm>
                <a:off x="912" y="1334"/>
                <a:ext cx="520" cy="49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21" name="Oval 17">
                <a:extLst>
                  <a:ext uri="{FF2B5EF4-FFF2-40B4-BE49-F238E27FC236}">
                    <a16:creationId xmlns:a16="http://schemas.microsoft.com/office/drawing/2014/main" id="{910739A3-CB3F-464B-AE5D-03B8B66C8041}"/>
                  </a:ext>
                </a:extLst>
              </p:cNvPr>
              <p:cNvSpPr>
                <a:spLocks noChangeArrowheads="1"/>
              </p:cNvSpPr>
              <p:nvPr/>
            </p:nvSpPr>
            <p:spPr bwMode="auto">
              <a:xfrm>
                <a:off x="1071" y="1568"/>
                <a:ext cx="797" cy="548"/>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22" name="Oval 18">
                <a:extLst>
                  <a:ext uri="{FF2B5EF4-FFF2-40B4-BE49-F238E27FC236}">
                    <a16:creationId xmlns:a16="http://schemas.microsoft.com/office/drawing/2014/main" id="{1E169F6B-E5B7-2542-A8DE-62F0A6B06F73}"/>
                  </a:ext>
                </a:extLst>
              </p:cNvPr>
              <p:cNvSpPr>
                <a:spLocks noChangeArrowheads="1"/>
              </p:cNvSpPr>
              <p:nvPr/>
            </p:nvSpPr>
            <p:spPr bwMode="auto">
              <a:xfrm>
                <a:off x="1649" y="1661"/>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23" name="Oval 19">
                <a:extLst>
                  <a:ext uri="{FF2B5EF4-FFF2-40B4-BE49-F238E27FC236}">
                    <a16:creationId xmlns:a16="http://schemas.microsoft.com/office/drawing/2014/main" id="{07030B43-B538-2642-8307-3C4171B92CB2}"/>
                  </a:ext>
                </a:extLst>
              </p:cNvPr>
              <p:cNvSpPr>
                <a:spLocks noChangeArrowheads="1"/>
              </p:cNvSpPr>
              <p:nvPr/>
            </p:nvSpPr>
            <p:spPr bwMode="auto">
              <a:xfrm>
                <a:off x="2429" y="955"/>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24" name="Oval 20">
                <a:extLst>
                  <a:ext uri="{FF2B5EF4-FFF2-40B4-BE49-F238E27FC236}">
                    <a16:creationId xmlns:a16="http://schemas.microsoft.com/office/drawing/2014/main" id="{E3EBB2F2-3E21-9443-8A29-5AB4A95956C3}"/>
                  </a:ext>
                </a:extLst>
              </p:cNvPr>
              <p:cNvSpPr>
                <a:spLocks noChangeArrowheads="1"/>
              </p:cNvSpPr>
              <p:nvPr/>
            </p:nvSpPr>
            <p:spPr bwMode="auto">
              <a:xfrm>
                <a:off x="2546" y="1285"/>
                <a:ext cx="752" cy="488"/>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25" name="Oval 21">
                <a:extLst>
                  <a:ext uri="{FF2B5EF4-FFF2-40B4-BE49-F238E27FC236}">
                    <a16:creationId xmlns:a16="http://schemas.microsoft.com/office/drawing/2014/main" id="{45FB2BCE-30AF-A344-BD63-56B63D9425B2}"/>
                  </a:ext>
                </a:extLst>
              </p:cNvPr>
              <p:cNvSpPr>
                <a:spLocks noChangeArrowheads="1"/>
              </p:cNvSpPr>
              <p:nvPr/>
            </p:nvSpPr>
            <p:spPr bwMode="auto">
              <a:xfrm>
                <a:off x="2473" y="1394"/>
                <a:ext cx="752" cy="818"/>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26" name="Oval 22">
                <a:extLst>
                  <a:ext uri="{FF2B5EF4-FFF2-40B4-BE49-F238E27FC236}">
                    <a16:creationId xmlns:a16="http://schemas.microsoft.com/office/drawing/2014/main" id="{6C4DA1E5-E6BC-9040-924F-C1849359A276}"/>
                  </a:ext>
                </a:extLst>
              </p:cNvPr>
              <p:cNvSpPr>
                <a:spLocks noChangeArrowheads="1"/>
              </p:cNvSpPr>
              <p:nvPr/>
            </p:nvSpPr>
            <p:spPr bwMode="auto">
              <a:xfrm>
                <a:off x="1346" y="1145"/>
                <a:ext cx="1547"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grpSp>
      </p:grpSp>
      <p:sp>
        <p:nvSpPr>
          <p:cNvPr id="509955" name="Freeform 23">
            <a:extLst>
              <a:ext uri="{FF2B5EF4-FFF2-40B4-BE49-F238E27FC236}">
                <a16:creationId xmlns:a16="http://schemas.microsoft.com/office/drawing/2014/main" id="{B2166C82-DD3A-9149-A4B2-D857D31EABDA}"/>
              </a:ext>
            </a:extLst>
          </p:cNvPr>
          <p:cNvSpPr>
            <a:spLocks/>
          </p:cNvSpPr>
          <p:nvPr/>
        </p:nvSpPr>
        <p:spPr bwMode="auto">
          <a:xfrm flipH="1">
            <a:off x="6235303" y="2235994"/>
            <a:ext cx="519113" cy="831056"/>
          </a:xfrm>
          <a:custGeom>
            <a:avLst/>
            <a:gdLst>
              <a:gd name="T0" fmla="*/ 0 w 576"/>
              <a:gd name="T1" fmla="*/ 0 h 756"/>
              <a:gd name="T2" fmla="*/ 2147483646 w 576"/>
              <a:gd name="T3" fmla="*/ 2147483646 h 756"/>
              <a:gd name="T4" fmla="*/ 2147483646 w 576"/>
              <a:gd name="T5" fmla="*/ 2147483646 h 756"/>
              <a:gd name="T6" fmla="*/ 2147483646 w 576"/>
              <a:gd name="T7" fmla="*/ 2147483646 h 756"/>
              <a:gd name="T8" fmla="*/ 0 w 576"/>
              <a:gd name="T9" fmla="*/ 0 h 7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 h="756">
                <a:moveTo>
                  <a:pt x="0" y="0"/>
                </a:moveTo>
                <a:lnTo>
                  <a:pt x="576" y="4"/>
                </a:lnTo>
                <a:lnTo>
                  <a:pt x="576" y="564"/>
                </a:lnTo>
                <a:lnTo>
                  <a:pt x="4" y="756"/>
                </a:lnTo>
                <a:lnTo>
                  <a:pt x="0" y="0"/>
                </a:lnTo>
                <a:close/>
              </a:path>
            </a:pathLst>
          </a:custGeom>
          <a:solidFill>
            <a:srgbClr val="CCE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9956" name="Freeform 24">
            <a:extLst>
              <a:ext uri="{FF2B5EF4-FFF2-40B4-BE49-F238E27FC236}">
                <a16:creationId xmlns:a16="http://schemas.microsoft.com/office/drawing/2014/main" id="{9175AA6B-C256-9747-869E-28F5507360B7}"/>
              </a:ext>
            </a:extLst>
          </p:cNvPr>
          <p:cNvSpPr>
            <a:spLocks/>
          </p:cNvSpPr>
          <p:nvPr/>
        </p:nvSpPr>
        <p:spPr bwMode="auto">
          <a:xfrm>
            <a:off x="2511029" y="2240756"/>
            <a:ext cx="685800" cy="829866"/>
          </a:xfrm>
          <a:custGeom>
            <a:avLst/>
            <a:gdLst>
              <a:gd name="T0" fmla="*/ 0 w 576"/>
              <a:gd name="T1" fmla="*/ 0 h 756"/>
              <a:gd name="T2" fmla="*/ 2147483646 w 576"/>
              <a:gd name="T3" fmla="*/ 2147483646 h 756"/>
              <a:gd name="T4" fmla="*/ 2147483646 w 576"/>
              <a:gd name="T5" fmla="*/ 2147483646 h 756"/>
              <a:gd name="T6" fmla="*/ 2147483646 w 576"/>
              <a:gd name="T7" fmla="*/ 2147483646 h 756"/>
              <a:gd name="T8" fmla="*/ 0 w 576"/>
              <a:gd name="T9" fmla="*/ 0 h 7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 h="756">
                <a:moveTo>
                  <a:pt x="0" y="0"/>
                </a:moveTo>
                <a:lnTo>
                  <a:pt x="576" y="4"/>
                </a:lnTo>
                <a:lnTo>
                  <a:pt x="576" y="564"/>
                </a:lnTo>
                <a:lnTo>
                  <a:pt x="4" y="756"/>
                </a:lnTo>
                <a:lnTo>
                  <a:pt x="0" y="0"/>
                </a:lnTo>
                <a:close/>
              </a:path>
            </a:pathLst>
          </a:cu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9957" name="Line 25">
            <a:extLst>
              <a:ext uri="{FF2B5EF4-FFF2-40B4-BE49-F238E27FC236}">
                <a16:creationId xmlns:a16="http://schemas.microsoft.com/office/drawing/2014/main" id="{30BCDFCE-508F-D842-A855-81FD399E3F25}"/>
              </a:ext>
            </a:extLst>
          </p:cNvPr>
          <p:cNvSpPr>
            <a:spLocks noChangeShapeType="1"/>
          </p:cNvSpPr>
          <p:nvPr/>
        </p:nvSpPr>
        <p:spPr bwMode="auto">
          <a:xfrm>
            <a:off x="1725216" y="1804988"/>
            <a:ext cx="605790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509958" name="Picture 26">
            <a:extLst>
              <a:ext uri="{FF2B5EF4-FFF2-40B4-BE49-F238E27FC236}">
                <a16:creationId xmlns:a16="http://schemas.microsoft.com/office/drawing/2014/main" id="{4A856D0A-A2B5-544D-BE24-5103AD3C0E8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96616" y="1595437"/>
            <a:ext cx="395288" cy="3679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9959" name="Picture 27">
            <a:extLst>
              <a:ext uri="{FF2B5EF4-FFF2-40B4-BE49-F238E27FC236}">
                <a16:creationId xmlns:a16="http://schemas.microsoft.com/office/drawing/2014/main" id="{11FC7DFC-A3DF-014E-937E-2F1AFCA14BB5}"/>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25379" y="1632347"/>
            <a:ext cx="390525" cy="2416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09960" name="Text Box 28">
            <a:extLst>
              <a:ext uri="{FF2B5EF4-FFF2-40B4-BE49-F238E27FC236}">
                <a16:creationId xmlns:a16="http://schemas.microsoft.com/office/drawing/2014/main" id="{7CF9DF95-A024-EA49-987D-D0E03622FBAE}"/>
              </a:ext>
            </a:extLst>
          </p:cNvPr>
          <p:cNvSpPr txBox="1">
            <a:spLocks noChangeArrowheads="1"/>
          </p:cNvSpPr>
          <p:nvPr/>
        </p:nvSpPr>
        <p:spPr bwMode="auto">
          <a:xfrm>
            <a:off x="2552676" y="1176338"/>
            <a:ext cx="957313"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350">
                <a:solidFill>
                  <a:srgbClr val="C00000"/>
                </a:solidFill>
                <a:latin typeface="微软雅黑" panose="020B0503020204020204" pitchFamily="34" charset="-122"/>
                <a:ea typeface="宋体" panose="02010600030101010101" pitchFamily="2" charset="-122"/>
              </a:rPr>
              <a:t>双协议栈</a:t>
            </a:r>
          </a:p>
          <a:p>
            <a:pPr algn="ctr">
              <a:spcBef>
                <a:spcPct val="0"/>
              </a:spcBef>
              <a:buClrTx/>
              <a:buSzTx/>
              <a:buFontTx/>
              <a:buNone/>
            </a:pPr>
            <a:r>
              <a:rPr kumimoji="1" lang="en-US" altLang="zh-CN" sz="1350">
                <a:solidFill>
                  <a:srgbClr val="C00000"/>
                </a:solidFill>
                <a:latin typeface="微软雅黑" panose="020B0503020204020204" pitchFamily="34" charset="-122"/>
                <a:ea typeface="宋体" panose="02010600030101010101" pitchFamily="2" charset="-122"/>
              </a:rPr>
              <a:t>IPv6/IPv4</a:t>
            </a:r>
          </a:p>
        </p:txBody>
      </p:sp>
      <p:pic>
        <p:nvPicPr>
          <p:cNvPr id="509961" name="Picture 29">
            <a:extLst>
              <a:ext uri="{FF2B5EF4-FFF2-40B4-BE49-F238E27FC236}">
                <a16:creationId xmlns:a16="http://schemas.microsoft.com/office/drawing/2014/main" id="{C396D461-BA8C-594B-99A0-264D7FD73D81}"/>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20741" y="1632347"/>
            <a:ext cx="390525" cy="2416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9962" name="Picture 30">
            <a:extLst>
              <a:ext uri="{FF2B5EF4-FFF2-40B4-BE49-F238E27FC236}">
                <a16:creationId xmlns:a16="http://schemas.microsoft.com/office/drawing/2014/main" id="{B131EB2F-E83C-B549-995C-E2910703F868}"/>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49441" y="1632347"/>
            <a:ext cx="390525" cy="2416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9963" name="Picture 31">
            <a:extLst>
              <a:ext uri="{FF2B5EF4-FFF2-40B4-BE49-F238E27FC236}">
                <a16:creationId xmlns:a16="http://schemas.microsoft.com/office/drawing/2014/main" id="{7504114F-E41A-4742-A58F-D82B5EFAF7E5}"/>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40041" y="1632347"/>
            <a:ext cx="390525" cy="2416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9964" name="Picture 32">
            <a:extLst>
              <a:ext uri="{FF2B5EF4-FFF2-40B4-BE49-F238E27FC236}">
                <a16:creationId xmlns:a16="http://schemas.microsoft.com/office/drawing/2014/main" id="{749CD175-48EC-A049-B201-CF0C63A2912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90222" y="1595437"/>
            <a:ext cx="395288" cy="3679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09965" name="Text Box 33">
            <a:extLst>
              <a:ext uri="{FF2B5EF4-FFF2-40B4-BE49-F238E27FC236}">
                <a16:creationId xmlns:a16="http://schemas.microsoft.com/office/drawing/2014/main" id="{3768C3C8-5A48-324B-ACB3-2ABD1B5FD6AD}"/>
              </a:ext>
            </a:extLst>
          </p:cNvPr>
          <p:cNvSpPr txBox="1">
            <a:spLocks noChangeArrowheads="1"/>
          </p:cNvSpPr>
          <p:nvPr/>
        </p:nvSpPr>
        <p:spPr bwMode="auto">
          <a:xfrm>
            <a:off x="1496616" y="1325166"/>
            <a:ext cx="534121" cy="300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IPv6</a:t>
            </a:r>
          </a:p>
        </p:txBody>
      </p:sp>
      <p:sp>
        <p:nvSpPr>
          <p:cNvPr id="509966" name="Text Box 34">
            <a:extLst>
              <a:ext uri="{FF2B5EF4-FFF2-40B4-BE49-F238E27FC236}">
                <a16:creationId xmlns:a16="http://schemas.microsoft.com/office/drawing/2014/main" id="{0341C85A-1553-C844-8859-5F4B9D2D343A}"/>
              </a:ext>
            </a:extLst>
          </p:cNvPr>
          <p:cNvSpPr txBox="1">
            <a:spLocks noChangeArrowheads="1"/>
          </p:cNvSpPr>
          <p:nvPr/>
        </p:nvSpPr>
        <p:spPr bwMode="auto">
          <a:xfrm>
            <a:off x="7428310" y="1325166"/>
            <a:ext cx="534121" cy="300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IPv6</a:t>
            </a:r>
          </a:p>
        </p:txBody>
      </p:sp>
      <p:sp>
        <p:nvSpPr>
          <p:cNvPr id="509967" name="Text Box 35">
            <a:extLst>
              <a:ext uri="{FF2B5EF4-FFF2-40B4-BE49-F238E27FC236}">
                <a16:creationId xmlns:a16="http://schemas.microsoft.com/office/drawing/2014/main" id="{CBFC013E-3839-2D43-8974-57F0A5D14299}"/>
              </a:ext>
            </a:extLst>
          </p:cNvPr>
          <p:cNvSpPr txBox="1">
            <a:spLocks noChangeArrowheads="1"/>
          </p:cNvSpPr>
          <p:nvPr/>
        </p:nvSpPr>
        <p:spPr bwMode="auto">
          <a:xfrm>
            <a:off x="4385073" y="1259681"/>
            <a:ext cx="931665" cy="300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IPv4 </a:t>
            </a:r>
            <a:r>
              <a:rPr kumimoji="1" lang="zh-CN" altLang="en-US" sz="1350">
                <a:solidFill>
                  <a:srgbClr val="000099"/>
                </a:solidFill>
                <a:latin typeface="微软雅黑" panose="020B0503020204020204" pitchFamily="34" charset="-122"/>
                <a:ea typeface="宋体" panose="02010600030101010101" pitchFamily="2" charset="-122"/>
              </a:rPr>
              <a:t>网络</a:t>
            </a:r>
          </a:p>
        </p:txBody>
      </p:sp>
      <p:sp>
        <p:nvSpPr>
          <p:cNvPr id="509968" name="Text Box 36">
            <a:extLst>
              <a:ext uri="{FF2B5EF4-FFF2-40B4-BE49-F238E27FC236}">
                <a16:creationId xmlns:a16="http://schemas.microsoft.com/office/drawing/2014/main" id="{79AF3F0E-27B0-2847-9AC7-BA50C5F98A3C}"/>
              </a:ext>
            </a:extLst>
          </p:cNvPr>
          <p:cNvSpPr txBox="1">
            <a:spLocks noChangeArrowheads="1"/>
          </p:cNvSpPr>
          <p:nvPr/>
        </p:nvSpPr>
        <p:spPr bwMode="auto">
          <a:xfrm>
            <a:off x="1223963" y="1585912"/>
            <a:ext cx="373820"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2100">
                <a:solidFill>
                  <a:srgbClr val="000099"/>
                </a:solidFill>
                <a:latin typeface="微软雅黑" panose="020B0503020204020204" pitchFamily="34" charset="-122"/>
                <a:ea typeface="宋体" panose="02010600030101010101" pitchFamily="2" charset="-122"/>
              </a:rPr>
              <a:t>A</a:t>
            </a:r>
          </a:p>
        </p:txBody>
      </p:sp>
      <p:sp>
        <p:nvSpPr>
          <p:cNvPr id="509969" name="Text Box 37">
            <a:extLst>
              <a:ext uri="{FF2B5EF4-FFF2-40B4-BE49-F238E27FC236}">
                <a16:creationId xmlns:a16="http://schemas.microsoft.com/office/drawing/2014/main" id="{D6474914-80E0-D242-B118-9FDF7F1D22AC}"/>
              </a:ext>
            </a:extLst>
          </p:cNvPr>
          <p:cNvSpPr txBox="1">
            <a:spLocks noChangeArrowheads="1"/>
          </p:cNvSpPr>
          <p:nvPr/>
        </p:nvSpPr>
        <p:spPr bwMode="auto">
          <a:xfrm>
            <a:off x="2736056" y="1578769"/>
            <a:ext cx="352982"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2100">
                <a:solidFill>
                  <a:srgbClr val="000099"/>
                </a:solidFill>
                <a:latin typeface="微软雅黑" panose="020B0503020204020204" pitchFamily="34" charset="-122"/>
                <a:ea typeface="宋体" panose="02010600030101010101" pitchFamily="2" charset="-122"/>
              </a:rPr>
              <a:t>B</a:t>
            </a:r>
          </a:p>
        </p:txBody>
      </p:sp>
      <p:sp>
        <p:nvSpPr>
          <p:cNvPr id="509970" name="Text Box 38">
            <a:extLst>
              <a:ext uri="{FF2B5EF4-FFF2-40B4-BE49-F238E27FC236}">
                <a16:creationId xmlns:a16="http://schemas.microsoft.com/office/drawing/2014/main" id="{CDC2B7C1-94B2-C541-B688-AACF21FBC562}"/>
              </a:ext>
            </a:extLst>
          </p:cNvPr>
          <p:cNvSpPr txBox="1">
            <a:spLocks noChangeArrowheads="1"/>
          </p:cNvSpPr>
          <p:nvPr/>
        </p:nvSpPr>
        <p:spPr bwMode="auto">
          <a:xfrm>
            <a:off x="3771900" y="1570435"/>
            <a:ext cx="364202"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2100">
                <a:solidFill>
                  <a:srgbClr val="000099"/>
                </a:solidFill>
                <a:latin typeface="微软雅黑" panose="020B0503020204020204" pitchFamily="34" charset="-122"/>
                <a:ea typeface="宋体" panose="02010600030101010101" pitchFamily="2" charset="-122"/>
              </a:rPr>
              <a:t>C</a:t>
            </a:r>
          </a:p>
        </p:txBody>
      </p:sp>
      <p:sp>
        <p:nvSpPr>
          <p:cNvPr id="509971" name="Text Box 39">
            <a:extLst>
              <a:ext uri="{FF2B5EF4-FFF2-40B4-BE49-F238E27FC236}">
                <a16:creationId xmlns:a16="http://schemas.microsoft.com/office/drawing/2014/main" id="{A2824F79-45FB-0245-B883-D5CBE4FF1118}"/>
              </a:ext>
            </a:extLst>
          </p:cNvPr>
          <p:cNvSpPr txBox="1">
            <a:spLocks noChangeArrowheads="1"/>
          </p:cNvSpPr>
          <p:nvPr/>
        </p:nvSpPr>
        <p:spPr bwMode="auto">
          <a:xfrm>
            <a:off x="4768453" y="1563291"/>
            <a:ext cx="389850"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2100">
                <a:solidFill>
                  <a:srgbClr val="000099"/>
                </a:solidFill>
                <a:latin typeface="微软雅黑" panose="020B0503020204020204" pitchFamily="34" charset="-122"/>
                <a:ea typeface="宋体" panose="02010600030101010101" pitchFamily="2" charset="-122"/>
              </a:rPr>
              <a:t>D</a:t>
            </a:r>
          </a:p>
        </p:txBody>
      </p:sp>
      <p:sp>
        <p:nvSpPr>
          <p:cNvPr id="509972" name="Text Box 40">
            <a:extLst>
              <a:ext uri="{FF2B5EF4-FFF2-40B4-BE49-F238E27FC236}">
                <a16:creationId xmlns:a16="http://schemas.microsoft.com/office/drawing/2014/main" id="{CA9CE58F-52BF-4E4D-8039-CEB362C428F3}"/>
              </a:ext>
            </a:extLst>
          </p:cNvPr>
          <p:cNvSpPr txBox="1">
            <a:spLocks noChangeArrowheads="1"/>
          </p:cNvSpPr>
          <p:nvPr/>
        </p:nvSpPr>
        <p:spPr bwMode="auto">
          <a:xfrm>
            <a:off x="5820966" y="1554956"/>
            <a:ext cx="332142"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2100">
                <a:solidFill>
                  <a:srgbClr val="000099"/>
                </a:solidFill>
                <a:latin typeface="微软雅黑" panose="020B0503020204020204" pitchFamily="34" charset="-122"/>
                <a:ea typeface="宋体" panose="02010600030101010101" pitchFamily="2" charset="-122"/>
              </a:rPr>
              <a:t>E</a:t>
            </a:r>
          </a:p>
        </p:txBody>
      </p:sp>
      <p:sp>
        <p:nvSpPr>
          <p:cNvPr id="509973" name="Text Box 41">
            <a:extLst>
              <a:ext uri="{FF2B5EF4-FFF2-40B4-BE49-F238E27FC236}">
                <a16:creationId xmlns:a16="http://schemas.microsoft.com/office/drawing/2014/main" id="{4163EE06-EFE5-7348-8986-C04C084E01CB}"/>
              </a:ext>
            </a:extLst>
          </p:cNvPr>
          <p:cNvSpPr txBox="1">
            <a:spLocks noChangeArrowheads="1"/>
          </p:cNvSpPr>
          <p:nvPr/>
        </p:nvSpPr>
        <p:spPr bwMode="auto">
          <a:xfrm>
            <a:off x="7314010" y="1547812"/>
            <a:ext cx="327334"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2100">
                <a:solidFill>
                  <a:srgbClr val="000099"/>
                </a:solidFill>
                <a:latin typeface="微软雅黑" panose="020B0503020204020204" pitchFamily="34" charset="-122"/>
                <a:ea typeface="宋体" panose="02010600030101010101" pitchFamily="2" charset="-122"/>
              </a:rPr>
              <a:t>F</a:t>
            </a:r>
          </a:p>
        </p:txBody>
      </p:sp>
      <p:sp>
        <p:nvSpPr>
          <p:cNvPr id="509974" name="Rectangle 42">
            <a:extLst>
              <a:ext uri="{FF2B5EF4-FFF2-40B4-BE49-F238E27FC236}">
                <a16:creationId xmlns:a16="http://schemas.microsoft.com/office/drawing/2014/main" id="{9E0195CF-4DFA-C74B-A3CA-DC8C7EC2FA7A}"/>
              </a:ext>
            </a:extLst>
          </p:cNvPr>
          <p:cNvSpPr>
            <a:spLocks noChangeArrowheads="1"/>
          </p:cNvSpPr>
          <p:nvPr/>
        </p:nvSpPr>
        <p:spPr bwMode="auto">
          <a:xfrm>
            <a:off x="1540669" y="2234803"/>
            <a:ext cx="971550" cy="1423988"/>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09975" name="Rectangle 43">
            <a:extLst>
              <a:ext uri="{FF2B5EF4-FFF2-40B4-BE49-F238E27FC236}">
                <a16:creationId xmlns:a16="http://schemas.microsoft.com/office/drawing/2014/main" id="{8D44FF38-B186-D945-933C-5E253B94C369}"/>
              </a:ext>
            </a:extLst>
          </p:cNvPr>
          <p:cNvSpPr>
            <a:spLocks noChangeArrowheads="1"/>
          </p:cNvSpPr>
          <p:nvPr/>
        </p:nvSpPr>
        <p:spPr bwMode="auto">
          <a:xfrm>
            <a:off x="1565672" y="2249091"/>
            <a:ext cx="947738" cy="815578"/>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09976" name="Text Box 44">
            <a:extLst>
              <a:ext uri="{FF2B5EF4-FFF2-40B4-BE49-F238E27FC236}">
                <a16:creationId xmlns:a16="http://schemas.microsoft.com/office/drawing/2014/main" id="{CE90F707-6827-2D45-80A9-CB2BC2184F14}"/>
              </a:ext>
            </a:extLst>
          </p:cNvPr>
          <p:cNvSpPr txBox="1">
            <a:spLocks noChangeArrowheads="1"/>
          </p:cNvSpPr>
          <p:nvPr/>
        </p:nvSpPr>
        <p:spPr bwMode="auto">
          <a:xfrm>
            <a:off x="1540669" y="2234804"/>
            <a:ext cx="1027510" cy="1223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流标号：</a:t>
            </a:r>
            <a:r>
              <a:rPr kumimoji="1" lang="en-US" altLang="zh-CN" sz="1050">
                <a:solidFill>
                  <a:srgbClr val="000099"/>
                </a:solidFill>
                <a:latin typeface="微软雅黑" panose="020B0503020204020204" pitchFamily="34" charset="-122"/>
                <a:ea typeface="宋体" panose="02010600030101010101" pitchFamily="2" charset="-122"/>
              </a:rPr>
              <a:t>X</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源地址：</a:t>
            </a:r>
            <a:r>
              <a:rPr kumimoji="1" lang="en-US" altLang="zh-CN" sz="1050">
                <a:solidFill>
                  <a:srgbClr val="000099"/>
                </a:solidFill>
                <a:latin typeface="微软雅黑" panose="020B0503020204020204" pitchFamily="34" charset="-122"/>
                <a:ea typeface="宋体" panose="02010600030101010101" pitchFamily="2" charset="-122"/>
              </a:rPr>
              <a:t>A</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目的地址：</a:t>
            </a:r>
            <a:r>
              <a:rPr kumimoji="1" lang="en-US" altLang="zh-CN" sz="1050">
                <a:solidFill>
                  <a:srgbClr val="000099"/>
                </a:solidFill>
                <a:latin typeface="微软雅黑" panose="020B0503020204020204" pitchFamily="34" charset="-122"/>
                <a:ea typeface="宋体" panose="02010600030101010101" pitchFamily="2" charset="-122"/>
              </a:rPr>
              <a:t>F</a:t>
            </a:r>
          </a:p>
          <a:p>
            <a:pPr>
              <a:spcBef>
                <a:spcPct val="0"/>
              </a:spcBef>
              <a:buClrTx/>
              <a:buSzTx/>
              <a:buFontTx/>
              <a:buNone/>
            </a:pPr>
            <a:r>
              <a:rPr kumimoji="1" lang="en-US" altLang="zh-CN" sz="1050">
                <a:solidFill>
                  <a:srgbClr val="000099"/>
                </a:solidFill>
                <a:latin typeface="Arial" panose="020B0604020202020204" pitchFamily="34" charset="0"/>
                <a:ea typeface="宋体" panose="02010600030101010101" pitchFamily="2" charset="-122"/>
              </a:rPr>
              <a:t>……</a:t>
            </a: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   </a:t>
            </a:r>
            <a:r>
              <a:rPr kumimoji="1" lang="zh-CN" altLang="en-US" sz="1050">
                <a:solidFill>
                  <a:srgbClr val="000099"/>
                </a:solidFill>
                <a:latin typeface="微软雅黑" panose="020B0503020204020204" pitchFamily="34" charset="-122"/>
                <a:ea typeface="宋体" panose="02010600030101010101" pitchFamily="2" charset="-122"/>
              </a:rPr>
              <a:t>数据部分</a:t>
            </a:r>
          </a:p>
        </p:txBody>
      </p:sp>
      <p:sp>
        <p:nvSpPr>
          <p:cNvPr id="509977" name="Rectangle 45">
            <a:extLst>
              <a:ext uri="{FF2B5EF4-FFF2-40B4-BE49-F238E27FC236}">
                <a16:creationId xmlns:a16="http://schemas.microsoft.com/office/drawing/2014/main" id="{9FDCDAB1-1251-3F4A-ACE9-F960C0C90724}"/>
              </a:ext>
            </a:extLst>
          </p:cNvPr>
          <p:cNvSpPr>
            <a:spLocks noChangeArrowheads="1"/>
          </p:cNvSpPr>
          <p:nvPr/>
        </p:nvSpPr>
        <p:spPr bwMode="auto">
          <a:xfrm>
            <a:off x="6754416" y="2234803"/>
            <a:ext cx="971550" cy="1423988"/>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09978" name="Rectangle 46">
            <a:extLst>
              <a:ext uri="{FF2B5EF4-FFF2-40B4-BE49-F238E27FC236}">
                <a16:creationId xmlns:a16="http://schemas.microsoft.com/office/drawing/2014/main" id="{1B7D88B2-AB56-DF4B-B1C7-6D9CCCECBD3C}"/>
              </a:ext>
            </a:extLst>
          </p:cNvPr>
          <p:cNvSpPr>
            <a:spLocks noChangeArrowheads="1"/>
          </p:cNvSpPr>
          <p:nvPr/>
        </p:nvSpPr>
        <p:spPr bwMode="auto">
          <a:xfrm>
            <a:off x="6768703" y="2249091"/>
            <a:ext cx="957263" cy="815578"/>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09979" name="Text Box 47">
            <a:extLst>
              <a:ext uri="{FF2B5EF4-FFF2-40B4-BE49-F238E27FC236}">
                <a16:creationId xmlns:a16="http://schemas.microsoft.com/office/drawing/2014/main" id="{7168754B-456D-6F49-BAAB-84F244E8888E}"/>
              </a:ext>
            </a:extLst>
          </p:cNvPr>
          <p:cNvSpPr txBox="1">
            <a:spLocks noChangeArrowheads="1"/>
          </p:cNvSpPr>
          <p:nvPr/>
        </p:nvSpPr>
        <p:spPr bwMode="auto">
          <a:xfrm>
            <a:off x="6754416" y="2234804"/>
            <a:ext cx="1041797" cy="1223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流标号：无</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源地址：</a:t>
            </a:r>
            <a:r>
              <a:rPr kumimoji="1" lang="en-US" altLang="zh-CN" sz="1050">
                <a:solidFill>
                  <a:srgbClr val="000099"/>
                </a:solidFill>
                <a:latin typeface="微软雅黑" panose="020B0503020204020204" pitchFamily="34" charset="-122"/>
                <a:ea typeface="宋体" panose="02010600030101010101" pitchFamily="2" charset="-122"/>
              </a:rPr>
              <a:t>A</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目的地址：</a:t>
            </a:r>
            <a:r>
              <a:rPr kumimoji="1" lang="en-US" altLang="zh-CN" sz="1050">
                <a:solidFill>
                  <a:srgbClr val="000099"/>
                </a:solidFill>
                <a:latin typeface="微软雅黑" panose="020B0503020204020204" pitchFamily="34" charset="-122"/>
                <a:ea typeface="宋体" panose="02010600030101010101" pitchFamily="2" charset="-122"/>
              </a:rPr>
              <a:t>F</a:t>
            </a:r>
          </a:p>
          <a:p>
            <a:pPr>
              <a:spcBef>
                <a:spcPct val="0"/>
              </a:spcBef>
              <a:buClrTx/>
              <a:buSzTx/>
              <a:buFontTx/>
              <a:buNone/>
            </a:pPr>
            <a:r>
              <a:rPr kumimoji="1" lang="en-US" altLang="zh-CN" sz="1050">
                <a:solidFill>
                  <a:srgbClr val="000099"/>
                </a:solidFill>
                <a:latin typeface="Arial" panose="020B0604020202020204" pitchFamily="34" charset="0"/>
                <a:ea typeface="宋体" panose="02010600030101010101" pitchFamily="2" charset="-122"/>
              </a:rPr>
              <a:t>……</a:t>
            </a: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   </a:t>
            </a:r>
            <a:r>
              <a:rPr kumimoji="1" lang="zh-CN" altLang="en-US" sz="1050">
                <a:solidFill>
                  <a:srgbClr val="000099"/>
                </a:solidFill>
                <a:latin typeface="微软雅黑" panose="020B0503020204020204" pitchFamily="34" charset="-122"/>
                <a:ea typeface="宋体" panose="02010600030101010101" pitchFamily="2" charset="-122"/>
              </a:rPr>
              <a:t>数据部分</a:t>
            </a:r>
          </a:p>
        </p:txBody>
      </p:sp>
      <p:sp>
        <p:nvSpPr>
          <p:cNvPr id="509980" name="Line 48">
            <a:extLst>
              <a:ext uri="{FF2B5EF4-FFF2-40B4-BE49-F238E27FC236}">
                <a16:creationId xmlns:a16="http://schemas.microsoft.com/office/drawing/2014/main" id="{FEEA725D-C677-5742-ACEF-82C7C3549D90}"/>
              </a:ext>
            </a:extLst>
          </p:cNvPr>
          <p:cNvSpPr>
            <a:spLocks noChangeShapeType="1"/>
          </p:cNvSpPr>
          <p:nvPr/>
        </p:nvSpPr>
        <p:spPr bwMode="auto">
          <a:xfrm>
            <a:off x="1668066" y="2128838"/>
            <a:ext cx="6858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9981" name="Line 49">
            <a:extLst>
              <a:ext uri="{FF2B5EF4-FFF2-40B4-BE49-F238E27FC236}">
                <a16:creationId xmlns:a16="http://schemas.microsoft.com/office/drawing/2014/main" id="{31D60280-6A3E-A443-B7C6-950192CF93E0}"/>
              </a:ext>
            </a:extLst>
          </p:cNvPr>
          <p:cNvSpPr>
            <a:spLocks noChangeShapeType="1"/>
          </p:cNvSpPr>
          <p:nvPr/>
        </p:nvSpPr>
        <p:spPr bwMode="auto">
          <a:xfrm>
            <a:off x="3268266" y="2128838"/>
            <a:ext cx="6858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9982" name="Line 50">
            <a:extLst>
              <a:ext uri="{FF2B5EF4-FFF2-40B4-BE49-F238E27FC236}">
                <a16:creationId xmlns:a16="http://schemas.microsoft.com/office/drawing/2014/main" id="{20DBEB55-D82E-BF45-9826-38555D721971}"/>
              </a:ext>
            </a:extLst>
          </p:cNvPr>
          <p:cNvSpPr>
            <a:spLocks noChangeShapeType="1"/>
          </p:cNvSpPr>
          <p:nvPr/>
        </p:nvSpPr>
        <p:spPr bwMode="auto">
          <a:xfrm>
            <a:off x="5382816" y="2128838"/>
            <a:ext cx="6858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9983" name="Line 51">
            <a:extLst>
              <a:ext uri="{FF2B5EF4-FFF2-40B4-BE49-F238E27FC236}">
                <a16:creationId xmlns:a16="http://schemas.microsoft.com/office/drawing/2014/main" id="{6C1E3AA5-A31F-8543-94A6-225E9B6D7823}"/>
              </a:ext>
            </a:extLst>
          </p:cNvPr>
          <p:cNvSpPr>
            <a:spLocks noChangeShapeType="1"/>
          </p:cNvSpPr>
          <p:nvPr/>
        </p:nvSpPr>
        <p:spPr bwMode="auto">
          <a:xfrm>
            <a:off x="6925866" y="2128838"/>
            <a:ext cx="6858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9984" name="Text Box 52">
            <a:extLst>
              <a:ext uri="{FF2B5EF4-FFF2-40B4-BE49-F238E27FC236}">
                <a16:creationId xmlns:a16="http://schemas.microsoft.com/office/drawing/2014/main" id="{40E2064B-348D-8341-85F2-F1B249BC7B68}"/>
              </a:ext>
            </a:extLst>
          </p:cNvPr>
          <p:cNvSpPr txBox="1">
            <a:spLocks noChangeArrowheads="1"/>
          </p:cNvSpPr>
          <p:nvPr/>
        </p:nvSpPr>
        <p:spPr bwMode="auto">
          <a:xfrm>
            <a:off x="5982866" y="1176338"/>
            <a:ext cx="957313"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350">
                <a:solidFill>
                  <a:srgbClr val="C00000"/>
                </a:solidFill>
                <a:latin typeface="微软雅黑" panose="020B0503020204020204" pitchFamily="34" charset="-122"/>
                <a:ea typeface="宋体" panose="02010600030101010101" pitchFamily="2" charset="-122"/>
              </a:rPr>
              <a:t>双协议栈</a:t>
            </a:r>
          </a:p>
          <a:p>
            <a:pPr algn="ctr">
              <a:spcBef>
                <a:spcPct val="0"/>
              </a:spcBef>
              <a:buClrTx/>
              <a:buSzTx/>
              <a:buFontTx/>
              <a:buNone/>
            </a:pPr>
            <a:r>
              <a:rPr kumimoji="1" lang="en-US" altLang="zh-CN" sz="1350">
                <a:solidFill>
                  <a:srgbClr val="C00000"/>
                </a:solidFill>
                <a:latin typeface="微软雅黑" panose="020B0503020204020204" pitchFamily="34" charset="-122"/>
                <a:ea typeface="宋体" panose="02010600030101010101" pitchFamily="2" charset="-122"/>
              </a:rPr>
              <a:t>IPv6/IPv4</a:t>
            </a:r>
          </a:p>
        </p:txBody>
      </p:sp>
      <p:sp>
        <p:nvSpPr>
          <p:cNvPr id="509985" name="Text Box 53">
            <a:extLst>
              <a:ext uri="{FF2B5EF4-FFF2-40B4-BE49-F238E27FC236}">
                <a16:creationId xmlns:a16="http://schemas.microsoft.com/office/drawing/2014/main" id="{919A1336-4F1C-A14B-831A-2AAB2CA0C7FB}"/>
              </a:ext>
            </a:extLst>
          </p:cNvPr>
          <p:cNvSpPr txBox="1">
            <a:spLocks noChangeArrowheads="1"/>
          </p:cNvSpPr>
          <p:nvPr/>
        </p:nvSpPr>
        <p:spPr bwMode="auto">
          <a:xfrm>
            <a:off x="4545806" y="2422922"/>
            <a:ext cx="357790" cy="300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Arial" panose="020B0604020202020204" pitchFamily="34" charset="0"/>
                <a:ea typeface="宋体" panose="02010600030101010101" pitchFamily="2" charset="-122"/>
              </a:rPr>
              <a:t>…</a:t>
            </a:r>
            <a:endParaRPr kumimoji="1" lang="en-US" altLang="zh-CN" sz="1350">
              <a:solidFill>
                <a:srgbClr val="000099"/>
              </a:solidFill>
              <a:latin typeface="微软雅黑" panose="020B0503020204020204" pitchFamily="34" charset="-122"/>
              <a:ea typeface="宋体" panose="02010600030101010101" pitchFamily="2" charset="-122"/>
            </a:endParaRPr>
          </a:p>
        </p:txBody>
      </p:sp>
      <p:sp>
        <p:nvSpPr>
          <p:cNvPr id="509986" name="Text Box 54">
            <a:extLst>
              <a:ext uri="{FF2B5EF4-FFF2-40B4-BE49-F238E27FC236}">
                <a16:creationId xmlns:a16="http://schemas.microsoft.com/office/drawing/2014/main" id="{7C76297F-DBC2-E448-9860-B68CEDE86FF9}"/>
              </a:ext>
            </a:extLst>
          </p:cNvPr>
          <p:cNvSpPr txBox="1">
            <a:spLocks noChangeArrowheads="1"/>
          </p:cNvSpPr>
          <p:nvPr/>
        </p:nvSpPr>
        <p:spPr bwMode="auto">
          <a:xfrm>
            <a:off x="1579960" y="3669506"/>
            <a:ext cx="899605"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IPv6 </a:t>
            </a:r>
            <a:r>
              <a:rPr kumimoji="1" lang="zh-CN" altLang="en-US" sz="1050">
                <a:solidFill>
                  <a:srgbClr val="000099"/>
                </a:solidFill>
                <a:latin typeface="微软雅黑" panose="020B0503020204020204" pitchFamily="34" charset="-122"/>
                <a:ea typeface="宋体" panose="02010600030101010101" pitchFamily="2" charset="-122"/>
              </a:rPr>
              <a:t>数据报</a:t>
            </a:r>
          </a:p>
        </p:txBody>
      </p:sp>
      <p:grpSp>
        <p:nvGrpSpPr>
          <p:cNvPr id="509987" name="组合 2">
            <a:extLst>
              <a:ext uri="{FF2B5EF4-FFF2-40B4-BE49-F238E27FC236}">
                <a16:creationId xmlns:a16="http://schemas.microsoft.com/office/drawing/2014/main" id="{77E52F0D-63BA-C143-B487-67D60B802CC5}"/>
              </a:ext>
            </a:extLst>
          </p:cNvPr>
          <p:cNvGrpSpPr>
            <a:grpSpLocks/>
          </p:cNvGrpSpPr>
          <p:nvPr/>
        </p:nvGrpSpPr>
        <p:grpSpPr bwMode="auto">
          <a:xfrm>
            <a:off x="3115866" y="1924050"/>
            <a:ext cx="3200400" cy="2043113"/>
            <a:chOff x="2822251" y="2637309"/>
            <a:chExt cx="4622801" cy="2590800"/>
          </a:xfrm>
        </p:grpSpPr>
        <p:sp>
          <p:nvSpPr>
            <p:cNvPr id="510006" name="Line 55">
              <a:extLst>
                <a:ext uri="{FF2B5EF4-FFF2-40B4-BE49-F238E27FC236}">
                  <a16:creationId xmlns:a16="http://schemas.microsoft.com/office/drawing/2014/main" id="{80406BD5-5C86-FD4D-9591-2790A8DB36FE}"/>
                </a:ext>
              </a:extLst>
            </p:cNvPr>
            <p:cNvSpPr>
              <a:spLocks noChangeShapeType="1"/>
            </p:cNvSpPr>
            <p:nvPr/>
          </p:nvSpPr>
          <p:spPr bwMode="auto">
            <a:xfrm>
              <a:off x="2822251" y="2637309"/>
              <a:ext cx="0" cy="259080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0007" name="Line 56">
              <a:extLst>
                <a:ext uri="{FF2B5EF4-FFF2-40B4-BE49-F238E27FC236}">
                  <a16:creationId xmlns:a16="http://schemas.microsoft.com/office/drawing/2014/main" id="{ED4D3469-19A4-184F-B100-9C231CB7882E}"/>
                </a:ext>
              </a:extLst>
            </p:cNvPr>
            <p:cNvSpPr>
              <a:spLocks noChangeShapeType="1"/>
            </p:cNvSpPr>
            <p:nvPr/>
          </p:nvSpPr>
          <p:spPr bwMode="auto">
            <a:xfrm>
              <a:off x="7445052" y="2637309"/>
              <a:ext cx="0" cy="259080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509988" name="Text Box 57">
            <a:extLst>
              <a:ext uri="{FF2B5EF4-FFF2-40B4-BE49-F238E27FC236}">
                <a16:creationId xmlns:a16="http://schemas.microsoft.com/office/drawing/2014/main" id="{B6DA4C08-92E6-8B42-844D-983DFA81DB16}"/>
              </a:ext>
            </a:extLst>
          </p:cNvPr>
          <p:cNvSpPr txBox="1">
            <a:spLocks noChangeArrowheads="1"/>
          </p:cNvSpPr>
          <p:nvPr/>
        </p:nvSpPr>
        <p:spPr bwMode="auto">
          <a:xfrm>
            <a:off x="6804423" y="3669506"/>
            <a:ext cx="899605"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IPv6 </a:t>
            </a:r>
            <a:r>
              <a:rPr kumimoji="1" lang="zh-CN" altLang="en-US" sz="1050">
                <a:solidFill>
                  <a:srgbClr val="000099"/>
                </a:solidFill>
                <a:latin typeface="微软雅黑" panose="020B0503020204020204" pitchFamily="34" charset="-122"/>
                <a:ea typeface="宋体" panose="02010600030101010101" pitchFamily="2" charset="-122"/>
              </a:rPr>
              <a:t>数据报</a:t>
            </a:r>
          </a:p>
        </p:txBody>
      </p:sp>
      <p:sp>
        <p:nvSpPr>
          <p:cNvPr id="509989" name="Line 58">
            <a:extLst>
              <a:ext uri="{FF2B5EF4-FFF2-40B4-BE49-F238E27FC236}">
                <a16:creationId xmlns:a16="http://schemas.microsoft.com/office/drawing/2014/main" id="{0BCF7945-1096-E34D-A9DA-A37D573D0DBC}"/>
              </a:ext>
            </a:extLst>
          </p:cNvPr>
          <p:cNvSpPr>
            <a:spLocks noChangeShapeType="1"/>
          </p:cNvSpPr>
          <p:nvPr/>
        </p:nvSpPr>
        <p:spPr bwMode="auto">
          <a:xfrm>
            <a:off x="1553766" y="3070622"/>
            <a:ext cx="9715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9990" name="Line 59">
            <a:extLst>
              <a:ext uri="{FF2B5EF4-FFF2-40B4-BE49-F238E27FC236}">
                <a16:creationId xmlns:a16="http://schemas.microsoft.com/office/drawing/2014/main" id="{FA50BD05-2EE7-4549-A8C4-4873600A77BA}"/>
              </a:ext>
            </a:extLst>
          </p:cNvPr>
          <p:cNvSpPr>
            <a:spLocks noChangeShapeType="1"/>
          </p:cNvSpPr>
          <p:nvPr/>
        </p:nvSpPr>
        <p:spPr bwMode="auto">
          <a:xfrm>
            <a:off x="6754416" y="3070622"/>
            <a:ext cx="9715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9991" name="Rectangle 60">
            <a:extLst>
              <a:ext uri="{FF2B5EF4-FFF2-40B4-BE49-F238E27FC236}">
                <a16:creationId xmlns:a16="http://schemas.microsoft.com/office/drawing/2014/main" id="{FACEAC17-3BDF-3D45-84BE-B9D7FF8700F9}"/>
              </a:ext>
            </a:extLst>
          </p:cNvPr>
          <p:cNvSpPr>
            <a:spLocks noChangeArrowheads="1"/>
          </p:cNvSpPr>
          <p:nvPr/>
        </p:nvSpPr>
        <p:spPr bwMode="auto">
          <a:xfrm>
            <a:off x="3198019" y="2234804"/>
            <a:ext cx="971550" cy="1206103"/>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09992" name="Rectangle 61">
            <a:extLst>
              <a:ext uri="{FF2B5EF4-FFF2-40B4-BE49-F238E27FC236}">
                <a16:creationId xmlns:a16="http://schemas.microsoft.com/office/drawing/2014/main" id="{9FCB2C00-F1E3-8547-A50D-4F1CE50B40E2}"/>
              </a:ext>
            </a:extLst>
          </p:cNvPr>
          <p:cNvSpPr>
            <a:spLocks noChangeArrowheads="1"/>
          </p:cNvSpPr>
          <p:nvPr/>
        </p:nvSpPr>
        <p:spPr bwMode="auto">
          <a:xfrm>
            <a:off x="3207544" y="2240756"/>
            <a:ext cx="957263" cy="6143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09993" name="Text Box 62">
            <a:extLst>
              <a:ext uri="{FF2B5EF4-FFF2-40B4-BE49-F238E27FC236}">
                <a16:creationId xmlns:a16="http://schemas.microsoft.com/office/drawing/2014/main" id="{9007DA46-07FB-D04C-859F-8B50F19D00FA}"/>
              </a:ext>
            </a:extLst>
          </p:cNvPr>
          <p:cNvSpPr txBox="1">
            <a:spLocks noChangeArrowheads="1"/>
          </p:cNvSpPr>
          <p:nvPr/>
        </p:nvSpPr>
        <p:spPr bwMode="auto">
          <a:xfrm>
            <a:off x="3198019" y="2234803"/>
            <a:ext cx="1041797" cy="9002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源地址：</a:t>
            </a:r>
            <a:r>
              <a:rPr kumimoji="1" lang="en-US" altLang="zh-CN" sz="1050">
                <a:solidFill>
                  <a:srgbClr val="000099"/>
                </a:solidFill>
                <a:latin typeface="微软雅黑" panose="020B0503020204020204" pitchFamily="34" charset="-122"/>
                <a:ea typeface="宋体" panose="02010600030101010101" pitchFamily="2" charset="-122"/>
              </a:rPr>
              <a:t>A</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目的地址：</a:t>
            </a:r>
            <a:r>
              <a:rPr kumimoji="1" lang="en-US" altLang="zh-CN" sz="1050">
                <a:solidFill>
                  <a:srgbClr val="000099"/>
                </a:solidFill>
                <a:latin typeface="微软雅黑" panose="020B0503020204020204" pitchFamily="34" charset="-122"/>
                <a:ea typeface="宋体" panose="02010600030101010101" pitchFamily="2" charset="-122"/>
              </a:rPr>
              <a:t>F</a:t>
            </a:r>
          </a:p>
          <a:p>
            <a:pPr>
              <a:spcBef>
                <a:spcPct val="0"/>
              </a:spcBef>
              <a:buClrTx/>
              <a:buSzTx/>
              <a:buFontTx/>
              <a:buNone/>
            </a:pPr>
            <a:r>
              <a:rPr kumimoji="1" lang="en-US" altLang="zh-CN" sz="1050">
                <a:solidFill>
                  <a:srgbClr val="000099"/>
                </a:solidFill>
                <a:latin typeface="Arial" panose="020B0604020202020204" pitchFamily="34" charset="0"/>
                <a:ea typeface="宋体" panose="02010600030101010101" pitchFamily="2" charset="-122"/>
              </a:rPr>
              <a:t>……</a:t>
            </a: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p:txBody>
      </p:sp>
      <p:sp>
        <p:nvSpPr>
          <p:cNvPr id="509994" name="Line 63">
            <a:extLst>
              <a:ext uri="{FF2B5EF4-FFF2-40B4-BE49-F238E27FC236}">
                <a16:creationId xmlns:a16="http://schemas.microsoft.com/office/drawing/2014/main" id="{F08A0720-BA04-DD46-826C-72F8FBA73F4B}"/>
              </a:ext>
            </a:extLst>
          </p:cNvPr>
          <p:cNvSpPr>
            <a:spLocks noChangeShapeType="1"/>
          </p:cNvSpPr>
          <p:nvPr/>
        </p:nvSpPr>
        <p:spPr bwMode="auto">
          <a:xfrm>
            <a:off x="3211116" y="2859881"/>
            <a:ext cx="9715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9995" name="Text Box 64">
            <a:extLst>
              <a:ext uri="{FF2B5EF4-FFF2-40B4-BE49-F238E27FC236}">
                <a16:creationId xmlns:a16="http://schemas.microsoft.com/office/drawing/2014/main" id="{19138669-5647-A44E-B1C5-87E6BFBF24CB}"/>
              </a:ext>
            </a:extLst>
          </p:cNvPr>
          <p:cNvSpPr txBox="1">
            <a:spLocks noChangeArrowheads="1"/>
          </p:cNvSpPr>
          <p:nvPr/>
        </p:nvSpPr>
        <p:spPr bwMode="auto">
          <a:xfrm>
            <a:off x="3338513" y="3027760"/>
            <a:ext cx="723275"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数据部分</a:t>
            </a:r>
          </a:p>
        </p:txBody>
      </p:sp>
      <p:sp>
        <p:nvSpPr>
          <p:cNvPr id="509996" name="Rectangle 65">
            <a:extLst>
              <a:ext uri="{FF2B5EF4-FFF2-40B4-BE49-F238E27FC236}">
                <a16:creationId xmlns:a16="http://schemas.microsoft.com/office/drawing/2014/main" id="{29FFBD7B-BE04-C64B-92E3-257DD54B52C2}"/>
              </a:ext>
            </a:extLst>
          </p:cNvPr>
          <p:cNvSpPr>
            <a:spLocks noChangeArrowheads="1"/>
          </p:cNvSpPr>
          <p:nvPr/>
        </p:nvSpPr>
        <p:spPr bwMode="auto">
          <a:xfrm>
            <a:off x="5255419" y="2234804"/>
            <a:ext cx="971550" cy="1206103"/>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09997" name="Rectangle 66">
            <a:extLst>
              <a:ext uri="{FF2B5EF4-FFF2-40B4-BE49-F238E27FC236}">
                <a16:creationId xmlns:a16="http://schemas.microsoft.com/office/drawing/2014/main" id="{C6749CF6-0B70-FC45-9ACB-BD380E52EF0A}"/>
              </a:ext>
            </a:extLst>
          </p:cNvPr>
          <p:cNvSpPr>
            <a:spLocks noChangeArrowheads="1"/>
          </p:cNvSpPr>
          <p:nvPr/>
        </p:nvSpPr>
        <p:spPr bwMode="auto">
          <a:xfrm>
            <a:off x="5272088" y="2245519"/>
            <a:ext cx="946547" cy="613172"/>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09998" name="Text Box 67">
            <a:extLst>
              <a:ext uri="{FF2B5EF4-FFF2-40B4-BE49-F238E27FC236}">
                <a16:creationId xmlns:a16="http://schemas.microsoft.com/office/drawing/2014/main" id="{AEF2B27D-25C2-264F-BE74-3F20C4C9605A}"/>
              </a:ext>
            </a:extLst>
          </p:cNvPr>
          <p:cNvSpPr txBox="1">
            <a:spLocks noChangeArrowheads="1"/>
          </p:cNvSpPr>
          <p:nvPr/>
        </p:nvSpPr>
        <p:spPr bwMode="auto">
          <a:xfrm>
            <a:off x="5255419" y="2234803"/>
            <a:ext cx="1041797" cy="9002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源地址：</a:t>
            </a:r>
            <a:r>
              <a:rPr kumimoji="1" lang="en-US" altLang="zh-CN" sz="1050">
                <a:solidFill>
                  <a:srgbClr val="000099"/>
                </a:solidFill>
                <a:latin typeface="微软雅黑" panose="020B0503020204020204" pitchFamily="34" charset="-122"/>
                <a:ea typeface="宋体" panose="02010600030101010101" pitchFamily="2" charset="-122"/>
              </a:rPr>
              <a:t>A</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目的地址：</a:t>
            </a:r>
            <a:r>
              <a:rPr kumimoji="1" lang="en-US" altLang="zh-CN" sz="1050">
                <a:solidFill>
                  <a:srgbClr val="000099"/>
                </a:solidFill>
                <a:latin typeface="微软雅黑" panose="020B0503020204020204" pitchFamily="34" charset="-122"/>
                <a:ea typeface="宋体" panose="02010600030101010101" pitchFamily="2" charset="-122"/>
              </a:rPr>
              <a:t>F</a:t>
            </a:r>
          </a:p>
          <a:p>
            <a:pPr>
              <a:spcBef>
                <a:spcPct val="0"/>
              </a:spcBef>
              <a:buClrTx/>
              <a:buSzTx/>
              <a:buFontTx/>
              <a:buNone/>
            </a:pPr>
            <a:r>
              <a:rPr kumimoji="1" lang="en-US" altLang="zh-CN" sz="1050">
                <a:solidFill>
                  <a:srgbClr val="000099"/>
                </a:solidFill>
                <a:latin typeface="Arial" panose="020B0604020202020204" pitchFamily="34" charset="0"/>
                <a:ea typeface="宋体" panose="02010600030101010101" pitchFamily="2" charset="-122"/>
              </a:rPr>
              <a:t>……</a:t>
            </a: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p:txBody>
      </p:sp>
      <p:sp>
        <p:nvSpPr>
          <p:cNvPr id="509999" name="Line 68">
            <a:extLst>
              <a:ext uri="{FF2B5EF4-FFF2-40B4-BE49-F238E27FC236}">
                <a16:creationId xmlns:a16="http://schemas.microsoft.com/office/drawing/2014/main" id="{8C6C2175-E248-5847-B455-CBC2D8A24773}"/>
              </a:ext>
            </a:extLst>
          </p:cNvPr>
          <p:cNvSpPr>
            <a:spLocks noChangeShapeType="1"/>
          </p:cNvSpPr>
          <p:nvPr/>
        </p:nvSpPr>
        <p:spPr bwMode="auto">
          <a:xfrm>
            <a:off x="5268516" y="2859881"/>
            <a:ext cx="9715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0000" name="Text Box 69">
            <a:extLst>
              <a:ext uri="{FF2B5EF4-FFF2-40B4-BE49-F238E27FC236}">
                <a16:creationId xmlns:a16="http://schemas.microsoft.com/office/drawing/2014/main" id="{16AB0004-94A2-EF41-AFAF-0BE4F1126E24}"/>
              </a:ext>
            </a:extLst>
          </p:cNvPr>
          <p:cNvSpPr txBox="1">
            <a:spLocks noChangeArrowheads="1"/>
          </p:cNvSpPr>
          <p:nvPr/>
        </p:nvSpPr>
        <p:spPr bwMode="auto">
          <a:xfrm>
            <a:off x="5395913" y="3027760"/>
            <a:ext cx="723275"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数据部分</a:t>
            </a:r>
          </a:p>
        </p:txBody>
      </p:sp>
      <p:sp>
        <p:nvSpPr>
          <p:cNvPr id="510001" name="Line 70">
            <a:extLst>
              <a:ext uri="{FF2B5EF4-FFF2-40B4-BE49-F238E27FC236}">
                <a16:creationId xmlns:a16="http://schemas.microsoft.com/office/drawing/2014/main" id="{D38CA54F-2146-C848-869C-5C08AA2FF713}"/>
              </a:ext>
            </a:extLst>
          </p:cNvPr>
          <p:cNvSpPr>
            <a:spLocks noChangeShapeType="1"/>
          </p:cNvSpPr>
          <p:nvPr/>
        </p:nvSpPr>
        <p:spPr bwMode="auto">
          <a:xfrm>
            <a:off x="3115866" y="3838575"/>
            <a:ext cx="3200400" cy="0"/>
          </a:xfrm>
          <a:prstGeom prst="line">
            <a:avLst/>
          </a:prstGeom>
          <a:noFill/>
          <a:ln w="190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0002" name="Text Box 71">
            <a:extLst>
              <a:ext uri="{FF2B5EF4-FFF2-40B4-BE49-F238E27FC236}">
                <a16:creationId xmlns:a16="http://schemas.microsoft.com/office/drawing/2014/main" id="{B4474CBF-D479-D347-9C2D-192008C1EAD6}"/>
              </a:ext>
            </a:extLst>
          </p:cNvPr>
          <p:cNvSpPr txBox="1">
            <a:spLocks noChangeArrowheads="1"/>
          </p:cNvSpPr>
          <p:nvPr/>
        </p:nvSpPr>
        <p:spPr bwMode="auto">
          <a:xfrm>
            <a:off x="4311254" y="3712369"/>
            <a:ext cx="931665" cy="30008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IPv4 </a:t>
            </a:r>
            <a:r>
              <a:rPr kumimoji="1" lang="zh-CN" altLang="en-US" sz="1350">
                <a:solidFill>
                  <a:srgbClr val="000099"/>
                </a:solidFill>
                <a:latin typeface="微软雅黑" panose="020B0503020204020204" pitchFamily="34" charset="-122"/>
                <a:ea typeface="宋体" panose="02010600030101010101" pitchFamily="2" charset="-122"/>
              </a:rPr>
              <a:t>网络</a:t>
            </a:r>
          </a:p>
        </p:txBody>
      </p:sp>
      <p:sp>
        <p:nvSpPr>
          <p:cNvPr id="510003" name="矩形 1">
            <a:extLst>
              <a:ext uri="{FF2B5EF4-FFF2-40B4-BE49-F238E27FC236}">
                <a16:creationId xmlns:a16="http://schemas.microsoft.com/office/drawing/2014/main" id="{FE3A2D46-6BE9-C147-972A-CAD856646886}"/>
              </a:ext>
            </a:extLst>
          </p:cNvPr>
          <p:cNvSpPr>
            <a:spLocks noChangeArrowheads="1"/>
          </p:cNvSpPr>
          <p:nvPr/>
        </p:nvSpPr>
        <p:spPr bwMode="auto">
          <a:xfrm>
            <a:off x="2356247" y="4067175"/>
            <a:ext cx="4708922" cy="346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zh-CN" altLang="zh-CN" sz="1650">
                <a:solidFill>
                  <a:schemeClr val="tx1"/>
                </a:solidFill>
                <a:latin typeface="微软雅黑" panose="020B0503020204020204" pitchFamily="34" charset="-122"/>
                <a:ea typeface="宋体" panose="02010600030101010101" pitchFamily="2" charset="-122"/>
              </a:rPr>
              <a:t>使用双协议栈进行从</a:t>
            </a:r>
            <a:r>
              <a:rPr lang="en-US" altLang="zh-CN" sz="1650">
                <a:solidFill>
                  <a:schemeClr val="tx1"/>
                </a:solidFill>
                <a:latin typeface="微软雅黑" panose="020B0503020204020204" pitchFamily="34" charset="-122"/>
                <a:ea typeface="宋体" panose="02010600030101010101" pitchFamily="2" charset="-122"/>
              </a:rPr>
              <a:t> IPv4 </a:t>
            </a:r>
            <a:r>
              <a:rPr lang="zh-CN" altLang="zh-CN" sz="1650">
                <a:solidFill>
                  <a:schemeClr val="tx1"/>
                </a:solidFill>
                <a:latin typeface="微软雅黑" panose="020B0503020204020204" pitchFamily="34" charset="-122"/>
                <a:ea typeface="宋体" panose="02010600030101010101" pitchFamily="2" charset="-122"/>
              </a:rPr>
              <a:t>到</a:t>
            </a:r>
            <a:r>
              <a:rPr lang="en-US" altLang="zh-CN" sz="1650">
                <a:solidFill>
                  <a:schemeClr val="tx1"/>
                </a:solidFill>
                <a:latin typeface="微软雅黑" panose="020B0503020204020204" pitchFamily="34" charset="-122"/>
                <a:ea typeface="宋体" panose="02010600030101010101" pitchFamily="2" charset="-122"/>
              </a:rPr>
              <a:t> IPv6 </a:t>
            </a:r>
            <a:r>
              <a:rPr lang="zh-CN" altLang="zh-CN" sz="1650">
                <a:solidFill>
                  <a:schemeClr val="tx1"/>
                </a:solidFill>
                <a:latin typeface="微软雅黑" panose="020B0503020204020204" pitchFamily="34" charset="-122"/>
                <a:ea typeface="宋体" panose="02010600030101010101" pitchFamily="2" charset="-122"/>
              </a:rPr>
              <a:t>的过渡</a:t>
            </a:r>
            <a:endParaRPr lang="zh-CN" altLang="en-US" sz="1650">
              <a:solidFill>
                <a:schemeClr val="tx1"/>
              </a:solidFill>
              <a:latin typeface="微软雅黑" panose="020B0503020204020204" pitchFamily="34" charset="-122"/>
              <a:ea typeface="宋体" panose="02010600030101010101" pitchFamily="2" charset="-122"/>
            </a:endParaRPr>
          </a:p>
        </p:txBody>
      </p:sp>
      <p:sp>
        <p:nvSpPr>
          <p:cNvPr id="510004" name="Text Box 64">
            <a:extLst>
              <a:ext uri="{FF2B5EF4-FFF2-40B4-BE49-F238E27FC236}">
                <a16:creationId xmlns:a16="http://schemas.microsoft.com/office/drawing/2014/main" id="{48321F2E-E3F8-7A45-844D-82CCD9D5874A}"/>
              </a:ext>
            </a:extLst>
          </p:cNvPr>
          <p:cNvSpPr txBox="1">
            <a:spLocks noChangeArrowheads="1"/>
          </p:cNvSpPr>
          <p:nvPr/>
        </p:nvSpPr>
        <p:spPr bwMode="auto">
          <a:xfrm>
            <a:off x="3227785" y="3483769"/>
            <a:ext cx="899605"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IPv4 </a:t>
            </a:r>
            <a:r>
              <a:rPr kumimoji="1" lang="zh-CN" altLang="en-US" sz="1050">
                <a:solidFill>
                  <a:srgbClr val="000099"/>
                </a:solidFill>
                <a:latin typeface="微软雅黑" panose="020B0503020204020204" pitchFamily="34" charset="-122"/>
                <a:ea typeface="宋体" panose="02010600030101010101" pitchFamily="2" charset="-122"/>
              </a:rPr>
              <a:t>数据报</a:t>
            </a:r>
          </a:p>
        </p:txBody>
      </p:sp>
      <p:sp>
        <p:nvSpPr>
          <p:cNvPr id="510005" name="Text Box 65">
            <a:extLst>
              <a:ext uri="{FF2B5EF4-FFF2-40B4-BE49-F238E27FC236}">
                <a16:creationId xmlns:a16="http://schemas.microsoft.com/office/drawing/2014/main" id="{880E8DC1-1DDA-0246-8328-A9A66BBF35C9}"/>
              </a:ext>
            </a:extLst>
          </p:cNvPr>
          <p:cNvSpPr txBox="1">
            <a:spLocks noChangeArrowheads="1"/>
          </p:cNvSpPr>
          <p:nvPr/>
        </p:nvSpPr>
        <p:spPr bwMode="auto">
          <a:xfrm>
            <a:off x="5278041" y="3483769"/>
            <a:ext cx="899605"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IPv4 </a:t>
            </a:r>
            <a:r>
              <a:rPr kumimoji="1" lang="zh-CN" altLang="en-US" sz="1050">
                <a:solidFill>
                  <a:srgbClr val="000099"/>
                </a:solidFill>
                <a:latin typeface="微软雅黑" panose="020B0503020204020204" pitchFamily="34" charset="-122"/>
                <a:ea typeface="宋体" panose="02010600030101010101" pitchFamily="2" charset="-122"/>
              </a:rPr>
              <a:t>数据报</a:t>
            </a:r>
          </a:p>
        </p:txBody>
      </p:sp>
    </p:spTree>
    <p:extLst>
      <p:ext uri="{BB962C8B-B14F-4D97-AF65-F5344CB8AC3E}">
        <p14:creationId xmlns:p14="http://schemas.microsoft.com/office/powerpoint/2010/main" val="3699365578"/>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01" name="标题 1">
            <a:extLst>
              <a:ext uri="{FF2B5EF4-FFF2-40B4-BE49-F238E27FC236}">
                <a16:creationId xmlns:a16="http://schemas.microsoft.com/office/drawing/2014/main" id="{F499BFE1-BC41-B249-B6DB-C8E4503F3812}"/>
              </a:ext>
            </a:extLst>
          </p:cNvPr>
          <p:cNvSpPr>
            <a:spLocks noGrp="1" noChangeArrowheads="1"/>
          </p:cNvSpPr>
          <p:nvPr>
            <p:ph type="title"/>
          </p:nvPr>
        </p:nvSpPr>
        <p:spPr/>
        <p:txBody>
          <a:bodyPr/>
          <a:lstStyle/>
          <a:p>
            <a:r>
              <a:rPr lang="zh-CN" altLang="zh-CN">
                <a:latin typeface="Times New Roman" panose="02020603050405020304" pitchFamily="18" charset="0"/>
                <a:ea typeface="宋体" panose="02010600030101010101" pitchFamily="2" charset="-122"/>
              </a:rPr>
              <a:t>隧道技术</a:t>
            </a:r>
            <a:endParaRPr lang="zh-CN" altLang="en-US">
              <a:latin typeface="Times New Roman" panose="02020603050405020304" pitchFamily="18" charset="0"/>
              <a:ea typeface="宋体" panose="02010600030101010101" pitchFamily="2" charset="-122"/>
            </a:endParaRPr>
          </a:p>
        </p:txBody>
      </p:sp>
      <p:sp>
        <p:nvSpPr>
          <p:cNvPr id="512002" name="内容占位符 2">
            <a:extLst>
              <a:ext uri="{FF2B5EF4-FFF2-40B4-BE49-F238E27FC236}">
                <a16:creationId xmlns:a16="http://schemas.microsoft.com/office/drawing/2014/main" id="{BACC7F28-6495-FB4F-858F-85305EE23456}"/>
              </a:ext>
            </a:extLst>
          </p:cNvPr>
          <p:cNvSpPr>
            <a:spLocks noGrp="1" noChangeArrowheads="1"/>
          </p:cNvSpPr>
          <p:nvPr>
            <p:ph idx="1"/>
          </p:nvPr>
        </p:nvSpPr>
        <p:spPr/>
        <p:txBody>
          <a:bodyPr/>
          <a:lstStyle/>
          <a:p>
            <a:r>
              <a:rPr lang="zh-CN" altLang="zh-CN">
                <a:latin typeface="Times New Roman" panose="02020603050405020304" pitchFamily="18" charset="0"/>
                <a:ea typeface="宋体" panose="02010600030101010101" pitchFamily="2" charset="-122"/>
              </a:rPr>
              <a:t>在</a:t>
            </a:r>
            <a:r>
              <a:rPr lang="en-US" altLang="zh-CN">
                <a:latin typeface="Times New Roman" panose="02020603050405020304" pitchFamily="18" charset="0"/>
                <a:ea typeface="宋体" panose="02010600030101010101" pitchFamily="2" charset="-122"/>
              </a:rPr>
              <a:t> IPv6 </a:t>
            </a:r>
            <a:r>
              <a:rPr lang="zh-CN" altLang="zh-CN">
                <a:latin typeface="Times New Roman" panose="02020603050405020304" pitchFamily="18" charset="0"/>
                <a:ea typeface="宋体" panose="02010600030101010101" pitchFamily="2" charset="-122"/>
              </a:rPr>
              <a:t>数据报要进入</a:t>
            </a:r>
            <a:r>
              <a:rPr lang="en-US" altLang="zh-CN">
                <a:latin typeface="Times New Roman" panose="02020603050405020304" pitchFamily="18" charset="0"/>
                <a:ea typeface="宋体" panose="02010600030101010101" pitchFamily="2" charset="-122"/>
              </a:rPr>
              <a:t>IPv4</a:t>
            </a:r>
            <a:r>
              <a:rPr lang="zh-CN" altLang="zh-CN">
                <a:latin typeface="Times New Roman" panose="02020603050405020304" pitchFamily="18" charset="0"/>
                <a:ea typeface="宋体" panose="02010600030101010101" pitchFamily="2" charset="-122"/>
              </a:rPr>
              <a:t>网络时，</a:t>
            </a:r>
            <a:r>
              <a:rPr lang="zh-CN" altLang="zh-CN">
                <a:solidFill>
                  <a:srgbClr val="FF0000"/>
                </a:solidFill>
                <a:latin typeface="Times New Roman" panose="02020603050405020304" pitchFamily="18" charset="0"/>
                <a:ea typeface="宋体" panose="02010600030101010101" pitchFamily="2" charset="-122"/>
              </a:rPr>
              <a:t>把</a:t>
            </a:r>
            <a:r>
              <a:rPr lang="en-US" altLang="zh-CN">
                <a:solidFill>
                  <a:srgbClr val="FF0000"/>
                </a:solidFill>
                <a:latin typeface="Times New Roman" panose="02020603050405020304" pitchFamily="18" charset="0"/>
                <a:ea typeface="宋体" panose="02010600030101010101" pitchFamily="2" charset="-122"/>
              </a:rPr>
              <a:t> IPv6 </a:t>
            </a:r>
            <a:r>
              <a:rPr lang="zh-CN" altLang="zh-CN">
                <a:solidFill>
                  <a:srgbClr val="FF0000"/>
                </a:solidFill>
                <a:latin typeface="Times New Roman" panose="02020603050405020304" pitchFamily="18" charset="0"/>
                <a:ea typeface="宋体" panose="02010600030101010101" pitchFamily="2" charset="-122"/>
              </a:rPr>
              <a:t>数据报封装成为</a:t>
            </a:r>
            <a:r>
              <a:rPr lang="en-US" altLang="zh-CN">
                <a:solidFill>
                  <a:srgbClr val="FF0000"/>
                </a:solidFill>
                <a:latin typeface="Times New Roman" panose="02020603050405020304" pitchFamily="18" charset="0"/>
                <a:ea typeface="宋体" panose="02010600030101010101" pitchFamily="2" charset="-122"/>
              </a:rPr>
              <a:t> IPv4 </a:t>
            </a:r>
            <a:r>
              <a:rPr lang="zh-CN" altLang="zh-CN">
                <a:solidFill>
                  <a:srgbClr val="FF0000"/>
                </a:solidFill>
                <a:latin typeface="Times New Roman" panose="02020603050405020304" pitchFamily="18" charset="0"/>
                <a:ea typeface="宋体" panose="02010600030101010101" pitchFamily="2" charset="-122"/>
              </a:rPr>
              <a:t>数据报</a:t>
            </a:r>
            <a:r>
              <a:rPr lang="zh-CN" altLang="en-US">
                <a:solidFill>
                  <a:srgbClr val="FF0000"/>
                </a:solidFill>
                <a:latin typeface="Times New Roman" panose="02020603050405020304" pitchFamily="18" charset="0"/>
                <a:ea typeface="宋体" panose="02010600030101010101" pitchFamily="2" charset="-122"/>
              </a:rPr>
              <a:t>，</a:t>
            </a:r>
            <a:r>
              <a:rPr lang="zh-CN" altLang="zh-CN">
                <a:latin typeface="Times New Roman" panose="02020603050405020304" pitchFamily="18" charset="0"/>
                <a:ea typeface="宋体" panose="02010600030101010101" pitchFamily="2" charset="-122"/>
              </a:rPr>
              <a:t>整个的</a:t>
            </a:r>
            <a:r>
              <a:rPr lang="en-US" altLang="zh-CN">
                <a:latin typeface="Times New Roman" panose="02020603050405020304" pitchFamily="18" charset="0"/>
                <a:ea typeface="宋体" panose="02010600030101010101" pitchFamily="2" charset="-122"/>
              </a:rPr>
              <a:t> IPv6 </a:t>
            </a:r>
            <a:r>
              <a:rPr lang="zh-CN" altLang="zh-CN">
                <a:latin typeface="Times New Roman" panose="02020603050405020304" pitchFamily="18" charset="0"/>
                <a:ea typeface="宋体" panose="02010600030101010101" pitchFamily="2" charset="-122"/>
              </a:rPr>
              <a:t>数据报变成了</a:t>
            </a:r>
            <a:r>
              <a:rPr lang="en-US" altLang="zh-CN">
                <a:latin typeface="Times New Roman" panose="02020603050405020304" pitchFamily="18" charset="0"/>
                <a:ea typeface="宋体" panose="02010600030101010101" pitchFamily="2" charset="-122"/>
              </a:rPr>
              <a:t> IPv4 </a:t>
            </a:r>
            <a:r>
              <a:rPr lang="zh-CN" altLang="zh-CN">
                <a:latin typeface="Times New Roman" panose="02020603050405020304" pitchFamily="18" charset="0"/>
                <a:ea typeface="宋体" panose="02010600030101010101" pitchFamily="2" charset="-122"/>
              </a:rPr>
              <a:t>数据报的数据部分。</a:t>
            </a:r>
            <a:endParaRPr lang="en-US" altLang="zh-CN">
              <a:latin typeface="Times New Roman" panose="02020603050405020304" pitchFamily="18" charset="0"/>
              <a:ea typeface="宋体" panose="02010600030101010101" pitchFamily="2" charset="-122"/>
            </a:endParaRPr>
          </a:p>
          <a:p>
            <a:r>
              <a:rPr lang="zh-CN" altLang="zh-CN">
                <a:latin typeface="Times New Roman" panose="02020603050405020304" pitchFamily="18" charset="0"/>
                <a:ea typeface="宋体" panose="02010600030101010101" pitchFamily="2" charset="-122"/>
              </a:rPr>
              <a:t>当</a:t>
            </a:r>
            <a:r>
              <a:rPr lang="en-US" altLang="zh-CN">
                <a:latin typeface="Times New Roman" panose="02020603050405020304" pitchFamily="18" charset="0"/>
                <a:ea typeface="宋体" panose="02010600030101010101" pitchFamily="2" charset="-122"/>
              </a:rPr>
              <a:t> IPv4 </a:t>
            </a:r>
            <a:r>
              <a:rPr lang="zh-CN" altLang="zh-CN">
                <a:latin typeface="Times New Roman" panose="02020603050405020304" pitchFamily="18" charset="0"/>
                <a:ea typeface="宋体" panose="02010600030101010101" pitchFamily="2" charset="-122"/>
              </a:rPr>
              <a:t>数据报离开</a:t>
            </a:r>
            <a:r>
              <a:rPr lang="en-US" altLang="zh-CN">
                <a:latin typeface="Times New Roman" panose="02020603050405020304" pitchFamily="18" charset="0"/>
                <a:ea typeface="宋体" panose="02010600030101010101" pitchFamily="2" charset="-122"/>
              </a:rPr>
              <a:t> IPv4 </a:t>
            </a:r>
            <a:r>
              <a:rPr lang="zh-CN" altLang="zh-CN">
                <a:latin typeface="Times New Roman" panose="02020603050405020304" pitchFamily="18" charset="0"/>
                <a:ea typeface="宋体" panose="02010600030101010101" pitchFamily="2" charset="-122"/>
              </a:rPr>
              <a:t>网络中的隧道时，再把数据部分（即原来的</a:t>
            </a:r>
            <a:r>
              <a:rPr lang="en-US" altLang="zh-CN">
                <a:latin typeface="Times New Roman" panose="02020603050405020304" pitchFamily="18" charset="0"/>
                <a:ea typeface="宋体" panose="02010600030101010101" pitchFamily="2" charset="-122"/>
              </a:rPr>
              <a:t> IPv6 </a:t>
            </a:r>
            <a:r>
              <a:rPr lang="zh-CN" altLang="zh-CN">
                <a:latin typeface="Times New Roman" panose="02020603050405020304" pitchFamily="18" charset="0"/>
                <a:ea typeface="宋体" panose="02010600030101010101" pitchFamily="2" charset="-122"/>
              </a:rPr>
              <a:t>数据报）交给主机的</a:t>
            </a:r>
            <a:r>
              <a:rPr lang="en-US" altLang="zh-CN">
                <a:latin typeface="Times New Roman" panose="02020603050405020304" pitchFamily="18" charset="0"/>
                <a:ea typeface="宋体" panose="02010600030101010101" pitchFamily="2" charset="-122"/>
              </a:rPr>
              <a:t> IPv6 </a:t>
            </a:r>
            <a:r>
              <a:rPr lang="zh-CN" altLang="zh-CN">
                <a:latin typeface="Times New Roman" panose="02020603050405020304" pitchFamily="18" charset="0"/>
                <a:ea typeface="宋体" panose="02010600030101010101" pitchFamily="2" charset="-122"/>
              </a:rPr>
              <a:t>协议栈。</a:t>
            </a:r>
            <a:endParaRPr lang="zh-CN" altLang="en-US">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3771000748"/>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68695" name="Group 23">
            <a:extLst>
              <a:ext uri="{FF2B5EF4-FFF2-40B4-BE49-F238E27FC236}">
                <a16:creationId xmlns:a16="http://schemas.microsoft.com/office/drawing/2014/main" id="{3DB3430B-C452-A645-87C1-5CA0D51B90F5}"/>
              </a:ext>
            </a:extLst>
          </p:cNvPr>
          <p:cNvGrpSpPr>
            <a:grpSpLocks/>
          </p:cNvGrpSpPr>
          <p:nvPr/>
        </p:nvGrpSpPr>
        <p:grpSpPr bwMode="auto">
          <a:xfrm>
            <a:off x="2958169" y="1225257"/>
            <a:ext cx="3458639" cy="798125"/>
            <a:chOff x="912" y="768"/>
            <a:chExt cx="2505" cy="1584"/>
          </a:xfrm>
          <a:solidFill>
            <a:schemeClr val="bg1">
              <a:lumMod val="85000"/>
            </a:schemeClr>
          </a:solidFill>
          <a:effectLst>
            <a:outerShdw dist="38100" dir="2700000" algn="tl" rotWithShape="0">
              <a:schemeClr val="tx1"/>
            </a:outerShdw>
          </a:effectLst>
        </p:grpSpPr>
        <p:sp>
          <p:nvSpPr>
            <p:cNvPr id="668696" name="Oval 24">
              <a:extLst>
                <a:ext uri="{FF2B5EF4-FFF2-40B4-BE49-F238E27FC236}">
                  <a16:creationId xmlns:a16="http://schemas.microsoft.com/office/drawing/2014/main" id="{1E91C2EE-C440-8945-AD34-B27CF2B095C5}"/>
                </a:ext>
              </a:extLst>
            </p:cNvPr>
            <p:cNvSpPr>
              <a:spLocks noChangeArrowheads="1"/>
            </p:cNvSpPr>
            <p:nvPr/>
          </p:nvSpPr>
          <p:spPr bwMode="auto">
            <a:xfrm>
              <a:off x="1751" y="799"/>
              <a:ext cx="1026" cy="628"/>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697" name="Oval 25">
              <a:extLst>
                <a:ext uri="{FF2B5EF4-FFF2-40B4-BE49-F238E27FC236}">
                  <a16:creationId xmlns:a16="http://schemas.microsoft.com/office/drawing/2014/main" id="{5A9E0203-F853-5F4F-8E5B-FDAB7997EFD3}"/>
                </a:ext>
              </a:extLst>
            </p:cNvPr>
            <p:cNvSpPr>
              <a:spLocks noChangeArrowheads="1"/>
            </p:cNvSpPr>
            <p:nvPr/>
          </p:nvSpPr>
          <p:spPr bwMode="auto">
            <a:xfrm>
              <a:off x="1172" y="972"/>
              <a:ext cx="781" cy="627"/>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698" name="Oval 26">
              <a:extLst>
                <a:ext uri="{FF2B5EF4-FFF2-40B4-BE49-F238E27FC236}">
                  <a16:creationId xmlns:a16="http://schemas.microsoft.com/office/drawing/2014/main" id="{239A9618-6CE5-9E40-91DD-4BF9722A0FD0}"/>
                </a:ext>
              </a:extLst>
            </p:cNvPr>
            <p:cNvSpPr>
              <a:spLocks noChangeArrowheads="1"/>
            </p:cNvSpPr>
            <p:nvPr/>
          </p:nvSpPr>
          <p:spPr bwMode="auto">
            <a:xfrm>
              <a:off x="926" y="1364"/>
              <a:ext cx="521" cy="502"/>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699" name="Oval 27">
              <a:extLst>
                <a:ext uri="{FF2B5EF4-FFF2-40B4-BE49-F238E27FC236}">
                  <a16:creationId xmlns:a16="http://schemas.microsoft.com/office/drawing/2014/main" id="{B2EA8C42-1449-9047-92B8-66EF0712D69A}"/>
                </a:ext>
              </a:extLst>
            </p:cNvPr>
            <p:cNvSpPr>
              <a:spLocks noChangeArrowheads="1"/>
            </p:cNvSpPr>
            <p:nvPr/>
          </p:nvSpPr>
          <p:spPr bwMode="auto">
            <a:xfrm>
              <a:off x="1085" y="1599"/>
              <a:ext cx="796" cy="549"/>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00" name="Oval 28">
              <a:extLst>
                <a:ext uri="{FF2B5EF4-FFF2-40B4-BE49-F238E27FC236}">
                  <a16:creationId xmlns:a16="http://schemas.microsoft.com/office/drawing/2014/main" id="{78834BB7-2F04-1E4B-82B0-769CD2B94C91}"/>
                </a:ext>
              </a:extLst>
            </p:cNvPr>
            <p:cNvSpPr>
              <a:spLocks noChangeArrowheads="1"/>
            </p:cNvSpPr>
            <p:nvPr/>
          </p:nvSpPr>
          <p:spPr bwMode="auto">
            <a:xfrm>
              <a:off x="1664" y="1693"/>
              <a:ext cx="1200" cy="659"/>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01" name="Oval 29">
              <a:extLst>
                <a:ext uri="{FF2B5EF4-FFF2-40B4-BE49-F238E27FC236}">
                  <a16:creationId xmlns:a16="http://schemas.microsoft.com/office/drawing/2014/main" id="{3980B5D8-29E9-344D-9255-D3D591027589}"/>
                </a:ext>
              </a:extLst>
            </p:cNvPr>
            <p:cNvSpPr>
              <a:spLocks noChangeArrowheads="1"/>
            </p:cNvSpPr>
            <p:nvPr/>
          </p:nvSpPr>
          <p:spPr bwMode="auto">
            <a:xfrm>
              <a:off x="2445" y="988"/>
              <a:ext cx="751" cy="486"/>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02" name="Oval 30">
              <a:extLst>
                <a:ext uri="{FF2B5EF4-FFF2-40B4-BE49-F238E27FC236}">
                  <a16:creationId xmlns:a16="http://schemas.microsoft.com/office/drawing/2014/main" id="{0C5E32B5-9BEE-E048-82AF-C58312AB5E3C}"/>
                </a:ext>
              </a:extLst>
            </p:cNvPr>
            <p:cNvSpPr>
              <a:spLocks noChangeArrowheads="1"/>
            </p:cNvSpPr>
            <p:nvPr/>
          </p:nvSpPr>
          <p:spPr bwMode="auto">
            <a:xfrm>
              <a:off x="2560" y="1317"/>
              <a:ext cx="752" cy="486"/>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03" name="Oval 31">
              <a:extLst>
                <a:ext uri="{FF2B5EF4-FFF2-40B4-BE49-F238E27FC236}">
                  <a16:creationId xmlns:a16="http://schemas.microsoft.com/office/drawing/2014/main" id="{1E982463-4AE6-E24F-86E2-4DC3AF9EFD02}"/>
                </a:ext>
              </a:extLst>
            </p:cNvPr>
            <p:cNvSpPr>
              <a:spLocks noChangeArrowheads="1"/>
            </p:cNvSpPr>
            <p:nvPr/>
          </p:nvSpPr>
          <p:spPr bwMode="auto">
            <a:xfrm>
              <a:off x="2488" y="1427"/>
              <a:ext cx="752" cy="815"/>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04" name="Oval 32">
              <a:extLst>
                <a:ext uri="{FF2B5EF4-FFF2-40B4-BE49-F238E27FC236}">
                  <a16:creationId xmlns:a16="http://schemas.microsoft.com/office/drawing/2014/main" id="{DA887CAC-7283-9743-BD5F-3A8CD8D51C5E}"/>
                </a:ext>
              </a:extLst>
            </p:cNvPr>
            <p:cNvSpPr>
              <a:spLocks noChangeArrowheads="1"/>
            </p:cNvSpPr>
            <p:nvPr/>
          </p:nvSpPr>
          <p:spPr bwMode="auto">
            <a:xfrm>
              <a:off x="1360" y="1176"/>
              <a:ext cx="1547" cy="815"/>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grpSp>
          <p:nvGrpSpPr>
            <p:cNvPr id="668705" name="Group 33">
              <a:extLst>
                <a:ext uri="{FF2B5EF4-FFF2-40B4-BE49-F238E27FC236}">
                  <a16:creationId xmlns:a16="http://schemas.microsoft.com/office/drawing/2014/main" id="{E6959615-F85E-7448-921C-5D475C7C12BC}"/>
                </a:ext>
              </a:extLst>
            </p:cNvPr>
            <p:cNvGrpSpPr>
              <a:grpSpLocks/>
            </p:cNvGrpSpPr>
            <p:nvPr/>
          </p:nvGrpSpPr>
          <p:grpSpPr bwMode="auto">
            <a:xfrm>
              <a:off x="912" y="768"/>
              <a:ext cx="2505" cy="1553"/>
              <a:chOff x="912" y="768"/>
              <a:chExt cx="2505" cy="1553"/>
            </a:xfrm>
            <a:grpFill/>
          </p:grpSpPr>
          <p:sp>
            <p:nvSpPr>
              <p:cNvPr id="668706" name="Oval 34">
                <a:extLst>
                  <a:ext uri="{FF2B5EF4-FFF2-40B4-BE49-F238E27FC236}">
                    <a16:creationId xmlns:a16="http://schemas.microsoft.com/office/drawing/2014/main" id="{3B8E915A-6B04-4846-8793-E151AF86DB3A}"/>
                  </a:ext>
                </a:extLst>
              </p:cNvPr>
              <p:cNvSpPr>
                <a:spLocks noChangeArrowheads="1"/>
              </p:cNvSpPr>
              <p:nvPr/>
            </p:nvSpPr>
            <p:spPr bwMode="auto">
              <a:xfrm>
                <a:off x="1736" y="768"/>
                <a:ext cx="1027" cy="627"/>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07" name="Oval 35">
                <a:extLst>
                  <a:ext uri="{FF2B5EF4-FFF2-40B4-BE49-F238E27FC236}">
                    <a16:creationId xmlns:a16="http://schemas.microsoft.com/office/drawing/2014/main" id="{4983BAE5-249F-334D-AB63-5426A892407F}"/>
                  </a:ext>
                </a:extLst>
              </p:cNvPr>
              <p:cNvSpPr>
                <a:spLocks noChangeArrowheads="1"/>
              </p:cNvSpPr>
              <p:nvPr/>
            </p:nvSpPr>
            <p:spPr bwMode="auto">
              <a:xfrm>
                <a:off x="1158" y="941"/>
                <a:ext cx="781" cy="627"/>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08" name="Oval 36">
                <a:extLst>
                  <a:ext uri="{FF2B5EF4-FFF2-40B4-BE49-F238E27FC236}">
                    <a16:creationId xmlns:a16="http://schemas.microsoft.com/office/drawing/2014/main" id="{DC01EA22-0062-3D4B-A652-A27B42CE761A}"/>
                  </a:ext>
                </a:extLst>
              </p:cNvPr>
              <p:cNvSpPr>
                <a:spLocks noChangeArrowheads="1"/>
              </p:cNvSpPr>
              <p:nvPr/>
            </p:nvSpPr>
            <p:spPr bwMode="auto">
              <a:xfrm>
                <a:off x="912" y="1333"/>
                <a:ext cx="520" cy="501"/>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10" name="Oval 38">
                <a:extLst>
                  <a:ext uri="{FF2B5EF4-FFF2-40B4-BE49-F238E27FC236}">
                    <a16:creationId xmlns:a16="http://schemas.microsoft.com/office/drawing/2014/main" id="{98D843ED-7404-CA4E-A92A-F4DFA62A30A5}"/>
                  </a:ext>
                </a:extLst>
              </p:cNvPr>
              <p:cNvSpPr>
                <a:spLocks noChangeArrowheads="1"/>
              </p:cNvSpPr>
              <p:nvPr/>
            </p:nvSpPr>
            <p:spPr bwMode="auto">
              <a:xfrm>
                <a:off x="1649" y="1662"/>
                <a:ext cx="1200" cy="659"/>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11" name="Oval 39">
                <a:extLst>
                  <a:ext uri="{FF2B5EF4-FFF2-40B4-BE49-F238E27FC236}">
                    <a16:creationId xmlns:a16="http://schemas.microsoft.com/office/drawing/2014/main" id="{B60F9308-A018-F34B-8BF8-C40F6A2885CA}"/>
                  </a:ext>
                </a:extLst>
              </p:cNvPr>
              <p:cNvSpPr>
                <a:spLocks noChangeArrowheads="1"/>
              </p:cNvSpPr>
              <p:nvPr/>
            </p:nvSpPr>
            <p:spPr bwMode="auto">
              <a:xfrm>
                <a:off x="2430" y="956"/>
                <a:ext cx="752" cy="486"/>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12" name="Oval 40">
                <a:extLst>
                  <a:ext uri="{FF2B5EF4-FFF2-40B4-BE49-F238E27FC236}">
                    <a16:creationId xmlns:a16="http://schemas.microsoft.com/office/drawing/2014/main" id="{21C76CC9-2F09-5641-9A8F-8F560B07C33F}"/>
                  </a:ext>
                </a:extLst>
              </p:cNvPr>
              <p:cNvSpPr>
                <a:spLocks noChangeArrowheads="1"/>
              </p:cNvSpPr>
              <p:nvPr/>
            </p:nvSpPr>
            <p:spPr bwMode="auto">
              <a:xfrm>
                <a:off x="2546" y="1286"/>
                <a:ext cx="752" cy="486"/>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13" name="Oval 41">
                <a:extLst>
                  <a:ext uri="{FF2B5EF4-FFF2-40B4-BE49-F238E27FC236}">
                    <a16:creationId xmlns:a16="http://schemas.microsoft.com/office/drawing/2014/main" id="{6CFBC984-E411-7343-97B9-9E1C68E9D7EE}"/>
                  </a:ext>
                </a:extLst>
              </p:cNvPr>
              <p:cNvSpPr>
                <a:spLocks noChangeArrowheads="1"/>
              </p:cNvSpPr>
              <p:nvPr/>
            </p:nvSpPr>
            <p:spPr bwMode="auto">
              <a:xfrm>
                <a:off x="2473" y="1395"/>
                <a:ext cx="752" cy="816"/>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14" name="Oval 42">
                <a:extLst>
                  <a:ext uri="{FF2B5EF4-FFF2-40B4-BE49-F238E27FC236}">
                    <a16:creationId xmlns:a16="http://schemas.microsoft.com/office/drawing/2014/main" id="{6C806509-9640-2340-B6FA-384DD19BCEDD}"/>
                  </a:ext>
                </a:extLst>
              </p:cNvPr>
              <p:cNvSpPr>
                <a:spLocks noChangeArrowheads="1"/>
              </p:cNvSpPr>
              <p:nvPr/>
            </p:nvSpPr>
            <p:spPr bwMode="auto">
              <a:xfrm>
                <a:off x="1346" y="1144"/>
                <a:ext cx="1547" cy="816"/>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09" name="Oval 37">
                <a:extLst>
                  <a:ext uri="{FF2B5EF4-FFF2-40B4-BE49-F238E27FC236}">
                    <a16:creationId xmlns:a16="http://schemas.microsoft.com/office/drawing/2014/main" id="{1F8018D6-944A-EC4E-AE9D-98C3CB49B53A}"/>
                  </a:ext>
                </a:extLst>
              </p:cNvPr>
              <p:cNvSpPr>
                <a:spLocks noChangeArrowheads="1"/>
              </p:cNvSpPr>
              <p:nvPr/>
            </p:nvSpPr>
            <p:spPr bwMode="auto">
              <a:xfrm>
                <a:off x="995" y="1209"/>
                <a:ext cx="761" cy="549"/>
              </a:xfrm>
              <a:prstGeom prst="ellipse">
                <a:avLst/>
              </a:prstGeom>
              <a:grpFill/>
              <a:ln>
                <a:noFill/>
              </a:ln>
            </p:spPr>
            <p:txBody>
              <a:bodyPr/>
              <a:lstStyle/>
              <a:p>
                <a:pPr>
                  <a:defRPr/>
                </a:pPr>
                <a:r>
                  <a:rPr lang="en-US" altLang="zh-CN" sz="1108" dirty="0">
                    <a:solidFill>
                      <a:srgbClr val="C00000"/>
                    </a:solidFill>
                    <a:latin typeface="Microsoft YaHei" charset="-122"/>
                    <a:ea typeface="Microsoft YaHei" charset="-122"/>
                    <a:cs typeface="Microsoft YaHei" charset="-122"/>
                  </a:rPr>
                  <a:t>IPv6</a:t>
                </a:r>
                <a:r>
                  <a:rPr lang="zh-CN" altLang="en-US" sz="1108" dirty="0">
                    <a:solidFill>
                      <a:srgbClr val="C00000"/>
                    </a:solidFill>
                    <a:latin typeface="Microsoft YaHei" charset="-122"/>
                    <a:ea typeface="Microsoft YaHei" charset="-122"/>
                    <a:cs typeface="Microsoft YaHei" charset="-122"/>
                  </a:rPr>
                  <a:t>隧道</a:t>
                </a:r>
              </a:p>
            </p:txBody>
          </p:sp>
          <p:sp>
            <p:nvSpPr>
              <p:cNvPr id="109" name="Oval 37">
                <a:extLst>
                  <a:ext uri="{FF2B5EF4-FFF2-40B4-BE49-F238E27FC236}">
                    <a16:creationId xmlns:a16="http://schemas.microsoft.com/office/drawing/2014/main" id="{807946DE-6953-3C4F-B3F7-328EFFE16D6A}"/>
                  </a:ext>
                </a:extLst>
              </p:cNvPr>
              <p:cNvSpPr>
                <a:spLocks noChangeArrowheads="1"/>
              </p:cNvSpPr>
              <p:nvPr/>
            </p:nvSpPr>
            <p:spPr bwMode="auto">
              <a:xfrm>
                <a:off x="1853" y="1209"/>
                <a:ext cx="769" cy="549"/>
              </a:xfrm>
              <a:prstGeom prst="ellipse">
                <a:avLst/>
              </a:prstGeom>
              <a:grpFill/>
              <a:ln>
                <a:noFill/>
              </a:ln>
            </p:spPr>
            <p:txBody>
              <a:bodyPr/>
              <a:lstStyle/>
              <a:p>
                <a:pPr>
                  <a:defRPr/>
                </a:pPr>
                <a:r>
                  <a:rPr lang="en-US" altLang="zh-CN" sz="1108" dirty="0">
                    <a:solidFill>
                      <a:srgbClr val="C00000"/>
                    </a:solidFill>
                    <a:latin typeface="Microsoft YaHei" charset="-122"/>
                    <a:ea typeface="Microsoft YaHei" charset="-122"/>
                    <a:cs typeface="Microsoft YaHei" charset="-122"/>
                  </a:rPr>
                  <a:t>IPv6</a:t>
                </a:r>
                <a:r>
                  <a:rPr lang="zh-CN" altLang="en-US" sz="1108" dirty="0">
                    <a:solidFill>
                      <a:srgbClr val="C00000"/>
                    </a:solidFill>
                    <a:latin typeface="Microsoft YaHei" charset="-122"/>
                    <a:ea typeface="Microsoft YaHei" charset="-122"/>
                    <a:cs typeface="Microsoft YaHei" charset="-122"/>
                  </a:rPr>
                  <a:t>隧道</a:t>
                </a:r>
              </a:p>
            </p:txBody>
          </p:sp>
          <p:sp>
            <p:nvSpPr>
              <p:cNvPr id="110" name="Oval 37">
                <a:extLst>
                  <a:ext uri="{FF2B5EF4-FFF2-40B4-BE49-F238E27FC236}">
                    <a16:creationId xmlns:a16="http://schemas.microsoft.com/office/drawing/2014/main" id="{8FFDACF6-A28F-7A4E-A95D-8D2FBF966A3B}"/>
                  </a:ext>
                </a:extLst>
              </p:cNvPr>
              <p:cNvSpPr>
                <a:spLocks noChangeArrowheads="1"/>
              </p:cNvSpPr>
              <p:nvPr/>
            </p:nvSpPr>
            <p:spPr bwMode="auto">
              <a:xfrm>
                <a:off x="2673" y="1209"/>
                <a:ext cx="744" cy="549"/>
              </a:xfrm>
              <a:prstGeom prst="ellipse">
                <a:avLst/>
              </a:prstGeom>
              <a:grpFill/>
              <a:ln>
                <a:noFill/>
              </a:ln>
            </p:spPr>
            <p:txBody>
              <a:bodyPr/>
              <a:lstStyle/>
              <a:p>
                <a:pPr>
                  <a:defRPr/>
                </a:pPr>
                <a:r>
                  <a:rPr lang="en-US" altLang="zh-CN" sz="1108" dirty="0">
                    <a:solidFill>
                      <a:srgbClr val="C00000"/>
                    </a:solidFill>
                    <a:latin typeface="Microsoft YaHei" charset="-122"/>
                    <a:ea typeface="Microsoft YaHei" charset="-122"/>
                    <a:cs typeface="Microsoft YaHei" charset="-122"/>
                  </a:rPr>
                  <a:t>IPv6</a:t>
                </a:r>
                <a:r>
                  <a:rPr lang="zh-CN" altLang="en-US" sz="1108" dirty="0">
                    <a:solidFill>
                      <a:srgbClr val="C00000"/>
                    </a:solidFill>
                    <a:latin typeface="Microsoft YaHei" charset="-122"/>
                    <a:ea typeface="Microsoft YaHei" charset="-122"/>
                    <a:cs typeface="Microsoft YaHei" charset="-122"/>
                  </a:rPr>
                  <a:t>隧道</a:t>
                </a:r>
              </a:p>
            </p:txBody>
          </p:sp>
        </p:grpSp>
      </p:grpSp>
      <p:sp>
        <p:nvSpPr>
          <p:cNvPr id="513026" name="Line 44">
            <a:extLst>
              <a:ext uri="{FF2B5EF4-FFF2-40B4-BE49-F238E27FC236}">
                <a16:creationId xmlns:a16="http://schemas.microsoft.com/office/drawing/2014/main" id="{6743C6F8-F0CC-C545-B581-D15F4F327205}"/>
              </a:ext>
            </a:extLst>
          </p:cNvPr>
          <p:cNvSpPr>
            <a:spLocks noChangeShapeType="1"/>
          </p:cNvSpPr>
          <p:nvPr/>
        </p:nvSpPr>
        <p:spPr bwMode="auto">
          <a:xfrm>
            <a:off x="1775222" y="1731169"/>
            <a:ext cx="605790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513027" name="Picture 45">
            <a:extLst>
              <a:ext uri="{FF2B5EF4-FFF2-40B4-BE49-F238E27FC236}">
                <a16:creationId xmlns:a16="http://schemas.microsoft.com/office/drawing/2014/main" id="{3F72F70F-6BBF-444B-AC79-3A30706007E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6622" y="1521619"/>
            <a:ext cx="395288" cy="3679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3028" name="Picture 50">
            <a:extLst>
              <a:ext uri="{FF2B5EF4-FFF2-40B4-BE49-F238E27FC236}">
                <a16:creationId xmlns:a16="http://schemas.microsoft.com/office/drawing/2014/main" id="{95459A24-EAB5-354F-8518-C66E690CB21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90222" y="1521619"/>
            <a:ext cx="395288" cy="3679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13029" name="Text Box 51">
            <a:extLst>
              <a:ext uri="{FF2B5EF4-FFF2-40B4-BE49-F238E27FC236}">
                <a16:creationId xmlns:a16="http://schemas.microsoft.com/office/drawing/2014/main" id="{F5A053E7-5E80-7C4B-8040-17C57688E64D}"/>
              </a:ext>
            </a:extLst>
          </p:cNvPr>
          <p:cNvSpPr txBox="1">
            <a:spLocks noChangeArrowheads="1"/>
          </p:cNvSpPr>
          <p:nvPr/>
        </p:nvSpPr>
        <p:spPr bwMode="auto">
          <a:xfrm>
            <a:off x="1546622" y="1262063"/>
            <a:ext cx="49404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200">
                <a:solidFill>
                  <a:srgbClr val="000099"/>
                </a:solidFill>
                <a:latin typeface="微软雅黑" panose="020B0503020204020204" pitchFamily="34" charset="-122"/>
                <a:ea typeface="宋体" panose="02010600030101010101" pitchFamily="2" charset="-122"/>
              </a:rPr>
              <a:t>IPv6</a:t>
            </a:r>
          </a:p>
        </p:txBody>
      </p:sp>
      <p:sp>
        <p:nvSpPr>
          <p:cNvPr id="513030" name="Text Box 52">
            <a:extLst>
              <a:ext uri="{FF2B5EF4-FFF2-40B4-BE49-F238E27FC236}">
                <a16:creationId xmlns:a16="http://schemas.microsoft.com/office/drawing/2014/main" id="{1D8DAF7B-8A6D-4F4F-B43C-29026716D2B5}"/>
              </a:ext>
            </a:extLst>
          </p:cNvPr>
          <p:cNvSpPr txBox="1">
            <a:spLocks noChangeArrowheads="1"/>
          </p:cNvSpPr>
          <p:nvPr/>
        </p:nvSpPr>
        <p:spPr bwMode="auto">
          <a:xfrm>
            <a:off x="7428310" y="1262063"/>
            <a:ext cx="49404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200">
                <a:solidFill>
                  <a:srgbClr val="000099"/>
                </a:solidFill>
                <a:latin typeface="微软雅黑" panose="020B0503020204020204" pitchFamily="34" charset="-122"/>
                <a:ea typeface="宋体" panose="02010600030101010101" pitchFamily="2" charset="-122"/>
              </a:rPr>
              <a:t>IPv6</a:t>
            </a:r>
          </a:p>
        </p:txBody>
      </p:sp>
      <p:sp>
        <p:nvSpPr>
          <p:cNvPr id="513031" name="Text Box 53">
            <a:extLst>
              <a:ext uri="{FF2B5EF4-FFF2-40B4-BE49-F238E27FC236}">
                <a16:creationId xmlns:a16="http://schemas.microsoft.com/office/drawing/2014/main" id="{0DD4FD93-E5F3-B44F-AA70-C13576C379A9}"/>
              </a:ext>
            </a:extLst>
          </p:cNvPr>
          <p:cNvSpPr txBox="1">
            <a:spLocks noChangeArrowheads="1"/>
          </p:cNvSpPr>
          <p:nvPr/>
        </p:nvSpPr>
        <p:spPr bwMode="auto">
          <a:xfrm>
            <a:off x="1356122" y="1513285"/>
            <a:ext cx="27924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A</a:t>
            </a:r>
          </a:p>
        </p:txBody>
      </p:sp>
      <p:sp>
        <p:nvSpPr>
          <p:cNvPr id="513032" name="Text Box 58">
            <a:extLst>
              <a:ext uri="{FF2B5EF4-FFF2-40B4-BE49-F238E27FC236}">
                <a16:creationId xmlns:a16="http://schemas.microsoft.com/office/drawing/2014/main" id="{99005CFE-3C8C-894D-B95C-516497005390}"/>
              </a:ext>
            </a:extLst>
          </p:cNvPr>
          <p:cNvSpPr txBox="1">
            <a:spLocks noChangeArrowheads="1"/>
          </p:cNvSpPr>
          <p:nvPr/>
        </p:nvSpPr>
        <p:spPr bwMode="auto">
          <a:xfrm>
            <a:off x="7314010" y="1475185"/>
            <a:ext cx="256802"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F</a:t>
            </a:r>
          </a:p>
        </p:txBody>
      </p:sp>
      <p:sp>
        <p:nvSpPr>
          <p:cNvPr id="513033" name="Line 59">
            <a:extLst>
              <a:ext uri="{FF2B5EF4-FFF2-40B4-BE49-F238E27FC236}">
                <a16:creationId xmlns:a16="http://schemas.microsoft.com/office/drawing/2014/main" id="{F39A14AA-8305-BD46-84E3-48998D3064B5}"/>
              </a:ext>
            </a:extLst>
          </p:cNvPr>
          <p:cNvSpPr>
            <a:spLocks noChangeShapeType="1"/>
          </p:cNvSpPr>
          <p:nvPr/>
        </p:nvSpPr>
        <p:spPr bwMode="auto">
          <a:xfrm>
            <a:off x="1718072" y="2091929"/>
            <a:ext cx="6858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34" name="Line 60">
            <a:extLst>
              <a:ext uri="{FF2B5EF4-FFF2-40B4-BE49-F238E27FC236}">
                <a16:creationId xmlns:a16="http://schemas.microsoft.com/office/drawing/2014/main" id="{75BDF493-6A23-0846-8D66-DEAFE8D91313}"/>
              </a:ext>
            </a:extLst>
          </p:cNvPr>
          <p:cNvSpPr>
            <a:spLocks noChangeShapeType="1"/>
          </p:cNvSpPr>
          <p:nvPr/>
        </p:nvSpPr>
        <p:spPr bwMode="auto">
          <a:xfrm>
            <a:off x="3318272" y="2091929"/>
            <a:ext cx="6858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35" name="Line 61">
            <a:extLst>
              <a:ext uri="{FF2B5EF4-FFF2-40B4-BE49-F238E27FC236}">
                <a16:creationId xmlns:a16="http://schemas.microsoft.com/office/drawing/2014/main" id="{A6B9D772-D5DE-1045-9CC9-2E7E5A3955EE}"/>
              </a:ext>
            </a:extLst>
          </p:cNvPr>
          <p:cNvSpPr>
            <a:spLocks noChangeShapeType="1"/>
          </p:cNvSpPr>
          <p:nvPr/>
        </p:nvSpPr>
        <p:spPr bwMode="auto">
          <a:xfrm>
            <a:off x="5432822" y="2091929"/>
            <a:ext cx="6858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36" name="Line 62">
            <a:extLst>
              <a:ext uri="{FF2B5EF4-FFF2-40B4-BE49-F238E27FC236}">
                <a16:creationId xmlns:a16="http://schemas.microsoft.com/office/drawing/2014/main" id="{F297C6AA-F215-B240-A26D-3EDCD78630D4}"/>
              </a:ext>
            </a:extLst>
          </p:cNvPr>
          <p:cNvSpPr>
            <a:spLocks noChangeShapeType="1"/>
          </p:cNvSpPr>
          <p:nvPr/>
        </p:nvSpPr>
        <p:spPr bwMode="auto">
          <a:xfrm>
            <a:off x="6975872" y="2091929"/>
            <a:ext cx="6858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37" name="Text Box 63">
            <a:extLst>
              <a:ext uri="{FF2B5EF4-FFF2-40B4-BE49-F238E27FC236}">
                <a16:creationId xmlns:a16="http://schemas.microsoft.com/office/drawing/2014/main" id="{E9F2977D-510C-7148-958E-FEAAD4A0B903}"/>
              </a:ext>
            </a:extLst>
          </p:cNvPr>
          <p:cNvSpPr txBox="1">
            <a:spLocks noChangeArrowheads="1"/>
          </p:cNvSpPr>
          <p:nvPr/>
        </p:nvSpPr>
        <p:spPr bwMode="auto">
          <a:xfrm>
            <a:off x="4627960" y="2513410"/>
            <a:ext cx="453970"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2100">
                <a:solidFill>
                  <a:srgbClr val="000099"/>
                </a:solidFill>
                <a:latin typeface="Arial" panose="020B0604020202020204" pitchFamily="34" charset="0"/>
                <a:ea typeface="宋体" panose="02010600030101010101" pitchFamily="2" charset="-122"/>
              </a:rPr>
              <a:t>…</a:t>
            </a:r>
            <a:endParaRPr kumimoji="1" lang="en-US" altLang="zh-CN" sz="2100">
              <a:solidFill>
                <a:srgbClr val="000099"/>
              </a:solidFill>
              <a:latin typeface="微软雅黑" panose="020B0503020204020204" pitchFamily="34" charset="-122"/>
              <a:ea typeface="宋体" panose="02010600030101010101" pitchFamily="2" charset="-122"/>
            </a:endParaRPr>
          </a:p>
        </p:txBody>
      </p:sp>
      <p:sp>
        <p:nvSpPr>
          <p:cNvPr id="513038" name="Text Box 64">
            <a:extLst>
              <a:ext uri="{FF2B5EF4-FFF2-40B4-BE49-F238E27FC236}">
                <a16:creationId xmlns:a16="http://schemas.microsoft.com/office/drawing/2014/main" id="{BF5AE6DA-31A9-5A4B-9008-6C6CFF115460}"/>
              </a:ext>
            </a:extLst>
          </p:cNvPr>
          <p:cNvSpPr txBox="1">
            <a:spLocks noChangeArrowheads="1"/>
          </p:cNvSpPr>
          <p:nvPr/>
        </p:nvSpPr>
        <p:spPr bwMode="auto">
          <a:xfrm>
            <a:off x="3149203" y="3419475"/>
            <a:ext cx="1104790" cy="300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IPv4 </a:t>
            </a:r>
            <a:r>
              <a:rPr kumimoji="1" lang="zh-CN" altLang="en-US" sz="1350">
                <a:solidFill>
                  <a:srgbClr val="000099"/>
                </a:solidFill>
                <a:latin typeface="微软雅黑" panose="020B0503020204020204" pitchFamily="34" charset="-122"/>
                <a:ea typeface="宋体" panose="02010600030101010101" pitchFamily="2" charset="-122"/>
              </a:rPr>
              <a:t>数据报</a:t>
            </a:r>
          </a:p>
        </p:txBody>
      </p:sp>
      <p:sp>
        <p:nvSpPr>
          <p:cNvPr id="513039" name="Text Box 65">
            <a:extLst>
              <a:ext uri="{FF2B5EF4-FFF2-40B4-BE49-F238E27FC236}">
                <a16:creationId xmlns:a16="http://schemas.microsoft.com/office/drawing/2014/main" id="{F9003F4B-A300-E84A-92AB-ECAEEE5DD658}"/>
              </a:ext>
            </a:extLst>
          </p:cNvPr>
          <p:cNvSpPr txBox="1">
            <a:spLocks noChangeArrowheads="1"/>
          </p:cNvSpPr>
          <p:nvPr/>
        </p:nvSpPr>
        <p:spPr bwMode="auto">
          <a:xfrm>
            <a:off x="5199460" y="3419475"/>
            <a:ext cx="1104790" cy="300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IPv4 </a:t>
            </a:r>
            <a:r>
              <a:rPr kumimoji="1" lang="zh-CN" altLang="en-US" sz="1350">
                <a:solidFill>
                  <a:srgbClr val="000099"/>
                </a:solidFill>
                <a:latin typeface="微软雅黑" panose="020B0503020204020204" pitchFamily="34" charset="-122"/>
                <a:ea typeface="宋体" panose="02010600030101010101" pitchFamily="2" charset="-122"/>
              </a:rPr>
              <a:t>数据报</a:t>
            </a:r>
          </a:p>
        </p:txBody>
      </p:sp>
      <p:sp>
        <p:nvSpPr>
          <p:cNvPr id="513040" name="Rectangle 80">
            <a:extLst>
              <a:ext uri="{FF2B5EF4-FFF2-40B4-BE49-F238E27FC236}">
                <a16:creationId xmlns:a16="http://schemas.microsoft.com/office/drawing/2014/main" id="{09591E55-D0E7-4640-BC65-35011B8A9343}"/>
              </a:ext>
            </a:extLst>
          </p:cNvPr>
          <p:cNvSpPr>
            <a:spLocks noChangeArrowheads="1"/>
          </p:cNvSpPr>
          <p:nvPr/>
        </p:nvSpPr>
        <p:spPr bwMode="auto">
          <a:xfrm>
            <a:off x="3248025" y="2196704"/>
            <a:ext cx="971550" cy="1120378"/>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3041" name="Text Box 81">
            <a:extLst>
              <a:ext uri="{FF2B5EF4-FFF2-40B4-BE49-F238E27FC236}">
                <a16:creationId xmlns:a16="http://schemas.microsoft.com/office/drawing/2014/main" id="{424AE2CE-6E94-F742-A617-4E1D7EE46193}"/>
              </a:ext>
            </a:extLst>
          </p:cNvPr>
          <p:cNvSpPr txBox="1">
            <a:spLocks noChangeArrowheads="1"/>
          </p:cNvSpPr>
          <p:nvPr/>
        </p:nvSpPr>
        <p:spPr bwMode="auto">
          <a:xfrm>
            <a:off x="3248026" y="2196704"/>
            <a:ext cx="1041797"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源地址：</a:t>
            </a:r>
            <a:r>
              <a:rPr kumimoji="1" lang="en-US" altLang="zh-CN" sz="1050">
                <a:solidFill>
                  <a:srgbClr val="000099"/>
                </a:solidFill>
                <a:latin typeface="微软雅黑" panose="020B0503020204020204" pitchFamily="34" charset="-122"/>
                <a:ea typeface="宋体" panose="02010600030101010101" pitchFamily="2" charset="-122"/>
              </a:rPr>
              <a:t>B</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目的地址：</a:t>
            </a:r>
            <a:r>
              <a:rPr kumimoji="1" lang="en-US" altLang="zh-CN" sz="1050">
                <a:solidFill>
                  <a:srgbClr val="000099"/>
                </a:solidFill>
                <a:latin typeface="微软雅黑" panose="020B0503020204020204" pitchFamily="34" charset="-122"/>
                <a:ea typeface="宋体" panose="02010600030101010101" pitchFamily="2" charset="-122"/>
              </a:rPr>
              <a:t>E</a:t>
            </a: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p:txBody>
      </p:sp>
      <p:sp>
        <p:nvSpPr>
          <p:cNvPr id="513042" name="Rectangle 82">
            <a:extLst>
              <a:ext uri="{FF2B5EF4-FFF2-40B4-BE49-F238E27FC236}">
                <a16:creationId xmlns:a16="http://schemas.microsoft.com/office/drawing/2014/main" id="{4709ADD2-47F3-D24C-B452-7A4683FC761C}"/>
              </a:ext>
            </a:extLst>
          </p:cNvPr>
          <p:cNvSpPr>
            <a:spLocks noChangeArrowheads="1"/>
          </p:cNvSpPr>
          <p:nvPr/>
        </p:nvSpPr>
        <p:spPr bwMode="auto">
          <a:xfrm>
            <a:off x="3330179" y="2611042"/>
            <a:ext cx="800100" cy="564356"/>
          </a:xfrm>
          <a:prstGeom prst="rect">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3043" name="Text Box 83">
            <a:extLst>
              <a:ext uri="{FF2B5EF4-FFF2-40B4-BE49-F238E27FC236}">
                <a16:creationId xmlns:a16="http://schemas.microsoft.com/office/drawing/2014/main" id="{445BD1CD-B3A0-514F-A6F0-9C9AD3E6A118}"/>
              </a:ext>
            </a:extLst>
          </p:cNvPr>
          <p:cNvSpPr txBox="1">
            <a:spLocks noChangeArrowheads="1"/>
          </p:cNvSpPr>
          <p:nvPr/>
        </p:nvSpPr>
        <p:spPr bwMode="auto">
          <a:xfrm>
            <a:off x="3425202" y="2671762"/>
            <a:ext cx="588624"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IPv6</a:t>
            </a:r>
          </a:p>
          <a:p>
            <a:pPr algn="ct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数据报</a:t>
            </a:r>
          </a:p>
        </p:txBody>
      </p:sp>
      <p:sp>
        <p:nvSpPr>
          <p:cNvPr id="513044" name="AutoShape 84">
            <a:extLst>
              <a:ext uri="{FF2B5EF4-FFF2-40B4-BE49-F238E27FC236}">
                <a16:creationId xmlns:a16="http://schemas.microsoft.com/office/drawing/2014/main" id="{8EED5C46-CF73-724F-BEFC-F134ABD797A9}"/>
              </a:ext>
            </a:extLst>
          </p:cNvPr>
          <p:cNvSpPr>
            <a:spLocks noChangeArrowheads="1"/>
          </p:cNvSpPr>
          <p:nvPr/>
        </p:nvSpPr>
        <p:spPr bwMode="auto">
          <a:xfrm>
            <a:off x="2632472" y="2770585"/>
            <a:ext cx="857250" cy="158353"/>
          </a:xfrm>
          <a:prstGeom prst="rightArrow">
            <a:avLst>
              <a:gd name="adj1" fmla="val 50000"/>
              <a:gd name="adj2" fmla="val 124988"/>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3045" name="Text Box 88">
            <a:extLst>
              <a:ext uri="{FF2B5EF4-FFF2-40B4-BE49-F238E27FC236}">
                <a16:creationId xmlns:a16="http://schemas.microsoft.com/office/drawing/2014/main" id="{B3F8599E-217F-EC4F-9937-89365ED1CB0C}"/>
              </a:ext>
            </a:extLst>
          </p:cNvPr>
          <p:cNvSpPr txBox="1">
            <a:spLocks noChangeArrowheads="1"/>
          </p:cNvSpPr>
          <p:nvPr/>
        </p:nvSpPr>
        <p:spPr bwMode="auto">
          <a:xfrm>
            <a:off x="6082283" y="977504"/>
            <a:ext cx="957313"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350">
                <a:solidFill>
                  <a:srgbClr val="C00000"/>
                </a:solidFill>
                <a:latin typeface="微软雅黑" panose="020B0503020204020204" pitchFamily="34" charset="-122"/>
                <a:ea typeface="宋体" panose="02010600030101010101" pitchFamily="2" charset="-122"/>
              </a:rPr>
              <a:t>双协议栈</a:t>
            </a:r>
          </a:p>
          <a:p>
            <a:pPr algn="ctr">
              <a:spcBef>
                <a:spcPct val="0"/>
              </a:spcBef>
              <a:buClrTx/>
              <a:buSzTx/>
              <a:buFontTx/>
              <a:buNone/>
            </a:pPr>
            <a:r>
              <a:rPr kumimoji="1" lang="en-US" altLang="zh-CN" sz="1350">
                <a:solidFill>
                  <a:srgbClr val="C00000"/>
                </a:solidFill>
                <a:latin typeface="微软雅黑" panose="020B0503020204020204" pitchFamily="34" charset="-122"/>
                <a:ea typeface="宋体" panose="02010600030101010101" pitchFamily="2" charset="-122"/>
              </a:rPr>
              <a:t>IPv6/IPv4</a:t>
            </a:r>
          </a:p>
        </p:txBody>
      </p:sp>
      <p:sp>
        <p:nvSpPr>
          <p:cNvPr id="513046" name="Rectangle 90">
            <a:extLst>
              <a:ext uri="{FF2B5EF4-FFF2-40B4-BE49-F238E27FC236}">
                <a16:creationId xmlns:a16="http://schemas.microsoft.com/office/drawing/2014/main" id="{18D32906-88BE-2F4D-88AB-B1D4410BA682}"/>
              </a:ext>
            </a:extLst>
          </p:cNvPr>
          <p:cNvSpPr>
            <a:spLocks noChangeArrowheads="1"/>
          </p:cNvSpPr>
          <p:nvPr/>
        </p:nvSpPr>
        <p:spPr bwMode="auto">
          <a:xfrm>
            <a:off x="1590675" y="2196704"/>
            <a:ext cx="971550" cy="1120378"/>
          </a:xfrm>
          <a:prstGeom prst="rect">
            <a:avLst/>
          </a:prstGeom>
          <a:solidFill>
            <a:srgbClr val="DDDDDD"/>
          </a:solidFill>
          <a:ln w="9525">
            <a:solidFill>
              <a:schemeClr val="tx1"/>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3047" name="Text Box 91">
            <a:extLst>
              <a:ext uri="{FF2B5EF4-FFF2-40B4-BE49-F238E27FC236}">
                <a16:creationId xmlns:a16="http://schemas.microsoft.com/office/drawing/2014/main" id="{03748A44-3375-6B43-BFFA-EFAF957491B5}"/>
              </a:ext>
            </a:extLst>
          </p:cNvPr>
          <p:cNvSpPr txBox="1">
            <a:spLocks noChangeArrowheads="1"/>
          </p:cNvSpPr>
          <p:nvPr/>
        </p:nvSpPr>
        <p:spPr bwMode="auto">
          <a:xfrm>
            <a:off x="1590676" y="2196704"/>
            <a:ext cx="1051322" cy="1061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流标号：</a:t>
            </a:r>
            <a:r>
              <a:rPr kumimoji="1" lang="en-US" altLang="zh-CN" sz="1050">
                <a:solidFill>
                  <a:srgbClr val="000099"/>
                </a:solidFill>
                <a:latin typeface="微软雅黑" panose="020B0503020204020204" pitchFamily="34" charset="-122"/>
                <a:ea typeface="宋体" panose="02010600030101010101" pitchFamily="2" charset="-122"/>
              </a:rPr>
              <a:t>X</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源地址：</a:t>
            </a:r>
            <a:r>
              <a:rPr kumimoji="1" lang="en-US" altLang="zh-CN" sz="1050">
                <a:solidFill>
                  <a:srgbClr val="000099"/>
                </a:solidFill>
                <a:latin typeface="微软雅黑" panose="020B0503020204020204" pitchFamily="34" charset="-122"/>
                <a:ea typeface="宋体" panose="02010600030101010101" pitchFamily="2" charset="-122"/>
              </a:rPr>
              <a:t>A</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目的地址：</a:t>
            </a:r>
            <a:r>
              <a:rPr kumimoji="1" lang="en-US" altLang="zh-CN" sz="1050">
                <a:solidFill>
                  <a:srgbClr val="000099"/>
                </a:solidFill>
                <a:latin typeface="微软雅黑" panose="020B0503020204020204" pitchFamily="34" charset="-122"/>
                <a:ea typeface="宋体" panose="02010600030101010101" pitchFamily="2" charset="-122"/>
              </a:rPr>
              <a:t>F</a:t>
            </a:r>
          </a:p>
          <a:p>
            <a:pPr>
              <a:spcBef>
                <a:spcPct val="0"/>
              </a:spcBef>
              <a:buClrTx/>
              <a:buSzTx/>
              <a:buFontTx/>
              <a:buNone/>
            </a:pPr>
            <a:r>
              <a:rPr kumimoji="1" lang="en-US" altLang="zh-CN" sz="1050">
                <a:solidFill>
                  <a:srgbClr val="000099"/>
                </a:solidFill>
                <a:latin typeface="Arial" panose="020B0604020202020204" pitchFamily="34" charset="0"/>
                <a:ea typeface="宋体" panose="02010600030101010101" pitchFamily="2" charset="-122"/>
              </a:rPr>
              <a:t>……</a:t>
            </a: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   </a:t>
            </a:r>
            <a:r>
              <a:rPr kumimoji="1" lang="zh-CN" altLang="en-US" sz="1050">
                <a:solidFill>
                  <a:srgbClr val="000099"/>
                </a:solidFill>
                <a:latin typeface="微软雅黑" panose="020B0503020204020204" pitchFamily="34" charset="-122"/>
                <a:ea typeface="宋体" panose="02010600030101010101" pitchFamily="2" charset="-122"/>
              </a:rPr>
              <a:t>数据部分</a:t>
            </a:r>
          </a:p>
        </p:txBody>
      </p:sp>
      <p:sp>
        <p:nvSpPr>
          <p:cNvPr id="513048" name="Text Box 92">
            <a:extLst>
              <a:ext uri="{FF2B5EF4-FFF2-40B4-BE49-F238E27FC236}">
                <a16:creationId xmlns:a16="http://schemas.microsoft.com/office/drawing/2014/main" id="{757C8126-F48A-E647-95E2-6EBF8FE1EB6F}"/>
              </a:ext>
            </a:extLst>
          </p:cNvPr>
          <p:cNvSpPr txBox="1">
            <a:spLocks noChangeArrowheads="1"/>
          </p:cNvSpPr>
          <p:nvPr/>
        </p:nvSpPr>
        <p:spPr bwMode="auto">
          <a:xfrm>
            <a:off x="1518047" y="3330178"/>
            <a:ext cx="1104790" cy="300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IPv6 </a:t>
            </a:r>
            <a:r>
              <a:rPr kumimoji="1" lang="zh-CN" altLang="en-US" sz="1350">
                <a:solidFill>
                  <a:srgbClr val="000099"/>
                </a:solidFill>
                <a:latin typeface="微软雅黑" panose="020B0503020204020204" pitchFamily="34" charset="-122"/>
                <a:ea typeface="宋体" panose="02010600030101010101" pitchFamily="2" charset="-122"/>
              </a:rPr>
              <a:t>数据报</a:t>
            </a:r>
          </a:p>
        </p:txBody>
      </p:sp>
      <p:sp>
        <p:nvSpPr>
          <p:cNvPr id="513049" name="Line 93">
            <a:extLst>
              <a:ext uri="{FF2B5EF4-FFF2-40B4-BE49-F238E27FC236}">
                <a16:creationId xmlns:a16="http://schemas.microsoft.com/office/drawing/2014/main" id="{1649D4D3-03A5-EC47-9558-26544A267BCB}"/>
              </a:ext>
            </a:extLst>
          </p:cNvPr>
          <p:cNvSpPr>
            <a:spLocks noChangeShapeType="1"/>
          </p:cNvSpPr>
          <p:nvPr/>
        </p:nvSpPr>
        <p:spPr bwMode="auto">
          <a:xfrm>
            <a:off x="1603773" y="2947988"/>
            <a:ext cx="93940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50" name="Line 94">
            <a:extLst>
              <a:ext uri="{FF2B5EF4-FFF2-40B4-BE49-F238E27FC236}">
                <a16:creationId xmlns:a16="http://schemas.microsoft.com/office/drawing/2014/main" id="{1415CEDC-02CF-BA40-B9DA-294DDEEA1A7B}"/>
              </a:ext>
            </a:extLst>
          </p:cNvPr>
          <p:cNvSpPr>
            <a:spLocks noChangeShapeType="1"/>
          </p:cNvSpPr>
          <p:nvPr/>
        </p:nvSpPr>
        <p:spPr bwMode="auto">
          <a:xfrm>
            <a:off x="2575323" y="2224088"/>
            <a:ext cx="754856" cy="39886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51" name="Line 95">
            <a:extLst>
              <a:ext uri="{FF2B5EF4-FFF2-40B4-BE49-F238E27FC236}">
                <a16:creationId xmlns:a16="http://schemas.microsoft.com/office/drawing/2014/main" id="{F8397B48-6BE1-FF42-AA84-6F09EC19D52C}"/>
              </a:ext>
            </a:extLst>
          </p:cNvPr>
          <p:cNvSpPr>
            <a:spLocks noChangeShapeType="1"/>
          </p:cNvSpPr>
          <p:nvPr/>
        </p:nvSpPr>
        <p:spPr bwMode="auto">
          <a:xfrm flipV="1">
            <a:off x="2575322" y="3175397"/>
            <a:ext cx="762000" cy="165497"/>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52" name="Rectangle 96">
            <a:extLst>
              <a:ext uri="{FF2B5EF4-FFF2-40B4-BE49-F238E27FC236}">
                <a16:creationId xmlns:a16="http://schemas.microsoft.com/office/drawing/2014/main" id="{BF68855D-71DE-0D4D-B2EB-401BDB9D4460}"/>
              </a:ext>
            </a:extLst>
          </p:cNvPr>
          <p:cNvSpPr>
            <a:spLocks noChangeArrowheads="1"/>
          </p:cNvSpPr>
          <p:nvPr/>
        </p:nvSpPr>
        <p:spPr bwMode="auto">
          <a:xfrm>
            <a:off x="6804422" y="2196704"/>
            <a:ext cx="971550" cy="1120378"/>
          </a:xfrm>
          <a:prstGeom prst="rect">
            <a:avLst/>
          </a:prstGeom>
          <a:solidFill>
            <a:srgbClr val="DDDDDD"/>
          </a:solidFill>
          <a:ln w="9525">
            <a:solidFill>
              <a:schemeClr val="tx1"/>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3053" name="Text Box 97">
            <a:extLst>
              <a:ext uri="{FF2B5EF4-FFF2-40B4-BE49-F238E27FC236}">
                <a16:creationId xmlns:a16="http://schemas.microsoft.com/office/drawing/2014/main" id="{88B0356B-F020-6E4E-832D-9DA065CF25D2}"/>
              </a:ext>
            </a:extLst>
          </p:cNvPr>
          <p:cNvSpPr txBox="1">
            <a:spLocks noChangeArrowheads="1"/>
          </p:cNvSpPr>
          <p:nvPr/>
        </p:nvSpPr>
        <p:spPr bwMode="auto">
          <a:xfrm>
            <a:off x="6804422" y="2196704"/>
            <a:ext cx="1066800" cy="1061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流标号：</a:t>
            </a:r>
            <a:r>
              <a:rPr kumimoji="1" lang="en-US" altLang="zh-CN" sz="1050">
                <a:solidFill>
                  <a:srgbClr val="000099"/>
                </a:solidFill>
                <a:latin typeface="微软雅黑" panose="020B0503020204020204" pitchFamily="34" charset="-122"/>
                <a:ea typeface="宋体" panose="02010600030101010101" pitchFamily="2" charset="-122"/>
              </a:rPr>
              <a:t>X</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源地址：</a:t>
            </a:r>
            <a:r>
              <a:rPr kumimoji="1" lang="en-US" altLang="zh-CN" sz="1050">
                <a:solidFill>
                  <a:srgbClr val="000099"/>
                </a:solidFill>
                <a:latin typeface="微软雅黑" panose="020B0503020204020204" pitchFamily="34" charset="-122"/>
                <a:ea typeface="宋体" panose="02010600030101010101" pitchFamily="2" charset="-122"/>
              </a:rPr>
              <a:t>A</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目的地址：</a:t>
            </a:r>
            <a:r>
              <a:rPr kumimoji="1" lang="en-US" altLang="zh-CN" sz="1050">
                <a:solidFill>
                  <a:srgbClr val="000099"/>
                </a:solidFill>
                <a:latin typeface="微软雅黑" panose="020B0503020204020204" pitchFamily="34" charset="-122"/>
                <a:ea typeface="宋体" panose="02010600030101010101" pitchFamily="2" charset="-122"/>
              </a:rPr>
              <a:t>F</a:t>
            </a:r>
          </a:p>
          <a:p>
            <a:pPr>
              <a:spcBef>
                <a:spcPct val="0"/>
              </a:spcBef>
              <a:buClrTx/>
              <a:buSzTx/>
              <a:buFontTx/>
              <a:buNone/>
            </a:pPr>
            <a:r>
              <a:rPr kumimoji="1" lang="en-US" altLang="zh-CN" sz="1050">
                <a:solidFill>
                  <a:srgbClr val="000099"/>
                </a:solidFill>
                <a:latin typeface="Arial" panose="020B0604020202020204" pitchFamily="34" charset="0"/>
                <a:ea typeface="宋体" panose="02010600030101010101" pitchFamily="2" charset="-122"/>
              </a:rPr>
              <a:t>……</a:t>
            </a: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   </a:t>
            </a:r>
            <a:r>
              <a:rPr kumimoji="1" lang="zh-CN" altLang="en-US" sz="1050">
                <a:solidFill>
                  <a:srgbClr val="000099"/>
                </a:solidFill>
                <a:latin typeface="微软雅黑" panose="020B0503020204020204" pitchFamily="34" charset="-122"/>
                <a:ea typeface="宋体" panose="02010600030101010101" pitchFamily="2" charset="-122"/>
              </a:rPr>
              <a:t>数据部分</a:t>
            </a:r>
          </a:p>
        </p:txBody>
      </p:sp>
      <p:sp>
        <p:nvSpPr>
          <p:cNvPr id="513054" name="Text Box 98">
            <a:extLst>
              <a:ext uri="{FF2B5EF4-FFF2-40B4-BE49-F238E27FC236}">
                <a16:creationId xmlns:a16="http://schemas.microsoft.com/office/drawing/2014/main" id="{EF119AE7-94ED-064B-9C1C-99DB1197DD3E}"/>
              </a:ext>
            </a:extLst>
          </p:cNvPr>
          <p:cNvSpPr txBox="1">
            <a:spLocks noChangeArrowheads="1"/>
          </p:cNvSpPr>
          <p:nvPr/>
        </p:nvSpPr>
        <p:spPr bwMode="auto">
          <a:xfrm>
            <a:off x="6731794" y="3330178"/>
            <a:ext cx="1104790" cy="300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IPv6 </a:t>
            </a:r>
            <a:r>
              <a:rPr kumimoji="1" lang="zh-CN" altLang="en-US" sz="1350">
                <a:solidFill>
                  <a:srgbClr val="000099"/>
                </a:solidFill>
                <a:latin typeface="微软雅黑" panose="020B0503020204020204" pitchFamily="34" charset="-122"/>
                <a:ea typeface="宋体" panose="02010600030101010101" pitchFamily="2" charset="-122"/>
              </a:rPr>
              <a:t>数据报</a:t>
            </a:r>
          </a:p>
        </p:txBody>
      </p:sp>
      <p:sp>
        <p:nvSpPr>
          <p:cNvPr id="513055" name="Line 99">
            <a:extLst>
              <a:ext uri="{FF2B5EF4-FFF2-40B4-BE49-F238E27FC236}">
                <a16:creationId xmlns:a16="http://schemas.microsoft.com/office/drawing/2014/main" id="{976DBAB6-98BF-154C-9387-5CD8A5BC6406}"/>
              </a:ext>
            </a:extLst>
          </p:cNvPr>
          <p:cNvSpPr>
            <a:spLocks noChangeShapeType="1"/>
          </p:cNvSpPr>
          <p:nvPr/>
        </p:nvSpPr>
        <p:spPr bwMode="auto">
          <a:xfrm>
            <a:off x="6817519" y="2947988"/>
            <a:ext cx="9394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56" name="Rectangle 100">
            <a:extLst>
              <a:ext uri="{FF2B5EF4-FFF2-40B4-BE49-F238E27FC236}">
                <a16:creationId xmlns:a16="http://schemas.microsoft.com/office/drawing/2014/main" id="{58CDF810-2857-D449-BF9E-E8399A624F03}"/>
              </a:ext>
            </a:extLst>
          </p:cNvPr>
          <p:cNvSpPr>
            <a:spLocks noChangeArrowheads="1"/>
          </p:cNvSpPr>
          <p:nvPr/>
        </p:nvSpPr>
        <p:spPr bwMode="auto">
          <a:xfrm>
            <a:off x="5248275" y="2196704"/>
            <a:ext cx="971550" cy="1120378"/>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3057" name="Text Box 101">
            <a:extLst>
              <a:ext uri="{FF2B5EF4-FFF2-40B4-BE49-F238E27FC236}">
                <a16:creationId xmlns:a16="http://schemas.microsoft.com/office/drawing/2014/main" id="{AD575B4C-D29F-B14F-8685-3886B030560D}"/>
              </a:ext>
            </a:extLst>
          </p:cNvPr>
          <p:cNvSpPr txBox="1">
            <a:spLocks noChangeArrowheads="1"/>
          </p:cNvSpPr>
          <p:nvPr/>
        </p:nvSpPr>
        <p:spPr bwMode="auto">
          <a:xfrm>
            <a:off x="5248276" y="2196704"/>
            <a:ext cx="1041797"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源地址：</a:t>
            </a:r>
            <a:r>
              <a:rPr kumimoji="1" lang="en-US" altLang="zh-CN" sz="1050">
                <a:solidFill>
                  <a:srgbClr val="000099"/>
                </a:solidFill>
                <a:latin typeface="微软雅黑" panose="020B0503020204020204" pitchFamily="34" charset="-122"/>
                <a:ea typeface="宋体" panose="02010600030101010101" pitchFamily="2" charset="-122"/>
              </a:rPr>
              <a:t>B</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目的地址：</a:t>
            </a:r>
            <a:r>
              <a:rPr kumimoji="1" lang="en-US" altLang="zh-CN" sz="1050">
                <a:solidFill>
                  <a:srgbClr val="000099"/>
                </a:solidFill>
                <a:latin typeface="微软雅黑" panose="020B0503020204020204" pitchFamily="34" charset="-122"/>
                <a:ea typeface="宋体" panose="02010600030101010101" pitchFamily="2" charset="-122"/>
              </a:rPr>
              <a:t>E</a:t>
            </a: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p:txBody>
      </p:sp>
      <p:sp>
        <p:nvSpPr>
          <p:cNvPr id="513058" name="Rectangle 102">
            <a:extLst>
              <a:ext uri="{FF2B5EF4-FFF2-40B4-BE49-F238E27FC236}">
                <a16:creationId xmlns:a16="http://schemas.microsoft.com/office/drawing/2014/main" id="{170698BE-1912-024F-8459-58D3FE3F0F92}"/>
              </a:ext>
            </a:extLst>
          </p:cNvPr>
          <p:cNvSpPr>
            <a:spLocks noChangeArrowheads="1"/>
          </p:cNvSpPr>
          <p:nvPr/>
        </p:nvSpPr>
        <p:spPr bwMode="auto">
          <a:xfrm>
            <a:off x="5330429" y="2611042"/>
            <a:ext cx="800100" cy="564356"/>
          </a:xfrm>
          <a:prstGeom prst="rect">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3059" name="Text Box 103">
            <a:extLst>
              <a:ext uri="{FF2B5EF4-FFF2-40B4-BE49-F238E27FC236}">
                <a16:creationId xmlns:a16="http://schemas.microsoft.com/office/drawing/2014/main" id="{63311DA1-D40E-D24D-81DB-049CA17952AC}"/>
              </a:ext>
            </a:extLst>
          </p:cNvPr>
          <p:cNvSpPr txBox="1">
            <a:spLocks noChangeArrowheads="1"/>
          </p:cNvSpPr>
          <p:nvPr/>
        </p:nvSpPr>
        <p:spPr bwMode="auto">
          <a:xfrm>
            <a:off x="5425452" y="2671762"/>
            <a:ext cx="588624"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IPv6</a:t>
            </a:r>
          </a:p>
          <a:p>
            <a:pPr algn="ct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数据报</a:t>
            </a:r>
          </a:p>
        </p:txBody>
      </p:sp>
      <p:sp>
        <p:nvSpPr>
          <p:cNvPr id="513060" name="Line 104">
            <a:extLst>
              <a:ext uri="{FF2B5EF4-FFF2-40B4-BE49-F238E27FC236}">
                <a16:creationId xmlns:a16="http://schemas.microsoft.com/office/drawing/2014/main" id="{31082258-9E89-CF46-88CC-40958C5DC38C}"/>
              </a:ext>
            </a:extLst>
          </p:cNvPr>
          <p:cNvSpPr>
            <a:spLocks noChangeShapeType="1"/>
          </p:cNvSpPr>
          <p:nvPr/>
        </p:nvSpPr>
        <p:spPr bwMode="auto">
          <a:xfrm flipV="1">
            <a:off x="6148387" y="2207419"/>
            <a:ext cx="672704" cy="402431"/>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61" name="Line 105">
            <a:extLst>
              <a:ext uri="{FF2B5EF4-FFF2-40B4-BE49-F238E27FC236}">
                <a16:creationId xmlns:a16="http://schemas.microsoft.com/office/drawing/2014/main" id="{73C82470-FAA8-8244-A638-3EB550B542F3}"/>
              </a:ext>
            </a:extLst>
          </p:cNvPr>
          <p:cNvSpPr>
            <a:spLocks noChangeShapeType="1"/>
          </p:cNvSpPr>
          <p:nvPr/>
        </p:nvSpPr>
        <p:spPr bwMode="auto">
          <a:xfrm>
            <a:off x="6118623" y="3175397"/>
            <a:ext cx="672703" cy="160734"/>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62" name="AutoShape 106">
            <a:extLst>
              <a:ext uri="{FF2B5EF4-FFF2-40B4-BE49-F238E27FC236}">
                <a16:creationId xmlns:a16="http://schemas.microsoft.com/office/drawing/2014/main" id="{819CD8F7-8651-164C-849A-5A1CC3C20CDA}"/>
              </a:ext>
            </a:extLst>
          </p:cNvPr>
          <p:cNvSpPr>
            <a:spLocks noChangeArrowheads="1"/>
          </p:cNvSpPr>
          <p:nvPr/>
        </p:nvSpPr>
        <p:spPr bwMode="auto">
          <a:xfrm>
            <a:off x="6067425" y="2831306"/>
            <a:ext cx="753666" cy="158354"/>
          </a:xfrm>
          <a:prstGeom prst="rightArrow">
            <a:avLst>
              <a:gd name="adj1" fmla="val 50000"/>
              <a:gd name="adj2" fmla="val 99132"/>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3063" name="标题 1">
            <a:extLst>
              <a:ext uri="{FF2B5EF4-FFF2-40B4-BE49-F238E27FC236}">
                <a16:creationId xmlns:a16="http://schemas.microsoft.com/office/drawing/2014/main" id="{838AC506-9FCF-0741-A126-18C062B3F91F}"/>
              </a:ext>
            </a:extLst>
          </p:cNvPr>
          <p:cNvSpPr>
            <a:spLocks noGrp="1" noChangeArrowheads="1"/>
          </p:cNvSpPr>
          <p:nvPr>
            <p:ph type="title"/>
          </p:nvPr>
        </p:nvSpPr>
        <p:spPr/>
        <p:txBody>
          <a:bodyPr/>
          <a:lstStyle/>
          <a:p>
            <a:r>
              <a:rPr lang="zh-CN" altLang="zh-CN">
                <a:latin typeface="Times New Roman" panose="02020603050405020304" pitchFamily="18" charset="0"/>
                <a:ea typeface="宋体" panose="02010600030101010101" pitchFamily="2" charset="-122"/>
              </a:rPr>
              <a:t>隧道技术</a:t>
            </a:r>
            <a:endParaRPr lang="zh-CN" altLang="en-US">
              <a:latin typeface="Times New Roman" panose="02020603050405020304" pitchFamily="18" charset="0"/>
              <a:ea typeface="宋体" panose="02010600030101010101" pitchFamily="2" charset="-122"/>
            </a:endParaRPr>
          </a:p>
        </p:txBody>
      </p:sp>
      <p:cxnSp>
        <p:nvCxnSpPr>
          <p:cNvPr id="513064" name="直接连接符 3">
            <a:extLst>
              <a:ext uri="{FF2B5EF4-FFF2-40B4-BE49-F238E27FC236}">
                <a16:creationId xmlns:a16="http://schemas.microsoft.com/office/drawing/2014/main" id="{13A08F64-C0FA-F94B-958B-5B894752CAC3}"/>
              </a:ext>
            </a:extLst>
          </p:cNvPr>
          <p:cNvCxnSpPr>
            <a:cxnSpLocks noChangeShapeType="1"/>
          </p:cNvCxnSpPr>
          <p:nvPr/>
        </p:nvCxnSpPr>
        <p:spPr bwMode="auto">
          <a:xfrm>
            <a:off x="2977754" y="1724025"/>
            <a:ext cx="3476625" cy="0"/>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13065" name="Text Box 43">
            <a:extLst>
              <a:ext uri="{FF2B5EF4-FFF2-40B4-BE49-F238E27FC236}">
                <a16:creationId xmlns:a16="http://schemas.microsoft.com/office/drawing/2014/main" id="{94112B43-3AE5-1842-86D8-D675BA5BBD48}"/>
              </a:ext>
            </a:extLst>
          </p:cNvPr>
          <p:cNvSpPr txBox="1">
            <a:spLocks noChangeArrowheads="1"/>
          </p:cNvSpPr>
          <p:nvPr/>
        </p:nvSpPr>
        <p:spPr bwMode="auto">
          <a:xfrm>
            <a:off x="4373166" y="1176337"/>
            <a:ext cx="931665" cy="300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IPv4 </a:t>
            </a:r>
            <a:r>
              <a:rPr kumimoji="1" lang="zh-CN" altLang="en-US" sz="1350">
                <a:solidFill>
                  <a:srgbClr val="000099"/>
                </a:solidFill>
                <a:latin typeface="微软雅黑" panose="020B0503020204020204" pitchFamily="34" charset="-122"/>
                <a:ea typeface="宋体" panose="02010600030101010101" pitchFamily="2" charset="-122"/>
              </a:rPr>
              <a:t>网络</a:t>
            </a:r>
          </a:p>
        </p:txBody>
      </p:sp>
      <p:pic>
        <p:nvPicPr>
          <p:cNvPr id="513066" name="Picture 46">
            <a:extLst>
              <a:ext uri="{FF2B5EF4-FFF2-40B4-BE49-F238E27FC236}">
                <a16:creationId xmlns:a16="http://schemas.microsoft.com/office/drawing/2014/main" id="{E22F82D7-87A9-C94A-9F2A-7E5DA973AE2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76538" y="1572816"/>
            <a:ext cx="390525" cy="2416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13067" name="Picture 47">
            <a:extLst>
              <a:ext uri="{FF2B5EF4-FFF2-40B4-BE49-F238E27FC236}">
                <a16:creationId xmlns:a16="http://schemas.microsoft.com/office/drawing/2014/main" id="{FA3C0D08-60EE-9E4A-8DCC-824F419FE297}"/>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70747" y="1572816"/>
            <a:ext cx="390525" cy="2416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13068" name="Picture 48">
            <a:extLst>
              <a:ext uri="{FF2B5EF4-FFF2-40B4-BE49-F238E27FC236}">
                <a16:creationId xmlns:a16="http://schemas.microsoft.com/office/drawing/2014/main" id="{8D28E237-0FDC-4E48-BA04-031733B53286}"/>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99447" y="1572816"/>
            <a:ext cx="390525" cy="2416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13069" name="Picture 49">
            <a:extLst>
              <a:ext uri="{FF2B5EF4-FFF2-40B4-BE49-F238E27FC236}">
                <a16:creationId xmlns:a16="http://schemas.microsoft.com/office/drawing/2014/main" id="{F742D278-84C2-B24D-9DD7-6FFF6D58D420}"/>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24600" y="1572816"/>
            <a:ext cx="390525" cy="2416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13070" name="Text Box 54">
            <a:extLst>
              <a:ext uri="{FF2B5EF4-FFF2-40B4-BE49-F238E27FC236}">
                <a16:creationId xmlns:a16="http://schemas.microsoft.com/office/drawing/2014/main" id="{C9235E57-CF07-1F4D-8359-A8853077B303}"/>
              </a:ext>
            </a:extLst>
          </p:cNvPr>
          <p:cNvSpPr txBox="1">
            <a:spLocks noChangeArrowheads="1"/>
          </p:cNvSpPr>
          <p:nvPr/>
        </p:nvSpPr>
        <p:spPr bwMode="auto">
          <a:xfrm>
            <a:off x="2827735" y="1359694"/>
            <a:ext cx="269626"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B</a:t>
            </a:r>
          </a:p>
        </p:txBody>
      </p:sp>
      <p:sp>
        <p:nvSpPr>
          <p:cNvPr id="513071" name="Text Box 55">
            <a:extLst>
              <a:ext uri="{FF2B5EF4-FFF2-40B4-BE49-F238E27FC236}">
                <a16:creationId xmlns:a16="http://schemas.microsoft.com/office/drawing/2014/main" id="{271CE55C-ACE2-AC49-9432-7B091E1537F4}"/>
              </a:ext>
            </a:extLst>
          </p:cNvPr>
          <p:cNvSpPr txBox="1">
            <a:spLocks noChangeArrowheads="1"/>
          </p:cNvSpPr>
          <p:nvPr/>
        </p:nvSpPr>
        <p:spPr bwMode="auto">
          <a:xfrm>
            <a:off x="4142185" y="1359694"/>
            <a:ext cx="27443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C</a:t>
            </a:r>
          </a:p>
        </p:txBody>
      </p:sp>
      <p:sp>
        <p:nvSpPr>
          <p:cNvPr id="513072" name="Text Box 56">
            <a:extLst>
              <a:ext uri="{FF2B5EF4-FFF2-40B4-BE49-F238E27FC236}">
                <a16:creationId xmlns:a16="http://schemas.microsoft.com/office/drawing/2014/main" id="{108F4DFC-43C4-5944-AEE8-71B18E03631D}"/>
              </a:ext>
            </a:extLst>
          </p:cNvPr>
          <p:cNvSpPr txBox="1">
            <a:spLocks noChangeArrowheads="1"/>
          </p:cNvSpPr>
          <p:nvPr/>
        </p:nvSpPr>
        <p:spPr bwMode="auto">
          <a:xfrm>
            <a:off x="5169694" y="1359694"/>
            <a:ext cx="287258"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D</a:t>
            </a:r>
          </a:p>
        </p:txBody>
      </p:sp>
      <p:sp>
        <p:nvSpPr>
          <p:cNvPr id="513073" name="Text Box 57">
            <a:extLst>
              <a:ext uri="{FF2B5EF4-FFF2-40B4-BE49-F238E27FC236}">
                <a16:creationId xmlns:a16="http://schemas.microsoft.com/office/drawing/2014/main" id="{E1158C42-CC99-5242-9BD5-293DDDF9C99A}"/>
              </a:ext>
            </a:extLst>
          </p:cNvPr>
          <p:cNvSpPr txBox="1">
            <a:spLocks noChangeArrowheads="1"/>
          </p:cNvSpPr>
          <p:nvPr/>
        </p:nvSpPr>
        <p:spPr bwMode="auto">
          <a:xfrm>
            <a:off x="6423422" y="1359694"/>
            <a:ext cx="25840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E</a:t>
            </a:r>
          </a:p>
        </p:txBody>
      </p:sp>
      <p:sp>
        <p:nvSpPr>
          <p:cNvPr id="513074" name="Text Box 87">
            <a:extLst>
              <a:ext uri="{FF2B5EF4-FFF2-40B4-BE49-F238E27FC236}">
                <a16:creationId xmlns:a16="http://schemas.microsoft.com/office/drawing/2014/main" id="{0E8BECCB-4156-0E4A-88A6-94029CA44444}"/>
              </a:ext>
            </a:extLst>
          </p:cNvPr>
          <p:cNvSpPr txBox="1">
            <a:spLocks noChangeArrowheads="1"/>
          </p:cNvSpPr>
          <p:nvPr/>
        </p:nvSpPr>
        <p:spPr bwMode="auto">
          <a:xfrm>
            <a:off x="2453258" y="976313"/>
            <a:ext cx="957313"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350">
                <a:solidFill>
                  <a:srgbClr val="C00000"/>
                </a:solidFill>
                <a:latin typeface="微软雅黑" panose="020B0503020204020204" pitchFamily="34" charset="-122"/>
                <a:ea typeface="宋体" panose="02010600030101010101" pitchFamily="2" charset="-122"/>
              </a:rPr>
              <a:t>双协议栈</a:t>
            </a:r>
          </a:p>
          <a:p>
            <a:pPr algn="ctr">
              <a:spcBef>
                <a:spcPct val="0"/>
              </a:spcBef>
              <a:buClrTx/>
              <a:buSzTx/>
              <a:buFontTx/>
              <a:buNone/>
            </a:pPr>
            <a:r>
              <a:rPr kumimoji="1" lang="en-US" altLang="zh-CN" sz="1350">
                <a:solidFill>
                  <a:srgbClr val="C00000"/>
                </a:solidFill>
                <a:latin typeface="微软雅黑" panose="020B0503020204020204" pitchFamily="34" charset="-122"/>
                <a:ea typeface="宋体" panose="02010600030101010101" pitchFamily="2" charset="-122"/>
              </a:rPr>
              <a:t>IPv6/IPv4</a:t>
            </a:r>
          </a:p>
        </p:txBody>
      </p:sp>
      <p:grpSp>
        <p:nvGrpSpPr>
          <p:cNvPr id="513075" name="组合 4">
            <a:extLst>
              <a:ext uri="{FF2B5EF4-FFF2-40B4-BE49-F238E27FC236}">
                <a16:creationId xmlns:a16="http://schemas.microsoft.com/office/drawing/2014/main" id="{385B27A3-57AC-9746-AFE6-7CCFCA505A21}"/>
              </a:ext>
            </a:extLst>
          </p:cNvPr>
          <p:cNvGrpSpPr>
            <a:grpSpLocks/>
          </p:cNvGrpSpPr>
          <p:nvPr/>
        </p:nvGrpSpPr>
        <p:grpSpPr bwMode="auto">
          <a:xfrm>
            <a:off x="2931319" y="1874044"/>
            <a:ext cx="3630216" cy="2193131"/>
            <a:chOff x="2922487" y="2420888"/>
            <a:chExt cx="4622801" cy="2590800"/>
          </a:xfrm>
        </p:grpSpPr>
        <p:sp>
          <p:nvSpPr>
            <p:cNvPr id="513079" name="Line 55">
              <a:extLst>
                <a:ext uri="{FF2B5EF4-FFF2-40B4-BE49-F238E27FC236}">
                  <a16:creationId xmlns:a16="http://schemas.microsoft.com/office/drawing/2014/main" id="{E2A55DC2-3876-3847-B457-353735970D91}"/>
                </a:ext>
              </a:extLst>
            </p:cNvPr>
            <p:cNvSpPr>
              <a:spLocks noChangeShapeType="1"/>
            </p:cNvSpPr>
            <p:nvPr/>
          </p:nvSpPr>
          <p:spPr bwMode="auto">
            <a:xfrm>
              <a:off x="2922487" y="2420888"/>
              <a:ext cx="0" cy="259080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80" name="Line 56">
              <a:extLst>
                <a:ext uri="{FF2B5EF4-FFF2-40B4-BE49-F238E27FC236}">
                  <a16:creationId xmlns:a16="http://schemas.microsoft.com/office/drawing/2014/main" id="{C2C35E70-A1F2-8F41-A5FB-BD86630A23D6}"/>
                </a:ext>
              </a:extLst>
            </p:cNvPr>
            <p:cNvSpPr>
              <a:spLocks noChangeShapeType="1"/>
            </p:cNvSpPr>
            <p:nvPr/>
          </p:nvSpPr>
          <p:spPr bwMode="auto">
            <a:xfrm>
              <a:off x="7545288" y="2420888"/>
              <a:ext cx="0" cy="259080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513076" name="Line 70">
            <a:extLst>
              <a:ext uri="{FF2B5EF4-FFF2-40B4-BE49-F238E27FC236}">
                <a16:creationId xmlns:a16="http://schemas.microsoft.com/office/drawing/2014/main" id="{F729D99F-AEB9-E046-88B4-C409AF0F4DA0}"/>
              </a:ext>
            </a:extLst>
          </p:cNvPr>
          <p:cNvSpPr>
            <a:spLocks noChangeShapeType="1"/>
          </p:cNvSpPr>
          <p:nvPr/>
        </p:nvSpPr>
        <p:spPr bwMode="auto">
          <a:xfrm>
            <a:off x="2942035" y="3849291"/>
            <a:ext cx="3574256" cy="0"/>
          </a:xfrm>
          <a:prstGeom prst="line">
            <a:avLst/>
          </a:prstGeom>
          <a:noFill/>
          <a:ln w="190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77" name="Text Box 66">
            <a:extLst>
              <a:ext uri="{FF2B5EF4-FFF2-40B4-BE49-F238E27FC236}">
                <a16:creationId xmlns:a16="http://schemas.microsoft.com/office/drawing/2014/main" id="{4090C6B3-D205-DD4E-A209-A01CA5BDD064}"/>
              </a:ext>
            </a:extLst>
          </p:cNvPr>
          <p:cNvSpPr txBox="1">
            <a:spLocks noChangeArrowheads="1"/>
          </p:cNvSpPr>
          <p:nvPr/>
        </p:nvSpPr>
        <p:spPr bwMode="auto">
          <a:xfrm>
            <a:off x="4371975" y="3700462"/>
            <a:ext cx="958454" cy="30008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IPv4</a:t>
            </a:r>
            <a:r>
              <a:rPr kumimoji="1" lang="zh-CN" altLang="en-US" sz="1350">
                <a:solidFill>
                  <a:srgbClr val="000099"/>
                </a:solidFill>
                <a:latin typeface="微软雅黑" panose="020B0503020204020204" pitchFamily="34" charset="-122"/>
                <a:ea typeface="宋体" panose="02010600030101010101" pitchFamily="2" charset="-122"/>
              </a:rPr>
              <a:t>网络 </a:t>
            </a:r>
          </a:p>
        </p:txBody>
      </p:sp>
      <p:sp>
        <p:nvSpPr>
          <p:cNvPr id="513078" name="矩形 7">
            <a:extLst>
              <a:ext uri="{FF2B5EF4-FFF2-40B4-BE49-F238E27FC236}">
                <a16:creationId xmlns:a16="http://schemas.microsoft.com/office/drawing/2014/main" id="{4CD6FDEA-9527-BE40-A901-4D551DF618C5}"/>
              </a:ext>
            </a:extLst>
          </p:cNvPr>
          <p:cNvSpPr>
            <a:spLocks noChangeArrowheads="1"/>
          </p:cNvSpPr>
          <p:nvPr/>
        </p:nvSpPr>
        <p:spPr bwMode="auto">
          <a:xfrm>
            <a:off x="2427685" y="4096941"/>
            <a:ext cx="4548188" cy="346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zh-CN" altLang="zh-CN" sz="1650">
                <a:solidFill>
                  <a:schemeClr val="tx1"/>
                </a:solidFill>
                <a:latin typeface="微软雅黑" panose="020B0503020204020204" pitchFamily="34" charset="-122"/>
                <a:ea typeface="宋体" panose="02010600030101010101" pitchFamily="2" charset="-122"/>
              </a:rPr>
              <a:t>使用隧道技术进行从</a:t>
            </a:r>
            <a:r>
              <a:rPr lang="en-US" altLang="zh-CN" sz="1650">
                <a:solidFill>
                  <a:schemeClr val="tx1"/>
                </a:solidFill>
                <a:latin typeface="微软雅黑" panose="020B0503020204020204" pitchFamily="34" charset="-122"/>
                <a:ea typeface="宋体" panose="02010600030101010101" pitchFamily="2" charset="-122"/>
              </a:rPr>
              <a:t> IPv4 </a:t>
            </a:r>
            <a:r>
              <a:rPr lang="zh-CN" altLang="zh-CN" sz="1650">
                <a:solidFill>
                  <a:schemeClr val="tx1"/>
                </a:solidFill>
                <a:latin typeface="微软雅黑" panose="020B0503020204020204" pitchFamily="34" charset="-122"/>
                <a:ea typeface="宋体" panose="02010600030101010101" pitchFamily="2" charset="-122"/>
              </a:rPr>
              <a:t>到</a:t>
            </a:r>
            <a:r>
              <a:rPr lang="en-US" altLang="zh-CN" sz="1650">
                <a:solidFill>
                  <a:schemeClr val="tx1"/>
                </a:solidFill>
                <a:latin typeface="微软雅黑" panose="020B0503020204020204" pitchFamily="34" charset="-122"/>
                <a:ea typeface="宋体" panose="02010600030101010101" pitchFamily="2" charset="-122"/>
              </a:rPr>
              <a:t> IPv6 </a:t>
            </a:r>
            <a:r>
              <a:rPr lang="zh-CN" altLang="zh-CN" sz="1650">
                <a:solidFill>
                  <a:schemeClr val="tx1"/>
                </a:solidFill>
                <a:latin typeface="微软雅黑" panose="020B0503020204020204" pitchFamily="34" charset="-122"/>
                <a:ea typeface="宋体" panose="02010600030101010101" pitchFamily="2" charset="-122"/>
              </a:rPr>
              <a:t>的过渡</a:t>
            </a:r>
            <a:endParaRPr lang="zh-CN" altLang="en-US" sz="1650">
              <a:solidFill>
                <a:schemeClr val="tx1"/>
              </a:solidFill>
              <a:latin typeface="微软雅黑" panose="020B0503020204020204" pitchFamily="34" charset="-122"/>
              <a:ea typeface="宋体" panose="02010600030101010101" pitchFamily="2" charset="-122"/>
            </a:endParaRPr>
          </a:p>
        </p:txBody>
      </p:sp>
    </p:spTree>
    <p:extLst>
      <p:ext uri="{BB962C8B-B14F-4D97-AF65-F5344CB8AC3E}">
        <p14:creationId xmlns:p14="http://schemas.microsoft.com/office/powerpoint/2010/main" val="239668132"/>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5073" name="灯片编号占位符 3">
            <a:extLst>
              <a:ext uri="{FF2B5EF4-FFF2-40B4-BE49-F238E27FC236}">
                <a16:creationId xmlns:a16="http://schemas.microsoft.com/office/drawing/2014/main" id="{08568531-ADDE-2746-87BF-060E5C85466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26830C2-EEC0-2B41-8710-8665CE7BC22E}"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226</a:t>
            </a:fld>
            <a:endParaRPr lang="en-US" altLang="zh-CN" sz="1050">
              <a:solidFill>
                <a:schemeClr val="bg2"/>
              </a:solidFill>
              <a:latin typeface="Tahoma" panose="020B0604030504040204" pitchFamily="34" charset="0"/>
              <a:ea typeface="宋体" panose="02010600030101010101" pitchFamily="2" charset="-122"/>
            </a:endParaRPr>
          </a:p>
        </p:txBody>
      </p:sp>
      <p:sp>
        <p:nvSpPr>
          <p:cNvPr id="515074" name="Rectangle 2">
            <a:extLst>
              <a:ext uri="{FF2B5EF4-FFF2-40B4-BE49-F238E27FC236}">
                <a16:creationId xmlns:a16="http://schemas.microsoft.com/office/drawing/2014/main" id="{CFDAC25F-78BC-8E41-8F8D-C5FD80664C62}"/>
              </a:ext>
            </a:extLst>
          </p:cNvPr>
          <p:cNvSpPr>
            <a:spLocks noGrp="1" noChangeArrowheads="1"/>
          </p:cNvSpPr>
          <p:nvPr>
            <p:ph type="title"/>
          </p:nvPr>
        </p:nvSpPr>
        <p:spPr/>
        <p:txBody>
          <a:bodyPr/>
          <a:lstStyle/>
          <a:p>
            <a:pPr eaLnBrk="1" hangingPunct="1"/>
            <a:r>
              <a:rPr lang="zh-CN" altLang="en-US">
                <a:latin typeface="Times New Roman" panose="02020603050405020304" pitchFamily="18" charset="0"/>
                <a:ea typeface="宋体" panose="02010600030101010101" pitchFamily="2" charset="-122"/>
              </a:rPr>
              <a:t>本章小结</a:t>
            </a:r>
          </a:p>
        </p:txBody>
      </p:sp>
      <p:sp>
        <p:nvSpPr>
          <p:cNvPr id="515075" name="Rectangle 3">
            <a:extLst>
              <a:ext uri="{FF2B5EF4-FFF2-40B4-BE49-F238E27FC236}">
                <a16:creationId xmlns:a16="http://schemas.microsoft.com/office/drawing/2014/main" id="{5544A18D-DB34-A447-9FAD-DD7956ECED26}"/>
              </a:ext>
            </a:extLst>
          </p:cNvPr>
          <p:cNvSpPr>
            <a:spLocks noGrp="1" noChangeArrowheads="1"/>
          </p:cNvSpPr>
          <p:nvPr>
            <p:ph type="body" idx="1"/>
          </p:nvPr>
        </p:nvSpPr>
        <p:spPr>
          <a:xfrm>
            <a:off x="133563" y="1083430"/>
            <a:ext cx="8804953" cy="3604022"/>
          </a:xfrm>
        </p:spPr>
        <p:txBody>
          <a:bodyPr/>
          <a:lstStyle/>
          <a:p>
            <a:pPr eaLnBrk="1" hangingPunct="1"/>
            <a:r>
              <a:rPr lang="zh-CN" altLang="en-US" dirty="0">
                <a:latin typeface="Times New Roman" panose="02020603050405020304" pitchFamily="18" charset="0"/>
                <a:ea typeface="宋体" panose="02010600030101010101" pitchFamily="2" charset="-122"/>
              </a:rPr>
              <a:t>网络层的定义、功能和设计方法</a:t>
            </a:r>
            <a:endParaRPr lang="en-US" altLang="zh-CN" dirty="0">
              <a:latin typeface="Times New Roman" panose="02020603050405020304" pitchFamily="18" charset="0"/>
              <a:ea typeface="宋体" panose="02010600030101010101" pitchFamily="2" charset="-122"/>
            </a:endParaRPr>
          </a:p>
          <a:p>
            <a:pPr eaLnBrk="1" hangingPunct="1"/>
            <a:r>
              <a:rPr lang="zh-CN" altLang="en-US" dirty="0">
                <a:latin typeface="Times New Roman" panose="02020603050405020304" pitchFamily="18" charset="0"/>
                <a:ea typeface="宋体" panose="02010600030101010101" pitchFamily="2" charset="-122"/>
              </a:rPr>
              <a:t>分组交换：虚电路和数据报</a:t>
            </a:r>
            <a:endParaRPr lang="en-US" altLang="zh-CN" dirty="0">
              <a:latin typeface="Times New Roman" panose="02020603050405020304" pitchFamily="18" charset="0"/>
              <a:ea typeface="宋体" panose="02010600030101010101" pitchFamily="2" charset="-122"/>
            </a:endParaRPr>
          </a:p>
          <a:p>
            <a:pPr eaLnBrk="1" hangingPunct="1"/>
            <a:r>
              <a:rPr lang="zh-CN" altLang="en-US" dirty="0">
                <a:latin typeface="Times New Roman" panose="02020603050405020304" pitchFamily="18" charset="0"/>
                <a:ea typeface="宋体" panose="02010600030101010101" pitchFamily="2" charset="-122"/>
              </a:rPr>
              <a:t>路由算法的分类和基本原理</a:t>
            </a:r>
            <a:endParaRPr lang="en-US" altLang="zh-CN" dirty="0">
              <a:latin typeface="Times New Roman" panose="02020603050405020304" pitchFamily="18" charset="0"/>
              <a:ea typeface="宋体" panose="02010600030101010101" pitchFamily="2" charset="-122"/>
            </a:endParaRPr>
          </a:p>
          <a:p>
            <a:pPr eaLnBrk="1" hangingPunct="1"/>
            <a:r>
              <a:rPr lang="zh-CN" altLang="en-US" dirty="0">
                <a:latin typeface="Times New Roman" panose="02020603050405020304" pitchFamily="18" charset="0"/>
                <a:ea typeface="宋体" panose="02010600030101010101" pitchFamily="2" charset="-122"/>
              </a:rPr>
              <a:t>网络互联：</a:t>
            </a:r>
            <a:r>
              <a:rPr lang="en-US" altLang="zh-CN" dirty="0">
                <a:latin typeface="Times New Roman" panose="02020603050405020304" pitchFamily="18" charset="0"/>
                <a:ea typeface="宋体" panose="02010600030101010101" pitchFamily="2" charset="-122"/>
              </a:rPr>
              <a:t>Internet</a:t>
            </a:r>
            <a:r>
              <a:rPr lang="zh-CN" altLang="en-US" dirty="0">
                <a:latin typeface="Times New Roman" panose="02020603050405020304" pitchFamily="18" charset="0"/>
                <a:ea typeface="宋体" panose="02010600030101010101" pitchFamily="2" charset="-122"/>
              </a:rPr>
              <a:t> 的网络层</a:t>
            </a:r>
            <a:endParaRPr lang="en-US" altLang="zh-CN" dirty="0">
              <a:latin typeface="Times New Roman" panose="02020603050405020304" pitchFamily="18" charset="0"/>
              <a:ea typeface="宋体" panose="02010600030101010101" pitchFamily="2" charset="-122"/>
            </a:endParaRPr>
          </a:p>
          <a:p>
            <a:pPr lvl="1" eaLnBrk="1" hangingPunct="1"/>
            <a:r>
              <a:rPr lang="en-US" altLang="zh-CN" dirty="0">
                <a:latin typeface="Times New Roman" panose="02020603050405020304" pitchFamily="18" charset="0"/>
                <a:ea typeface="宋体" panose="02010600030101010101" pitchFamily="2" charset="-122"/>
              </a:rPr>
              <a:t>IP</a:t>
            </a:r>
            <a:r>
              <a:rPr lang="zh-CN" altLang="en-US" dirty="0">
                <a:latin typeface="Times New Roman" panose="02020603050405020304" pitchFamily="18" charset="0"/>
                <a:ea typeface="宋体" panose="02010600030101010101" pitchFamily="2" charset="-122"/>
              </a:rPr>
              <a:t>协议</a:t>
            </a:r>
            <a:endParaRPr lang="en-US" altLang="zh-CN" dirty="0">
              <a:latin typeface="Times New Roman" panose="02020603050405020304" pitchFamily="18" charset="0"/>
              <a:ea typeface="宋体" panose="02010600030101010101" pitchFamily="2" charset="-122"/>
            </a:endParaRPr>
          </a:p>
          <a:p>
            <a:pPr lvl="1" eaLnBrk="1" hangingPunct="1"/>
            <a:r>
              <a:rPr lang="zh-CN" altLang="en-US" dirty="0">
                <a:latin typeface="Times New Roman" panose="02020603050405020304" pitchFamily="18" charset="0"/>
                <a:ea typeface="宋体" panose="02010600030101010101" pitchFamily="2" charset="-122"/>
              </a:rPr>
              <a:t>子网划分</a:t>
            </a:r>
            <a:endParaRPr lang="en-US" altLang="zh-CN" dirty="0">
              <a:latin typeface="Times New Roman" panose="02020603050405020304" pitchFamily="18" charset="0"/>
              <a:ea typeface="宋体" panose="02010600030101010101" pitchFamily="2" charset="-122"/>
            </a:endParaRPr>
          </a:p>
          <a:p>
            <a:pPr lvl="1" eaLnBrk="1" hangingPunct="1"/>
            <a:r>
              <a:rPr lang="en-US" altLang="zh-CN" dirty="0">
                <a:latin typeface="Times New Roman" panose="02020603050405020304" pitchFamily="18" charset="0"/>
                <a:ea typeface="宋体" panose="02010600030101010101" pitchFamily="2" charset="-122"/>
              </a:rPr>
              <a:t>RIP</a:t>
            </a:r>
            <a:r>
              <a:rPr lang="zh-CN" altLang="en-US" dirty="0">
                <a:latin typeface="Times New Roman" panose="02020603050405020304" pitchFamily="18" charset="0"/>
                <a:ea typeface="宋体" panose="02010600030101010101" pitchFamily="2" charset="-122"/>
              </a:rPr>
              <a:t>、</a:t>
            </a:r>
            <a:r>
              <a:rPr lang="en-US" altLang="zh-CN" dirty="0">
                <a:latin typeface="Times New Roman" panose="02020603050405020304" pitchFamily="18" charset="0"/>
                <a:ea typeface="宋体" panose="02010600030101010101" pitchFamily="2" charset="-122"/>
              </a:rPr>
              <a:t>OSPF</a:t>
            </a:r>
            <a:r>
              <a:rPr lang="zh-CN" altLang="en-US" dirty="0">
                <a:latin typeface="Times New Roman" panose="02020603050405020304" pitchFamily="18" charset="0"/>
                <a:ea typeface="宋体" panose="02010600030101010101" pitchFamily="2" charset="-122"/>
              </a:rPr>
              <a:t>、</a:t>
            </a:r>
            <a:r>
              <a:rPr lang="en-US" altLang="zh-CN" dirty="0">
                <a:latin typeface="Times New Roman" panose="02020603050405020304" pitchFamily="18" charset="0"/>
                <a:ea typeface="宋体" panose="02010600030101010101" pitchFamily="2" charset="-122"/>
              </a:rPr>
              <a:t>BGP</a:t>
            </a:r>
          </a:p>
          <a:p>
            <a:pPr lvl="1" eaLnBrk="1" hangingPunct="1"/>
            <a:r>
              <a:rPr lang="en-US" altLang="zh-CN" dirty="0">
                <a:latin typeface="Times New Roman" panose="02020603050405020304" pitchFamily="18" charset="0"/>
                <a:ea typeface="宋体" panose="02010600030101010101" pitchFamily="2" charset="-122"/>
              </a:rPr>
              <a:t>NAT</a:t>
            </a:r>
          </a:p>
          <a:p>
            <a:pPr lvl="1" eaLnBrk="1" hangingPunct="1"/>
            <a:r>
              <a:rPr lang="en-US" altLang="zh-CN" dirty="0">
                <a:latin typeface="Times New Roman" panose="02020603050405020304" pitchFamily="18" charset="0"/>
                <a:ea typeface="宋体" panose="02010600030101010101" pitchFamily="2" charset="-122"/>
              </a:rPr>
              <a:t>IPv6</a:t>
            </a:r>
          </a:p>
          <a:p>
            <a:pPr eaLnBrk="1" hangingPunct="1"/>
            <a:r>
              <a:rPr lang="zh-CN" altLang="en-US" dirty="0">
                <a:latin typeface="Times New Roman" panose="02020603050405020304" pitchFamily="18" charset="0"/>
                <a:ea typeface="宋体" panose="02010600030101010101" pitchFamily="2" charset="-122"/>
              </a:rPr>
              <a:t>路由器的基本原理</a:t>
            </a:r>
            <a:endParaRPr lang="en-US" altLang="zh-CN" dirty="0">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3416929325"/>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17121" name="标题 1">
            <a:extLst>
              <a:ext uri="{FF2B5EF4-FFF2-40B4-BE49-F238E27FC236}">
                <a16:creationId xmlns:a16="http://schemas.microsoft.com/office/drawing/2014/main" id="{A7F09885-4725-E943-888C-AF436B63CFCE}"/>
              </a:ext>
            </a:extLst>
          </p:cNvPr>
          <p:cNvSpPr>
            <a:spLocks noGrp="1" noChangeArrowheads="1"/>
          </p:cNvSpPr>
          <p:nvPr>
            <p:ph type="ctrTitle"/>
          </p:nvPr>
        </p:nvSpPr>
        <p:spPr>
          <a:xfrm>
            <a:off x="1871663" y="1815704"/>
            <a:ext cx="5829300" cy="1096565"/>
          </a:xfrm>
        </p:spPr>
        <p:txBody>
          <a:bodyPr/>
          <a:lstStyle/>
          <a:p>
            <a:pPr algn="ctr"/>
            <a:r>
              <a:rPr kumimoji="1" lang="en-US" altLang="zh-CN" sz="4050">
                <a:latin typeface="Times New Roman" panose="02020603050405020304" pitchFamily="18" charset="0"/>
                <a:ea typeface="宋体" panose="02010600030101010101" pitchFamily="2" charset="-122"/>
              </a:rPr>
              <a:t>END</a:t>
            </a:r>
            <a:r>
              <a:rPr kumimoji="1" lang="zh-CN" altLang="en-US" sz="4050">
                <a:latin typeface="Times New Roman" panose="02020603050405020304" pitchFamily="18" charset="0"/>
                <a:ea typeface="宋体" panose="02010600030101010101" pitchFamily="2" charset="-122"/>
              </a:rPr>
              <a:t>！</a:t>
            </a:r>
          </a:p>
        </p:txBody>
      </p:sp>
    </p:spTree>
    <p:extLst>
      <p:ext uri="{BB962C8B-B14F-4D97-AF65-F5344CB8AC3E}">
        <p14:creationId xmlns:p14="http://schemas.microsoft.com/office/powerpoint/2010/main" val="2002509844"/>
      </p:ext>
    </p:extLst>
  </p:cSld>
  <p:clrMapOvr>
    <a:masterClrMapping/>
  </p:clrMapOvr>
</p:sld>
</file>

<file path=ppt/theme/theme1.xml><?xml version="1.0" encoding="utf-8"?>
<a:theme xmlns:a="http://schemas.openxmlformats.org/drawingml/2006/main" name="自定义设计方案">
  <a:themeElements>
    <a:clrScheme name="绿色">
      <a:dk1>
        <a:srgbClr val="000000"/>
      </a:dk1>
      <a:lt1>
        <a:srgbClr val="FFFFFF"/>
      </a:lt1>
      <a:dk2>
        <a:srgbClr val="455F51"/>
      </a:dk2>
      <a:lt2>
        <a:srgbClr val="E3DED1"/>
      </a:lt2>
      <a:accent1>
        <a:srgbClr val="549E39"/>
      </a:accent1>
      <a:accent2>
        <a:srgbClr val="8AB833"/>
      </a:accent2>
      <a:accent3>
        <a:srgbClr val="FFFFFF"/>
      </a:accent3>
      <a:accent4>
        <a:srgbClr val="000000"/>
      </a:accent4>
      <a:accent5>
        <a:srgbClr val="B3CCAE"/>
      </a:accent5>
      <a:accent6>
        <a:srgbClr val="7DA62D"/>
      </a:accent6>
      <a:hlink>
        <a:srgbClr val="6B9F25"/>
      </a:hlink>
      <a:folHlink>
        <a:srgbClr val="BA6906"/>
      </a:folHlink>
    </a:clrScheme>
    <a:fontScheme name="微软雅黑">
      <a:majorFont>
        <a:latin typeface="Calibri"/>
        <a:ea typeface="微软雅黑"/>
        <a:cs typeface=""/>
      </a:majorFont>
      <a:minorFont>
        <a:latin typeface="Calibri"/>
        <a:ea typeface="微软雅黑"/>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 typeface="Arial" pitchFamily="34" charset="0"/>
          <a:buNone/>
          <a:tabLst/>
          <a:defRPr kumimoji="0" lang="zh-CN" sz="1800" b="0" i="0" u="none" strike="noStrike" cap="none" normalizeH="0" baseline="0" smtClean="0">
            <a:ln>
              <a:noFill/>
            </a:ln>
            <a:solidFill>
              <a:schemeClr val="tx1"/>
            </a:solidFill>
            <a:effectLst/>
            <a:latin typeface="Arial" pitchFamily="34" charset="0"/>
            <a:ea typeface="宋体"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 typeface="Arial" pitchFamily="34" charset="0"/>
          <a:buNone/>
          <a:tabLst/>
          <a:defRPr kumimoji="0" lang="zh-CN" sz="1800" b="0" i="0" u="none" strike="noStrike" cap="none" normalizeH="0" baseline="0" smtClean="0">
            <a:ln>
              <a:noFill/>
            </a:ln>
            <a:solidFill>
              <a:schemeClr val="tx1"/>
            </a:solidFill>
            <a:effectLst/>
            <a:latin typeface="Arial" pitchFamily="34" charset="0"/>
            <a:ea typeface="宋体" pitchFamily="2" charset="-122"/>
          </a:defRPr>
        </a:defPPr>
      </a:lstStyle>
    </a:lnDef>
  </a:objectDefaults>
  <a:extraClrScheme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43827</TotalTime>
  <Pages>0</Pages>
  <Words>23861</Words>
  <Characters>0</Characters>
  <Application>Microsoft Macintosh PowerPoint</Application>
  <DocSecurity>0</DocSecurity>
  <PresentationFormat>全屏显示(16:9)</PresentationFormat>
  <Lines>0</Lines>
  <Paragraphs>4558</Paragraphs>
  <Slides>227</Slides>
  <Notes>204</Notes>
  <HiddenSlides>0</HiddenSlides>
  <MMClips>0</MMClips>
  <ScaleCrop>false</ScaleCrop>
  <HeadingPairs>
    <vt:vector size="8" baseType="variant">
      <vt:variant>
        <vt:lpstr>已用的字体</vt:lpstr>
      </vt:variant>
      <vt:variant>
        <vt:i4>13</vt:i4>
      </vt:variant>
      <vt:variant>
        <vt:lpstr>主题</vt:lpstr>
      </vt:variant>
      <vt:variant>
        <vt:i4>1</vt:i4>
      </vt:variant>
      <vt:variant>
        <vt:lpstr>嵌入 OLE 服务器</vt:lpstr>
      </vt:variant>
      <vt:variant>
        <vt:i4>1</vt:i4>
      </vt:variant>
      <vt:variant>
        <vt:lpstr>幻灯片标题</vt:lpstr>
      </vt:variant>
      <vt:variant>
        <vt:i4>227</vt:i4>
      </vt:variant>
    </vt:vector>
  </HeadingPairs>
  <TitlesOfParts>
    <vt:vector size="242" baseType="lpstr">
      <vt:lpstr>微软雅黑</vt:lpstr>
      <vt:lpstr>Calibri Light</vt:lpstr>
      <vt:lpstr>Monotype Sorts</vt:lpstr>
      <vt:lpstr>Arial Black</vt:lpstr>
      <vt:lpstr>宋体</vt:lpstr>
      <vt:lpstr>Wingdings</vt:lpstr>
      <vt:lpstr>Calibri</vt:lpstr>
      <vt:lpstr>微软雅黑</vt:lpstr>
      <vt:lpstr>Times New Roman</vt:lpstr>
      <vt:lpstr>Arial</vt:lpstr>
      <vt:lpstr>Courier New</vt:lpstr>
      <vt:lpstr>Tahoma</vt:lpstr>
      <vt:lpstr>Consolas</vt:lpstr>
      <vt:lpstr>自定义设计方案</vt:lpstr>
      <vt:lpstr>VISIO</vt:lpstr>
      <vt:lpstr>计算机网络（第 6/7/8 版）</vt:lpstr>
      <vt:lpstr>第 4 章  网络层</vt:lpstr>
      <vt:lpstr>第 4 章  网络层（续）</vt:lpstr>
      <vt:lpstr>本章最重要的内容</vt:lpstr>
      <vt:lpstr>4.1  网络层提供的两种服务 </vt:lpstr>
      <vt:lpstr>电信网的成功经验:让网络负责可靠交付 </vt:lpstr>
      <vt:lpstr>方式一、虚电路服务</vt:lpstr>
      <vt:lpstr>虚电路是逻辑连接</vt:lpstr>
      <vt:lpstr>因特网采用的设计思路</vt:lpstr>
      <vt:lpstr>尽最大努力交付的好处</vt:lpstr>
      <vt:lpstr>方式二、数据报服务</vt:lpstr>
      <vt:lpstr>PowerPoint 演示文稿</vt:lpstr>
      <vt:lpstr>4.2  网际协议IP </vt:lpstr>
      <vt:lpstr>网际层的 IP 协议及配套协议</vt:lpstr>
      <vt:lpstr>4.2.1  虚拟互连网络 </vt:lpstr>
      <vt:lpstr>网络互相连接起来要使用一些中间设备 </vt:lpstr>
      <vt:lpstr>网络互连使用路由器 </vt:lpstr>
      <vt:lpstr>路由器在网际互连中的作用 </vt:lpstr>
      <vt:lpstr>直接交付和间接交付 </vt:lpstr>
      <vt:lpstr>典型的路由器的结构 </vt:lpstr>
      <vt:lpstr>输入端口对线路上收到的分组的处理 </vt:lpstr>
      <vt:lpstr>输出端口将交换结构传送来的分组发送到线路 </vt:lpstr>
      <vt:lpstr>互连网络与虚拟互连网络 </vt:lpstr>
      <vt:lpstr>虚拟互连网络的意义 </vt:lpstr>
      <vt:lpstr>PowerPoint 演示文稿</vt:lpstr>
      <vt:lpstr>从网络层看 IP 数据报的传送 </vt:lpstr>
      <vt:lpstr>4.2.2  分类的 IP 地址</vt:lpstr>
      <vt:lpstr>IP 地址的编址方法 </vt:lpstr>
      <vt:lpstr>分类 IP 地址 </vt:lpstr>
      <vt:lpstr>IP 地址中的网络号字段和主机号字段 </vt:lpstr>
      <vt:lpstr>IP 地址中的网络号字段和主机号字段 </vt:lpstr>
      <vt:lpstr>IP 地址中的网络号字段和主机号字段 </vt:lpstr>
      <vt:lpstr>IP 地址中的网络号字段和主机号字段 </vt:lpstr>
      <vt:lpstr>IP 地址中的网络号字段和主机号字段 </vt:lpstr>
      <vt:lpstr>IP 地址中的网络号字段和主机号字段 </vt:lpstr>
      <vt:lpstr>IP 地址中的网络号字段和主机号字段 </vt:lpstr>
      <vt:lpstr>IP 地址中的网络号字段和主机号字段 </vt:lpstr>
      <vt:lpstr>IP 地址中的网络号字段和主机号字段 </vt:lpstr>
      <vt:lpstr>点分十进制记法 </vt:lpstr>
      <vt:lpstr>2. 常用的三种类别的 IP 地址 </vt:lpstr>
      <vt:lpstr>IP 地址的一些重要特点 </vt:lpstr>
      <vt:lpstr>IP 地址的一些重要特点 </vt:lpstr>
      <vt:lpstr>IP 地址的一些重要特点 </vt:lpstr>
      <vt:lpstr>互联网中的 IP 地址 </vt:lpstr>
      <vt:lpstr>互联网中的 IP 地址 </vt:lpstr>
      <vt:lpstr>互联网中的 IP 地址 </vt:lpstr>
      <vt:lpstr>互联网中的 IP 地址 </vt:lpstr>
      <vt:lpstr>互联网中的 IP 地址 </vt:lpstr>
      <vt:lpstr>互联网中的 IP 地址 </vt:lpstr>
      <vt:lpstr>互联网中的 IP 地址 </vt:lpstr>
      <vt:lpstr>互联网中的 IP 地址 </vt:lpstr>
      <vt:lpstr>特殊地址</vt:lpstr>
      <vt:lpstr>4.2.3  IP 地址与硬件地址 </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4.2.4  地址解析协议 ARP</vt:lpstr>
      <vt:lpstr>地址解析协议 ARP</vt:lpstr>
      <vt:lpstr>PowerPoint 演示文稿</vt:lpstr>
      <vt:lpstr>ARP 高速缓存的作用</vt:lpstr>
      <vt:lpstr>应当注意的问题</vt:lpstr>
      <vt:lpstr>应当注意的问题（续）</vt:lpstr>
      <vt:lpstr>为什么我们不直接使用硬件地址进行通信？</vt:lpstr>
      <vt:lpstr>4.2.5  IP 数据报的格式 </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【例4-1】 IP 数据报分片</vt:lpstr>
      <vt:lpstr>PowerPoint 演示文稿</vt:lpstr>
      <vt:lpstr>PowerPoint 演示文稿</vt:lpstr>
      <vt:lpstr>PowerPoint 演示文稿</vt:lpstr>
      <vt:lpstr>PowerPoint 演示文稿</vt:lpstr>
      <vt:lpstr>PowerPoint 演示文稿</vt:lpstr>
      <vt:lpstr>PowerPoint 演示文稿</vt:lpstr>
      <vt:lpstr>2.  IP 数据报首部的可变部分 </vt:lpstr>
      <vt:lpstr>4.2.6  IP 层转发分组的流程 </vt:lpstr>
      <vt:lpstr>PowerPoint 演示文稿</vt:lpstr>
      <vt:lpstr>查找路由表</vt:lpstr>
      <vt:lpstr>特定主机路由 </vt:lpstr>
      <vt:lpstr>默认路由(default route)</vt:lpstr>
      <vt:lpstr>PowerPoint 演示文稿</vt:lpstr>
      <vt:lpstr>必须强调指出 </vt:lpstr>
      <vt:lpstr>分组转发算法 </vt:lpstr>
      <vt:lpstr>4.3   划分子网和构造超网</vt:lpstr>
      <vt:lpstr>三级的 IP 地址 </vt:lpstr>
      <vt:lpstr>划分子网的基本思路 </vt:lpstr>
      <vt:lpstr>划分子网的基本思路（续） </vt:lpstr>
      <vt:lpstr>一个未划分子网的 B 类网络145.13.0.0</vt:lpstr>
      <vt:lpstr>划分为三个子网后对外仍是一个网络 </vt:lpstr>
      <vt:lpstr>划分子网后变成了三级结构 </vt:lpstr>
      <vt:lpstr>2.  子网掩码</vt:lpstr>
      <vt:lpstr>IP 地址的各字段和子网掩码 </vt:lpstr>
      <vt:lpstr>(IP 地址) AND (子网掩码) =网络地址</vt:lpstr>
      <vt:lpstr>默认子网掩码 </vt:lpstr>
      <vt:lpstr>子网掩码是一个重要属性</vt:lpstr>
      <vt:lpstr>【例4-2】已知 IP 地址是 141.14.72.24，子网掩码是 255.255.192.0。试求网络地址。 </vt:lpstr>
      <vt:lpstr>【例4-3】在上例中，若子网掩码改为255.255.224.0。试求网络地址，讨论所得结果。 </vt:lpstr>
      <vt:lpstr>4.3.2  使用子网掩码的分组转发过程</vt:lpstr>
      <vt:lpstr>在划分子网的情况下路由器转发分组的算法 </vt:lpstr>
      <vt:lpstr>【例4-4】已知互联网和路由器 R1 中的路由表。主机 H1 向 H2 发送分组。试讨论 R1 收到 H1  向 H2 发送的分组后查找路由表的过程。 </vt:lpstr>
      <vt:lpstr>主机 H1 要发送分组给 H2 </vt:lpstr>
      <vt:lpstr>主机 H1 首先将 本子网的子网掩码 255.255.255.128 与分组的 IP 地址 128.30.33.138 逐比特相“与”(AND 操作) </vt:lpstr>
      <vt:lpstr>因此 H1 必须把分组传送到路由器 R1 然后逐项查找路由表</vt:lpstr>
      <vt:lpstr>路由器 R1 收到分组后就用路由表中第 1 个项目的 子网掩码和 128.30.33.138 逐比特 AND 操作 </vt:lpstr>
      <vt:lpstr>路由器 R1 再用路由表中第 2 个项目的 子网掩码和 128.30.33.138 逐比特 AND 操作 </vt:lpstr>
      <vt:lpstr>子网划分（均匀）举例</vt:lpstr>
      <vt:lpstr>子网划分（按需）举例</vt:lpstr>
      <vt:lpstr>子网划分结构</vt:lpstr>
      <vt:lpstr>子网划分（实例）</vt:lpstr>
      <vt:lpstr>子网划分（实例）— 按需分配</vt:lpstr>
      <vt:lpstr>子网划分结构</vt:lpstr>
      <vt:lpstr>4.3.3  无分类编址 CIDR</vt:lpstr>
      <vt:lpstr>IP 编址问题的演进 </vt:lpstr>
      <vt:lpstr>CIDR 最主要的特点 </vt:lpstr>
      <vt:lpstr>无分类的两级编址 </vt:lpstr>
      <vt:lpstr>CIDR 地址块 </vt:lpstr>
      <vt:lpstr>128.14.32.0/20 表示的地址（212 个地址）</vt:lpstr>
      <vt:lpstr>路由聚合 (route aggregation) </vt:lpstr>
      <vt:lpstr>CIDR 记法的其他形式 </vt:lpstr>
      <vt:lpstr>常用的 CIDR 地址块</vt:lpstr>
      <vt:lpstr>构成超网 </vt:lpstr>
      <vt:lpstr>无类域间路由实例1</vt:lpstr>
      <vt:lpstr>无类域间路由实例2</vt:lpstr>
      <vt:lpstr>CIDR 地址块划分举例 </vt:lpstr>
      <vt:lpstr>CIDR 地址块划分举例 </vt:lpstr>
      <vt:lpstr>2. 最长前缀匹配</vt:lpstr>
      <vt:lpstr>最长前缀匹配举例</vt:lpstr>
      <vt:lpstr>最长前缀匹配举例</vt:lpstr>
      <vt:lpstr>最长前缀匹配</vt:lpstr>
      <vt:lpstr>4.4   网际控制报文协议 ICMP</vt:lpstr>
      <vt:lpstr>ICMP 报文的格式 </vt:lpstr>
      <vt:lpstr>4.4.1  ICMP 报文的种类</vt:lpstr>
      <vt:lpstr>ICMP 差错报告报文共有 5 种 </vt:lpstr>
      <vt:lpstr>4.5  因特网的路由选择协议</vt:lpstr>
      <vt:lpstr>关于“最佳路由” </vt:lpstr>
      <vt:lpstr>从路由算法的自适应性考虑</vt:lpstr>
      <vt:lpstr>2.  分层次的路由选择协议</vt:lpstr>
      <vt:lpstr>自治系统 AS(Autonomous System) </vt:lpstr>
      <vt:lpstr>因特网有两大类路由选择协议 </vt:lpstr>
      <vt:lpstr>自治系统和内部网关协议、外部网关协议 </vt:lpstr>
      <vt:lpstr>因特网的路由选择协议 </vt:lpstr>
      <vt:lpstr>4.5.2  内部网关协议 RIP (Routing Information Protocol)</vt:lpstr>
      <vt:lpstr>“距离”的定义 </vt:lpstr>
      <vt:lpstr>“距离”的定义 </vt:lpstr>
      <vt:lpstr>RIP 协议的三个要点 </vt:lpstr>
      <vt:lpstr>路由表的建立 </vt:lpstr>
      <vt:lpstr>2. 距离向量算法</vt:lpstr>
      <vt:lpstr>路由器之间交换信息 </vt:lpstr>
      <vt:lpstr>距离矢量算法举例</vt:lpstr>
      <vt:lpstr>3. RIP2 协议的报文格式 </vt:lpstr>
      <vt:lpstr>RIP2 的报文由首部和路由部分组成</vt:lpstr>
      <vt:lpstr>RIP 协议的优缺点 </vt:lpstr>
      <vt:lpstr>好消息传播得快，而坏消息传播得慢</vt:lpstr>
      <vt:lpstr>PowerPoint 演示文稿</vt:lpstr>
      <vt:lpstr>4.5.3  内部网关协议OSPF (Open Shortest Path First)</vt:lpstr>
      <vt:lpstr>OSPF 协议的三个要点 </vt:lpstr>
      <vt:lpstr>链路状态数据库(link-state database) </vt:lpstr>
      <vt:lpstr>链路状态路由</vt:lpstr>
      <vt:lpstr>1. 发现邻居节点</vt:lpstr>
      <vt:lpstr>2. 设置链路成本</vt:lpstr>
      <vt:lpstr>3. 构造链路状态分组</vt:lpstr>
      <vt:lpstr>4. 分发链路状态分组</vt:lpstr>
      <vt:lpstr>存在问题及解决方案</vt:lpstr>
      <vt:lpstr>4. 分发链路状态分组(2)</vt:lpstr>
      <vt:lpstr>链路状态分组的转发和确认</vt:lpstr>
      <vt:lpstr>5-6. 计算新路由</vt:lpstr>
      <vt:lpstr>OSPF 的区域(area) </vt:lpstr>
      <vt:lpstr>4.5.4  外部网关协议 BGP</vt:lpstr>
      <vt:lpstr>BGP 使用的环境却不同 </vt:lpstr>
      <vt:lpstr>BGP 发言人(BGP speaker) </vt:lpstr>
      <vt:lpstr>BGP 交换路由信息</vt:lpstr>
      <vt:lpstr>BGP 发言人和自治系统 AS 的关系 </vt:lpstr>
      <vt:lpstr>网际组管理协议 IGMP </vt:lpstr>
      <vt:lpstr>IGMP 是整个网际协议 IP 的一个组成部分</vt:lpstr>
      <vt:lpstr>4.7  虚拟专用网 VPN 和网络地址转换 NAT</vt:lpstr>
      <vt:lpstr>RFC 1918 指明的专用地址(private address) </vt:lpstr>
      <vt:lpstr>用隧道技术实现虚拟专用网 </vt:lpstr>
      <vt:lpstr>用隧道技术实现虚拟专用网 </vt:lpstr>
      <vt:lpstr>内联网 intranet 和外联网 extranet（都是基于 TCP/IP 协议）  </vt:lpstr>
      <vt:lpstr>远程接入VPN(remote access VPN) </vt:lpstr>
      <vt:lpstr>PowerPoint 演示文稿</vt:lpstr>
      <vt:lpstr>网络地址转换 NAT</vt:lpstr>
      <vt:lpstr>网络地址转换示意图</vt:lpstr>
      <vt:lpstr>网络地址转换的过程</vt:lpstr>
      <vt:lpstr>网络地址转换的过程</vt:lpstr>
      <vt:lpstr>网络地址转换的过程</vt:lpstr>
      <vt:lpstr>网络地址转换 NAT</vt:lpstr>
      <vt:lpstr>IPv6</vt:lpstr>
      <vt:lpstr>IPv6</vt:lpstr>
      <vt:lpstr>IPv6 的基本首部</vt:lpstr>
      <vt:lpstr>IPv6 的基本首部</vt:lpstr>
      <vt:lpstr>IPv6 数据报的一般形式</vt:lpstr>
      <vt:lpstr>IPv6 数据报的基本首部</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IPv6 的扩展首部</vt:lpstr>
      <vt:lpstr>六种扩展首部 </vt:lpstr>
      <vt:lpstr>IPv6 的地址</vt:lpstr>
      <vt:lpstr>冒号十六进制记法</vt:lpstr>
      <vt:lpstr>零压缩</vt:lpstr>
      <vt:lpstr>点分十进制记法的后缀 </vt:lpstr>
      <vt:lpstr>从 IPv4 向 IPv6 过渡</vt:lpstr>
      <vt:lpstr>双协议栈</vt:lpstr>
      <vt:lpstr>双协议栈</vt:lpstr>
      <vt:lpstr>隧道技术</vt:lpstr>
      <vt:lpstr>隧道技术</vt:lpstr>
      <vt:lpstr>本章小结</vt:lpstr>
      <vt:lpstr>END！</vt:lpstr>
    </vt:vector>
  </TitlesOfParts>
  <Company>Microsoft</Company>
  <LinksUpToDate>false</LinksUpToDate>
  <CharactersWithSpaces>0</CharactersWithSpaces>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Mcx</dc:creator>
  <cp:lastModifiedBy>Microsoft Office User</cp:lastModifiedBy>
  <cp:revision>921</cp:revision>
  <cp:lastPrinted>2015-10-13T11:51:46Z</cp:lastPrinted>
  <dcterms:created xsi:type="dcterms:W3CDTF">2014-11-23T16:31:00Z</dcterms:created>
  <dcterms:modified xsi:type="dcterms:W3CDTF">2025-09-19T10:52:16Z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2052-9.1.0.4866</vt:lpwstr>
  </property>
</Properties>
</file>